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notesSlides/notesSlide2.xml" ContentType="application/vnd.openxmlformats-officedocument.presentationml.notesSlide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notesSlides/notesSlide3.xml" ContentType="application/vnd.openxmlformats-officedocument.presentationml.notesSlide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notesSlides/notesSlide4.xml" ContentType="application/vnd.openxmlformats-officedocument.presentationml.notesSlide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794" r:id="rId2"/>
    <p:sldId id="812" r:id="rId3"/>
    <p:sldId id="813" r:id="rId4"/>
    <p:sldId id="423" r:id="rId5"/>
    <p:sldId id="424" r:id="rId6"/>
    <p:sldId id="425" r:id="rId7"/>
    <p:sldId id="426" r:id="rId8"/>
    <p:sldId id="795" r:id="rId9"/>
    <p:sldId id="288" r:id="rId10"/>
    <p:sldId id="797" r:id="rId11"/>
    <p:sldId id="290" r:id="rId12"/>
    <p:sldId id="258" r:id="rId13"/>
    <p:sldId id="259" r:id="rId14"/>
    <p:sldId id="260" r:id="rId15"/>
    <p:sldId id="302" r:id="rId16"/>
    <p:sldId id="303" r:id="rId17"/>
    <p:sldId id="305" r:id="rId18"/>
    <p:sldId id="814" r:id="rId19"/>
    <p:sldId id="815" r:id="rId20"/>
    <p:sldId id="816" r:id="rId21"/>
    <p:sldId id="817" r:id="rId22"/>
    <p:sldId id="803" r:id="rId23"/>
    <p:sldId id="804" r:id="rId24"/>
    <p:sldId id="809" r:id="rId25"/>
    <p:sldId id="821" r:id="rId26"/>
    <p:sldId id="805" r:id="rId27"/>
    <p:sldId id="806" r:id="rId28"/>
    <p:sldId id="811" r:id="rId29"/>
    <p:sldId id="819" r:id="rId30"/>
    <p:sldId id="820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64" autoAdjust="0"/>
    <p:restoredTop sz="81719" autoAdjust="0"/>
  </p:normalViewPr>
  <p:slideViewPr>
    <p:cSldViewPr snapToGrid="0">
      <p:cViewPr varScale="1">
        <p:scale>
          <a:sx n="113" d="100"/>
          <a:sy n="113" d="100"/>
        </p:scale>
        <p:origin x="888" y="91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30.7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923 68 9674 0 0,'4'-5'307'0'0,"0"0"0"0"0,0 0 0 0 0,1 1 0 0 0,0-1 0 0 0,-1 1 0 0 0,2 0 0 0 0,-1 0 0 0 0,0 1 0 0 0,1-1 0 0 0,-1 1 0 0 0,1 1 0 0 0,8-4 0 0 0,-7 3 19 0 0,1 1 1 0 0,-1-1-1 0 0,1 2 1 0 0,-1-1 0 0 0,1 1-1 0 0,0 0 1 0 0,-1 0-1 0 0,1 1 1 0 0,14 1-1 0 0,-17 1-204 0 0,1 0 1 0 0,-1 0-1 0 0,1 0 0 0 0,-1 0 0 0 0,0 1 0 0 0,0 0 0 0 0,0 0 0 0 0,-1 0 1 0 0,1 1-1 0 0,-1-1 0 0 0,1 1 0 0 0,-1 0 0 0 0,-1 0 0 0 0,1 1 0 0 0,0-1 1 0 0,-1 1-1 0 0,0 0 0 0 0,5 10 0 0 0,3 9 277 0 0,0 1 1 0 0,12 46-1 0 0,-14-41-126 0 0,3 15-186 0 0,-1 0 0 0 0,6 58 1 0 0,0 98 221 0 0,11 76-77 0 0,-17-222-232 0 0,-4-26 0 0 0,-1-1 0 0 0,-2 1 0 0 0,-1 0 0 0 0,-1 46 0 0 0,-2-75 0 0 0,0 1 0 0 0,0 0 0 0 0,0-1 0 0 0,0 1 0 0 0,0 0 1 0 0,0-1-1 0 0,0 1 0 0 0,0-1 0 0 0,0 1 0 0 0,-1 0 0 0 0,1-1 0 0 0,0 1 1 0 0,-1-1-1 0 0,1 1 0 0 0,0-1 0 0 0,-1 1 0 0 0,1-1 0 0 0,0 1 0 0 0,-1-1 1 0 0,1 1-1 0 0,-1-1 0 0 0,1 0 0 0 0,-1 1 0 0 0,1-1 0 0 0,-1 0 1 0 0,1 1-1 0 0,-1-1 0 0 0,0 0 0 0 0,1 1 0 0 0,-1-1 0 0 0,1 0 0 0 0,-1 0 1 0 0,0 0-1 0 0,1 0 0 0 0,-1 0 0 0 0,1 0 0 0 0,-1 0 0 0 0,0 0 0 0 0,1 0 1 0 0,-1 0-1 0 0,0 0 0 0 0,1 0 0 0 0,-1 0 0 0 0,1 0 0 0 0,-1-1 1 0 0,0 1-1 0 0,1 0 0 0 0,-1 0 0 0 0,1-1 0 0 0,-1 1 0 0 0,1 0 0 0 0,-2-1 1 0 0,-39-27 11 0 0,23 15-8 0 0,-2 4-4 0 0,0 0 0 0 0,-1 1 0 0 0,0 1 0 0 0,0 2 0 0 0,0 0 0 0 0,-1 1 0 0 0,0 1 0 0 0,0 0 0 0 0,0 2 0 0 0,0 1 0 0 0,-28 3 0 0 0,-30 7 0 0 0,-131 32 0 0 0,207-41 0 0 0,-334 52 160 0 0,175-27 290 0 0,138-21-338 0 0,1 2-1 0 0,0 1 1 0 0,0 1-1 0 0,-34 18 1 0 0,32-10-772 0 0,24-15 16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31.1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 1 10594 0 0,'-1'0'62'0'0,"1"1"-1"0"0,-1 0 0 0 0,0-1 0 0 0,1 1 1 0 0,-1-1-1 0 0,0 1 0 0 0,1 0 0 0 0,-1 0 1 0 0,1-1-1 0 0,-1 1 0 0 0,1 0 0 0 0,0 0 1 0 0,-1 0-1 0 0,1-1 0 0 0,0 1 1 0 0,0 0-1 0 0,-1 0 0 0 0,1 0 0 0 0,0 0 1 0 0,0 0-1 0 0,0 0 0 0 0,0 0 0 0 0,0-1 1 0 0,0 1-1 0 0,1 1 0 0 0,3 34 1246 0 0,-2-14 188 0 0,-5 380 2899 0 0,0 30-3554 0 0,6-374-979 0 0,9 127 642 0 0,-8-152-1045 0 0,1 1 0 0 0,2-1 1 0 0,15 44-1 0 0,-16-61-6083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31.66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1 145 6913 0 0,'1'-3'64'0'0,"-1"1"0"0"0,1 0 0 0 0,0 0 0 0 0,0 0 0 0 0,0 0 0 0 0,0 0 0 0 0,0 0 0 0 0,0 0 0 0 0,1 0 0 0 0,-1 0 0 0 0,1 1 0 0 0,-1-1 0 0 0,1 0 0 0 0,0 1 0 0 0,0-1 0 0 0,-1 1 0 0 0,1 0 0 0 0,0 0 0 0 0,0 0 0 0 0,3-2 0 0 0,48-21 1071 0 0,-44 21-829 0 0,21-8 509 0 0,1 1-1 0 0,1 2 1 0 0,-1 1 0 0 0,1 1-1 0 0,1 2 1 0 0,53 0 0 0 0,199 23 1125 0 0,-209-11-2005 0 0,-53-6-58 0 0,262 19 490 0 0,-226-19-1561 0 0,1-4 0 0 0,105-15 0 0 0,-198 3-6961 0 0,19 10 7536 0 0,11 3 570 0 0,0 0 0 0 0,1-1 0 0 0,-1 1 0 0 0,1-1 0 0 0,-1 1 0 0 0,1-1 0 0 0,0 0-1 0 0,-4-3 1 0 0,6 4 166 0 0,-1 1 0 0 0,1-1 0 0 0,-1 1 0 0 0,1-1 0 0 0,-1 0 0 0 0,1 1-1 0 0,-1-1 1 0 0,1 0 0 0 0,0 1 0 0 0,-1-1 0 0 0,1 0 0 0 0,0 1 0 0 0,0-1 0 0 0,0 0-1 0 0,-1 0 1 0 0,1 1 0 0 0,0-1 0 0 0,0 0 0 0 0,0 0 0 0 0,0 0 0 0 0,0 1-1 0 0,0-1 1 0 0,0 0 0 0 0,1 0 0 0 0,-1 1 0 0 0,0-1 0 0 0,0 0 0 0 0,1 0 0 0 0,-1 1-1 0 0,0-1 1 0 0,1 0 0 0 0,-1 1 0 0 0,0-1 0 0 0,1 0 0 0 0,-1 1 0 0 0,1-1-1 0 0,0 0 1 0 0,0 1 30 0 0,-1 0 0 0 0,1 0 0 0 0,-1 0-1 0 0,1 0 1 0 0,-1 0 0 0 0,1 0 0 0 0,0 0 0 0 0,-1 0-1 0 0,1 0 1 0 0,-1 0 0 0 0,1 0 0 0 0,-1 1-1 0 0,1-1 1 0 0,0 0 0 0 0,-1 0 0 0 0,1 1 0 0 0,-1-1-1 0 0,1 0 1 0 0,-1 1 0 0 0,1-1 0 0 0,-1 0 0 0 0,0 1-1 0 0,1-1 1 0 0,-1 1 0 0 0,1-1 0 0 0,-1 1-1 0 0,0-1 1 0 0,0 1 0 0 0,1-1 0 0 0,-1 1 0 0 0,0-1-1 0 0,0 1 1 0 0,1-1 0 0 0,-1 1 0 0 0,0 0 0 0 0,11 22 1905 0 0,-6-7-1445 0 0,-1 1 1 0 0,0 0 0 0 0,-1 0-1 0 0,0 28 1 0 0,-4 72 518 0 0,0-61-688 0 0,-2 59-247 0 0,3 365 969 0 0,4-91-1402 0 0,-5-266-1263 0 0,2-69-5918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32.28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2 117 3225 0 0,'-1'-10'445'0'0,"0"1"1"0"0,1-1 0 0 0,2-15 0 0 0,-1 16 693 0 0,-1 1 0 0 0,1 0 0 0 0,-1 0 0 0 0,-1 0 0 0 0,-2-13 1 0 0,3 38 5660 0 0,0 12-5979 0 0,46 484 1412 0 0,-7-104-2168 0 0,-14-235-3388 0 0,-20-142-3417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32.69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1949 1 10594 0 0,'-23'3'-571'0'0,"-16"5"2211"0"0,1-1-1 0 0,-1-3 0 0 0,-61 1 0 0 0,-120-16 188 0 0,-24 1-594 0 0,-418 22 625 0 0,491-14-1853 0 0,-52 2-607 0 0,75 11-2565 0 0,107-7-3325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34.1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340 188 6913 0 0,'4'-31'608'0'0,"-2"17"-71"0"0,0-1-1 0 0,-1 1 0 0 0,0 0 1 0 0,-1 0-1 0 0,-1-1 0 0 0,-4-24 1 0 0,5 37-487 0 0,-1 1 0 0 0,1-1 0 0 0,-1 0 0 0 0,0 1 0 0 0,1-1 1 0 0,-1 1-1 0 0,0-1 0 0 0,0 1 0 0 0,0-1 0 0 0,0 1 0 0 0,0 0 0 0 0,0 0 0 0 0,0-1 1 0 0,-1 1-1 0 0,1 0 0 0 0,0 0 0 0 0,-1 0 0 0 0,1 0 0 0 0,-1 1 0 0 0,1-1 1 0 0,-4-1-1 0 0,2 1-2 0 0,0 1 0 0 0,0-1 1 0 0,-1 1-1 0 0,1 0 0 0 0,0 0 1 0 0,0 0-1 0 0,-1 0 0 0 0,1 1 1 0 0,0-1-1 0 0,-6 3 0 0 0,-4 1 27 0 0,0 1-1 0 0,0 1 0 0 0,1 1 0 0 0,-15 8 1 0 0,13-5-38 0 0,0 1 0 0 0,0 1 1 0 0,1 0-1 0 0,0 0 1 0 0,1 2-1 0 0,1-1 1 0 0,0 2-1 0 0,1-1 1 0 0,0 1-1 0 0,1 1 1 0 0,-10 23-1 0 0,10-16-13 0 0,0 0-1 0 0,2 0 1 0 0,0 1 0 0 0,2 0-1 0 0,1 0 1 0 0,0 0 0 0 0,1 46-1 0 0,3-59-23 0 0,2 1-1 0 0,-1 0 0 0 0,2-1 0 0 0,-1 1 0 0 0,1-1 0 0 0,1 0 1 0 0,0 0-1 0 0,1 0 0 0 0,0-1 0 0 0,0 1 0 0 0,1-1 1 0 0,1-1-1 0 0,0 1 0 0 0,0-1 0 0 0,1 0 0 0 0,0 0 1 0 0,0-1-1 0 0,1 0 0 0 0,0-1 0 0 0,0 0 0 0 0,12 7 1 0 0,-12-9-19 0 0,0 0 1 0 0,1-1 0 0 0,-1 0 0 0 0,1 0 0 0 0,-1-1 0 0 0,1 0-1 0 0,0-1 1 0 0,1 0 0 0 0,-1 0 0 0 0,0-1 0 0 0,0-1 0 0 0,1 0-1 0 0,-1 0 1 0 0,0-1 0 0 0,0 0 0 0 0,1-1 0 0 0,-1 0-1 0 0,0 0 1 0 0,0-1 0 0 0,-1-1 0 0 0,1 0 0 0 0,-1 0 0 0 0,1 0-1 0 0,10-9 1 0 0,-15 10-42 0 0,1-2-1 0 0,-1 1 1 0 0,0-1-1 0 0,0 0 1 0 0,0 0-1 0 0,0 0 0 0 0,-1 0 1 0 0,0-1-1 0 0,0 0 1 0 0,-1 0-1 0 0,0 0 1 0 0,0 0-1 0 0,0-1 1 0 0,3-10-1 0 0,-2-3-125 0 0,0-1-1 0 0,-1 0 1 0 0,0-30-1 0 0,-3 34 185 0 0,1-1 0 0 0,1 1 0 0 0,1-1-1 0 0,0 1 1 0 0,10-29 0 0 0,-13 44 32 0 0,1 0-1 0 0,0 0 0 0 0,0 0 1 0 0,0 0-1 0 0,0 0 0 0 0,1 0 1 0 0,-1 0-1 0 0,0 0 0 0 0,1 1 1 0 0,-1-1-1 0 0,1 0 0 0 0,0 1 1 0 0,-1-1-1 0 0,1 1 0 0 0,0 0 1 0 0,0 0-1 0 0,0 0 0 0 0,0 0 1 0 0,0 0-1 0 0,0 0 1 0 0,3-1-1 0 0,-2 2 101 0 0,0 0 1 0 0,0 0-1 0 0,0 0 1 0 0,0 0 0 0 0,0 0-1 0 0,-1 1 1 0 0,1-1-1 0 0,0 1 1 0 0,0 0-1 0 0,0 0 1 0 0,0 0-1 0 0,0 0 1 0 0,-1 0-1 0 0,4 2 1 0 0,1 1 146 0 0,-1 1 1 0 0,1 0-1 0 0,-1 0 0 0 0,0 0 1 0 0,0 1-1 0 0,0 0 0 0 0,-1 0 1 0 0,0 0-1 0 0,0 1 0 0 0,7 13 1 0 0,-7-9-176 0 0,-1-1 0 0 0,-1 1 0 0 0,0 0 0 0 0,0 0 0 0 0,-1 1 0 0 0,0-1 0 0 0,-1 16 0 0 0,-1 4-32 0 0,-7 42 0 0 0,2-24 10 0 0,4-41-62 0 0,1-1 0 0 0,0 0 0 0 0,0 1 0 0 0,2 11 0 0 0,-2-17-11 0 0,1-1 0 0 0,-1 0 1 0 0,0 1-1 0 0,0-1 1 0 0,1 0-1 0 0,-1 1 0 0 0,1-1 1 0 0,-1 0-1 0 0,1 0 1 0 0,0 0-1 0 0,-1 0 0 0 0,1 1 1 0 0,0-1-1 0 0,0 0 0 0 0,0 0 1 0 0,0 0-1 0 0,0-1 1 0 0,0 1-1 0 0,0 0 0 0 0,0 0 1 0 0,0 0-1 0 0,0-1 1 0 0,1 1-1 0 0,-1-1 0 0 0,0 1 1 0 0,0-1-1 0 0,1 1 0 0 0,-1-1 1 0 0,0 0-1 0 0,1 0 1 0 0,-1 1-1 0 0,2-1 0 0 0,-2 0 21 0 0,0 0 0 0 0,0 0-1 0 0,0 1 1 0 0,0-1-1 0 0,-1 0 1 0 0,1 1-1 0 0,0-1 1 0 0,0 1 0 0 0,0-1-1 0 0,0 1 1 0 0,-1 0-1 0 0,1-1 1 0 0,0 1 0 0 0,0 0-1 0 0,-1-1 1 0 0,1 1-1 0 0,0 0 1 0 0,-1 0 0 0 0,1 0-1 0 0,-1-1 1 0 0,1 1-1 0 0,-1 0 1 0 0,0 0-1 0 0,1 0 1 0 0,-1 0 0 0 0,0 0-1 0 0,0 0 1 0 0,1 0-1 0 0,-1 0 1 0 0,0 0 0 0 0,0 1-1 0 0,1 37-877 0 0,-1-35 343 0 0,-1 17-6061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34.8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316 61 2304 0 0,'4'-19'1943'0'0,"-1"-12"2965"0"0,-3 31-4805 0 0,0-1 0 0 0,0 1 0 0 0,0-1 0 0 0,-1 1 0 0 0,1-1 0 0 0,0 0 0 0 0,-1 1 1 0 0,1-1-1 0 0,0 1 0 0 0,-1-1 0 0 0,1 1 0 0 0,-1 0 0 0 0,1-1 0 0 0,-1 1 0 0 0,1-1 0 0 0,-1 1 0 0 0,1 0 0 0 0,-1-1 1 0 0,1 1-1 0 0,-1 0 0 0 0,1 0 0 0 0,-1-1 0 0 0,0 1 0 0 0,1 0 0 0 0,-1 0 0 0 0,1 0 0 0 0,-1 0 0 0 0,0 0 0 0 0,1 0 1 0 0,-1 0-1 0 0,0 0 0 0 0,1 0 0 0 0,-1 0 0 0 0,1 0 0 0 0,-1 0 0 0 0,0 0 0 0 0,1 0 0 0 0,-1 1 0 0 0,1-1 1 0 0,-1 0-1 0 0,1 0 0 0 0,-1 1 0 0 0,0 0 0 0 0,-31 11 455 0 0,1 2-1 0 0,1 1 1 0 0,1 2-1 0 0,0 0 1 0 0,1 2 0 0 0,1 1-1 0 0,-30 30 1 0 0,51-45-542 0 0,3-4-8 0 0,1 1 1 0 0,-1 0 0 0 0,1 0 0 0 0,0 0-1 0 0,-1 1 1 0 0,1-1 0 0 0,0 0 0 0 0,0 1-1 0 0,1 0 1 0 0,-1-1 0 0 0,0 1 0 0 0,1 0 0 0 0,0 0-1 0 0,0 0 1 0 0,-2 4 0 0 0,4-6-9 0 0,-1 0 0 0 0,1 0 0 0 0,-1-1 1 0 0,1 1-1 0 0,0 0 0 0 0,-1-1 0 0 0,1 1 0 0 0,0-1 1 0 0,-1 1-1 0 0,1-1 0 0 0,0 1 0 0 0,0-1 0 0 0,0 1 0 0 0,0-1 1 0 0,-1 0-1 0 0,1 0 0 0 0,0 1 0 0 0,0-1 0 0 0,0 0 0 0 0,0 0 1 0 0,0 0-1 0 0,0 0 0 0 0,1 0 0 0 0,27 1-14 0 0,-27-1 7 0 0,27 0 48 0 0,117 5 216 0 0,-129-3-239 0 0,0 1 0 0 0,0 0 0 0 0,0 1-1 0 0,0 1 1 0 0,-1 1 0 0 0,22 10-1 0 0,-36-15-16 0 0,1 1-1 0 0,-1-1 1 0 0,1 0-1 0 0,-1 1 1 0 0,0-1-1 0 0,1 1 1 0 0,-1 0 0 0 0,0 0-1 0 0,0 0 1 0 0,0 0-1 0 0,0 0 1 0 0,-1 0-1 0 0,1 1 1 0 0,-1-1-1 0 0,1 1 1 0 0,-1-1-1 0 0,1 3 1 0 0,-1-2-1 0 0,-1-1 0 0 0,0 0 0 0 0,0 0 0 0 0,0 0 1 0 0,0 1-1 0 0,0-1 0 0 0,0 0 0 0 0,0 0 0 0 0,-1 0 0 0 0,1 0 1 0 0,-1 1-1 0 0,0-1 0 0 0,0 0 0 0 0,1 0 0 0 0,-1 0 1 0 0,0 0-1 0 0,-2 1 0 0 0,-4 7-2 0 0,0-2 0 0 0,-1 1 0 0 0,0-1 1 0 0,-1 0-1 0 0,1-1 0 0 0,-18 11 0 0 0,-142 83-402 0 0,118-75 27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36.46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142 135 5529 0 0,'-19'-1'810'0'0,"1"-1"-1"0"0,0-1 1 0 0,0 0-1 0 0,0-2 1 0 0,-20-7-1 0 0,38 12-765 0 0,-1 0 0 0 0,1 0 0 0 0,-1 0-1 0 0,0 0 1 0 0,1 0 0 0 0,-1 0 0 0 0,1 0 0 0 0,0-1-1 0 0,-1 1 1 0 0,1 0 0 0 0,-1 0 0 0 0,1 0-1 0 0,-1-1 1 0 0,1 1 0 0 0,-1 0 0 0 0,1-1 0 0 0,0 1-1 0 0,-1 0 1 0 0,1-1 0 0 0,0 1 0 0 0,-1-1 0 0 0,1 1-1 0 0,0 0 1 0 0,-1-1 0 0 0,1 1 0 0 0,0-1 0 0 0,0 1-1 0 0,0-1 1 0 0,-1 1 0 0 0,1-1 0 0 0,0 1-1 0 0,0-1 1 0 0,0 1 0 0 0,0-1 0 0 0,0 1 0 0 0,0-1-1 0 0,0 1 1 0 0,0-1 0 0 0,1-1 32 0 0,0 1 0 0 0,1 0-1 0 0,-1 0 1 0 0,0 0 0 0 0,1 1 0 0 0,-1-1-1 0 0,0 0 1 0 0,1 0 0 0 0,-1 1 0 0 0,1-1-1 0 0,2 0 1 0 0,46-9 708 0 0,225-4 1095 0 0,-126 10-1194 0 0,712-36 1511 0 0,-790 36-2068 0 0,274-8 221 0 0,-263 13-374 0 0,1 3-1 0 0,92 18 1 0 0,-163-20-186 0 0,-1 1 0 0 0,1 0 0 0 0,-1 0 0 0 0,0 1 0 0 0,0 0 0 0 0,-1 1 0 0 0,21 12 0 0 0,-10 2-1558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48.13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34 146 456 0 0,'1'-2'225'0'0,"-1"0"-1"0"0,0-1 1 0 0,0 1 0 0 0,0 0 0 0 0,0 0-1 0 0,0 0 1 0 0,0-1 0 0 0,0 1-1 0 0,-1 0 1 0 0,1 0 0 0 0,-1 0-1 0 0,1 0 1 0 0,-1 0 0 0 0,0 0-1 0 0,0 0 1 0 0,0 0 0 0 0,0 0-1 0 0,0 0 1 0 0,-1 1 0 0 0,1-1-1 0 0,0 0 1 0 0,-1 1 0 0 0,0-1-1 0 0,1 1 1 0 0,-1-1 0 0 0,-3-1 0 0 0,-5-7 2246 0 0,10 10-2363 0 0,0-1 0 0 0,0 0 0 0 0,0 1 0 0 0,0-1 0 0 0,0 0 0 0 0,0 0 0 0 0,0 1 0 0 0,0-1 0 0 0,1 0 0 0 0,-1 1 0 0 0,0-1 0 0 0,0 0 0 0 0,1 1 0 0 0,-1-1 0 0 0,0 0 0 0 0,1 1 0 0 0,-1-1 0 0 0,1 1 0 0 0,-1-1 0 0 0,1 1 0 0 0,-1-1 0 0 0,1 1 0 0 0,-1-1 0 0 0,1 1 0 0 0,-1-1 0 0 0,1 1 0 0 0,0 0 0 0 0,-1-1 0 0 0,2 1 0 0 0,19-14 523 0 0,-3 5-141 0 0,0 1 0 0 0,1 1-1 0 0,-1 0 1 0 0,33-6 0 0 0,-40 11-354 0 0,0 0 0 0 0,0 1 0 0 0,-1 0 0 0 0,1 1 1 0 0,0 0-1 0 0,0 0 0 0 0,0 1 0 0 0,-1 1 0 0 0,1 0 0 0 0,12 4 1 0 0,-21-5-134 0 0,0-1 0 0 0,0 1 0 0 0,0 0 1 0 0,-1 0-1 0 0,1 0 0 0 0,0 0 0 0 0,0 0 1 0 0,-1 1-1 0 0,1-1 0 0 0,-1 0 1 0 0,1 1-1 0 0,-1-1 0 0 0,0 1 0 0 0,1-1 1 0 0,-1 1-1 0 0,0 0 0 0 0,0 0 0 0 0,0-1 1 0 0,0 1-1 0 0,1 4 0 0 0,-2-2-10 0 0,1-1 0 0 0,-1 1 0 0 0,0 0 0 0 0,0 0 0 0 0,0-1 0 0 0,0 1 0 0 0,-1 0 0 0 0,1-1 0 0 0,-1 1 0 0 0,-2 6 0 0 0,-4 7 46 0 0,0 0 1 0 0,-2 0 0 0 0,-17 27-1 0 0,19-33 116 0 0,-2 2-41 0 0,6-10-106 0 0,0 1 1 0 0,0-1-1 0 0,1 1 1 0 0,0-1-1 0 0,0 1 0 0 0,0 0 1 0 0,0 0-1 0 0,0 0 1 0 0,1 0-1 0 0,0 1 1 0 0,0-1-1 0 0,-1 8 1 0 0,2-12-9 0 0,1 1 0 0 0,0 0 0 0 0,-1-1 0 0 0,1 1 0 0 0,0 0 0 0 0,-1-1 0 0 0,1 1 0 0 0,0-1 0 0 0,0 1 0 0 0,0-1 0 0 0,0 0 0 0 0,-1 1 0 0 0,1-1 0 0 0,0 0 0 0 0,0 1 0 0 0,0-1 0 0 0,0 0 0 0 0,0 0 0 0 0,0 0 0 0 0,0 0 0 0 0,0 0 0 0 0,0 0 0 0 0,-1 0 0 0 0,1 0 0 0 0,0 0 0 0 0,0-1 0 0 0,1 1 0 0 0,30-5 0 0 0,-31 4 0 0 0,33-5 59 0 0,35-3 1 0 0,-57 8-17 0 0,1 0 0 0 0,-1 1 0 0 0,0 1 1 0 0,0 0-1 0 0,0 1 0 0 0,18 5 0 0 0,-28-7-42 0 0,-1 0 0 0 0,1 1 0 0 0,-1-1-1 0 0,0 1 1 0 0,1 0 0 0 0,-1-1 0 0 0,1 1 0 0 0,-1 0-1 0 0,0 0 1 0 0,0 0 0 0 0,1 0 0 0 0,-1 0 0 0 0,0 0-1 0 0,0 0 1 0 0,0 0 0 0 0,0 0 0 0 0,0 0 0 0 0,0 1-1 0 0,-1-1 1 0 0,1 0 0 0 0,0 1 0 0 0,-1-1 0 0 0,2 3-1 0 0,-2-2 5 0 0,0 1 0 0 0,0 0 0 0 0,0-1 0 0 0,0 1 0 0 0,-1-1 0 0 0,1 1 0 0 0,-1 0-1 0 0,1-1 1 0 0,-1 1 0 0 0,0-1 0 0 0,0 0 0 0 0,-2 5 0 0 0,-5 6 153 0 0,0-1 0 0 0,0 1 0 0 0,-20 19 1 0 0,25-29-72 0 0,-20 21-154 0 0,-1-1 1 0 0,-1-1-1 0 0,-1-1 0 0 0,-52 33 1 0 0,63-45-6483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48.4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26 1 11058 0 0,'-6'6'2786'0'0,"-10"11"2004"0"0,12-3-8809 0 0,4-13 3919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48.9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59 40 3681 0 0,'-31'3'1742'0'0,"30"-2"-1468"0"0,-1-1 1 0 0,1 0-1 0 0,-1 0 1 0 0,1 0-1 0 0,-1-1 1 0 0,1 1-1 0 0,-1 0 1 0 0,1 0-1 0 0,-1-1 1 0 0,1 1-1 0 0,-1-1 1 0 0,1 1-1 0 0,0-1 1 0 0,-1 0-1 0 0,1 1 1 0 0,0-1-1 0 0,-2-1 1 0 0,3 1-174 0 0,0 0 1 0 0,0 0 0 0 0,0 1 0 0 0,0-1 0 0 0,0 0 0 0 0,0 1 0 0 0,0-1 0 0 0,0 0 0 0 0,0 0 0 0 0,0 1 0 0 0,1-1-1 0 0,-1 0 1 0 0,0 1 0 0 0,0-1 0 0 0,1 1 0 0 0,-1-1 0 0 0,0 0 0 0 0,1 1 0 0 0,-1-1 0 0 0,1 1 0 0 0,-1-1 0 0 0,1 1-1 0 0,-1-1 1 0 0,1 1 0 0 0,-1-1 0 0 0,1 1 0 0 0,0 0 0 0 0,-1-1 0 0 0,1 1 0 0 0,0 0 0 0 0,-1-1 0 0 0,1 1 0 0 0,0 0-1 0 0,1 0 1 0 0,25-12 1246 0 0,-25 11-1207 0 0,1 0-1 0 0,-1 1 1 0 0,1-1 0 0 0,0 0 0 0 0,-1 1-1 0 0,1 0 1 0 0,0 0 0 0 0,0 0 0 0 0,-1 0-1 0 0,1 0 1 0 0,0 0 0 0 0,0 0-1 0 0,-1 1 1 0 0,1 0 0 0 0,0-1 0 0 0,-1 1-1 0 0,1 0 1 0 0,4 3 0 0 0,-6-3-94 0 0,1 1 0 0 0,-1-1 0 0 0,0 1 1 0 0,0-1-1 0 0,1 1 0 0 0,-1 0 0 0 0,0 0 0 0 0,0 0 1 0 0,-1-1-1 0 0,1 1 0 0 0,0 0 0 0 0,-1 0 0 0 0,1 0 0 0 0,-1 0 1 0 0,1 0-1 0 0,-1 0 0 0 0,0 0 0 0 0,0 1 0 0 0,0-1 1 0 0,0 0-1 0 0,0 0 0 0 0,-1 0 0 0 0,1 0 0 0 0,0 0 1 0 0,-2 3-1 0 0,-9 32 203 0 0,7-28-190 0 0,1 1 0 0 0,1 0 1 0 0,-1 0-1 0 0,2 0 0 0 0,-2 16 1 0 0,3-23-67 0 0,0-1 0 0 0,1 1 0 0 0,-1 0 1 0 0,1 0-1 0 0,-1-1 0 0 0,1 1 0 0 0,0 0 1 0 0,0-1-1 0 0,0 1 0 0 0,0-1 0 0 0,1 1 1 0 0,-1-1-1 0 0,1 1 0 0 0,0-1 0 0 0,-1 0 1 0 0,1 0-1 0 0,0 0 0 0 0,0 0 0 0 0,0 0 1 0 0,0 0-1 0 0,1-1 0 0 0,-1 1 0 0 0,0-1 1 0 0,6 3-1 0 0,15 6-4 0 0,-15-7 13 0 0,-1 0 0 0 0,1 1 0 0 0,-1 0 0 0 0,0 0 0 0 0,12 9 0 0 0,-18-11 4 0 0,1-1 0 0 0,-1 1-1 0 0,0-1 1 0 0,1 1 0 0 0,-1-1 0 0 0,0 1 0 0 0,0 0 0 0 0,0 0-1 0 0,-1-1 1 0 0,1 1 0 0 0,0 0 0 0 0,-1 0 0 0 0,1 0 0 0 0,-1 0 0 0 0,1 0-1 0 0,-1 0 1 0 0,0 0 0 0 0,0 0 0 0 0,0 0 0 0 0,0 0 0 0 0,0 0-1 0 0,-1 0 1 0 0,1 0 0 0 0,0 0 0 0 0,-1-1 0 0 0,0 1 0 0 0,1 0 0 0 0,-1 0-1 0 0,-1 2 1 0 0,-4 7-32 0 0,-1 1 0 0 0,0-2 0 0 0,-1 1-1 0 0,0-1 1 0 0,-1 0 0 0 0,0-1 0 0 0,0 0 0 0 0,-1 0-1 0 0,-14 10 1 0 0,14-14-1781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49.33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87 11979 0 0,'0'0'1082'0'0,"9"27"3930"0"0,3 23-2987 0 0,-6-27-1538 0 0,0 1 0 0 0,19 42 0 0 0,-21-58-477 0 0,0-1 0 0 0,0 0 0 0 0,1 0 1 0 0,0 0-1 0 0,0-1 0 0 0,0 0 0 0 0,1 0 0 0 0,0 0 1 0 0,0 0-1 0 0,1-1 0 0 0,-1 0 0 0 0,13 6 0 0 0,-12-7 33 0 0,-1-1-1 0 0,1 0 1 0 0,0 0-1 0 0,0-1 0 0 0,1 0 1 0 0,-1 0-1 0 0,0 0 1 0 0,1-1-1 0 0,-1-1 1 0 0,1 1-1 0 0,-1-1 0 0 0,1 0 1 0 0,-1-1-1 0 0,1 1 1 0 0,-1-2-1 0 0,0 1 1 0 0,1-1-1 0 0,-1 0 0 0 0,11-5 1 0 0,-4 0 65 0 0,1-1 1 0 0,-2 0 0 0 0,1-2-1 0 0,-1 1 1 0 0,-1-1-1 0 0,0-1 1 0 0,0-1-1 0 0,11-13 1 0 0,-5 4-208 0 0,0-2 0 0 0,-2 0 1 0 0,0 0-1 0 0,-2-1 0 0 0,-1-1 0 0 0,0-1 0 0 0,-2 0 0 0 0,10-36 1 0 0,-16 43-925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50.18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3302 0 10594 0 0,'16'44'7111'0'0,"-6"7"-3803"0"0,-1 61-2943 0 0,0-5 156 0 0,4-27-457 0 0,4-1 0 0 0,43 123 0 0 0,85 141 50 0 0,-137-325-174 0 0,-4-8-53 0 0,1 0 1 0 0,0 0-1 0 0,1-1 0 0 0,-1 0 0 0 0,15 17 1 0 0,-67-23-112 0 0,-21-6 325 0 0,-69-12 0 0 0,29 2-18 0 0,-68 0 134 0 0,-315 20 1 0 0,379 1-152 0 0,-428 9 476 0 0,434-23-542 0 0,-786-9 0 0 0,757 21-204 0 0,-256-22 1 0 0,208 6-840 0 0,2 13-3407 0 0,159-3 3659 0 0,-2 0-1164 0 0,4-1-3250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50.4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 65 6913 0 0,'2'-28'1579'0'0,"-1"25"-900"0"0,0 1 0 0 0,-1-1 1 0 0,0 1-1 0 0,1-1 1 0 0,-1 1-1 0 0,0-1 0 0 0,0 1 1 0 0,0-1-1 0 0,-1 0 1 0 0,1 1-1 0 0,0-1 0 0 0,-2-3 1 0 0,-7 29 2680 0 0,4 32-3469 0 0,3 0-1 0 0,2 0 0 0 0,2 0 1 0 0,3 0-1 0 0,2 0 1 0 0,3-1-1 0 0,1-1 0 0 0,38 101 1 0 0,-36-117-6954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50.95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121 341 4145 0 0,'-15'-1'472'0'0,"1"-1"0"0"0,0 0 0 0 0,0-1 0 0 0,0 0 0 0 0,1-1 0 0 0,-23-10 1 0 0,105 1 1411 0 0,363-43 497 0 0,337-28 435 0 0,231-8-1168 0 0,-804 63-1023 0 0,374-8-1 0 0,-400 42-462 0 0,262 42 0 0 0,-412-43-142 0 0,-12-1 53 0 0,0-1-1 0 0,1-1 1 0 0,-1 0 0 0 0,1 0 0 0 0,-1 0-1 0 0,1-1 1 0 0,-1 0 0 0 0,1-1-1 0 0,-1 0 1 0 0,15-4 0 0 0,-18 3-100 0 0,-3 0-186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35.3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11058 0 0,'0'0'49'0'0,"0"0"-1"0"0,1 0 0 0 0,-1 0 0 0 0,1 0 0 0 0,-1 0 1 0 0,0 0-1 0 0,1 0 0 0 0,-1 0 0 0 0,1 0 0 0 0,-1 0 0 0 0,0 0 1 0 0,1 0-1 0 0,-1 0 0 0 0,1 0 0 0 0,-1 0 0 0 0,0 0 1 0 0,1 1-1 0 0,-1-1 0 0 0,0 0 0 0 0,1 0 0 0 0,-1 0 1 0 0,1 1-1 0 0,-1-1 0 0 0,0 0 0 0 0,0 0 0 0 0,1 1 1 0 0,-1-1-1 0 0,0 0 0 0 0,1 1 0 0 0,-1-1 0 0 0,0 0 1 0 0,0 1-1 0 0,0-1 0 0 0,1 0 0 0 0,-1 1 0 0 0,0-1 1 0 0,0 1-1 0 0,11 18 478 0 0,-10-17-239 0 0,9 20 325 0 0,-1 0 0 0 0,0 1 1 0 0,-2 0-1 0 0,-1 0 0 0 0,-1 1 0 0 0,3 30 1 0 0,2 150 223 0 0,-10-154-816 0 0,-1 62-1893 0 0,1-80-4249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35.5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 59 8754 0 0,'12'-8'721'0'0,"1"0"-1"0"0,0 2 1 0 0,0-1 0 0 0,0 2-1 0 0,1-1 1 0 0,0 2 0 0 0,0 0-1 0 0,0 1 1 0 0,0 0 0 0 0,1 1-1 0 0,19 0 1 0 0,-27 2-606 0 0,-1 0-1 0 0,0 0 1 0 0,1 1 0 0 0,-1 0-1 0 0,0 1 1 0 0,0-1 0 0 0,0 1-1 0 0,0 0 1 0 0,0 1 0 0 0,0-1-1 0 0,-1 1 1 0 0,1 0 0 0 0,-1 1-1 0 0,0-1 1 0 0,0 1-1 0 0,0 0 1 0 0,0 0 0 0 0,0 1-1 0 0,-1 0 1 0 0,0-1 0 0 0,0 1-1 0 0,-1 1 1 0 0,1-1 0 0 0,-1 0-1 0 0,0 1 1 0 0,0 0 0 0 0,-1 0-1 0 0,3 7 1 0 0,-2-1-110 0 0,1 0 1 0 0,-2 1-1 0 0,0-1 0 0 0,0 1 0 0 0,-1-1 0 0 0,-1 1 1 0 0,0 0-1 0 0,-1-1 0 0 0,-3 21 0 0 0,0-14 10 0 0,-1 0 0 0 0,-1-1-1 0 0,-1 1 1 0 0,0-1 0 0 0,-16 27 0 0 0,-1-8 9 0 0,0-1 0 0 0,-3-1 0 0 0,-1-1 0 0 0,-58 53 0 0 0,71-73-1486 0 0,-2 0 0 0 0,0-1 0 0 0,-36 20-1 0 0,24-18-5042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37.16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36 1 6913 0 0,'-14'12'7653'0'0,"12"-8"-7060"0"0,-1 21 359 0 0,1 0 0 0 0,2 38 0 0 0,-1 24-52 0 0,-12 262-1120 0 0,13-325-6488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37.50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68 114 5985 0 0,'-7'-2'121'0'0,"-35"-12"837"0"0,41 14-838 0 0,0 0 0 0 0,0 0 1 0 0,0-1-1 0 0,0 1 0 0 0,0 0 0 0 0,0-1 0 0 0,0 1 1 0 0,1-1-1 0 0,-1 1 0 0 0,0-1 0 0 0,0 0 0 0 0,0 1 0 0 0,1-1 1 0 0,-1 0-1 0 0,0 0 0 0 0,1 1 0 0 0,-1-1 0 0 0,1 0 0 0 0,-1 0 1 0 0,1 0-1 0 0,-1 0 0 0 0,1 1 0 0 0,-1-1 0 0 0,1 0 1 0 0,0 0-1 0 0,0 0 0 0 0,-1 0 0 0 0,1 0 0 0 0,0 0 0 0 0,0 0 1 0 0,0 0-1 0 0,0 0 0 0 0,0 0 0 0 0,0 0 0 0 0,1-2 0 0 0,0 1 80 0 0,0 1-1 0 0,0-1 0 0 0,1 0 0 0 0,-1 1 0 0 0,0-1 1 0 0,1 1-1 0 0,0 0 0 0 0,-1-1 0 0 0,1 1 0 0 0,0 0 1 0 0,-1 0-1 0 0,1 0 0 0 0,0 0 0 0 0,0 1 0 0 0,3-2 1 0 0,35-8 971 0 0,-28 7-717 0 0,40-9 133 0 0,2 3-1 0 0,0 2 0 0 0,0 2 0 0 0,0 2 0 0 0,0 3 0 0 0,0 2 0 0 0,85 15 0 0 0,22 12-2107 0 0,214 12 0 0 0,-341-39-4975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37.7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72 0 11522 0 0,'-7'2'237'0'0,"1"-1"-1"0"0,-1 1 1 0 0,1 1 0 0 0,0-1-1 0 0,0 1 1 0 0,0 0-1 0 0,-10 7 1 0 0,15-9-164 0 0,0-1 1 0 0,0 1 0 0 0,0 0-1 0 0,0 0 1 0 0,1-1 0 0 0,-1 1-1 0 0,0 0 1 0 0,1 0 0 0 0,-1 0 0 0 0,1 0-1 0 0,-1 0 1 0 0,1 0 0 0 0,-1 0-1 0 0,1 0 1 0 0,0 0 0 0 0,-1 0-1 0 0,1 0 1 0 0,0 0 0 0 0,0 0 0 0 0,0 0-1 0 0,0 2 1 0 0,0-1 53 0 0,1 0 0 0 0,0-1 0 0 0,-1 1 0 0 0,1 0 0 0 0,0-1 0 0 0,0 1 0 0 0,0-1 0 0 0,1 1 0 0 0,-1-1 0 0 0,0 0 0 0 0,1 1 0 0 0,-1-1 0 0 0,0 0 0 0 0,1 0 0 0 0,-1 0 0 0 0,1 0 0 0 0,2 1 0 0 0,10 7 253 0 0,186 124 3171 0 0,-181-119-3671 0 0,1 0 1 0 0,0-1-1 0 0,1-1 1 0 0,1-1 0 0 0,41 15-1 0 0,-30-16-660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37.9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371 0 9674 0 0,'-5'3'6324'0'0,"-19"13"-1147"0"0,-8 24-4583 0 0,1 1-1 0 0,-39 71 1 0 0,21-32-433 0 0,-87 122-33 0 0,113-168-128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52.3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270 55 6449 0 0,'3'-11'73'0'0,"4"-24"5189"0"0,-7 35-5172 0 0,0-1 0 0 0,0 1 0 0 0,0 0 0 0 0,0-1 0 0 0,0 1 0 0 0,0 0 0 0 0,0-1 0 0 0,0 1 0 0 0,0 0 0 0 0,0-1 0 0 0,0 1 0 0 0,-1 0 0 0 0,1-1 0 0 0,0 1 0 0 0,0 0 0 0 0,0-1 0 0 0,-1 1 0 0 0,1 0 0 0 0,0 0 0 0 0,0-1 0 0 0,-1 1 0 0 0,1 0 0 0 0,0 0 0 0 0,0-1 0 0 0,-1 1 0 0 0,1 0 0 0 0,0 0 0 0 0,-1 0 0 0 0,1 0 0 0 0,-1-1 0 0 0,-18 9 1025 0 0,6 1-770 0 0,1 1 0 0 0,0 0 1 0 0,0 2-1 0 0,1-1 0 0 0,0 1 1 0 0,-16 25-1 0 0,-47 88-86 0 0,66-109-129 0 0,-5 6-79 0 0,1 1 1 0 0,2 0-1 0 0,0 1 0 0 0,2 0 1 0 0,-10 40-1 0 0,17-59-43 0 0,0 1 0 0 0,0 0 0 0 0,1-1 0 0 0,0 1 0 0 0,0 0 0 0 0,0-1 1 0 0,0 1-1 0 0,1 0 0 0 0,0-1 0 0 0,0 1 0 0 0,1 0 0 0 0,-1-1 0 0 0,1 0 0 0 0,0 1 0 0 0,1-1 0 0 0,-1 0 0 0 0,1 0 0 0 0,0 0 0 0 0,0-1 0 0 0,1 1 0 0 0,0-1 0 0 0,-1 0 0 0 0,1 1 0 0 0,1-2 0 0 0,-1 1 0 0 0,0 0 0 0 0,1-1 0 0 0,0 0 0 0 0,0 0 0 0 0,0 0 0 0 0,5 1 0 0 0,2 1-21 0 0,-1-1 0 0 0,0-1 1 0 0,1 0-1 0 0,19 2 0 0 0,-26-4 8 0 0,-1 0 1 0 0,1-1-1 0 0,0 0 1 0 0,0 0-1 0 0,0 0 1 0 0,0-1-1 0 0,0 1 0 0 0,0-1 1 0 0,0 0-1 0 0,-1-1 1 0 0,1 1-1 0 0,0-1 1 0 0,7-4-1 0 0,-10 5-27 0 0,0-1 0 0 0,0 1 0 0 0,0-1 1 0 0,-1 1-1 0 0,1-1 0 0 0,-1 0 0 0 0,1 1 0 0 0,-1-1 0 0 0,0 0 0 0 0,1 0 0 0 0,-1 0 0 0 0,0 0 1 0 0,0 0-1 0 0,-1 0 0 0 0,1 0 0 0 0,0-1 0 0 0,-1 1 0 0 0,1 0 0 0 0,0-5 0 0 0,-2 1-159 0 0,1-1 0 0 0,-1 1 0 0 0,0-1 0 0 0,0 1-1 0 0,-3-9 1 0 0,-4-25-328 0 0,8 36 529 0 0,1 1 0 0 0,0 0 0 0 0,0 0 0 0 0,0 0 0 0 0,0 0 1 0 0,0 0-1 0 0,1 0 0 0 0,-1 1 0 0 0,1-1 0 0 0,0 0 1 0 0,0 1-1 0 0,0-1 0 0 0,0 1 0 0 0,0 0 0 0 0,1 0 1 0 0,-1-1-1 0 0,1 2 0 0 0,3-4 0 0 0,5-2 142 0 0,0 0 0 0 0,24-11 0 0 0,-23 13 107 0 0,0 0 0 0 0,0 2 0 0 0,0-1 0 0 0,0 2 0 0 0,1 0 1 0 0,0 0-1 0 0,-1 1 0 0 0,1 0 0 0 0,0 1 0 0 0,-1 1 0 0 0,16 2 0 0 0,-23-2-223 0 0,-1 0-1 0 0,0 0 1 0 0,0 0 0 0 0,0 0 0 0 0,1 0-1 0 0,-1 1 1 0 0,-1 0 0 0 0,1 0-1 0 0,0 0 1 0 0,0 0 0 0 0,-1 1 0 0 0,1-1-1 0 0,-1 1 1 0 0,0 0 0 0 0,0 0-1 0 0,0 0 1 0 0,0 1 0 0 0,0-1 0 0 0,-1 0-1 0 0,1 1 1 0 0,-1 0 0 0 0,0 0-1 0 0,0 0 1 0 0,-1 0 0 0 0,1 0 0 0 0,-1 0-1 0 0,0 0 1 0 0,0 0 0 0 0,0 0-1 0 0,0 1 1 0 0,-1-1 0 0 0,0 0-1 0 0,0 1 1 0 0,0-1 0 0 0,0 0 0 0 0,-2 5-1 0 0,-3 24 111 0 0,-17 56 0 0 0,1-6-963 0 0,18-65-57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52.5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7834 0 0,'22'64'7243'0'0,"-16"-46"-6467"0"0,-1 1 0 0 0,0-1 0 0 0,-2 1 0 0 0,2 31 0 0 0,-5 77-209 0 0,-1-86-1202 0 0,1 1 0 0 0,6 49 1 0 0,-1-68-5680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52.9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1 120 9674 0 0,'1'-2'178'0'0,"0"1"0"0"0,0 0 0 0 0,0 1 0 0 0,0-1 0 0 0,1 0 0 0 0,-1 0 0 0 0,0 1 0 0 0,1-1 0 0 0,-1 0 0 0 0,0 1 0 0 0,1-1 0 0 0,-1 1 0 0 0,1 0 0 0 0,-1-1 0 0 0,1 1 0 0 0,-1 0 0 0 0,1 0 0 0 0,-1 0 0 0 0,1 0 1 0 0,-1 0-1 0 0,0 0 0 0 0,1 1 0 0 0,-1-1 0 0 0,1 0 0 0 0,-1 1 0 0 0,1-1 0 0 0,-1 1 0 0 0,0-1 0 0 0,1 1 0 0 0,-1 0 0 0 0,0 0 0 0 0,0 0 0 0 0,1-1 0 0 0,0 3 0 0 0,2 0 50 0 0,-1 0-1 0 0,0 0 1 0 0,0 0 0 0 0,0 0 0 0 0,0 1 0 0 0,-1 0-1 0 0,1-1 1 0 0,-1 1 0 0 0,0 0 0 0 0,2 5 0 0 0,8 26 175 0 0,-5-11-242 0 0,2-1 0 0 0,19 39 0 0 0,-23-53-159 0 0,0-1-1 0 0,1-1 1 0 0,0 1 0 0 0,0-1 0 0 0,0 0-1 0 0,1 0 1 0 0,0-1 0 0 0,1 0 0 0 0,0 0-1 0 0,14 8 1 0 0,-13-9 76 0 0,-1-1-1 0 0,1 0 0 0 0,1 0 1 0 0,-1-1-1 0 0,0 0 1 0 0,1-1-1 0 0,-1 0 1 0 0,1 0-1 0 0,13 0 1 0 0,-19-2 5 0 0,0 0 1 0 0,0-1-1 0 0,0 1 0 0 0,-1-1 1 0 0,1 0-1 0 0,0 1 1 0 0,0-2-1 0 0,-1 1 1 0 0,1 0-1 0 0,0-1 0 0 0,-1 0 1 0 0,1 1-1 0 0,-1-1 1 0 0,0-1-1 0 0,0 1 1 0 0,0 0-1 0 0,0-1 1 0 0,0 0-1 0 0,0 1 0 0 0,-1-1 1 0 0,1 0-1 0 0,-1 0 1 0 0,0-1-1 0 0,0 1 1 0 0,0 0-1 0 0,2-6 0 0 0,4-17 5 0 0,0-1 0 0 0,-2 1-1 0 0,-1-1 1 0 0,-1-1 0 0 0,-2 1-1 0 0,-1-43 1 0 0,-1 54-474 0 0,0 0 1 0 0,-5-23-1 0 0,4 34 101 0 0,0 0 0 0 0,0 0 1 0 0,-1 0-1 0 0,0 0 0 0 0,0 0 0 0 0,0 0 1 0 0,0 1-1 0 0,-1-1 0 0 0,0 1 0 0 0,0 0 0 0 0,-5-6 1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53.23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 0 9674 0 0,'-2'76'12092'0'0,"-1"4"-9685"0"0,3-41-2623 0 0,1 0 0 0 0,1 0 0 0 0,9 39 0 0 0,-10-73-22 0 0,0 0 0 0 0,1 0 1 0 0,-1 0-1 0 0,1 0 0 0 0,0-1 0 0 0,1 1 0 0 0,-1 0 1 0 0,1-1-1 0 0,4 7 0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53.49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 1 7834 0 0,'-9'2'17'0'0,"-3"2"1591"0"0,12-4-1499 0 0,0 1 0 0 0,0-1 1 0 0,0 1-1 0 0,0-1 0 0 0,1 1 0 0 0,-1-1 0 0 0,0 1 0 0 0,1-1 0 0 0,-1 1 0 0 0,0-1 0 0 0,1 0 0 0 0,-1 1 0 0 0,0-1 0 0 0,1 0 0 0 0,-1 1 0 0 0,1-1 1 0 0,-1 0-1 0 0,1 1 0 0 0,-1-1 0 0 0,1 0 0 0 0,-1 0 0 0 0,1 1 0 0 0,-1-1 0 0 0,1 0 0 0 0,-1 0 0 0 0,1 0 0 0 0,0 0 0 0 0,17 8 1798 0 0,0-2-1 0 0,1 0 1 0 0,37 7-1 0 0,27 7-188 0 0,-66-13-1653 0 0,-1 0 0 0 0,1 1 1 0 0,-1 0-1 0 0,-1 1 1 0 0,0 1-1 0 0,0 1 0 0 0,16 15 1 0 0,-24-20-80 0 0,0 1 0 0 0,0 1 1 0 0,0 0-1 0 0,-1 0 1 0 0,0 0-1 0 0,0 0 0 0 0,-1 1 1 0 0,0 0-1 0 0,-1 0 0 0 0,0 1 1 0 0,0-1-1 0 0,-1 1 1 0 0,-1 0-1 0 0,3 13 0 0 0,-5-21-147 0 0,0 1 0 0 0,0 0 0 0 0,0 0 1 0 0,0-1-1 0 0,-1 1 0 0 0,1 0 0 0 0,-1-1 0 0 0,1 1 0 0 0,-1 0 0 0 0,0-1 0 0 0,0 1 0 0 0,-1-1 0 0 0,1 1 0 0 0,0-1 0 0 0,-1 0 0 0 0,-2 4 0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53.98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2 348 6449 0 0,'0'0'36'0'0,"0"0"-1"0"0,0 0 0 0 0,0-1 0 0 0,0 1 0 0 0,0 0 0 0 0,-1 0 0 0 0,1 0 1 0 0,0-1-1 0 0,0 1 0 0 0,0 0 0 0 0,0 0 0 0 0,0 0 0 0 0,0-1 0 0 0,0 1 1 0 0,0 0-1 0 0,0 0 0 0 0,0-1 0 0 0,0 1 0 0 0,0 0 0 0 0,0 0 0 0 0,0 0 1 0 0,0-1-1 0 0,0 1 0 0 0,0 0 0 0 0,0 0 0 0 0,0 0 0 0 0,0-1 1 0 0,0 1-1 0 0,1 0 0 0 0,-1 0 0 0 0,0 0 0 0 0,0-1 0 0 0,0 1 0 0 0,0 0 1 0 0,0 0-1 0 0,0 0 0 0 0,1 0 0 0 0,-1-1 0 0 0,0 1 0 0 0,0 0 0 0 0,0 0 1 0 0,1 0-1 0 0,-1 0 0 0 0,0 0 0 0 0,0 0 0 0 0,1-1 0 0 0,17-15 1228 0 0,23-15 370 0 0,7 5-619 0 0,0 1 0 0 0,2 2-1 0 0,83-24 1 0 0,165-30-583 0 0,-107 43-423 0 0,247-13 0 0 0,-188 35 14 0 0,0 11-1 0 0,305 38 0 0 0,-287-2-773 0 0,30 3-380 0 0,-236-34 364 0 0,1-2 0 0 0,0-4 0 0 0,0-2 0 0 0,0-3 0 0 0,76-18 0 0 0,-98 14-2630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54.45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3256 0 2617 0 0,'26'5'117'0'0,"-26"-5"21"0"0,0 1 0 0 0,1-1 0 0 0,-1 1 0 0 0,0-1-1 0 0,1 0 1 0 0,-1 1 0 0 0,0-1 0 0 0,0 1 0 0 0,0-1 0 0 0,1 1 0 0 0,-1-1 0 0 0,0 1 0 0 0,0-1 0 0 0,0 0 0 0 0,0 1 0 0 0,0-1-1 0 0,0 1 1 0 0,0-1 0 0 0,0 1 0 0 0,0-1 0 0 0,0 1 0 0 0,0-1 0 0 0,0 1 0 0 0,0-1 0 0 0,0 1 0 0 0,0-1 0 0 0,-1 1 0 0 0,1-1-1 0 0,0 1 1 0 0,0-1 0 0 0,-1 1 0 0 0,1-1 0 0 0,-8 19 3683 0 0,8-18-3497 0 0,-7 15 2030 0 0,0 1 0 0 0,-5 24-1 0 0,-9 79-1108 0 0,11-57-931 0 0,1-5-181 0 0,2 1 0 0 0,1 75 0 0 0,7-96-31 0 0,2-1 0 0 0,1 0 0 0 0,2 0 0 0 0,19 63 0 0 0,-20-83-97 0 0,9 25 20 0 0,13 69 1 0 0,-25-96-23 0 0,0-1 0 0 0,-1 1 1 0 0,-1 0-1 0 0,0 0 0 0 0,-1 0 1 0 0,-1 0-1 0 0,0-1 0 0 0,-7 25 1 0 0,3-20-8 0 0,-1-1 0 0 0,-1 0 1 0 0,0 0-1 0 0,-1 0 1 0 0,-1-1-1 0 0,-1 0 1 0 0,0-1-1 0 0,-24 25 0 0 0,25-31 2 0 0,-2 1 0 0 0,1-2-1 0 0,-1 0 1 0 0,0 0-1 0 0,-1-1 1 0 0,0 0-1 0 0,0-1 1 0 0,0-1-1 0 0,-1 0 1 0 0,0-1-1 0 0,-1 0 1 0 0,-16 2-1 0 0,-38 7-13 0 0,-76 14-328 0 0,-163 12 0 0 0,-104-28 513 0 0,52-2-122 0 0,295-7-55 0 0,-614 43-625 0 0,614-39 654 0 0,-1-4 1 0 0,0-1 0 0 0,0-4-1 0 0,1-3 1 0 0,-130-26-1 0 0,-124-27-5431 0 0,306 57 4800 0 0,3 0 1 0 0,0 0 0 0 0,1 0 0 0 0,-1-1 1 0 0,1-1-1 0 0,-1 1 0 0 0,-11-7 0 0 0,9 1-3056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54.79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 1 4145 0 0,'-2'1'64'0'0,"1"0"0"0"0,0 0 0 0 0,0 0 0 0 0,0 0 0 0 0,0 0-1 0 0,0 1 1 0 0,0-1 0 0 0,1 0 0 0 0,-1 1 0 0 0,0-1 0 0 0,1 1 0 0 0,-1-1 0 0 0,1 1 0 0 0,-1-1 0 0 0,1 1 0 0 0,0-1 0 0 0,0 1 0 0 0,-1-1 0 0 0,1 1-1 0 0,0-1 1 0 0,0 1 0 0 0,1 1 0 0 0,6 44 3160 0 0,-3-23-1697 0 0,5 113 5393 0 0,-6 0-3842 0 0,6 112-1689 0 0,21-26-1443 0 0,-21-160-1047 0 0,-4-34-6238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5:59.9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629 325 920 0 0,'2'-3'358'0'0,"-1"1"-1"0"0,1 0 1 0 0,0-1 0 0 0,-1 1-1 0 0,0-1 1 0 0,0 1-1 0 0,1-1 1 0 0,-2 0 0 0 0,1 1-1 0 0,0-1 1 0 0,0 0-1 0 0,0-4 1 0 0,0-41 2563 0 0,0 19-1086 0 0,-1 25-1587 0 0,0 1 0 0 0,0 0 0 0 0,-1-1 0 0 0,1 1 0 0 0,-1 0 0 0 0,1-1 0 0 0,-1 1 0 0 0,0 0 0 0 0,0 0 0 0 0,-1-1 0 0 0,1 1 0 0 0,-1 0 0 0 0,1 0 0 0 0,-1 1 0 0 0,0-1 0 0 0,0 0 0 0 0,-5-4 0 0 0,-3-3 751 0 0,-1 1 1 0 0,0 0 0 0 0,-14-8-1 0 0,14 10-637 0 0,1-1 1 0 0,-1 0-1 0 0,-9-10 0 0 0,20 18-361 0 0,-7-8 1 0 0,0 0 1 0 0,0 0 0 0 0,-1 1-1 0 0,0 1 1 0 0,-16-11-1 0 0,21 15-2 0 0,0 1-1 0 0,0 0 0 0 0,0 0 0 0 0,0 0 1 0 0,-1 0-1 0 0,1 0 0 0 0,0 1 1 0 0,0 0-1 0 0,-1-1 0 0 0,1 1 1 0 0,0 0-1 0 0,0 1 0 0 0,-1-1 1 0 0,1 0-1 0 0,0 1 0 0 0,0 0 0 0 0,-1 0 1 0 0,1 0-1 0 0,0 0 0 0 0,0 0 1 0 0,0 1-1 0 0,-5 3 0 0 0,-4 3 52 0 0,0 1 0 0 0,0 1 0 0 0,1 0-1 0 0,0 0 1 0 0,1 1 0 0 0,0 0 0 0 0,1 1-1 0 0,-11 17 1 0 0,-4 11 167 0 0,-26 57 1 0 0,25-35-203 0 0,-28 101-1 0 0,-2 9 21 0 0,42-137-41 0 0,2-1 1 0 0,1 1-1 0 0,2 1 1 0 0,1 0-1 0 0,2 0 1 0 0,1 0-1 0 0,2 1 1 0 0,2-1 0 0 0,1 1-1 0 0,1-1 1 0 0,10 43-1 0 0,0-17 15 0 0,23 64-1 0 0,-26-100-3 0 0,0-1-1 0 0,2-1 1 0 0,1 0 0 0 0,1 0 0 0 0,19 26 0 0 0,-19-34-6 0 0,2-1 0 0 0,-1 0 0 0 0,2-1 0 0 0,0-1 0 0 0,1 0 0 0 0,0-2 0 0 0,0 0 0 0 0,2 0 0 0 0,-1-2 0 0 0,1 0 0 0 0,0-1 0 0 0,24 5 0 0 0,-30-10 11 0 0,0-1 0 0 0,1 0 0 0 0,-1-2 0 0 0,1 1 1 0 0,-1-2-1 0 0,0 0 0 0 0,1 0 0 0 0,-1-1 0 0 0,21-6 1 0 0,-15 2 6 0 0,1 0 1 0 0,-1-2 0 0 0,0 0-1 0 0,-1-1 1 0 0,28-18 0 0 0,-37 20 2 0 0,0-1 0 0 0,0 0 0 0 0,-1-1 0 0 0,0 1 0 0 0,-1-1 1 0 0,0-1-1 0 0,0 0 0 0 0,-1 0 0 0 0,5-10 0 0 0,40-103 259 0 0,-42 100-262 0 0,4-19 48 0 0,-2-1 0 0 0,-2 0 0 0 0,5-65 0 0 0,-2 12-31 0 0,-2 8 93 0 0,-3-1 0 0 0,-7-122 0 0 0,-2 187-6 0 0,-1 1 0 0 0,-1-1-1 0 0,-14-43 1 0 0,-31-67 468 0 0,38 108-563 0 0,7 15-27 0 0,0 1 0 0 0,-1 1 0 0 0,-1-1 0 0 0,1 1 0 0 0,-2 0 0 0 0,1 0 0 0 0,-1 0 0 0 0,-1 1 0 0 0,-9-8 0 0 0,-4-1 0 0 0,-1 1 0 0 0,-36-20 0 0 0,36 23-344 0 0,-33-25 0 0 0,43 29 96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6:00.6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1204 851 1840 0 0,'0'5'378'0'0,"1"-1"0"0"0,0 0-1 0 0,-1 0 1 0 0,2 0 0 0 0,-1 0-1 0 0,0 0 1 0 0,4 7 0 0 0,-3-7 490 0 0,0-1 1 0 0,-1 1-1 0 0,1 0 1 0 0,-1 0 0 0 0,0 0-1 0 0,0 0 1 0 0,0 6 0 0 0,-1-9-753 0 0,-1 0 1 0 0,1-1-1 0 0,-1 1 1 0 0,1-1-1 0 0,-1 1 1 0 0,0-1 0 0 0,1 1-1 0 0,-1-1 1 0 0,0 1-1 0 0,1-1 1 0 0,-1 1-1 0 0,0-1 1 0 0,1 0 0 0 0,-1 0-1 0 0,0 1 1 0 0,0-1-1 0 0,1 0 1 0 0,-1 0 0 0 0,0 0-1 0 0,0 0 1 0 0,1 0-1 0 0,-1 0 1 0 0,0 0-1 0 0,0 0 1 0 0,0 0 0 0 0,1 0-1 0 0,-1 0 1 0 0,0 0-1 0 0,0-1 1 0 0,1 1 0 0 0,-1 0-1 0 0,-1-1 1 0 0,-26-6 821 0 0,18 2-501 0 0,0 0 0 0 0,1 0 1 0 0,0-1-1 0 0,0 0 1 0 0,0 0-1 0 0,-12-13 1 0 0,-44-54 684 0 0,27 30-715 0 0,-31-30-174 0 0,-3 3 0 0 0,-3 4 0 0 0,-3 3 0 0 0,-3 3 0 0 0,-154-86 0 0 0,195 127-213 0 0,2-2 1 0 0,0-2 0 0 0,1-1 0 0 0,2-2-1 0 0,-41-38 1 0 0,51 38 68 0 0,17 16-333 0 0,1 2 0 0 0,-2-1 1 0 0,1 1-1 0 0,-1 0 0 0 0,0 1 1 0 0,-1 0-1 0 0,0 0 0 0 0,-15-7 0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6:02.2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213 57 4145 0 0,'0'-3'171'0'0,"0"1"0"0"0,-1 0-1 0 0,1-1 1 0 0,-1 1 0 0 0,0 0 0 0 0,0-1 0 0 0,0 1 0 0 0,0 0 0 0 0,0 0 0 0 0,-1 0-1 0 0,1 0 1 0 0,-1 0 0 0 0,1 0 0 0 0,-1 0 0 0 0,0 1 0 0 0,1-1 0 0 0,-1 0 0 0 0,0 1-1 0 0,-4-3 1 0 0,3 2 66 0 0,1 1 0 0 0,-1-1-1 0 0,0 1 1 0 0,1 0 0 0 0,-1-1 0 0 0,0 1-1 0 0,0 1 1 0 0,0-1 0 0 0,0 0-1 0 0,0 1 1 0 0,0-1 0 0 0,0 1 0 0 0,0 0-1 0 0,0 0 1 0 0,0 0 0 0 0,-3 1-1 0 0,0 1 35 0 0,0 1 0 0 0,1 0 0 0 0,-1 0-1 0 0,1 0 1 0 0,-1 0 0 0 0,1 1-1 0 0,0 0 1 0 0,0 0 0 0 0,1 1-1 0 0,0-1 1 0 0,-1 1 0 0 0,1 0 0 0 0,1 0-1 0 0,-1 1 1 0 0,-4 9 0 0 0,-1 1-6 0 0,1 1 0 0 0,1 0-1 0 0,1 0 1 0 0,-6 23 0 0 0,9-27-184 0 0,0 0-1 0 0,1 1 0 0 0,1-1 1 0 0,0 1-1 0 0,1 0 0 0 0,1-1 1 0 0,0 1-1 0 0,0 0 1 0 0,8 25-1 0 0,-7-31-46 0 0,1 0-1 0 0,0 0 1 0 0,1 0 0 0 0,-1 0 0 0 0,2 0-1 0 0,-1-1 1 0 0,1 0 0 0 0,0 0 0 0 0,1 0 0 0 0,-1-1-1 0 0,1 1 1 0 0,1-2 0 0 0,-1 1 0 0 0,1-1-1 0 0,0 1 1 0 0,15 6 0 0 0,-10-5-142 0 0,0-1 1 0 0,0-1-1 0 0,1 0 1 0 0,0 0-1 0 0,0-2 1 0 0,1 0-1 0 0,-1 0 1 0 0,1-1-1 0 0,-1-1 1 0 0,1 0-1 0 0,0-1 1 0 0,0 0-1 0 0,-1-1 1 0 0,1-1-1 0 0,17-4 1 0 0,-5-3-6007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6:02.7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23 8290 0 0,'-19'-22'1645'0'0,"20"31"2132"0"0,2 17-1758 0 0,46 121 2094 0 0,-14-50-3095 0 0,-16-35-815 0 0,19 55 21 0 0,-32-103-364 0 0,1 1 0 0 0,0-1 1 0 0,1-1-1 0 0,0 0 1 0 0,17 21-1 0 0,-25-34 83 0 0,0 0 0 0 0,0 1-1 0 0,0-1 1 0 0,1 0 0 0 0,-1 1 0 0 0,0-1-1 0 0,0 0 1 0 0,0 0 0 0 0,1 1 0 0 0,-1-1-1 0 0,0 0 1 0 0,1 0 0 0 0,-1 0 0 0 0,0 0-1 0 0,0 1 1 0 0,1-1 0 0 0,-1 0 0 0 0,0 0-1 0 0,1 0 1 0 0,-1 0 0 0 0,0 0 0 0 0,1 0-1 0 0,-1 0 1 0 0,0 0 0 0 0,1 0 0 0 0,-1 0-1 0 0,0 0 1 0 0,1 0 0 0 0,-1 0 0 0 0,0 0 0 0 0,1 0-1 0 0,-1 0 1 0 0,0 0 0 0 0,1 0 0 0 0,-1 0-1 0 0,0-1 1 0 0,1 1 0 0 0,-1 0 0 0 0,0 0-1 0 0,8-16-1216 0 0,1-32 177 0 0,-8 38 741 0 0,5-28-77 0 0,23-110-265 0 0,-26 135 759 0 0,1 1 0 0 0,1-1 0 0 0,0 1 0 0 0,0 0 0 0 0,2 0 0 0 0,-1 0 0 0 0,2 1 0 0 0,14-19 1 0 0,-21 29 27 0 0,0-1 0 0 0,0 1 0 0 0,0 0 1 0 0,0 0-1 0 0,0 0 0 0 0,0 0 0 0 0,0 0 1 0 0,1 0-1 0 0,-1 0 0 0 0,0 0 1 0 0,0 1-1 0 0,1-1 0 0 0,-1 0 0 0 0,1 1 1 0 0,-1-1-1 0 0,1 1 0 0 0,-1-1 0 0 0,1 1 1 0 0,-1 0-1 0 0,1 0 0 0 0,-1 0 1 0 0,1 0-1 0 0,-1 0 0 0 0,1 0 0 0 0,-1 0 1 0 0,1 0-1 0 0,-1 0 0 0 0,1 1 0 0 0,-1-1 1 0 0,1 1-1 0 0,-1-1 0 0 0,0 1 1 0 0,1-1-1 0 0,-1 1 0 0 0,0 0 0 0 0,1 0 1 0 0,-1 0-1 0 0,0-1 0 0 0,2 3 0 0 0,3 4 406 0 0,0 1-1 0 0,0-1 0 0 0,0 1 0 0 0,-1 0 0 0 0,6 13 0 0 0,1 1-588 0 0,-4-8-171 0 0,63 92 1089 0 0,-59-92-3148 0 0,0 0-1 0 0,22 19 0 0 0,-19-19-4072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6:03.1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180 77 920 0 0,'-1'-6'380'0'0,"-1"0"-1"0"0,0 1 0 0 0,-1-1 0 0 0,1 1 1 0 0,-1 0-1 0 0,0 0 0 0 0,0 0 1 0 0,0 0-1 0 0,-7-6 0 0 0,9 9-153 0 0,-1 0 0 0 0,1 1 1 0 0,-1 0-1 0 0,1-1 0 0 0,-1 1 0 0 0,0 0 0 0 0,1 0 0 0 0,-1 0 0 0 0,0 0 0 0 0,0 0 0 0 0,0 0 0 0 0,0 1 0 0 0,0-1 0 0 0,0 1 0 0 0,0-1 1 0 0,0 1-1 0 0,0 0 0 0 0,0 0 0 0 0,0 0 0 0 0,0 0 0 0 0,0 0 0 0 0,0 0 0 0 0,0 0 0 0 0,0 1 0 0 0,0-1 0 0 0,0 1 0 0 0,0-1 1 0 0,0 1-1 0 0,0 0 0 0 0,0 0 0 0 0,-2 1 0 0 0,1 1 36 0 0,-1 0 1 0 0,0 0 0 0 0,1 0-1 0 0,0 0 1 0 0,0 1-1 0 0,0 0 1 0 0,0-1 0 0 0,1 1-1 0 0,-1 0 1 0 0,1 0-1 0 0,0 0 1 0 0,-3 9 0 0 0,-15 58 1292 0 0,17-59-1280 0 0,2-8-255 0 0,-18 101 836 0 0,18-95-790 0 0,0-1 1 0 0,0 1 0 0 0,1-1-1 0 0,1 1 1 0 0,0 0 0 0 0,0-1 0 0 0,0 1-1 0 0,7 17 1 0 0,-7-24-102 0 0,0-1-1 0 0,0 1 1 0 0,1 0-1 0 0,-1 0 1 0 0,1-1-1 0 0,0 1 1 0 0,0-1 0 0 0,0 1-1 0 0,0-1 1 0 0,0 0-1 0 0,1 0 1 0 0,-1 0-1 0 0,1 0 1 0 0,-1 0 0 0 0,1 0-1 0 0,0-1 1 0 0,-1 1-1 0 0,7 1 1 0 0,-5-2-80 0 0,0 0 1 0 0,1 0-1 0 0,-1-1 1 0 0,1 0-1 0 0,-1 1 0 0 0,1-2 1 0 0,-1 1-1 0 0,1 0 1 0 0,-1-1-1 0 0,1 0 1 0 0,-1 0-1 0 0,5-2 1 0 0,-2 1-36 0 0,1-1 0 0 0,-1-1 0 0 0,1 1 0 0 0,-1-1 1 0 0,0 0-1 0 0,-1-1 0 0 0,1 0 0 0 0,-1 0 1 0 0,0 0-1 0 0,0-1 0 0 0,0 0 0 0 0,-1 0 1 0 0,0 0-1 0 0,5-9 0 0 0,-3-2 129 0 0,0 1-1 0 0,-2-2 1 0 0,0 1 0 0 0,-1-1-1 0 0,-1 1 1 0 0,0-1-1 0 0,-1-22 1 0 0,0 17 234 0 0,1 0-1 0 0,0 0 0 0 0,10-31 1 0 0,-12 59 1449 0 0,3 22 415 0 0,14 45 1 0 0,-14-64-2027 0 0,0-1 0 0 0,0 0 0 0 0,1 0 0 0 0,0 0 0 0 0,0 0 0 0 0,0-1 0 0 0,1 0 0 0 0,0 0 0 0 0,1-1 0 0 0,-1 0 0 0 0,1 0 0 0 0,14 8 0 0 0,-11-8-779 0 0,0 0-1 0 0,0-1 1 0 0,0 0-1 0 0,1-1 1 0 0,17 3 0 0 0,-10-4-5574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6:03.6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35 7370 0 0,'2'0'480'0'0,"-1"0"1"0"0,1 1 0 0 0,0-1-1 0 0,-1 1 1 0 0,1-1-1 0 0,-1 1 1 0 0,0-1 0 0 0,1 1-1 0 0,-1 0 1 0 0,1-1 0 0 0,-1 1-1 0 0,0 0 1 0 0,0 0 0 0 0,1 0-1 0 0,-1 0 1 0 0,0 0 0 0 0,1 2-1 0 0,19 31 2403 0 0,6 39-1487 0 0,-8 5-1018 0 0,-14-53-256 0 0,1 0-1 0 0,1 0 1 0 0,17 37 0 0 0,-16-143-2339 0 0,-5 50 1764 0 0,2 0 0 0 0,13-43 0 0 0,-15 62 502 0 0,1 0 0 0 0,1 0 0 0 0,0 1 0 0 0,0-1 0 0 0,1 1 0 0 0,1 0-1 0 0,0 1 1 0 0,15-18 0 0 0,-18 24 60 0 0,0 1-1 0 0,-1-1 0 0 0,1 1 1 0 0,0 1-1 0 0,1-1 0 0 0,-1 0 1 0 0,0 1-1 0 0,1 0 0 0 0,0 0 1 0 0,-1 0-1 0 0,1 1 0 0 0,8-2 1 0 0,-11 3-30 0 0,1-1 0 0 0,-1 1 0 0 0,0 0 0 0 0,1 0 0 0 0,-1 1 0 0 0,1-1 0 0 0,-1 0 0 0 0,0 1 1 0 0,1 0-1 0 0,-1-1 0 0 0,0 1 0 0 0,1 0 0 0 0,-1 0 0 0 0,0 0 0 0 0,0 1 0 0 0,0-1 0 0 0,0 0 1 0 0,0 1-1 0 0,0-1 0 0 0,0 1 0 0 0,-1 0 0 0 0,1-1 0 0 0,-1 1 0 0 0,1 0 0 0 0,-1 0 0 0 0,1 0 1 0 0,0 3-1 0 0,31 61 584 0 0,-19-35-590 0 0,34 52 0 0 0,-39-71-644 0 0,-1 1-1 0 0,-1 0 1 0 0,11 26-1 0 0,-14-29-920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6:04.1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0 109 2304 0 0,'2'-1'242'0'0,"2"-1"560"0"0,-1 0 1 0 0,1 0-1 0 0,-1 1 1 0 0,1 0-1 0 0,0-1 0 0 0,0 1 1 0 0,6-1-1 0 0,-8 3-492 0 0,0-1 0 0 0,0 0 0 0 0,0 1 0 0 0,0-1 0 0 0,0 1 0 0 0,0 0 0 0 0,0-1 0 0 0,0 1-1 0 0,0 0 1 0 0,0 0 0 0 0,0 1 0 0 0,0-1 0 0 0,0 0 0 0 0,-1 0 0 0 0,1 1 0 0 0,2 2 0 0 0,45 43 3915 0 0,-25-23-3137 0 0,21 28-1 0 0,-30-25-1024 0 0,-15-27-63 0 0,1 0 1 0 0,-1 1-1 0 0,0-1 0 0 0,1 1 1 0 0,-1-1-1 0 0,0 1 0 0 0,0-1 1 0 0,1 1-1 0 0,-1-1 1 0 0,0 1-1 0 0,0-1 0 0 0,0 1 1 0 0,0-1-1 0 0,0 1 1 0 0,1-1-1 0 0,-1 1 0 0 0,0-1 1 0 0,0 1-1 0 0,0 0 0 0 0,-1-1 1 0 0,1 1-1 0 0,0-1 1 0 0,0 1-1 0 0,0-1 0 0 0,0 1 1 0 0,0-1-1 0 0,-1 1 1 0 0,1-1-1 0 0,0 1 0 0 0,0-1 1 0 0,-1 1-1 0 0,1-1 0 0 0,0 0 1 0 0,-1 1-1 0 0,1-1 1 0 0,-1 1-1 0 0,1-1 0 0 0,0 0 1 0 0,-1 1-1 0 0,1-1 1 0 0,-1 0-1 0 0,1 1 0 0 0,-1-1 1 0 0,1 0-1 0 0,-1 0 1 0 0,1 0-1 0 0,-1 1 0 0 0,1-1 1 0 0,-1 0-1 0 0,0 0 0 0 0,0-1 0 0 0,1 1 0 0 0,-1 0 0 0 0,1-1 0 0 0,0 1 0 0 0,-1-1 0 0 0,1 0 0 0 0,-1 1 0 0 0,1-1 0 0 0,0 1-1 0 0,-1-1 1 0 0,1 0 0 0 0,0 1 0 0 0,0-1 0 0 0,0 1 0 0 0,-1-1 0 0 0,1 0 0 0 0,0 1 0 0 0,0-1 0 0 0,0 0-1 0 0,0 1 1 0 0,0-1 0 0 0,0 0 0 0 0,0 1 0 0 0,0-1 0 0 0,1-1 0 0 0,1-19-78 0 0,2 4 21 0 0,0 0 1 0 0,1 0-1 0 0,1 0 0 0 0,0 1 0 0 0,1 0 0 0 0,1 0 0 0 0,14-21 0 0 0,-18 30 137 0 0,1 0 0 0 0,0 0-1 0 0,0 1 1 0 0,1-1 0 0 0,0 1 0 0 0,0 0 0 0 0,0 1 0 0 0,1 0-1 0 0,0 0 1 0 0,0 0 0 0 0,0 1 0 0 0,1 0 0 0 0,-1 0 0 0 0,1 0-1 0 0,0 1 1 0 0,0 1 0 0 0,12-3 0 0 0,-18 5-76 0 0,0 0 0 0 0,0 0 0 0 0,0 1 0 0 0,0-1 0 0 0,0 0 0 0 0,0 1 0 0 0,0 0 0 0 0,-1-1 1 0 0,1 1-1 0 0,0 0 0 0 0,0 0 0 0 0,-1 0 0 0 0,1 0 0 0 0,-1 0 0 0 0,1 1 0 0 0,-1-1 0 0 0,1 0 0 0 0,-1 1 0 0 0,0-1 0 0 0,1 1 0 0 0,-1-1 0 0 0,2 4 0 0 0,22 44-43 0 0,-20-38 14 0 0,1 1-249 0 0,0-1-1 0 0,1 1 0 0 0,14 18 0 0 0,-9-16-813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6:04.5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5 390 5529 0 0,'30'-21'2394'0'0,"-15"10"-1645"0"0,0-1-1 0 0,-1-1 1 0 0,0 0-1 0 0,-1-1 1 0 0,-1 0 0 0 0,0-1-1 0 0,18-30 1 0 0,-20 27-457 0 0,-1 1 1 0 0,-1-1-1 0 0,0 0 0 0 0,-2-1 0 0 0,0 0 1 0 0,-1 0-1 0 0,4-30 0 0 0,-9 47-274 0 0,1 1 1 0 0,-1-1-1 0 0,0 0 0 0 0,1 0 1 0 0,-1 0-1 0 0,0 0 0 0 0,-1 0 1 0 0,1 0-1 0 0,0 0 0 0 0,0 0 1 0 0,-1 0-1 0 0,1 0 0 0 0,-1 0 1 0 0,0 1-1 0 0,1-1 0 0 0,-1 0 1 0 0,0 0-1 0 0,0 1 0 0 0,0-1 1 0 0,0 0-1 0 0,0 1 0 0 0,-1-1 1 0 0,1 1-1 0 0,0 0 0 0 0,-1-1 1 0 0,1 1-1 0 0,-3-1 0 0 0,1 0-15 0 0,0 1 0 0 0,0 1 0 0 0,-1-1 0 0 0,1 0 0 0 0,0 1 0 0 0,-1 0 0 0 0,1 0 0 0 0,0 0 0 0 0,-1 0 0 0 0,1 0 1 0 0,0 1-1 0 0,-1-1 0 0 0,1 1 0 0 0,0 0 0 0 0,-4 1 0 0 0,-5 2-19 0 0,0 1 1 0 0,0-1 0 0 0,0 2 0 0 0,1-1 0 0 0,0 2 0 0 0,0 0-1 0 0,1 0 1 0 0,-12 11 0 0 0,19-16 23 0 0,0 1-1 0 0,0 0 1 0 0,0 0 0 0 0,1 1 0 0 0,-1-1-1 0 0,1 1 1 0 0,0-1 0 0 0,0 1 0 0 0,0-1-1 0 0,1 1 1 0 0,-1 0 0 0 0,1 0 0 0 0,0 0-1 0 0,0 0 1 0 0,0 0 0 0 0,1 0 0 0 0,-1 0-1 0 0,1 0 1 0 0,0 1 0 0 0,0-1 0 0 0,1 0-1 0 0,-1 0 1 0 0,1 0 0 0 0,0 0 0 0 0,0 0-1 0 0,0 0 1 0 0,0 0 0 0 0,4 7 0 0 0,1 0 131 0 0,1 0 1 0 0,-1 0 0 0 0,2 0 0 0 0,-1-1 0 0 0,2 0 0 0 0,-1-1-1 0 0,1 1 1 0 0,1-2 0 0 0,-1 1 0 0 0,1-1 0 0 0,1-1-1 0 0,0 0 1 0 0,0-1 0 0 0,17 8 0 0 0,-19-10-249 0 0,1 0 0 0 0,-1-1 1 0 0,1 0-1 0 0,0-1 0 0 0,-1 0 1 0 0,1-1-1 0 0,0 0 0 0 0,0 0 1 0 0,0-1-1 0 0,0-1 0 0 0,0 1 0 0 0,0-2 1 0 0,0 1-1 0 0,0-1 0 0 0,0-1 1 0 0,-1 0-1 0 0,1 0 0 0 0,16-9 1 0 0,24-21-3380 0 0,-24 14-1594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6:04.7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 11522 0 0,'-7'3'3326'0'0,"7"-3"-3222"0"0,-1 0 0 0 0,1 1-1 0 0,0-1 1 0 0,0 0 0 0 0,0 0 0 0 0,0 1 0 0 0,0-1 0 0 0,-5 20 2430 0 0,3 20 145 0 0,4-18-2164 0 0,0 1-1 0 0,2-1 0 0 0,1 0 0 0 0,12 37 1 0 0,1 6-222 0 0,-4-8-274 0 0,41 158 588 0 0,-38-160-1607 0 0,44 96-1 0 0,-46-119-7018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43.7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81 70 5065 0 0,'-6'-12'111'0'0,"-15"-25"5471"0"0,20 36-5251 0 0,0-1 0 0 0,0 1 0 0 0,0 0 0 0 0,0-1 0 0 0,0 1-1 0 0,-1 0 1 0 0,1-1 0 0 0,0 1 0 0 0,-1 0 0 0 0,1 0 0 0 0,-1 0 0 0 0,1 0 0 0 0,-1 1 0 0 0,1-1-1 0 0,-1 0 1 0 0,0 0 0 0 0,1 1 0 0 0,-3-1 0 0 0,3 1-236 0 0,0 0-1 0 0,0 1 1 0 0,1-1-1 0 0,-1 0 1 0 0,0 1-1 0 0,0-1 1 0 0,1 1-1 0 0,-1-1 1 0 0,0 1-1 0 0,1-1 1 0 0,-1 1-1 0 0,1-1 1 0 0,-1 1-1 0 0,1-1 1 0 0,-1 1-1 0 0,1 0 1 0 0,-1-1 0 0 0,1 1-1 0 0,-1 0 1 0 0,1 0-1 0 0,0-1 1 0 0,-1 1-1 0 0,1 0 1 0 0,0 0-1 0 0,0-1 1 0 0,-1 3-1 0 0,-4 25 437 0 0,5-23-376 0 0,-4 60 138 0 0,2-1 0 0 0,4 1 1 0 0,12 83-1 0 0,-7-81-240 0 0,-4-36-544 0 0,10 83 1269 0 0,4-41-7000 0 0,-7-45-470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43.9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0 17972 0 0,'-8'5'2007'0'0,"16"-10"-1188"0"0,-5 8-2069 0 0,2 0 928 0 0,-1 1 1 0 0,0 1-1 0 0,0-1 0 0 0,-1 0 0 0 0,1 1 1 0 0,-1 0-1 0 0,0 0 0 0 0,0 0 1 0 0,0 0-1 0 0,-1 0 0 0 0,2 7 0 0 0,5 12 286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44.8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87 6913 0 0,'0'0'126'0'0,"-1"-1"-1"0"0,0 1 0 0 0,0-1 0 0 0,1 1 0 0 0,-1-1 0 0 0,0 1 0 0 0,1-1 0 0 0,-1 0 0 0 0,0 1 1 0 0,1-1-1 0 0,-1 0 0 0 0,1 1 0 0 0,-1-1 0 0 0,1 0 0 0 0,0 0 0 0 0,-1 0 0 0 0,1 0 0 0 0,0 1 1 0 0,-1-1-1 0 0,1 0 0 0 0,0 0 0 0 0,0 0 0 0 0,0 0 0 0 0,0 0 0 0 0,0 0 0 0 0,0 1 0 0 0,0-1 1 0 0,0-1-1 0 0,1-25 857 0 0,-1 25-828 0 0,0 0 0 0 0,0 1 0 0 0,1-1-1 0 0,-1 0 1 0 0,1 1 0 0 0,-1-1 0 0 0,1 0 0 0 0,-1 1 0 0 0,1-1 0 0 0,0 1 0 0 0,0-1 0 0 0,0 1 0 0 0,0 0 0 0 0,0-1 0 0 0,0 1 0 0 0,0 0-1 0 0,0 0 1 0 0,1 0 0 0 0,-1 0 0 0 0,0 0 0 0 0,1 0 0 0 0,-1 0 0 0 0,1 0 0 0 0,-1 0 0 0 0,1 1 0 0 0,-1-1 0 0 0,1 0 0 0 0,-1 1 0 0 0,1-1-1 0 0,0 1 1 0 0,-1 0 0 0 0,1 0 0 0 0,0 0 0 0 0,-1 0 0 0 0,1 0 0 0 0,0 0 0 0 0,0 0 0 0 0,-1 0 0 0 0,1 0 0 0 0,-1 1 0 0 0,1-1 0 0 0,0 1-1 0 0,-1 0 1 0 0,1-1 0 0 0,-1 1 0 0 0,3 1 0 0 0,3 2 191 0 0,0 0 0 0 0,0 0 1 0 0,-1 0-1 0 0,0 1 0 0 0,1 0 0 0 0,-2 0 0 0 0,1 1 0 0 0,8 10 1 0 0,-1 3-217 0 0,-2 1 1 0 0,-1 0 0 0 0,0 0 0 0 0,-2 1 0 0 0,9 30-1 0 0,-3 0-88 0 0,7 60 0 0 0,-3-3-124 0 0,-3-155-746 0 0,-5-3 301 0 0,21-64 1 0 0,-24 96 504 0 0,0 0-1 0 0,1 0 1 0 0,0 1 0 0 0,2 0 0 0 0,0 1 0 0 0,22-28 0 0 0,-31 43 55 0 0,0-1-1 0 0,1 0 0 0 0,-1 1 0 0 0,1-1 0 0 0,-1 1 0 0 0,1-1 0 0 0,-1 1 0 0 0,1 0 1 0 0,0 0-1 0 0,0 0 0 0 0,0 0 0 0 0,0 0 0 0 0,-1 0 0 0 0,1 0 0 0 0,0 0 0 0 0,0 1 1 0 0,1-1-1 0 0,-1 1 0 0 0,0 0 0 0 0,0 0 0 0 0,0-1 0 0 0,0 1 0 0 0,4 1 0 0 0,-3 0 15 0 0,0 0-1 0 0,-1 0 0 0 0,1 1 1 0 0,0-1-1 0 0,0 1 0 0 0,-1 0 0 0 0,1 0 1 0 0,-1 0-1 0 0,0 0 0 0 0,1 0 1 0 0,-1 0-1 0 0,0 1 0 0 0,0-1 1 0 0,1 4-1 0 0,7 10 43 0 0,-1 0 0 0 0,-1 1 0 0 0,0 1 0 0 0,5 18 0 0 0,-4-5-187 0 0,9 60 0 0 0,-15-67-753 0 0,2-1 0 0 0,0 1-1 0 0,1-1 1 0 0,18 42 0 0 0,-14-48-5726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45.2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 68 2761 0 0,'24'-67'8585'0'0,"-43"104"-1796"0"0,-5 13-5605 0 0,11-19-511 0 0,8-21-454 0 0,0 0-1 0 0,1 0 1 0 0,1 0-1 0 0,0 1 1 0 0,0 0 0 0 0,1-1-1 0 0,-1 13 1 0 0,3-22-202 0 0,0 0 0 0 0,1 1 0 0 0,-1-1 0 0 0,0 0 0 0 0,1 0 1 0 0,-1 0-1 0 0,1 0 0 0 0,-1 0 0 0 0,1 0 0 0 0,0 0 0 0 0,-1 0 0 0 0,1 0 1 0 0,0 0-1 0 0,0 0 0 0 0,-1 0 0 0 0,1 0 0 0 0,0 0 0 0 0,0-1 0 0 0,0 1 1 0 0,0 0-1 0 0,0-1 0 0 0,0 1 0 0 0,0 0 0 0 0,1-1 0 0 0,-1 0 0 0 0,1 1 1 0 0,40 10-40 0 0,-18-6-27 0 0,-13-1 56 0 0,0 1 1 0 0,0 0 0 0 0,-1 0 0 0 0,1 1-1 0 0,-1 1 1 0 0,-1-1 0 0 0,1 2 0 0 0,-1-1-1 0 0,0 1 1 0 0,11 14 0 0 0,-16-17-51 0 0,-1-1-1 0 0,0 1 1 0 0,0 0 0 0 0,0 0 0 0 0,-1 0 0 0 0,1 1-1 0 0,-1-1 1 0 0,-1 0 0 0 0,1 1 0 0 0,-1 0-1 0 0,1-1 1 0 0,-2 1 0 0 0,1 0 0 0 0,-1-1 0 0 0,0 1-1 0 0,0 0 1 0 0,0 0 0 0 0,-1-1 0 0 0,0 1-1 0 0,0 0 1 0 0,0-1 0 0 0,-1 1 0 0 0,-3 6 0 0 0,1-1-694 0 0,-1 0 1 0 0,-1-1-1 0 0,0 1 1 0 0,0-1 0 0 0,-1-1-1 0 0,-9 12 1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45.6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 6913 0 0,'0'0'29'0'0,"0"0"-1"0"0,0-1 0 0 0,0 1 0 0 0,0 0 0 0 0,0 0 0 0 0,0 0 0 0 0,1 0 0 0 0,-1 0 0 0 0,0 0 0 0 0,0 0 0 0 0,0 0 1 0 0,0-1-1 0 0,1 1 0 0 0,-1 0 0 0 0,0 0 0 0 0,0 0 0 0 0,0 0 0 0 0,0 0 0 0 0,1 0 0 0 0,-1 0 0 0 0,0 0 0 0 0,0 0 1 0 0,0 0-1 0 0,1 0 0 0 0,-1 0 0 0 0,0 0 0 0 0,0 0 0 0 0,0 0 0 0 0,0 0 0 0 0,1 1 0 0 0,-1-1 0 0 0,0 0 0 0 0,0 0 1 0 0,0 0-1 0 0,0 0 0 0 0,1 0 0 0 0,-1 0 0 0 0,0 0 0 0 0,0 0 0 0 0,0 1 0 0 0,0-1 0 0 0,1 0 0 0 0,4 11 1249 0 0,-1 12 1401 0 0,-2 5-741 0 0,1 0 1 0 0,1 0 0 0 0,13 44-1 0 0,-14-63-1768 0 0,-1-1-1 0 0,1 0 1 0 0,1 0 0 0 0,-1 0-1 0 0,2 0 1 0 0,-1-1 0 0 0,1 0-1 0 0,0 0 1 0 0,0 0-1 0 0,1 0 1 0 0,-1-1 0 0 0,2 0-1 0 0,-1 0 1 0 0,1 0 0 0 0,0-1-1 0 0,9 6 1 0 0,-14-11-180 0 0,-1 0-1 0 0,1 1 1 0 0,-1-1 0 0 0,0 0 0 0 0,1 0-1 0 0,-1 0 1 0 0,1 0 0 0 0,-1 0-1 0 0,1 0 1 0 0,-1-1 0 0 0,0 1 0 0 0,1 0-1 0 0,-1-1 1 0 0,0 1 0 0 0,1-1 0 0 0,-1 1-1 0 0,0-1 1 0 0,0 0 0 0 0,1 0-1 0 0,-1 1 1 0 0,0-1 0 0 0,0 0 0 0 0,0 0-1 0 0,0 0 1 0 0,0 0 0 0 0,0 0 0 0 0,0-1-1 0 0,-1 1 1 0 0,1 0 0 0 0,0 0 0 0 0,0 0-1 0 0,0-3 1 0 0,21-43-675 0 0,-13 17-30 0 0,7-42 0 0 0,-10 44 469 0 0,15-50-1 0 0,-21 78 276 0 0,0-1 0 0 0,0 1-1 0 0,0 0 1 0 0,0-1 0 0 0,0 1-1 0 0,0 0 1 0 0,0-1 0 0 0,1 1-1 0 0,-1 0 1 0 0,0-1 0 0 0,0 1 0 0 0,0 0-1 0 0,0-1 1 0 0,1 1 0 0 0,-1 0-1 0 0,0-1 1 0 0,0 1 0 0 0,1 0-1 0 0,-1 0 1 0 0,0-1 0 0 0,1 1-1 0 0,-1 0 1 0 0,0 0 0 0 0,0-1-1 0 0,1 1 1 0 0,-1 0 0 0 0,0 0 0 0 0,1 0-1 0 0,-1 0 1 0 0,1 0 0 0 0,-1 0-1 0 0,0-1 1 0 0,1 1 0 0 0,-1 0-1 0 0,0 0 1 0 0,1 0 0 0 0,-1 0-1 0 0,1 0 1 0 0,-1 0 0 0 0,0 1 0 0 0,1-1-1 0 0,0 0 1 0 0,12 16 764 0 0,5 26-179 0 0,-18-42-612 0 0,25 77 307 0 0,-19-51-835 0 0,3 0 0 0 0,0-1 0 0 0,1 0 1 0 0,19 34-1 0 0,-14-38-6713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45.8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 17972 0 0,'-2'3'231'0'0,"-1"1"0"0"0,1 0 1 0 0,1 0-1 0 0,-1 0 0 0 0,0 0 1 0 0,1 0-1 0 0,0 1 0 0 0,0-1 0 0 0,0 0 1 0 0,1 1-1 0 0,-1 5 0 0 0,2 55 281 0 0,0-38-21 0 0,0 40-205 0 0,4 0 0 0 0,2-1 0 0 0,3 0 0 0 0,32 114 0 0 0,-33-153-1981 0 0,3-1-6019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46.2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180 21 6913 0 0,'-3'-2'211'0'0,"-1"-1"0"0"0,1 1 0 0 0,0 0 0 0 0,-1 0 0 0 0,1 1 0 0 0,-1-1 0 0 0,1 1 0 0 0,-1-1 0 0 0,0 1-1 0 0,1 0 1 0 0,-1 1 0 0 0,0-1 0 0 0,0 1 0 0 0,0-1 0 0 0,0 1 0 0 0,0 0 0 0 0,0 1 0 0 0,1-1-1 0 0,-1 1 1 0 0,0-1 0 0 0,0 1 0 0 0,0 0 0 0 0,1 1 0 0 0,-1-1 0 0 0,0 1 0 0 0,1-1 0 0 0,0 1 0 0 0,-7 5-1 0 0,4-2 68 0 0,1 0 0 0 0,-1 1-1 0 0,1 0 1 0 0,1 0-1 0 0,-1 0 1 0 0,1 0-1 0 0,0 1 1 0 0,0 0-1 0 0,1 0 1 0 0,0 0-1 0 0,0 0 1 0 0,1 0-1 0 0,-3 12 1 0 0,2-7 137 0 0,1 1 0 0 0,1-1 0 0 0,-1 1 1 0 0,2 0-1 0 0,0-1 0 0 0,0 1 0 0 0,4 19 0 0 0,-4-30-426 0 0,1 0-1 0 0,-1 1 1 0 0,1-1-1 0 0,-1 1 0 0 0,1-1 1 0 0,0 0-1 0 0,0 0 0 0 0,0 1 1 0 0,0-1-1 0 0,1 0 1 0 0,-1 0-1 0 0,0 0 0 0 0,1 0 1 0 0,0-1-1 0 0,-1 1 1 0 0,5 3-1 0 0,-5-4-10 0 0,1-1 0 0 0,-1 1 1 0 0,1-1-1 0 0,-1 1 0 0 0,1-1 0 0 0,0 1 0 0 0,-1-1 1 0 0,1 0-1 0 0,-1 0 0 0 0,1 0 0 0 0,0 0 1 0 0,-1 0-1 0 0,1 0 0 0 0,0 0 0 0 0,-1 0 0 0 0,1-1 1 0 0,-1 1-1 0 0,1-1 0 0 0,1 0 0 0 0,2-1-19 0 0,-1 0 1 0 0,0-1-1 0 0,0 1 0 0 0,0-1 1 0 0,0 0-1 0 0,-1 0 0 0 0,1 0 1 0 0,-1-1-1 0 0,1 1 0 0 0,-1-1 1 0 0,-1 0-1 0 0,1 0 0 0 0,0 0 0 0 0,-1 0 1 0 0,4-7-1 0 0,-2-2-151 0 0,-3 8 276 0 0,1 1 0 0 0,-1-1 1 0 0,1 1-1 0 0,0-1 0 0 0,1 1 0 0 0,4-7 1 0 0,-7 10-46 0 0,1 0 1 0 0,-1 1 0 0 0,1 0-1 0 0,-1-1 1 0 0,1 1 0 0 0,0-1 0 0 0,-1 1-1 0 0,1-1 1 0 0,-1 1 0 0 0,1 0-1 0 0,0 0 1 0 0,-1-1 0 0 0,1 1-1 0 0,0 0 1 0 0,0 0 0 0 0,-1 0 0 0 0,1 0-1 0 0,0 0 1 0 0,-1 0 0 0 0,2 0-1 0 0,0 0 39 0 0,-1 0 0 0 0,1 1 0 0 0,-1 0 0 0 0,1-1 0 0 0,-1 1 0 0 0,0 0 0 0 0,1-1 0 0 0,-1 1 0 0 0,0 0 0 0 0,1 0 0 0 0,-1 0 0 0 0,0 0 0 0 0,1 2 0 0 0,13 14 473 0 0,24 36 0 0 0,-27-34-585 0 0,2 0 0 0 0,0-2 0 0 0,23 24 0 0 0,-33-37-134 0 0,0-1 1 0 0,0 0-1 0 0,0 1 1 0 0,0-2-1 0 0,1 1 0 0 0,-1 0 1 0 0,1-1-1 0 0,-1 0 1 0 0,1 0-1 0 0,0 0 1 0 0,0-1-1 0 0,0 0 0 0 0,0 0 1 0 0,0 0-1 0 0,0 0 1 0 0,1-1-1 0 0,-1 0 1 0 0,0 0-1 0 0,10-1 0 0 0,-12 0 161 0 0,1 0-1 0 0,-1-1 0 0 0,0 1 0 0 0,1-1 1 0 0,-1 1-1 0 0,0-1 0 0 0,0 0 0 0 0,0 0 1 0 0,0 0-1 0 0,4-6 0 0 0,11-12 8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46.4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8290 0 0,'0'4'6450'0'0,"0"8"-4428"0"0,0 9 251 0 0,7 36 0 0 0,20 61-1033 0 0,-10-46-818 0 0,-16-67-422 0 0,55 214 628 0 0,-46-190-818 0 0,2 0 0 0 0,0-1 1 0 0,2-1-1 0 0,1 0 0 0 0,25 34 0 0 0,-30-47-1758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46.6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0 156 14283 0 0,'77'-73'4325'0'0,"-60"58"-4643"0"0,0 1-1 0 0,34-20 1 0 0,-44 31-97 0 0,-1 0 1 0 0,0 0-1 0 0,1 1 0 0 0,0 0 1 0 0,0 0-1 0 0,-1 0 0 0 0,1 1 0 0 0,0 0 1 0 0,0 1-1 0 0,9-1 0 0 0,1 3-1072 0 0,0-1 1 0 0,-1 2-1 0 0,20 5 0 0 0,-3 1 672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46.9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1 2761 0 0,'-6'13'2065'0'0,"1"0"0"0"0,0 0 0 0 0,1 1 0 0 0,0-1 0 0 0,1 1 0 0 0,-2 20 0 0 0,4-18-1310 0 0,1 1 0 0 0,0-1 1 0 0,1 1-1 0 0,1 0 0 0 0,5 22 1 0 0,-5-27-709 0 0,1 0 1 0 0,1-1 0 0 0,0 1-1 0 0,0-1 1 0 0,2 0 0 0 0,-1-1-1 0 0,1 1 1 0 0,0-1-1 0 0,1 0 1 0 0,0-1 0 0 0,1 1-1 0 0,0-1 1 0 0,1-1 0 0 0,0 0-1 0 0,0 0 1 0 0,0-1 0 0 0,1 0-1 0 0,12 7 1 0 0,-21-13-47 0 0,1 0 0 0 0,-1 0 0 0 0,1 0 0 0 0,-1-1 0 0 0,1 1 0 0 0,0 0 0 0 0,0-1 1 0 0,-1 1-1 0 0,1-1 0 0 0,0 1 0 0 0,0-1 0 0 0,-1 0 0 0 0,1 0 0 0 0,0 0 0 0 0,0 0 0 0 0,0 0 0 0 0,0 0 0 0 0,-1 0 0 0 0,1 0 1 0 0,0-1-1 0 0,0 1 0 0 0,0-1 0 0 0,-1 0 0 0 0,1 1 0 0 0,0-1 0 0 0,-1 0 0 0 0,1 0 0 0 0,-1 0 0 0 0,1 0 0 0 0,-1 0 0 0 0,2-2 1 0 0,-2 1 1 0 0,1-1 1 0 0,-1 1-1 0 0,0-1 1 0 0,0 1-1 0 0,0-1 1 0 0,-1 0-1 0 0,1 1 1 0 0,-1-1 0 0 0,1 0-1 0 0,-1 0 1 0 0,0 1-1 0 0,0-1 1 0 0,0 0-1 0 0,0 0 1 0 0,-1 0-1 0 0,1 1 1 0 0,-1-1 0 0 0,0 0-1 0 0,0 1 1 0 0,-1-4-1 0 0,-4-8 75 0 0,0 0 0 0 0,-1 1 0 0 0,-1 0 1 0 0,0 0-1 0 0,0 0 0 0 0,-12-11 0 0 0,-31-33-921 0 0,16 23-2853 0 0,20 19 817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47.2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0 256 8290 0 0,'52'38'6120'0'0,"-37"-23"-5430"0"0,0 2 0 0 0,-1 0 1 0 0,-1 0-1 0 0,-1 2 0 0 0,0-1 1 0 0,-1 1-1 0 0,10 26 0 0 0,-29-57 1737 0 0,-7-18-2287 0 0,9 4-94 0 0,0 0-1 0 0,1-1 1 0 0,2 0-1 0 0,1 0 1 0 0,2-44-1 0 0,1 56-367 0 0,0-1 0 0 0,1 1 0 0 0,1-1 0 0 0,1 1 0 0 0,0 0 0 0 0,1 0 0 0 0,0 1 0 0 0,1-1 0 0 0,1 1 0 0 0,0 0 0 0 0,12-15 0 0 0,-2 7-6551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47.7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104 3 13363 0 0,'-1'-1'70'0'0,"1"1"0"0"0,-1 0 0 0 0,0-1 0 0 0,1 1-1 0 0,-1 0 1 0 0,0 0 0 0 0,1 0 0 0 0,-1 0 0 0 0,0 0 0 0 0,1-1 0 0 0,-1 1 0 0 0,0 0 0 0 0,1 0 0 0 0,-1 1 0 0 0,0-1 0 0 0,1 0-1 0 0,-1 0 1 0 0,0 0 0 0 0,1 0 0 0 0,-1 1 0 0 0,0-1 0 0 0,1 0 0 0 0,-1 0 0 0 0,0 1 0 0 0,1-1 0 0 0,-1 1 0 0 0,1-1 0 0 0,-1 0 0 0 0,1 1-1 0 0,-1-1 1 0 0,1 1 0 0 0,-1-1 0 0 0,1 1 0 0 0,-1 0 0 0 0,1-1 0 0 0,0 1 0 0 0,-1-1 0 0 0,1 1 0 0 0,0 0 0 0 0,0-1 0 0 0,-1 1-1 0 0,1 0 1 0 0,-4 6 165 0 0,-9 15 231 0 0,1 1 1 0 0,1 1-1 0 0,-10 28 1 0 0,17-41-249 0 0,0 1-1 0 0,1 0 1 0 0,0 0-1 0 0,1 1 1 0 0,1-1 0 0 0,0 0-1 0 0,0 1 1 0 0,3 22-1 0 0,-1-28-176 0 0,1 1 0 0 0,0 0 0 0 0,1-1 0 0 0,0 1 0 0 0,0-1-1 0 0,0 0 1 0 0,1 0 0 0 0,0 0 0 0 0,1 0 0 0 0,-1-1 0 0 0,1 0-1 0 0,0 0 1 0 0,1 0 0 0 0,9 8 0 0 0,6 2-151 0 0,1-2 1 0 0,0 0 0 0 0,27 12-1 0 0,-26-14 83 0 0,0 0 1 0 0,36 27-1 0 0,-56-36 67 0 0,0-1 0 0 0,0 1 0 0 0,-1-1 0 0 0,1 1 0 0 0,-1 0 0 0 0,0 0 0 0 0,1 0 0 0 0,-1 0 0 0 0,-1 0 0 0 0,1 0 0 0 0,0 1 0 0 0,-1-1 0 0 0,0 1 0 0 0,1-1 0 0 0,-1 1 0 0 0,-1 0 0 0 0,1-1 0 0 0,0 1 0 0 0,-1 7 0 0 0,0-6 45 0 0,-1 0 1 0 0,0 1 0 0 0,-1-1 0 0 0,1 0 0 0 0,-1 0 0 0 0,0 0-1 0 0,0 0 1 0 0,0 0 0 0 0,-1 0 0 0 0,0-1 0 0 0,0 1 0 0 0,-6 6-1 0 0,3-4-41 0 0,0 0 0 0 0,0-1 0 0 0,-1 0 0 0 0,0 0 0 0 0,0 0-1 0 0,-1-1 1 0 0,1 0 0 0 0,-1-1 0 0 0,0 1 0 0 0,-1-1 0 0 0,1-1-1 0 0,-1 0 1 0 0,1 0 0 0 0,-1-1 0 0 0,0 0 0 0 0,-11 1 0 0 0,-6-5-1669 0 0,0-3-6099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48.4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113 19 14283 0 0,'1'-1'78'0'0,"-1"0"0"0"0,0 1 0 0 0,-1-1 0 0 0,1 0 0 0 0,0 0 0 0 0,0 1 0 0 0,0-1 0 0 0,0 0 0 0 0,-1 0 0 0 0,1 1 0 0 0,0-1 0 0 0,-1 0 0 0 0,1 1 0 0 0,0-1 0 0 0,-1 0 0 0 0,1 1 0 0 0,-1-1 0 0 0,1 1 0 0 0,-1-1 0 0 0,1 1 0 0 0,-1-1 0 0 0,0 1 0 0 0,1-1 0 0 0,-1 1 0 0 0,0-1 0 0 0,1 1 0 0 0,-1 0 0 0 0,0-1 0 0 0,1 1 0 0 0,-1 0 0 0 0,0 0 0 0 0,0 0 0 0 0,1-1 0 0 0,-1 1 0 0 0,0 0 0 0 0,0 0 0 0 0,1 0 0 0 0,-1 0 0 0 0,0 0 0 0 0,0 0 0 0 0,1 1 0 0 0,-1-1 0 0 0,0 0 0 0 0,0 0 0 0 0,1 0 0 0 0,-1 1 0 0 0,0-1 0 0 0,1 0 0 0 0,-1 1 0 0 0,0-1 0 0 0,1 1 0 0 0,-1-1 0 0 0,0 0 0 0 0,1 1 0 0 0,-1 0 0 0 0,1-1 0 0 0,-1 1 0 0 0,1-1 0 0 0,-1 1 0 0 0,1 0 0 0 0,0-1 0 0 0,-1 1 0 0 0,1 0 1 0 0,0-1-1 0 0,-1 1 0 0 0,1 1 0 0 0,-11 23 22 0 0,1 0 0 0 0,1 0 1 0 0,2 1-1 0 0,-7 39 1 0 0,-6 109 283 0 0,13 36-334 0 0,24 274 0 0 0,58 209 106 0 0,-30-326-124 0 0,43 741 1918 0 0,-82-973-1506 0 0,7 0 0 0 0,33 148 0 0 0,-32-227-208 0 0,-6-28-97 0 0,-1 0 0 0 0,-1-1 1 0 0,-2 2-1 0 0,-1-1 0 0 0,0 46 0 0 0,-3-72-64 0 0,-2 4-1393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0.6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358 36 2761 0 0,'1'-2'203'0'0,"-1"0"0"0"0,0 0 0 0 0,1 0 1 0 0,-1 1-1 0 0,0-1 0 0 0,0 0 1 0 0,0 0-1 0 0,-1 0 0 0 0,1 0 0 0 0,0 0 1 0 0,-2-3-1 0 0,2 5-49 0 0,0-1 1 0 0,0 0-1 0 0,-1 1 1 0 0,1-1-1 0 0,-1 1 1 0 0,1-1-1 0 0,0 1 0 0 0,-1-1 1 0 0,1 1-1 0 0,-1-1 1 0 0,1 1-1 0 0,-1-1 1 0 0,0 1-1 0 0,1 0 0 0 0,-1-1 1 0 0,1 1-1 0 0,-1 0 1 0 0,0 0-1 0 0,1-1 1 0 0,-1 1-1 0 0,1 0 0 0 0,-2 0 1 0 0,-1 0 111 0 0,1 0 0 0 0,-1 0 0 0 0,1 1 0 0 0,-1-1 0 0 0,1 1 0 0 0,0 0 0 0 0,-1 0 0 0 0,1 0 0 0 0,0 0 0 0 0,-1 0 0 0 0,1 0 0 0 0,0 1 0 0 0,0-1 0 0 0,0 1 0 0 0,0-1 0 0 0,-2 4 0 0 0,-43 38 1869 0 0,-99 102 1657 0 0,131-127-3526 0 0,0 0-1 0 0,2 1 0 0 0,0 0 1 0 0,1 1-1 0 0,1 1 1 0 0,-14 35-1 0 0,24-54-244 0 0,0 0 0 0 0,0 1 0 0 0,0-1 0 0 0,0 1 0 0 0,1-1 0 0 0,-1 1 0 0 0,1 0 0 0 0,-1-1 0 0 0,1 1 0 0 0,0 0 0 0 0,0-1 0 0 0,1 1 0 0 0,-1-1 0 0 0,0 1 0 0 0,1 0 0 0 0,0-1 0 0 0,-1 1 0 0 0,1-1 0 0 0,0 1 0 0 0,0-1 0 0 0,1 0 0 0 0,-1 1 0 0 0,3 3 0 0 0,0-3 3 0 0,-1 0-1 0 0,1-1 1 0 0,-1 0 0 0 0,1 1 0 0 0,0-1-1 0 0,-1-1 1 0 0,1 1 0 0 0,0 0 0 0 0,0-1-1 0 0,1 0 1 0 0,-1 0 0 0 0,0 0 0 0 0,0-1 0 0 0,5 1-1 0 0,72 6-8 0 0,-50-6 17 0 0,0 1-1 0 0,0 2 1 0 0,-1 1-1 0 0,1 1 0 0 0,-1 1 1 0 0,32 14-1 0 0,-59-20-44 0 0,1 1 1 0 0,-1-1-1 0 0,1 1 0 0 0,-1 0 0 0 0,0 0 1 0 0,0 0-1 0 0,0 1 0 0 0,0-1 1 0 0,0 1-1 0 0,0 0 0 0 0,-1 0 0 0 0,1 0 1 0 0,-1 0-1 0 0,0 0 0 0 0,0 0 1 0 0,0 0-1 0 0,0 1 0 0 0,-1-1 0 0 0,1 1 1 0 0,-1-1-1 0 0,2 8 0 0 0,-3-5-53 0 0,0 0 0 0 0,0 0 0 0 0,0 0 1 0 0,-1 0-1 0 0,0 0 0 0 0,0 0 0 0 0,-1 0 0 0 0,1 0 0 0 0,-1-1 0 0 0,0 1 0 0 0,-1 0 0 0 0,0-1 0 0 0,-4 7 0 0 0,-5 8-370 0 0,0 0 0 0 0,-2-1 0 0 0,-1 0 0 0 0,0-1 0 0 0,-1-1 0 0 0,-1 0 0 0 0,-1-1 0 0 0,0-1 0 0 0,-1-1 0 0 0,0-1 0 0 0,-43 22 0 0 0,46-29-5265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1.4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0 412 5985 0 0,'10'-4'511'0'0,"0"0"0"0"0,-1 0 1 0 0,0-1-1 0 0,0-1 0 0 0,0 1 0 0 0,0-1 0 0 0,-1-1 0 0 0,0 0 0 0 0,0 0 0 0 0,-1-1 0 0 0,0 1 0 0 0,0-2 1 0 0,-1 1-1 0 0,0-1 0 0 0,10-18 0 0 0,-8 10-304 0 0,-1 0 0 0 0,-1-1 0 0 0,0 0 1 0 0,-1 0-1 0 0,-1-1 0 0 0,-1 0 0 0 0,0 1 0 0 0,0-20 0 0 0,-3 32-187 0 0,-1-44 120 0 0,1 46-135 0 0,-1 0 1 0 0,1 1-1 0 0,-1-1 0 0 0,0 1 1 0 0,0-1-1 0 0,0 1 1 0 0,0-1-1 0 0,-1 1 0 0 0,1 0 1 0 0,-1-1-1 0 0,-3-3 0 0 0,5 7 0 0 0,0-1 1 0 0,0 1-1 0 0,-1 0 0 0 0,1 0 0 0 0,0-1 0 0 0,0 1 0 0 0,-1 0 0 0 0,1 0 0 0 0,0-1 0 0 0,-1 1 0 0 0,1 0 0 0 0,0 0 0 0 0,-1 0 0 0 0,1-1 0 0 0,0 1 0 0 0,-1 0 0 0 0,1 0 0 0 0,-1 0 0 0 0,1 0 0 0 0,0 0 0 0 0,-1 0 0 0 0,1 0 0 0 0,0 0 0 0 0,-1 0 0 0 0,1 0 0 0 0,-1 0 0 0 0,1 0 0 0 0,0 0 0 0 0,-1 0 0 0 0,1 0 0 0 0,0 0 0 0 0,-1 0 0 0 0,1 1 0 0 0,0-1 0 0 0,-1 0 0 0 0,1 0 0 0 0,0 0 0 0 0,-1 1 0 0 0,0-1 0 0 0,-10 18 452 0 0,-1 24 351 0 0,8-16-562 0 0,1 0 1 0 0,1 0-1 0 0,1 1 0 0 0,2-1 1 0 0,1 1-1 0 0,0-1 0 0 0,8 27 1 0 0,-8-41-173 0 0,1-1 1 0 0,0 1-1 0 0,1-1 1 0 0,1 0 0 0 0,-1-1-1 0 0,2 1 1 0 0,-1-1 0 0 0,1 0-1 0 0,1 0 1 0 0,0-1 0 0 0,0 0-1 0 0,1 0 1 0 0,0-1 0 0 0,1 1-1 0 0,0-2 1 0 0,0 0 0 0 0,0 0-1 0 0,13 7 1 0 0,-19-12-101 0 0,0-1 0 0 0,1 1 1 0 0,-1-1-1 0 0,0 0 0 0 0,0 0 0 0 0,1-1 1 0 0,-1 1-1 0 0,0-1 0 0 0,1 1 0 0 0,-1-1 1 0 0,1 0-1 0 0,-1 0 0 0 0,0 0 0 0 0,1-1 1 0 0,-1 1-1 0 0,0-1 0 0 0,1 0 0 0 0,3-2 1 0 0,-1 1-175 0 0,-1-1 1 0 0,0 0 0 0 0,0 0 0 0 0,-1-1-1 0 0,1 1 1 0 0,-1-1 0 0 0,1 0 0 0 0,-1-1-1 0 0,6-8 1 0 0,3-5-461 0 0,-1-2 0 0 0,-1 0 0 0 0,-1 0-1 0 0,10-31 1 0 0,2-9-78 0 0,23-57 1572 0 0,-45 115-726 0 0,1 1 0 0 0,0-1 0 0 0,-1 0 0 0 0,1 1 1 0 0,0-1-1 0 0,0 1 0 0 0,0-1 0 0 0,0 1 0 0 0,0-1 0 0 0,0 1 0 0 0,1 0 0 0 0,-1-1 0 0 0,0 1 0 0 0,1 0 0 0 0,-1 0 0 0 0,1 0 0 0 0,-1 0 0 0 0,1 0 0 0 0,-1 1 0 0 0,1-1 0 0 0,0 0 0 0 0,2 0 0 0 0,-2 1 25 0 0,-1 0-1 0 0,1 1 1 0 0,0-1-1 0 0,0 0 0 0 0,-1 1 1 0 0,1 0-1 0 0,0-1 1 0 0,-1 1-1 0 0,1 0 0 0 0,-1 0 1 0 0,1 0-1 0 0,-1 0 1 0 0,0 0-1 0 0,1 0 1 0 0,-1 0-1 0 0,0 0 0 0 0,1 1 1 0 0,0 1-1 0 0,4 5 184 0 0,0 1 1 0 0,0 0-1 0 0,-1 0 0 0 0,0 1 1 0 0,0-1-1 0 0,3 12 0 0 0,8 43-55 0 0,-13-47-226 0 0,1-1 0 0 0,0 0 0 0 0,1 0 1 0 0,1-1-1 0 0,0 0 0 0 0,16 27 0 0 0,-21-40-40 0 0,0-1 0 0 0,-1 0 0 0 0,1 0 0 0 0,0 0 1 0 0,0 0-1 0 0,0 0 0 0 0,0 0 0 0 0,0 0 0 0 0,0 0 0 0 0,0 0 0 0 0,0 0 0 0 0,0-1 0 0 0,1 1 1 0 0,-1 0-1 0 0,0-1 0 0 0,0 1 0 0 0,1-1 0 0 0,-1 1 0 0 0,0-1 0 0 0,1 0 0 0 0,-1 0 0 0 0,1 1 1 0 0,-1-1-1 0 0,2 0 0 0 0,-1-1-15 0 0,-1 1 1 0 0,1-1-1 0 0,0 0 1 0 0,0 0 0 0 0,-1 0-1 0 0,1 0 1 0 0,0 0-1 0 0,-1 0 1 0 0,1 0 0 0 0,-1 0-1 0 0,0-1 1 0 0,1 1-1 0 0,-1 0 1 0 0,0-1-1 0 0,1-1 1 0 0,5-7-70 0 0,-1-1 0 0 0,-1 1 0 0 0,1-1 0 0 0,3-13 0 0 0,-2 6 68 0 0,4-15-146 0 0,2 0 1 0 0,26-45-1 0 0,-34 70 141 0 0,0 0 1 0 0,0 0-1 0 0,1 0 0 0 0,0 1 1 0 0,0 0-1 0 0,1 0 0 0 0,0 1 0 0 0,0 0 1 0 0,0 0-1 0 0,1 0 0 0 0,0 1 1 0 0,0 0-1 0 0,0 1 0 0 0,13-5 1 0 0,-18 8 40 0 0,0 0 0 0 0,0 1 0 0 0,0 0 0 0 0,0-1 0 0 0,0 1 0 0 0,0 0 0 0 0,0 0 0 0 0,0 0 0 0 0,-1 1 0 0 0,1-1 0 0 0,0 1 0 0 0,0 0 0 0 0,0 0 0 0 0,0 0 0 0 0,0 0 0 0 0,-1 0 0 0 0,1 0 0 0 0,-1 1 0 0 0,1-1 0 0 0,-1 1 0 0 0,1 0 0 0 0,-1 0 0 0 0,0 0 0 0 0,0 0 0 0 0,0 0 0 0 0,4 5 0 0 0,4 7 141 0 0,0 0 0 0 0,-1 1 1 0 0,12 25-1 0 0,-3-6-37 0 0,-13-24-123 0 0,25 36-338 0 0,-29-43 253 0 0,1-1 0 0 0,0 0-1 0 0,0 0 1 0 0,0 0 0 0 0,0 1 0 0 0,0-2 0 0 0,0 1-1 0 0,0 0 1 0 0,1 0 0 0 0,-1-1 0 0 0,1 1-1 0 0,-1-1 1 0 0,1 0 0 0 0,4 2 0 0 0,-6-4 34 0 0,1 1 0 0 0,-1 0 1 0 0,0 0-1 0 0,0-1 0 0 0,1 1 0 0 0,-1-1 1 0 0,0 1-1 0 0,0-1 0 0 0,0 0 0 0 0,0 1 1 0 0,1-1-1 0 0,-1 0 0 0 0,0 0 0 0 0,0 0 1 0 0,-1 0-1 0 0,1 0 0 0 0,0 0 1 0 0,0 0-1 0 0,0 0 0 0 0,-1 0 0 0 0,1 0 1 0 0,0 0-1 0 0,-1 0 0 0 0,1 0 0 0 0,0-3 1 0 0,13-37-810 0 0,-12 34 721 0 0,5-20-213 0 0,-4 14 289 0 0,1 0 1 0 0,0 0-1 0 0,8-18 1 0 0,-11 29 158 0 0,1-1 0 0 0,-1 1 0 0 0,1-1 0 0 0,-1 1 0 0 0,1 0-1 0 0,0 0 1 0 0,0-1 0 0 0,0 1 0 0 0,0 0 0 0 0,0 1 0 0 0,0-1 0 0 0,0 0 0 0 0,1 1 0 0 0,-1-1 0 0 0,1 1 0 0 0,-1 0 0 0 0,1-1 0 0 0,-1 1-1 0 0,1 1 1 0 0,0-1 0 0 0,4-1 0 0 0,-4 2 34 0 0,0 1-1 0 0,-1-1 1 0 0,1 1-1 0 0,-1-1 1 0 0,1 1 0 0 0,-1 0-1 0 0,0 0 1 0 0,1 0-1 0 0,-1 0 1 0 0,0 0-1 0 0,1 1 1 0 0,-1-1-1 0 0,0 1 1 0 0,0-1-1 0 0,0 1 1 0 0,-1 0 0 0 0,1 0-1 0 0,0 0 1 0 0,0 0-1 0 0,-1 0 1 0 0,0 0-1 0 0,3 4 1 0 0,3 7 96 0 0,0 0 1 0 0,8 21-1 0 0,-13-30-208 0 0,11 30-136 0 0,-2-6-17 0 0,17 33 1 0 0,-23-53-602 0 0,1 1 0 0 0,-1-1 1 0 0,1 0-1 0 0,9 9 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1.6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5 5065 0 0,'0'-1'58'0'0,"0"1"-1"0"0,0 0 0 0 0,0 0 1 0 0,0 0-1 0 0,0 0 1 0 0,0-1-1 0 0,0 1 1 0 0,0 0-1 0 0,0 0 0 0 0,0 0 1 0 0,-1 0-1 0 0,1-1 1 0 0,0 1 229 0 0,0 0-230 0 0,-1 0 1 0 0,1-1-1 0 0,0 1 1 0 0,0 0-1 0 0,0 0 0 0 0,0 0 1 0 0,0 0-1 0 0,-1 0 1 0 0,1 0-1 0 0,0 0 1 0 0,0 0-1 0 0,0 0 0 0 0,0 0 1 0 0,-1 0-1 0 0,1 0 1 0 0,0 0-1 0 0,0 0 1 0 0,0 0-1 0 0,-1 0 0 0 0,1 0 1 0 0,0 0-1 0 0,0 0 1 0 0,0 0-1 0 0,0 0 1 0 0,-1 0-1 0 0,1 0 0 0 0,0 0 1 0 0,0 0-1 0 0,0 0 1 0 0,-1 1 344 0 0,1-1-345 0 0,0 0 1 0 0,0 1-1 0 0,0-1 0 0 0,-1 0 1 0 0,1 0-1 0 0,0 0 1 0 0,0 0-1 0 0,0 1 1 0 0,0-1-1 0 0,0 0 0 0 0,0 0 1 0 0,0 0-1 0 0,0 1 1 0 0,-3-4-225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2.1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 10594 0 0,'-3'5'1207'0'0,"1"1"-1"0"0,0 0 1 0 0,0 0-1 0 0,0 0 0 0 0,0 6 1 0 0,0 35 2492 0 0,13 48-1866 0 0,-5-56-1281 0 0,-2-9-345 0 0,0 3-390 0 0,13 50 0 0 0,-11-63-298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2.6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109 1 920 0 0,'-24'10'9421'0'0,"4"8"-3405"0"0,15-12-5222 0 0,0 0 0 0 0,1 0 0 0 0,-1 1 0 0 0,1-1 0 0 0,-4 11 1 0 0,2 0-575 0 0,0 0 0 0 0,1 0 1 0 0,0 1-1 0 0,-2 22 0 0 0,5-26-130 0 0,1 0-1 0 0,0 0 0 0 0,1 0 0 0 0,0 0 0 0 0,1 0 0 0 0,1 0 0 0 0,0 0 0 0 0,6 18 0 0 0,-6-26-153 0 0,0 0 1 0 0,1-1-1 0 0,0 1 0 0 0,0-1 0 0 0,0 1 0 0 0,0-1 0 0 0,1 0 0 0 0,0 0 0 0 0,0-1 0 0 0,1 1 0 0 0,5 3 0 0 0,-5-4-354 0 0,0 0 0 0 0,1 0-1 0 0,0-1 1 0 0,0 0-1 0 0,0 0 1 0 0,0-1-1 0 0,8 2 1 0 0,6 1-6522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2.8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 73 10138 0 0,'0'-1'125'0'0,"-1"1"0"0"0,1-1-1 0 0,0 0 1 0 0,0 0 0 0 0,-1 0 0 0 0,1 1-1 0 0,-1-1 1 0 0,1 0 0 0 0,-1 1 0 0 0,1-1-1 0 0,-1 0 1 0 0,1 1 0 0 0,-1-1 0 0 0,0 0-1 0 0,1 1 1 0 0,-1-1 0 0 0,0 1 0 0 0,1-1-1 0 0,-1 1 1 0 0,0 0 0 0 0,0-1 0 0 0,1 1-1 0 0,-1 0 1 0 0,0-1 0 0 0,0 1 0 0 0,0 0-1 0 0,0 0 1 0 0,1 0 0 0 0,-1 0 0 0 0,0 0-1 0 0,0 0 1 0 0,0 0 0 0 0,-1 0 0 0 0,1 1 129 0 0,-1 1 1 0 0,1-1-1 0 0,-1 1 1 0 0,1-1 0 0 0,0 1-1 0 0,0 0 1 0 0,-1 0-1 0 0,1 0 1 0 0,0 0-1 0 0,1-1 1 0 0,-1 1 0 0 0,0 0-1 0 0,0 4 1 0 0,-2 3 12 0 0,1 1 0 0 0,0 0 0 0 0,1 0 0 0 0,0 0 0 0 0,0 0 0 0 0,1 0 0 0 0,1 0 0 0 0,-1 0-1 0 0,2 0 1 0 0,-1 0 0 0 0,1 0 0 0 0,1-1 0 0 0,0 1 0 0 0,6 13 0 0 0,-6-15-186 0 0,1-1 0 0 0,0 1 0 0 0,0-1-1 0 0,1 0 1 0 0,0 0 0 0 0,0 0 0 0 0,0 0-1 0 0,1-1 1 0 0,0 0 0 0 0,1 0 0 0 0,-1-1 0 0 0,1 1-1 0 0,0-2 1 0 0,1 1 0 0 0,-1-1 0 0 0,1 0 0 0 0,8 3-1 0 0,-13-6-56 0 0,0 0 0 0 0,0 0 0 0 0,-1 0 1 0 0,1-1-1 0 0,0 0 0 0 0,0 1 0 0 0,0-1 0 0 0,-1 0 0 0 0,1 0 0 0 0,0 0 0 0 0,0-1 0 0 0,0 1 0 0 0,-1-1 0 0 0,1 0 0 0 0,0 1 0 0 0,0-1 0 0 0,-1 0 0 0 0,1-1 0 0 0,-1 1 0 0 0,4-2 0 0 0,-2-1-20 0 0,0 1-1 0 0,0-1 0 0 0,-1 1 1 0 0,0-1-1 0 0,1 0 0 0 0,-2 0 1 0 0,1-1-1 0 0,0 1 0 0 0,-1 0 1 0 0,4-9-1 0 0,-1-3-50 0 0,0 1-1 0 0,-1-1 1 0 0,-1 0 0 0 0,0-1 0 0 0,-1 1-1 0 0,0-20 1 0 0,-2 22-73 0 0,-1 0 0 0 0,-1 0 0 0 0,1 0 0 0 0,-2 0 0 0 0,-7-24 0 0 0,-11-2-6285 0 0,5 21-689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3.2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 9218 0 0,'5'1'269'0'0,"-1"0"-1"0"0,1 0 1 0 0,-1 0 0 0 0,1 0 0 0 0,-1 1-1 0 0,0 0 1 0 0,0-1 0 0 0,1 2-1 0 0,-2-1 1 0 0,1 0 0 0 0,0 1 0 0 0,0 0-1 0 0,-1 0 1 0 0,1 0 0 0 0,-1 0-1 0 0,4 6 1 0 0,8 9 448 0 0,25 38 0 0 0,-32-44-463 0 0,-4-4-49 0 0,1-1 0 0 0,1 0 0 0 0,-1 1 0 0 0,1-2 0 0 0,0 1 0 0 0,1-1 0 0 0,0 0 0 0 0,0 0 0 0 0,12 7 0 0 0,-19-13-224 0 0,1 0 0 0 0,0 0 1 0 0,-1 0-1 0 0,1 0 1 0 0,-1-1-1 0 0,1 1 0 0 0,-1 0 1 0 0,1 0-1 0 0,-1-1 0 0 0,1 1 1 0 0,-1 0-1 0 0,1 0 0 0 0,-1-1 1 0 0,1 1-1 0 0,-1 0 0 0 0,1-1 1 0 0,-1 1-1 0 0,0-1 1 0 0,1 1-1 0 0,-1-1 0 0 0,1 1 1 0 0,-1-1-1 0 0,0 1 0 0 0,0-1 1 0 0,1 1-1 0 0,-1-1 0 0 0,0 1 1 0 0,0-1-1 0 0,0 1 0 0 0,0-1 1 0 0,1 0-1 0 0,7-25-757 0 0,-6 20 671 0 0,10-30-464 0 0,-5 16 635 0 0,15-35 0 0 0,-19 49 81 0 0,0 1-1 0 0,0-1 1 0 0,1 1-1 0 0,-1 0 1 0 0,1 0-1 0 0,1 1 1 0 0,-1-1 0 0 0,0 1-1 0 0,1 0 1 0 0,8-6-1 0 0,-11 9-51 0 0,-1 0 0 0 0,0 0 0 0 0,0 1 1 0 0,1-1-1 0 0,-1 0 0 0 0,0 1 0 0 0,1-1 0 0 0,-1 1 0 0 0,1 0 1 0 0,-1-1-1 0 0,0 1 0 0 0,1 0 0 0 0,-1 0 0 0 0,1 0 0 0 0,-1 0 0 0 0,1 0 1 0 0,-1 0-1 0 0,1 0 0 0 0,-1 0 0 0 0,1 1 0 0 0,-1-1 0 0 0,1 0 0 0 0,-1 1 1 0 0,0 0-1 0 0,1-1 0 0 0,-1 1 0 0 0,0 0 0 0 0,1-1 0 0 0,-1 1 1 0 0,0 0-1 0 0,0 0 0 0 0,0 0 0 0 0,0 0 0 0 0,0 0 0 0 0,0 1 0 0 0,0-1 1 0 0,0 0-1 0 0,0 0 0 0 0,-1 0 0 0 0,1 1 0 0 0,0-1 0 0 0,-1 0 0 0 0,1 3 1 0 0,4 8 174 0 0,-1 0 1 0 0,0 0 0 0 0,-1 0 0 0 0,2 16-1 0 0,-1-9-251 0 0,-3-15-74 0 0,2 13 47 0 0,1-1 0 0 0,1 0 1 0 0,8 19-1 0 0,-10-30-509 0 0,0 1-1 0 0,0-1 1 0 0,1 0-1 0 0,0 0 1 0 0,0 0-1 0 0,0 0 1 0 0,7 5 0 0 0,-1-1-914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4.0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124 763 6913 0 0,'0'-2'216'0'0,"0"1"-1"0"0,0 0 1 0 0,0 0-1 0 0,0 0 1 0 0,0 0-1 0 0,0 0 0 0 0,0-1 1 0 0,-1 1-1 0 0,1 0 1 0 0,0 0-1 0 0,-1 0 1 0 0,1 0-1 0 0,-1 0 0 0 0,1 0 1 0 0,-1 0-1 0 0,0 0 1 0 0,1 0-1 0 0,-1 0 0 0 0,0 0 1 0 0,0 1-1 0 0,0-1 1 0 0,0 0-1 0 0,1 0 1 0 0,-1 1-1 0 0,0-1 0 0 0,0 1 1 0 0,0-1-1 0 0,-1 1 1 0 0,1-1-1 0 0,0 1 1 0 0,0-1-1 0 0,0 1 0 0 0,0 0 1 0 0,0 0-1 0 0,0-1 1 0 0,-2 1-1 0 0,1 0-61 0 0,-1 0 0 0 0,1 1 0 0 0,0-1 0 0 0,0 0 0 0 0,-1 1 0 0 0,1-1 0 0 0,0 1 0 0 0,0 0 0 0 0,-1-1 0 0 0,1 1 0 0 0,0 0-1 0 0,0 1 1 0 0,0-1 0 0 0,0 0 0 0 0,0 0 0 0 0,1 1 0 0 0,-1-1 0 0 0,-1 3 0 0 0,-4 4 138 0 0,1 1-1 0 0,1 1 1 0 0,-1-1-1 0 0,2 1 1 0 0,-1-1-1 0 0,1 1 1 0 0,1 1-1 0 0,-4 15 1 0 0,4-12-73 0 0,0 1 0 0 0,1-1 1 0 0,1 1-1 0 0,0 0 0 0 0,2 24 1 0 0,-1-37-215 0 0,1 1 1 0 0,-1-1-1 0 0,0 1 0 0 0,1-1 1 0 0,0 1-1 0 0,-1 0 1 0 0,1-1-1 0 0,0 0 1 0 0,0 1-1 0 0,1-1 1 0 0,-1 0-1 0 0,0 1 1 0 0,1-1-1 0 0,-1 0 0 0 0,1 0 1 0 0,0 0-1 0 0,0 0 1 0 0,0-1-1 0 0,0 1 1 0 0,0 0-1 0 0,0-1 1 0 0,0 1-1 0 0,4 1 0 0 0,-3-2-37 0 0,-1-1 0 0 0,0 0-1 0 0,1 1 1 0 0,-1-1-1 0 0,1 0 1 0 0,-1 0-1 0 0,0 0 1 0 0,1-1-1 0 0,-1 1 1 0 0,1-1-1 0 0,-1 1 1 0 0,0-1-1 0 0,1 0 1 0 0,-1 0-1 0 0,0 0 1 0 0,0 0-1 0 0,0 0 1 0 0,0 0-1 0 0,0 0 1 0 0,0-1 0 0 0,0 1-1 0 0,0-1 1 0 0,0 0-1 0 0,-1 1 1 0 0,4-5-1 0 0,7-10-306 0 0,0 0 1 0 0,-1-1-1 0 0,-1 0 0 0 0,-1-1 0 0 0,0 0 1 0 0,-1 0-1 0 0,-1-1 0 0 0,-1 0 0 0 0,-1-1 0 0 0,5-34 1 0 0,-3-1-952 0 0,-2 0 1 0 0,-5-92-1 0 0,-2 86 1047 0 0,-3 1 0 0 0,-3 0 0 0 0,-2 0 0 0 0,-3 1 1 0 0,-35-98-1 0 0,47 152 392 0 0,-1 1 0 0 0,0 0 1 0 0,0 0-1 0 0,-1 0 1 0 0,1 0-1 0 0,-1 1 1 0 0,0-1-1 0 0,0 0 0 0 0,0 1 1 0 0,-4-4-1 0 0,6 7-72 0 0,1-1 1 0 0,-1 1-1 0 0,0 0 0 0 0,1-1 0 0 0,-1 1 0 0 0,0 0 0 0 0,1-1 0 0 0,-1 1 0 0 0,0 0 0 0 0,0 0 0 0 0,1 0 0 0 0,-1 0 0 0 0,0 0 0 0 0,0 0 0 0 0,1 0 1 0 0,-1 0-1 0 0,0 0 0 0 0,0 0 0 0 0,1 0 0 0 0,-1 0 0 0 0,0 0 0 0 0,1 1 0 0 0,-1-1 0 0 0,-1 1 0 0 0,0 0 82 0 0,1 1-1 0 0,-1-1 1 0 0,1 0-1 0 0,0 1 1 0 0,-1 0-1 0 0,1-1 0 0 0,0 1 1 0 0,0 0-1 0 0,0 0 1 0 0,0 0-1 0 0,0 0 1 0 0,0-1-1 0 0,0 4 1 0 0,-3 10 287 0 0,1-1 0 0 0,0 1 0 0 0,1 0 0 0 0,1-1 0 0 0,0 1 0 0 0,1 0 0 0 0,0 0 0 0 0,2 0 0 0 0,3 20 0 0 0,6 15 34 0 0,22 64 0 0 0,150 361 340 0 0,-179-466-819 0 0,4 9 0 0 0,55 118 40 0 0,-56-123-41 0 0,1 0-1 0 0,0-1 0 0 0,0 0 0 0 0,2-1 0 0 0,-1 0 0 0 0,1-1 1 0 0,1 1-1 0 0,12 8 0 0 0,-21-17-29 0 0,1 0 0 0 0,0 0 1 0 0,0-1-1 0 0,0 1 0 0 0,0-1 1 0 0,0 0-1 0 0,0 1 0 0 0,0-1 1 0 0,0-1-1 0 0,0 1 0 0 0,1 0 1 0 0,-1-1-1 0 0,0 0 0 0 0,0 0 1 0 0,1 0-1 0 0,-1 0 0 0 0,0 0 1 0 0,5-1-1 0 0,-3-1-29 0 0,-1 1 0 0 0,0-1 0 0 0,0 0 0 0 0,0 0-1 0 0,0-1 1 0 0,0 1 0 0 0,-1-1 0 0 0,1 0 0 0 0,-1 0 0 0 0,0 0-1 0 0,1 0 1 0 0,2-4 0 0 0,2-5-178 0 0,0 0 0 0 0,0 0-1 0 0,-1-1 1 0 0,-1 0-1 0 0,0 0 1 0 0,-1-1 0 0 0,5-19-1 0 0,18-111-1777 0 0,-12 50 3226 0 0,-12 102 1384 0 0,9 35-2068 0 0,-4-12-110 0 0,-5-12-394 0 0,1-1-1 0 0,1 0 0 0 0,1 0 0 0 0,0-1 0 0 0,1 0 1 0 0,1 0-1 0 0,12 16 0 0 0,-21-32-31 0 0,1 0 0 0 0,-1 0 0 0 0,1-1 1 0 0,0 1-1 0 0,-1 0 0 0 0,1 0 0 0 0,0-1 0 0 0,0 1 0 0 0,0-1 0 0 0,0 1 0 0 0,-1-1 1 0 0,1 1-1 0 0,0-1 0 0 0,0 1 0 0 0,0-1 0 0 0,0 0 0 0 0,0 1 0 0 0,0-1 0 0 0,0 0 1 0 0,0 0-1 0 0,0 0 0 0 0,0 0 0 0 0,0 0 0 0 0,0 0 0 0 0,0 0 0 0 0,2 0 1 0 0,-1-1-30 0 0,0 0 0 0 0,0 0 1 0 0,0 0-1 0 0,0 0 0 0 0,0-1 1 0 0,0 1-1 0 0,-1 0 0 0 0,1-1 1 0 0,0 1-1 0 0,-1-1 1 0 0,3-3-1 0 0,3-4-120 0 0,-1-1-1 0 0,0 1 1 0 0,7-18 0 0 0,-3 1 258 0 0,-8 19-46 0 0,0 1 1 0 0,1-1 0 0 0,0 1 0 0 0,0 0 0 0 0,0 0 0 0 0,0 0-1 0 0,1 0 1 0 0,0 0 0 0 0,7-7 0 0 0,-10 13-35 0 0,0 0 1 0 0,-1-1-1 0 0,1 1 0 0 0,0 0 0 0 0,0 0 1 0 0,-1 0-1 0 0,1-1 0 0 0,0 1 1 0 0,0 0-1 0 0,0 0 0 0 0,-1 0 1 0 0,1 0-1 0 0,0 0 0 0 0,0 0 0 0 0,-1 0 1 0 0,1 1-1 0 0,0-1 0 0 0,0 0 1 0 0,0 0-1 0 0,-1 1 0 0 0,1-1 1 0 0,0 0-1 0 0,-1 1 0 0 0,1-1 0 0 0,0 1 1 0 0,-1-1-1 0 0,1 0 0 0 0,0 1 1 0 0,-1 0-1 0 0,1-1 0 0 0,0 2 1 0 0,22 25-126 0 0,-13-15-353 0 0,18 12-1852 0 0,-17-16 556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4.3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 0 6913 0 0,'-21'28'8902'0'0,"5"5"-3543"0"0,12-21-4696 0 0,1-1-1 0 0,0 1 0 0 0,1 0 0 0 0,-2 18 0 0 0,3-17-707 0 0,1 0-1 0 0,1-1 0 0 0,0 1 1 0 0,0 0-1 0 0,1-1 1 0 0,1 1-1 0 0,0-1 0 0 0,1 1 1 0 0,10 22-1 0 0,-12-31 24 0 0,0 1 0 0 0,1-1 0 0 0,0 0-1 0 0,0 0 1 0 0,0 0 0 0 0,0-1 0 0 0,1 1 0 0 0,-1-1-1 0 0,1 0 1 0 0,0 0 0 0 0,0 0 0 0 0,0 0 0 0 0,1 0-1 0 0,-1-1 1 0 0,0 0 0 0 0,1 0 0 0 0,0 0 0 0 0,-1-1-1 0 0,11 2 1 0 0,-11-2-746 0 0,1-1-1 0 0,-1 0 1 0 0,1 0-1 0 0,-1 0 1 0 0,0-1-1 0 0,1 0 1 0 0,-1 1-1 0 0,8-4 1 0 0,6-3-6403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4.5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1 13827 0 0,'-3'0'215'0'0,"0"0"1"0"0,0 1-1 0 0,0-1 1 0 0,1 1-1 0 0,-1 0 1 0 0,0 0-1 0 0,1 0 1 0 0,-1 0-1 0 0,0 1 1 0 0,1-1-1 0 0,-1 1 1 0 0,1-1-1 0 0,0 1 1 0 0,-1 0-1 0 0,1 0 1 0 0,0 0-1 0 0,0 0 1 0 0,0 0-1 0 0,1 1 1 0 0,-1-1-1 0 0,0 0 1 0 0,1 1-1 0 0,0-1 1 0 0,-1 1-1 0 0,1 0 1 0 0,0-1-1 0 0,0 1 1 0 0,1 0-1 0 0,-1 0 1 0 0,1 0-1 0 0,-1 0 1 0 0,1 0-1 0 0,0-1 1 0 0,0 1-1 0 0,1 6 1 0 0,1 23 371 0 0,2 0 0 0 0,1 0 0 0 0,2-1 0 0 0,11 35 0 0 0,-2-8-66 0 0,-3-7-407 0 0,2-1-1 0 0,3-1 1 0 0,1 0 0 0 0,3-1-1 0 0,1-1 1 0 0,46 67-1 0 0,-53-93-673 0 0,-10-15 110 0 0,-1 1 0 0 0,0 0 0 0 0,0 0 0 0 0,0 0 0 0 0,-1 0-1 0 0,0 1 1 0 0,-1 0 0 0 0,0 0 0 0 0,3 10 0 0 0,-6-11-2146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4.9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 3225 0 0,'66'4'4755'0'0,"0"-2"-1"0"0,71-9 1 0 0,-61 3-1616 0 0,-68 3-2987 0 0,-1 1 0 0 0,1 0 1 0 0,-1 0-1 0 0,1 1 0 0 0,-1 0 0 0 0,1 0 0 0 0,-1 0 0 0 0,0 1 0 0 0,10 4 0 0 0,-14-4-85 0 0,1 1 1 0 0,0-1-1 0 0,-1 1 1 0 0,1-1 0 0 0,-1 1-1 0 0,0 0 1 0 0,0 0-1 0 0,0 1 1 0 0,0-1-1 0 0,0 1 1 0 0,-1-1 0 0 0,0 1-1 0 0,1 0 1 0 0,-1 0-1 0 0,-1 0 1 0 0,1 0-1 0 0,1 5 1 0 0,4 10-61 0 0,0-1 0 0 0,1 0 1 0 0,1-1-1 0 0,19 27 0 0 0,-22-35-3 0 0,1 0-1 0 0,0-1 1 0 0,0 0-1 0 0,1 0 1 0 0,0-1 0 0 0,0 1-1 0 0,1-2 1 0 0,0 1-1 0 0,18 9 1 0 0,-26-16-4 0 0,0 1 0 0 0,0-1 0 0 0,0 0 0 0 0,0 1 0 0 0,0-1 0 0 0,0 0 0 0 0,0 0 0 0 0,0 1 0 0 0,0-1 0 0 0,0 0-1 0 0,0 0 1 0 0,0 0 0 0 0,0 0 0 0 0,0 0 0 0 0,0-1 0 0 0,0 1 0 0 0,0 0 0 0 0,0 0 0 0 0,0-1 0 0 0,0 1 0 0 0,0 0 0 0 0,0-1 0 0 0,-1 1 0 0 0,1-1 0 0 0,0 1 0 0 0,1-2 0 0 0,0 0 0 0 0,0 0-1 0 0,-1 0 1 0 0,1 0 0 0 0,-1-1 0 0 0,0 1-1 0 0,0 0 1 0 0,0 0 0 0 0,0-1 0 0 0,0 1-1 0 0,1-5 1 0 0,0-3-1 0 0,-1 0 0 0 0,1 0 1 0 0,-2 0-1 0 0,0-14 0 0 0,-1 9-167 0 0,-1 0 0 0 0,-1 0 0 0 0,-1 0 0 0 0,0 0 0 0 0,-1 1 0 0 0,0-1 0 0 0,-1 1 0 0 0,0 1 0 0 0,-2-1 0 0 0,-10-15 0 0 0,0 3-7554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5.2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1 147 7834 0 0,'68'8'8598'0'0,"-61"-5"-7755"0"0,1 1 1 0 0,-1-1 0 0 0,0 1 0 0 0,0 0 0 0 0,7 6 0 0 0,-8-5-690 0 0,1 0 0 0 0,-1 1 0 0 0,0-1 0 0 0,0 1 0 0 0,-1 1-1 0 0,0-1 1 0 0,0 1 0 0 0,0 0 0 0 0,-1 0 0 0 0,0 0 0 0 0,-1 1 0 0 0,1-1 0 0 0,-2 1 0 0 0,5 14 0 0 0,-11-40 784 0 0,1 7-878 0 0,0 0 0 0 0,1 0 0 0 0,1 0 1 0 0,-1-17-1 0 0,4 14-114 0 0,0-1 0 0 0,0 0 0 0 0,2 0 0 0 0,0 1 0 0 0,0-1 0 0 0,1 1 0 0 0,8-14 0 0 0,16-22-6867 0 0,-10 24-687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5.6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160 63 11979 0 0,'-3'-6'551'0'0,"0"0"0"0"0,-1 0 0 0 0,1 0-1 0 0,-1 1 1 0 0,0-1 0 0 0,-1 1 0 0 0,-7-8 0 0 0,10 12-420 0 0,1 0 0 0 0,-1 0 0 0 0,1 0 0 0 0,-1 0-1 0 0,0 0 1 0 0,0 0 0 0 0,1 1 0 0 0,-1-1-1 0 0,0 1 1 0 0,0-1 0 0 0,0 1 0 0 0,0-1-1 0 0,0 1 1 0 0,0 0 0 0 0,0 0 0 0 0,0 0 0 0 0,1 0-1 0 0,-1 1 1 0 0,0-1 0 0 0,0 0 0 0 0,0 1-1 0 0,0-1 1 0 0,0 1 0 0 0,0 0 0 0 0,1-1-1 0 0,-1 1 1 0 0,0 0 0 0 0,1 0 0 0 0,-1 0 0 0 0,0 0-1 0 0,-1 2 1 0 0,-2 1 25 0 0,0 1-1 0 0,0-1 1 0 0,0 1-1 0 0,0 0 1 0 0,1 0-1 0 0,0 1 1 0 0,0-1-1 0 0,0 1 1 0 0,1 0-1 0 0,0 0 1 0 0,0 0-1 0 0,0 1 1 0 0,1-1 0 0 0,-2 8-1 0 0,3-10-140 0 0,0 1-1 0 0,0 0 1 0 0,1 0 0 0 0,0 0 0 0 0,0-1-1 0 0,0 1 1 0 0,0 0 0 0 0,1 0-1 0 0,-1 0 1 0 0,1 0 0 0 0,1-1 0 0 0,-1 1-1 0 0,1 0 1 0 0,-1-1 0 0 0,1 0-1 0 0,1 1 1 0 0,-1-1 0 0 0,0 0 0 0 0,1 0-1 0 0,3 4 1 0 0,39 39-15 0 0,-31-34 0 0 0,-1 0 0 0 0,-1 0 0 0 0,0 1 0 0 0,0 1 0 0 0,-2 0 0 0 0,0 1 0 0 0,0 0 0 0 0,7 18 0 0 0,-17-31 0 0 0,1-1-1 0 0,0 1 1 0 0,-1 0 0 0 0,1-1-1 0 0,-1 1 1 0 0,0 0 0 0 0,0-1-1 0 0,0 1 1 0 0,0 0 0 0 0,0-1-1 0 0,-1 1 1 0 0,1 0 0 0 0,-1-1-1 0 0,0 1 1 0 0,0-1 0 0 0,1 1 0 0 0,-2-1-1 0 0,1 1 1 0 0,0-1 0 0 0,0 0-1 0 0,-1 0 1 0 0,0 1 0 0 0,1-1-1 0 0,-1 0 1 0 0,0 0 0 0 0,0-1-1 0 0,0 1 1 0 0,0 0 0 0 0,0-1-1 0 0,0 1 1 0 0,-4 1 0 0 0,-1 1-303 0 0,0 0 0 0 0,-1-1 0 0 0,1 0 0 0 0,-1 0 0 0 0,0-1 0 0 0,0 0 0 0 0,0 0 0 0 0,0-1 1 0 0,-11 0-1 0 0,-2 0-7004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5.9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0 10594 0 0,'-18'1'7746'0'0,"18"0"-7531"0"0,-11 25 2557 0 0,6 30-1210 0 0,11 33-572 0 0,23 116-1 0 0,-9-82-452 0 0,60 672 1393 0 0,-36-294-1446 0 0,78 341-588 0 0,-110-770-2011 0 0,-3-1-7097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7.9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10594 0 0,'3'11'5224'0'0,"5"10"-3274"0"0,1 1-1010 0 0,23 96 1495 0 0,27 195 0 0 0,-41-167-4223 0 0,-5-1-3621 0 0,-11-119-1634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8.3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64 11979 0 0,'-1'-1'132'0'0,"0"-1"1"0"0,0 0 0 0 0,0 0 0 0 0,0 0 0 0 0,1 0 0 0 0,-1 0 0 0 0,1 0 0 0 0,-1 0 0 0 0,1 0-1 0 0,0-1 1 0 0,0 1 0 0 0,0 0 0 0 0,0 0 0 0 0,0 0 0 0 0,0 0 0 0 0,1 0 0 0 0,-1 0 0 0 0,1 0-1 0 0,-1 0 1 0 0,1 0 0 0 0,0 0 0 0 0,1-2 0 0 0,-1 3-35 0 0,-1-1 0 0 0,1 1 1 0 0,0 0-1 0 0,0 0 0 0 0,1 0 0 0 0,-1 0 0 0 0,0 0 0 0 0,0 1 1 0 0,0-1-1 0 0,0 0 0 0 0,1 0 0 0 0,-1 1 0 0 0,0-1 1 0 0,1 1-1 0 0,-1-1 0 0 0,1 1 0 0 0,-1 0 0 0 0,0-1 0 0 0,1 1 1 0 0,-1 0-1 0 0,1 0 0 0 0,-1 0 0 0 0,1 0 0 0 0,-1 0 1 0 0,1 0-1 0 0,-1 1 0 0 0,0-1 0 0 0,1 0 0 0 0,-1 1 1 0 0,1-1-1 0 0,-1 1 0 0 0,0-1 0 0 0,2 2 0 0 0,7 3 169 0 0,-1 0-1 0 0,0 1 0 0 0,0 0 1 0 0,-1 1-1 0 0,0 0 1 0 0,0 0-1 0 0,0 1 0 0 0,8 10 1 0 0,51 77 824 0 0,-44-60-755 0 0,29 47 90 0 0,-33-50-369 0 0,1 0 0 0 0,1-2 0 0 0,2 0 0 0 0,36 37 0 0 0,-57-65-80 0 0,0 0 0 0 0,0 0 0 0 0,0-1 1 0 0,1 1-1 0 0,-1 0 0 0 0,0-1 0 0 0,1 1 0 0 0,-1-1 0 0 0,1 0 0 0 0,-1 0 1 0 0,1 0-1 0 0,0 0 0 0 0,0 0 0 0 0,-1-1 0 0 0,1 1 0 0 0,0-1 1 0 0,0 1-1 0 0,-1-1 0 0 0,1 0 0 0 0,0 0 0 0 0,0-1 0 0 0,4 0 0 0 0,-4 0-43 0 0,1-1-1 0 0,0 0 0 0 0,-1 0 0 0 0,1 0 1 0 0,-1 0-1 0 0,0-1 0 0 0,0 1 0 0 0,0-1 0 0 0,0 0 1 0 0,0 0-1 0 0,-1 0 0 0 0,1 0 0 0 0,3-7 0 0 0,4-8-204 0 0,-1-1 0 0 0,0 0 0 0 0,-1 0 0 0 0,8-36-1 0 0,3-32-62 0 0,-15 61 570 0 0,1 0 0 0 0,2 0-1 0 0,0 0 1 0 0,2 1 0 0 0,13-27 0 0 0,-22 51-177 0 0,1 0 1 0 0,0-1-1 0 0,-1 1 1 0 0,1 0-1 0 0,0-1 1 0 0,0 1 0 0 0,0 0-1 0 0,0 0 1 0 0,0 0-1 0 0,0 0 1 0 0,0-1 0 0 0,1 2-1 0 0,-1-1 1 0 0,0 0-1 0 0,0 0 1 0 0,1 0 0 0 0,-1 1-1 0 0,1-1 1 0 0,-1 0-1 0 0,3 0 1 0 0,-2 1-19 0 0,-1 0 0 0 0,1 1 0 0 0,-1-1 0 0 0,0 0 0 0 0,1 1 0 0 0,-1-1 0 0 0,1 1 0 0 0,-1-1 0 0 0,0 1 0 0 0,0 0 0 0 0,1-1 0 0 0,-1 1 0 0 0,0 0 0 0 0,0 0 0 0 0,0 0 0 0 0,0 0 0 0 0,2 2 0 0 0,5 7 94 0 0,-2-1 0 0 0,1 1 0 0 0,-1 1 0 0 0,6 14 0 0 0,-6-13 1 0 0,78 162 462 0 0,-16-30-4701 0 0,-54-115-3354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8.7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69 247 6913 0 0,'-3'13'4713'0'0,"18"-21"-1950"0"0,20-20-292 0 0,-29 21-2190 0 0,0 1 0 0 0,0-1 1 0 0,0 0-1 0 0,-1-1 1 0 0,0 1-1 0 0,0-1 1 0 0,-1 0-1 0 0,0 0 0 0 0,-1 0 1 0 0,1-1-1 0 0,-2 1 1 0 0,1-1-1 0 0,1-12 0 0 0,-3 17-257 0 0,-1 1 0 0 0,0-1 0 0 0,0 0 0 0 0,0 0 0 0 0,0 0 0 0 0,-1 1 0 0 0,1-1-1 0 0,-1 0 1 0 0,0 0 0 0 0,0 1 0 0 0,0-1 0 0 0,-1 1 0 0 0,1-1 0 0 0,-1 1 0 0 0,0-1 0 0 0,0 1-1 0 0,0 0 1 0 0,0 0 0 0 0,-1 0 0 0 0,1 0 0 0 0,-1 1 0 0 0,0-1 0 0 0,0 0 0 0 0,0 1-1 0 0,0 0 1 0 0,0 0 0 0 0,0 0 0 0 0,-1 0 0 0 0,1 0 0 0 0,0 1 0 0 0,-1 0 0 0 0,0-1-1 0 0,-6 0 1 0 0,6 1-27 0 0,1 1 0 0 0,-1-1 0 0 0,0 1-1 0 0,0 0 1 0 0,0 0 0 0 0,1 0-1 0 0,-1 0 1 0 0,0 1 0 0 0,0 0 0 0 0,1-1-1 0 0,-1 1 1 0 0,0 1 0 0 0,1-1 0 0 0,-1 0-1 0 0,1 1 1 0 0,-1 0 0 0 0,1 0 0 0 0,0 0-1 0 0,0 0 1 0 0,0 1 0 0 0,0-1 0 0 0,0 1-1 0 0,1-1 1 0 0,-1 1 0 0 0,1 0 0 0 0,-1 0-1 0 0,1 0 1 0 0,0 1 0 0 0,0-1 0 0 0,1 0-1 0 0,-1 1 1 0 0,1-1 0 0 0,-1 1 0 0 0,1-1-1 0 0,0 1 1 0 0,0 0 0 0 0,1 0-1 0 0,-1-1 1 0 0,1 1 0 0 0,0 0 0 0 0,0 0-1 0 0,0 0 1 0 0,1-1 0 0 0,-1 1 0 0 0,1 0-1 0 0,0 0 1 0 0,0-1 0 0 0,0 1 0 0 0,0 0-1 0 0,1-1 1 0 0,-1 0 0 0 0,1 1 0 0 0,0-1-1 0 0,0 0 1 0 0,0 0 0 0 0,1 0 0 0 0,-1 0-1 0 0,1 0 1 0 0,0 0 0 0 0,4 3 0 0 0,3 0 48 0 0,0-1 1 0 0,0 0-1 0 0,0-1 1 0 0,1 0-1 0 0,-1-1 0 0 0,1 0 1 0 0,0-1-1 0 0,0 0 1 0 0,0 0-1 0 0,20-1 1 0 0,-7-1-9 0 0,1-1 0 0 0,-1-1 0 0 0,46-11 0 0 0,-54 9-416 0 0,0-2 0 0 0,0 0-1 0 0,-1-1 1 0 0,0 0 0 0 0,0-1 0 0 0,-1-1 0 0 0,0 0 0 0 0,0-1 0 0 0,-1 0 0 0 0,0-1 0 0 0,19-23 0 0 0,-9 7-6011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9.2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51 3857 0 0,'5'-41'16584'0'0,"-2"40"-17665"0"0,-2 0 1176 0 0,0 1 0 0 0,0-1 0 0 0,0 0 0 0 0,0 1 0 0 0,0-1-1 0 0,0 1 1 0 0,0 0 0 0 0,0-1 0 0 0,1 1 0 0 0,-1 0 0 0 0,0-1 0 0 0,0 1 0 0 0,0 0 0 0 0,0 0 0 0 0,0 0-1 0 0,0 0 1 0 0,1 0 0 0 0,-1 1 0 0 0,0-1 0 0 0,0 0 0 0 0,0 0 0 0 0,0 1 0 0 0,0-1 0 0 0,0 0-1 0 0,0 1 1 0 0,0 0 0 0 0,0-1 0 0 0,0 1 0 0 0,0-1 0 0 0,0 1 0 0 0,0 0 0 0 0,0 0 0 0 0,0-1-1 0 0,-1 1 1 0 0,1 0 0 0 0,0 0 0 0 0,-1 0 0 0 0,1 0 0 0 0,0 0 0 0 0,0 2 0 0 0,15 13 16 0 0,-10-18-38 0 0,-5-31-7630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9.5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42 10138 0 0,'-12'-23'897'0'0,"12"23"-772"0"0,0 0-1 0 0,-1-1 0 0 0,1 1 0 0 0,0-1 0 0 0,-1 1 1 0 0,1 0-1 0 0,0-1 0 0 0,0 1 0 0 0,-1-1 0 0 0,1 1 1 0 0,0-1-1 0 0,0 1 0 0 0,0 0 0 0 0,0-1 0 0 0,0 1 1 0 0,0-1-1 0 0,0 1 0 0 0,0-1 0 0 0,0 1 0 0 0,0-1 1 0 0,0 1-1 0 0,0-1 0 0 0,0 1 0 0 0,0-1 0 0 0,0 1 0 0 0,0-1 1 0 0,0 1-1 0 0,0 0 0 0 0,1-1 0 0 0,-1 1 0 0 0,0-1 1 0 0,0 1-1 0 0,1 0 0 0 0,-1-1 0 0 0,0 1 0 0 0,1-1 1 0 0,-1 1-1 0 0,0 0 0 0 0,1-1 0 0 0,-1 1 0 0 0,0 0 1 0 0,1 0-1 0 0,-1-1 0 0 0,1 1 0 0 0,-1 0 0 0 0,1 0 1 0 0,-1 0-1 0 0,1-1 0 0 0,0 2 91 0 0,0-1 0 0 0,0 1 1 0 0,0 0-1 0 0,0-1 0 0 0,0 1 0 0 0,0 0 1 0 0,0 0-1 0 0,-1 0 0 0 0,1-1 0 0 0,0 1 1 0 0,0 0-1 0 0,-1 0 0 0 0,1 0 0 0 0,0 0 1 0 0,-1 0-1 0 0,1 0 0 0 0,-1 1 0 0 0,0-1 1 0 0,1 2-1 0 0,9 28 669 0 0,-8-27-625 0 0,11 51 633 0 0,-3 0-1 0 0,7 102 1 0 0,-14-105-896 0 0,3 0-1 0 0,2 0 0 0 0,21 76 0 0 0,-26-118-106 0 0,1-1 0 0 0,0 0 0 0 0,0 0 0 0 0,1 0 0 0 0,0-1 0 0 0,11 13 0 0 0,-13-17-251 0 0,1 1 1 0 0,0-2-1 0 0,0 1 1 0 0,0-1-1 0 0,1 1 1 0 0,-1-1-1 0 0,1 0 0 0 0,5 2 1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7:59.9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67 8290 0 0,'-1'-5'3290'0'0,"1"5"-3242"0"0,15-3 929 0 0,29 2-1513 0 0,-35 1 894 0 0,103-7 2025 0 0,154-29 1 0 0,-235 24-3038 0 0,-29 10-296 0 0,-19 8 429 0 0,5-1 734 0 0,0 1 0 0 0,1 1 1 0 0,-1 0-1 0 0,2 0 1 0 0,-1 1-1 0 0,1 0 1 0 0,-14 15-1 0 0,19-19-126 0 0,2 1 0 0 0,-1-1 1 0 0,0 1-1 0 0,1-1 0 0 0,0 1 0 0 0,0 0 0 0 0,0 0 1 0 0,1 1-1 0 0,-1-1 0 0 0,1 0 0 0 0,1 1 0 0 0,-1-1 1 0 0,1 1-1 0 0,0 0 0 0 0,0-1 0 0 0,0 1 0 0 0,1 0 1 0 0,0 0-1 0 0,1 8 0 0 0,-1-13-82 0 0,0 1 1 0 0,1 0-1 0 0,-1 0 1 0 0,0-1-1 0 0,1 1 1 0 0,0 0-1 0 0,-1-1 1 0 0,1 1-1 0 0,0 0 1 0 0,0-1-1 0 0,0 1 1 0 0,0-1-1 0 0,0 0 1 0 0,0 1-1 0 0,0-1 1 0 0,0 0-1 0 0,1 1 1 0 0,-1-1-1 0 0,0 0 1 0 0,1 0-1 0 0,-1 0 1 0 0,4 1-1 0 0,-3-1 16 0 0,1-1 0 0 0,-1 1 0 0 0,1-1 0 0 0,-1 0 0 0 0,1 0 0 0 0,-1 0 0 0 0,1 0 0 0 0,-1 0 0 0 0,1-1 0 0 0,0 1 0 0 0,-1-1 0 0 0,1 0 0 0 0,3-1 0 0 0,5-3 70 0 0,-1 0 1 0 0,0-1-1 0 0,-1 0 0 0 0,1 0 1 0 0,14-14-1 0 0,-5 1 56 0 0,-2-1 0 0 0,0 0 0 0 0,17-28 0 0 0,-12 16 185 0 0,-22 32-309 0 0,0 0 0 0 0,0 0 0 0 0,0 0 0 0 0,0 0-1 0 0,0-1 1 0 0,0 1 0 0 0,0 0 0 0 0,0 0 0 0 0,0 0 0 0 0,0 0-1 0 0,0-1 1 0 0,0 1 0 0 0,0 0 0 0 0,1 0 0 0 0,-1 0 0 0 0,0 0-1 0 0,0 0 1 0 0,0-1 0 0 0,0 1 0 0 0,0 0 0 0 0,0 0 0 0 0,1 0-1 0 0,-1 0 1 0 0,0 0 0 0 0,0 0 0 0 0,0 0 0 0 0,0 0-1 0 0,1 0 1 0 0,-1 0 0 0 0,0 0 0 0 0,0-1 0 0 0,0 1 0 0 0,0 0-1 0 0,1 0 1 0 0,-1 0 0 0 0,0 0 0 0 0,0 0 0 0 0,0 0 0 0 0,1 1-1 0 0,-1-1 1 0 0,0 0 0 0 0,0 0 0 0 0,0 0 0 0 0,0 0 0 0 0,1 0-1 0 0,-1 0 1 0 0,0 0 0 0 0,0 0 0 0 0,0 0 0 0 0,0 0-1 0 0,0 0 1 0 0,1 1 0 0 0,-1-1 0 0 0,0 0 0 0 0,0 0 0 0 0,3 15 632 0 0,-4 21-157 0 0,1-35-470 0 0,0 14 80 0 0,0 0 0 0 0,2 0 0 0 0,-1 0 1 0 0,2 0-1 0 0,0 0 0 0 0,0-1 1 0 0,8 19-1 0 0,-7-24-151 0 0,-1 0 1 0 0,1 0-1 0 0,1 0 0 0 0,0-1 1 0 0,0 1-1 0 0,0-1 0 0 0,1 0 1 0 0,0-1-1 0 0,1 0 1 0 0,0 0-1 0 0,0 0 0 0 0,9 6 1 0 0,3-3-1238 0 0,3-3-4022 0 0,2-4-1838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8:00.2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0 11979 0 0,'-3'2'238'0'0,"1"0"0"0"0,0 0 1 0 0,1 0-1 0 0,-1 0 0 0 0,0 0 1 0 0,1 0-1 0 0,-1 0 1 0 0,1 0-1 0 0,0 1 0 0 0,-1-1 1 0 0,1 1-1 0 0,0-1 1 0 0,0 1-1 0 0,1-1 0 0 0,-1 1 1 0 0,1-1-1 0 0,-1 1 0 0 0,1 0 1 0 0,0-1-1 0 0,0 5 1 0 0,1 63 2749 0 0,1-55-2582 0 0,7 63 1157 0 0,3 0 0 0 0,26 88-1 0 0,-9-44-822 0 0,17 50-685 0 0,-38-149-784 0 0,1-1-1 0 0,0 0 1 0 0,2-1 0 0 0,1 0-1 0 0,21 29 1 0 0,-17-29-7090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8:00.8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335 1 9674 0 0,'-13'0'1733'0'0,"1"0"-1"0"0,0 2 1 0 0,-14 2-1 0 0,15-1-1279 0 0,-1 1 1 0 0,1 0-1 0 0,0 0 0 0 0,0 1 1 0 0,-17 11-1 0 0,5-2 195 0 0,0 2 1 0 0,-30 26-1 0 0,47-37-539 0 0,0 1-1 0 0,0 0 1 0 0,1 0 0 0 0,-1 0 0 0 0,1 1 0 0 0,1 0 0 0 0,-1 0-1 0 0,1 0 1 0 0,1 0 0 0 0,-1 1 0 0 0,1-1 0 0 0,-3 14 0 0 0,5-15-91 0 0,1 0 0 0 0,0-1 0 0 0,1 1 1 0 0,-1 0-1 0 0,1 0 0 0 0,1 0 0 0 0,-1 0 1 0 0,1-1-1 0 0,0 1 0 0 0,0-1 1 0 0,0 1-1 0 0,1-1 0 0 0,0 0 0 0 0,0 0 1 0 0,0 0-1 0 0,5 5 0 0 0,8 10-43 0 0,1 0-1 0 0,24 20 1 0 0,-38-36 16 0 0,13 9 5 0 0,25 26-88 0 0,-40-37 108 0 0,0-1 0 0 0,1 1 0 0 0,-1 0 1 0 0,0-1-1 0 0,0 1 0 0 0,1 0 0 0 0,-2 0 0 0 0,1 0 0 0 0,0 0 0 0 0,0 0 0 0 0,0 0 0 0 0,-1 0 0 0 0,1 0 0 0 0,-1 0 0 0 0,0 0 0 0 0,0 0 0 0 0,1 0 0 0 0,-1 0 0 0 0,-1 0 0 0 0,1 4 0 0 0,-2-3 8 0 0,1-1-1 0 0,0 0 0 0 0,-1 0 1 0 0,1 0-1 0 0,-1-1 0 0 0,0 1 1 0 0,0 0-1 0 0,0-1 0 0 0,0 1 1 0 0,0-1-1 0 0,0 1 1 0 0,0-1-1 0 0,0 0 0 0 0,0 0 1 0 0,0 0-1 0 0,-1 0 0 0 0,1 0 1 0 0,0-1-1 0 0,-1 1 0 0 0,1-1 1 0 0,-1 0-1 0 0,1 1 0 0 0,-4-1 1 0 0,-3 0 58 0 0,0 1 1 0 0,-1-1-1 0 0,1-1 0 0 0,0 1 1 0 0,-10-3-1 0 0,9 0-486 0 0,0 0 0 0 0,0-1 0 0 0,-18-9 0 0 0,-2-4-7678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8:02.2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482 31 11979 0 0,'9'-31'7660'0'0,"-18"54"-3766"0"0,-281 1111-2731 0 0,103 13-3125 0 0,182-1115-6201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8:02.6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129 90 6449 0 0,'31'-40'1601'0'0,"-30"39"-1329"0"0,0 0-1 0 0,0-1 1 0 0,0 1-1 0 0,-1 0 1 0 0,1 0-1 0 0,0 0 1 0 0,-1-1-1 0 0,1 1 1 0 0,-1 0 0 0 0,1-1-1 0 0,-1 1 1 0 0,1 0-1 0 0,-1-1 1 0 0,0 1-1 0 0,0-1 1 0 0,0 1-1 0 0,0-1 1 0 0,0 1-1 0 0,0 0 1 0 0,0-1 0 0 0,0 1-1 0 0,-1-1 1 0 0,1 1-1 0 0,0 0 1 0 0,-1-1-1 0 0,1 1 1 0 0,-1 0-1 0 0,0-1 1 0 0,1 1-1 0 0,-1 0 1 0 0,-2-2 0 0 0,2 2-83 0 0,-1 0 0 0 0,1 0 0 0 0,-1 1 1 0 0,0-1-1 0 0,1 1 0 0 0,-1 0 0 0 0,0-1 1 0 0,1 1-1 0 0,-1 0 0 0 0,0 0 0 0 0,0 0 1 0 0,1 0-1 0 0,-1 0 0 0 0,0 0 0 0 0,1 1 1 0 0,-1-1-1 0 0,0 0 0 0 0,0 1 0 0 0,1-1 1 0 0,-1 1-1 0 0,1 0 0 0 0,-1 0 0 0 0,1 0 1 0 0,-1-1-1 0 0,1 1 0 0 0,-2 2 0 0 0,-3 1 2 0 0,0 0 0 0 0,1 1 0 0 0,-1 0 0 0 0,-8 11 0 0 0,4-2-115 0 0,1 0 1 0 0,1 1-1 0 0,0 1 1 0 0,1-1-1 0 0,1 1 1 0 0,0 1-1 0 0,1-1 1 0 0,1 1 0 0 0,0 0-1 0 0,-1 22 1 0 0,0 23 1 0 0,3 88 0 0 0,2-150-78 0 0,1 12 47 0 0,-1 0 0 0 0,1 0 0 0 0,1 0 0 0 0,0-1-1 0 0,0 1 1 0 0,7 18 0 0 0,-7-26-221 0 0,0 0 0 0 0,1 1 1 0 0,-1-1-1 0 0,1 0 0 0 0,0 0 0 0 0,0 0 1 0 0,0-1-1 0 0,0 1 0 0 0,1-1 0 0 0,0 0 1 0 0,-1 0-1 0 0,1 0 0 0 0,0 0 0 0 0,0 0 0 0 0,1-1 1 0 0,-1 0-1 0 0,0 0 0 0 0,9 2 0 0 0,6 2-1706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8:02.9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72 11979 0 0,'0'1'262'0'0,"-1"1"1"0"0,1-1-1 0 0,0 0 1 0 0,0 1-1 0 0,0-1 0 0 0,0 0 1 0 0,0 1-1 0 0,0-1 1 0 0,0 0-1 0 0,0 1 1 0 0,0-1-1 0 0,1 0 1 0 0,-1 1-1 0 0,0-1 1 0 0,1 0-1 0 0,-1 0 1 0 0,1 0-1 0 0,1 2 1 0 0,15 37 1668 0 0,-12-30-1193 0 0,1 3-331 0 0,1 0 1 0 0,0 0-1 0 0,0-1 1 0 0,2 0-1 0 0,13 15 1 0 0,-18-22-372 0 0,0-1 0 0 0,0 0 0 0 0,0-1-1 0 0,1 1 1 0 0,-1-1 0 0 0,1 0 0 0 0,0 0 0 0 0,0 0 0 0 0,0 0 0 0 0,0-1 0 0 0,0 0 0 0 0,1 0 0 0 0,-1-1-1 0 0,1 1 1 0 0,-1-1 0 0 0,12 1 0 0 0,-14-3-40 0 0,1 1 0 0 0,-1-1 0 0 0,0 1 0 0 0,0-1 0 0 0,1 0 0 0 0,-1 0-1 0 0,0 0 1 0 0,0-1 0 0 0,0 1 0 0 0,0-1 0 0 0,0 0 0 0 0,-1 0 0 0 0,1 0 0 0 0,0 0 0 0 0,-1 0-1 0 0,1-1 1 0 0,-1 1 0 0 0,0-1 0 0 0,0 1 0 0 0,0-1 0 0 0,0 0 0 0 0,0 0 0 0 0,-1 0 0 0 0,1 0-1 0 0,0-4 1 0 0,1 1-197 0 0,-1-1-1 0 0,1 0 0 0 0,-2 1 1 0 0,1-1-1 0 0,-1 0 0 0 0,0 0 0 0 0,0 0 1 0 0,-1 1-1 0 0,0-1 0 0 0,0 0 1 0 0,-2-9-1 0 0,0 8-3 0 0,0 1-1 0 0,0 0 1 0 0,-1 0-1 0 0,0 0 1 0 0,0 0 0 0 0,0 0-1 0 0,-1 0 1 0 0,0 1 0 0 0,0 0-1 0 0,-1 0 1 0 0,0 0-1 0 0,0 0 1 0 0,0 1 0 0 0,-1 0-1 0 0,0 0 1 0 0,0 0 0 0 0,0 1-1 0 0,0 0 1 0 0,-1 0-1 0 0,1 0 1 0 0,-1 1 0 0 0,0 0-1 0 0,0 0 1 0 0,-1 1 0 0 0,1 0-1 0 0,0 0 1 0 0,-1 1-1 0 0,1 0 1 0 0,-1 0 0 0 0,0 1-1 0 0,-7 0 1 0 0,1 2-4688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8:03.3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 5065 0 0,'13'-1'6868'0'0,"15"-1"-1920"0"0,-23 5-4651 0 0,0 0-1 0 0,-1 0 1 0 0,0 1-1 0 0,1-1 1 0 0,-1 1-1 0 0,-1 0 1 0 0,1 0-1 0 0,0 0 1 0 0,-1 0 0 0 0,0 1-1 0 0,0-1 1 0 0,0 1-1 0 0,-1 0 1 0 0,4 8-1 0 0,-2-4-215 0 0,2 1-1 0 0,-1-1 0 0 0,9 10 0 0 0,-12-17-74 0 0,0 0-1 0 0,0 0 1 0 0,0 0 0 0 0,0 0 0 0 0,0-1 0 0 0,0 1 0 0 0,1-1-1 0 0,-1 1 1 0 0,1-1 0 0 0,-1 0 0 0 0,1 0 0 0 0,-1 0-1 0 0,1 0 1 0 0,0 0 0 0 0,0 0 0 0 0,3 0 0 0 0,-3-1-85 0 0,-1-1 0 0 0,1 1 0 0 0,-1 0 0 0 0,0-1 0 0 0,1 1 0 0 0,-1-1 0 0 0,0 0 0 0 0,0 0 0 0 0,1 1 0 0 0,-1-2 0 0 0,0 1 0 0 0,0 0 0 0 0,0 0 0 0 0,0-1 0 0 0,0 1 0 0 0,0-1 0 0 0,-1 1 0 0 0,1-1 0 0 0,1-2 0 0 0,31-44-1271 0 0,-18 23 1138 0 0,-13 22 138 0 0,1-3 141 0 0,1-1 1 0 0,0 2-1 0 0,0-1 1 0 0,0 0-1 0 0,1 1 1 0 0,7-5-1 0 0,-12 9-13 0 0,1 0 0 0 0,-1 1 1 0 0,0-1-1 0 0,1 1 0 0 0,-1-1 0 0 0,0 1 0 0 0,1-1 0 0 0,-1 1 1 0 0,1 0-1 0 0,-1 0 0 0 0,1 0 0 0 0,-1 0 0 0 0,1 0 1 0 0,-1 0-1 0 0,1 0 0 0 0,-1 0 0 0 0,0 0 0 0 0,1 1 1 0 0,-1-1-1 0 0,1 1 0 0 0,-1-1 0 0 0,0 1 0 0 0,1 0 1 0 0,-1-1-1 0 0,0 1 0 0 0,0 0 0 0 0,0 0 0 0 0,1 0 0 0 0,-1 0 1 0 0,0 0-1 0 0,0 0 0 0 0,0 0 0 0 0,0 0 0 0 0,-1 0 1 0 0,1 0-1 0 0,0 1 0 0 0,0-1 0 0 0,-1 0 0 0 0,2 3 1 0 0,6 10-66 0 0,2 0 0 0 0,0 0 1 0 0,0-1-1 0 0,1 0 0 0 0,1-1 1 0 0,23 19-1 0 0,-22-22-1043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8:04.0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167 525 2761 0 0,'-1'-1'480'0'0,"0"0"-1"0"0,0 0 1 0 0,0 0 0 0 0,0 0 0 0 0,-1 0 0 0 0,1 0 0 0 0,0 0 0 0 0,-1 0 0 0 0,1 0 0 0 0,0 1 0 0 0,-1-1 0 0 0,1 1-1 0 0,-1-1 1 0 0,1 1 0 0 0,-1 0 0 0 0,0-1 0 0 0,1 1 0 0 0,-1 0 0 0 0,1 0 0 0 0,-1 0 0 0 0,1 0 0 0 0,-1 0 0 0 0,-1 1-1 0 0,0 0-52 0 0,0 0 0 0 0,1 0 0 0 0,-1 0 0 0 0,1 1 0 0 0,-1-1 0 0 0,1 1 0 0 0,-1 0 0 0 0,1 0 0 0 0,0 0-1 0 0,0 0 1 0 0,-3 4 0 0 0,-3 5 20 0 0,0 0-1 0 0,1 1 0 0 0,0 1 0 0 0,-6 14 1 0 0,9-17-323 0 0,-5 9 168 0 0,-11 37-1 0 0,19-52-289 0 0,0 1-1 0 0,0-1 0 0 0,0 1 0 0 0,0 0 0 0 0,1-1 0 0 0,0 1 1 0 0,0 0-1 0 0,0-1 0 0 0,1 1 0 0 0,-1 0 0 0 0,1-1 1 0 0,0 1-1 0 0,0 0 0 0 0,3 4 0 0 0,-4-8-21 0 0,1 0 0 0 0,-1 0 1 0 0,1 0-1 0 0,-1 0 0 0 0,1 0 0 0 0,0-1 0 0 0,-1 1 1 0 0,1 0-1 0 0,0 0 0 0 0,0-1 0 0 0,-1 1 0 0 0,1-1 1 0 0,0 1-1 0 0,0 0 0 0 0,0-1 0 0 0,0 1 0 0 0,0-1 1 0 0,0 0-1 0 0,0 1 0 0 0,0-1 0 0 0,0 0 0 0 0,0 0 0 0 0,0 0 1 0 0,0 1-1 0 0,0-1 0 0 0,0 0 0 0 0,0 0 0 0 0,0-1 1 0 0,0 1-1 0 0,0 0 0 0 0,0 0 0 0 0,0 0 0 0 0,0-1 1 0 0,0 1-1 0 0,0 0 0 0 0,0-1 0 0 0,0 1 0 0 0,0-1 0 0 0,0 1 1 0 0,-1-1-1 0 0,1 0 0 0 0,0 1 0 0 0,0-1 0 0 0,0 0 1 0 0,-1 1-1 0 0,2-3 0 0 0,6-3-301 0 0,-1-1 0 0 0,-1-1 0 0 0,10-12 0 0 0,-15 19 297 0 0,8-14-348 0 0,0 0 0 0 0,-1 0 0 0 0,0-1 0 0 0,-1-1 0 0 0,-1 1 0 0 0,0-1 0 0 0,-2 0 0 0 0,0 0 0 0 0,0-1 0 0 0,-2 1 1 0 0,0-1-1 0 0,-1 0 0 0 0,-2-24 0 0 0,-4-23-851 0 0,-3 2 1 0 0,-21-83-1 0 0,24 125 1049 0 0,-1-6 265 0 0,4 11 169 0 0,-1 1-1 0 0,-1-1 0 0 0,0 1 1 0 0,-1-1-1 0 0,-1 2 0 0 0,-1-1 1 0 0,-9-16-1 0 0,16 30-166 0 0,-1 0 0 0 0,1 1 0 0 0,-1-1 0 0 0,1 0-1 0 0,-1 0 1 0 0,1 1 0 0 0,-1-1 0 0 0,0 0 0 0 0,1 1 0 0 0,-1-1 0 0 0,0 1-1 0 0,0-1 1 0 0,1 1 0 0 0,-1-1 0 0 0,0 1 0 0 0,0-1 0 0 0,0 1 0 0 0,0 0-1 0 0,0-1 1 0 0,0 1 0 0 0,0 0 0 0 0,1 0 0 0 0,-1 0 0 0 0,0 0 0 0 0,0 0-1 0 0,-1 0 1 0 0,0 0 41 0 0,1 1 0 0 0,0 0 0 0 0,-1-1-1 0 0,1 1 1 0 0,0 0 0 0 0,0 0 0 0 0,0 0 0 0 0,0 0-1 0 0,0 0 1 0 0,0 0 0 0 0,0 0 0 0 0,0 0-1 0 0,0 0 1 0 0,-1 3 0 0 0,-3 4 498 0 0,1 0 1 0 0,1 1-1 0 0,-6 17 0 0 0,4-4-420 0 0,1 0-1 0 0,1 0 1 0 0,1 0-1 0 0,1 0 1 0 0,1 1-1 0 0,1-1 1 0 0,1 0-1 0 0,1 0 1 0 0,1 0-1 0 0,1 0 1 0 0,1 0-1 0 0,8 20 1 0 0,-2-11-145 0 0,1-1 0 0 0,2 0 0 0 0,1-1 0 0 0,0-1 0 0 0,3 0 0 0 0,0-2 0 0 0,35 38 0 0 0,-45-54-56 0 0,1-1-1 0 0,1 0 1 0 0,-1 0 0 0 0,2-1-1 0 0,17 11 1 0 0,-25-17-41 0 0,0 0 1 0 0,0 0 0 0 0,0-1-1 0 0,0 1 1 0 0,1-1 0 0 0,-1 0-1 0 0,0 0 1 0 0,1 0 0 0 0,-1-1-1 0 0,1 0 1 0 0,-1 1 0 0 0,1-2 0 0 0,-1 1-1 0 0,0 0 1 0 0,1-1 0 0 0,-1 0-1 0 0,1 0 1 0 0,-1 0 0 0 0,0-1-1 0 0,7-2 1 0 0,0-3-136 0 0,0 1 1 0 0,-1-1-1 0 0,0-1 1 0 0,-1 0-1 0 0,0 0 1 0 0,0-1-1 0 0,10-12 1 0 0,4-9-427 0 0,19-35-1 0 0,21-28 68 0 0,-62 91 562 0 0,0 0 0 0 0,1 0 0 0 0,-1 1 0 0 0,0-1 0 0 0,1 1 0 0 0,0-1 0 0 0,-1 1 0 0 0,1 0 0 0 0,0-1 0 0 0,-1 1 0 0 0,1 0 0 0 0,0 0 0 0 0,0 0 0 0 0,0 1 0 0 0,0-1 1 0 0,0 0-1 0 0,0 1 0 0 0,0-1 0 0 0,3 1 0 0 0,-3 0 9 0 0,0 0 0 0 0,0 1 1 0 0,-1-1-1 0 0,1 1 0 0 0,0-1 0 0 0,0 1 1 0 0,-1 0-1 0 0,1 0 0 0 0,0 0 1 0 0,-1 0-1 0 0,1 0 0 0 0,-1 0 0 0 0,1 0 1 0 0,-1 1-1 0 0,0-1 0 0 0,0 0 1 0 0,2 3-1 0 0,5 8 160 0 0,-1 0 0 0 0,0 0 0 0 0,-1 1 0 0 0,7 23 1 0 0,-6-19-260 0 0,2 8 106 0 0,-7-17-36 0 0,0 0 0 0 0,1 0 1 0 0,0-1-1 0 0,1 1 0 0 0,0-1 0 0 0,0 0 0 0 0,0 0 0 0 0,1 0 0 0 0,0 0 0 0 0,7 7 1 0 0,-10-13-19 0 0,-1-1 1 0 0,0 1 0 0 0,1-1-1 0 0,-1 1 1 0 0,1-1 0 0 0,-1 0-1 0 0,1 0 1 0 0,-1 0 0 0 0,0 1-1 0 0,1-1 1 0 0,-1-1 0 0 0,1 1-1 0 0,-1 0 1 0 0,1 0 0 0 0,-1 0 0 0 0,1-1-1 0 0,-1 1 1 0 0,0-1 0 0 0,1 1-1 0 0,-1-1 1 0 0,1 0 0 0 0,-1 1-1 0 0,0-1 1 0 0,0 0 0 0 0,0 0-1 0 0,1 0 1 0 0,-1 0 0 0 0,0 0-1 0 0,0 0 1 0 0,0 0 0 0 0,0 0-1 0 0,0-2 1 0 0,34-43-193 0 0,-32 42 162 0 0,18-32-63 0 0,-15 24 127 0 0,0 1 0 0 0,1 0 0 0 0,1 0 0 0 0,10-12 0 0 0,-17 23-36 0 0,0 0 0 0 0,0-1 0 0 0,0 1-1 0 0,0 0 1 0 0,0 0 0 0 0,-1-1 0 0 0,1 1 0 0 0,0 0 0 0 0,0 0 0 0 0,0 0 0 0 0,0 0 0 0 0,0 0 0 0 0,0 0 0 0 0,0 1-1 0 0,0-1 1 0 0,0 0 0 0 0,-1 0 0 0 0,1 1 0 0 0,0-1 0 0 0,0 0 0 0 0,0 1 0 0 0,0-1 0 0 0,-1 1 0 0 0,1-1 0 0 0,0 1-1 0 0,0-1 1 0 0,-1 1 0 0 0,2 1 0 0 0,26 22-1393 0 0,-20-16 510 0 0,1-1-119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8:04.4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1 2761 0 0,'-11'28'12479'0'0,"-1"1"-6205"0"0,5-14-5861 0 0,1 0 1 0 0,0 0-1 0 0,1 1 0 0 0,1-1 0 0 0,0 1 0 0 0,-1 18 1 0 0,3-10-458 0 0,2 1 1 0 0,1-1-1 0 0,0 1 1 0 0,8 35 0 0 0,-7-54-18 0 0,-1 0 1 0 0,2 0 0 0 0,-1 0 0 0 0,0 0 0 0 0,1 0 0 0 0,0 0 0 0 0,0-1 0 0 0,1 0 0 0 0,0 1 0 0 0,4 4 0 0 0,-5-8-41 0 0,0 1 0 0 0,0-1 0 0 0,0 1 0 0 0,0-1 0 0 0,1 0 0 0 0,-1 0 1 0 0,1-1-1 0 0,-1 1 0 0 0,1-1 0 0 0,0 0 0 0 0,-1 1 0 0 0,1-2 0 0 0,0 1 0 0 0,0 0 0 0 0,0-1 0 0 0,0 0 1 0 0,7 0-1 0 0,8-3-1920 0 0,-1-4-5156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8:04.6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11 165 920 0 0,'-1'-38'-574'0'0,"-2"-9"3821"0"0,-3-32 15481 0 0,16 184-17354 0 0,27 112 0 0 0,-30-181-1191 0 0,-5-24-315 0 0,4 18 296 0 0,14 46 0 0 0,-18-68-476 0 0,1-1 0 0 0,0 0 0 0 0,1 1 0 0 0,-1-1 0 0 0,2 0 0 0 0,-1-1 0 0 0,0 1 0 0 0,1-1-1 0 0,1 0 1 0 0,-1 0 0 0 0,9 7 0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8:04.9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1 243 4145 0 0,'0'-9'516'0'0,"0"-1"0"0"0,0 0 0 0 0,1 1 0 0 0,0-1 0 0 0,1 0 1 0 0,0 1-1 0 0,0 0 0 0 0,1-1 0 0 0,0 1 0 0 0,1 0 0 0 0,0 0 0 0 0,0 1 0 0 0,1-1 0 0 0,6-8 1 0 0,-5 8-276 0 0,0 1 0 0 0,0 0 1 0 0,1 1-1 0 0,0 0 0 0 0,1 0 1 0 0,-1 0-1 0 0,1 1 1 0 0,0 0-1 0 0,1 0 0 0 0,-1 1 1 0 0,1 0-1 0 0,0 1 1 0 0,14-5-1 0 0,-22 8-172 0 0,0 1 1 0 0,-1 0-1 0 0,1 0 1 0 0,0 0-1 0 0,-1 0 1 0 0,1 0-1 0 0,0 0 1 0 0,0 0-1 0 0,-1 0 1 0 0,1 0-1 0 0,0 0 1 0 0,-1 1-1 0 0,1-1 1 0 0,0 0-1 0 0,-1 0 0 0 0,1 1 1 0 0,0-1-1 0 0,-1 0 1 0 0,1 1-1 0 0,-1-1 1 0 0,1 0-1 0 0,0 1 1 0 0,-1-1-1 0 0,1 1 1 0 0,-1-1-1 0 0,1 1 1 0 0,-1 0-1 0 0,0-1 1 0 0,1 1-1 0 0,-1-1 1 0 0,0 1-1 0 0,1 0 0 0 0,-1-1 1 0 0,0 1-1 0 0,1 0 1 0 0,-1-1-1 0 0,0 1 1 0 0,0 0-1 0 0,0-1 1 0 0,0 1-1 0 0,0 0 1 0 0,0 1-1 0 0,1 42 1446 0 0,-1-22-1537 0 0,2-9-72 0 0,0 0 0 0 0,0-1 0 0 0,2 1 0 0 0,-1-1 1 0 0,2 0-1 0 0,0 0 0 0 0,0 0 0 0 0,1-1 1 0 0,0 1-1 0 0,1-1 0 0 0,0-1 0 0 0,1 1 1 0 0,0-1-1 0 0,1-1 0 0 0,11 11 0 0 0,-23-25-235 0 0,0 1 1 0 0,0-1-1 0 0,1 0 0 0 0,-1 0 0 0 0,1 0 0 0 0,0-1 0 0 0,-2-9 1 0 0,-9-46-62 0 0,12 59 320 0 0,-7-56-826 0 0,7 40-4185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8:05.2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2304 0 0,'1'1'320'0'0,"51"57"6537"0"0,-48-54-6310 0 0,-1 0 1 0 0,0 1-1 0 0,0-1 0 0 0,0 1 0 0 0,-1-1 0 0 0,0 1 0 0 0,0 0 0 0 0,0 0 1 0 0,0 0-1 0 0,-1 0 0 0 0,0 1 0 0 0,1 4 0 0 0,-4-1 1183 0 0,-3-12-820 0 0,-3-15-1317 0 0,5-7-2197 0 0,3 9-3353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8:05.5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 0 6305 0 0,'-3'8'754'0'0,"-7"6"4473"0"0,-1 3 384 0 0,-8 48 395 0 0,13-35-6148 0 0,-5 41-1 0 0,10-63 83 0 0,1 0-1 0 0,0 0 0 0 0,1 0 1 0 0,-1 0-1 0 0,2 0 0 0 0,-1 0 1 0 0,1 0-1 0 0,0 0 0 0 0,1-1 1 0 0,0 1-1 0 0,0-1 0 0 0,0 1 1 0 0,1-1-1 0 0,0 0 0 0 0,1 0 1 0 0,-1-1-1 0 0,1 0 0 0 0,1 1 0 0 0,-1-2 1 0 0,1 1-1 0 0,13 9 0 0 0,-18-14-75 0 0,0 0-1 0 0,0 0 1 0 0,0 0 0 0 0,0 1-1 0 0,-1-1 1 0 0,1 0-1 0 0,0 0 1 0 0,-1 0-1 0 0,1 1 1 0 0,0-1-1 0 0,-1 0 1 0 0,0 0-1 0 0,1 1 1 0 0,-1-1-1 0 0,0 1 1 0 0,0-1-1 0 0,1 0 1 0 0,-1 1-1 0 0,0-1 1 0 0,0 0 0 0 0,-1 1-1 0 0,1-1 1 0 0,0 1-1 0 0,-1 1 1 0 0,0 2-1047 0 0,-1 0 0 0 0,0-1 0 0 0,0 0 0 0 0,0 1 0 0 0,0-1 0 0 0,-4 4 1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16.11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195 130 1376 0 0,'-9'-29'287'0'0,"-12"-26"4767"0"0,20 52-4644 0 0,-1-1 1 0 0,0 0 0 0 0,-1 1 0 0 0,1 0-1 0 0,-1-1 1 0 0,1 1 0 0 0,-1 0-1 0 0,0 0 1 0 0,0 1 0 0 0,-1-1-1 0 0,-4-3 1 0 0,7 6-228 0 0,-1-1 0 0 0,1 0 0 0 0,0 1 0 0 0,-1-1-1 0 0,1 1 1 0 0,-1-1 0 0 0,1 1 0 0 0,0 0 0 0 0,-1-1 0 0 0,1 1-1 0 0,-1 0 1 0 0,1 0 0 0 0,-1 0 0 0 0,1 0 0 0 0,-1 1 0 0 0,1-1-1 0 0,-1 0 1 0 0,1 1 0 0 0,0-1 0 0 0,-1 0 0 0 0,-1 2 0 0 0,0 0 60 0 0,0-1-1 0 0,0 1 1 0 0,1 0 0 0 0,-1 1 0 0 0,0-1 0 0 0,1 0 0 0 0,-1 1 0 0 0,-3 5 0 0 0,0 1 132 0 0,0 1 0 0 0,0 1 0 0 0,1-1-1 0 0,-6 17 1 0 0,3 1-248 0 0,0 0 1 0 0,2 0-1 0 0,2 1 0 0 0,0 0 0 0 0,2 0 1 0 0,1 0-1 0 0,1 0 0 0 0,2 0 0 0 0,1-1 0 0 0,1 1 1 0 0,1 0-1 0 0,2-1 0 0 0,0 0 0 0 0,24 53 1 0 0,-27-73-251 0 0,0 0 1 0 0,1 0 0 0 0,0 0-1 0 0,0-1 1 0 0,1 0 0 0 0,0 0-1 0 0,0 0 1 0 0,1-1 0 0 0,0 0 0 0 0,0 0-1 0 0,1 0 1 0 0,-1-1 0 0 0,14 7-1 0 0,7-1-7022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16.61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29 5529 0 0,'-2'13'11593'0'0,"22"-9"-10849"0"0,-15-2-544 0 0,1 0-1 0 0,-1 1 1 0 0,0-1-1 0 0,0 1 1 0 0,-1 1-1 0 0,1-1 0 0 0,-1 1 1 0 0,1-1-1 0 0,-1 1 1 0 0,0 1-1 0 0,-1-1 1 0 0,1 0-1 0 0,-1 1 0 0 0,0 0 1 0 0,0 0-1 0 0,0 0 1 0 0,0 0-1 0 0,-1 0 0 0 0,0 0 1 0 0,0 1-1 0 0,1 8 1 0 0,3 13-294 0 0,-2-1 1 0 0,-1 1-1 0 0,-1 39 1 0 0,0-8-56 0 0,-2-45-49 0 0,0-9 76 0 0,0 0 0 0 0,0 0-1 0 0,0 0 1 0 0,0 1 0 0 0,1-1 0 0 0,0 0-1 0 0,-1 0 1 0 0,2 0 0 0 0,-1 0 0 0 0,3 6-1 0 0,-3-10 96 0 0,-1 0-1 0 0,1 0 1 0 0,-1 0-1 0 0,1 0 0 0 0,-1 0 1 0 0,1 0-1 0 0,-1 0 1 0 0,0-1-1 0 0,1 1 1 0 0,-1 0-1 0 0,1 0 0 0 0,-1-1 1 0 0,1 1-1 0 0,-1 0 1 0 0,0-1-1 0 0,1 1 0 0 0,-1 0 1 0 0,0-1-1 0 0,1 1 1 0 0,-1-1-1 0 0,0 1 1 0 0,0 0-1 0 0,1-1 0 0 0,-1 1 1 0 0,0-1-1 0 0,0 1 1 0 0,0-1-1 0 0,1 0 0 0 0,8-16-292 0 0,19-57 51 0 0,-7 18 271 0 0,2 1-1 0 0,48-85 1 0 0,-67 134 202 0 0,0 0 1 0 0,0 1-1 0 0,0-1 1 0 0,1 1-1 0 0,0 0 0 0 0,0 0 1 0 0,0 0-1 0 0,10-6 1 0 0,-13 10-151 0 0,-1 0 1 0 0,1 0-1 0 0,0 1 1 0 0,0-1 0 0 0,0 0-1 0 0,0 1 1 0 0,0-1 0 0 0,0 1-1 0 0,-1 0 1 0 0,1 0-1 0 0,0 0 1 0 0,0 0 0 0 0,0 0-1 0 0,0 0 1 0 0,0 0 0 0 0,0 0-1 0 0,0 1 1 0 0,0-1-1 0 0,0 1 1 0 0,0 0 0 0 0,0-1-1 0 0,0 1 1 0 0,-1 0 0 0 0,1 0-1 0 0,0 0 1 0 0,-1 0-1 0 0,1 1 1 0 0,-1-1 0 0 0,1 0-1 0 0,-1 1 1 0 0,1-1 0 0 0,-1 1-1 0 0,2 2 1 0 0,12 16 114 0 0,-1 1 0 0 0,-1 0 0 0 0,16 38 0 0 0,-20-38-858 0 0,1-1-1 0 0,1 0 1 0 0,1-1-1 0 0,1-1 1 0 0,15 19-1 0 0,-19-27-1141 0 0,1-1 0 0 0,21 17 0 0 0,-19-18 1783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16.9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1 146 2304 0 0,'0'10'1898'0'0,"1"0"-1"0"0,0 0 0 0 0,1 0 0 0 0,0 0 1 0 0,5 12-1 0 0,-5-15-1491 0 0,1 0-1 0 0,0 1 1 0 0,0-2 0 0 0,1 1 0 0 0,-1 0-1 0 0,2-1 1 0 0,-1 1 0 0 0,1-1 0 0 0,0 0-1 0 0,0-1 1 0 0,0 1 0 0 0,9 6 0 0 0,-7-9-293 0 0,0 0 0 0 0,-1 0 0 0 0,1 0 0 0 0,1-1 0 0 0,-1 1 0 0 0,0-2 0 0 0,0 1 0 0 0,1-1 0 0 0,-1 0 1 0 0,1-1-1 0 0,-1 0 0 0 0,1 0 0 0 0,-1 0 0 0 0,1-1 0 0 0,-1 0 0 0 0,0-1 0 0 0,1 0 0 0 0,-1 0 0 0 0,0 0 0 0 0,0-1 0 0 0,9-5 1 0 0,-11 6-82 0 0,-1 0 0 0 0,1-1 0 0 0,0 1 1 0 0,-1-1-1 0 0,0 0 0 0 0,0 0 1 0 0,0-1-1 0 0,0 1 0 0 0,-1-1 1 0 0,1 0-1 0 0,-1 0 0 0 0,0 0 1 0 0,0 0-1 0 0,0-1 0 0 0,-1 1 1 0 0,1-1-1 0 0,-1 0 0 0 0,0 0 1 0 0,-1 0-1 0 0,1 0 0 0 0,-1 0 1 0 0,0 0-1 0 0,0 0 0 0 0,0 0 1 0 0,-1 0-1 0 0,0 0 0 0 0,0-1 1 0 0,0 1-1 0 0,-1 0 0 0 0,1 0 0 0 0,-3-5 1 0 0,0 1-31 0 0,0 0 0 0 0,-1 0-1 0 0,0 1 1 0 0,-1 0 0 0 0,0 0 0 0 0,0 0 0 0 0,0 0 0 0 0,-1 1 0 0 0,-1 0 0 0 0,1 0-1 0 0,-10-7 1 0 0,6 5-266 0 0,-1 0 0 0 0,-1 2-1 0 0,1-1 1 0 0,-1 1-1 0 0,-1 1 1 0 0,1 0 0 0 0,-15-4-1 0 0,24 9 35 0 0,1 0-1 0 0,-1 1 0 0 0,0-1 1 0 0,0 0-1 0 0,0 1 0 0 0,1 0 1 0 0,-1 0-1 0 0,0-1 0 0 0,0 2 1 0 0,0-1-1 0 0,0 0 0 0 0,0 1 1 0 0,1-1-1 0 0,-1 1 0 0 0,0 0 1 0 0,0 0-1 0 0,-4 2 0 0 0,2 1-888 0 0,0-1 0 0 0,0 1-1 0 0,0 1 1 0 0,1-1-1 0 0,0 1 1 0 0,-7 8-1 0 0,-1 1 182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17.30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266 5 10594 0 0,'-14'-2'585'0'0,"-1"1"0"0"0,1 0 0 0 0,0 1 0 0 0,0 0 0 0 0,0 2 0 0 0,-1-1 0 0 0,1 2 0 0 0,0 0-1 0 0,-21 7 1 0 0,29-7-360 0 0,0-1 0 0 0,0 1 0 0 0,0 0-1 0 0,0 0 1 0 0,1 1 0 0 0,0 0-1 0 0,0 0 1 0 0,0 0 0 0 0,0 1 0 0 0,0-1-1 0 0,1 1 1 0 0,0 0 0 0 0,0 0-1 0 0,0 1 1 0 0,1-1 0 0 0,0 1 0 0 0,0 0-1 0 0,0 0 1 0 0,1 0 0 0 0,0 0-1 0 0,0 0 1 0 0,0 0 0 0 0,0 8 0 0 0,-1 7-28 0 0,2 1 0 0 0,1-1 0 0 0,0 0 1 0 0,5 27-1 0 0,20 86 177 0 0,-11-69-233 0 0,-1-2-29 0 0,28 82 0 0 0,-30-114-204 0 0,2 0-1 0 0,1-1 1 0 0,1-1 0 0 0,29 40 0 0 0,-16-28-1079 0 0,-17-24 45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17.48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1 221 4609 0 0,'0'-3'325'0'0,"0"0"1"0"0,1 0-1 0 0,-1 0 0 0 0,1 0 0 0 0,0 0 1 0 0,0 1-1 0 0,0-1 0 0 0,0 0 0 0 0,0 1 1 0 0,1-1-1 0 0,-1 1 0 0 0,1-1 0 0 0,-1 1 1 0 0,1 0-1 0 0,0-1 0 0 0,4-2 0 0 0,37-36 3876 0 0,-41 39-4220 0 0,7-5 150 0 0,1 0 0 0 0,0 1 0 0 0,0-1-1 0 0,0 2 1 0 0,1 0 0 0 0,16-6-1 0 0,69-15 779 0 0,-70 21-760 0 0,0-2 0 0 0,0-1 0 0 0,24-10 0 0 0,-14 0-149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17.70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 1 10594 0 0,'-2'5'492'0'0,"-1"0"-1"0"0,1 1 1 0 0,0 0-1 0 0,0 0 1 0 0,1-1-1 0 0,0 1 1 0 0,0 0-1 0 0,0 0 0 0 0,1 12 1 0 0,6 61 2133 0 0,-2-38-1486 0 0,-3-39-1101 0 0,1 40 451 0 0,1 1 1 0 0,3-1 0 0 0,2-1 0 0 0,16 56-1 0 0,-16-75-779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17.99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1 120 8290 0 0,'4'9'677'0'0,"1"0"1"0"0,1-1-1 0 0,-1 1 0 0 0,1-1 1 0 0,1 0-1 0 0,0-1 0 0 0,0 1 1 0 0,0-2-1 0 0,1 1 1 0 0,0-1-1 0 0,0 0 0 0 0,1 0 1 0 0,-1-1-1 0 0,13 5 1 0 0,-18-8-595 0 0,-1-1 0 0 0,1 0 0 0 0,0 0 0 0 0,0 0 0 0 0,0 0 1 0 0,0 0-1 0 0,0-1 0 0 0,0 1 0 0 0,1-1 0 0 0,-1 0 1 0 0,0 0-1 0 0,0 0 0 0 0,0 0 0 0 0,0-1 0 0 0,0 1 0 0 0,0-1 1 0 0,0 0-1 0 0,0 0 0 0 0,0 0 0 0 0,0 0 0 0 0,0 0 0 0 0,0-1 1 0 0,-1 1-1 0 0,1-1 0 0 0,0 0 0 0 0,-1 0 0 0 0,0 0 0 0 0,1 0 1 0 0,-1 0-1 0 0,0 0 0 0 0,2-3 0 0 0,-2 1-123 0 0,0 1 0 0 0,-1 0 0 0 0,1-1 0 0 0,-1 1 0 0 0,0-1 1 0 0,0 0-1 0 0,0 1 0 0 0,0-1 0 0 0,-1 0 0 0 0,0 1 0 0 0,1-1 0 0 0,-1 0 0 0 0,-1 0 0 0 0,1 1 0 0 0,0-1 0 0 0,-1 0 0 0 0,0 1 0 0 0,0-1 0 0 0,0 0 0 0 0,0 1 0 0 0,-1-1 0 0 0,1 1 0 0 0,-1 0 1 0 0,0-1-1 0 0,-3-3 0 0 0,-3-4-361 0 0,-1-1 1 0 0,0 2 0 0 0,-1-1 0 0 0,0 1-1 0 0,-13-9 1 0 0,17 13-257 0 0,-1 2-1 0 0,0-1 1 0 0,0 1 0 0 0,0 0-1 0 0,-1 1 1 0 0,1-1-1 0 0,-1 2 1 0 0,1-1 0 0 0,-1 1-1 0 0,-12-2 1 0 0,6 3-3847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18.4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125 0 3225 0 0,'-1'0'265'0'0,"-1"1"1"0"0,0-1-1 0 0,0 1 1 0 0,1-1-1 0 0,-1 1 1 0 0,1 0 0 0 0,-1 0-1 0 0,0 0 1 0 0,1 0-1 0 0,0 0 1 0 0,-1 0-1 0 0,1 0 1 0 0,-1 0-1 0 0,1 0 1 0 0,0 1-1 0 0,0-1 1 0 0,0 0-1 0 0,0 1 1 0 0,-1 1 0 0 0,-20 37 3314 0 0,16-26-3013 0 0,-9 14 868 0 0,1 1 1 0 0,-9 32 0 0 0,19-51-1054 0 0,1 1 0 0 0,0 0 0 0 0,1 0 0 0 0,0 0 0 0 0,1 0 1 0 0,0 0-1 0 0,1 0 0 0 0,0 0 0 0 0,3 17 0 0 0,-3-25-325 0 0,1-1-1 0 0,-1 0 1 0 0,1 0 0 0 0,0 0-1 0 0,0 0 1 0 0,-1 0 0 0 0,1 0-1 0 0,0-1 1 0 0,1 1 0 0 0,-1 0-1 0 0,0 0 1 0 0,0-1-1 0 0,1 1 1 0 0,-1-1 0 0 0,1 1-1 0 0,0-1 1 0 0,-1 1 0 0 0,1-1-1 0 0,0 0 1 0 0,0 0 0 0 0,0 0-1 0 0,-1 0 1 0 0,1 0 0 0 0,0-1-1 0 0,0 1 1 0 0,3 0-1 0 0,-4-1-68 0 0,1 0-1 0 0,0 0 0 0 0,-1 0 0 0 0,1 0 1 0 0,0 0-1 0 0,-1 0 0 0 0,1-1 0 0 0,-1 1 0 0 0,1-1 1 0 0,-1 1-1 0 0,1-1 0 0 0,0 0 0 0 0,-1 1 1 0 0,0-1-1 0 0,1 0 0 0 0,-1 0 0 0 0,0 0 0 0 0,1 0 1 0 0,-1 0-1 0 0,0-1 0 0 0,0 1 0 0 0,0 0 1 0 0,0 0-1 0 0,0-1 0 0 0,0 1 0 0 0,0 0 0 0 0,0-1 1 0 0,-1 1-1 0 0,1-1 0 0 0,-1 0 0 0 0,1 1 1 0 0,-1-1-1 0 0,1-1 0 0 0,14-96-1485 0 0,-13 101 1473 0 0,0 1-1 0 0,0-1 0 0 0,0 1 0 0 0,0 0 0 0 0,0 0 0 0 0,-1 0 0 0 0,3 6 1 0 0,0 2 108 0 0,1-1 0 0 0,0 0 1 0 0,0 0-1 0 0,1 0 0 0 0,1-1 1 0 0,0 0-1 0 0,0 0 0 0 0,12 12 1 0 0,-14-17-10 0 0,1 0-1 0 0,0 0 1 0 0,0 0 0 0 0,0 0 0 0 0,0-1 0 0 0,0 0-1 0 0,1-1 1 0 0,-1 1 0 0 0,1-1 0 0 0,-1 0 0 0 0,1-1-1 0 0,0 0 1 0 0,0 0 0 0 0,0 0 0 0 0,8-1 0 0 0,-9 0-42 0 0,0 0 1 0 0,0 0-1 0 0,0-1 1 0 0,0 0 0 0 0,0 0-1 0 0,-1-1 1 0 0,1 0-1 0 0,0 0 1 0 0,-1 0 0 0 0,1-1-1 0 0,-1 1 1 0 0,0-1-1 0 0,7-5 1 0 0,-9 6-15 0 0,0-1 0 0 0,0 0 0 0 0,-1 0-1 0 0,1 0 1 0 0,-1 0 0 0 0,1 0 0 0 0,-1-1 0 0 0,0 1 0 0 0,0-1 0 0 0,0 0 0 0 0,-1 1 0 0 0,1-1 0 0 0,-1 0 0 0 0,0 0-1 0 0,0 0 1 0 0,0 0 0 0 0,-1 0 0 0 0,1 0 0 0 0,-1 0 0 0 0,0-5 0 0 0,-2-9-532 0 0,-1 1 1 0 0,0 0-1 0 0,-2 1 0 0 0,1-1 0 0 0,-2 1 1 0 0,-11-23-1 0 0,13 28-123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18.86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1 456 0 0,'10'10'16193'0'0,"33"16"-14015"0"0,0-1-1117 0 0,-16-6-745 0 0,-1 0 0 0 0,-1 2-1 0 0,-1 1 1 0 0,-1 1 0 0 0,-1 1 0 0 0,-1 1-1 0 0,-1 1 1 0 0,-1 0 0 0 0,-1 1 0 0 0,-2 2-1 0 0,25 58 1 0 0,-28-54-237 0 0,-2 1 1 0 0,-2 1-1 0 0,-1-1 1 0 0,-2 1-1 0 0,-1 1 0 0 0,-1-1 1 0 0,-3 1-1 0 0,0-1 1 0 0,-3 1-1 0 0,-10 63 1 0 0,-4-30-130 0 0,-3-1 1 0 0,-40 96 0 0 0,41-119-133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20.85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93 120 5985 0 0,'1'-20'3330'0'0,"-1"7"-1301"0"0,0-1 0 0 0,0 0-1 0 0,-1 0 1 0 0,-6-26 0 0 0,7 40-1997 0 0,0-1 0 0 0,0 1 0 0 0,0 0 0 0 0,0 0 0 0 0,0 0 1 0 0,0-1-1 0 0,-1 1 0 0 0,1 0 0 0 0,0 0 0 0 0,0 0 0 0 0,0-1 0 0 0,0 1 0 0 0,0 0 0 0 0,0 0 1 0 0,0 0-1 0 0,-1 0 0 0 0,1-1 0 0 0,0 1 0 0 0,0 0 0 0 0,0 0 0 0 0,0 0 0 0 0,-1 0 1 0 0,1 0-1 0 0,0 0 0 0 0,0-1 0 0 0,0 1 0 0 0,-1 0 0 0 0,1 0 0 0 0,0 0 0 0 0,0 0 0 0 0,0 0 1 0 0,-1 0-1 0 0,1 0 0 0 0,0 0 0 0 0,0 0 0 0 0,-1 0 0 0 0,1 0 0 0 0,0 0 0 0 0,0 0 1 0 0,0 0-1 0 0,-1 0 0 0 0,1 0 0 0 0,0 0 0 0 0,0 1 0 0 0,-11 8 476 0 0,-4 17-261 0 0,6-6-152 0 0,1 1 0 0 0,1 0 0 0 0,0 0 0 0 0,2 1-1 0 0,1 0 1 0 0,-2 23 0 0 0,-1 132 171 0 0,7-149-251 0 0,1-1 0 0 0,2 1 0 0 0,0-1 0 0 0,2 0 0 0 0,15 48 0 0 0,-14-59-10 0 0,1 0 0 0 0,0-1 0 0 0,1 1-1 0 0,1-2 1 0 0,0 1 0 0 0,1-1 0 0 0,0-1 0 0 0,1 0 0 0 0,1-1 0 0 0,21 19 0 0 0,-19-20-316 0 0,0 0 0 0 0,0-1 1 0 0,2 0-1 0 0,-1-1 0 0 0,1-1 0 0 0,0 0 1 0 0,27 8-1 0 0,1-5-7005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21.16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191 63 8290 0 0,'-6'-7'1164'0'0,"1"1"1"0"0,-2 0-1 0 0,1 0 0 0 0,-1 1 1 0 0,1-1-1 0 0,-1 1 0 0 0,-1 1 1 0 0,1 0-1 0 0,-9-4 1 0 0,14 7-1075 0 0,-1 0 0 0 0,1 0 1 0 0,0 1-1 0 0,0-1 0 0 0,-1 0 1 0 0,1 1-1 0 0,-1 0 0 0 0,1 0 1 0 0,0 0-1 0 0,-1 0 1 0 0,1 0-1 0 0,-1 0 0 0 0,1 0 1 0 0,0 1-1 0 0,-1-1 0 0 0,1 1 1 0 0,0 0-1 0 0,-1 0 0 0 0,1-1 1 0 0,0 2-1 0 0,0-1 1 0 0,0 0-1 0 0,0 0 0 0 0,0 1 1 0 0,0-1-1 0 0,0 1 0 0 0,0-1 1 0 0,1 1-1 0 0,-1 0 0 0 0,1 0 1 0 0,-1 0-1 0 0,1 0 1 0 0,-1 0-1 0 0,1 0 0 0 0,0 0 1 0 0,-1 4-1 0 0,-4 8-6 0 0,0 2 0 0 0,1-1-1 0 0,1 0 1 0 0,1 1 0 0 0,-3 21 0 0 0,-1 84 45 0 0,7-90-110 0 0,-2 15-22 0 0,2 1 1 0 0,8 49-1 0 0,-6-81-165 0 0,1 0-1 0 0,0 0 0 0 0,1 0 0 0 0,1 0 1 0 0,0-1-1 0 0,1 0 0 0 0,0 0 1 0 0,1 0-1 0 0,1-1 0 0 0,12 16 1 0 0,-1-6-788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21.38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0 399 8290 0 0,'1'-5'250'0'0,"-1"0"1"0"0,1 0-1 0 0,1 1 1 0 0,-1-1 0 0 0,0 0-1 0 0,1 0 1 0 0,0 1-1 0 0,0-1 1 0 0,1 1-1 0 0,-1-1 1 0 0,6-6 0 0 0,42-47 2560 0 0,-27 33-2372 0 0,10-13-2074 0 0,65-58-1 0 0,-79 80 1027 0 0,0 1-1 0 0,2 1 0 0 0,0 1 0 0 0,0 1 0 0 0,36-15 1 0 0,-32 16 609 0 0,1 1 0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21.5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0 6913 0 0,'-2'2'727'0'0,"1"0"-1"0"0,-1 0 1 0 0,1 0-1 0 0,0 0 1 0 0,-1 0-1 0 0,1 0 1 0 0,0 0-1 0 0,1 1 1 0 0,-1-1-1 0 0,-1 3 1 0 0,-1 30 3637 0 0,9 35-1582 0 0,-4-60-2534 0 0,6 39-192 0 0,2 0-1 0 0,2-1 1 0 0,3-1-1 0 0,29 68 1 0 0,-32-90-732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22.23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107 78 12899 0 0,'-2'1'433'0'0,"-1"0"1"0"0,1 0-1 0 0,0 0 0 0 0,-1 0 1 0 0,1 0-1 0 0,0 1 0 0 0,0-1 1 0 0,0 1-1 0 0,0 0 1 0 0,0 0-1 0 0,0-1 0 0 0,1 1 1 0 0,-1 1-1 0 0,1-1 0 0 0,-1 0 1 0 0,-1 4-1 0 0,1-1-144 0 0,0 0-1 0 0,0 0 1 0 0,1 0-1 0 0,0 1 1 0 0,0-1-1 0 0,0 0 0 0 0,0 10 1 0 0,2-2-247 0 0,-1-1 0 0 0,2 0 0 0 0,0 0 0 0 0,0 0 1 0 0,1 0-1 0 0,7 18 0 0 0,-5-18-1 0 0,0-1 1 0 0,1 0-1 0 0,8 12 1 0 0,-12-20-75 0 0,0 0 0 0 0,1 0 0 0 0,-1 0 1 0 0,1-1-1 0 0,-1 1 0 0 0,1-1 0 0 0,0 1 0 0 0,0-1 1 0 0,0 0-1 0 0,0 0 0 0 0,0 0 0 0 0,1 0 1 0 0,-1-1-1 0 0,1 0 0 0 0,3 2 0 0 0,-16-17-3639 0 0,-9-4 1670 0 0,2 6 1419 0 0,0-1 1 0 0,1-1 0 0 0,0-1 0 0 0,2 0 0 0 0,-20-27 0 0 0,30 38 739 0 0,-1-1 0 0 0,2 0 0 0 0,-1 0 0 0 0,1 0 0 0 0,-1 0 0 0 0,1 0 0 0 0,1-1 0 0 0,-1 1 0 0 0,1-1 1 0 0,0 1-1 0 0,0-1 0 0 0,1 1 0 0 0,-1-1 0 0 0,1 1 0 0 0,1-1 0 0 0,-1 1 0 0 0,1-1 0 0 0,0 0 0 0 0,0 1 0 0 0,0 0 0 0 0,1-1 0 0 0,0 1 0 0 0,0 0 0 0 0,0 0 0 0 0,5-8 0 0 0,-3 8-58 0 0,0 0 0 0 0,0 0 0 0 0,1 0 0 0 0,-1 0 0 0 0,1 1 0 0 0,0 0 0 0 0,1 0-1 0 0,-1 0 1 0 0,1 1 0 0 0,-1-1 0 0 0,1 1 0 0 0,0 1 0 0 0,0-1 0 0 0,1 1 0 0 0,-1 0-1 0 0,0 0 1 0 0,1 1 0 0 0,-1 0 0 0 0,1 0 0 0 0,10 0 0 0 0,-8 1 28 0 0,0 0 0 0 0,0 1 0 0 0,1 0 0 0 0,-1 0 0 0 0,0 1 0 0 0,0 0 0 0 0,-1 1 0 0 0,1 0-1 0 0,0 0 1 0 0,-1 1 0 0 0,0 0 0 0 0,0 1 0 0 0,0-1 0 0 0,8 8 0 0 0,-3 0-88 0 0,-1 2 0 0 0,-1-1 0 0 0,0 2 0 0 0,-1-1 0 0 0,14 29 0 0 0,-14-24-65 0 0,1 0 0 0 0,1-1 0 0 0,28 32 0 0 0,-36-46-32 0 0,1 0 0 0 0,-1 0 1 0 0,1 0-1 0 0,0 0 1 0 0,0-1-1 0 0,0 0 1 0 0,0 0-1 0 0,1-1 1 0 0,-1 1-1 0 0,1-1 0 0 0,0 0 1 0 0,0-1-1 0 0,0 1 1 0 0,-1-1-1 0 0,1 0 1 0 0,0-1-1 0 0,1 1 1 0 0,8-1-1 0 0,-12-1 45 0 0,0 1 0 0 0,1-1 0 0 0,-1 1-1 0 0,0-1 1 0 0,1 0 0 0 0,-1-1 0 0 0,0 1 0 0 0,0 0 0 0 0,0-1 0 0 0,0 0 0 0 0,0 1-1 0 0,0-1 1 0 0,0 0 0 0 0,0-1 0 0 0,-1 1 0 0 0,1 0 0 0 0,-1-1 0 0 0,0 1-1 0 0,0-1 1 0 0,0 0 0 0 0,2-3 0 0 0,3-7 109 0 0,-1 0 1 0 0,-1 0-1 0 0,0 0 0 0 0,3-14 0 0 0,11-27 819 0 0,-17 54-826 0 0,1 1 0 0 0,-1-1 0 0 0,1 0 0 0 0,0 1 0 0 0,-1 0 1 0 0,1 0-1 0 0,-1 0 0 0 0,1 0 0 0 0,-1 0 0 0 0,0 0 0 0 0,5 4 0 0 0,1-1 1 0 0,-1-1-81 0 0,12 5 48 0 0,1-1-1 0 0,-1-1 0 0 0,23 4 0 0 0,-38-9-33 0 0,0 0-1 0 0,0-1 0 0 0,1 1 0 0 0,-1-1 0 0 0,0 0 1 0 0,0 0-1 0 0,1 0 0 0 0,-1-1 0 0 0,0 1 0 0 0,0-1 1 0 0,1 0-1 0 0,-1 0 0 0 0,0-1 0 0 0,0 1 0 0 0,0-1 1 0 0,-1 0-1 0 0,1 0 0 0 0,0 0 0 0 0,-1 0 0 0 0,1-1 1 0 0,4-4-1 0 0,-7 5-17 0 0,1 0 0 0 0,-1 0 0 0 0,0 0 1 0 0,0-1-1 0 0,1 1 0 0 0,-2 0 0 0 0,1-1 0 0 0,0 1 1 0 0,0 0-1 0 0,-1-1 0 0 0,0 1 0 0 0,1-1 0 0 0,-1 1 1 0 0,0-1-1 0 0,0-4 0 0 0,-9-42-452 0 0,3 22-803 0 0,3 5-4079 0 0,0 1-1758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22.79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50 6913 0 0,'-1'-1'257'0'0,"0"0"0"0"0,0 1 0 0 0,0-1-1 0 0,1 0 1 0 0,-1 0 0 0 0,0 0 0 0 0,1 0-1 0 0,-1 0 1 0 0,1 0 0 0 0,-1 0 0 0 0,1 0 0 0 0,-1 0-1 0 0,1 0 1 0 0,0 0 0 0 0,-1 0 0 0 0,1 0-1 0 0,0 0 1 0 0,0 0 0 0 0,0 0 0 0 0,0 0-1 0 0,0 0 1 0 0,0 0 0 0 0,0 0 0 0 0,0-1-1 0 0,1 1 1 0 0,-1 0 0 0 0,0 0 0 0 0,0 0-1 0 0,1 0 1 0 0,-1 0 0 0 0,1 0 0 0 0,-1 0-1 0 0,1 0 1 0 0,0 0 0 0 0,0-1 0 0 0,0 1-26 0 0,1 0-1 0 0,-1 0 1 0 0,0 0 0 0 0,1 0 0 0 0,-1 0 0 0 0,1 0 0 0 0,-1 0 0 0 0,1 0 0 0 0,-1 1 0 0 0,1-1 0 0 0,-1 1 0 0 0,1-1 0 0 0,0 1 0 0 0,-1-1 0 0 0,1 1 0 0 0,0 0 0 0 0,0 0 0 0 0,-1 0 0 0 0,1 0 0 0 0,0 0 0 0 0,-1 0 0 0 0,4 1 0 0 0,3 2-64 0 0,0 1 1 0 0,0-1 0 0 0,0 1 0 0 0,0 1 0 0 0,-1-1 0 0 0,0 1-1 0 0,0 1 1 0 0,0-1 0 0 0,-1 1 0 0 0,0 1 0 0 0,0-1 0 0 0,5 8-1 0 0,4 5 70 0 0,-1 1 0 0 0,-1 1 0 0 0,11 24-1 0 0,-11-17-133 0 0,-2 1-1 0 0,-1 0 1 0 0,-1 0-1 0 0,-1 1 0 0 0,-2 0 1 0 0,-1 0-1 0 0,-1 1 1 0 0,-2-1-1 0 0,-1 1 1 0 0,-4 43-1 0 0,-1-37-202 0 0,-2 1 1 0 0,-1-2-1 0 0,-2 1 1 0 0,-2-1-1 0 0,-1-1 1 0 0,-2 0-1 0 0,-1 0 1 0 0,-22 36-1 0 0,8-25-227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25.5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174 193 5529 0 0,'1'-36'2413'0'0,"-1"-40"1372"0"0,-1 71-3339 0 0,1-1 1 0 0,-1 1-1 0 0,0 0 0 0 0,-1-1 1 0 0,1 1-1 0 0,-1 0 1 0 0,0 0-1 0 0,0 0 0 0 0,-1 0 1 0 0,0 1-1 0 0,-3-6 1 0 0,5 9-284 0 0,0 0 1 0 0,0 0 0 0 0,0 0 0 0 0,0 0 0 0 0,0 0-1 0 0,0 0 1 0 0,0 0 0 0 0,0 0 0 0 0,-1 0 0 0 0,1 0-1 0 0,0 1 1 0 0,-1-1 0 0 0,1 0 0 0 0,-1 1-1 0 0,1-1 1 0 0,-1 1 0 0 0,1 0 0 0 0,-1 0 0 0 0,1-1-1 0 0,-1 1 1 0 0,1 0 0 0 0,-3 0 0 0 0,1 1-50 0 0,1 0 0 0 0,-1-1 0 0 0,0 1 0 0 0,0 0 0 0 0,1 1 1 0 0,-1-1-1 0 0,0 0 0 0 0,1 1 0 0 0,0-1 0 0 0,-1 1 0 0 0,-1 2 0 0 0,-3 2-71 0 0,1 0-1 0 0,0 0 1 0 0,1 1 0 0 0,-1 0-1 0 0,2 0 1 0 0,-1 0-1 0 0,-4 9 1 0 0,1 4-34 0 0,1 1 0 0 0,1 0 0 0 0,1 0 1 0 0,1 0-1 0 0,0 0 0 0 0,2 1 0 0 0,0 0 1 0 0,3 38-1 0 0,0-40-3 0 0,2 0 1 0 0,0 0-1 0 0,0 0 1 0 0,2-1-1 0 0,1 0 1 0 0,0 1-1 0 0,1-2 1 0 0,1 1-1 0 0,17 27 1 0 0,-19-38-200 0 0,-1 0 1 0 0,1-1-1 0 0,0 1 0 0 0,0-2 1 0 0,1 1-1 0 0,0-1 1 0 0,0 0-1 0 0,1 0 0 0 0,0 0 1 0 0,0-1-1 0 0,0-1 0 0 0,0 1 1 0 0,14 4-1 0 0,2-3-7048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25.9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9 140 8754 0 0,'-2'-7'375'0'0,"-2"-5"2301"0"0,2 18-309 0 0,2 0-1440 0 0,0 6-543 0 0,0 0-1 0 0,0-1 1 0 0,2 1-1 0 0,-1 0 1 0 0,2 0-1 0 0,-1-1 1 0 0,1 1-1 0 0,6 12 0 0 0,-7-21-269 0 0,-1 1 0 0 0,1 0-1 0 0,0 0 1 0 0,1-1-1 0 0,-1 1 1 0 0,0-1 0 0 0,1 1-1 0 0,0-1 1 0 0,0 0-1 0 0,0 0 1 0 0,0 0 0 0 0,0-1-1 0 0,1 1 1 0 0,-1-1-1 0 0,1 0 1 0 0,0 0 0 0 0,-1 0-1 0 0,1 0 1 0 0,0-1-1 0 0,0 1 1 0 0,0-1 0 0 0,1 0-1 0 0,-1 0 1 0 0,0-1 0 0 0,0 1-1 0 0,0-1 1 0 0,9 0-1 0 0,-9-1-82 0 0,-1 0 0 0 0,1 0 0 0 0,0 0-1 0 0,0-1 1 0 0,-1 1 0 0 0,1-1 0 0 0,-1 0-1 0 0,1 0 1 0 0,-1 0 0 0 0,0-1 0 0 0,0 1-1 0 0,0-1 1 0 0,0 0 0 0 0,0 1 0 0 0,-1-1-1 0 0,1 0 1 0 0,-1-1 0 0 0,0 1 0 0 0,0 0-1 0 0,0-1 1 0 0,0 1 0 0 0,0-1-1 0 0,-1 0 1 0 0,2-7 0 0 0,1 2-26 0 0,-2-1-1 0 0,1 0 1 0 0,-1 0-1 0 0,-1-1 1 0 0,0 1-1 0 0,0 0 1 0 0,-1 0-1 0 0,-1-17 1 0 0,-1 19-25 0 0,0 0 0 0 0,-1 0 0 0 0,1 0 0 0 0,-2 0 0 0 0,1 1 0 0 0,-1-1 0 0 0,0 1 0 0 0,-1 0 0 0 0,1 0 0 0 0,-1 0 0 0 0,-1 1 0 0 0,-11-12 0 0 0,14 15-115 0 0,0 0 0 0 0,-1 0 0 0 0,1 1 0 0 0,0-1 0 0 0,-1 1 0 0 0,0 0 0 0 0,1 0 0 0 0,-1 0 0 0 0,0 1 0 0 0,0-1 0 0 0,0 1 1 0 0,0 0-1 0 0,0 0 0 0 0,-1 0 0 0 0,1 1 0 0 0,0-1 0 0 0,0 1 0 0 0,0 0 0 0 0,-1 0 0 0 0,1 1 0 0 0,0-1 0 0 0,0 1 0 0 0,0 0 0 0 0,-1 0 0 0 0,1 0 0 0 0,0 1 1 0 0,-4 2-1 0 0,6-4-77 0 0,1 1 1 0 0,0 0 0 0 0,0 0 0 0 0,0 0-1 0 0,0-1 1 0 0,0 1 0 0 0,0 0-1 0 0,1 0 1 0 0,-1 0 0 0 0,0 1 0 0 0,0-1-1 0 0,1 0 1 0 0,-1 0 0 0 0,0 0 0 0 0,1 0-1 0 0,0 1 1 0 0,-1-1 0 0 0,0 3-1 0 0,-5 10-1921 0 0,3-11 2005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26.3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11522 0 0,'8'15'1861'0'0,"1"0"0"0"0,17 20-1 0 0,55 55 1624 0 0,-74-83-3283 0 0,-5-4-161 0 0,1 0 1 0 0,-1 0 0 0 0,1 0-1 0 0,0 0 1 0 0,0 0-1 0 0,0-1 1 0 0,0 0 0 0 0,0 0-1 0 0,1 0 1 0 0,-1 0-1 0 0,1 0 1 0 0,4 1 0 0 0,-7-3-56 0 0,0-1 0 0 0,-1 1 0 0 0,1-1 0 0 0,0 1 0 0 0,0-1 0 0 0,-1 1 0 0 0,1-1 0 0 0,-1 0 1 0 0,1 1-1 0 0,0-1 0 0 0,-1 0 0 0 0,1 0 0 0 0,-1 0 0 0 0,0 1 0 0 0,1-1 0 0 0,-1 0 1 0 0,0 0-1 0 0,1 0 0 0 0,-1 0 0 0 0,0 0 0 0 0,0 1 0 0 0,1-3 0 0 0,4-26-249 0 0,-4 24 182 0 0,1-7 59 0 0,1 0 0 0 0,0 1 0 0 0,0-1-1 0 0,1 1 1 0 0,1 0 0 0 0,0 0 0 0 0,6-10-1 0 0,-9 19 29 0 0,-1 0 0 0 0,1-1 0 0 0,0 1 0 0 0,-1 0-1 0 0,1 0 1 0 0,0 0 0 0 0,0 1 0 0 0,0-1 0 0 0,1 0-1 0 0,-1 1 1 0 0,0 0 0 0 0,0-1 0 0 0,1 1 0 0 0,-1 0-1 0 0,1 0 1 0 0,-1 0 0 0 0,1 0 0 0 0,0 1 0 0 0,-1-1 0 0 0,1 1-1 0 0,0 0 1 0 0,-1-1 0 0 0,1 1 0 0 0,0 1 0 0 0,-1-1-1 0 0,1 0 1 0 0,0 0 0 0 0,-1 1 0 0 0,1 0 0 0 0,0-1-1 0 0,-1 1 1 0 0,1 0 0 0 0,-1 0 0 0 0,1 1 0 0 0,-1-1 0 0 0,4 3-1 0 0,6 4 59 0 0,-1 1-1 0 0,0 0 0 0 0,-1 0 0 0 0,0 1 1 0 0,0 1-1 0 0,-1 0 0 0 0,-1 0 0 0 0,11 17 0 0 0,2 1-1404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26.5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18 17052 0 0,'0'-1'107'0'0,"0"0"1"0"0,0 0 0 0 0,0 1 0 0 0,0-1 0 0 0,0 0-1 0 0,0 0 1 0 0,0 0 0 0 0,0 1 0 0 0,0-1 0 0 0,1 0-1 0 0,-1 0 1 0 0,0 0 0 0 0,0 1 0 0 0,1-1 0 0 0,-1 0-1 0 0,1 0 1 0 0,-1 1 0 0 0,0-1 0 0 0,1 0-1 0 0,0 0 1 0 0,0 1-9 0 0,-1 0 0 0 0,0 0 1 0 0,1 0-1 0 0,-1 0 0 0 0,1 0 0 0 0,-1 0 0 0 0,1 0 0 0 0,-1 0 0 0 0,1 0 0 0 0,-1 0 1 0 0,1 1-1 0 0,-1-1 0 0 0,0 0 0 0 0,1 0 0 0 0,-1 0 0 0 0,1 1 0 0 0,-1-1 0 0 0,0 0 0 0 0,1 0 1 0 0,-1 1-1 0 0,0-1 0 0 0,1 0 0 0 0,-1 1 0 0 0,1 0 0 0 0,2 2 154 0 0,-1 1 0 0 0,1-1 0 0 0,0 1 0 0 0,-1 0 0 0 0,0 0 0 0 0,2 5 0 0 0,6 28-48 0 0,-1 0 1 0 0,-2 0-1 0 0,3 61 1 0 0,-6-54-37 0 0,1 0 0 0 0,15 55 0 0 0,3-32-2101 0 0,6-2-3552 0 0,-19-44-2031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26.7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87 12443 0 0,'0'-2'1216'0'0,"1"1"-1088"0"0,1-1-128 0 0,-1 1 0 0 0,2-1 0 0 0,0-1 520 0 0,3-2 80 0 0,2-2 8 0 0,5-5 8 0 0,2 0-167 0 0,2 0-41 0 0,-2 1-8 0 0,2 2 0 0 0,-1 3-2057 0 0,3 5-407 0 0,0 5-80 0 0,-2 1-25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27.03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1 100 8290 0 0,'3'-1'666'0'0,"1"-1"0"0"0,0 1 0 0 0,0-1 1 0 0,0 1-1 0 0,-1 0 0 0 0,1 0 0 0 0,0 1 0 0 0,0-1 0 0 0,0 1 1 0 0,0 0-1 0 0,5 1 0 0 0,-4-1-196 0 0,0 1 0 0 0,0 0 0 0 0,0 1 0 0 0,-1-1 0 0 0,1 1 0 0 0,0 0 0 0 0,-1 0 0 0 0,6 4 0 0 0,-2-1-210 0 0,0 1 1 0 0,-1 0 0 0 0,0 1-1 0 0,0 0 1 0 0,0 0 0 0 0,-1 0-1 0 0,0 1 1 0 0,8 13 0 0 0,-10-15-210 0 0,0 0 8 0 0,-1-1 0 0 0,1 1 0 0 0,-1 1 0 0 0,0-1 0 0 0,0 0 0 0 0,-1 1 0 0 0,0 0 0 0 0,0-1 0 0 0,1 12 0 0 0,-15-66-235 0 0,10 19-10 0 0,2 0 1 0 0,2-30-1 0 0,0 43-932 0 0,0 0 0 0 0,9-28-1 0 0,-3 24-5963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27.42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36 80 9674 0 0,'3'13'8918'0'0,"3"2"-5474"0"0,5 15-2728 0 0,-7-11-466 0 0,1 0 1 0 0,1 0-1 0 0,10 22 1 0 0,-15-37-242 0 0,1 0 0 0 0,0 0 1 0 0,0-1-1 0 0,0 1 1 0 0,0 0-1 0 0,1-1 0 0 0,-1 0 1 0 0,1 1-1 0 0,0-1 0 0 0,0 0 1 0 0,0 0-1 0 0,1-1 0 0 0,-1 1 1 0 0,0-1-1 0 0,1 1 1 0 0,0-1-1 0 0,0 0 0 0 0,-1-1 1 0 0,1 1-1 0 0,0-1 0 0 0,8 2 1 0 0,-11-3-9 0 0,0 0 0 0 0,0 0 0 0 0,0 0 0 0 0,0 0 0 0 0,0 0 0 0 0,0 0 1 0 0,0 0-1 0 0,0 0 0 0 0,0-1 0 0 0,0 1 0 0 0,0 0 0 0 0,0-1 0 0 0,0 1 0 0 0,0-1 0 0 0,-1 1 1 0 0,1-1-1 0 0,0 1 0 0 0,0-1 0 0 0,0 0 0 0 0,0 1 0 0 0,-1-1 0 0 0,1 0 0 0 0,1-1 0 0 0,-1 0-19 0 0,0-1 0 0 0,0 1-1 0 0,0-1 1 0 0,0 1-1 0 0,0-1 1 0 0,0 1 0 0 0,-1-1-1 0 0,1 0 1 0 0,0-2-1 0 0,-1-5-27 0 0,0 0 1 0 0,0 0-1 0 0,-1 0 0 0 0,-2-10 0 0 0,0 4 74 0 0,-1 1-1 0 0,0-1 1 0 0,-2 1-1 0 0,1 0 1 0 0,-2 0 0 0 0,0 1-1 0 0,-15-23 1 0 0,18 32-127 0 0,0 0 0 0 0,-1 0 0 0 0,1 0 0 0 0,-1 0 0 0 0,0 1 0 0 0,0 0 0 0 0,0 0 1 0 0,-1 0-1 0 0,-7-4 0 0 0,9 7-191 0 0,0-1 1 0 0,0 1 0 0 0,-1-1-1 0 0,1 1 1 0 0,0 1-1 0 0,0-1 1 0 0,-1 0 0 0 0,1 1-1 0 0,-1 0 1 0 0,1 0-1 0 0,0 0 1 0 0,-1 1 0 0 0,1 0-1 0 0,0-1 1 0 0,-6 3 0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27.6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14283 0 0,'-1'16'5802'0'0,"3"41"-3457"0"0,8 88-1158 0 0,5 37 205 0 0,-10-158-2480 0 0,12 39 1 0 0,-11-47-346 0 0,0-1 1 0 0,1 0 0 0 0,12 19 0 0 0,-4-12-5919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27.8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14283 0 0,'1'9'778'0'0,"0"0"0"0"0,1 0 0 0 0,0 0 0 0 0,6 14 0 0 0,1 6 112 0 0,6 32 487 0 0,62 230 825 0 0,-65-256-2423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28.6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370 226 3225 0 0,'-10'-4'662'0'0,"0"0"0"0"0,-1 2 1 0 0,1-1-1 0 0,-1 1 0 0 0,0 1 0 0 0,1 0 1 0 0,-1 0-1 0 0,0 1 0 0 0,0 0 0 0 0,0 1 1 0 0,1 1-1 0 0,-1-1 0 0 0,0 2 1 0 0,1-1-1 0 0,0 1 0 0 0,-11 5 0 0 0,10-2-326 0 0,1-1 0 0 0,0 1 0 0 0,0 1 0 0 0,0 0 0 0 0,1 0 0 0 0,0 1 0 0 0,0 0 0 0 0,1 1 0 0 0,0 0 0 0 0,1 0 0 0 0,-1 1 0 0 0,2 0 0 0 0,0 0 0 0 0,-7 14 0 0 0,4-5-106 0 0,1 0-1 0 0,1 0 1 0 0,1 0 0 0 0,-6 29 0 0 0,11-42-188 0 0,0 0 0 0 0,0 0 1 0 0,1 0-1 0 0,0 0 0 0 0,0 0 1 0 0,0 1-1 0 0,0-1 0 0 0,1 0 0 0 0,0 0 1 0 0,1 0-1 0 0,-1 0 0 0 0,1 0 1 0 0,0 0-1 0 0,1-1 0 0 0,-1 1 0 0 0,1-1 1 0 0,1 1-1 0 0,6 9 0 0 0,-8-13-65 0 0,0 0 0 0 0,-1-1 0 0 0,1 1 0 0 0,0 0-1 0 0,0-1 1 0 0,1 1 0 0 0,-1-1 0 0 0,0 1 0 0 0,0-1 0 0 0,1 0 0 0 0,-1 0-1 0 0,1 0 1 0 0,-1 0 0 0 0,1-1 0 0 0,-1 1 0 0 0,1-1 0 0 0,-1 1-1 0 0,1-1 1 0 0,4 0 0 0 0,-3-1-1 0 0,0 1 0 0 0,-1-1 0 0 0,1 0 0 0 0,0-1 0 0 0,0 1 0 0 0,0-1 0 0 0,-1 1 0 0 0,1-1 0 0 0,-1 0 0 0 0,0 0 0 0 0,6-5 1 0 0,0-1 6 0 0,0-1 1 0 0,-1 0 0 0 0,0 0 0 0 0,0-1 0 0 0,-1 0 0 0 0,0 0 0 0 0,7-16 0 0 0,15-54 213 0 0,-24 63 11 0 0,1 0 1 0 0,0 0 0 0 0,1 0 0 0 0,14-23 0 0 0,-15 38 296 0 0,-2 10-255 0 0,-1 23-120 0 0,-2-21-48 0 0,0-3-70 0 0,1 1 1 0 0,0-1-1 0 0,0 1 1 0 0,0-1 0 0 0,1 1-1 0 0,0-1 1 0 0,1 0-1 0 0,-1 0 1 0 0,1-1 0 0 0,1 1-1 0 0,-1-1 1 0 0,1 0-1 0 0,0 0 1 0 0,1 0 0 0 0,-1-1-1 0 0,1 0 1 0 0,0 0 0 0 0,0 0-1 0 0,1-1 1 0 0,-1 0-1 0 0,1 0 1 0 0,0-1 0 0 0,0 1-1 0 0,1-2 1 0 0,-1 1-1 0 0,0-1 1 0 0,1 0 0 0 0,0 0-1 0 0,-1-1 1 0 0,1 0-1 0 0,0-1 1 0 0,0 0 0 0 0,-1 0-1 0 0,15-2 1 0 0,-17 1-13 0 0,-1 0-1 0 0,0 0 1 0 0,0-1 0 0 0,1 1 0 0 0,-1-1-1 0 0,0 0 1 0 0,0 0 0 0 0,-1 0-1 0 0,1-1 1 0 0,0 0 0 0 0,-1 1 0 0 0,0-1-1 0 0,1 0 1 0 0,4-7 0 0 0,-4 4 1 0 0,1-1 0 0 0,-1 1 1 0 0,-1-1-1 0 0,1 0 0 0 0,-1 0 0 0 0,-1-1 1 0 0,4-13-1 0 0,-1-6-26 0 0,-2 0-1 0 0,0 0 0 0 0,-3-47 1 0 0,1 8 356 0 0,0 44-431 0 0,0 1 0 0 0,-1-1 0 0 0,-1 0 0 0 0,-2 0 1 0 0,0 1-1 0 0,-8-32 0 0 0,0 37 124 0 0,11 15-21 0 0,0 1 0 0 0,0 0 0 0 0,0 0 1 0 0,-1 0-1 0 0,1 0 0 0 0,0 0 0 0 0,0-1 0 0 0,-1 1 0 0 0,1 0 0 0 0,0 0 1 0 0,0 0-1 0 0,-1 0 0 0 0,1 0 0 0 0,0 0 0 0 0,0 0 0 0 0,-1 0 0 0 0,1 0 1 0 0,0 0-1 0 0,-1 0 0 0 0,1 0 0 0 0,0 0 0 0 0,0 0 0 0 0,-1 0 0 0 0,1 0 1 0 0,0 0-1 0 0,0 1 0 0 0,-1-1 0 0 0,1 0 0 0 0,0 0 0 0 0,0 0 0 0 0,-1 0 1 0 0,1 0-1 0 0,0 1 0 0 0,-1 0 27 0 0,0 1 1 0 0,0-1-1 0 0,0 1 0 0 0,1-1 1 0 0,-1 1-1 0 0,1-1 0 0 0,-1 1 1 0 0,1 0-1 0 0,0-1 0 0 0,-1 1 1 0 0,1 0-1 0 0,0-1 1 0 0,0 1-1 0 0,0 0 0 0 0,0-1 1 0 0,1 1-1 0 0,0 2 0 0 0,4 17 45 0 0,1-1 0 0 0,0 0-1 0 0,2 0 1 0 0,0-1 0 0 0,2 0-1 0 0,0-1 1 0 0,1 1 0 0 0,0-2-1 0 0,24 27 1 0 0,-26-35-50 0 0,0-1 0 0 0,1-1 0 0 0,-1 1 0 0 0,1-1 0 0 0,1-1-1 0 0,-1 0 1 0 0,1-1 0 0 0,0 0 0 0 0,1 0 0 0 0,-1-1 0 0 0,1-1 0 0 0,22 4-1 0 0,-29-5-42 0 0,1-2 0 0 0,-1 1-1 0 0,0-1 1 0 0,1 1-1 0 0,-1-1 1 0 0,1-1-1 0 0,-1 1 1 0 0,1-1 0 0 0,-1 0-1 0 0,1 0 1 0 0,-1-1-1 0 0,0 0 1 0 0,0 0-1 0 0,0 0 1 0 0,0 0 0 0 0,0-1-1 0 0,0 0 1 0 0,0 0-1 0 0,-1 0 1 0 0,0 0-1 0 0,0-1 1 0 0,1 0 0 0 0,-2 0-1 0 0,1 0 1 0 0,-1 0-1 0 0,1 0 1 0 0,-1-1-1 0 0,0 0 1 0 0,-1 1 0 0 0,4-8-1 0 0,-4 4-98 0 0,0 1 0 0 0,-1-1 0 0 0,0 0 0 0 0,0 0 0 0 0,0 1 1 0 0,-1-1-1 0 0,0 0 0 0 0,-1 0 0 0 0,0 0 0 0 0,0 1 0 0 0,-1-1 0 0 0,0 0 0 0 0,0 1 0 0 0,-6-13 0 0 0,-2-12-1946 0 0,9 24 703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28.84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 0 5065 0 0,'-13'33'9371'0'0,"6"27"-3332"0"0,5-41-4953 0 0,0 3-491 0 0,1 1 1 0 0,2-1 0 0 0,0 0 0 0 0,8 41 0 0 0,3-13-2327 0 0,4-3-3818 0 0,-7-26-1861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29.25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29 167 3225 0 0,'-6'14'438'0'0,"9"24"12596"0"0,-3-38-12780 0 0,1 0 0 0 0,-1 0 0 0 0,1 1 0 0 0,0-1 0 0 0,-1 0 0 0 0,1 0-1 0 0,0 0 1 0 0,-1 0 0 0 0,1 0 0 0 0,0 0 0 0 0,-1 0 0 0 0,1 0 0 0 0,-1 0 0 0 0,2 0 0 0 0,0-1-164 0 0,1 0 0 0 0,-1 0 0 0 0,0 0-1 0 0,0 0 1 0 0,0-1 0 0 0,0 1 0 0 0,0 0 0 0 0,0-1 0 0 0,0 0 0 0 0,0 1 0 0 0,-1-1 0 0 0,1 0 0 0 0,-1 0 0 0 0,1 0 0 0 0,-1 0 0 0 0,2-4 0 0 0,15-38-166 0 0,-15 33-65 0 0,-1 0-1 0 0,-1 0 1 0 0,1 0-1 0 0,-2-14 1 0 0,0 20 87 0 0,0 0 0 0 0,0 1 0 0 0,-1-1 0 0 0,0 0 0 0 0,1 1 0 0 0,-2-1 0 0 0,1 1 0 0 0,-1-1 0 0 0,1 1 0 0 0,-1 0 0 0 0,0 0 0 0 0,-1 0 0 0 0,-2-4 0 0 0,4 7 86 0 0,1 0-1 0 0,-1 0 1 0 0,0 1-1 0 0,1-1 1 0 0,-1 0 0 0 0,0 1-1 0 0,1-1 1 0 0,-1 0-1 0 0,0 1 1 0 0,0-1-1 0 0,0 1 1 0 0,0 0-1 0 0,1-1 1 0 0,-1 1-1 0 0,0 0 1 0 0,0-1-1 0 0,0 1 1 0 0,0 0-1 0 0,0 0 1 0 0,0 0-1 0 0,0 0 1 0 0,0 0 0 0 0,0 0-1 0 0,0 0 1 0 0,-2 0-1 0 0,1 1 43 0 0,1 0 0 0 0,-1 0 0 0 0,0 0 0 0 0,1 0 1 0 0,-1 0-1 0 0,0 0 0 0 0,1 0 0 0 0,0 0 0 0 0,-1 1 0 0 0,1-1 0 0 0,0 1 0 0 0,-2 1 0 0 0,-1 4 63 0 0,0-1 0 0 0,0 1-1 0 0,0 0 1 0 0,1 0 0 0 0,-3 11 0 0 0,4-10-61 0 0,1 0 0 0 0,0 0 1 0 0,1 0-1 0 0,0 1 1 0 0,0-1-1 0 0,1 0 0 0 0,0 0 1 0 0,0 0-1 0 0,1 0 1 0 0,0 0-1 0 0,0 0 0 0 0,1 0 1 0 0,0-1-1 0 0,6 10 1 0 0,-4-7 21 0 0,0 0 0 0 0,1-1 0 0 0,0 0 0 0 0,0 0 0 0 0,1-1 1 0 0,1 1-1 0 0,-1-2 0 0 0,1 1 0 0 0,1-1 0 0 0,11 8 0 0 0,-17-13-216 0 0,1 0-1 0 0,0 0 1 0 0,0 0-1 0 0,0-1 0 0 0,1 0 1 0 0,-1 1-1 0 0,0-1 0 0 0,0-1 1 0 0,1 1-1 0 0,-1-1 1 0 0,1 0-1 0 0,-1 0 0 0 0,0 0 1 0 0,1 0-1 0 0,-1-1 1 0 0,0 0-1 0 0,5-1 0 0 0,12-5-8212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31.50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77 135 6289 0 0,'4'-7'359'0'0,"0"0"0"0"0,-1 0-1 0 0,0 0 1 0 0,-1-1 0 0 0,0 1-1 0 0,0-1 1 0 0,0 0 0 0 0,0-10-1 0 0,-2 16-119 0 0,0 0 0 0 0,1 0 0 0 0,-1 0-1 0 0,0 0 1 0 0,-1-1 0 0 0,1 1 0 0 0,0 0 0 0 0,-1 0 0 0 0,1 0-1 0 0,-1 0 1 0 0,1 0 0 0 0,-1 0 0 0 0,0 0 0 0 0,0 0-1 0 0,0 0 1 0 0,0 1 0 0 0,0-1 0 0 0,0 0 0 0 0,-1 1 0 0 0,1-1-1 0 0,-1 0 1 0 0,1 1 0 0 0,-1 0 0 0 0,1-1 0 0 0,-1 1-1 0 0,0 0 1 0 0,0 0 0 0 0,1 0 0 0 0,-1 0 0 0 0,0 0-1 0 0,0 0 1 0 0,0 1 0 0 0,0-1 0 0 0,0 0 0 0 0,-5 0 0 0 0,6 1-46 0 0,-1 0 0 0 0,0-1 1 0 0,0 1-1 0 0,0 0 1 0 0,0 0-1 0 0,0 0 1 0 0,0 0-1 0 0,0 1 0 0 0,0-1 1 0 0,0 0-1 0 0,1 1 1 0 0,-1-1-1 0 0,0 1 1 0 0,0 0-1 0 0,0-1 1 0 0,1 1-1 0 0,-1 0 0 0 0,0 0 1 0 0,1 0-1 0 0,-1 0 1 0 0,1 1-1 0 0,-1-1 1 0 0,1 0-1 0 0,0 1 0 0 0,-1-1 1 0 0,1 1-1 0 0,0-1 1 0 0,0 1-1 0 0,0 0 1 0 0,0-1-1 0 0,0 1 1 0 0,0 0-1 0 0,1 0 0 0 0,-1-1 1 0 0,1 1-1 0 0,-1 0 1 0 0,1 0-1 0 0,-1 4 1 0 0,0 7-39 0 0,1 0 0 0 0,0 0 0 0 0,0 0 0 0 0,5 23 1 0 0,-2-13-149 0 0,-1-5 12 0 0,11 120-363 0 0,46 207 1 0 0,-39-288 101 0 0,-15-43-414 0 0,0 0-1 0 0,0-1 0 0 0,-2 2 0 0 0,4 22 1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31.6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1 137 12899 0 0,'143'-61'4998'0'0,"-103"41"-3748"0"0,1 3 1 0 0,58-18 0 0 0,-94 34-1248 0 0,0 0 0 0 0,0 0 1 0 0,0 1-1 0 0,0-1 1 0 0,8 1-1 0 0,-3 2-797 0 0,-1 0-1 0 0,0 0 0 0 0,1 1 1 0 0,-1 0-1 0 0,0 1 1 0 0,15 8-1 0 0,-12-6 731 0 0,8 3 16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31.9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 1 13363 0 0,'-1'0'217'0'0,"0"0"0"0"0,0 0 1 0 0,0 0-1 0 0,-1 0 0 0 0,1 0 1 0 0,0 0-1 0 0,0 0 0 0 0,0 0 0 0 0,0 1 1 0 0,0-1-1 0 0,-1 0 0 0 0,1 1 1 0 0,0-1-1 0 0,0 1 0 0 0,0-1 0 0 0,0 1 1 0 0,0-1-1 0 0,0 1 0 0 0,0 0 1 0 0,-1 1-1 0 0,1 0 65 0 0,0 1 0 0 0,0-1 0 0 0,0 0 0 0 0,1 1 0 0 0,-1-1 0 0 0,1 1 0 0 0,0-1 0 0 0,-1 1 0 0 0,1 4 0 0 0,-1 47 771 0 0,1-1 0 0 0,9 63 0 0 0,-5-92-1138 0 0,0 0 1 0 0,2 0-1 0 0,0 0 0 0 0,2-1 1 0 0,0 0-1 0 0,2 0 0 0 0,13 23 1 0 0,-9-25-587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32.2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93 99 10594 0 0,'1'-2'9488'0'0,"13"1"-7581"0"0,21 5-1609 0 0,-9 2-127 0 0,-27-10-90 0 0,-13-6-47 0 0,-121-78-1688 0 0,134 88 1542 0 0,1 0-1 0 0,0-1 1 0 0,-1 1-1 0 0,1 0 1 0 0,-1 0-1 0 0,1-1 1 0 0,-1 1-1 0 0,1 0 1 0 0,0 0 0 0 0,-1 0-1 0 0,1-1 1 0 0,-1 1-1 0 0,1 0 1 0 0,-1 0-1 0 0,1 0 1 0 0,-1 0-1 0 0,1 0 1 0 0,-1 0-1 0 0,1 0 1 0 0,-1 0-1 0 0,1 0 1 0 0,-1 0 0 0 0,1 0-1 0 0,-1 0 1 0 0,1 1-1 0 0,-1-1 1 0 0,1 0-1 0 0,-1 0 1 0 0,1 0-1 0 0,-1 1 1 0 0,1-1-1 0 0,-1 1 1 0 0,0 0-6 0 0,1-1 1 0 0,0 1-1 0 0,-1 0 1 0 0,1-1-1 0 0,0 1 1 0 0,0 0-1 0 0,0 0 1 0 0,-1-1-1 0 0,1 1 0 0 0,0 0 1 0 0,0 0-1 0 0,0-1 1 0 0,0 1-1 0 0,0 0 1 0 0,0 0-1 0 0,1-1 1 0 0,-1 1-1 0 0,0 0 0 0 0,0 0 1 0 0,0-1-1 0 0,1 2 1 0 0,3 8-22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29:32.61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23 8 12443 0 0,'-7'-4'7608'0'0,"7"4"-7496"0"0,-8 21 1600 0 0,1 33-1265 0 0,7-46-430 0 0,0 0 0 0 0,1 0 0 0 0,1-1 0 0 0,-1 1 0 0 0,1 0 0 0 0,0 0 0 0 0,1-1 0 0 0,0 1-1 0 0,0-1 1 0 0,1 0 0 0 0,0 0 0 0 0,0 0 0 0 0,0-1 0 0 0,1 1 0 0 0,0-1 0 0 0,6 6 0 0 0,-7-8-31 0 0,0 0 0 0 0,1-1 0 0 0,-1 0 0 0 0,1 0 0 0 0,-1 0 0 0 0,1 0 0 0 0,0-1 0 0 0,0 0 0 0 0,0 0 0 0 0,0 0 0 0 0,0 0 0 0 0,1-1 0 0 0,-1 0 0 0 0,0 0 0 0 0,1 0 0 0 0,-1-1 0 0 0,1 0 1 0 0,-1 0-1 0 0,1 0 0 0 0,-1-1 0 0 0,1 0 0 0 0,-1 0 0 0 0,0 0 0 0 0,7-3 0 0 0,-8 3-2 0 0,-1-1-1 0 0,1 0 1 0 0,-1 0 0 0 0,0 0 0 0 0,0 0 0 0 0,0 0-1 0 0,0-1 1 0 0,0 1 0 0 0,0-1 0 0 0,-1 0 0 0 0,1 1-1 0 0,-1-1 1 0 0,2-4 0 0 0,23-48 210 0 0,-2 5-187 0 0,-22 45 14 0 0,0 1-1 0 0,1-1 1 0 0,0 1-1 0 0,0 0 1 0 0,0 0-1 0 0,0 0 0 0 0,1 0 1 0 0,4-3-1 0 0,-7 7-21 0 0,-1-1 0 0 0,1 0 0 0 0,0 0 0 0 0,-1 1 0 0 0,1-1 0 0 0,-1 1 0 0 0,1-1 0 0 0,0 1 0 0 0,-1 0 0 0 0,1-1 0 0 0,0 1 0 0 0,0 0 0 0 0,-1 0 1 0 0,1 0-1 0 0,0 0 0 0 0,-1 1 0 0 0,1-1 0 0 0,0 0 0 0 0,-1 1 0 0 0,1-1 0 0 0,0 1 0 0 0,-1 0 0 0 0,1-1 0 0 0,-1 1 0 0 0,1 0 0 0 0,-1 0 0 0 0,1 0 0 0 0,-1 0 0 0 0,0 0 0 0 0,2 2 0 0 0,6 6 143 0 0,-1-2 1 0 0,1 1-1 0 0,0-1 0 0 0,12 6 1 0 0,-19-11-88 0 0,0-1 0 0 0,0 0 1 0 0,0 1-1 0 0,0-1 1 0 0,0 0-1 0 0,1-1 1 0 0,-1 1-1 0 0,0 0 1 0 0,1-1-1 0 0,-1 1 0 0 0,0-1 1 0 0,1 0-1 0 0,-1 1 1 0 0,1-1-1 0 0,-1 0 1 0 0,1-1-1 0 0,-1 1 0 0 0,0 0 1 0 0,1-1-1 0 0,-1 1 1 0 0,0-1-1 0 0,1 0 1 0 0,-1 0-1 0 0,0 0 0 0 0,0 0 1 0 0,4-2-1 0 0,-4 1-14 0 0,-1 0 1 0 0,0 1-1 0 0,0-1 0 0 0,1 0 0 0 0,-1 0 0 0 0,0 1 1 0 0,-1-1-1 0 0,1 0 0 0 0,0 0 0 0 0,0 0 0 0 0,-1 0 0 0 0,1 0 1 0 0,-1 0-1 0 0,0 0 0 0 0,0 0 0 0 0,1-1 0 0 0,-1 1 0 0 0,-1 0 1 0 0,1-3-1 0 0,-11-45-437 0 0,7 35-861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1:26.0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1 125 5529 0 0,'8'-39'2130'0'0,"-8"34"-1669"0"0,1 0-1 0 0,-1 0 0 0 0,1 0 1 0 0,0 0-1 0 0,0 1 0 0 0,1-1 1 0 0,-1 0-1 0 0,1 0 0 0 0,0 1 1 0 0,1-1-1 0 0,-1 1 0 0 0,1 0 1 0 0,0 0-1 0 0,0 0 0 0 0,6-7 1 0 0,-7 10-377 0 0,-1 0 1 0 0,0 1-1 0 0,0-1 1 0 0,1 1 0 0 0,-1-1-1 0 0,1 1 1 0 0,-1 0 0 0 0,0-1-1 0 0,1 1 1 0 0,-1 0-1 0 0,1 0 1 0 0,-1 0 0 0 0,1 0-1 0 0,-1 0 1 0 0,1 0-1 0 0,-1 1 1 0 0,0-1 0 0 0,1 0-1 0 0,-1 1 1 0 0,1-1 0 0 0,-1 1-1 0 0,0-1 1 0 0,1 1-1 0 0,-1 0 1 0 0,0-1 0 0 0,0 1-1 0 0,0 0 1 0 0,0 0 0 0 0,1 0-1 0 0,-1 0 1 0 0,0 0-1 0 0,0 0 1 0 0,-1 0 0 0 0,1 1-1 0 0,1 0 1 0 0,2 4 212 0 0,0 0 0 0 0,0 0 0 0 0,0 0-1 0 0,-1 0 1 0 0,5 13 0 0 0,16 64 549 0 0,-4 1 1 0 0,13 131-1 0 0,-8-45-670 0 0,59 358 6 0 0,-80-489-182 0 0,-1 0 0 0 0,-2 0 0 0 0,-1 1 0 0 0,-7 42 0 0 0,8-42-2901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1:26.38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1326 1 3225 0 0,'-8'3'791'0'0,"0"-1"0"0"0,0 0 0 0 0,0-1 0 0 0,0 1 1 0 0,-14-1-1 0 0,-10 3 1160 0 0,-408 55 5945 0 0,-4-44-4348 0 0,395-16-3405 0 0,-79 8-1 0 0,114-5-462 0 0,1 0 1 0 0,0 0-1 0 0,0 1 0 0 0,0 1 1 0 0,1 0-1 0 0,-1 1 0 0 0,1 1 1 0 0,0-1-1 0 0,1 2 0 0 0,-1 0 0 0 0,-11 9 1 0 0,22-15 87 0 0,0 0 0 0 0,0 0 0 0 0,0 0 0 0 0,1-1 0 0 0,-1 1 0 0 0,0 0-1 0 0,1 0 1 0 0,-1 0 0 0 0,1 1 0 0 0,-1-1 0 0 0,1 0 0 0 0,0 0 0 0 0,-1 0 0 0 0,1 0 0 0 0,0 0 0 0 0,0 0 0 0 0,0 1 0 0 0,0 0 0 0 0,1 3-1188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1:26.76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35 1 920 0 0,'-1'0'422'0'0,"-1"0"0"0"0,1-1 0 0 0,0 1 0 0 0,0 0 0 0 0,-1 0 0 0 0,1 1 0 0 0,0-1 0 0 0,0 0 0 0 0,-1 0 0 0 0,1 1 0 0 0,0-1 0 0 0,0 1 0 0 0,0-1 0 0 0,-1 1 0 0 0,1-1 0 0 0,-7 7 2954 0 0,8-6-2954 0 0,-1 0 0 0 0,0 0 0 0 0,0 0 0 0 0,1 0 0 0 0,-1 0 0 0 0,0 2 0 0 0,0 2 260 0 0,1 0 0 0 0,-1-1 0 0 0,1 1 0 0 0,0 0 0 0 0,1 0 0 0 0,1 9 0 0 0,0 9-59 0 0,-4 199 416 0 0,0 4 617 0 0,5-188-1483 0 0,1 0-1 0 0,1 0 1 0 0,3 0-1 0 0,12 37 1 0 0,36 120-80 0 0,-27-92-58 0 0,-16-71-1240 0 0,-2-18 191 0 0,-11-14 991 0 0,0 0 0 0 0,0 0 0 0 0,0 1 0 0 0,1-1 0 0 0,-1 0 0 0 0,0 0 0 0 0,1 0 0 0 0,-1 0 0 0 0,0 1 0 0 0,0-1 0 0 0,1 0 0 0 0,-1 0-1 0 0,0 0 1 0 0,1 0 0 0 0,-1 0 0 0 0,0 0 0 0 0,1 0 0 0 0,-1 0 0 0 0,0 0 0 0 0,1 0 0 0 0,-1 0 0 0 0,0 0 0 0 0,0 0 0 0 0,1 0 0 0 0,-1 0 0 0 0,0 0 0 0 0,1 0 0 0 0,-1 0 0 0 0,0-1 0 0 0,1 1 0 0 0,-1 0 0 0 0,0 0 0 0 0,0 0 0 0 0,1 0 0 0 0,-1-1 0 0 0,0 1 0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1:27.3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1 120 5985 0 0,'0'1'28'0'0,"0"-1"0"0"0,0 1-1 0 0,0-1 1 0 0,0 1 0 0 0,-1-1 0 0 0,1 0-1 0 0,0 1 1 0 0,0-1 0 0 0,0 1-1 0 0,0-1 1 0 0,0 1 0 0 0,0-1-1 0 0,0 0 1 0 0,0 1 0 0 0,1-1 0 0 0,-1 1-1 0 0,0-1 1 0 0,0 1 0 0 0,0-1-1 0 0,0 0 1 0 0,0 1 0 0 0,1-1 0 0 0,-1 1-1 0 0,0-1 1 0 0,0 0 0 0 0,1 1-1 0 0,-1-1 1 0 0,0 0 0 0 0,1 1 0 0 0,-1-1-1 0 0,0 0 1 0 0,1 1 0 0 0,18 8 741 0 0,21-2 1272 0 0,-14-5-1266 0 0,-1-2 1 0 0,1-2-1 0 0,0 0 0 0 0,43-10 1 0 0,1 1-176 0 0,131-19-21 0 0,197-17 650 0 0,-322 45-1429 0 0,-2 2-556 0 0,1-4 0 0 0,74-14 0 0 0,-147 17 253 0 0,1 0 0 0 0,-1 0 0 0 0,1 0 0 0 0,-1 0-1 0 0,1 0 1 0 0,21-17 10259 0 0,-18 40-9234 0 0,-2 0-1 0 0,0 1 0 0 0,0 23 1 0 0,6 37-451 0 0,26 145 245 0 0,12 382 0 0 0,-41-489-39 0 0,-2-52-1186 0 0,-6 116 1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1:27.97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49 2761 0 0,'-3'-49'13702'0'0,"6"79"-11920"0"0,4 110-8 0 0,33 192-1 0 0,-34-297-1628 0 0,17 117-212 0 0,7-1 1 0 0,63 188 0 0 0,-91-333-200 0 0,10 26-346 0 0,-3-10-5115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1:28.3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1944 1 2304 0 0,'-21'2'1903'0'0,"0"0"-1"0"0,1 2 0 0 0,-1 1 1 0 0,0 0-1 0 0,-35 15 0 0 0,26-9-47 0 0,-47 11 0 0 0,26-14-833 0 0,1-2 0 0 0,-55-1 1 0 0,-104-9 118 0 0,89-1-638 0 0,25 3-437 0 0,-64-2 53 0 0,-184 18-1 0 0,282-7-413 0 0,-217 24-132 0 0,93-11-3028 0 0,165-18-3176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1:29.34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203 235 5985 0 0,'5'-18'883'0'0,"-2"0"0"0"0,0 1 0 0 0,0-2 0 0 0,-2 1 0 0 0,0 0-1 0 0,-1 0 1 0 0,-1 0 0 0 0,-7-36 0 0 0,8 52-783 0 0,0 1 0 0 0,-1-1 0 0 0,1 0 0 0 0,-1 0 0 0 0,0 0 0 0 0,1 0 0 0 0,-1 0 0 0 0,0 1 0 0 0,0-1 0 0 0,0 0 0 0 0,0 1 0 0 0,0-1 0 0 0,-1 1 0 0 0,1-1 0 0 0,0 1 0 0 0,-1 0 0 0 0,1 0 0 0 0,-1-1-1 0 0,0 1 1 0 0,1 0 0 0 0,-1 0 0 0 0,-3-1 0 0 0,3 2 17 0 0,-1-1 0 0 0,1 1-1 0 0,0 0 1 0 0,-1 0 0 0 0,1 0 0 0 0,-1 1-1 0 0,1-1 1 0 0,-1 0 0 0 0,1 1-1 0 0,-1 0 1 0 0,1 0 0 0 0,0-1 0 0 0,-1 1-1 0 0,1 0 1 0 0,-3 2 0 0 0,-4 3 93 0 0,-1 1 1 0 0,1 0-1 0 0,0 0 0 0 0,1 1 1 0 0,0 0-1 0 0,-11 14 1 0 0,11-11-170 0 0,0 1 0 0 0,0 0 0 0 0,1 0 0 0 0,1 0 1 0 0,0 1-1 0 0,1 0 0 0 0,0 0 0 0 0,1 1 0 0 0,1-1 0 0 0,0 1 0 0 0,1 0 1 0 0,0 0-1 0 0,1 14 0 0 0,1-18-51 0 0,0 0 1 0 0,1 0 0 0 0,1 0-1 0 0,0 0 1 0 0,0 0-1 0 0,1 0 1 0 0,0-1 0 0 0,1 1-1 0 0,0-1 1 0 0,0 0-1 0 0,1 0 1 0 0,0 0 0 0 0,1-1-1 0 0,0 1 1 0 0,0-1-1 0 0,1-1 1 0 0,0 1 0 0 0,12 9-1 0 0,-5-6-49 0 0,1-1 1 0 0,0 0-1 0 0,1-1 0 0 0,0-1 0 0 0,0 0 0 0 0,1-1 0 0 0,0-1 0 0 0,22 6 0 0 0,-31-10-10 0 0,1 0-1 0 0,-1-1 1 0 0,0 0 0 0 0,0 0-1 0 0,1 0 1 0 0,-1-1-1 0 0,1-1 1 0 0,-1 1-1 0 0,0-1 1 0 0,0-1-1 0 0,1 0 1 0 0,-1 0-1 0 0,0 0 1 0 0,0-1 0 0 0,-1 0-1 0 0,1-1 1 0 0,-1 0-1 0 0,1 0 1 0 0,-1 0-1 0 0,6-6 1 0 0,-12 9 64 0 0,0 0 0 0 0,0 0 0 0 0,0 1 0 0 0,-1-1 0 0 0,1 0 0 0 0,-1 0 0 0 0,1 0 0 0 0,0 0 0 0 0,-1 0 0 0 0,1 0 0 0 0,-1 0 0 0 0,0 0 0 0 0,1 0 0 0 0,-1 0 0 0 0,0-1 0 0 0,0 1 0 0 0,0 0 0 0 0,0 0 0 0 0,0 0 1 0 0,0 0-1 0 0,0 0 0 0 0,0 0 0 0 0,0-1 0 0 0,0 1 0 0 0,-1 0 0 0 0,1 0 0 0 0,0 0 0 0 0,-1 0 0 0 0,1 0 0 0 0,-1 0 0 0 0,1 0 0 0 0,-1 0 0 0 0,-1-1 0 0 0,-3-5 7 0 0,0 0 0 0 0,-1 0 0 0 0,-11-10 0 0 0,-5-6 4 0 0,20 21-40 0 0,0-1 0 0 0,0 1 0 0 0,1-1 0 0 0,-1 0-1 0 0,1 0 1 0 0,0 1 0 0 0,0-1 0 0 0,0 0 0 0 0,0 0 0 0 0,0 0 0 0 0,0 0 0 0 0,1 0-1 0 0,0 0 1 0 0,0 0 0 0 0,-1-1 0 0 0,2 1 0 0 0,-1 0 0 0 0,0 0 0 0 0,1 0 0 0 0,-1 0-1 0 0,1 0 1 0 0,0 0 0 0 0,0 0 0 0 0,0 0 0 0 0,0 0 0 0 0,1 1 0 0 0,-1-1-1 0 0,1 0 1 0 0,0 1 0 0 0,-1-1 0 0 0,1 1 0 0 0,0 0 0 0 0,1-1 0 0 0,-1 1 0 0 0,0 0-1 0 0,1 0 1 0 0,-1 1 0 0 0,1-1 0 0 0,3-1 0 0 0,1-2 40 0 0,0 1 0 0 0,0 0 1 0 0,1 0-1 0 0,-1 1 0 0 0,1 0 0 0 0,0 1 1 0 0,0 0-1 0 0,0 0 0 0 0,0 0 0 0 0,0 1 1 0 0,1 0-1 0 0,-1 1 0 0 0,16 1 1 0 0,-19 0 87 0 0,1 0 1 0 0,-1 1 0 0 0,0 0 0 0 0,1 0 0 0 0,-1 0 0 0 0,0 1 0 0 0,0 0 0 0 0,-1 0 0 0 0,1 0 0 0 0,-1 0 0 0 0,1 1 0 0 0,-1-1 0 0 0,0 1 0 0 0,0 0 0 0 0,-1 1 0 0 0,1-1 0 0 0,-1 1 0 0 0,0-1 0 0 0,0 1 0 0 0,0 0-1 0 0,-1 0 1 0 0,0 0 0 0 0,0 1 0 0 0,0-1 0 0 0,0 0 0 0 0,0 8 0 0 0,3 14 353 0 0,-1 1 0 0 0,-2-1-1 0 0,0 0 1 0 0,-3 30 0 0 0,0-47-433 0 0,1 16 26 0 0,-1 111 472 0 0,6-46-3016 0 0,-1-63-4526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1:30.0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11 280 4609 0 0,'-1'0'14'0'0,"1"0"0"0"0,-1 0 0 0 0,1 0 0 0 0,0 0 0 0 0,-1 0 1 0 0,1 0-1 0 0,0 0 0 0 0,-1 0 0 0 0,1 0 0 0 0,0 0 0 0 0,-1 0 0 0 0,1 0 0 0 0,0-1 0 0 0,-1 1 0 0 0,1 0 0 0 0,0 0 1 0 0,-1 0-1 0 0,1-1 0 0 0,0 1 0 0 0,-1 0 0 0 0,1 0 0 0 0,0 0 0 0 0,0-1 0 0 0,-1 1 0 0 0,1 0 0 0 0,0-1 0 0 0,0 1 1 0 0,0 0-1 0 0,0-1 0 0 0,-1 1 0 0 0,1 0 0 0 0,0-1 0 0 0,0 1 0 0 0,0 0 0 0 0,0-1 0 0 0,0 1 0 0 0,0 0 1 0 0,0-1-1 0 0,0 1 0 0 0,0 0 0 0 0,0-1 0 0 0,0 1 0 0 0,0 0 0 0 0,0-1 0 0 0,0 1 0 0 0,0-1 0 0 0,0 1 0 0 0,0 0 1 0 0,0-1-1 0 0,1 1 0 0 0,-1 0 0 0 0,0 0 0 0 0,0-1 0 0 0,0 1 0 0 0,1 0 0 0 0,-1-1 0 0 0,0 1 0 0 0,1 0 0 0 0,0-2 144 0 0,0 0-1 0 0,0 1 0 0 0,0-1 1 0 0,0 1-1 0 0,1-1 0 0 0,-1 1 1 0 0,1 0-1 0 0,-1-1 0 0 0,1 1 1 0 0,-1 0-1 0 0,1 0 0 0 0,3-1 1 0 0,43-13 2208 0 0,72-11 0 0 0,-15 4-1028 0 0,96-27 821 0 0,234-28 0 0 0,-291 61-1984 0 0,146-15 347 0 0,-96 21-6148 0 0,-154 10 51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1:30.61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304 16 9218 0 0,'-2'-2'136'0'0,"-1"0"-1"0"0,0 1 1 0 0,0-1 0 0 0,0 0-1 0 0,0 1 1 0 0,0 0 0 0 0,0 0 0 0 0,0 0-1 0 0,-1 0 1 0 0,1 1 0 0 0,0-1-1 0 0,0 1 1 0 0,-1-1 0 0 0,1 1-1 0 0,0 0 1 0 0,-1 1 0 0 0,1-1-1 0 0,0 1 1 0 0,-1-1 0 0 0,1 1 0 0 0,0 0-1 0 0,-5 2 1 0 0,-10 3 557 0 0,0 2 0 0 0,-26 14 0 0 0,40-20-515 0 0,-13 7 138 0 0,1 1-1 0 0,0 1 0 0 0,1 1 0 0 0,-15 13 0 0 0,26-21-282 0 0,0 0 0 0 0,-1 0 0 0 0,2 0 0 0 0,-1 1 0 0 0,0-1 0 0 0,1 1 0 0 0,0 0 0 0 0,0 0-1 0 0,0 0 1 0 0,1 0 0 0 0,0 1 0 0 0,0-1 0 0 0,0 1 0 0 0,1-1 0 0 0,-1 1 0 0 0,1-1 0 0 0,0 10 0 0 0,2-12-63 0 0,-1 0 1 0 0,1 0 0 0 0,0 0-1 0 0,0-1 1 0 0,0 1-1 0 0,0-1 1 0 0,1 1 0 0 0,-1-1-1 0 0,1 1 1 0 0,0-1-1 0 0,-1 0 1 0 0,5 4-1 0 0,29 26-660 0 0,-21-20 437 0 0,17 14 285 0 0,2-2-1 0 0,49 29 0 0 0,1 0 985 0 0,-81-52-940 0 0,0 0 1 0 0,-1 0 0 0 0,1 0-1 0 0,0 1 1 0 0,0-1 0 0 0,-1 1-1 0 0,1 0 1 0 0,0-1-1 0 0,-1 1 1 0 0,0 0 0 0 0,1 0-1 0 0,-1 0 1 0 0,0 0 0 0 0,0 0-1 0 0,0 0 1 0 0,0 0-1 0 0,-1 1 1 0 0,1-1 0 0 0,0 3-1 0 0,-1-3 7 0 0,-1 0 0 0 0,1 0-1 0 0,-1 0 1 0 0,1 0 0 0 0,-1 0-1 0 0,0 0 1 0 0,0 0 0 0 0,0 0-1 0 0,0 0 1 0 0,0 0 0 0 0,0-1-1 0 0,0 1 1 0 0,-1 0 0 0 0,1-1-1 0 0,0 1 1 0 0,-1-1 0 0 0,0 1 0 0 0,1-1-1 0 0,-1 0 1 0 0,-3 3 0 0 0,-13 5-47 0 0,0 1 1 0 0,-1-2 0 0 0,1 0-1 0 0,-1-2 1 0 0,-1 0 0 0 0,1-1-1 0 0,-21 3 1 0 0,5-2-7201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1:31.26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61 4145 0 0,'-1'-4'665'0'0,"1"1"-1"0"0,-1 0 1 0 0,1-1 0 0 0,0 1 0 0 0,0-1 0 0 0,0 1-1 0 0,0-1 1 0 0,2-4 0 0 0,-2 7-435 0 0,0 0 0 0 0,0 0 0 0 0,0 0 0 0 0,0 0 0 0 0,1 0 0 0 0,-1 0 0 0 0,0 0 0 0 0,1 0 0 0 0,-1 0 0 0 0,1 0 0 0 0,-1 0 0 0 0,1 0 0 0 0,-1 0 0 0 0,1 0 0 0 0,0 0 0 0 0,0 0 0 0 0,-1 0 0 0 0,1 1 0 0 0,0-1 0 0 0,0 0 0 0 0,0 1 0 0 0,0-1 0 0 0,0 0 0 0 0,0 1 0 0 0,0-1 0 0 0,0 1 0 0 0,0 0 0 0 0,0-1 0 0 0,0 1 0 0 0,2-1 0 0 0,-2 2-169 0 0,0 0-1 0 0,0-1 0 0 0,0 1 0 0 0,0 0 0 0 0,0 0 0 0 0,0-1 0 0 0,0 1 1 0 0,0 0-1 0 0,0 0 0 0 0,0 0 0 0 0,-1 0 0 0 0,1 0 0 0 0,0 0 0 0 0,0 1 1 0 0,-1-1-1 0 0,1 0 0 0 0,-1 0 0 0 0,1 0 0 0 0,-1 1 0 0 0,0-1 0 0 0,0 0 1 0 0,1 3-1 0 0,6 33 579 0 0,-6-34-556 0 0,17 162 1345 0 0,-10-85-944 0 0,22 104-1 0 0,-18-143-923 0 0,2-1-1 0 0,25 50 1 0 0,-32-74-994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1:31.53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95 4145 0 0,'3'-6'466'0'0,"0"0"-1"0"0,0 0 1 0 0,0 0 0 0 0,0 1-1 0 0,1-1 1 0 0,0 1-1 0 0,0 0 1 0 0,1 1 0 0 0,-1-1-1 0 0,1 1 1 0 0,0-1 0 0 0,0 1-1 0 0,1 1 1 0 0,-1-1 0 0 0,1 1-1 0 0,0 0 1 0 0,0 0 0 0 0,0 1-1 0 0,0 0 1 0 0,0 0 0 0 0,0 0-1 0 0,1 1 1 0 0,11-2 0 0 0,-11 4-296 0 0,0 0 0 0 0,1 1 0 0 0,-1 0 0 0 0,0 0 0 0 0,0 1 0 0 0,0-1 1 0 0,-1 2-1 0 0,1-1 0 0 0,-1 1 0 0 0,1 0 0 0 0,-1 0 0 0 0,-1 0 0 0 0,1 1 1 0 0,0 0-1 0 0,-1 0 0 0 0,0 1 0 0 0,0-1 0 0 0,-1 1 0 0 0,0 0 0 0 0,0 0 1 0 0,0 1-1 0 0,5 11 0 0 0,-4-8-50 0 0,-1-1-1 0 0,0 1 1 0 0,-1 0-1 0 0,0 1 1 0 0,0-1-1 0 0,-1 0 1 0 0,-1 1 0 0 0,1 0-1 0 0,-2-1 1 0 0,1 1-1 0 0,-2 0 1 0 0,1-1-1 0 0,-2 1 1 0 0,1-1 0 0 0,-4 13-1 0 0,-1-10-82 0 0,-1 0 0 0 0,0-1-1 0 0,0 1 1 0 0,-1-2 0 0 0,-1 1 0 0 0,0-1-1 0 0,0-1 1 0 0,-1 1 0 0 0,-1-2-1 0 0,0 1 1 0 0,0-1 0 0 0,-12 7 0 0 0,2-2-553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1:32.0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8754 0 0,'0'0'955'0'0,"4"18"4050"0"0,8 13-3867 0 0,-1 0-1 0 0,-1 0 1 0 0,5 40 0 0 0,9 102 348 0 0,10 48-1279 0 0,-10-116-3891 0 0,-21-86 2381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1:32.41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1 7370 0 0,'-6'2'148'0'0,"-5"4"768"0"0,11-4-77 0 0,8-2 300 0 0,76-1 4152 0 0,-13 0-2721 0 0,81 8 0 0 0,-78 2-2379 0 0,191 18 683 0 0,-202-24-1865 0 0,0-3 0 0 0,76-9 0 0 0,-121 6-380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1:32.76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9 8754 0 0,'18'-5'3564'0'0,"21"1"-53"0"0,-29 6-3160 0 0,0 0-1 0 0,0 0 1 0 0,-1 1 0 0 0,1 0 0 0 0,-1 1 0 0 0,1 0-1 0 0,-1 0 1 0 0,0 1 0 0 0,-1 0 0 0 0,1 1 0 0 0,9 8 0 0 0,12 11 92 0 0,40 43 0 0 0,-63-61-365 0 0,31 33 178 0 0,3 4-144 0 0,1-1 0 0 0,3-3-1 0 0,79 57 1 0 0,-104-87-1200 0 0,-13-7-94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1:33.02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240 1 4609 0 0,'-1'0'192'0'0,"0"-1"0"0"0,-1 1 0 0 0,1 1 0 0 0,0-1 1 0 0,0 0-1 0 0,-1 0 0 0 0,1 0 0 0 0,0 1 0 0 0,0-1 0 0 0,0 0 0 0 0,0 1 1 0 0,-1-1-1 0 0,1 1 0 0 0,0-1 0 0 0,0 1 0 0 0,0 0 0 0 0,0 0 0 0 0,0-1 0 0 0,-1 2 1 0 0,-18 15 2381 0 0,11-4-1795 0 0,-1 0-1 0 0,2 0 0 0 0,-1 1 0 0 0,2 0 1 0 0,0 0-1 0 0,1 1 0 0 0,0 0 0 0 0,-4 20 0 0 0,-13 28 915 0 0,-67 128 1027 0 0,84-179-2778 0 0,5-11-62 0 0,1 0 0 0 0,-1 0 0 0 0,1 0 0 0 0,-1 0 0 0 0,1 0 1 0 0,0 0-1 0 0,-1 0 0 0 0,1 0 0 0 0,0 0 0 0 0,0 0 0 0 0,0 0 0 0 0,0 0 0 0 0,0 0 1 0 0,0 0-1 0 0,0 0 0 0 0,0 2 0 0 0,2 3-671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1:38.2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69 352 5529 0 0,'-5'-18'1301'0'0,"-2"-1"0"0"0,-15-29 0 0 0,13 30 636 0 0,1-1 0 0 0,-7-23 0 0 0,15 41-1775 0 0,-1-1 1 0 0,1 1-1 0 0,-1-1 0 0 0,1 1 0 0 0,0 0 0 0 0,0-1 0 0 0,0 1 0 0 0,0-1 0 0 0,0 1 1 0 0,0-1-1 0 0,0 1 0 0 0,0-1 0 0 0,0 1 0 0 0,1-1 0 0 0,0-2 0 0 0,-1 4-104 0 0,1-1-1 0 0,-1 1 1 0 0,1 0-1 0 0,-1-1 0 0 0,0 1 1 0 0,1-1-1 0 0,-1 1 1 0 0,1 0-1 0 0,-1 0 1 0 0,1-1-1 0 0,-1 1 0 0 0,1 0 1 0 0,-1 0-1 0 0,1-1 1 0 0,0 1-1 0 0,-1 0 1 0 0,1 0-1 0 0,-1 0 0 0 0,1 0 1 0 0,-1 0-1 0 0,1 0 1 0 0,0 0-1 0 0,-1 0 1 0 0,1 0-1 0 0,-1 0 0 0 0,2 1 1 0 0,1 0 9 0 0,1 0-1 0 0,-1 0 1 0 0,0 1 0 0 0,0 0-1 0 0,0-1 1 0 0,0 1 0 0 0,0 0 0 0 0,0 1-1 0 0,0-1 1 0 0,0 0 0 0 0,3 5-1 0 0,34 42 28 0 0,254 280 380 0 0,-247-281-469 0 0,-27-26 109 0 0,1-1 1 0 0,1-1-1 0 0,1 0 0 0 0,50 32 1 0 0,-70-51-54 0 0,-1 1 0 0 0,1-1 0 0 0,0 0 0 0 0,0 1 0 0 0,1-2 0 0 0,-1 1 0 0 0,0 0 0 0 0,0-1 0 0 0,0 1 0 0 0,0-1 0 0 0,1 0 0 0 0,-1 0 0 0 0,6-1 0 0 0,-7 1-36 0 0,-1-1 0 0 0,1 1 0 0 0,-1-1 0 0 0,1 0 0 0 0,-1 1-1 0 0,1-1 1 0 0,-1 0 0 0 0,0 0 0 0 0,0 0 0 0 0,1 0 0 0 0,-1 0 0 0 0,0 0 0 0 0,0-1 0 0 0,0 1-1 0 0,0 0 1 0 0,0 0 0 0 0,0-1 0 0 0,0 1 0 0 0,-1-1 0 0 0,1 1 0 0 0,0-1 0 0 0,-1 1 0 0 0,1-1-1 0 0,-1 1 1 0 0,0-1 0 0 0,1 0 0 0 0,-1 1 0 0 0,0-4 0 0 0,4-61 381 0 0,-6-70 1 0 0,0 72-273 0 0,7-81-1 0 0,0 95-321 0 0,3 1 0 0 0,1 0 0 0 0,26-77 0 0 0,-21 100-271 0 0,-14 26 360 0 0,0-1 1 0 0,1 1 0 0 0,-1-1-1 0 0,0 1 1 0 0,1-1 0 0 0,-1 1 0 0 0,1 0-1 0 0,-1-1 1 0 0,1 1 0 0 0,-1 0-1 0 0,1-1 1 0 0,-1 1 0 0 0,1 0-1 0 0,-1 0 1 0 0,1 0 0 0 0,-1-1-1 0 0,1 1 1 0 0,0 0 0 0 0,-1 0 0 0 0,1 0-1 0 0,-1 0 1 0 0,1 0 0 0 0,-1 0-1 0 0,1 0 1 0 0,0 0 0 0 0,-1 0-1 0 0,1 0 1 0 0,-1 1 0 0 0,1-1-1 0 0,-1 0 1 0 0,1 0 0 0 0,-1 0 0 0 0,1 1-1 0 0,-1-1 1 0 0,1 0 0 0 0,-1 1-1 0 0,1-1 1 0 0,-1 0 0 0 0,1 1-1 0 0,-1-1 1 0 0,0 0 0 0 0,1 1-1 0 0,-1-1 1 0 0,1 1 0 0 0,-1-1 0 0 0,0 1-1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1:39.35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155 233 6913 0 0,'-5'-97'160'0'0,"2"80"1574"0"0,0 0 1 0 0,-1 1-1 0 0,-9-27 1 0 0,10 32 1611 0 0,8 8-1305 0 0,11-5-1395 0 0,-17 7-518 0 0,0-1 0 0 0,0 1 0 0 0,0-1 0 0 0,0 1 0 0 0,0 0 0 0 0,0-1 0 0 0,0 1 1 0 0,0 0-1 0 0,-1 0 0 0 0,1 0 0 0 0,0 0 0 0 0,-1 0 0 0 0,-1-1 0 0 0,2 2-119 0 0,0-1 1 0 0,0 1 0 0 0,0-1 0 0 0,0 1 0 0 0,0 0-1 0 0,0 0 1 0 0,0-1 0 0 0,0 1 0 0 0,0 0-1 0 0,0 0 1 0 0,0 0 0 0 0,0 0 0 0 0,0 0-1 0 0,0 0 1 0 0,0 0 0 0 0,0 1 0 0 0,0-1 0 0 0,0 0-1 0 0,0 1 1 0 0,1-1 0 0 0,-1 0 0 0 0,0 1-1 0 0,0-1 1 0 0,0 1 0 0 0,0-1 0 0 0,0 1-1 0 0,1 0 1 0 0,-1-1 0 0 0,0 1 0 0 0,1 0 0 0 0,-2 1-1 0 0,-19 21 63 0 0,10-4-116 0 0,0 1 1 0 0,0-1-1 0 0,2 2 1 0 0,-8 25-1 0 0,13-35 31 0 0,1 1-1 0 0,0-1 0 0 0,1 1 0 0 0,0 0 1 0 0,1-1-1 0 0,0 1 0 0 0,1 0 0 0 0,0 0 1 0 0,3 20-1 0 0,0-23 7 0 0,0 0 0 0 0,1 0 0 0 0,0 0 0 0 0,0-1-1 0 0,1 1 1 0 0,0-1 0 0 0,0 0 0 0 0,1 0 0 0 0,0-1 0 0 0,0 0 0 0 0,1 0 0 0 0,11 9 0 0 0,-10-8-32 0 0,1-1 0 0 0,1-1 0 0 0,-1 0 1 0 0,1 0-1 0 0,0-1 0 0 0,0 0 0 0 0,1-1 1 0 0,-1 0-1 0 0,1-1 0 0 0,15 3 0 0 0,-19-5-21 0 0,0 0-1 0 0,1-1 0 0 0,-1 0 1 0 0,0-1-1 0 0,0 0 0 0 0,0 0 1 0 0,1 0-1 0 0,10-4 0 0 0,-14 4 51 0 0,-1-1-1 0 0,1 1 0 0 0,-1-1 0 0 0,1 0 0 0 0,-1 0 1 0 0,1 0-1 0 0,-1 0 0 0 0,0 0 0 0 0,0-1 0 0 0,0 1 1 0 0,0-1-1 0 0,0 0 0 0 0,-1 0 0 0 0,1 0 0 0 0,-1 0 1 0 0,0-1-1 0 0,3-4 0 0 0,-5 6 11 0 0,1 1-1 0 0,-1-1 1 0 0,1 0-1 0 0,-1 0 1 0 0,0 1-1 0 0,0-1 1 0 0,0 0-1 0 0,0 1 1 0 0,0-1-1 0 0,0 0 1 0 0,0 0-1 0 0,0 1 1 0 0,-1-1-1 0 0,1 0 1 0 0,-1 1-1 0 0,1-1 1 0 0,-1 0-1 0 0,1 1 1 0 0,-3-4-1 0 0,-24-27-42 0 0,24 29 40 0 0,0 0 0 0 0,0 1-1 0 0,0-1 1 0 0,0-1-1 0 0,0 1 1 0 0,1 0 0 0 0,0-1-1 0 0,0 1 1 0 0,0-1 0 0 0,0 0-1 0 0,0 1 1 0 0,1-1-1 0 0,-1 0 1 0 0,1 0 0 0 0,-1-5-1 0 0,3 5-16 0 0,-1 0 0 0 0,1 0-1 0 0,0 0 1 0 0,1 0-1 0 0,-1 0 1 0 0,1 0 0 0 0,-1 1-1 0 0,1-1 1 0 0,0 0-1 0 0,0 1 1 0 0,1 0 0 0 0,-1-1-1 0 0,1 1 1 0 0,0 0-1 0 0,0 0 1 0 0,0 0 0 0 0,0 1-1 0 0,0-1 1 0 0,0 1 0 0 0,1-1-1 0 0,-1 1 1 0 0,1 0-1 0 0,5-1 1 0 0,12-7-167 0 0,0 2 1 0 0,42-12-1 0 0,-54 17 180 0 0,-7 3 13 0 0,0-1 0 0 0,0 0 0 0 0,0 1 0 0 0,0-1 0 0 0,0 1 0 0 0,1-1-1 0 0,-1 1 1 0 0,0 0 0 0 0,0 0 0 0 0,0 0 0 0 0,1 0 0 0 0,-1 1 0 0 0,0-1 0 0 0,0 0 0 0 0,0 1 0 0 0,0 0 0 0 0,0-1-1 0 0,0 1 1 0 0,0 0 0 0 0,0 0 0 0 0,0 0 0 0 0,3 2 0 0 0,-3 0 3 0 0,0 0 0 0 0,1 1 1 0 0,-1-1-1 0 0,0 0 0 0 0,-1 1 0 0 0,1 0 1 0 0,-1-1-1 0 0,1 1 0 0 0,-1 0 0 0 0,0-1 1 0 0,0 8-1 0 0,4 23 455 0 0,-2 1 1 0 0,-2 59-1 0 0,-1-10-263 0 0,1-50-427 0 0,-2-21-490 0 0,1 1 0 0 0,1 0-1 0 0,1 0 1 0 0,3 16 0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1:39.8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107 35 6913 0 0,'0'0'50'0'0,"1"-1"0"0"0,-1 0 0 0 0,1 0-1 0 0,-1 0 1 0 0,0 1 0 0 0,1-1-1 0 0,-1 0 1 0 0,0 0 0 0 0,0 0 0 0 0,0 0-1 0 0,1 0 1 0 0,-1 0 0 0 0,0 0-1 0 0,0 0 1 0 0,-1 1 0 0 0,1-1 0 0 0,0 0-1 0 0,0 0 1 0 0,0 0 0 0 0,0 0-1 0 0,-1 0 1 0 0,1 0 0 0 0,-1 1 0 0 0,1-1-1 0 0,0 0 1 0 0,-1 0 0 0 0,1 0-1 0 0,-1 1 1 0 0,0-1 0 0 0,1 0 0 0 0,-1 1-1 0 0,1-1 1 0 0,-1 0 0 0 0,0 1-1 0 0,0-1 1 0 0,1 1 0 0 0,-3-1 0 0 0,2 0 102 0 0,-1 0 0 0 0,0 1 0 0 0,1-1 0 0 0,-1 1 1 0 0,0-1-1 0 0,0 1 0 0 0,1 0 0 0 0,-1-1 0 0 0,0 1 1 0 0,0 0-1 0 0,0 0 0 0 0,1 1 0 0 0,-1-1 0 0 0,0 0 1 0 0,0 0-1 0 0,1 1 0 0 0,-1-1 0 0 0,-2 2 0 0 0,0 0 64 0 0,0 1 0 0 0,-1-1 0 0 0,1 1 0 0 0,1 0 0 0 0,-1 0-1 0 0,0 0 1 0 0,1 0 0 0 0,-1 1 0 0 0,1 0 0 0 0,0-1 0 0 0,0 1-1 0 0,1 0 1 0 0,-1 1 0 0 0,1-1 0 0 0,0 0 0 0 0,-2 6-1 0 0,3-6-182 0 0,0 1-1 0 0,0-1 0 0 0,0 1 1 0 0,0 0-1 0 0,1 0 0 0 0,0-1 1 0 0,0 1-1 0 0,0 0 0 0 0,0-1 1 0 0,1 1-1 0 0,0 0 0 0 0,0-1 1 0 0,0 1-1 0 0,1-1 0 0 0,-1 1 1 0 0,1-1-1 0 0,0 1 0 0 0,0-1 1 0 0,1 0-1 0 0,-1 0 0 0 0,1 0 1 0 0,0-1-1 0 0,0 1 0 0 0,7 5 0 0 0,0-1-55 0 0,1 0-1 0 0,0-1 1 0 0,1 0-1 0 0,-1-1 1 0 0,1-1-1 0 0,17 6 1 0 0,-19-8 39 0 0,0 1 1 0 0,0 0-1 0 0,0 1 1 0 0,-1 0 0 0 0,1 0-1 0 0,-1 1 1 0 0,-1 0 0 0 0,1 0-1 0 0,13 14 1 0 0,-21-19 13 0 0,0 1 0 0 0,0-1 0 0 0,0 0 0 0 0,0 0 1 0 0,-1 0-1 0 0,1 0 0 0 0,0 1 0 0 0,-1-1 0 0 0,1 0 0 0 0,-1 1 1 0 0,1-1-1 0 0,-1 0 0 0 0,0 1 0 0 0,0-1 0 0 0,1 0 0 0 0,-1 1 1 0 0,0-1-1 0 0,0 1 0 0 0,0-1 0 0 0,0 0 0 0 0,-1 1 1 0 0,1-1-1 0 0,-1 3 0 0 0,0-2 55 0 0,0 0 1 0 0,-1 0-1 0 0,1 0 0 0 0,-1 0 1 0 0,1 0-1 0 0,-1 0 0 0 0,0 0 1 0 0,0 0-1 0 0,0 0 0 0 0,0-1 1 0 0,0 1-1 0 0,-2 1 0 0 0,-10 4 431 0 0,1-1-1 0 0,-1 0 1 0 0,-23 7-1 0 0,28-11-347 0 0,-15 5-598 0 0,-39 5-1 0 0,34-8-6469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10.97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82 22 2761 0 0,'-54'-5'4393'0'0,"52"4"-3755"0"0,-1 1 1 0 0,1-1-1 0 0,-1 0 1 0 0,1 0-1 0 0,-1 0 1 0 0,1 0-1 0 0,-1 0 1 0 0,1 0-1 0 0,-4-8 2726 0 0,15 16-849 0 0,47 71-1534 0 0,-42-55-755 0 0,1-1 0 0 0,1-1 0 0 0,1 0 0 0 0,0-1 0 0 0,30 25 1 0 0,-3-14-78 0 0,76 42 0 0 0,-2-3-3 0 0,12 3 168 0 0,-43-26 61 0 0,-85-46-363 0 0,0 0-1 0 0,0 0 1 0 0,0 0-1 0 0,-1 1 1 0 0,1-1 0 0 0,0 0-1 0 0,-1 1 1 0 0,1-1-1 0 0,0 1 1 0 0,-1 0-1 0 0,0-1 1 0 0,1 1 0 0 0,-1 0-1 0 0,0 0 1 0 0,2 4-1 0 0,-3-5-6 0 0,0 0 0 0 0,0 1 1 0 0,0-1-1 0 0,-1 1 0 0 0,1-1 0 0 0,0 0 0 0 0,0 1 0 0 0,-1-1 0 0 0,1 0 0 0 0,-1 1 0 0 0,1-1 0 0 0,-1 0 0 0 0,1 0 0 0 0,-1 0 0 0 0,0 1 1 0 0,0-1-1 0 0,0 0 0 0 0,1 0 0 0 0,-1 0 0 0 0,0 0 0 0 0,0 0 0 0 0,-1 0 0 0 0,1-1 0 0 0,-1 2 0 0 0,-24 20 25 0 0,0 1-1 0 0,2 1 1 0 0,1 1 0 0 0,1 1-1 0 0,1 1 1 0 0,1 1 0 0 0,2 0-1 0 0,-20 42 1 0 0,-10 43-1653 0 0,11 4-3304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11.61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70 436 5529 0 0,'-27'-17'878'0'0,"-16"-23"14556"0"0,129 202-14930 0 0,-34-61-340 0 0,-39-76-164 0 0,8 15 0 0 0,1-1 0 0 0,34 44 0 0 0,-48-73 0 0 0,0 0 0 0 0,1-1 0 0 0,0 0 0 0 0,0 0 0 0 0,1-1 0 0 0,0 0 0 0 0,0-1 0 0 0,1 0 0 0 0,0-1 0 0 0,0 0 0 0 0,1 0 0 0 0,20 6 0 0 0,-31-12 6 0 0,0 0 0 0 0,0 0 0 0 0,1 0 0 0 0,-1 0 0 0 0,0 0 0 0 0,0 0 1 0 0,0 0-1 0 0,0 0 0 0 0,0 0 0 0 0,0 0 0 0 0,1-1 0 0 0,-1 1 0 0 0,0 0 0 0 0,0-1 0 0 0,0 1 1 0 0,0-1-1 0 0,0 1 0 0 0,0-1 0 0 0,0 0 0 0 0,0 1 0 0 0,-1-1 0 0 0,1 0 0 0 0,0 1 0 0 0,0-1 1 0 0,0 0-1 0 0,-1 0 0 0 0,1 0 0 0 0,0 0 0 0 0,-1 0 0 0 0,1 0 0 0 0,-1 0 0 0 0,1 0 0 0 0,-1 0 1 0 0,0 0-1 0 0,1 0 0 0 0,-1 0 0 0 0,0 0 0 0 0,0-1 0 0 0,0 1 0 0 0,0-1 0 0 0,2-9 88 0 0,-1 0 0 0 0,0 0 0 0 0,-1-15-1 0 0,0 12-38 0 0,2-141 246 0 0,-2 59-240 0 0,4 0 0 0 0,21-126 0 0 0,-19 186-154 0 0,3 1 0 0 0,0 0 0 0 0,3 1 0 0 0,1 0 1 0 0,25-49-1 0 0,-38 82-35 0 0,1 1 1 0 0,-1-1-1 0 0,1 0 1 0 0,-1 1-1 0 0,0-1 1 0 0,1 0-1 0 0,-1 1 1 0 0,1-1-1 0 0,0 0 1 0 0,-1 1-1 0 0,1-1 0 0 0,-1 1 1 0 0,1-1-1 0 0,0 1 1 0 0,-1 0-1 0 0,1-1 1 0 0,1 0-1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12.1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34 86 6913 0 0,'-20'2'157'0'0,"7"0"2805"0"0,28-12-273 0 0,127-48 3450 0 0,-126 53-6107 0 0,0 0 0 0 0,1 1-1 0 0,-1 1 1 0 0,1 1 0 0 0,-1 0 0 0 0,1 1 0 0 0,19 1 0 0 0,-34 1-482 0 0,0-1 0 0 0,0 0-1 0 0,0 1 1 0 0,0-1 0 0 0,0 1 0 0 0,0-1 0 0 0,0 1 0 0 0,0 0 0 0 0,4 2 0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12.7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 6145 0 0,'1'0'148'0'0,"-1"0"0"0"0,1-1-1 0 0,0 1 1 0 0,0 0 0 0 0,0 0 0 0 0,0 0-1 0 0,0 0 1 0 0,0 0 0 0 0,0 0 0 0 0,0 0-1 0 0,-1 0 1 0 0,1 0 0 0 0,0 0-1 0 0,0 1 1 0 0,0-1 0 0 0,0 0 0 0 0,0 1-1 0 0,0-1 1 0 0,-1 0 0 0 0,1 1 0 0 0,0-1-1 0 0,0 1 1 0 0,-1-1 0 0 0,1 1-1 0 0,0 0 1 0 0,-1-1 0 0 0,2 2 0 0 0,20 27 6890 0 0,-8-10-4338 0 0,-11-16-2655 0 0,-1 1-1 0 0,1-1 1 0 0,-1 1 0 0 0,0 0-1 0 0,0-1 1 0 0,0 1 0 0 0,0 0-1 0 0,-1 0 1 0 0,1 0-1 0 0,-1 1 1 0 0,1 4 0 0 0,5 53 886 0 0,-3-20-581 0 0,4 0-130 0 0,-4-29-200 0 0,-1 0 1 0 0,-1 1-1 0 0,0-1 1 0 0,-1 0-1 0 0,0 1 1 0 0,-1-1-1 0 0,-3 27 1 0 0,3-40-22 0 0,0 0 1 0 0,0 0-1 0 0,0 0 1 0 0,0 0-1 0 0,1 0 1 0 0,-1 0-1 0 0,0 0 1 0 0,0 0-1 0 0,0 0 1 0 0,0 0 0 0 0,0 0-1 0 0,0 0 1 0 0,0 0-1 0 0,0 0 1 0 0,0 0-1 0 0,0 0 1 0 0,0 0-1 0 0,0 0 1 0 0,1 0-1 0 0,-1 0 1 0 0,0 0-1 0 0,0 0 1 0 0,0 0-1 0 0,0 0 1 0 0,0 0-1 0 0,0 0 1 0 0,0 0-1 0 0,0 0 1 0 0,0 0-1 0 0,0 0 1 0 0,1 0-1 0 0,-1 0 1 0 0,0 0 0 0 0,0 0-1 0 0,0 0 1 0 0,0 0-1 0 0,0 0 1 0 0,0 0-1 0 0,0 0 1 0 0,0 0-1 0 0,0 0 1 0 0,0 0-1 0 0,0 0 1 0 0,0 0-1 0 0,0 0 1 0 0,0 1-1 0 0,0-1 1 0 0,1 0-1 0 0,-1 0 1 0 0,0 0-1 0 0,0 0 1 0 0,0 0-1 0 0,0 0 1 0 0,0 0 0 0 0,0 0-1 0 0,3-3-1438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13.3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42 57 920 0 0,'-4'0'583'0'0,"1"1"0"0"0,-1 0 0 0 0,1 0 0 0 0,-1 0 0 0 0,1 1 0 0 0,-1-1 0 0 0,1 1 0 0 0,-10 9 4884 0 0,36-22-3035 0 0,-4 1-1215 0 0,0 1 1 0 0,0 2 0 0 0,33-9-1 0 0,25-1-2386 0 0,-64 14-3051 0 0,1 0-1358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13.7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 20 1840 0 0,'2'-20'12419'0'0,"-7"34"-10831"0"0,3-3-1231 0 0,0 1 0 0 0,0-1 0 0 0,2 0 0 0 0,-1 0 0 0 0,1 0 0 0 0,2 13 0 0 0,13 70-431 0 0,-8-59-26 0 0,-1 2-188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22.58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31 1840 0 0,'13'-31'18499'0'0,"-13"36"-18131"0"0,-2 19-2 0 0,1 1 0 0 0,1 0-1 0 0,5 36 1 0 0,19 80-59 0 0,-12-70-147 0 0,65 527 448 0 0,-77-546-66 0 0,-7-27-1649 0 0,-7-5-5298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22.8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59 4145 0 0,'0'1'190'0'0,"1"0"-1"0"0,-1 0 1 0 0,1 0 0 0 0,-1 0 0 0 0,1 0-1 0 0,0 0 1 0 0,-1 0 0 0 0,1-1 0 0 0,0 1-1 0 0,0 0 1 0 0,0 0 0 0 0,-1-1-1 0 0,1 1 1 0 0,0 0 0 0 0,0-1 0 0 0,0 1-1 0 0,0-1 1 0 0,0 1 0 0 0,0-1 0 0 0,0 1-1 0 0,0-1 1 0 0,0 0 0 0 0,0 0 0 0 0,1 1-1 0 0,-1-1 1 0 0,1 0 0 0 0,32 4 3053 0 0,-3-7-2146 0 0,0 0 0 0 0,0-2 0 0 0,43-13 0 0 0,-11 3-739 0 0,69-16-2194 0 0,-114 26-3735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23.25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 64 4609 0 0,'-6'-7'3939'0'0,"6"6"-3676"0"0,0 1-1 0 0,-1-1 1 0 0,1 0 0 0 0,0 1-1 0 0,0-1 1 0 0,0 1-1 0 0,0-1 1 0 0,0 0 0 0 0,0 1-1 0 0,0-1 1 0 0,0 0 0 0 0,0 1-1 0 0,0-1 1 0 0,0 0-1 0 0,0 1 1 0 0,1-1 0 0 0,-1 0 262 0 0,1-1-263 0 0,9-6 3081 0 0,8 0-4523 0 0,-2 2 1186 0 0,0 1-1 0 0,0 1 1 0 0,1 0-1 0 0,0 1 1 0 0,22-1-1 0 0,86 3-2734 0 0,-120 1 2443 0 0,25 1-4493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23.8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26 65 1376 0 0,'-2'-2'363'0'0,"0"0"-1"0"0,0-1 1 0 0,0 1 0 0 0,0 0-1 0 0,0-1 1 0 0,0 1-1 0 0,1-1 1 0 0,-1 1-1 0 0,1-1 1 0 0,0 0-1 0 0,-2-4 1 0 0,3 7-169 0 0,-1-1 0 0 0,1 0 0 0 0,-1 0 0 0 0,1 0 0 0 0,0 1 0 0 0,-1-1 1 0 0,1 0-1 0 0,0 0 0 0 0,0 0 0 0 0,0 0 0 0 0,0 0 0 0 0,0 0 0 0 0,0 0 0 0 0,0 1 0 0 0,0-1 0 0 0,0 0 0 0 0,0 0 0 0 0,0 0 1 0 0,0 0-1 0 0,1 0 0 0 0,-1 0 0 0 0,0 1 0 0 0,1-1 0 0 0,-1 0 0 0 0,1 0 0 0 0,-1 0 0 0 0,1 1 0 0 0,-1-1 0 0 0,1 0 0 0 0,-1 1 0 0 0,1-1 1 0 0,0 0-1 0 0,-1 1 0 0 0,1-1 0 0 0,0 1 0 0 0,0-1 0 0 0,-1 1 0 0 0,1-1 0 0 0,0 1 0 0 0,1-1 0 0 0,0 1-35 0 0,0 0-1 0 0,0 1 0 0 0,0-1 1 0 0,0 0-1 0 0,0 1 0 0 0,0-1 1 0 0,0 1-1 0 0,-1 0 0 0 0,1 0 1 0 0,0 0-1 0 0,0 0 0 0 0,-1 0 1 0 0,1 0-1 0 0,-1 0 0 0 0,1 0 1 0 0,-1 0-1 0 0,1 1 0 0 0,-1-1 1 0 0,0 1-1 0 0,0-1 0 0 0,1 1 1 0 0,-1 0-1 0 0,0-1 0 0 0,-1 1 1 0 0,1 0-1 0 0,0-1 0 0 0,0 3 1 0 0,20 52 1111 0 0,-15-24-1045 0 0,-1 0 1 0 0,-2 0-1 0 0,-1 1 0 0 0,-1-1 0 0 0,-6 49 1 0 0,2 58-858 0 0,4-132-60 0 0,-1 0 0 0 0,2 1-1 0 0,-1-1 1 0 0,1 0 0 0 0,0 0-1 0 0,7 12 1 0 0,-7-14-671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24.1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145 46 920 0 0,'-1'-1'352'0'0,"0"-1"0"0"0,0 0 0 0 0,0 1 0 0 0,1-1 0 0 0,-1 0 0 0 0,0 1 0 0 0,1-1 0 0 0,-1 0-1 0 0,1 0 1 0 0,0 1 0 0 0,0-1 0 0 0,0 0 0 0 0,-1 0 0 0 0,2 0 0 0 0,-1-2 0 0 0,1 3-283 0 0,-1 0 0 0 0,1 0 0 0 0,0 0 0 0 0,0 0 0 0 0,0 0 0 0 0,0 1 0 0 0,0-1 0 0 0,0 0 0 0 0,0 0 0 0 0,0 1 0 0 0,0-1 0 0 0,0 1 0 0 0,0-1 0 0 0,0 1 0 0 0,0-1 0 0 0,1 1 1 0 0,-1 0-1 0 0,0-1 0 0 0,0 1 0 0 0,1 0 0 0 0,1 0 0 0 0,3-1 247 0 0,0 0 1 0 0,0 1 0 0 0,0 0 0 0 0,0 0-1 0 0,0 0 1 0 0,0 1 0 0 0,0 0 0 0 0,0 0-1 0 0,0 0 1 0 0,-1 1 0 0 0,1 0 0 0 0,0 0-1 0 0,-1 1 1 0 0,1-1 0 0 0,-1 1 0 0 0,0 0-1 0 0,0 0 1 0 0,0 1 0 0 0,-1 0 0 0 0,1 0-1 0 0,-1 0 1 0 0,0 0 0 0 0,0 1 0 0 0,0-1-1 0 0,0 1 1 0 0,3 6 0 0 0,-3-3-170 0 0,0-1 0 0 0,0 1 0 0 0,-1 0 0 0 0,0 0 0 0 0,0 0 0 0 0,-1 1 0 0 0,0-1 0 0 0,0 1 0 0 0,-1-1 0 0 0,0 1 0 0 0,-1 0 0 0 0,0-1 0 0 0,0 1 0 0 0,-1 0 0 0 0,0-1 0 0 0,0 1 0 0 0,-5 12 0 0 0,1-6 33 0 0,-1 0 0 0 0,-1 0 0 0 0,0-1 0 0 0,-1 0 0 0 0,-1-1 0 0 0,0 1 0 0 0,0-2 0 0 0,-2 1 0 0 0,1-2 0 0 0,-20 18 0 0 0,20-21-249 0 0,0-1 1 0 0,0 0-1 0 0,-1 0 1 0 0,0-1-1 0 0,0 0 1 0 0,0-1-1 0 0,-1-1 1 0 0,1 1-1 0 0,-1-2 1 0 0,-1 0-1 0 0,1 0 1 0 0,0-1-1 0 0,0 0 1 0 0,-14-1-1 0 0,5-5-1719 0 0,11-4-2161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24.79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112 32 6449 0 0,'-26'-9'618'0'0,"15"4"389"0"0,0 1-1 0 0,0 0 0 0 0,-1 1 1 0 0,1 1-1 0 0,-18-3 0 0 0,60 39 2295 0 0,146 146-1129 0 0,-129-125-2050 0 0,2-3 0 0 0,72 58 0 0 0,-103-97-102 0 0,-1 1 0 0 0,-1 2 1 0 0,0-1-1 0 0,-1 2 0 0 0,0 0 0 0 0,23 36 0 0 0,-39-52 31 0 0,0 0-1 0 0,0 0 1 0 0,0 0-1 0 0,0 0 1 0 0,0-1-1 0 0,0 1 0 0 0,-1 0 1 0 0,1 0-1 0 0,0 0 1 0 0,-1 0-1 0 0,1 0 1 0 0,0 0-1 0 0,-1-1 0 0 0,1 1 1 0 0,-1 0-1 0 0,1 0 1 0 0,-1-1-1 0 0,1 1 1 0 0,-1 0-1 0 0,0-1 0 0 0,1 1 1 0 0,-1 0-1 0 0,0-1 1 0 0,0 1-1 0 0,1-1 1 0 0,-1 1-1 0 0,0-1 0 0 0,0 0 1 0 0,0 1-1 0 0,0-1 1 0 0,-1 1-1 0 0,-39 18 677 0 0,30-14-400 0 0,2 0-239 0 0,0 0 0 0 0,0 0 0 0 0,1 1 0 0 0,0 1 0 0 0,0-1 1 0 0,1 1-1 0 0,-1 1 0 0 0,-5 7 0 0 0,-49 73-44 0 0,24-31 19 0 0,-79 125-495 0 0,115-178 376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25.5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89 266 2304 0 0,'9'-16'54'0'0,"-6"12"442"0"0,0 1 0 0 0,-1-1 0 0 0,0 0 0 0 0,0 0 1 0 0,0-1-1 0 0,0 1 0 0 0,-1 0 0 0 0,1-1 1 0 0,-1 1-1 0 0,0-1 0 0 0,0 1 0 0 0,-1-1 0 0 0,1-5 1 0 0,-2 9-274 0 0,0 0 1 0 0,0 0 0 0 0,1 0-1 0 0,-1 0 1 0 0,0 0 0 0 0,0 0 0 0 0,0 0-1 0 0,0 1 1 0 0,0-1 0 0 0,0 0-1 0 0,0 1 1 0 0,0-1 0 0 0,-1 1 0 0 0,1-1-1 0 0,0 1 1 0 0,0 0 0 0 0,0-1-1 0 0,-1 1 1 0 0,1 0 0 0 0,0 0 0 0 0,0 0-1 0 0,0 0 1 0 0,-1 0 0 0 0,1 0-1 0 0,0 0 1 0 0,0 0 0 0 0,-1 0-1 0 0,1 1 1 0 0,0-1 0 0 0,-2 1 0 0 0,-1 0 128 0 0,0 0 0 0 0,-1 0 0 0 0,1 0 0 0 0,0 1 0 0 0,0-1 0 0 0,0 1 0 0 0,-6 4 0 0 0,5-1-280 0 0,1 0 0 0 0,0 0 0 0 0,0 1 0 0 0,1-1 0 0 0,-1 1 0 0 0,1 0 0 0 0,1 0 0 0 0,-1 0 0 0 0,1 0 0 0 0,0 0-1 0 0,0 1 1 0 0,1-1 0 0 0,-1 12 0 0 0,-1 2 132 0 0,2-1-1 0 0,1 1 0 0 0,2 25 0 0 0,0-34-225 0 0,0 0-1 0 0,1-1 1 0 0,0 0-1 0 0,0 1 1 0 0,1-1-1 0 0,0 0 0 0 0,1-1 1 0 0,0 1-1 0 0,0-1 1 0 0,1 0-1 0 0,1 0 0 0 0,-1-1 1 0 0,1 0-1 0 0,1 0 1 0 0,0 0-1 0 0,0-1 1 0 0,0 0-1 0 0,17 10 0 0 0,-13-10-6 0 0,-1 0-1 0 0,2-1 0 0 0,-1-1 0 0 0,1 0 0 0 0,-1 0 1 0 0,1-1-1 0 0,1-1 0 0 0,-1 0 0 0 0,0-1 0 0 0,1-1 1 0 0,-1 0-1 0 0,1 0 0 0 0,-1-1 0 0 0,23-4 0 0 0,-17 1 106 0 0,1-1 0 0 0,-1-1 0 0 0,0-1-1 0 0,0 0 1 0 0,0-2 0 0 0,-1 0 0 0 0,32-21-1 0 0,-43 25-18 0 0,-1 0 0 0 0,0-1 0 0 0,-1 0 0 0 0,1 0 1 0 0,-1-1-1 0 0,0 1 0 0 0,0-1 0 0 0,-1 0 0 0 0,1-1 0 0 0,-1 1 0 0 0,-1-1 0 0 0,1 0 0 0 0,-1 0 0 0 0,-1 0 0 0 0,1 0 0 0 0,-1 0 0 0 0,0-1 0 0 0,-1 1 0 0 0,0 0 0 0 0,0-1 0 0 0,0 0 0 0 0,-1 1 0 0 0,-1-14 0 0 0,-2 5 34 0 0,0-1-1 0 0,0 2 1 0 0,-2-1-1 0 0,0 0 1 0 0,-1 1-1 0 0,0 0 1 0 0,-1 0-1 0 0,-1 1 1 0 0,0-1-1 0 0,-1 2 1 0 0,0-1-1 0 0,-1 1 1 0 0,-1 1-1 0 0,-17-16 1 0 0,5 8-306 0 0,0 1 1 0 0,-2 1-1 0 0,0 1 0 0 0,-1 2 0 0 0,-1 0 1 0 0,-53-20-1 0 0,79 34 92 0 0,0 1 0 0 0,0-1 1 0 0,0 1-1 0 0,-1-1 0 0 0,1 1 0 0 0,0-1 0 0 0,0 1 0 0 0,-1 0 1 0 0,1 0-1 0 0,0 0 0 0 0,-1 0 0 0 0,1 0 0 0 0,0 0 0 0 0,0 0 1 0 0,-1 0-1 0 0,-1 1 0 0 0,-5 14-5133 0 0,3 0 2994 0 0,-4 2 8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38.83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23 187 7370 0 0,'-23'-10'3840'0'0,"32"11"-1246"0"0,-5 0-2333 0 0,0 1-1 0 0,0-1 1 0 0,0 1 0 0 0,0 0-1 0 0,-1 0 1 0 0,1 1-1 0 0,-1-1 1 0 0,0 1 0 0 0,1-1-1 0 0,-1 1 1 0 0,-1 0-1 0 0,1 1 1 0 0,0-1-1 0 0,-1 0 1 0 0,3 4 0 0 0,5 8 95 0 0,-1 1 1 0 0,8 18 0 0 0,49 149 647 0 0,4 9-656 0 0,-61-171-354 0 0,1-2 0 0 0,1 0 1 0 0,1 0-1 0 0,1-1 1 0 0,0 0-1 0 0,1-1 1 0 0,17 16-1 0 0,-20-23 45 0 0,0-1 0 0 0,1 0 0 0 0,0-1 1 0 0,19 10-1 0 0,-26-15 31 0 0,1-1 1 0 0,-1 0-1 0 0,0 0 0 0 0,0 0 1 0 0,1 0-1 0 0,-1-1 1 0 0,1 0-1 0 0,0 0 1 0 0,-1 0-1 0 0,1-1 1 0 0,0 0-1 0 0,-1 0 0 0 0,1-1 1 0 0,8-1-1 0 0,-12 1-35 0 0,1 0 0 0 0,-1 0-1 0 0,0-1 1 0 0,0 1 0 0 0,1-1-1 0 0,-1 1 1 0 0,0-1 0 0 0,0 0-1 0 0,-1 0 1 0 0,1 0-1 0 0,0 0 1 0 0,-1 0 0 0 0,1 0-1 0 0,-1-1 1 0 0,1 1 0 0 0,-1 0-1 0 0,0-1 1 0 0,0 1 0 0 0,0-1-1 0 0,-1 1 1 0 0,2-6 0 0 0,1-7 65 0 0,-1-1 0 0 0,2-23 0 0 0,-4 27-45 0 0,71-602 469 0 0,-66 574-647 0 0,4-28 162 0 0,-7 62-550 0 0,0 0-1 0 0,0 1 0 0 0,0-1 0 0 0,0 1 1 0 0,5-7-1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39.6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235 88 4145 0 0,'-3'-4'458'0'0,"1"1"1"0"0,0-1-1 0 0,0 0 0 0 0,0 0 1 0 0,0 0-1 0 0,1 0 0 0 0,-1 0 1 0 0,0-6-1 0 0,1 6-150 0 0,0 0 0 0 0,0 0-1 0 0,0 0 1 0 0,-1 0 0 0 0,0 0-1 0 0,0 1 1 0 0,0-1 0 0 0,-4-5-1 0 0,5 8-253 0 0,1 0 1 0 0,-1 1-1 0 0,0-1 0 0 0,1 1 0 0 0,-1-1 0 0 0,0 1 0 0 0,0 0 1 0 0,0-1-1 0 0,1 1 0 0 0,-1 0 0 0 0,0-1 0 0 0,0 1 0 0 0,0 0 1 0 0,0 0-1 0 0,1 0 0 0 0,-1 0 0 0 0,0 0 0 0 0,-2 0 1 0 0,1 0 33 0 0,-1 1 1 0 0,1 0-1 0 0,0 0 0 0 0,-1-1 1 0 0,1 1-1 0 0,0 1 1 0 0,0-1-1 0 0,0 0 1 0 0,-4 3-1 0 0,-3 4 244 0 0,0 0-1 0 0,0 1 0 0 0,0 0 0 0 0,1 0 0 0 0,1 1 0 0 0,-1 0 0 0 0,-9 19 0 0 0,1 2-295 0 0,-18 49 0 0 0,28-64-160 0 0,0 0 1 0 0,2 0-1 0 0,0 0 1 0 0,0 0-1 0 0,-1 29 0 0 0,5-41 100 0 0,0-1-1 0 0,0 1 1 0 0,0 0-1 0 0,0 0 0 0 0,0 0 1 0 0,1-1-1 0 0,0 1 1 0 0,0 0-1 0 0,0-1 0 0 0,0 1 1 0 0,1 0-1 0 0,-1-1 1 0 0,1 0-1 0 0,0 1 0 0 0,0-1 1 0 0,0 0-1 0 0,1 0 1 0 0,-1 0-1 0 0,1 0 0 0 0,-1-1 1 0 0,1 1-1 0 0,0 0 1 0 0,0-1-1 0 0,0 0 0 0 0,0 0 1 0 0,1 0-1 0 0,-1 0 1 0 0,0-1-1 0 0,1 1 0 0 0,6 1 1 0 0,-3-1-34 0 0,0 0 0 0 0,1 0 1 0 0,-1-1-1 0 0,1 0 0 0 0,-1 0 1 0 0,0-1-1 0 0,1 0 0 0 0,-1-1 0 0 0,1 1 1 0 0,-1-1-1 0 0,1-1 0 0 0,-1 1 1 0 0,10-4-1 0 0,-12 2-10 0 0,0 1 0 0 0,-1-1 1 0 0,1 0-1 0 0,-1 0 0 0 0,1 0 0 0 0,-1-1 1 0 0,0 0-1 0 0,0 0 0 0 0,0 0 0 0 0,-1 0 1 0 0,1 0-1 0 0,-1-1 0 0 0,0 1 0 0 0,-1-1 1 0 0,1 0-1 0 0,-1 0 0 0 0,0 0 0 0 0,3-10 1 0 0,-3 7-4 0 0,0-1 0 0 0,-1 0 0 0 0,0 0 0 0 0,-1 0 0 0 0,1 1 0 0 0,-2-1 0 0 0,1 0 0 0 0,-3-9 0 0 0,0-42-371 0 0,4 56 444 0 0,-1 0-1 0 0,1 0 0 0 0,0 0 0 0 0,0 0 0 0 0,1 0 0 0 0,-1 1 1 0 0,1-1-1 0 0,0 0 0 0 0,0 1 0 0 0,0-1 0 0 0,0 1 0 0 0,1 0 1 0 0,-1 0-1 0 0,1 0 0 0 0,0 0 0 0 0,0 0 0 0 0,0 0 0 0 0,0 1 1 0 0,0 0-1 0 0,0-1 0 0 0,1 1 0 0 0,-1 0 0 0 0,1 1 0 0 0,0-1 1 0 0,0 1-1 0 0,-1-1 0 0 0,1 1 0 0 0,0 0 0 0 0,0 1 0 0 0,6-1 1 0 0,-6 0 145 0 0,0 1 1 0 0,0 0 0 0 0,-1 0 0 0 0,1 1-1 0 0,0-1 1 0 0,0 1 0 0 0,0 0 0 0 0,0 0 0 0 0,0 0-1 0 0,-1 0 1 0 0,1 1 0 0 0,-1-1 0 0 0,1 1-1 0 0,-1 0 1 0 0,1 0 0 0 0,-1 0 0 0 0,0 1-1 0 0,0-1 1 0 0,0 1 0 0 0,3 3 0 0 0,0 2 162 0 0,0 0 0 0 0,-1 0 0 0 0,0 0 0 0 0,0 1 0 0 0,-1 0 0 0 0,0 0 0 0 0,-1 0 0 0 0,0 0 0 0 0,0 0 0 0 0,-1 1 0 0 0,0-1 0 0 0,0 1 0 0 0,-1-1 0 0 0,-1 19 0 0 0,-2 4-565 0 0,-2-1 0 0 0,-1 1 0 0 0,-10 34 0 0 0,4-15-1906 0 0,9-37-3584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40.1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65 34 1376 0 0,'30'-33'6016'0'0,"-34"38"-4810"0"0,1 0-1 0 0,-1-1 0 0 0,0 1 1 0 0,0-1-1 0 0,-7 5 1 0 0,-18 21 657 0 0,25-24-1777 0 0,-1 0 152 0 0,0 1-1 0 0,1-1 1 0 0,0 1-1 0 0,0 0 1 0 0,-3 10-1 0 0,6-16-204 0 0,1 1-1 0 0,-1 0 0 0 0,1-1 1 0 0,0 1-1 0 0,-1 0 1 0 0,1-1-1 0 0,0 1 1 0 0,0 0-1 0 0,0-1 0 0 0,0 1 1 0 0,0 0-1 0 0,1-1 1 0 0,-1 1-1 0 0,1 0 0 0 0,-1-1 1 0 0,1 1-1 0 0,-1 0 1 0 0,1-1-1 0 0,0 1 1 0 0,0-1-1 0 0,0 1 0 0 0,-1-1 1 0 0,2 0-1 0 0,-1 1 1 0 0,0-1-1 0 0,0 0 0 0 0,0 0 1 0 0,0 0-1 0 0,1 0 1 0 0,2 2-1 0 0,60 28-64 0 0,-49-25 14 0 0,0 1 1 0 0,0 0-1 0 0,-1 1 1 0 0,0 0-1 0 0,14 12 1 0 0,-25-18 14 0 0,-1 1 1 0 0,1-1 0 0 0,-1 1 0 0 0,1 0-1 0 0,-1 0 1 0 0,0 0 0 0 0,0 0 0 0 0,0 0 0 0 0,-1 0-1 0 0,1 0 1 0 0,-1 1 0 0 0,1-1 0 0 0,-1 0-1 0 0,0 1 1 0 0,-1 0 0 0 0,1-1 0 0 0,0 1-1 0 0,-1-1 1 0 0,0 1 0 0 0,0 0 0 0 0,0-1-1 0 0,0 1 1 0 0,-1-1 0 0 0,0 1 0 0 0,1-1 0 0 0,-1 1-1 0 0,-3 5 1 0 0,0 1-42 0 0,-1-1 1 0 0,0 0-1 0 0,-1 0 0 0 0,0 0 0 0 0,-1-1 1 0 0,0 0-1 0 0,0 0 0 0 0,0-1 0 0 0,-1 0 1 0 0,0 0-1 0 0,-1-1 0 0 0,0 0 0 0 0,0 0 1 0 0,0-1-1 0 0,0 0 0 0 0,-1-1 0 0 0,0 0 1 0 0,1-1-1 0 0,-17 4 0 0 0,11-5-969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40.9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198 9 5985 0 0,'-19'-9'10611'0'0,"12"13"-10368"0"0,0 1 0 0 0,0 0 0 0 0,0 0 0 0 0,0 0 0 0 0,1 1 0 0 0,0 0 0 0 0,0 0 0 0 0,1 1 1 0 0,-9 12-1 0 0,-42 72 630 0 0,48-77-850 0 0,0 0 0 0 0,2 1 1 0 0,0 0-1 0 0,1 0 0 0 0,0 0 0 0 0,1 1 0 0 0,-3 29 0 0 0,6-39-30 0 0,1 0 1 0 0,0 0-1 0 0,0 0 1 0 0,1 1-1 0 0,-1-1 0 0 0,1 0 1 0 0,1 0-1 0 0,-1 0 0 0 0,1 0 1 0 0,0 0-1 0 0,0 0 0 0 0,1 0 1 0 0,0-1-1 0 0,0 1 0 0 0,0-1 1 0 0,1 0-1 0 0,-1 0 1 0 0,1 0-1 0 0,0-1 0 0 0,1 1 1 0 0,-1-1-1 0 0,9 6 0 0 0,-1-2 20 0 0,-1-2-1 0 0,2 1 0 0 0,-1-2 1 0 0,0 1-1 0 0,1-2 0 0 0,18 5 1 0 0,87 12 461 0 0,-29-6-208 0 0,-35 1 1 0 0,-42-11-113 0 0,0-1 0 0 0,0-1 0 0 0,0 0-1 0 0,1-1 1 0 0,17 2 0 0 0,-27-4-1346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42.70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7 329 6913 0 0,'-1'-1'83'0'0,"0"0"-1"0"0,1 0 0 0 0,-1 0 0 0 0,0 0 0 0 0,1 0 0 0 0,-1 0 0 0 0,1 0 1 0 0,0 0-1 0 0,-1 0 0 0 0,1 0 0 0 0,0 0 0 0 0,-1-1 0 0 0,1 1 0 0 0,0 0 1 0 0,0 0-1 0 0,0 0 0 0 0,0 0 0 0 0,0-1 0 0 0,0 1 0 0 0,1 0 0 0 0,-1 0 0 0 0,0 0 1 0 0,0 0-1 0 0,1 0 0 0 0,-1 0 0 0 0,1 0 0 0 0,-1 0 0 0 0,1-1 0 0 0,0 2 1 0 0,-1-1-1 0 0,1 0 0 0 0,0 0 0 0 0,1-1 0 0 0,-1 0 140 0 0,0 0 1 0 0,0 1-1 0 0,0-1 0 0 0,0 1 1 0 0,0-1-1 0 0,1 1 0 0 0,-1 0 1 0 0,0 0-1 0 0,1-1 0 0 0,-1 1 0 0 0,1 0 1 0 0,0 0-1 0 0,-1 1 0 0 0,1-1 1 0 0,0 0-1 0 0,-1 0 0 0 0,1 1 1 0 0,0-1-1 0 0,0 1 0 0 0,0-1 1 0 0,0 1-1 0 0,2 0 0 0 0,-3 0-96 0 0,0 1 0 0 0,0 0-1 0 0,0-1 1 0 0,0 1 0 0 0,0 0-1 0 0,0-1 1 0 0,0 1 0 0 0,0 0-1 0 0,0 0 1 0 0,0 0 0 0 0,0 0-1 0 0,-1 0 1 0 0,1 0 0 0 0,0 0 0 0 0,-1 0-1 0 0,1 0 1 0 0,-1 0 0 0 0,1 2-1 0 0,9 26 790 0 0,-7-20-545 0 0,13 38 218 0 0,2-2-1 0 0,1 0 1 0 0,34 54 0 0 0,-41-79-540 0 0,2 0 0 0 0,0-1 0 0 0,1 0 0 0 0,1-1 1 0 0,1-1-1 0 0,0-1 0 0 0,1 0 0 0 0,36 23 1 0 0,-50-36 12 0 0,0 0 1 0 0,1-1-1 0 0,-1 0 1 0 0,0 0-1 0 0,1 0 1 0 0,8 2-1 0 0,-12-4-39 0 0,0 0 0 0 0,0 0 0 0 0,0 0 0 0 0,0 0 0 0 0,0 0 0 0 0,0 0 0 0 0,0-1 0 0 0,0 1 0 0 0,0 0 0 0 0,0-1 0 0 0,0 1 0 0 0,0-1 0 0 0,0 1 0 0 0,0-1 0 0 0,0 1 0 0 0,-1-1 0 0 0,1 0 0 0 0,0 1 0 0 0,0-1 0 0 0,-1 0 0 0 0,1 1 0 0 0,0-1 0 0 0,-1 0 0 0 0,1 0 0 0 0,-1 0 0 0 0,1 0 0 0 0,-1 0 0 0 0,0 0-1 0 0,1 0 1 0 0,-1 0 0 0 0,0 0 0 0 0,1 0 0 0 0,-1 0 0 0 0,0 0 0 0 0,0 0 0 0 0,0 0 0 0 0,0-1 0 0 0,4-36 236 0 0,-1 1-1 0 0,-4-65 1 0 0,0 1-32 0 0,38-287-93 0 0,-31 333-202 0 0,-5 53 185 0 0,1-12-845 0 0,1 48-8097 0 0,5-4 3315 0 0,-5-11 2705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43.0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0 155 2673 0 0,'147'-89'8093'0'0,"-122"77"-6474"0"0,1 0 0 0 0,0 1 0 0 0,1 2-1 0 0,29-7 1 0 0,-43 14-1785 0 0,0 0 1 0 0,1 1-1 0 0,-1 1 0 0 0,0 0 1 0 0,0 1-1 0 0,0 0 1 0 0,1 1-1 0 0,-1 0 0 0 0,13 5 1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43.35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3225 0 0,'0'8'1780'0'0,"0"-1"-1"0"0,1 0 1 0 0,0 0 0 0 0,3 11 0 0 0,15 65 4255 0 0,16 73-1748 0 0,-31-132-4433 0 0,-2 1 0 0 0,0 0 0 0 0,-1-1 1 0 0,-4 35-1 0 0,0-41-230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44.3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8754 0 0,'5'6'601'0'0,"-1"0"0"0"0,1 0 0 0 0,-1 0 0 0 0,0 0 1 0 0,0 1-1 0 0,-1 0 0 0 0,0-1 0 0 0,0 1 0 0 0,-1 1 0 0 0,0-1 0 0 0,0 0 0 0 0,0 0 1 0 0,0 11-1 0 0,0 11 348 0 0,-2 0 1 0 0,-2 34-1 0 0,-1-12-436 0 0,6 61-107 0 0,22 140 0 0 0,-9-113-264 0 0,-11-83-192 0 0,-3-23-116 0 0,1-1 1 0 0,1 1-1 0 0,2-1 1 0 0,13 40-1 0 0,-14-64-645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44.7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86 30 5065 0 0,'-8'-1'1028'0'0,"0"0"1"0"0,0 0-1 0 0,0 1 0 0 0,0-1 1 0 0,-11 3-1 0 0,-8-1 4677 0 0,199-16-53 0 0,-121 8-6398 0 0,0 3 1 0 0,65 2-1 0 0,-94 4-6574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44.96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94 5529 0 0,'6'-1'575'0'0,"-1"0"0"0"0,0 0 1 0 0,0-1-1 0 0,0 0 0 0 0,0 0 0 0 0,8-5 0 0 0,6-1 938 0 0,39-18 3020 0 0,24-7-1586 0 0,-73 30-4184 0 0,1 1 0 0 0,0-1 0 0 0,15 0 0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45.3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1 3225 0 0,'-5'13'19864'0'0,"11"24"-20071"0"0,-2-11-1264 0 0,-3-12 3241 0 0,6 71-1211 0 0,18 86-1 0 0,-12-98-603 0 0,-12-62 8 0 0,1 1 0 0 0,-2-1 0 0 0,0 0 0 0 0,-1 16-1 0 0,-7 1-2855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45.7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51 1376 0 0,'0'0'94'0'0,"-1"-1"0"0"0,1 0 0 0 0,-1 1-1 0 0,1-1 1 0 0,0 0 0 0 0,-1 1 0 0 0,1-1-1 0 0,0 0 1 0 0,0 1 0 0 0,-1-1 0 0 0,1 0-1 0 0,0 0 1 0 0,0 1 0 0 0,0-1 0 0 0,0 0-1 0 0,0 1 1 0 0,0-1 0 0 0,0 0 0 0 0,0 0 0 0 0,0 1-1 0 0,1-1 1 0 0,-1 0 0 0 0,0 1 0 0 0,0-1-1 0 0,1 0 1 0 0,-1 1 0 0 0,0-1 0 0 0,1 0-1 0 0,-1 1 1 0 0,1-2 0 0 0,1 0 247 0 0,0 1 1 0 0,0-1-1 0 0,0 0 1 0 0,0 1-1 0 0,1 0 1 0 0,-1-1-1 0 0,0 1 1 0 0,1 0-1 0 0,2-1 1 0 0,5-1 1029 0 0,0 0 1 0 0,1 1 0 0 0,15-2-1 0 0,-17 3-977 0 0,1 1 0 0 0,-1 0-1 0 0,0 1 1 0 0,1 0 0 0 0,-1 0 0 0 0,0 1-1 0 0,1 0 1 0 0,-1 1 0 0 0,0 0 0 0 0,-1 0-1 0 0,1 1 1 0 0,0 0 0 0 0,-1 1 0 0 0,0 0-1 0 0,10 8 1 0 0,-11-8-316 0 0,0 1 0 0 0,-1 1 0 0 0,1-1 0 0 0,-1 1-1 0 0,-1 0 1 0 0,1 0 0 0 0,-2 1 0 0 0,1 0 0 0 0,-1-1 0 0 0,0 2 0 0 0,0-1-1 0 0,-1 0 1 0 0,0 1 0 0 0,0-1 0 0 0,-1 1 0 0 0,-1 0 0 0 0,1 0 0 0 0,-1 0 0 0 0,-1 0-1 0 0,0 0 1 0 0,0 0 0 0 0,-1 0 0 0 0,0 0 0 0 0,0 0 0 0 0,-3 10 0 0 0,-1-5-1 0 0,1-1 1 0 0,-1 0 0 0 0,-1 0-1 0 0,-1-1 1 0 0,0 1 0 0 0,0-2-1 0 0,-1 1 1 0 0,0-1 0 0 0,-1 0-1 0 0,-1-1 1 0 0,0 1 0 0 0,0-2-1 0 0,0 0 1 0 0,-2 0 0 0 0,1-1-1 0 0,-17 9 1 0 0,24-15-634 0 0,0 0 0 0 0,-1 0 0 0 0,1-1 1 0 0,-1 0-1 0 0,1 1 0 0 0,-1-2 0 0 0,1 1 0 0 0,-1 0 0 0 0,0-1 1 0 0,1 0-1 0 0,-1 0 0 0 0,0-1 0 0 0,-6 0 0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47.0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183 142 1840 0 0,'-2'-8'112'0'0,"0"-7"1612"0"0,-1 1-1 0 0,-1-1 0 0 0,-1 1 1 0 0,-10-23-1 0 0,14 35-1490 0 0,0-1 1 0 0,0 1-1 0 0,0 0 0 0 0,-1-1 1 0 0,1 1-1 0 0,-1 0 0 0 0,0 0 0 0 0,1 0 1 0 0,-1 0-1 0 0,0 1 0 0 0,0-1 1 0 0,0 0-1 0 0,-1 1 0 0 0,1-1 1 0 0,0 1-1 0 0,0 0 0 0 0,-1 0 0 0 0,1 0 1 0 0,-1 0-1 0 0,1 0 0 0 0,-1 0 1 0 0,1 1-1 0 0,-1-1 0 0 0,0 1 1 0 0,1 0-1 0 0,-1 0 0 0 0,0 0 1 0 0,1 0-1 0 0,-1 0 0 0 0,0 0 0 0 0,1 1 1 0 0,-1-1-1 0 0,-4 3 0 0 0,4-2-60 0 0,0 1 1 0 0,0 0-1 0 0,0 0 0 0 0,0 0 0 0 0,0 0 0 0 0,1 0 0 0 0,-1 1 0 0 0,1-1 1 0 0,0 1-1 0 0,0 0 0 0 0,-1-1 0 0 0,2 1 0 0 0,-1 0 0 0 0,0 0 0 0 0,1 1 0 0 0,-1-1 1 0 0,-1 5-1 0 0,-2 7-28 0 0,1 1 0 0 0,-4 21 0 0 0,3-12-118 0 0,1 0-1 0 0,1 1 1 0 0,1-1 0 0 0,2 1 0 0 0,1 0 0 0 0,5 34 0 0 0,-4-47-18 0 0,1 0 0 0 0,1-1 1 0 0,0 1-1 0 0,0-1 0 0 0,2 0 1 0 0,-1 0-1 0 0,1-1 0 0 0,1 0 1 0 0,0 0-1 0 0,1 0 0 0 0,0-1 1 0 0,1 0-1 0 0,-1-1 0 0 0,16 13 1 0 0,-5-7-17 0 0,1 0 1 0 0,1-1 0 0 0,0-2-1 0 0,42 19 1 0 0,-54-26 4 0 0,0-2 0 0 0,0 0 0 0 0,0 0 0 0 0,1 0 0 0 0,-1-1 0 0 0,1-1 0 0 0,0 0 0 0 0,0 0 0 0 0,-1-1 0 0 0,1 0 0 0 0,0 0 0 0 0,0-1 0 0 0,-1-1 0 0 0,1 1 0 0 0,10-5 0 0 0,-16 4 12 0 0,0 0 0 0 0,0-1 0 0 0,0 1 0 0 0,0-1 1 0 0,-1 0-1 0 0,0 0 0 0 0,1-1 0 0 0,-1 1 0 0 0,0-1 0 0 0,-1 1 0 0 0,1-1 1 0 0,-1 0-1 0 0,1 0 0 0 0,-1 0 0 0 0,0 0 0 0 0,-1-1 0 0 0,1 1 1 0 0,-1 0-1 0 0,0-1 0 0 0,0 1 0 0 0,0-1 0 0 0,0-4 0 0 0,2-15 95 0 0,-2 0-1 0 0,-2-46 1 0 0,1 57-88 0 0,-1-7 16 0 0,-1 0 0 0 0,0 0 1 0 0,-2 0-1 0 0,0 0 0 0 0,-1 1 1 0 0,-1 0-1 0 0,-1 0 0 0 0,-10-20 0 0 0,11 28-36 0 0,0 1 0 0 0,0 1 0 0 0,-1-1-1 0 0,0 1 1 0 0,-1 0 0 0 0,0 1-1 0 0,0 0 1 0 0,-1 0 0 0 0,1 1-1 0 0,-2 0 1 0 0,1 1 0 0 0,-1-1 0 0 0,0 2-1 0 0,-1 0 1 0 0,-16-7 0 0 0,-1 4-275 0 0,-1 1-95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53.9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0 170 5065 0 0,'38'-43'4130'0'0,"-25"27"-2765"0"0,1 1 0 0 0,16-15 1 0 0,-18 21-1145 0 0,-1 2-1 0 0,1 0 1 0 0,0 0 0 0 0,1 1-1 0 0,-1 0 1 0 0,1 1 0 0 0,0 1-1 0 0,1 0 1 0 0,-1 1 0 0 0,1 0-1 0 0,-1 1 1 0 0,1 1 0 0 0,0 0-1 0 0,0 1 1 0 0,0 0 0 0 0,-1 1-1 0 0,1 1 1 0 0,26 6 0 0 0,-31-4-1388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54.37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1 133 2761 0 0,'27'-15'2183'0'0,"35"-26"1"0"0,-42 26-607 0 0,1 1-1 0 0,0 1 1 0 0,30-13 0 0 0,-46 25-1409 0 0,1-1 0 0 0,-1 0 0 0 0,1 1 0 0 0,-1 0 0 0 0,1 0 0 0 0,-1 1 0 0 0,1 0 0 0 0,0-1 0 0 0,-1 2-1 0 0,1-1 1 0 0,-1 1 0 0 0,1 0 0 0 0,5 2 0 0 0,6 2 25 0 0,0 1 0 0 0,28 16 0 0 0,-32-15 15 0 0,1-1-1 0 0,-1 0 1 0 0,1 0-1 0 0,0-1 1 0 0,19 3-1 0 0,-21-6-14 0 0,1-1-1 0 0,0 0 0 0 0,0-1 0 0 0,0-1 0 0 0,0 0 0 0 0,0 0 0 0 0,0-2 1 0 0,-1 1-1 0 0,1-2 0 0 0,-1 1 0 0 0,1-2 0 0 0,-1 0 0 0 0,13-7 0 0 0,-24 11-621 0 0,1 0-1 0 0,0-1 1 0 0,0 1-1 0 0,-1-1 1 0 0,1 1-1 0 0,-1-1 1 0 0,1 0-1 0 0,-1 0 1 0 0,0 1-1 0 0,0-1 1 0 0,0 0-1 0 0,1-3 0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57.9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14 17508 0 0,'-4'-13'1616'0'0,"13"12"-2148"0"0,16 17-348 0 0,-19-9 876 0 0,0 1 0 0 0,-1 0-1 0 0,0 0 1 0 0,0 0 0 0 0,-1 0 0 0 0,0 1 0 0 0,5 16 0 0 0,14 72-21 0 0,-16-64 23 0 0,22 97 17 0 0,129 498 170 0 0,-83-411-467 0 0,-31-96-1216 0 0,54 239 1 0 0,-90-309-3876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58.7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1 486 16588 0 0,'0'-1'55'0'0,"-1"0"1"0"0,1 0 0 0 0,0 1 0 0 0,0-1 0 0 0,0 0 0 0 0,0 0 0 0 0,0 1 0 0 0,0-1 0 0 0,0 0 0 0 0,1 0 0 0 0,-1 0-1 0 0,0 1 1 0 0,0-1 0 0 0,0 0 0 0 0,1 1 0 0 0,-1-1 0 0 0,0 0 0 0 0,1 0 0 0 0,-1 1 0 0 0,1-1 0 0 0,-1 1 0 0 0,1-1-1 0 0,-1 0 1 0 0,1 1 0 0 0,-1-1 0 0 0,1 1 0 0 0,0-1 0 0 0,-1 1 0 0 0,1 0 0 0 0,0-1 0 0 0,-1 1 0 0 0,2-1 0 0 0,31-12-899 0 0,-11 6 607 0 0,49-23-181 0 0,2 4-1 0 0,0 4 1 0 0,2 2-1 0 0,85-11 1 0 0,313-17 1684 0 0,-347 39-1213 0 0,1405-89-590 0 0,-665 47-369 0 0,-376 14 1004 0 0,300-15 93 0 0,-712 49-180 0 0,375-8 1351 0 0,-290 7-262 0 0,87 2 31 0 0,-206 5-1141 0 0,-1 1 1 0 0,0 2-1 0 0,72 20 0 0 0,-108-24 29 0 0,0 1 1 0 0,0 0 0 0 0,0 0-1 0 0,0 1 1 0 0,-1-1 0 0 0,0 1-1 0 0,0 1 1 0 0,0-1-1 0 0,0 1 1 0 0,-1 0 0 0 0,0 1-1 0 0,9 10 1 0 0,-2 3 133 0 0,0 0-1 0 0,17 40 1 0 0,1 2-39 0 0,160 245-87 0 0,-100-167-135 0 0,-49-70 300 0 0,-2 3 0 0 0,-4 1 0 0 0,50 151-1 0 0,-55-121 84 0 0,-5 2 0 0 0,18 161 0 0 0,-39-228-416 0 0,-1 0 0 0 0,-2 0-1 0 0,-1 0 1 0 0,-7 47 0 0 0,5-72 174 0 0,-1 0-1 0 0,0 0 1 0 0,-1 0 0 0 0,0-1-1 0 0,-1 1 1 0 0,0-1 0 0 0,-1 0-1 0 0,-1-1 1 0 0,1 1 0 0 0,-2-1-1 0 0,0-1 1 0 0,0 1 0 0 0,-1-1-1 0 0,0-1 1 0 0,-18 15 0 0 0,-1-5 53 0 0,-2-1 0 0 0,0-1 0 0 0,0-1 0 0 0,-2-2 0 0 0,0-2 0 0 0,0 0 0 0 0,-1-3 0 0 0,-1 0 0 0 0,1-2 0 0 0,-38 2 0 0 0,-44 1 57 0 0,-188-10-1 0 0,-601-36-123 0 0,-730-12-3 0 0,1337 45 160 0 0,-711 5-150 0 0,615 25-600 0 0,354-22 37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2:59.4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35 17508 0 0,'-11'-30'2934'0'0,"10"25"-2080"0"0,6 22-463 0 0,10 35-386 0 0,35 131-13 0 0,86 206 1 0 0,-67-235-208 0 0,99 254-2126 0 0,-147-344 1477 0 0,-3 1 0 0 0,-2 1 0 0 0,-3 1 1 0 0,6 102-1 0 0,-17-121-5504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3:00.19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33 356 6913 0 0,'-9'-12'905'0'0,"-11"-18"-1665"0"0,17 13 2416 0 0,9 1 3786 0 0,8-1-5276 0 0,1 0 0 0 0,1 1 0 0 0,0 1 0 0 0,1 1 0 0 0,1 0 0 0 0,0 1 0 0 0,1 1 0 0 0,0 1 0 0 0,1 0 0 0 0,0 2 0 0 0,0 0 0 0 0,40-10 0 0 0,11 1 315 0 0,1 2 0 0 0,113-8 0 0 0,860-22 923 0 0,4 71-1899 0 0,-860-19 449 0 0,112 3-214 0 0,493 26 445 0 0,-593-9-157 0 0,-170-19-68 0 0,0 1 0 0 0,0 1 0 0 0,-1 2 0 0 0,39 19 0 0 0,-60-25 32 0 0,-1 1-1 0 0,1 0 0 0 0,-1 0 0 0 0,0 1 1 0 0,-1 0-1 0 0,0 0 0 0 0,9 11 1 0 0,41 65 44 0 0,-37-52-28 0 0,140 247 266 0 0,-21 15 128 0 0,-99-206-351 0 0,126 319 604 0 0,-70-162-277 0 0,110 319-218 0 0,-199-539-175 0 0,0 1-1 0 0,-1 0 1 0 0,-2 0-1 0 0,-1 0 1 0 0,0 0-1 0 0,-3 45 1 0 0,0-62 9 0 0,-1 0 0 0 0,0 0-1 0 0,-1 0 1 0 0,0 0 0 0 0,0 0 0 0 0,-1 0 0 0 0,0-1 0 0 0,0 1-1 0 0,0-1 1 0 0,-1 0 0 0 0,0 0 0 0 0,-1 0 0 0 0,0 0 0 0 0,0-1-1 0 0,0 0 1 0 0,-1 0 0 0 0,1 0 0 0 0,-2-1 0 0 0,1 0-1 0 0,0 0 1 0 0,-1 0 0 0 0,0-1 0 0 0,0 0 0 0 0,-15 6 0 0 0,4-4-19 0 0,-1-1 1 0 0,1-1 0 0 0,-1 0 0 0 0,0-1-1 0 0,0-1 1 0 0,-1-1 0 0 0,-30-2 0 0 0,-137-24 47 0 0,155 20-40 0 0,-302-60 77 0 0,-119-19 306 0 0,-823-56 957 0 0,-7 111-53 0 0,1254 30-1324 0 0,-34 0-2043 0 0,-1 3-1 0 0,-75 15 0 0 0,113-13-4990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3:03.6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1 1 1376 0 0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3:04.1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 14747 0 0,'-1'-19'1230'0'0,"1"18"-1265"0"0,0 1-1 0 0,0 0 1 0 0,1 0 0 0 0,-1-1 0 0 0,0 1 0 0 0,0 0 0 0 0,0 0 0 0 0,1 0-1 0 0,-1-1 1 0 0,0 1 0 0 0,0 0 0 0 0,0 0 0 0 0,1 0 0 0 0,-1-1-1 0 0,0 1 1 0 0,0 0 0 0 0,1 0 0 0 0,-1 0 0 0 0,0 0 0 0 0,1 0-1 0 0,-1 0 1 0 0,0 0 0 0 0,1 0 0 0 0,-1 0 0 0 0,0 0 0 0 0,0-1-1 0 0,1 2 1 0 0,-1-1 0 0 0,0 0 0 0 0,1 0 0 0 0,-1 0 0 0 0,1 0 0 0 0,2 1-179 0 0,0 1 0 0 0,1-1 0 0 0,-1 1 0 0 0,0 0 0 0 0,0 0 0 0 0,0 0 0 0 0,0 1 0 0 0,3 3 0 0 0,-2-2 289 0 0,0 1 1 0 0,0-1-1 0 0,-1 1 1 0 0,1 0 0 0 0,-1 1-1 0 0,0-1 1 0 0,-1 1-1 0 0,1-1 1 0 0,-1 1-1 0 0,3 10 1 0 0,9 67 1217 0 0,-6-28-707 0 0,129 425 2307 0 0,-73-278-1983 0 0,16 67 14 0 0,210 629 153 0 0,-275-860-1081 0 0,-2-7-3 0 0,-2 0 0 0 0,0 1 0 0 0,-2 0 0 0 0,8 59 0 0 0,-16-86-83 0 0,-1 0 0 0 0,0-1 0 0 0,0 1 0 0 0,-1 0 1 0 0,1 0-1 0 0,-1-1 0 0 0,0 1 0 0 0,0 0 0 0 0,-2 4 0 0 0,-10 9-5446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3:05.0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6 351 21197 0 0,'-1'-3'224'0'0,"0"-1"1"0"0,0 0 0 0 0,0 1 0 0 0,1-1 0 0 0,-1 0 0 0 0,1 0 0 0 0,0 1-1 0 0,0-8 1 0 0,1 9-265 0 0,0 0 0 0 0,0 1 0 0 0,-1-1 0 0 0,1 1-1 0 0,0-1 1 0 0,0 1 0 0 0,1-1 0 0 0,-1 1 0 0 0,0 0 0 0 0,0-1 0 0 0,1 1-1 0 0,-1 0 1 0 0,0 0 0 0 0,1 0 0 0 0,0 0 0 0 0,-1 0 0 0 0,1 0-1 0 0,-1 0 1 0 0,1 1 0 0 0,0-1 0 0 0,1 0 0 0 0,81-33-3912 0 0,-29 11 3411 0 0,0 2-1 0 0,81-19 1 0 0,319-27 490 0 0,5 34-31 0 0,392 16-261 0 0,66-4 494 0 0,-818 15-147 0 0,670-15 41 0 0,-616 26 1410 0 0,133 10-644 0 0,-273-13-738 0 0,-1 0 0 0 0,1 1 1 0 0,-1 0-1 0 0,0 1 0 0 0,0 1 1 0 0,0 0-1 0 0,-1 1 0 0 0,1 0 1 0 0,-2 1-1 0 0,1 0 1 0 0,-1 1-1 0 0,0 0 0 0 0,0 1 1 0 0,-1 0-1 0 0,0 1 0 0 0,0 0 1 0 0,-2 0-1 0 0,12 16 0 0 0,30 48 171 0 0,-3 2 0 0 0,45 101 0 0 0,56 171 48 0 0,-108-248 17 0 0,81 166-102 0 0,34 91 34 0 0,99 521 532 0 0,-249-859-746 0 0,-1 1 0 0 0,-1 0-1 0 0,-1 0 1 0 0,-1 0 0 0 0,0 0 0 0 0,-5 36 0 0 0,4-50-21 0 0,-1-1 0 0 0,0 1-1 0 0,0-1 1 0 0,-1 1 0 0 0,0-1 0 0 0,0 1 0 0 0,0-1 0 0 0,-1 0 0 0 0,1 0 0 0 0,-1 0 0 0 0,0 0 0 0 0,-1-1 0 0 0,1 1 0 0 0,-1-1 0 0 0,0 0 0 0 0,0 0 0 0 0,0 0 0 0 0,-1 0 0 0 0,0-1 0 0 0,1 0 0 0 0,-1 0 0 0 0,0 0 0 0 0,0 0 0 0 0,0-1 0 0 0,-1 0 0 0 0,1 0 0 0 0,-12 2 0 0 0,-4 0 3 0 0,-1-2-1 0 0,0 0 1 0 0,0-2-1 0 0,-42-3 1 0 0,-88-23 60 0 0,68 9-53 0 0,-669-72 24 0 0,595 74-101 0 0,-411-15-23 0 0,-3 28-13 0 0,331 2 83 0 0,137 0 13 0 0,-553 10-28 0 0,461 2-8 0 0,-259 48 1 0 0,401-48-1090 0 0,2 3-4128 0 0,5 0-1834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3:05.8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29 6449 0 0,'-20'-28'2585'0'0,"20"62"-697"0"0,33 466-395 0 0,39-3-1865 0 0,3 25 224 0 0,-56-341-1223 0 0,-10-93-2456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3:06.6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67 220 1376 0 0,'-11'-16'-27'0'0,"2"5"1916"0"0,2 0-1 0 0,-1-1 1 0 0,1 0-1 0 0,1 0 0 0 0,-9-24 1 0 0,14 33-1632 0 0,1 1 1 0 0,-1-1-1 0 0,1 0 0 0 0,-1 0 1 0 0,1 0-1 0 0,0 0 1 0 0,0 1-1 0 0,0-1 1 0 0,1 0-1 0 0,-1 0 0 0 0,1 0 1 0 0,-1 0-1 0 0,1 1 1 0 0,0-1-1 0 0,0 0 0 0 0,0 1 1 0 0,3-6-1 0 0,-2 5-537 0 0,1 1-1 0 0,-1-1 0 0 0,1 0 1 0 0,0 0-1 0 0,0 1 0 0 0,0 0 0 0 0,0 0 1 0 0,0-1-1 0 0,0 2 0 0 0,6-4 1 0 0,5 0 286 0 0,0 0 1 0 0,0 1-1 0 0,1 0 1 0 0,-1 1-1 0 0,1 1 1 0 0,21-1-1 0 0,94 4 92 0 0,-89 0-88 0 0,977 81-141 0 0,-483-29 106 0 0,619 56 749 0 0,76 37-182 0 0,-1140-132 234 0 0,-1 4 1 0 0,0 4-1 0 0,98 38 1 0 0,-177-55-661 0 0,1-1-1 0 0,-1 1 1 0 0,0 0 0 0 0,0 1 0 0 0,0 1 0 0 0,-1-1 0 0 0,0 1 0 0 0,0 1 0 0 0,10 11 0 0 0,-13-12-60 0 0,-1 0 0 0 0,0 0 0 0 0,-1 1 1 0 0,1 0-1 0 0,-1 0 0 0 0,-1 0 0 0 0,1 1 0 0 0,-2-1 1 0 0,1 1-1 0 0,-1 0 0 0 0,0-1 0 0 0,0 13 0 0 0,8 161 28 0 0,5 48-8 0 0,89 341 17 0 0,-30-189-42 0 0,-58-300-51 0 0,10 74 0 0 0,-23-135 0 0 0,-2 0 0 0 0,-1 0 0 0 0,0 0 0 0 0,-2 0 0 0 0,-5 27 0 0 0,5-39 30 0 0,-1 1 0 0 0,-1-2 0 0 0,1 1 0 0 0,-2 0 0 0 0,1-1 0 0 0,-1 1-1 0 0,0-1 1 0 0,-1-1 0 0 0,0 1 0 0 0,0-1 0 0 0,0 0 0 0 0,-1 0-1 0 0,0-1 1 0 0,-1 0 0 0 0,0 0 0 0 0,1-1 0 0 0,-2 0 0 0 0,1 0 0 0 0,0-1-1 0 0,-15 6 1 0 0,-12 2 44 0 0,0-1-1 0 0,-1-1 1 0 0,0-2 0 0 0,-38 3-1 0 0,14-5-44 0 0,-110-2 0 0 0,-63-19-34 0 0,132 8 23 0 0,-311-40 367 0 0,130 12-107 0 0,-1521-57 1354 0 0,1081 130-1820 0 0,615-26-160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8:50.5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698 108 4609 0 0,'-4'-5'281'0'0,"1"-1"0"0"0,-1 1 0 0 0,-1 0 0 0 0,1 0 0 0 0,-1 0 1 0 0,1 0-1 0 0,-1 1 0 0 0,-1 0 0 0 0,1 0 0 0 0,-6-3 0 0 0,-3-2 440 0 0,-1 2 0 0 0,-29-12-1 0 0,35 16-474 0 0,0 0 0 0 0,0 1 0 0 0,0 0 0 0 0,0 1-1 0 0,-1 0 1 0 0,1 0 0 0 0,-1 1 0 0 0,1 0-1 0 0,0 1 1 0 0,-1 0 0 0 0,1 0 0 0 0,-11 4 0 0 0,6-1-66 0 0,0 1 1 0 0,1 1-1 0 0,-1 0 1 0 0,1 1-1 0 0,1 0 0 0 0,-1 1 1 0 0,-12 11-1 0 0,-2 4 0 0 0,1 2-1 0 0,1 1 1 0 0,2 1-1 0 0,0 1 1 0 0,-29 49-1 0 0,30-42-136 0 0,3 2-1 0 0,1 0 1 0 0,1 1 0 0 0,2 0-1 0 0,2 2 1 0 0,2-1-1 0 0,-8 52 1 0 0,15-62-23 0 0,1 0 0 0 0,1 0 0 0 0,1 0 0 0 0,2 1 0 0 0,1-1 0 0 0,1 0 0 0 0,2-1 0 0 0,0 1 0 0 0,3-1-1 0 0,0 0 1 0 0,13 30 0 0 0,-11-38 2 0 0,0-1-1 0 0,1 0 1 0 0,1 0-1 0 0,1-2 1 0 0,1 1-1 0 0,0-2 0 0 0,2 1 1 0 0,-1-2-1 0 0,2 0 1 0 0,0-1-1 0 0,1-1 0 0 0,0-1 1 0 0,24 13-1 0 0,-12-10 160 0 0,1-2 0 0 0,0-1 0 0 0,1-1 1 0 0,0-2-1 0 0,1-1 0 0 0,0-1 0 0 0,66 4 0 0 0,-65-9-54 0 0,17 2 81 0 0,0-2 0 0 0,-1-3 1 0 0,70-9-1 0 0,-106 8-131 0 0,0-1-1 0 0,0 0 1 0 0,0-1 0 0 0,-1-1 0 0 0,0 0-1 0 0,0-1 1 0 0,0 0 0 0 0,0-1-1 0 0,-1 0 1 0 0,0-1 0 0 0,-1-1 0 0 0,0 0-1 0 0,0 0 1 0 0,-1-1 0 0 0,0 0 0 0 0,16-22-1 0 0,-16 16 61 0 0,0-1-1 0 0,-1-1 0 0 0,0 1 0 0 0,-2-1 1 0 0,0 0-1 0 0,-1-1 0 0 0,5-25 1 0 0,-6 16 1 0 0,-2 0 1 0 0,-1 0 0 0 0,-1-1 0 0 0,-3-38 0 0 0,-9-14 117 0 0,-4 1 1 0 0,-36-117-1 0 0,50 193-249 0 0,-3-9-4 0 0,-10-39 36 0 0,-3 0 0 0 0,-38-83-1 0 0,47 120-32 0 0,0 1 0 0 0,-1 0 0 0 0,0 0-1 0 0,-2 1 1 0 0,1 0 0 0 0,-1 1 0 0 0,-1 0-1 0 0,0 0 1 0 0,-1 2 0 0 0,0-1 0 0 0,-1 2-1 0 0,0 0 1 0 0,-18-9 0 0 0,8 7-227 0 0,-2 1 0 0 0,1 1 0 0 0,-2 1 0 0 0,1 1 0 0 0,-38-5 0 0 0,33 9-446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8:53.1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653 148 2761 0 0,'-7'-4'598'0'0,"1"0"1"0"0,1-1-1 0 0,-1 0 1 0 0,1 0-1 0 0,-1 0 1 0 0,-5-9-1 0 0,-18-16 1422 0 0,23 24-1703 0 0,-1 1 0 0 0,-1 0 0 0 0,1 0 0 0 0,-1 1 0 0 0,0 0 0 0 0,0 0 0 0 0,0 0 0 0 0,-1 1-1 0 0,1 1 1 0 0,-1-1 0 0 0,-15-1 0 0 0,13 4 36 0 0,-1-1 0 0 0,0 2-1 0 0,1 0 1 0 0,-1 0 0 0 0,0 1-1 0 0,1 1 1 0 0,0 0 0 0 0,-16 6-1 0 0,1 0-212 0 0,1 1-1 0 0,0 2 0 0 0,1 0 0 0 0,1 2 0 0 0,0 1 0 0 0,-34 27 1 0 0,45-31-80 0 0,0 0 1 0 0,1 1-1 0 0,1 0 1 0 0,0 1-1 0 0,0 1 0 0 0,1-1 1 0 0,1 1-1 0 0,0 1 1 0 0,1-1-1 0 0,1 1 1 0 0,0 1-1 0 0,-5 19 1 0 0,3 3-77 0 0,1 1 1 0 0,2 1-1 0 0,1-1 1 0 0,2 1-1 0 0,2-1 0 0 0,2 1 1 0 0,1-1-1 0 0,15 67 1 0 0,-10-72 2 0 0,3-1 0 0 0,0 0 1 0 0,2 0-1 0 0,1-1 0 0 0,2-1 0 0 0,1-1 1 0 0,1 0-1 0 0,2-1 0 0 0,1-1 0 0 0,26 27 1 0 0,-24-31-6 0 0,0 0 0 0 0,2-2 0 0 0,1-2 0 0 0,0 0 0 0 0,31 17 0 0 0,-40-28 7 0 0,1 0 0 0 0,0-1 0 0 0,0-1 0 0 0,0-1 1 0 0,1-1-1 0 0,0-1 0 0 0,0 0 0 0 0,1-1 0 0 0,36 0 1 0 0,-34-3 87 0 0,1-2 0 0 0,-1 0 1 0 0,0-2-1 0 0,1 0 1 0 0,-2-1-1 0 0,1-2 0 0 0,-1 0 1 0 0,0-1-1 0 0,22-12 1 0 0,-19 7 132 0 0,-1-2 0 0 0,0 0 1 0 0,-1-2-1 0 0,-1 0 0 0 0,0-2 1 0 0,-2 0-1 0 0,20-24 0 0 0,-5 2-20 0 0,-1-2 0 0 0,-3-1 1 0 0,32-61-1 0 0,-50 81-153 0 0,-2 0 0 0 0,0 0 1 0 0,-2-1-1 0 0,-1 0 0 0 0,-1-1 1 0 0,-1 1-1 0 0,-1-1 0 0 0,1-47 0 0 0,-6 42 34 0 0,-1 1 0 0 0,-2 0 0 0 0,-1 0 0 0 0,-1 1 0 0 0,-2 0-1 0 0,-1 0 1 0 0,-1 0 0 0 0,-1 1 0 0 0,-2 1 0 0 0,-16-28-1 0 0,16 33-70 0 0,-2 0 0 0 0,0 1 0 0 0,-1 0 0 0 0,-1 2 0 0 0,-1 0 0 0 0,-1 0 0 0 0,-1 2 0 0 0,0 1 0 0 0,-1 0 0 0 0,0 1 0 0 0,-45-22 0 0 0,51 31-296 0 0,0 0-1 0 0,-1 1 1 0 0,-18-4 0 0 0,-22 2-5706 0 0,23 5-184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8:54.7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541 90 920 0 0,'-11'-25'3139'0'0,"10"22"-2754"0"0,0-1 0 0 0,0 1 1 0 0,0 0-1 0 0,0 0 1 0 0,-1 0-1 0 0,0 0 0 0 0,1 0 1 0 0,-1 0-1 0 0,0 0 1 0 0,0 0-1 0 0,-1 1 0 0 0,1-1 1 0 0,-1 1-1 0 0,1 0 1 0 0,-1-1-1 0 0,0 1 0 0 0,1 0 1 0 0,-1 1-1 0 0,0-1 1 0 0,-7-2-1 0 0,2 2-19 0 0,0 0 1 0 0,-1 0-1 0 0,0 1 0 0 0,1 0 1 0 0,-1 1-1 0 0,0 0 0 0 0,1 1 1 0 0,-1-1-1 0 0,0 1 0 0 0,1 1 1 0 0,-1 0-1 0 0,1 0 0 0 0,0 1 1 0 0,-1 0-1 0 0,1 0 0 0 0,-13 8 1 0 0,-4 3-274 0 0,-1 2 0 0 0,2 1 0 0 0,-35 30 0 0 0,43-32-190 0 0,1 1-1 0 0,0 0 1 0 0,1 1-1 0 0,1 1 1 0 0,1 0-1 0 0,0 0 1 0 0,1 1-1 0 0,-12 31 1 0 0,11-19-7 0 0,1 1 0 0 0,2 1 0 0 0,1 0-1 0 0,-7 60 1 0 0,13-61-11 0 0,2 0-1 0 0,0 0 1 0 0,7 37-1 0 0,21 95-450 0 0,-19-120 523 0 0,-5-24 28 0 0,1 0 0 0 0,1 0 0 0 0,0-1 0 0 0,1 0 0 0 0,2 0 0 0 0,-1-1 0 0 0,2 0 0 0 0,21 30 0 0 0,-23-38 5 0 0,1-1 1 0 0,-1 1-1 0 0,2-2 0 0 0,-1 1 1 0 0,1-1-1 0 0,0-1 0 0 0,1 0 0 0 0,0 0 1 0 0,0-1-1 0 0,0 0 0 0 0,1-1 1 0 0,0 0-1 0 0,0-1 0 0 0,0-1 0 0 0,15 3 1 0 0,-14-4 31 0 0,1 0 0 0 0,-1-1 0 0 0,1-1 0 0 0,0 0 0 0 0,0-1 0 0 0,-1 0 0 0 0,1-1 0 0 0,-1-1 0 0 0,1 0 0 0 0,-1 0 0 0 0,0-2 0 0 0,0 0 0 0 0,-1 0 0 0 0,1-1 0 0 0,-1-1 0 0 0,0 0 0 0 0,-1 0 0 0 0,0-1 0 0 0,18-16 0 0 0,5-7 377 0 0,0-2 0 0 0,-2-1 0 0 0,-2-1-1 0 0,-1-2 1 0 0,30-50 0 0 0,-40 54-85 0 0,0-1-1 0 0,-3-1 1 0 0,0 0-1 0 0,-3-1 1 0 0,-1-1-1 0 0,13-66 0 0 0,-23 86-236 0 0,0-1 0 0 0,-1 1 0 0 0,-1 0 0 0 0,-1-1 0 0 0,-1 1 0 0 0,0 0 0 0 0,-1 0 0 0 0,-1 0 0 0 0,0 0 0 0 0,-2 1 0 0 0,1-1 0 0 0,-2 1 0 0 0,0 1 0 0 0,-1-1 0 0 0,-1 1 0 0 0,0 1 0 0 0,-1-1 0 0 0,-1 2 0 0 0,0-1 0 0 0,-17-15 0 0 0,21 23-77 0 0,-7-9 9 0 0,-1 0 0 0 0,0 1 0 0 0,-1 1 0 0 0,-1 1 0 0 0,0 0 0 0 0,-1 1 0 0 0,-28-13 0 0 0,-62-12-2036 0 0,88 30-5404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9:47.9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51 2 456 0 0,'-8'0'34'0'0,"6"-1"396"0"0,-1 1-1 0 0,0 0 1 0 0,1 0 0 0 0,-1 0 0 0 0,1 0 0 0 0,-1 0 0 0 0,0 0-1 0 0,1 1 1 0 0,-1-1 0 0 0,1 1 0 0 0,-1-1 0 0 0,1 1 0 0 0,-1 0 0 0 0,-3 2-1 0 0,6-2-351 0 0,0-1 0 0 0,0 0 0 0 0,0 1-1 0 0,0-1 1 0 0,0 0 0 0 0,0 0-1 0 0,0 1 1 0 0,1-1 0 0 0,-1 0 0 0 0,0 1-1 0 0,0-1 1 0 0,0 0 0 0 0,0 0-1 0 0,1 1 1 0 0,-1-1 0 0 0,0 0 0 0 0,0 0-1 0 0,0 0 1 0 0,1 1 0 0 0,-1-1-1 0 0,0 0 1 0 0,0 0 0 0 0,1 0-1 0 0,-1 0 1 0 0,0 1 0 0 0,1-1 0 0 0,-1 0-1 0 0,0 0 1 0 0,1 0 0 0 0,-1 0-1 0 0,0 0 1 0 0,0 0 0 0 0,1 0 0 0 0,-1 0-1 0 0,0 0 1 0 0,1 0 0 0 0,-1 0-1 0 0,0 0 1 0 0,1 0 0 0 0,-1 0-1 0 0,20 1 561 0 0,-17-1-262 0 0,52 8 318 0 0,0 1-1 0 0,-1 3 1 0 0,88 33 0 0 0,30 6-844 0 0,-140-43 393 0 0,0-2 0 0 0,1-1 0 0 0,49 0 0 0 0,203-25 1426 0 0,-198 9-1269 0 0,0 5 1 0 0,118 6-1 0 0,-125 10-277 0 0,-54-5 283 0 0,1-2-1 0 0,-1 0 0 0 0,53-3 0 0 0,-73-1-449 0 0,0 0 0 0 0,0-1 1 0 0,0 1-1 0 0,-1-1 0 0 0,1 0 0 0 0,-1-1 0 0 0,1 1 1 0 0,-1-1-1 0 0,0 0 0 0 0,0-1 0 0 0,0 1 0 0 0,-1-1 0 0 0,6-5 1 0 0,4-3-2252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39:48.7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5529 0 0,'3'2'188'0'0,"0"-1"-1"0"0,0 0 1 0 0,0 0-1 0 0,0 0 1 0 0,1 0-1 0 0,-1-1 1 0 0,6 1-1 0 0,6 2 130 0 0,125 39 2421 0 0,-56-16-546 0 0,100 18-1 0 0,-150-39-1564 0 0,0 3-1 0 0,38 12 1 0 0,-57-14-798 0 0,0 0-1 0 0,0 1 1 0 0,-1 1 0 0 0,0 0 0 0 0,0 1 0 0 0,22 19 0 0 0,-28-22-783 0 0,1 0-6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2:49.9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641 64 456 0 0,'-6'-6'530'0'0,"-1"0"1"0"0,1 0-1 0 0,-1 0 0 0 0,-1 1 0 0 0,1 0 1 0 0,-1 0-1 0 0,0 1 0 0 0,0 0 0 0 0,0 0 0 0 0,0 1 1 0 0,-16-4-1 0 0,17 6-284 0 0,0 0 0 0 0,0 1 0 0 0,0 0 0 0 0,-1 0 0 0 0,1 1 0 0 0,0-1 0 0 0,0 2 0 0 0,0-1 0 0 0,0 1 0 0 0,0 0-1 0 0,1 0 1 0 0,-1 1 0 0 0,1 0 0 0 0,-1 0 0 0 0,-6 5 0 0 0,-16 9 29 0 0,1 2-1 0 0,0 1 1 0 0,2 1-1 0 0,1 1 1 0 0,0 1-1 0 0,1 1 1 0 0,2 1-1 0 0,1 2 1 0 0,1 0-1 0 0,1 1 1 0 0,-18 35-1 0 0,-33 91 762 0 0,60-129-992 0 0,2 0 0 0 0,1 0 0 0 0,2 1-1 0 0,-5 37 1 0 0,7-36-97 0 0,2 0 0 0 0,0 0-1 0 0,2-1 1 0 0,1 1 0 0 0,6 32 0 0 0,-5-48 33 0 0,0-1 0 0 0,0 1 1 0 0,1-1-1 0 0,1 0 1 0 0,-1-1-1 0 0,2 1 1 0 0,-1-1-1 0 0,1 0 1 0 0,0 0-1 0 0,1-1 1 0 0,0 0-1 0 0,1 0 1 0 0,-1 0-1 0 0,2-1 1 0 0,16 12-1 0 0,20 8 520 0 0,62 27-1 0 0,29 17-158 0 0,-122-62-215 0 0,0-1-1 0 0,0 0 1 0 0,1-1-1 0 0,0-1 1 0 0,1 0 0 0 0,-1-1-1 0 0,1-1 1 0 0,0 0-1 0 0,0-1 1 0 0,0-1-1 0 0,0-1 1 0 0,1 0-1 0 0,-1-1 1 0 0,1-1-1 0 0,-1 0 1 0 0,19-4-1 0 0,-3-1 85 0 0,4-1 244 0 0,51-15 0 0 0,-76 18-372 0 0,1-1-1 0 0,-2 1 0 0 0,1-2 0 0 0,0 0 0 0 0,-1 0 0 0 0,0 0 0 0 0,-1-2 0 0 0,15-12 1 0 0,-12 7-23 0 0,-1-1 0 0 0,0 0 0 0 0,-1-1 0 0 0,0 0 0 0 0,-1 0 0 0 0,-1-1 0 0 0,0 0 0 0 0,-2-1 0 0 0,0 0 0 0 0,8-34 0 0 0,-3-8 364 0 0,5-116 1 0 0,-13 113-365 0 0,-1 33 24 0 0,-1 0-1 0 0,-1-1 1 0 0,-2 1 0 0 0,-1 0 0 0 0,-1 0 0 0 0,-2 0 0 0 0,-1 1 0 0 0,-1-1 0 0 0,-1 1 0 0 0,-22-45 0 0 0,23 57-31 0 0,-1 0-1 0 0,-1 0 1 0 0,0 1 0 0 0,-1 1 0 0 0,0-1-1 0 0,-1 2 1 0 0,-1 0 0 0 0,-23-19 0 0 0,27 25-273 0 0,-2 0 0 0 0,1 1 0 0 0,-1 0 1 0 0,0 1-1 0 0,0 0 0 0 0,0 1 0 0 0,-1 0 1 0 0,0 1-1 0 0,1 0 0 0 0,-1 0 0 0 0,0 2 1 0 0,-1-1-1 0 0,-20 2 0 0 0,8 2-6964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2:51.0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379 15 4145 0 0,'-15'-3'1000'0'0,"0"0"-1"0"0,0 2 1 0 0,0-1 0 0 0,-1 2-1 0 0,-19 1 1 0 0,4 0 410 0 0,24-1-1243 0 0,-1 0-1 0 0,0 0 1 0 0,1 1 0 0 0,-1 1-1 0 0,0-1 1 0 0,1 1 0 0 0,-1 0-1 0 0,1 1 1 0 0,0 0-1 0 0,0 0 1 0 0,0 1 0 0 0,0-1-1 0 0,-10 9 1 0 0,10-5-85 0 0,0-1-1 0 0,0 2 1 0 0,0-1 0 0 0,1 1 0 0 0,0 0-1 0 0,0 0 1 0 0,1 1 0 0 0,0-1-1 0 0,-5 14 1 0 0,-2 13-89 0 0,2 0-1 0 0,1 1 1 0 0,2 0-1 0 0,-4 58 1 0 0,8-75 44 0 0,0 16-58 0 0,1 1 0 0 0,1 0 0 0 0,2 0 1 0 0,2 0-1 0 0,1-1 0 0 0,2 1 0 0 0,1-1 0 0 0,16 45 0 0 0,-15-55 8 0 0,1-1 0 0 0,1 0-1 0 0,19 32 1 0 0,-24-47 5 0 0,1-1 1 0 0,0 1-1 0 0,1-2 1 0 0,0 1-1 0 0,0-1 1 0 0,1 0-1 0 0,0 0 0 0 0,0-1 1 0 0,0 0-1 0 0,1 0 1 0 0,15 7-1 0 0,-4-4 103 0 0,2-2-1 0 0,-1 0 1 0 0,1-1-1 0 0,0-1 1 0 0,0-1-1 0 0,1 0 1 0 0,-1-2 0 0 0,1-1-1 0 0,0-1 1 0 0,-1-1-1 0 0,1-1 1 0 0,-1-1-1 0 0,1 0 1 0 0,-1-2 0 0 0,0-1-1 0 0,-1 0 1 0 0,1-2-1 0 0,-1-1 1 0 0,-1 0-1 0 0,0-1 1 0 0,21-15 0 0 0,8-6 190 0 0,-3-2 1 0 0,0-1 0 0 0,-2-3-1 0 0,75-82 1 0 0,-112 110-208 0 0,-1-1 0 0 0,0 0 0 0 0,0 0 0 0 0,-1 0 0 0 0,0-1 0 0 0,-1 0 0 0 0,0 0 1 0 0,-1 0-1 0 0,0 0 0 0 0,0-1 0 0 0,-2 1 0 0 0,1-1 0 0 0,-1 1 0 0 0,-1-1 0 0 0,0 0 0 0 0,-3-18 0 0 0,-1 1 158 0 0,-1 1 0 0 0,-2 0 0 0 0,-1 0 0 0 0,-1 0 0 0 0,-20-42 0 0 0,20 53-122 0 0,-1 0-1 0 0,-1 1 1 0 0,0 0-1 0 0,-1 1 0 0 0,-1 0 1 0 0,0 0-1 0 0,-1 2 1 0 0,-1 0-1 0 0,0 0 1 0 0,-1 1-1 0 0,0 1 1 0 0,0 1-1 0 0,-22-10 1 0 0,15 9-404 0 0,-1 1 1 0 0,0 1-1 0 0,0 1 1 0 0,-1 1-1 0 0,0 1 0 0 0,0 1 1 0 0,0 2-1 0 0,-1 0 1 0 0,-40 2-1 0 0,40 2-1197 0 0,-1 2 0 0 0,1 0 0 0 0,-30 9 0 0 0,22-1-3599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2:52.0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408 62 6913 0 0,'0'-2'112'0'0,"0"0"0"0"0,-1 0 0 0 0,1 1 0 0 0,0-1 0 0 0,-1 0 0 0 0,1 0-1 0 0,-1 0 1 0 0,0 0 0 0 0,0 0 0 0 0,0 0 0 0 0,0 1 0 0 0,0-1 0 0 0,0 0-1 0 0,0 1 1 0 0,0-1 0 0 0,-1 1 0 0 0,1-1 0 0 0,0 1 0 0 0,-1 0-1 0 0,0-1 1 0 0,1 1 0 0 0,-1 0 0 0 0,0 0 0 0 0,1 0 0 0 0,-1 0 0 0 0,0 0-1 0 0,0 1 1 0 0,0-1 0 0 0,0 1 0 0 0,0-1 0 0 0,0 1 0 0 0,0-1 0 0 0,0 1-1 0 0,0 0 1 0 0,-2 0 0 0 0,-2 0 160 0 0,0 0 0 0 0,0 0 0 0 0,0 0 0 0 0,0 1 0 0 0,0 0-1 0 0,0 0 1 0 0,0 0 0 0 0,0 1 0 0 0,1 0 0 0 0,-10 4 0 0 0,-6 7-178 0 0,1 1 0 0 0,-1 0 0 0 0,2 2 1 0 0,0 0-1 0 0,1 2 0 0 0,1 0 0 0 0,1 0 0 0 0,0 2 0 0 0,2 0 1 0 0,0 1-1 0 0,1 0 0 0 0,1 1 0 0 0,1 0 0 0 0,1 1 0 0 0,1 0 0 0 0,1 1 1 0 0,1-1-1 0 0,1 2 0 0 0,1-1 0 0 0,1 1 0 0 0,2-1 0 0 0,0 1 1 0 0,2 0-1 0 0,0 0 0 0 0,2 0 0 0 0,0 0 0 0 0,2-1 0 0 0,1 1 0 0 0,14 41 1 0 0,15 29-167 0 0,31 74 7 0 0,-55-146 65 0 0,2-1 0 0 0,0 0 0 0 0,2-1 0 0 0,0-1 0 0 0,22 23 1 0 0,-26-32 52 0 0,0 0 0 0 0,1-1 0 0 0,0 0 0 0 0,1-1 0 0 0,0 0 0 0 0,0-1 0 0 0,1 0 0 0 0,0-1 0 0 0,0 0 0 0 0,1-1 0 0 0,0-1 0 0 0,0 0 0 0 0,0-1 0 0 0,1-1 0 0 0,0 0 0 0 0,-1-1 0 0 0,1 0 0 0 0,0-1 0 0 0,0-1 0 0 0,0-1 0 0 0,0 0 0 0 0,0 0 0 0 0,23-7 0 0 0,-13 1-27 0 0,0-1 0 0 0,-1-2 1 0 0,0 0-1 0 0,-1-1 0 0 0,0-2 1 0 0,29-20-1 0 0,-24 12 20 0 0,-1-2 1 0 0,-1-1-1 0 0,-1-1 1 0 0,25-31-1 0 0,37-43 506 0 0,23-29-204 0 0,-101 116-258 0 0,0-1 1 0 0,0-1-1 0 0,-2 1 0 0 0,0-1 0 0 0,0-1 1 0 0,-1 1-1 0 0,-1-1 0 0 0,0 0 0 0 0,-1 0 1 0 0,-1 0-1 0 0,0-1 0 0 0,-1 0 0 0 0,-1 1 0 0 0,0-1 1 0 0,-1 0-1 0 0,-1 1 0 0 0,-1-1 0 0 0,0 1 1 0 0,-1-1-1 0 0,0 1 0 0 0,-1 0 0 0 0,-1 0 1 0 0,0 0-1 0 0,-2 0 0 0 0,1 1 0 0 0,-16-24 1 0 0,6 18 38 0 0,-1 0 1 0 0,-1 0 0 0 0,-1 2 0 0 0,0 0 0 0 0,-2 2 0 0 0,-25-18-1 0 0,-141-73-67 0 0,46 44 115 0 0,120 56-1053 0 0,-1 0 1 0 0,1 2 0 0 0,-1 0 0 0 0,-42-3 0 0 0,44 8-5875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2:53.0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416 102 3225 0 0,'-10'-5'966'0'0,"-3"-2"573"0"0,0 1 1 0 0,0 0 0 0 0,-22-6-1 0 0,29 11-1219 0 0,-1 0 0 0 0,1 0-1 0 0,0 1 1 0 0,-1 0 0 0 0,1 0-1 0 0,0 0 1 0 0,-1 1 0 0 0,1 0 0 0 0,0 0-1 0 0,-1 1 1 0 0,-5 2 0 0 0,1 0-61 0 0,0 1 0 0 0,0 1 0 0 0,1 0 0 0 0,0 0 0 0 0,0 1 0 0 0,1 0 0 0 0,-1 1 0 0 0,1 0 0 0 0,1 1 0 0 0,0-1 0 0 0,0 2 0 0 0,1-1 1 0 0,0 1-1 0 0,-10 19 0 0 0,1 1-204 0 0,2 2 0 0 0,1 0 0 0 0,-17 61 0 0 0,22-62-46 0 0,0-1 0 0 0,2 1 0 0 0,-3 57 0 0 0,9-74-21 0 0,1-1 0 0 0,0 1 0 0 0,1-1 1 0 0,0 1-1 0 0,1-1 0 0 0,1 0 0 0 0,0 0 1 0 0,0 0-1 0 0,2 0 0 0 0,-1-1 0 0 0,11 16 1 0 0,35 47-55 0 0,81 91 1 0 0,-128-161 77 0 0,7 6-74 0 0,0 1 0 0 0,1-2-1 0 0,0 1 1 0 0,1-2 0 0 0,0 1 0 0 0,1-2 0 0 0,0 0 0 0 0,0 0 0 0 0,0-2-1 0 0,1 0 1 0 0,0 0 0 0 0,0-1 0 0 0,1-1 0 0 0,28 4 0 0 0,-7-4 65 0 0,0-2-1 0 0,0-1 1 0 0,0-2 0 0 0,0-2 0 0 0,47-9 0 0 0,-65 8 13 0 0,-1-1 0 0 0,-1-1-1 0 0,1-1 1 0 0,-1-1 0 0 0,0 0 0 0 0,0-1 0 0 0,-1-1 0 0 0,0 0-1 0 0,26-23 1 0 0,4-9 98 0 0,65-76 1 0 0,-92 98 70 0 0,-2-1 1 0 0,0-1 0 0 0,-1-1 0 0 0,16-32-1 0 0,-28 46-59 0 0,0 0 0 0 0,0-1 0 0 0,-1 0 0 0 0,0 0 0 0 0,-1 0 0 0 0,0 0-1 0 0,0 0 1 0 0,-1 0 0 0 0,-1 0 0 0 0,0 0 0 0 0,0-1 0 0 0,-1 1 0 0 0,0 0-1 0 0,-5-20 1 0 0,-2 6 59 0 0,-1 0 0 0 0,-1 0 0 0 0,-1 1 0 0 0,-1 0-1 0 0,-16-21 1 0 0,-81-103 914 0 0,100 135-1034 0 0,-5-5-12 0 0,0 0 0 0 0,-1 1 1 0 0,-1 0-1 0 0,0 1 0 0 0,-1 1 0 0 0,0 1 1 0 0,-1 0-1 0 0,-1 1 0 0 0,0 1 0 0 0,0 1 0 0 0,-1 1 1 0 0,-25-8-1 0 0,19 9-604 0 0,-1 1-1 0 0,0 1 1 0 0,1 2 0 0 0,-2 0-1 0 0,1 2 1 0 0,-37 2-1 0 0,33 3-993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2:54.1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536 63 2304 0 0,'-16'-12'1172'0'0,"-1"1"-1"0"0,-1 1 1 0 0,-22-9-1 0 0,33 17-718 0 0,1-1-1 0 0,-1 2 0 0 0,0-1 1 0 0,1 1-1 0 0,-1 0 0 0 0,0 0 1 0 0,0 1-1 0 0,0 0 0 0 0,0 0 1 0 0,0 1-1 0 0,0 0 0 0 0,0 0 1 0 0,-7 3-1 0 0,-4 1-76 0 0,1 1-1 0 0,1 1 1 0 0,-1 1 0 0 0,1 0-1 0 0,1 1 1 0 0,-16 12 0 0 0,14-8-336 0 0,0 1 0 0 0,1 1 0 0 0,1 1 0 0 0,0 0 0 0 0,1 1 0 0 0,0 0 0 0 0,2 1 0 0 0,0 1 0 0 0,1 0 0 0 0,1 0 0 0 0,1 1 0 0 0,0 0 0 0 0,-7 31 0 0 0,8-16-50 0 0,1 0 0 0 0,2 0 0 0 0,2 0 0 0 0,1 0 0 0 0,2 1 0 0 0,1-1 0 0 0,2 1 0 0 0,2-1 0 0 0,12 50 0 0 0,-9-56-17 0 0,1 0 1 0 0,1 0-1 0 0,2-1 0 0 0,1 0 1 0 0,1-1-1 0 0,1-1 1 0 0,1 0-1 0 0,2-1 1 0 0,0-1-1 0 0,2-1 1 0 0,29 28-1 0 0,-36-41-8 0 0,0-1-1 0 0,1 0 1 0 0,-1 0 0 0 0,2-1-1 0 0,-1-1 1 0 0,1-1 0 0 0,0 0-1 0 0,1-1 1 0 0,-1 0 0 0 0,1-1-1 0 0,0-1 1 0 0,18 1-1 0 0,5-1 68 0 0,0-1 0 0 0,0-3-1 0 0,73-9 1 0 0,-97 8 23 0 0,0 0 0 0 0,1-2 0 0 0,-2 1 0 0 0,1-2 0 0 0,0 0 0 0 0,-1-1 0 0 0,0 0 0 0 0,0-1 0 0 0,-1-1 0 0 0,0 0 0 0 0,0-1 1 0 0,-1 0-1 0 0,0-1 0 0 0,0 0 0 0 0,-1-1 0 0 0,15-19 0 0 0,60-75 833 0 0,99-159 0 0 0,-179 254-733 0 0,0 0 0 0 0,0 0-1 0 0,-1 0 1 0 0,-1 0 0 0 0,0-1-1 0 0,0 0 1 0 0,-1 0 0 0 0,-1 0 0 0 0,1-1-1 0 0,-2 1 1 0 0,0 0 0 0 0,0-1-1 0 0,-1 1 1 0 0,0-1 0 0 0,-1 1-1 0 0,-1 0 1 0 0,-3-17 0 0 0,-3-5 86 0 0,-1 0 0 0 0,-1 1 0 0 0,-2 0 0 0 0,-2 1 0 0 0,0 0 0 0 0,-2 1 0 0 0,-25-34 0 0 0,33 52-240 0 0,0 1 0 0 0,-1 0 0 0 0,-1 1 0 0 0,0 0 0 0 0,0 1 0 0 0,-1 0-1 0 0,0 0 1 0 0,-1 1 0 0 0,0 1 0 0 0,0 0 0 0 0,0 0 0 0 0,-1 1 0 0 0,0 1 0 0 0,0 0 0 0 0,-1 1-1 0 0,1 0 1 0 0,-1 1 0 0 0,0 1 0 0 0,0 0 0 0 0,-16 0 0 0 0,3 3-676 0 0,-1 0 0 0 0,1 2 1 0 0,0 1-1 0 0,-42 12 0 0 0,33-5-6545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2:55.0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204 63 4145 0 0,'-5'0'365'0'0,"-1"0"0"0"0,0 0 0 0 0,0 0 0 0 0,1 1 0 0 0,-1 0 0 0 0,1 0 0 0 0,-1 0-1 0 0,1 1 1 0 0,-1 0 0 0 0,1 0 0 0 0,0 0 0 0 0,-1 1 0 0 0,1 0 0 0 0,1 0 0 0 0,-1 0 0 0 0,0 0 0 0 0,1 1 0 0 0,0-1 0 0 0,-1 1 0 0 0,2 1 0 0 0,-1-1 0 0 0,0 0 0 0 0,1 1 0 0 0,0 0 0 0 0,-4 7 0 0 0,-6 12-149 0 0,2 0 0 0 0,1 1 0 0 0,1 1 1 0 0,0-1-1 0 0,3 2 0 0 0,0-1 0 0 0,1 0 1 0 0,2 1-1 0 0,0 0 0 0 0,2 0 0 0 0,2 29 1 0 0,2-20-177 0 0,2 1 1 0 0,1-1 0 0 0,1 0 0 0 0,3 0 0 0 0,0-1 0 0 0,3 0 0 0 0,26 54 0 0 0,-26-65 25 0 0,1 0 0 0 0,1 0 0 0 0,1-2 0 0 0,1 0 1 0 0,1 0-1 0 0,34 31 0 0 0,-42-45-124 0 0,0 1 0 0 0,1-2 0 0 0,0 1 1 0 0,0-1-1 0 0,1-1 0 0 0,0 0 0 0 0,0-1 0 0 0,0 0 0 0 0,1-1 0 0 0,0 0 1 0 0,-1-1-1 0 0,1 0 0 0 0,0-1 0 0 0,1-1 0 0 0,-1 0 0 0 0,14-1 0 0 0,5-3 48 0 0,-1-2-1 0 0,0-1 1 0 0,0-1-1 0 0,-1-2 1 0 0,30-13-1 0 0,-5-1 490 0 0,90-54-1 0 0,-80 34-349 0 0,-3-2 0 0 0,98-93 0 0 0,-151 129-1 0 0,0 0-1 0 0,0-1 1 0 0,-1 0 0 0 0,0-1 0 0 0,-1 0 0 0 0,0 0 0 0 0,-1 0-1 0 0,0-1 1 0 0,0 0 0 0 0,-2 0 0 0 0,1 0 0 0 0,-2-1 0 0 0,4-19 0 0 0,-5 17 82 0 0,-1 0 0 0 0,-1 0 0 0 0,0 0 1 0 0,-1 0-1 0 0,0 1 0 0 0,-2-1 0 0 0,0 0 1 0 0,0 0-1 0 0,-1 1 0 0 0,-1 0 0 0 0,-10-22 1 0 0,4 16-90 0 0,0 1-1 0 0,-2 1 1 0 0,0 0 0 0 0,0 0 0 0 0,-2 1 0 0 0,0 1 0 0 0,-1 1 0 0 0,-1 0 0 0 0,-25-17 0 0 0,14 13-86 0 0,0 1 1 0 0,-1 2 0 0 0,-1 0 0 0 0,0 3 0 0 0,-53-18 0 0 0,35 20-338 0 0,1 2 0 0 0,-1 3 0 0 0,-1 1 0 0 0,1 2 0 0 0,-80 6 0 0 0,80 2-1656 0 0,3 3-5066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2:56.0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593 45 3225 0 0,'-53'-17'4399'0'0,"38"11"-3016"0"0,0 1-1 0 0,-27-6 1 0 0,30 9-804 0 0,-1 0 0 0 0,0 1 0 0 0,0 1 0 0 0,0 0 0 0 0,1 1 1 0 0,-1 0-1 0 0,0 1 0 0 0,-13 3 0 0 0,15-1-394 0 0,0 0 0 0 0,1 0-1 0 0,-1 1 1 0 0,1 0 0 0 0,1 1 0 0 0,-1 0 0 0 0,1 1-1 0 0,0 0 1 0 0,-12 11 0 0 0,-7 11-143 0 0,1 0 1 0 0,1 2-1 0 0,-27 42 0 0 0,40-52-59 0 0,0 1-1 0 0,1 0 1 0 0,1 1-1 0 0,1 1 1 0 0,1 0-1 0 0,-7 32 1 0 0,12-29-6 0 0,1 0 1 0 0,1 1 0 0 0,1 0-1 0 0,1-1 1 0 0,2 1 0 0 0,1 0-1 0 0,1-1 1 0 0,1 0 0 0 0,2 0-1 0 0,1 0 1 0 0,0-1 0 0 0,2 0-1 0 0,1-1 1 0 0,1 0 0 0 0,2-1-1 0 0,0 0 1 0 0,1-1 0 0 0,1-1-1 0 0,38 40 1 0 0,-21-28-172 0 0,1-2 1 0 0,2-2 0 0 0,54 37-1 0 0,-66-53 31 0 0,-1-1 0 0 0,2-1 1 0 0,0-1-1 0 0,0-1 0 0 0,1-1 0 0 0,0-1 0 0 0,35 5 0 0 0,-36-8 132 0 0,1-2 0 0 0,0-1 0 0 0,-1-1 0 0 0,1-2 0 0 0,0 0-1 0 0,-1-2 1 0 0,1 0 0 0 0,26-8 0 0 0,-37 6 112 0 0,0 0 0 0 0,0-1 0 0 0,0 0 0 0 0,-1-1 0 0 0,0-1 1 0 0,-1 0-1 0 0,0-1 0 0 0,0 0 0 0 0,-1-1 0 0 0,0-1 0 0 0,0 0 0 0 0,-1 0 0 0 0,-1-1 1 0 0,12-17-1 0 0,-10 9 16 0 0,0-1 1 0 0,-1-1 0 0 0,-2 0-1 0 0,0 0 1 0 0,-1-1-1 0 0,-1 0 1 0 0,-1 0 0 0 0,-2-1-1 0 0,0 0 1 0 0,-1 0 0 0 0,-2 0-1 0 0,0 0 1 0 0,-4-32-1 0 0,-2 5 148 0 0,-3 1 0 0 0,-1 0 0 0 0,-3 0-1 0 0,-2 1 1 0 0,-26-60 0 0 0,34 93-216 0 0,-1 1-1 0 0,0-1 1 0 0,-1 1 0 0 0,-1 0-1 0 0,0 1 1 0 0,-1 0-1 0 0,-1 0 1 0 0,0 1 0 0 0,-1 1-1 0 0,0 0 1 0 0,-1 0 0 0 0,0 1-1 0 0,-1 1 1 0 0,0 0 0 0 0,0 1-1 0 0,-1 1 1 0 0,0 0-1 0 0,-19-7 1 0 0,-14-2-526 0 0,0 2-1 0 0,-1 2 1 0 0,-97-13-1 0 0,105 26-5239 0 0,22 3 147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2:56.9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469 101 5529 0 0,'-19'-11'2099'0'0,"14"8"-1704"0"0,0 0 0 0 0,-1 0 0 0 0,1 1 0 0 0,-1-1 0 0 0,1 1 0 0 0,-1 1 0 0 0,0-1-1 0 0,0 1 1 0 0,-6-1 0 0 0,2 2 74 0 0,1 0 0 0 0,0 0 0 0 0,-1 1 0 0 0,1 1 0 0 0,0-1 0 0 0,0 1 0 0 0,0 1 0 0 0,0 0 0 0 0,-13 6-1 0 0,7-1-56 0 0,1 0-1 0 0,1 1 0 0 0,-1 0 0 0 0,1 1 1 0 0,-11 11-1 0 0,0 4-178 0 0,1 0 0 0 0,1 1 1 0 0,1 2-1 0 0,-26 46 0 0 0,38-57-233 0 0,1 0 0 0 0,1 1-1 0 0,1 0 1 0 0,0 0-1 0 0,1 1 1 0 0,1 0 0 0 0,1 0-1 0 0,1 0 1 0 0,0 0 0 0 0,1 0-1 0 0,3 26 1 0 0,2-4-49 0 0,1-1-1 0 0,3 0 1 0 0,1 0 0 0 0,19 50 0 0 0,-20-67 2 0 0,1-1 0 0 0,2 0 0 0 0,0-1 0 0 0,1 0 0 0 0,1-1 1 0 0,1 0-1 0 0,1-1 0 0 0,1 0 0 0 0,0-2 0 0 0,2 0 0 0 0,0 0 1 0 0,31 21-1 0 0,-33-28 12 0 0,0 0 0 0 0,1-1 1 0 0,0 0-1 0 0,1-2 1 0 0,0 0-1 0 0,0-1 0 0 0,0 0 1 0 0,1-2-1 0 0,-1 0 0 0 0,1-2 1 0 0,0 0-1 0 0,0 0 0 0 0,0-2 1 0 0,0-1-1 0 0,0 0 1 0 0,27-5-1 0 0,-10-3 122 0 0,-1-1 0 0 0,0-1 0 0 0,0-2-1 0 0,-2-1 1 0 0,1-2 0 0 0,-2-2 0 0 0,0 0 0 0 0,-1-2 0 0 0,35-31 0 0 0,-32 22 27 0 0,-2-2 0 0 0,-1-1 0 0 0,-1-2 0 0 0,-2-1 0 0 0,-2-1 0 0 0,-1-1 1 0 0,26-52-1 0 0,-43 73-52 0 0,-1-1-1 0 0,0 1 1 0 0,-2-1 0 0 0,0-1 0 0 0,0 1 0 0 0,-2-1 0 0 0,0 0 0 0 0,-1 1 0 0 0,-1-28 0 0 0,-1 31 23 0 0,-2 1 0 0 0,1 0 0 0 0,-2-1 0 0 0,1 1 0 0 0,-2 0 1 0 0,0 1-1 0 0,0-1 0 0 0,-1 1 0 0 0,-1-1 0 0 0,0 1 0 0 0,-1 1 0 0 0,0 0 1 0 0,-12-15-1 0 0,-9-7 21 0 0,-1 1 1 0 0,-1 2 0 0 0,-2 1-1 0 0,-1 2 1 0 0,-1 1 0 0 0,-1 1 0 0 0,-67-34-1 0 0,95 55-185 0 0,-1 1-1 0 0,0-1 0 0 0,0 2 1 0 0,0-1-1 0 0,-1 1 0 0 0,1 0 1 0 0,0 1-1 0 0,-1 0 0 0 0,0 0 1 0 0,1 1-1 0 0,-1 0 0 0 0,1 1 1 0 0,-1 0-1 0 0,1 0 0 0 0,-1 1 1 0 0,1 0-1 0 0,0 0 0 0 0,0 1 1 0 0,0 0-1 0 0,0 0 0 0 0,-10 6 1 0 0,-5 9-1039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2:57.9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703 13 3681 0 0,'-17'-4'1195'0'0,"1"1"1"0"0,-1 0 0 0 0,0 2-1 0 0,0 0 1 0 0,1 0 0 0 0,-1 2-1 0 0,0 0 1 0 0,-23 4 0 0 0,24-1-621 0 0,1 0 0 0 0,-1 1 0 0 0,1 0 0 0 0,0 1 0 0 0,1 1 0 0 0,-1 0 0 0 0,1 1 0 0 0,-25 19 0 0 0,-6 9 182 0 0,-44 46-1 0 0,77-71-703 0 0,-21 22 29 0 0,1 0-1 0 0,-49 68 1 0 0,70-86-58 0 0,2 0 0 0 0,0 1 1 0 0,1 0-1 0 0,0 1 0 0 0,1-1 1 0 0,1 1-1 0 0,1 1 0 0 0,0-1 1 0 0,2 1-1 0 0,-3 22 0 0 0,6-28-42 0 0,0 0-1 0 0,1 0 1 0 0,1 0-1 0 0,0-1 1 0 0,0 1-1 0 0,1 0 1 0 0,1-1 0 0 0,0 0-1 0 0,0 0 1 0 0,1 0-1 0 0,0 0 1 0 0,1-1-1 0 0,1 0 1 0 0,-1 0-1 0 0,2 0 1 0 0,9 9-1 0 0,15 15-167 0 0,1-3 0 0 0,72 53 0 0 0,-42-36 111 0 0,-38-28 6 0 0,1-2-1 0 0,0 0 1 0 0,1-2 0 0 0,1-1-1 0 0,0-1 1 0 0,1-1-1 0 0,47 13 1 0 0,-56-21 23 0 0,1 0 1 0 0,0-2 0 0 0,0-1 0 0 0,1 0-1 0 0,-1-1 1 0 0,0-1 0 0 0,0-2 0 0 0,0 0-1 0 0,0-1 1 0 0,0-1 0 0 0,0-1-1 0 0,24-8 1 0 0,-22 3 120 0 0,-1-1 0 0 0,0 0 1 0 0,0-2-1 0 0,-1-1 0 0 0,-1 0 0 0 0,0-1 0 0 0,30-32 0 0 0,-5-1 439 0 0,66-91 1 0 0,-90 108-376 0 0,-1-2 1 0 0,-2-1-1 0 0,-1 0 0 0 0,-2-1 1 0 0,-1-1-1 0 0,-2 0 0 0 0,8-45 1 0 0,-18 71-114 0 0,0-1 1 0 0,-1 1 0 0 0,0 0 0 0 0,-1-1-1 0 0,0 1 1 0 0,-1-1 0 0 0,0 1-1 0 0,-1 0 1 0 0,0 0 0 0 0,-1 0 0 0 0,0 0-1 0 0,0 0 1 0 0,-1 0 0 0 0,0 0-1 0 0,-1 1 1 0 0,0 0 0 0 0,0 0 0 0 0,-9-9-1 0 0,0 0 50 0 0,-1 1-1 0 0,0 1 1 0 0,-2 0 0 0 0,0 2-1 0 0,-1 0 1 0 0,0 0-1 0 0,-26-13 1 0 0,13 9-20 0 0,0 3 0 0 0,-52-20 0 0 0,64 29-420 0 0,0 0-1 0 0,0 2 0 0 0,0 1 1 0 0,0 0-1 0 0,-1 1 0 0 0,-23 1 1 0 0,16 3-7222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3:20.9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0 4633 0 0,'-3'0'416'0'0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3:23.4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45 2377 0 0,'1'-1'22'0'0,"3"-1"-7"0"0,0-1 1 0 0,-1 0-1 0 0,0 0 1 0 0,1 0-1 0 0,-1 0 1 0 0,0 0-1 0 0,-1 0 1 0 0,1-1-1 0 0,0 0 1 0 0,-1 1-1 0 0,2-5 1 0 0,-5 7-13 0 0,0 1 1 0 0,0 0 0 0 0,0 0 0 0 0,1 0 0 0 0,-1 0 0 0 0,0 0 0 0 0,0-1 0 0 0,0 2 0 0 0,0-1 0 0 0,0 0 0 0 0,0 0 0 0 0,0 0-1 0 0,0 0 1 0 0,1 1 0 0 0,-1-1 0 0 0,0 0 0 0 0,0 1 0 0 0,0-1 0 0 0,0 0 0 0 0,1 1 0 0 0,-1-1 0 0 0,-1 2 0 0 0,-15 6 282 0 0,17-8-36 0 0,-1 0 1 0 0,0 0 0 0 0,0 1 0 0 0,0-1-1 0 0,0 0 1 0 0,0 1 0 0 0,1-1-1 0 0,-1 1 1 0 0,0-1 0 0 0,0 1 0 0 0,1-1-1 0 0,-1 1 1 0 0,0 0 0 0 0,1-1 0 0 0,-1 1-1 0 0,0 0 1 0 0,1 0 0 0 0,-1-1-1 0 0,1 1 1 0 0,0 0 0 0 0,-1 0 0 0 0,1 0-1 0 0,-1 0 1 0 0,1-1 0 0 0,0 1 0 0 0,0 0-1 0 0,0 0 1 0 0,-1 0 0 0 0,1 0-1 0 0,0 0 1 0 0,0 0 0 0 0,0 1 0 0 0,12 10 4369 0 0,3-5-5050 0 0,20 6 2627 0 0,68 13 1 0 0,-98-25-2110 0 0,0 1 1 0 0,0 0-1 0 0,0-1 0 0 0,0 1 0 0 0,0 1 0 0 0,0-1 0 0 0,-1 1 1 0 0,1 0-1 0 0,-1 0 0 0 0,0 0 0 0 0,0 1 0 0 0,0-1 0 0 0,6 8 1 0 0,-3-1 85 0 0,-1-1 0 0 0,0 1 1 0 0,0 1-1 0 0,-1-1 0 0 0,4 12 1 0 0,-7-17-152 0 0,0-1-1 0 0,1 1 1 0 0,0-1 0 0 0,-1 0 0 0 0,1 0 0 0 0,1 0 0 0 0,-1 0 0 0 0,1-1 0 0 0,-1 1-1 0 0,1-1 1 0 0,0 0 0 0 0,7 4 0 0 0,5 2-32 0 0,0 0 0 0 0,21 6 0 0 0,24 14 136 0 0,-44-19-108 0 0,0-2 0 0 0,0 0 1 0 0,1 0-1 0 0,36 8 0 0 0,77 10 83 0 0,-104-22-97 0 0,0-1-6 0 0,0-2 1 0 0,1-1-1 0 0,43-5 1 0 0,18 0 13 0 0,-25 6 0 0 0,-1 0 0 0 0,-1-3 1 0 0,70-10-1 0 0,-14-5 11 0 0,-63 11 2 0 0,0-2 0 0 0,-1-3 0 0 0,83-28 0 0 0,3-3 8 0 0,-15 5-4 0 0,-108 30-30 0 0,0-1 0 0 0,28-19 0 0 0,-31 18 0 0 0,0 1 0 0 0,0 0 0 0 0,0 1 0 0 0,19-7 0 0 0,-9-1 3 0 0,-22 14-4 0 0,0-1-1 0 0,0 0 0 0 0,1 0 1 0 0,-1 1-1 0 0,1-1 1 0 0,-1 1-1 0 0,1 0 0 0 0,-1 0 1 0 0,1 0-1 0 0,3-1 0 0 0,-5 2-67 0 0,-1-1-7 0 0,0 0 68 0 0,0 0 0 0 0,0-1 0 0 0,1 1 0 0 0,-1 0 0 0 0,0 0 0 0 0,1 0 0 0 0,-1 0 0 0 0,1 0 0 0 0,-1 0 0 0 0,1 0 0 0 0,0 0 0 0 0,-1 0 0 0 0,1 1 0 0 0,0-1 0 0 0,0 0 0 0 0,1-1 0 0 0,-1 2 3 0 0,-1-1 1 0 0,1 1-1 0 0,-1-1 0 0 0,1 1 0 0 0,0-1 0 0 0,-1 0 0 0 0,1 1 1 0 0,-1-1-1 0 0,1 1 0 0 0,-1-1 0 0 0,0 0 0 0 0,1 0 1 0 0,-1 1-1 0 0,0-1 0 0 0,1 0 0 0 0,-1 0 0 0 0,0 1 1 0 0,0-1-1 0 0,0 0 0 0 0,0 0 0 0 0,0 1 0 0 0,0-1 1 0 0,0 0-1 0 0,0 0 0 0 0,0 0 0 0 0,0 1 0 0 0,0-1 0 0 0,0 0 1 0 0,0 0-1 0 0,-1 1 0 0 0,1-1 0 0 0,0 0 0 0 0,0 0 1 0 0,-1 1-1 0 0,1-1 0 0 0,-1 0 0 0 0,1 1 0 0 0,-1-1 1 0 0,0 0-1 0 0,-1-2-1 0 0,0 1 0 0 0,-1 0 0 0 0,0 0-1 0 0,1 0 1 0 0,-1 0 0 0 0,0 1 0 0 0,0-1 0 0 0,0 1 0 0 0,0 0 0 0 0,0-1 0 0 0,0 1 0 0 0,0 1 0 0 0,-6-2 0 0 0,-51-7-109 0 0,47 8 107 0 0,-31-6 99 0 0,34 5-76 0 0,1 0 0 0 0,0 0 1 0 0,-1 1-1 0 0,1 1 0 0 0,-1-1 0 0 0,1 2 1 0 0,-1-1-1 0 0,1 1 0 0 0,-1 1 0 0 0,-12 3 0 0 0,8-1 46 0 0,10-4-50 0 0,0 1 0 0 0,0 1 0 0 0,-1-1 0 0 0,1 1 1 0 0,0-1-1 0 0,1 1 0 0 0,-5 3 0 0 0,15-6-11 0 0,0 0 0 0 0,0 1 0 0 0,0 0 0 0 0,0 1 0 0 0,9 1 0 0 0,9 0 0 0 0,66 3 0 0 0,-67-2 0 0 0,0-1 0 0 0,0-1 0 0 0,0-2 0 0 0,0 0 0 0 0,26-5 0 0 0,-48 5 0 0 0,0 1 0 0 0,0-1 0 0 0,0 0 0 0 0,0 1 0 0 0,0 0 0 0 0,0-1 0 0 0,0 1 0 0 0,0 0 0 0 0,0 0 0 0 0,0 0 0 0 0,0 0 0 0 0,4 1 0 0 0,-6 0 0 0 0,0 1 281 0 0,-2-1-270 0 0,0 0 0 0 0,0 0 0 0 0,0 0 0 0 0,1 0 0 0 0,-1 1 0 0 0,0-1 0 0 0,1 1 0 0 0,-1-1-1 0 0,-2 4 1 0 0,-5 3 15 0 0,-2 2-10 0 0,1 0 0 0 0,0 0 0 0 0,0 1 0 0 0,1 0 0 0 0,-13 19 0 0 0,-34 66 80 0 0,56-95-96 0 0,-4 6 25 0 0,-2 2-22 0 0,1 1 0 0 0,0 0 0 0 0,0 1 0 0 0,1-1 0 0 0,0 1 0 0 0,1 0 0 0 0,-3 20 0 0 0,6-31-86 0 0,0 1 1 0 0,0 0-1 0 0,1-1 0 0 0,-1 1 0 0 0,1-1 0 0 0,-1 1 0 0 0,0-1 1 0 0,1 1-1 0 0,-1-1 0 0 0,1 1 0 0 0,-1-1 0 0 0,1 1 0 0 0,-1-1 0 0 0,1 0 1 0 0,0 1-1 0 0,-1-1 0 0 0,1 0 0 0 0,-1 1 0 0 0,1-1 0 0 0,0 0 0 0 0,10 3-3883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4:14.1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87 71 1376 0 0,'1'-1'139'0'0,"9"-37"2644"0"0,-10 37-2618 0 0,0 0 0 0 0,1 0 0 0 0,-1 0 0 0 0,0 0 0 0 0,1 0 0 0 0,-1 0 0 0 0,0 0 0 0 0,0 0 0 0 0,0-1 0 0 0,0 1 1 0 0,0 0-1 0 0,0 0 0 0 0,-1 0 0 0 0,1 0 0 0 0,0 0 0 0 0,0 0 0 0 0,-1 0 0 0 0,1 0 0 0 0,-1 0 0 0 0,1 0 0 0 0,-1 0 0 0 0,1 0 0 0 0,-1 0 1 0 0,0 0-1 0 0,1 0 0 0 0,-1 0 0 0 0,0 0 0 0 0,0 0 0 0 0,-1-1 0 0 0,1 2-37 0 0,-1 0 0 0 0,1 1 0 0 0,0-1 0 0 0,0 0 0 0 0,0 0 0 0 0,0 0 0 0 0,-1 1 0 0 0,1-1 1 0 0,0 1-1 0 0,0-1 0 0 0,0 1 0 0 0,0-1 0 0 0,0 1 0 0 0,0 0 0 0 0,0-1 0 0 0,0 1 0 0 0,0 0 0 0 0,0 0 0 0 0,1 0 0 0 0,-1-1 0 0 0,0 1 0 0 0,0 0 0 0 0,1 0 0 0 0,-1 0 0 0 0,1 0 1 0 0,-1 1-1 0 0,0 0 0 0 0,-15 35 925 0 0,15-32-851 0 0,-9 20 107 0 0,2 0 0 0 0,1 1 0 0 0,0 0 0 0 0,2 0 0 0 0,2 0-1 0 0,0 1 1 0 0,1 40 0 0 0,2-64-298 0 0,0 0-1 0 0,1 1 1 0 0,-1-1-1 0 0,1 0 1 0 0,-1 0 0 0 0,1 0-1 0 0,0 0 1 0 0,0 0-1 0 0,0-1 1 0 0,0 1-1 0 0,1 0 1 0 0,-1 0-1 0 0,1-1 1 0 0,0 1 0 0 0,0-1-1 0 0,0 1 1 0 0,0-1-1 0 0,0 0 1 0 0,0 0-1 0 0,1 0 1 0 0,-1 0-1 0 0,1 0 1 0 0,-1 0 0 0 0,1-1-1 0 0,0 1 1 0 0,-1-1-1 0 0,1 0 1 0 0,3 1-1 0 0,5 0-68 0 0,0 0-1 0 0,0-1 0 0 0,1 0 0 0 0,-1-1 0 0 0,0-1 1 0 0,15-1-1 0 0,16-1-789 0 0,-42 3 849 0 0,1 0 1 0 0,-1 1 0 0 0,1-1 0 0 0,0 0 0 0 0,-1 0-1 0 0,1 1 1 0 0,-1-1 0 0 0,1 0 0 0 0,0 0 0 0 0,-1 1-1 0 0,1-1 1 0 0,-1 1 0 0 0,1-1 0 0 0,-1 0 0 0 0,1 1-1 0 0,-1-1 1 0 0,0 1 0 0 0,1-1 0 0 0,-1 1 0 0 0,0 0-1 0 0,1-1 1 0 0,-1 1 0 0 0,0-1 0 0 0,1 1-1 0 0,-1 0 1 0 0,0-1 0 0 0,0 1 0 0 0,0-1 0 0 0,0 1-1 0 0,0 0 1 0 0,0-1 0 0 0,0 1 0 0 0,0 0 0 0 0,0-1-1 0 0,0 1 1 0 0,0 0 0 0 0,0-1 0 0 0,-1 2 0 0 0,-5 32 473 0 0,4-24-298 0 0,1-9-145 0 0,-3 21 297 0 0,0-1 0 0 0,2 1 0 0 0,0 36 0 0 0,2-53-264 0 0,0-1-1 0 0,0 1 1 0 0,1-1-1 0 0,-1 1 1 0 0,1-1-1 0 0,0 1 1 0 0,1-1-1 0 0,-1 0 1 0 0,1 0-1 0 0,-1 1 1 0 0,1-1-1 0 0,0 0 1 0 0,1-1-1 0 0,-1 1 1 0 0,1 0-1 0 0,0-1 1 0 0,0 1-1 0 0,0-1 1 0 0,0 0-1 0 0,0 0 1 0 0,1 0-1 0 0,0 0 1 0 0,-1-1-1 0 0,1 0 1 0 0,4 3-1 0 0,-3-4-65 0 0,0 1 1 0 0,0-1-1 0 0,-1 0 0 0 0,1-1 1 0 0,0 1-1 0 0,0-1 0 0 0,0 0 0 0 0,0 0 1 0 0,0-1-1 0 0,0 1 0 0 0,0-1 0 0 0,-1 0 1 0 0,1 0-1 0 0,0-1 0 0 0,8-3 1 0 0,26-16-2473 0 0,-5-6-3746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4:14.4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30 7370 0 0,'-22'-19'4624'0'0,"9"9"864"0"0,13 10-5349 0 0,-1 1-1 0 0,1 0 0 0 0,0 0 0 0 0,0 0 1 0 0,0 0-1 0 0,0 0 0 0 0,0 0 0 0 0,0 0 1 0 0,0-1-1 0 0,0 1 0 0 0,0 0 0 0 0,1 0 1 0 0,-1 0-1 0 0,0 0 0 0 0,0 0 0 0 0,1 0 1 0 0,-1-1-1 0 0,1 1 0 0 0,-1 0 0 0 0,1 1 1 0 0,41 133 1621 0 0,12 33-1062 0 0,-43-141-1468 0 0,1 0 0 0 0,1-2 0 0 0,1 1 0 0 0,20 25-1 0 0,-19-31-6171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4:14.8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28 338 6913 0 0,'6'-10'870'0'0,"1"0"-1"0"0,0 0 0 0 0,11-13 0 0 0,-12 16-580 0 0,0 0 0 0 0,-1 0 1 0 0,1 0-1 0 0,-2 0 0 0 0,1-1 1 0 0,-1 0-1 0 0,0 0 0 0 0,4-13 0 0 0,-4 5 103 0 0,-1 0 0 0 0,0 0-1 0 0,0-27 1 0 0,-3 35-327 0 0,0 0 0 0 0,-1 1-1 0 0,0-1 1 0 0,0 0 0 0 0,0 1 0 0 0,-1-1-1 0 0,0 1 1 0 0,-1 0 0 0 0,0 0 0 0 0,-4-8 0 0 0,7 14-34 0 0,-1-1 0 0 0,0 1 0 0 0,0-1-1 0 0,0 1 1 0 0,0-1 0 0 0,0 1 0 0 0,0 0 0 0 0,-1-1 0 0 0,1 1 0 0 0,0 0 0 0 0,-1 0 0 0 0,1 0 0 0 0,0 0 0 0 0,-1 0 0 0 0,0 0 0 0 0,1 1 0 0 0,-1-1 0 0 0,1 0 0 0 0,-1 1 0 0 0,0-1 0 0 0,1 1 0 0 0,-1 0 0 0 0,0-1 0 0 0,0 1 0 0 0,1 0 0 0 0,-1 0 0 0 0,0 0 0 0 0,0 0 0 0 0,1 1 0 0 0,-1-1 0 0 0,0 0 0 0 0,1 1 0 0 0,-1-1 0 0 0,0 1 0 0 0,1 0 0 0 0,-1-1 0 0 0,0 1 0 0 0,1 0-1 0 0,-1 0 1 0 0,-2 2 0 0 0,1 0 110 0 0,-1-1 0 0 0,1 1 0 0 0,-1 1 0 0 0,1-1 0 0 0,0 0 0 0 0,0 1-1 0 0,1-1 1 0 0,-1 1 0 0 0,1 0 0 0 0,0 0 0 0 0,0 0 0 0 0,0 0-1 0 0,0 0 1 0 0,1 1 0 0 0,-2 4 0 0 0,3-3-59 0 0,0 0 0 0 0,0 0 1 0 0,1 0-1 0 0,-1 0 0 0 0,1 0 0 0 0,1 0 0 0 0,-1 0 1 0 0,1 0-1 0 0,0 0 0 0 0,0-1 0 0 0,1 1 0 0 0,0-1 1 0 0,0 1-1 0 0,0-1 0 0 0,0 0 0 0 0,1 0 0 0 0,7 6 1 0 0,8 10-170 0 0,2-1 1 0 0,31 25 0 0 0,-40-36-77 0 0,-11-7 100 0 0,4 3-485 0 0,1 0 1 0 0,-1-1-1 0 0,1 1 1 0 0,0-1-1 0 0,0 0 1 0 0,0-1-1 0 0,1 1 1 0 0,-1-1-1 0 0,1 0 1 0 0,0-1-1 0 0,-1 0 1 0 0,1 0-1 0 0,0 0 1 0 0,12 1-1 0 0,-2-6-3868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4:15.0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112 85 920 0 0,'0'-4'447'0'0,"1"0"1"0"0,-1 0-1 0 0,1-1 0 0 0,-1 1 1 0 0,-1 0-1 0 0,1 0 0 0 0,0 0 1 0 0,-1 0-1 0 0,0 0 0 0 0,0 0 0 0 0,0 0 1 0 0,0 0-1 0 0,-1 1 0 0 0,0-1 1 0 0,-3-5-1 0 0,4 7-179 0 0,1 1 0 0 0,-1 0 1 0 0,0 0-1 0 0,0 0 0 0 0,0 0 1 0 0,0 0-1 0 0,0 0 0 0 0,0 1 1 0 0,0-1-1 0 0,0 0 0 0 0,0 0 1 0 0,-1 1-1 0 0,1-1 0 0 0,0 1 0 0 0,0-1 1 0 0,-1 1-1 0 0,1-1 0 0 0,0 1 1 0 0,-1 0-1 0 0,0 0 0 0 0,0 0-46 0 0,0 0-1 0 0,0 1 0 0 0,0-1 1 0 0,0 1-1 0 0,0-1 0 0 0,0 1 1 0 0,0 0-1 0 0,0 0 1 0 0,0 0-1 0 0,0 0 0 0 0,1 0 1 0 0,-1 0-1 0 0,0 1 0 0 0,1-1 1 0 0,-1 1-1 0 0,1-1 0 0 0,-2 3 1 0 0,-2 2-62 0 0,0 1 1 0 0,1 0 0 0 0,0 0-1 0 0,0 0 1 0 0,1 0-1 0 0,0 1 1 0 0,0 0 0 0 0,0-1-1 0 0,1 1 1 0 0,1 0-1 0 0,-1 0 1 0 0,1 0 0 0 0,1 0-1 0 0,-1 0 1 0 0,2 15-1 0 0,0-12 23 0 0,0 0 0 0 0,1-1 0 0 0,0 1 0 0 0,0-1 0 0 0,1 1 0 0 0,1-1 0 0 0,0 0 0 0 0,0-1 0 0 0,1 1 0 0 0,0-1 0 0 0,9 14 0 0 0,-11-20-376 0 0,-1 0 0 0 0,1 1 0 0 0,0-1 1 0 0,0-1-1 0 0,0 1 0 0 0,0 0 0 0 0,0-1 0 0 0,1 1 1 0 0,-1-1-1 0 0,1 0 0 0 0,0 0 0 0 0,-1-1 0 0 0,1 1 1 0 0,0-1-1 0 0,0 0 0 0 0,0 0 0 0 0,0 0 0 0 0,5 0 1 0 0,-5-1-49 0 0,1 0 1 0 0,-1-1-1 0 0,0 0 1 0 0,0 0-1 0 0,0 0 1 0 0,1 0-1 0 0,-1-1 1 0 0,-1 1-1 0 0,1-1 1 0 0,0 0-1 0 0,0 0 1 0 0,-1-1-1 0 0,1 1 0 0 0,-1-1 1 0 0,1 0-1 0 0,-1 1 1 0 0,5-7-1 0 0,11-18-3051 0 0,-10 12-971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4:15.3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58 174 2761 0 0,'-19'-64'195'0'0,"-2"-3"2524"0"0,4 25 4535 0 0,97 192 2620 0 0,52 78-10837 0 0,-75-131-531 0 0,-47-79-5857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4:15.5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27 145 10594 0 0,'-1'-1'127'0'0,"-1"0"-1"0"0,0 0 0 0 0,1 0 0 0 0,-1 0 1 0 0,0-1-1 0 0,1 1 0 0 0,-1 0 1 0 0,1-1-1 0 0,0 1 0 0 0,-1-1 0 0 0,1 1 1 0 0,0-1-1 0 0,0 1 0 0 0,0-1 1 0 0,0 0-1 0 0,0 0 0 0 0,1 1 0 0 0,-1-1 1 0 0,0 0-1 0 0,1 0 0 0 0,-1 0 0 0 0,1 0 1 0 0,0 0-1 0 0,0 0 0 0 0,-1 0 1 0 0,1 0-1 0 0,1 0 0 0 0,-1 0 0 0 0,0 0 1 0 0,0 0-1 0 0,1 0 0 0 0,-1 0 1 0 0,1 1-1 0 0,0-1 0 0 0,1-3 0 0 0,0 0 82 0 0,0-1 0 0 0,0 1-1 0 0,1-1 1 0 0,-1 1-1 0 0,2 0 1 0 0,-1 1 0 0 0,0-1-1 0 0,1 0 1 0 0,0 1 0 0 0,0 0-1 0 0,5-4 1 0 0,-6 5-350 0 0,1 1 0 0 0,0 0-1 0 0,0 0 1 0 0,0 0 0 0 0,0 0 0 0 0,0 0 0 0 0,0 1 0 0 0,1 0 0 0 0,-1 0 0 0 0,0 0 0 0 0,1 1 0 0 0,-1-1-1 0 0,0 1 1 0 0,1 0 0 0 0,-1 0 0 0 0,1 1 0 0 0,7 1 0 0 0,2 2-785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4:15.8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6 124 1376 0 0,'0'0'71'0'0,"-1"-1"0"0"0,1 1 0 0 0,0 0 0 0 0,-1-1-1 0 0,1 1 1 0 0,-1-1 0 0 0,1 1 0 0 0,0-1 0 0 0,-1 1 0 0 0,1-1-1 0 0,0 1 1 0 0,0-1 0 0 0,-1 1 0 0 0,1-1 0 0 0,0 0 0 0 0,0 1-1 0 0,0-1 1 0 0,0 1 0 0 0,0-1 0 0 0,0 1 0 0 0,0-1 0 0 0,0 0-1 0 0,0 1 1 0 0,0-1 0 0 0,0 1 0 0 0,0-1 0 0 0,0 0 0 0 0,0 1-1 0 0,0-1 1 0 0,1 0 0 0 0,16-12 3190 0 0,-13 11-2713 0 0,-1 1 0 0 0,1 0 0 0 0,1-1 0 0 0,-1 2-1 0 0,0-1 1 0 0,0 0 0 0 0,0 1 0 0 0,7-1 0 0 0,-8 2-319 0 0,0 0 0 0 0,0 1 0 0 0,0-1 0 0 0,-1 0 0 0 0,1 1 0 0 0,0 0 0 0 0,-1 0 0 0 0,1 0 1 0 0,-1 0-1 0 0,0 0 0 0 0,1 0 0 0 0,-1 0 0 0 0,0 1 0 0 0,-1-1 0 0 0,1 1 0 0 0,0-1 0 0 0,2 5 0 0 0,13 17 1665 0 0,-19-29-1585 0 0,-1 1 0 0 0,1-1 1 0 0,1 1-1 0 0,-1-1 0 0 0,1 0 0 0 0,-2-7 0 0 0,2 7-226 0 0,-2-4-446 0 0,1 1 0 0 0,1-1 1 0 0,0 0-1 0 0,0 0 0 0 0,0 0 0 0 0,1 0 0 0 0,2-11 0 0 0,1-1-5896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4:16.1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96 2761 0 0,'-14'13'8742'0'0,"14"-12"-8406"0"0,0 0 0 0 0,0-1 1 0 0,0 1-1 0 0,-1 0 0 0 0,1 1 0 0 0,1 0 19 0 0,-1 1 0 0 0,1-1 0 0 0,0 0 1 0 0,0 1-1 0 0,0-1 0 0 0,0 0 0 0 0,0 1 0 0 0,0-1 0 0 0,0 0 0 0 0,3 3 0 0 0,1 1-46 0 0,1 1-1 0 0,-1-1 1 0 0,1 0-1 0 0,1 0 1 0 0,10 8-1 0 0,-13-12-265 0 0,1 0-1 0 0,-1 0 0 0 0,0 0 0 0 0,1-1 0 0 0,-1 0 1 0 0,0 0-1 0 0,1 0 0 0 0,0 0 0 0 0,-1 0 0 0 0,1-1 1 0 0,-1 0-1 0 0,1 0 0 0 0,0 0 0 0 0,-1-1 0 0 0,1 1 0 0 0,-1-1 1 0 0,1 0-1 0 0,-1-1 0 0 0,1 1 0 0 0,7-4 0 0 0,-10 3-56 0 0,1 1 0 0 0,-1-1 0 0 0,1 1 0 0 0,-1-1 0 0 0,0 0 0 0 0,0 0 0 0 0,1 0 0 0 0,-1 0 0 0 0,-1-1-1 0 0,1 1 1 0 0,0 0 0 0 0,0-1 0 0 0,-1 0 0 0 0,0 1 0 0 0,1-1 0 0 0,-1 0 0 0 0,0 1 0 0 0,0-1 0 0 0,-1 0 0 0 0,1 0-1 0 0,0 0 1 0 0,-1 0 0 0 0,0 0 0 0 0,0 0 0 0 0,0 0 0 0 0,0 0 0 0 0,0 0 0 0 0,-1 0 0 0 0,1 0 0 0 0,-1 1-1 0 0,1-1 1 0 0,-1 0 0 0 0,-2-3 0 0 0,1-1-102 0 0,-1 1-1 0 0,0 0 1 0 0,-1 0 0 0 0,1 0-1 0 0,-1 1 1 0 0,0-1-1 0 0,-1 1 1 0 0,1 0 0 0 0,-1 0-1 0 0,0 0 1 0 0,-10-6-1 0 0,8 6-914 0 0,0 1-1 0 0,0-1 0 0 0,-1 2 1 0 0,1-1-1 0 0,-13-3 0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4:16.6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0 161 10138 0 0,'0'-1'176'0'0,"0"0"0"0"0,0 0 0 0 0,0 0-1 0 0,0 0 1 0 0,0 0 0 0 0,0-1 0 0 0,1 1 0 0 0,-1 0 0 0 0,0 0-1 0 0,0 0 1 0 0,1 0 0 0 0,-1 0 0 0 0,1 0 0 0 0,-1 0 0 0 0,1 0-1 0 0,-1 0 1 0 0,1 1 0 0 0,0-1 0 0 0,-1 0 0 0 0,1 0 0 0 0,0 0-1 0 0,-1 1 1 0 0,1-1 0 0 0,0 0 0 0 0,0 1 0 0 0,0-1-1 0 0,0 0 1 0 0,0 1 0 0 0,0-1 0 0 0,0 1 0 0 0,0 0 0 0 0,0-1-1 0 0,0 1 1 0 0,0 0 0 0 0,0 0 0 0 0,0-1 0 0 0,0 1 0 0 0,0 0-1 0 0,0 0 1 0 0,0 0 0 0 0,2 1 0 0 0,-1-1 24 0 0,1 0 0 0 0,-1 1 0 0 0,1-1 0 0 0,-1 1 0 0 0,0 0 0 0 0,1 0 1 0 0,-1 0-1 0 0,0 0 0 0 0,0 0 0 0 0,0 0 0 0 0,0 0 0 0 0,0 1 0 0 0,0-1 0 0 0,0 1 0 0 0,0 0 0 0 0,2 3 0 0 0,3 7-14 0 0,-1 0 0 0 0,0 0-1 0 0,-1 1 1 0 0,6 26 0 0 0,-8-29-180 0 0,-1 0 0 0 0,1 0 1 0 0,1 0-1 0 0,0-1 0 0 0,0 1 0 0 0,1-1 1 0 0,0 0-1 0 0,1 0 0 0 0,10 13 0 0 0,-16-22-22 0 0,0 0 0 0 0,0 0 0 0 0,1 1-1 0 0,-1-1 1 0 0,0 0 0 0 0,1 0 0 0 0,-1 1-1 0 0,0-1 1 0 0,1 0 0 0 0,-1 0 0 0 0,0 0-1 0 0,1 0 1 0 0,-1 1 0 0 0,0-1 0 0 0,1 0-1 0 0,-1 0 1 0 0,0 0 0 0 0,1 0-1 0 0,-1 0 1 0 0,0 0 0 0 0,1 0 0 0 0,-1 0-1 0 0,1 0 1 0 0,-1 0 0 0 0,0 0 0 0 0,1 0-1 0 0,-1 0 1 0 0,0 0 0 0 0,1-1 0 0 0,-1 1-1 0 0,0 0 1 0 0,1 0 0 0 0,-1 0 0 0 0,0 0-1 0 0,1-1 1 0 0,-1 1 0 0 0,1 0 0 0 0,9-17-444 0 0,1-20-134 0 0,-1-43-113 0 0,-7 52 475 0 0,10-50 1 0 0,-11 70 398 0 0,0 1 0 0 0,1 0 0 0 0,0-1 0 0 0,0 1-1 0 0,1 0 1 0 0,-1 0 0 0 0,2 1 0 0 0,-1-1 0 0 0,1 1 0 0 0,0 0 0 0 0,6-7 0 0 0,-9 11-106 0 0,0 0 0 0 0,0 1 0 0 0,0-1 0 0 0,0 0 0 0 0,1 0 0 0 0,-1 1 0 0 0,0 0 0 0 0,1-1 0 0 0,-1 1 0 0 0,1 0 0 0 0,0 0 0 0 0,-1 0 0 0 0,1 1 0 0 0,0-1 0 0 0,-1 1 0 0 0,1-1 0 0 0,0 1 1 0 0,0 0-1 0 0,-1 0 0 0 0,1 0 0 0 0,0 0 0 0 0,0 1 0 0 0,3 0 0 0 0,2 2-136 0 0,-1 1-1 0 0,0-1 1 0 0,0 1-1 0 0,0 1 1 0 0,0-1 0 0 0,8 9-1 0 0,-4-4-199 0 0,11 7-91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4:18.6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38 173 1840 0 0,'-2'-4'499'0'0,"-5"-9"1206"0"0,1 0 1 0 0,0-1-1 0 0,1 1 1 0 0,-5-22-1 0 0,9 34-1558 0 0,1 1 0 0 0,0 0 0 0 0,0-1-1 0 0,0 1 1 0 0,0-1 0 0 0,0 1 0 0 0,0-1-1 0 0,0 1 1 0 0,0-1 0 0 0,0 1 0 0 0,0 0-1 0 0,0-1 1 0 0,0 1 0 0 0,0-1 0 0 0,0 1-1 0 0,0-1 1 0 0,0 1 0 0 0,0-1 0 0 0,0 1-1 0 0,1 0 1 0 0,-1-1 0 0 0,0 1 0 0 0,0-1-1 0 0,1 1 1 0 0,0-2 587 0 0,-1 2-587 0 0,1 0 0 0 0,-1 0-1 0 0,0-1 1 0 0,1 1 0 0 0,-1 0 0 0 0,1-1-1 0 0,18 6 1981 0 0,-13-2-1931 0 0,-1 0 0 0 0,1 1 1 0 0,-1-1-1 0 0,9 9 0 0 0,1 7 1 0 0,-2 0-1 0 0,16 30 1 0 0,-22-36-102 0 0,0 0-1 0 0,1-1 1 0 0,0 1 0 0 0,1-2-1 0 0,0 1 1 0 0,1-1-1 0 0,0-1 1 0 0,1 1 0 0 0,13 9-1 0 0,-23-19-126 0 0,0 0-1 0 0,1 0 0 0 0,-1-1 1 0 0,1 1-1 0 0,-1 0 0 0 0,0 0 0 0 0,1-1 1 0 0,-1 1-1 0 0,1-1 0 0 0,0 1 0 0 0,-1-1 1 0 0,1 0-1 0 0,-1 1 0 0 0,1-1 0 0 0,-1 0 1 0 0,1 0-1 0 0,0 0 0 0 0,-1 0 1 0 0,1-1-1 0 0,0 1 0 0 0,1-1 0 0 0,-2 0 6 0 0,0 0 0 0 0,0 1 0 0 0,0-1 0 0 0,-1 0 0 0 0,1 0 0 0 0,0 0 0 0 0,-1 0 0 0 0,1 0 0 0 0,0-1 0 0 0,-1 1 0 0 0,0 0 0 0 0,1 0 0 0 0,-1 0 0 0 0,0 0 0 0 0,1-1 0 0 0,-1 1 0 0 0,0 0 0 0 0,0 0 0 0 0,0 0 0 0 0,0-1-1 0 0,0 1 1 0 0,0 0 0 0 0,-1 0 0 0 0,1 0 0 0 0,0-1 0 0 0,-1 1 0 0 0,1 0 0 0 0,-1-1 0 0 0,0-4-57 0 0,-5-14 52 0 0,2 0-1 0 0,-3-29 0 0 0,7 41 158 0 0,0 0-1 0 0,0 0 0 0 0,1 0 0 0 0,0 0 0 0 0,0 0 1 0 0,1 0-1 0 0,0 0 0 0 0,1 0 0 0 0,4-9 0 0 0,-3 7-66 0 0,0 0-1 0 0,2 0 1 0 0,-1 0-1 0 0,1 1 1 0 0,0 0 0 0 0,10-11-1 0 0,-14 18-32 0 0,0 0 0 0 0,0 0 0 0 0,0 1 0 0 0,0-1 0 0 0,1 1 0 0 0,-1-1 0 0 0,1 1 0 0 0,-1 0 0 0 0,1 0 0 0 0,-1 0 0 0 0,1 0 1 0 0,0 0-1 0 0,-1 0 0 0 0,1 1 0 0 0,0-1 0 0 0,-1 1 0 0 0,1 0 0 0 0,0 0 0 0 0,0 0 0 0 0,-1 0 0 0 0,1 1 0 0 0,0-1 0 0 0,0 1 0 0 0,-1-1 0 0 0,1 1 0 0 0,0 0 0 0 0,-1 0 0 0 0,1 0 0 0 0,-1 0 0 0 0,3 2 0 0 0,15 10-56 0 0,0 0 1 0 0,-2 1-1 0 0,19 16 0 0 0,-19-13-829 0 0,2-2 0 0 0,31 21 0 0 0,-36-27 156 0 0,3 1-1095 0 0,-5-4-2189 0 0,0-3-1395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4:18.9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47 3225 0 0,'0'-2'43'0'0,"0"1"0"0"0,0 0 1 0 0,0-1-1 0 0,0 1 0 0 0,-1-1 1 0 0,1 1-1 0 0,-1-1 0 0 0,1 1 1 0 0,-1 0-1 0 0,1-1 0 0 0,-1 1 1 0 0,0 0-1 0 0,0-1 0 0 0,1 1 1 0 0,-1 0-1 0 0,0 0 0 0 0,-2-2 1 0 0,2 2 217 0 0,0 1-1 0 0,0-1 1 0 0,0 0 0 0 0,0 0 0 0 0,0 1 0 0 0,0-1 0 0 0,0 0 0 0 0,0 1 0 0 0,0-1 0 0 0,-1 1 0 0 0,1 0 0 0 0,0-1-1 0 0,0 1 1 0 0,0 0 0 0 0,-1 0 0 0 0,1 0 0 0 0,0-1 0 0 0,0 1 0 0 0,0 1 0 0 0,-1-1 0 0 0,1 0 0 0 0,0 0-1 0 0,0 0 1 0 0,-1 1 0 0 0,1-1 0 0 0,0 0 0 0 0,0 1 0 0 0,0-1 0 0 0,0 1 0 0 0,0 0 0 0 0,0-1 0 0 0,0 1 0 0 0,0 0-1 0 0,0 0 1 0 0,0-1 0 0 0,0 1 0 0 0,0 0 0 0 0,0 0 0 0 0,1 0 0 0 0,-1 0 0 0 0,0 0 0 0 0,1 0 0 0 0,-1 0 0 0 0,0 0-1 0 0,1 1 1 0 0,0-1 0 0 0,-1 0 0 0 0,1 0 0 0 0,0 0 0 0 0,-1 1 0 0 0,1 1 0 0 0,-1 5 35 0 0,-1 0 0 0 0,2 0 0 0 0,-1 0 0 0 0,1 1 1 0 0,0-1-1 0 0,1 0 0 0 0,0 0 0 0 0,3 12 0 0 0,-3-17-312 0 0,0-1 0 0 0,0 0 1 0 0,0 1-1 0 0,0-1 0 0 0,0 0 0 0 0,0 0 0 0 0,1 0 0 0 0,-1 0 0 0 0,1 0 0 0 0,0 0 0 0 0,-1 0 0 0 0,1 0 0 0 0,0-1 1 0 0,0 1-1 0 0,0-1 0 0 0,0 1 0 0 0,1-1 0 0 0,-1 0 0 0 0,0 0 0 0 0,0 0 0 0 0,1 0 0 0 0,-1 0 0 0 0,1-1 0 0 0,-1 1 1 0 0,1-1-1 0 0,-1 1 0 0 0,1-1 0 0 0,-1 0 0 0 0,1 0 0 0 0,-1 0 0 0 0,5-1 0 0 0,-2 1-51 0 0,-1-1 0 0 0,0 1-1 0 0,1-1 1 0 0,-1 0 0 0 0,0-1-1 0 0,0 1 1 0 0,0-1 0 0 0,0 1-1 0 0,0-1 1 0 0,0-1 0 0 0,0 1-1 0 0,-1 0 1 0 0,1-1 0 0 0,-1 0 0 0 0,0 1-1 0 0,1-1 1 0 0,-1-1 0 0 0,3-4-1 0 0,-4 6 52 0 0,-1-1-1 0 0,0 1 1 0 0,0-1-1 0 0,0 1 1 0 0,0-1 0 0 0,0 0-1 0 0,0 0 1 0 0,-1 1-1 0 0,1-1 1 0 0,-1 0-1 0 0,0 0 1 0 0,0 0-1 0 0,0 0 1 0 0,0 1 0 0 0,0-1-1 0 0,-1 0 1 0 0,1 0-1 0 0,-1 0 1 0 0,0 1-1 0 0,0-1 1 0 0,0 0-1 0 0,0 1 1 0 0,0-1 0 0 0,-1 1-1 0 0,1-1 1 0 0,-1 1-1 0 0,1 0 1 0 0,-1 0-1 0 0,-3-3 1 0 0,1 0-31 0 0,0 1-1 0 0,0 0 1 0 0,0 0 0 0 0,-1 0-1 0 0,1 1 1 0 0,-1 0 0 0 0,0-1-1 0 0,-6-1 1 0 0,-17-2-1711 0 0,25 7 1136 0 0,0 0 0 0 0,0 0-1 0 0,1 0 1 0 0,-1 1 0 0 0,0-1-1 0 0,1 1 1 0 0,-1 0 0 0 0,-4 2 0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4:19.2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82 6913 0 0,'4'-43'839'0'0,"2"20"746"0"0,5 8 4143 0 0,-10 15-5485 0 0,1-1 0 0 0,-1 1 0 0 0,0 0 0 0 0,1 0 0 0 0,-1 0 0 0 0,0 0 0 0 0,0 1 0 0 0,1-1 0 0 0,-1 0 0 0 0,0 0 0 0 0,0 1 0 0 0,1-1 0 0 0,-1 1 0 0 0,0-1 1 0 0,0 1-1 0 0,0-1 0 0 0,0 1 0 0 0,0 0 0 0 0,0 0 0 0 0,0-1 0 0 0,0 1 0 0 0,2 2 0 0 0,22 20 1072 0 0,-7-1-969 0 0,-1 1 1 0 0,27 47-1 0 0,-34-50-372 0 0,2-1 0 0 0,0 0 0 0 0,1-1-1 0 0,1 0 1 0 0,0-1 0 0 0,20 17 0 0 0,11 0-922 0 0,-22-18-78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4:19.7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1 270 7834 0 0,'3'9'5243'0'0,"16"-21"-1975"0"0,-8 2-3464 0 0,0-1 587 0 0,-1 0-1 0 0,0-1 1 0 0,-1 1 0 0 0,0-2 0 0 0,-1 1-1 0 0,-1-1 1 0 0,0-1 0 0 0,0 1 0 0 0,-1-1-1 0 0,-1-1 1 0 0,-1 1 0 0 0,4-16 0 0 0,-8 27-396 0 0,0-1 1 0 0,0 1-1 0 0,0-1 1 0 0,-1 1-1 0 0,1 0 1 0 0,-1-1-1 0 0,0 1 1 0 0,0 0-1 0 0,0 0 1 0 0,0 0-1 0 0,-1-1 1 0 0,1 1-1 0 0,-1 0 1 0 0,0 1 0 0 0,1-1-1 0 0,-2 0 1 0 0,1 0-1 0 0,0 1 1 0 0,-3-3-1 0 0,4 4 3 0 0,0 0-1 0 0,0 0 1 0 0,0 0-1 0 0,0 0 1 0 0,0 1-1 0 0,0-1 0 0 0,-1 0 1 0 0,1 1-1 0 0,0-1 1 0 0,0 1-1 0 0,-1-1 1 0 0,1 1-1 0 0,0 0 1 0 0,-1-1-1 0 0,1 1 1 0 0,-1 0-1 0 0,1 0 1 0 0,0 0-1 0 0,-1 0 1 0 0,1 0-1 0 0,0 0 1 0 0,-1 1-1 0 0,1-1 0 0 0,0 0 1 0 0,-1 1-1 0 0,1-1 1 0 0,0 1-1 0 0,-1-1 1 0 0,1 1-1 0 0,0-1 1 0 0,0 1-1 0 0,0 0 1 0 0,0 0-1 0 0,0 0 1 0 0,0 0-1 0 0,0-1 1 0 0,0 1-1 0 0,0 1 1 0 0,0-1-1 0 0,0 0 0 0 0,0 0 1 0 0,1 0-1 0 0,-1 0 1 0 0,0 0-1 0 0,1 1 1 0 0,-1-1-1 0 0,0 2 1 0 0,-1 3 35 0 0,-1-1 0 0 0,1 1 0 0 0,0-1 0 0 0,0 1 0 0 0,1 0 0 0 0,-1-1 0 0 0,1 1 0 0 0,1 0 0 0 0,-1 0 0 0 0,1 0 1 0 0,0 0-1 0 0,0 0 0 0 0,1 0 0 0 0,0-1 0 0 0,0 1 0 0 0,0 0 0 0 0,0 0 0 0 0,1-1 0 0 0,0 1 0 0 0,1 0 0 0 0,-1-1 0 0 0,1 0 0 0 0,0 0 0 0 0,0 0 0 0 0,0 0 0 0 0,1 0 1 0 0,0-1-1 0 0,0 1 0 0 0,0-1 0 0 0,1 0 0 0 0,-1 0 0 0 0,1-1 0 0 0,0 1 0 0 0,0-1 0 0 0,0 0 0 0 0,0-1 0 0 0,0 1 0 0 0,1-1 0 0 0,0 0 0 0 0,-1 0 0 0 0,1-1 0 0 0,0 1 1 0 0,0-1-1 0 0,-1 0 0 0 0,1-1 0 0 0,0 0 0 0 0,8 0 0 0 0,8-3-88 0 0,0-1 1 0 0,0-1 0 0 0,40-14-1 0 0,-38 11-351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14.5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74 147 1376 0 0,'4'-16'631'0'0,"-1"1"-1"0"0,-1-1 1 0 0,1-26-1 0 0,-3 34 424 0 0,-1 0 0 0 0,0-1-1 0 0,0 1 1 0 0,-1 0-1 0 0,-2-9 1 0 0,14 66 4866 0 0,-6 5-3744 0 0,-9 57-1636 0 0,3-85 184 0 0,-41 416 404 0 0,37-403-1487 0 0,-18 64 0 0 0,13-72-451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14.8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64 4609 0 0,'5'-6'536'0'0,"1"1"1"0"0,0-1-1 0 0,0 1 0 0 0,0 0 1 0 0,1 0-1 0 0,-1 1 0 0 0,12-6 1 0 0,-13 7-147 0 0,0 1 1 0 0,0 0 0 0 0,0 0 0 0 0,0 0-1 0 0,0 0 1 0 0,0 1 0 0 0,0 0-1 0 0,0 0 1 0 0,1 0 0 0 0,-1 1 0 0 0,0 0-1 0 0,7 0 1 0 0,-5 3-64 0 0,-1-1 0 0 0,1 1 0 0 0,-1 0 0 0 0,0 0 0 0 0,0 0 0 0 0,0 1 0 0 0,-1 0 0 0 0,1 1 0 0 0,-1-1 0 0 0,0 1 0 0 0,0 0 1 0 0,-1 0-1 0 0,1 0 0 0 0,6 12 0 0 0,6 9 413 0 0,24 53 0 0 0,-39-77-703 0 0,130 236 1013 0 0,-29-88-3225 0 0,-88-129-4755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15.0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63 11058 0 0,'-2'-2'488'0'0,"4"-1"105"0"0,-1 2-473 0 0,2-2-120 0 0,0 1 0 0 0,-1 1 0 0 0,4-1 0 0 0,0-1-96 0 0,4-3 24 0 0,2 0 0 0 0,3 0-168 0 0,2-1-33 0 0,-2 2-7 0 0,0-1 0 0 0,0 1 216 0 0,-1 2 64 0 0,0 2 0 0 0,-2 1 0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15.3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1 259 1376 0 0,'15'-7'1154'0'0,"1"1"0"0"0,0 1 0 0 0,1 1 0 0 0,-1 0 0 0 0,1 0 0 0 0,0 2 0 0 0,0 0 0 0 0,0 1 0 0 0,0 1 0 0 0,0 1 0 0 0,0 0 0 0 0,0 1 0 0 0,26 7 0 0 0,-27 0-175 0 0,-10-3-278 0 0,-11-3 550 0 0,3-5-1123 0 0,0 1 0 0 0,0-1 0 0 0,0 1 0 0 0,0-1 0 0 0,1 0 1 0 0,-1 0-1 0 0,1 0 0 0 0,-1 0 0 0 0,1 0 0 0 0,-1 0 0 0 0,1 0 0 0 0,0 0 0 0 0,0 0 0 0 0,0-1 0 0 0,0-2 0 0 0,0 4-93 0 0,-2-7-77 0 0,0 0 0 0 0,1 1 0 0 0,-1-1 0 0 0,2 0 0 0 0,-1-1 0 0 0,1 1 0 0 0,0 0 0 0 0,1 0 0 0 0,0-1 0 0 0,0 1 0 0 0,1 0 0 0 0,0 0 0 0 0,3-12 0 0 0,-1 10-807 0 0,0-1-1 0 0,1 1 1 0 0,0 0-1 0 0,0 0 1 0 0,10-14-1 0 0,-2 5-5450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15.6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79 47 3201 0 0,'-3'-22'-290'0'0,"2"20"701"0"0,1 1-1 0 0,-1-1 1 0 0,1 1-1 0 0,-1-1 1 0 0,0 1-1 0 0,1 0 1 0 0,-1-1-1 0 0,0 1 1 0 0,0 0-1 0 0,0 0 1 0 0,0-1-1 0 0,0 1 1 0 0,0 0-1 0 0,-2-1 1 0 0,2 1-114 0 0,0 1 1 0 0,0 0 0 0 0,1-1-1 0 0,-1 1 1 0 0,0 0-1 0 0,0-1 1 0 0,0 1 0 0 0,0 0-1 0 0,0 0 1 0 0,0 0 0 0 0,0 0-1 0 0,0 0 1 0 0,1 0 0 0 0,-1 0-1 0 0,0 0 1 0 0,0 0-1 0 0,0 0 1 0 0,0 1 0 0 0,0-1-1 0 0,0 0 1 0 0,0 1 0 0 0,0-1-1 0 0,0 1 1 0 0,-17 15 1164 0 0,16-14-1403 0 0,0 0-1 0 0,0 0 1 0 0,0 0-1 0 0,0 0 0 0 0,1 0 1 0 0,-1 1-1 0 0,1-1 0 0 0,0 1 1 0 0,0-1-1 0 0,0 1 1 0 0,0-1-1 0 0,0 1 0 0 0,0 0 1 0 0,1-1-1 0 0,-1 1 0 0 0,1 0 1 0 0,0-1-1 0 0,-1 1 1 0 0,1 0-1 0 0,1 0 0 0 0,-1-1 1 0 0,0 1-1 0 0,1 0 0 0 0,-1 0 1 0 0,1-1-1 0 0,0 1 1 0 0,0 0-1 0 0,0-1 0 0 0,0 1 1 0 0,0-1-1 0 0,1 0 0 0 0,-1 1 1 0 0,1-1-1 0 0,0 0 1 0 0,-1 0-1 0 0,1 0 0 0 0,0 0 1 0 0,0 0-1 0 0,0 0 0 0 0,1-1 1 0 0,-1 1-1 0 0,0-1 0 0 0,1 1 1 0 0,-1-1-1 0 0,1 0 1 0 0,-1 0-1 0 0,5 1 0 0 0,56 20-71 0 0,-41-16-6 0 0,40 18 1 0 0,-56-21 16 0 0,0 0 0 0 0,0 1 0 0 0,0-1 0 0 0,0 1 0 0 0,-1 1 0 0 0,0-1 0 0 0,0 1 0 0 0,0 0 0 0 0,0 0 0 0 0,6 10 0 0 0,-10-13 1 0 0,0 1-1 0 0,0 0 1 0 0,0 0-1 0 0,0 0 1 0 0,0 0-1 0 0,0 0 1 0 0,-1 0-1 0 0,0 0 1 0 0,1 0-1 0 0,-1 0 0 0 0,0 1 1 0 0,-1-1-1 0 0,1 0 1 0 0,-1 0-1 0 0,1 0 1 0 0,-1 0-1 0 0,0 0 1 0 0,0 0-1 0 0,0 0 1 0 0,0 0-1 0 0,-1-1 0 0 0,1 1 1 0 0,-1 0-1 0 0,1-1 1 0 0,-4 4-1 0 0,-6 8-45 0 0,0 1 0 0 0,-1-2-1 0 0,-15 14 1 0 0,15-16-28 0 0,-27 26-3364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16.3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23 348 920 0 0,'22'-8'933'0'0,"-10"4"183"0"0,-1-1 0 0 0,1 1 0 0 0,-1-2 1 0 0,13-8-1 0 0,-22 13-946 0 0,1-1 1 0 0,-1 0 0 0 0,0 0 0 0 0,0 0-1 0 0,1 0 1 0 0,-2 0 0 0 0,1-1 0 0 0,0 1 0 0 0,0 0-1 0 0,-1-1 1 0 0,1 0 0 0 0,-1 1 0 0 0,0-1-1 0 0,0 0 1 0 0,0 0 0 0 0,0 0 0 0 0,0 1-1 0 0,-1-1 1 0 0,1 0 0 0 0,-1 0 0 0 0,0 0-1 0 0,0-5 1 0 0,-1-2-91 0 0,0 0 0 0 0,-1 0 0 0 0,0 0 0 0 0,0 0 0 0 0,-2 0 0 0 0,1 1 0 0 0,-1 0 0 0 0,0-1 0 0 0,-1 1-1 0 0,0 1 1 0 0,0-1 0 0 0,-1 1 0 0 0,0 0 0 0 0,-1 0 0 0 0,-12-11 0 0 0,18 18-32 0 0,0 0 0 0 0,0 0 0 0 0,0 0-1 0 0,-1 0 1 0 0,1 0 0 0 0,0 0 0 0 0,0 1 0 0 0,0-1 0 0 0,-1 0 0 0 0,1 1 0 0 0,0-1-1 0 0,-1 1 1 0 0,1-1 0 0 0,-1 1 0 0 0,1 0 0 0 0,0 0 0 0 0,-1 0 0 0 0,1 0-1 0 0,-1 0 1 0 0,1 0 0 0 0,-1 0 0 0 0,1 0 0 0 0,0 0 0 0 0,-3 1 0 0 0,2 1 43 0 0,0-1 0 0 0,0 0 1 0 0,1 1-1 0 0,-1-1 1 0 0,0 1-1 0 0,1-1 1 0 0,0 1-1 0 0,-1-1 1 0 0,1 1-1 0 0,0 0 0 0 0,0 0 1 0 0,0 0-1 0 0,0 0 1 0 0,-1 3-1 0 0,-1 3-19 0 0,0 0-1 0 0,1 0 0 0 0,1 1 1 0 0,-1-1-1 0 0,1 0 1 0 0,1 1-1 0 0,0 10 0 0 0,0-15-80 0 0,1 0 1 0 0,-1 0-1 0 0,1 0 0 0 0,1 0 0 0 0,-1-1 0 0 0,0 1 0 0 0,1 0 0 0 0,0-1 0 0 0,0 1 0 0 0,0-1 0 0 0,0 0 0 0 0,0 1 1 0 0,1-1-1 0 0,-1 0 0 0 0,1-1 0 0 0,0 1 0 0 0,0 0 0 0 0,0-1 0 0 0,0 0 0 0 0,1 1 0 0 0,-1-1 0 0 0,1-1 0 0 0,-1 1 0 0 0,4 1 1 0 0,-1-1 39 0 0,-1 0 0 0 0,0-1 0 0 0,1 0 0 0 0,-1 0 0 0 0,1 0 0 0 0,-1-1 0 0 0,1 1 0 0 0,-1-1-1 0 0,1-1 1 0 0,0 1 0 0 0,-1-1 0 0 0,0 0 0 0 0,1 0 0 0 0,-1-1 0 0 0,1 1 0 0 0,8-5 0 0 0,-12 4 8 0 0,1 0-1 0 0,-1 0 0 0 0,0 0 0 0 0,1 0 1 0 0,-1 0-1 0 0,0 0 0 0 0,0 0 0 0 0,0-1 0 0 0,-1 1 1 0 0,1-1-1 0 0,-1 0 0 0 0,1 1 0 0 0,0-4 1 0 0,16-46 200 0 0,-5 15-45 0 0,-5 16-109 0 0,16-29 222 0 0,-22 46-291 0 0,0 0 0 0 0,0 0 0 0 0,1 1 0 0 0,-1-1 0 0 0,1 1 0 0 0,0 0 0 0 0,0 0 0 0 0,0 0 0 0 0,7-4 0 0 0,-9 6-5 0 0,0 0-1 0 0,1 0 1 0 0,-1 1 0 0 0,1-1 0 0 0,-1 1 0 0 0,1 0 0 0 0,-1-1-1 0 0,1 1 1 0 0,0 0 0 0 0,-1 0 0 0 0,1 0 0 0 0,-1 0 0 0 0,1 0-1 0 0,0 0 1 0 0,-1 0 0 0 0,1 0 0 0 0,-1 1 0 0 0,1-1 0 0 0,-1 1 0 0 0,1-1-1 0 0,-1 1 1 0 0,1 0 0 0 0,-1-1 0 0 0,0 1 0 0 0,1 0 0 0 0,-1 0-1 0 0,0 0 1 0 0,0 0 0 0 0,1 0 0 0 0,-1 0 0 0 0,0 1 0 0 0,0-1-1 0 0,1 2 1 0 0,5 6 182 0 0,-1 1 1 0 0,0-1-1 0 0,8 20 0 0 0,-4-8 397 0 0,2 0 46 0 0,23 31 1 0 0,-31-47-613 0 0,-1 0 1 0 0,1-1-1 0 0,0 0 0 0 0,0 0 1 0 0,1 0-1 0 0,-1 0 1 0 0,1-1-1 0 0,0 1 1 0 0,0-1-1 0 0,0-1 1 0 0,0 1-1 0 0,11 3 1 0 0,-14-6-33 0 0,-1 0 1 0 0,1 0 0 0 0,0 0-1 0 0,0 0 1 0 0,0 0-1 0 0,-1-1 1 0 0,1 1-1 0 0,0-1 1 0 0,0 1 0 0 0,-1-1-1 0 0,1 0 1 0 0,0 1-1 0 0,-1-1 1 0 0,1 0 0 0 0,-1 0-1 0 0,1 0 1 0 0,-1-1-1 0 0,0 1 1 0 0,1 0-1 0 0,-1 0 1 0 0,0-1 0 0 0,0 1-1 0 0,0-1 1 0 0,0 1-1 0 0,0-1 1 0 0,0 1 0 0 0,1-4-1 0 0,4-6 76 0 0,-1 0 0 0 0,7-21 0 0 0,-11 26-43 0 0,8-20 148 0 0,13-40 67 0 0,-19 61-231 0 0,-1-1-1 0 0,1 1 1 0 0,0 0-1 0 0,1 0 1 0 0,-1 0-1 0 0,1 1 0 0 0,0-1 1 0 0,0 1-1 0 0,5-5 1 0 0,-8 9-9 0 0,0-1 0 0 0,0 1 0 0 0,0-1 0 0 0,0 1 0 0 0,0-1 0 0 0,1 1 0 0 0,-1-1 0 0 0,0 1 1 0 0,0 0-1 0 0,1 0 0 0 0,-1 0 0 0 0,0-1 0 0 0,0 1 0 0 0,1 0 0 0 0,-1 1 0 0 0,0-1 1 0 0,0 0-1 0 0,1 0 0 0 0,-1 1 0 0 0,0-1 0 0 0,0 0 0 0 0,0 1 0 0 0,1-1 0 0 0,-1 1 0 0 0,0-1 1 0 0,0 1-1 0 0,0 0 0 0 0,0 0 0 0 0,0-1 0 0 0,0 1 0 0 0,0 0 0 0 0,0 0 0 0 0,1 2 0 0 0,5 4-6 0 0,-1 1-1 0 0,0 0 0 0 0,7 12 0 0 0,-5-9-43 0 0,32 48-913 0 0,-26-44 15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16.5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7370 0 0,'1'0'172'0'0,"0"1"0"0"0,-1-1 1 0 0,1 1-1 0 0,0-1 0 0 0,0 1 1 0 0,0-1-1 0 0,0 1 0 0 0,-1 0 1 0 0,1-1-1 0 0,0 1 0 0 0,-1 0 1 0 0,1 0-1 0 0,-1 0 0 0 0,1-1 1 0 0,0 1-1 0 0,-1 0 0 0 0,0 0 1 0 0,1 0-1 0 0,-1 0 0 0 0,0 0 1 0 0,1 0-1 0 0,-1 2 0 0 0,8 28 2967 0 0,-6-22-2530 0 0,1 3 346 0 0,33 110 3953 0 0,-29-105-4876 0 0,0-1-1 0 0,1 0 0 0 0,0-1 1 0 0,1 0-1 0 0,14 18 1 0 0,-11-15-3034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16.7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49 8122 0 0,'-6'-12'176'0'0,"2"3"40"0"0,2 3 8 0 0,2 5 0 0 0,-2-1-224 0 0,1-4 0 0 0,-4-2 0 0 0,1 4 512 0 0,-1 4 64 0 0,4 6 0 0 0,-1 6 8 0 0,2 3-1712 0 0,2 5-344 0 0,2 1-72 0 0,2-1-17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17.0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292 71 10138 0 0,'-1'-3'190'0'0,"1"-1"1"0"0,-1 1-1 0 0,0 0 0 0 0,0-1 0 0 0,0 1 1 0 0,0 0-1 0 0,0 0 0 0 0,-1 0 0 0 0,0 0 0 0 0,1 0 1 0 0,-1 0-1 0 0,0 0 0 0 0,-1 1 0 0 0,1-1 1 0 0,0 1-1 0 0,-1-1 0 0 0,1 1 0 0 0,-1 0 1 0 0,0 0-1 0 0,0 0 0 0 0,0 1 0 0 0,0-1 0 0 0,0 0 1 0 0,0 1-1 0 0,0 0 0 0 0,0 0 0 0 0,0 0 1 0 0,-1 0-1 0 0,1 1 0 0 0,0-1 0 0 0,-1 1 0 0 0,1 0 1 0 0,-1-1-1 0 0,1 2 0 0 0,-1-1 0 0 0,1 0 1 0 0,0 1-1 0 0,-6 1 0 0 0,-1 1-56 0 0,1 1-1 0 0,0-1 1 0 0,0 2 0 0 0,0-1-1 0 0,1 1 1 0 0,-1 0 0 0 0,1 1-1 0 0,1 0 1 0 0,-1 1 0 0 0,1-1-1 0 0,0 1 1 0 0,0 1 0 0 0,1-1-1 0 0,-7 12 1 0 0,4-7-4 0 0,1 1 0 0 0,1 0 0 0 0,0 0 0 0 0,1 1 0 0 0,0 0 0 0 0,1 0 0 0 0,0 1 0 0 0,-3 24 0 0 0,6-31-112 0 0,2 0-1 0 0,-1 0 0 0 0,1 0 0 0 0,0 0 0 0 0,1 0 1 0 0,-1-1-1 0 0,2 1 0 0 0,-1 0 0 0 0,1 0 0 0 0,0-1 0 0 0,1 1 1 0 0,0-1-1 0 0,0 1 0 0 0,7 10 0 0 0,-6-12 1 0 0,0-1 0 0 0,1 1-1 0 0,0-1 1 0 0,0 0 0 0 0,0-1 0 0 0,1 1 0 0 0,0-1-1 0 0,0 0 1 0 0,0 0 0 0 0,0-1 0 0 0,0 0 0 0 0,1 0-1 0 0,0 0 1 0 0,-1-1 0 0 0,1 0 0 0 0,11 2 0 0 0,-4-2-21 0 0,0 0 0 0 0,0-1 1 0 0,1-1-1 0 0,-1 0 1 0 0,1-1-1 0 0,-1-1 1 0 0,21-4-1 0 0,52-20-3337 0 0,-67 18 2156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17.3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36 127 10106 0 0,'-7'10'-430'0'0,"-21"5"8113"0"0,47-25-5511 0 0,65-27-1193 0 0,2 3 0 0 0,99-24-1 0 0,-133 48-3514 0 0,-33 7-4672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18.7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149 1 7370 0 0,'-1'0'72'0'0,"1"0"0"0"0,-1 0 0 0 0,0 0 0 0 0,0 0 0 0 0,0 0 0 0 0,0 0 0 0 0,0 0 0 0 0,0 0 0 0 0,0 1 0 0 0,0-1 0 0 0,0 0 0 0 0,0 1 0 0 0,1-1 0 0 0,-1 1 0 0 0,0-1 0 0 0,0 1 0 0 0,0-1 0 0 0,1 1 0 0 0,-1-1 0 0 0,0 1 0 0 0,1 0 0 0 0,-2 0 0 0 0,-17 17 544 0 0,7-4-343 0 0,1 1 1 0 0,0 0-1 0 0,1 1 0 0 0,1 0 0 0 0,0 0 1 0 0,2 1-1 0 0,0 0 0 0 0,0 0 0 0 0,-6 33 1 0 0,8-31-158 0 0,2 1 0 0 0,0 0 0 0 0,1 0 0 0 0,1 0 0 0 0,1 0 0 0 0,1 0 0 0 0,1-1 0 0 0,7 38 0 0 0,-5-44 10 0 0,1 0 1 0 0,0 0-1 0 0,1 0 0 0 0,1-1 1 0 0,0 0-1 0 0,0 0 0 0 0,1-1 1 0 0,0 0-1 0 0,15 15 0 0 0,-17-20-19 0 0,0-1 1 0 0,0 1-1 0 0,0-1 0 0 0,1 0 0 0 0,0 0 0 0 0,0-1 0 0 0,0 0 1 0 0,0 0-1 0 0,1-1 0 0 0,-1 0 0 0 0,1 0 0 0 0,0-1 1 0 0,0 0-1 0 0,0 0 0 0 0,0 0 0 0 0,0-1 0 0 0,10-1 1 0 0,-15 1-100 0 0,-1-1 1 0 0,0 0 0 0 0,0-1-1 0 0,1 1 1 0 0,-1 0 0 0 0,0-1 0 0 0,0 1-1 0 0,0-1 1 0 0,0 0 0 0 0,0 0 0 0 0,0 0-1 0 0,0 0 1 0 0,0 0 0 0 0,0 0-1 0 0,0 0 1 0 0,0 0 0 0 0,0-1 0 0 0,-1 1-1 0 0,2-3 1 0 0,-2 3-39 0 0,0-1 0 0 0,0 0 0 0 0,-1 1-1 0 0,1-1 1 0 0,0 0 0 0 0,-1 0 0 0 0,0 0 0 0 0,1 1 0 0 0,-1-1-1 0 0,0 0 1 0 0,0 0 0 0 0,0 0 0 0 0,0 0 0 0 0,-1 0 0 0 0,1 1 0 0 0,0-1-1 0 0,-2-3 1 0 0,-2-7-308 0 0,-1 2 0 0 0,0-1 0 0 0,-1 0 0 0 0,0 1 0 0 0,-11-14 0 0 0,11 15 249 0 0,0 0 0 0 0,1-1 0 0 0,0 0 0 0 0,1 0-1 0 0,0-1 1 0 0,0 1 0 0 0,1-1 0 0 0,1 1 0 0 0,0-1 0 0 0,0 0 0 0 0,1 0 0 0 0,0-16-1 0 0,1 22 92 0 0,0 0 0 0 0,1 1-1 0 0,-1-1 1 0 0,1 0 0 0 0,0 1-1 0 0,0-1 1 0 0,0 1 0 0 0,1 0-1 0 0,-1-1 1 0 0,1 1 0 0 0,0 0-1 0 0,0 0 1 0 0,1 0-1 0 0,-1 0 1 0 0,1 0 0 0 0,0 1-1 0 0,0-1 1 0 0,0 1 0 0 0,1 0-1 0 0,-1 0 1 0 0,1 0 0 0 0,0 0-1 0 0,0 0 1 0 0,-1 1 0 0 0,2 0-1 0 0,-1 0 1 0 0,0 0 0 0 0,0 0-1 0 0,1 1 1 0 0,-1 0-1 0 0,1-1 1 0 0,5 1 0 0 0,-2-1 236 0 0,1 1 0 0 0,0 1 0 0 0,0-1 0 0 0,0 2 0 0 0,0-1 0 0 0,0 1 0 0 0,0 0 0 0 0,0 1 0 0 0,16 5 0 0 0,-21-5-85 0 0,1 0 1 0 0,0 0 0 0 0,-1 1 0 0 0,1-1-1 0 0,-1 1 1 0 0,0 0 0 0 0,0 1 0 0 0,0-1-1 0 0,0 1 1 0 0,0-1 0 0 0,-1 1 0 0 0,0 0-1 0 0,0 0 1 0 0,0 1 0 0 0,0-1 0 0 0,-1 1-1 0 0,1-1 1 0 0,1 7 0 0 0,2 10 194 0 0,-1-1 0 0 0,-1 2-1 0 0,-1-1 1 0 0,0 0 0 0 0,-2 25 0 0 0,0-24-559 0 0,0-1 1 0 0,1 0 0 0 0,1 0-1 0 0,12 41 1 0 0,-9-47-1635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19.2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1 173 7370 0 0,'23'-2'1483'0'0,"-14"3"-1078"0"0,0 0 0 0 0,0 0 1 0 0,0 1-1 0 0,0 0 1 0 0,0 0-1 0 0,0 1 1 0 0,-1 0-1 0 0,1 1 1 0 0,-1 0-1 0 0,0 0 0 0 0,0 1 1 0 0,8 6-1 0 0,11 11 1304 0 0,47 47-1 0 0,-27-24-540 0 0,-36-35-647 0 0,-9-12 83 0 0,-17-20 530 0 0,-1 0-632 0 0,12 13-480 0 0,0-1 1 0 0,0 0 0 0 0,1 1 0 0 0,0-1 0 0 0,1-1 0 0 0,0 1 0 0 0,1 0-1 0 0,0 0 1 0 0,0-1 0 0 0,1 1 0 0 0,1 0 0 0 0,2-16 0 0 0,0 9-683 0 0,2-1 1 0 0,0 1 0 0 0,0 0 0 0 0,2 1 0 0 0,0-1 0 0 0,14-21 0 0 0,-5 10-1202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19.8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71 2304 0 0,'4'5'462'0'0,"0"-1"-1"0"0,0 1 1 0 0,-1 0-1 0 0,1 0 0 0 0,-1 1 1 0 0,0-1-1 0 0,-1 1 0 0 0,1-1 1 0 0,-1 1-1 0 0,3 12 0 0 0,-2 1 556 0 0,0 1 0 0 0,0 21 0 0 0,-2-21-267 0 0,0-1-1 0 0,6 21 0 0 0,-6-34-504 0 0,1 0-1 0 0,-1 0 0 0 0,1-1 1 0 0,1 1-1 0 0,-1-1 0 0 0,1 0 1 0 0,0 1-1 0 0,0-1 0 0 0,1 0 1 0 0,8 8-1 0 0,-11-11-205 0 0,0 0 1 0 0,1-1-1 0 0,-1 1 0 0 0,1-1 1 0 0,0 0-1 0 0,0 1 0 0 0,-1-1 1 0 0,1 0-1 0 0,0 0 0 0 0,0 0 1 0 0,0 0-1 0 0,0 0 0 0 0,0 0 1 0 0,0-1-1 0 0,1 1 0 0 0,-1-1 0 0 0,0 0 1 0 0,0 1-1 0 0,0-1 0 0 0,0 0 1 0 0,1 0-1 0 0,-1 0 0 0 0,0-1 1 0 0,0 1-1 0 0,0 0 0 0 0,0-1 1 0 0,1 1-1 0 0,-1-1 0 0 0,0 0 1 0 0,0 0-1 0 0,0 0 0 0 0,0 0 1 0 0,-1 0-1 0 0,1 0 0 0 0,0-1 1 0 0,0 1-1 0 0,-1 0 0 0 0,1-1 1 0 0,1-1-1 0 0,0 0 31 0 0,0-1 0 0 0,-1 1 0 0 0,0-1 0 0 0,1 1 0 0 0,-1-1 0 0 0,0 0 0 0 0,-1 0 0 0 0,1 0 0 0 0,-1 0 0 0 0,1 0 0 0 0,-1 0 1 0 0,-1 0-1 0 0,1 0 0 0 0,0-1 0 0 0,-1 1 0 0 0,0 0 0 0 0,0 0 0 0 0,0-1 0 0 0,-2-6 0 0 0,-3-5-156 0 0,-1 0 1 0 0,-1 1-1 0 0,0-1 1 0 0,-1 2-1 0 0,-1-1 1 0 0,-11-14-1 0 0,-23-42-373 0 0,42 71 336 0 0,1-1 0 0 0,-1 0 0 0 0,1 0 0 0 0,0 1-1 0 0,0-1 1 0 0,-1 0 0 0 0,1 0 0 0 0,0 0 0 0 0,0 1-1 0 0,0-1 1 0 0,0 0 0 0 0,0 0 0 0 0,0 0 0 0 0,0 0-1 0 0,0 1 1 0 0,0-1 0 0 0,1 0 0 0 0,-1 0 0 0 0,0 0 0 0 0,0 1-1 0 0,1-1 1 0 0,-1 0 0 0 0,1 0 0 0 0,-1 1 0 0 0,1-2-1 0 0,1 0-109 0 0,0 1-1 0 0,-1-1 0 0 0,1 0 1 0 0,0 1-1 0 0,0-1 0 0 0,0 1 1 0 0,0 0-1 0 0,5-2 0 0 0,6-2-427 0 0,0 0 0 0 0,22-3 0 0 0,-23 5 385 0 0,12-3 398 0 0,50-12 4 0 0,-68 17 36 0 0,-1 0 0 0 0,1 0 0 0 0,-1 1 0 0 0,1 0 0 0 0,-1 0 0 0 0,1 1 0 0 0,-1-1 0 0 0,1 1 0 0 0,-1 0 0 0 0,10 4 0 0 0,-10-2 41 0 0,0 2 1 0 0,-1-1 0 0 0,1 0 0 0 0,-1 1-1 0 0,0 0 1 0 0,0 0 0 0 0,0 0 0 0 0,-1 1-1 0 0,0-1 1 0 0,0 1 0 0 0,0 0 0 0 0,2 7 0 0 0,9 16 455 0 0,-10-22-588 0 0,0 0 0 0 0,1-1 0 0 0,0 1 0 0 0,0-1-1 0 0,0 0 1 0 0,1 0 0 0 0,0 0 0 0 0,0-1 0 0 0,8 6-1 0 0,-11-10-8 0 0,0 1-1 0 0,-1-1 1 0 0,1 0-1 0 0,0 0 0 0 0,0 0 1 0 0,0 0-1 0 0,0-1 1 0 0,0 1-1 0 0,0-1 0 0 0,0 1 1 0 0,0-1-1 0 0,0 0 1 0 0,1 0-1 0 0,-1-1 0 0 0,0 1 1 0 0,0-1-1 0 0,0 1 0 0 0,0-1 1 0 0,0 0-1 0 0,-1 0 1 0 0,1-1-1 0 0,0 1 0 0 0,0 0 1 0 0,-1-1-1 0 0,1 0 1 0 0,0 1-1 0 0,2-4 0 0 0,4-3 92 0 0,-1 0-1 0 0,1-1 0 0 0,-1 0 1 0 0,-1 0-1 0 0,0-1 1 0 0,0 0-1 0 0,-1 0 0 0 0,7-17 1 0 0,-4 10-92 0 0,1 0 1 0 0,12-15 0 0 0,-22 31-54 0 0,1 0 1 0 0,-1 1-1 0 0,0-1 0 0 0,1 1 1 0 0,-1-1-1 0 0,1 1 1 0 0,0-1-1 0 0,-1 1 1 0 0,1 0-1 0 0,-1-1 0 0 0,1 1 1 0 0,-1-1-1 0 0,1 1 1 0 0,0 0-1 0 0,-1 0 1 0 0,1-1-1 0 0,0 1 0 0 0,-1 0 1 0 0,1 0-1 0 0,0 0 1 0 0,0 0-1 0 0,-1 0 1 0 0,1 0-1 0 0,0 0 0 0 0,-1 0 1 0 0,1 0-1 0 0,0 0 1 0 0,-1 0-1 0 0,1 1 1 0 0,0-1-1 0 0,-1 0 0 0 0,1 0 1 0 0,0 1-1 0 0,-1-1 1 0 0,1 0-1 0 0,0 1 0 0 0,-1-1 1 0 0,1 0-1 0 0,-1 1 1 0 0,1-1-1 0 0,-1 1 1 0 0,1-1-1 0 0,-1 1 0 0 0,1 0 1 0 0,-1-1-1 0 0,0 1 1 0 0,1-1-1 0 0,-1 1 1 0 0,0 0-1 0 0,1 0 0 0 0,21 43 651 0 0,-14-27-288 0 0,-8-16-446 0 0,17 27 113 0 0,-5-10-5557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20.1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0 4609 0 0,'-1'1'287'0'0,"1"1"0"0"0,-1-1 0 0 0,1 1 0 0 0,-1-1 0 0 0,1 0 1 0 0,0 1-1 0 0,0-1 0 0 0,0 1 0 0 0,0-1 0 0 0,0 1 0 0 0,0-1 0 0 0,0 1 0 0 0,0-1 0 0 0,0 1 0 0 0,1-1 1 0 0,-1 0-1 0 0,1 2 0 0 0,9 27 2715 0 0,-10-29-2800 0 0,49 120 6715 0 0,23 64-4147 0 0,-53-132-2548 0 0,-10-32-642 0 0,-1 0 0 0 0,-1 1 0 0 0,0 0 0 0 0,-2 1 1 0 0,-1-1-1 0 0,2 28 0 0 0,-6-48 291 0 0,0-1 0 0 0,0 1 1 0 0,0-1-1 0 0,0 1 0 0 0,-1 0 1 0 0,1-1-1 0 0,0 1 0 0 0,-1-1 0 0 0,1 1 1 0 0,-1-1-1 0 0,1 1 0 0 0,-1-1 0 0 0,0 1 1 0 0,0-1-1 0 0,0 1 0 0 0,0-1 1 0 0,0 0-1 0 0,-1 2 0 0 0,-2-1 196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20.3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37 3281 0 0,'2'-3'49'0'0,"0"1"1"0"0,0-1 0 0 0,1 1-1 0 0,-1-1 1 0 0,1 1 0 0 0,-1 0-1 0 0,1 0 1 0 0,0 0 0 0 0,0 0-1 0 0,0 1 1 0 0,5-3-1 0 0,-3 2 438 0 0,0 0-1 0 0,1 1 0 0 0,-1 0 0 0 0,0 0 0 0 0,1 0 0 0 0,-1 1 0 0 0,1-1 0 0 0,-1 1 0 0 0,1 1 0 0 0,-1-1 0 0 0,9 2 0 0 0,-11-1-249 0 0,0-1 0 0 0,1 1 0 0 0,-1 0 0 0 0,0 0 0 0 0,0 0 0 0 0,0 0 1 0 0,0 0-1 0 0,0 1 0 0 0,-1-1 0 0 0,1 1 0 0 0,0 0 0 0 0,-1 0 0 0 0,1 0 0 0 0,-1 0 0 0 0,1 0 0 0 0,-1 1 0 0 0,0-1 0 0 0,0 1 1 0 0,0-1-1 0 0,0 1 0 0 0,-1 0 0 0 0,1 0 0 0 0,-1 0 0 0 0,0 0 0 0 0,1 0 0 0 0,-1 0 0 0 0,-1 0 0 0 0,1 0 0 0 0,0 0 0 0 0,-1 1 0 0 0,0-1 1 0 0,1 0-1 0 0,-1 0 0 0 0,0 0 0 0 0,-1 5 0 0 0,-2 2-58 0 0,1 0 0 0 0,-2 1 0 0 0,1-1 0 0 0,-2-1 0 0 0,1 1 1 0 0,-1 0-1 0 0,-1-1 0 0 0,1 0 0 0 0,-2 0 0 0 0,1-1 0 0 0,-9 9 0 0 0,-28 23-5793 0 0,27-28-731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20.8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0 156 10882 0 0,'85'-30'5247'0'0,"-12"3"-3631"0"0,166-40 1173 0 0,-158 50-4413 0 0,1 2-3694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21.2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3745 0 0,'0'7'816'0'0,"1"1"0"0"0,-1 0 0 0 0,1 0 0 0 0,1-1 1 0 0,0 1-1 0 0,0 0 0 0 0,0-1 0 0 0,1 0 0 0 0,5 11 0 0 0,-4-10-310 0 0,1-1 0 0 0,0 0 0 0 0,0-1 0 0 0,1 1 0 0 0,-1-1 0 0 0,2 0 0 0 0,9 9 0 0 0,8 0-145 0 0,-1-1 1 0 0,2-1-1 0 0,-1-1 0 0 0,37 12 0 0 0,24 12 563 0 0,-82-34-915 0 0,1 0 0 0 0,-1 0 0 0 0,1 0 0 0 0,-1 0 0 0 0,0 0 0 0 0,0 1-1 0 0,0-1 1 0 0,-1 1 0 0 0,1 0 0 0 0,0 0 0 0 0,-1 0 0 0 0,0 0 0 0 0,0 0 0 0 0,0 0 0 0 0,0 1 0 0 0,0-1 0 0 0,-1 1 0 0 0,1-1 0 0 0,-1 1 0 0 0,0 0-1 0 0,1 6 1 0 0,-2-5 49 0 0,0-1-1 0 0,0 0 1 0 0,-1 1-1 0 0,1-1 0 0 0,-1 0 1 0 0,0 0-1 0 0,0 0 1 0 0,-1 1-1 0 0,1-1 0 0 0,-1 0 1 0 0,0-1-1 0 0,0 1 1 0 0,0 0-1 0 0,-1-1 0 0 0,1 1 1 0 0,-1-1-1 0 0,0 1 1 0 0,0-1-1 0 0,-5 4 0 0 0,-3 2 252 0 0,0-1-1 0 0,-1-1 0 0 0,0 0 1 0 0,0 0-1 0 0,0-1 0 0 0,-1-1 1 0 0,-23 7-1 0 0,-32 5-1506 0 0,4-8-7439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23.4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5 5601 0 0,'-3'-1'496'0'0,"1"-1"-400"0"0,1 2-96 0 0,-1-1 0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24.1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85 5529 0 0,'19'0'2398'0'0,"72"-6"2757"0"0,48-18-1840 0 0,-21 3-1237 0 0,-39 7-1070 0 0,45-4-878 0 0,-102 16-1715 0 0,38 2 1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24.5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45 9706 0 0,'3'-1'206'0'0,"0"-1"-1"0"0,-1 1 1 0 0,0-1-1 0 0,1 0 1 0 0,-1 0-1 0 0,0 0 1 0 0,0 0 0 0 0,0 0-1 0 0,0 0 1 0 0,0-1-1 0 0,-1 1 1 0 0,1-1-1 0 0,1-2 1 0 0,7-9 3132 0 0,-2 45 344 0 0,13 52-2243 0 0,-3-11-735 0 0,29 74 0 0 0,-33-110-653 0 0,-3-9 97 0 0,15 52 0 0 0,-23-69-129 0 0,-2 0 0 0 0,1 0 0 0 0,-1 0 0 0 0,-1 0 0 0 0,0 0 1 0 0,0 0-1 0 0,-1 0 0 0 0,-1 0 0 0 0,-2 12 0 0 0,-9 21-108 0 0,7-23-89 0 0,-8 38-1 0 0,15-51-1765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24.9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47 4609 0 0,'1'-6'-1683'0'0,"10"-35"18253"0"0,-11 60-14525 0 0,-5 51-1743 0 0,1-14 160 0 0,2 1 0 0 0,9 89 0 0 0,0-91-670 0 0,19 63 0 0 0,-19-93-336 0 0,1 0 0 0 0,2 0 0 0 0,0-1-1 0 0,23 39 1 0 0,-20-44-6753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25.5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1 405 3225 0 0,'4'0'1178'0'0,"1"0"0"0"0,-1-1 0 0 0,0 0 0 0 0,0 0 0 0 0,1 0 0 0 0,-1 0 0 0 0,0-1 0 0 0,0 0 0 0 0,6-3 0 0 0,0-1-289 0 0,-1 0 0 0 0,0-1 0 0 0,10-10 1 0 0,7-8-373 0 0,28-37 0 0 0,-37 41-449 0 0,-1 0-1 0 0,19-37 0 0 0,-30 51-57 0 0,-1-1 0 0 0,-1-1 0 0 0,1 1 0 0 0,-1-1-1 0 0,-1 1 1 0 0,0-1 0 0 0,0 0 0 0 0,0 0 0 0 0,-1 0 0 0 0,-1 0-1 0 0,0-11 1 0 0,0 17-39 0 0,0 1 1 0 0,0-1-1 0 0,-1 1 0 0 0,1-1 0 0 0,-1 1 0 0 0,0-1 0 0 0,0 1 0 0 0,0-1 0 0 0,0 1 0 0 0,0 0 1 0 0,0-1-1 0 0,-1 1 0 0 0,1 0 0 0 0,-1 0 0 0 0,1 0 0 0 0,-1 0 0 0 0,0 0 0 0 0,0 1 1 0 0,0-1-1 0 0,0 0 0 0 0,0 1 0 0 0,-3-2 0 0 0,3 2-1 0 0,0 1 1 0 0,0-1-1 0 0,0 1 0 0 0,0 0 0 0 0,0-1 0 0 0,0 1 1 0 0,0 0-1 0 0,0 1 0 0 0,-1-1 0 0 0,1 0 0 0 0,0 1 1 0 0,0-1-1 0 0,1 1 0 0 0,-1-1 0 0 0,0 1 0 0 0,0 0 1 0 0,0 0-1 0 0,0 0 0 0 0,0 0 0 0 0,1 0 0 0 0,-1 0 1 0 0,0 0-1 0 0,1 1 0 0 0,-1-1 0 0 0,1 1 0 0 0,0-1 1 0 0,-1 1-1 0 0,0 2 0 0 0,-11 14 23 0 0,2 1 0 0 0,0 0 0 0 0,1 0 1 0 0,1 1-1 0 0,1 1 0 0 0,1 0 0 0 0,-8 35 0 0 0,13-48 76 0 0,0-1-1 0 0,1 0 1 0 0,0 0 0 0 0,1 1-1 0 0,0-1 1 0 0,0 1-1 0 0,0-1 1 0 0,1 0-1 0 0,0 1 1 0 0,0-1 0 0 0,5 13-1 0 0,-4-15 5 0 0,1 0-1 0 0,0 0 1 0 0,-1-1-1 0 0,1 1 1 0 0,1-1-1 0 0,-1 1 1 0 0,1-1 0 0 0,0 0-1 0 0,0-1 1 0 0,0 1-1 0 0,0-1 1 0 0,0 0-1 0 0,1 0 1 0 0,0 0 0 0 0,-1 0-1 0 0,10 3 1 0 0,-5-3 50 0 0,1 1 1 0 0,0-2 0 0 0,0 1-1 0 0,0-1 1 0 0,0 0-1 0 0,0-1 1 0 0,0-1 0 0 0,0 1-1 0 0,0-2 1 0 0,18-1 0 0 0,34-14-1550 0 0,-2-11-4612 0 0,-33 13-118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25.7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6913 0 0,'2'40'7811'0'0,"5"71"-2025"0"0,-5-63-4979 0 0,8 48 0 0 0,-8-80-1086 0 0,2-1-1 0 0,0 0 0 0 0,0 0 1 0 0,2 0-1 0 0,0 0 0 0 0,0-1 1 0 0,11 16-1 0 0,-2-8-6876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26.1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1 376 8754 0 0,'9'-5'430'0'0,"-1"1"0"0"0,1-2 0 0 0,-1 1 0 0 0,-1-1 0 0 0,1-1-1 0 0,-1 1 1 0 0,0-1 0 0 0,0 0 0 0 0,-1-1 0 0 0,0 0 0 0 0,0 0 0 0 0,-1 0 0 0 0,5-10 0 0 0,-3 2-178 0 0,0 0 0 0 0,-1-1 0 0 0,-1 0 1 0 0,-1-1-1 0 0,-1 1 0 0 0,3-23 0 0 0,-3 17-87 0 0,3-33 143 0 0,-6 53-310 0 0,0 0 0 0 0,0 0 0 0 0,-1 0 1 0 0,1 0-1 0 0,0-1 0 0 0,-1 1 0 0 0,0 0 1 0 0,0 0-1 0 0,0 0 0 0 0,0 0 1 0 0,0 0-1 0 0,-1 0 0 0 0,-2-4 0 0 0,4 7 32 0 0,0 0 0 0 0,-1-1 1 0 0,1 1-1 0 0,0 0 0 0 0,0-1 0 0 0,-1 1 0 0 0,1 0 0 0 0,0-1 0 0 0,-1 1 0 0 0,1 0 0 0 0,0 0 0 0 0,-1-1 0 0 0,1 1 0 0 0,0 0 0 0 0,-1 0 0 0 0,1 0 1 0 0,-1-1-1 0 0,1 1 0 0 0,0 0 0 0 0,-1 0 0 0 0,1 0 0 0 0,-1 0 0 0 0,1 0 0 0 0,0 0 0 0 0,-1 0 0 0 0,1 0 0 0 0,-1 0 0 0 0,1 0 0 0 0,-1 0 0 0 0,1 0 1 0 0,0 0-1 0 0,-1 1 0 0 0,0-1 0 0 0,-8 13 1034 0 0,-2 25 161 0 0,11-36-1233 0 0,-2 10 57 0 0,1 1 0 0 0,0 0 1 0 0,0 0-1 0 0,2 0 1 0 0,0-1-1 0 0,0 1 0 0 0,1 0 1 0 0,1-1-1 0 0,0 1 1 0 0,0-1-1 0 0,1 0 0 0 0,1 0 1 0 0,0 0-1 0 0,1-1 0 0 0,0 1 1 0 0,14 18-1 0 0,-14-22-271 0 0,-1-1 0 0 0,1 0 0 0 0,0 0 0 0 0,1-1 0 0 0,0 0 0 0 0,0 0 0 0 0,0 0 0 0 0,1-1 0 0 0,0 0 0 0 0,0-1 0 0 0,0 0 0 0 0,0 0 0 0 0,1 0 0 0 0,-1-1 0 0 0,1-1 0 0 0,0 1 0 0 0,0-1 0 0 0,0-1 0 0 0,0 0 0 0 0,0 0 0 0 0,0-1 0 0 0,0 0 0 0 0,1 0 0 0 0,11-3 0 0 0,-11 0-589 0 0,0 0 1 0 0,-1-1-1 0 0,1 0 0 0 0,-1 0 0 0 0,0-1 0 0 0,0-1 0 0 0,0 1 1 0 0,-1-1-1 0 0,13-12 0 0 0,-3 3-691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26.3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52 3225 0 0,'0'-2'217'0'0,"1"0"-1"0"0,0 0 1 0 0,-1-1 0 0 0,1 1 0 0 0,-1 0 0 0 0,0 0 0 0 0,0 0-1 0 0,0 0 1 0 0,0-1 0 0 0,0 1 0 0 0,0 0 0 0 0,0 0 0 0 0,-1 0 0 0 0,1 0-1 0 0,-1-1 1 0 0,-1-2 0 0 0,1 4 73 0 0,1 0 0 0 0,-1 1 1 0 0,1-1-1 0 0,-1 0 0 0 0,0 0 0 0 0,1 1 0 0 0,-1-1 0 0 0,0 0 1 0 0,0 1-1 0 0,0-1 0 0 0,0 0 0 0 0,0 1 0 0 0,1-1 0 0 0,-1 1 0 0 0,0 0 1 0 0,0-1-1 0 0,0 1 0 0 0,0 0 0 0 0,0-1 0 0 0,0 1 0 0 0,0 0 1 0 0,0 0-1 0 0,0 0 0 0 0,0 0 0 0 0,0 0 0 0 0,-1 0 0 0 0,1 0 1 0 0,0 1-1 0 0,0-1 0 0 0,0 0 0 0 0,0 0 0 0 0,0 1 0 0 0,1-1 1 0 0,-1 1-1 0 0,0-1 0 0 0,0 1 0 0 0,-2 0 0 0 0,1 1-85 0 0,0 0-1 0 0,0 0 1 0 0,0 0-1 0 0,0 0 1 0 0,0 0 0 0 0,0 0-1 0 0,0 1 1 0 0,1-1-1 0 0,-1 1 1 0 0,1-1 0 0 0,0 1-1 0 0,-1-1 1 0 0,1 1-1 0 0,1 0 1 0 0,-1 0-1 0 0,0-1 1 0 0,1 1 0 0 0,-1 0-1 0 0,1 0 1 0 0,0 0-1 0 0,0 0 1 0 0,0 5-1 0 0,1 0-169 0 0,-1 1 0 0 0,1-1 0 0 0,0 0 1 0 0,1 1-1 0 0,0-1 0 0 0,5 13 0 0 0,-3-12-4 0 0,0-1 1 0 0,1 1-1 0 0,0-1 1 0 0,0 0-1 0 0,0-1 1 0 0,1 0 0 0 0,0 1-1 0 0,14 11 1 0 0,-16-16-201 0 0,0-1 1 0 0,0 1-1 0 0,0 0 1 0 0,0-1 0 0 0,1 0-1 0 0,-1 0 1 0 0,1-1-1 0 0,-1 1 1 0 0,1-1-1 0 0,-1 0 1 0 0,1 0-1 0 0,0 0 1 0 0,0-1 0 0 0,-1 1-1 0 0,1-1 1 0 0,0 0-1 0 0,0-1 1 0 0,-1 1-1 0 0,8-3 1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27.3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1 100 6913 0 0,'3'-2'281'0'0,"0"0"-1"0"0,0 0 1 0 0,0 0-1 0 0,0 0 1 0 0,1 1-1 0 0,-1-1 1 0 0,0 1-1 0 0,1 0 1 0 0,-1 0-1 0 0,1 0 1 0 0,0 1-1 0 0,-1-1 1 0 0,1 1-1 0 0,0 0 0 0 0,-1 0 1 0 0,1 0-1 0 0,0 0 1 0 0,-1 0-1 0 0,1 1 1 0 0,-1 0-1 0 0,1 0 1 0 0,-1 0-1 0 0,1 0 1 0 0,-1 0-1 0 0,1 1 1 0 0,-1 0-1 0 0,0 0 1 0 0,0-1-1 0 0,0 2 0 0 0,0-1 1 0 0,0 0-1 0 0,0 1 1 0 0,-1-1-1 0 0,1 1 1 0 0,3 5-1 0 0,55 71 1021 0 0,-70-88-1179 0 0,-3-2-57 0 0,11 10-63 0 0,1 1 1 0 0,-1 0-1 0 0,1-1 1 0 0,-1 1-1 0 0,1-1 1 0 0,-1 1-1 0 0,1-1 0 0 0,0 1 1 0 0,-1-1-1 0 0,1 1 1 0 0,0-1-1 0 0,-1 1 1 0 0,1-1-1 0 0,0 0 1 0 0,0 1-1 0 0,-1-1 0 0 0,1 0 1 0 0,0 1-1 0 0,0-1 1 0 0,0 1-1 0 0,0-1 1 0 0,0 0-1 0 0,0 1 0 0 0,0-1 1 0 0,0 0-1 0 0,0 1 1 0 0,0-1-1 0 0,1 1 1 0 0,-1-1-1 0 0,0 0 1 0 0,1 0-1 0 0,-1 1-63 0 0,7 0 136 0 0,1 0 135 0 0,-1 1 0 0 0,0 1 0 0 0,10 2 0 0 0,-10-3-36 0 0,5 3 264 0 0,-17-3 901 0 0,3-2-1282 0 0,1 1 1 0 0,-1 0-1 0 0,1-1 1 0 0,-1 1 0 0 0,1-1-1 0 0,0 1 1 0 0,-1-1-1 0 0,1 0 1 0 0,-1 0 0 0 0,1 0-1 0 0,0 1 1 0 0,0-1 0 0 0,0 0-1 0 0,-2-2 1 0 0,-1-5-197 0 0,0 1 1 0 0,1-1-1 0 0,0 1 1 0 0,1-1-1 0 0,0 0 1 0 0,0 0-1 0 0,0 0 1 0 0,1 0-1 0 0,1-1 0 0 0,-1 1 1 0 0,1 0-1 0 0,0 0 1 0 0,1 0-1 0 0,0-1 1 0 0,3-9-1 0 0,2-2-7094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28.4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9674 0 0,'9'12'7649'0'0,"1"16"-5658"0"0,4 31-1437 0 0,8 90 585 0 0,-16-98-1074 0 0,2 1 0 0 0,2-1 1 0 0,3 0-1 0 0,18 49 0 0 0,10-7-3926 0 0,-32-76-2569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28.6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10 126 10594 0 0,'-1'0'2'0'0,"1"0"-1"0"0,0 0 0 0 0,-1 0 0 0 0,1 0 1 0 0,0 0-1 0 0,-1 0 0 0 0,1 0 0 0 0,0 0 1 0 0,-1-1-1 0 0,1 1 0 0 0,0 0 0 0 0,-1 0 1 0 0,1 0-1 0 0,0 0 0 0 0,0 0 1 0 0,-1-1-1 0 0,1 1 0 0 0,0 0 0 0 0,-1 0 1 0 0,1 0-1 0 0,0-1 0 0 0,0 1 0 0 0,0 0 1 0 0,-1-1-1 0 0,1 1 0 0 0,0 0 1 0 0,0 0-1 0 0,0-1 0 0 0,0 1 0 0 0,-1 0 1 0 0,1-1-1 0 0,0 1 0 0 0,0 0 0 0 0,0-1 1 0 0,0 1-1 0 0,0 0 0 0 0,0-1 1 0 0,11-10-616 0 0,23-7 980 0 0,-32 17 65 0 0,40-17 1661 0 0,60-17-1 0 0,-53 22-2458 0 0,52-7-1 0 0,-81 18-4744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28.9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1 311 5985 0 0,'0'1'235'0'0,"1"0"1"0"0,-1 0-1 0 0,1 0 0 0 0,0 0 0 0 0,-1 0 0 0 0,1 0 1 0 0,0 0-1 0 0,0 0 0 0 0,0 0 0 0 0,0 0 0 0 0,0 0 0 0 0,0-1 1 0 0,0 1-1 0 0,0 0 0 0 0,0-1 0 0 0,0 1 0 0 0,0-1 1 0 0,0 1-1 0 0,2-1 0 0 0,24 12 7893 0 0,-32-22-7899 0 0,0 0-1 0 0,1 0 0 0 0,1-1 0 0 0,0 0 0 0 0,0 0 1 0 0,1 1-1 0 0,0-1 0 0 0,1-1 0 0 0,0 1 0 0 0,1 0 1 0 0,0 0-1 0 0,3-20 0 0 0,0 13-622 0 0,0-1 0 0 0,11-29 0 0 0,-9 32-1663 0 0,2 0-1 0 0,15-28 1 0 0,-10 26-4155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29.5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29 146 2304 0 0,'-1'-1'1039'0'0,"0"1"-942"0"0,1 0 0 0 0,0 0 0 0 0,-1 0 0 0 0,1 0 0 0 0,0 0-1 0 0,-1-1 1 0 0,1 1 0 0 0,0 0 0 0 0,-1 0 0 0 0,1 0 0 0 0,0 0-1 0 0,-8 5 3386 0 0,5-1-2411 0 0,2-1-837 0 0,-1 1 1 0 0,0-1-1 0 0,1 1 1 0 0,-1-1-1 0 0,1 1 1 0 0,0-1-1 0 0,0 1 1 0 0,1 0-1 0 0,-1-1 1 0 0,1 1-1 0 0,0 0 1 0 0,0 0-1 0 0,0-1 1 0 0,0 1-1 0 0,0 0 1 0 0,1 0-1 0 0,0-1 1 0 0,2 7-1 0 0,-1-5 24 0 0,1 0 0 0 0,0 0 0 0 0,0 0 0 0 0,0 0 0 0 0,0 0 1 0 0,1-1-1 0 0,0 1 0 0 0,0-1 0 0 0,0 0 0 0 0,1-1 0 0 0,-1 1 0 0 0,7 4 0 0 0,-3-4-56 0 0,-1 0 0 0 0,0 0 1 0 0,1 0-1 0 0,0-1 0 0 0,15 5 1 0 0,-20-8-160 0 0,-1 1-1 0 0,1 0 1 0 0,0-1-1 0 0,-1 1 1 0 0,1-1 0 0 0,0 0-1 0 0,0 0 1 0 0,-1 0 0 0 0,1 0-1 0 0,0-1 1 0 0,0 1 0 0 0,-1-1-1 0 0,1 0 1 0 0,0 0 0 0 0,-1 1-1 0 0,1-2 1 0 0,-1 1-1 0 0,1 0 1 0 0,-1 0 0 0 0,0-1-1 0 0,4-2 1 0 0,-5 3-53 0 0,0 0-1 0 0,-1-1 1 0 0,1 1 0 0 0,-1 0 0 0 0,1 0-1 0 0,-1 0 1 0 0,1 0 0 0 0,-1-1-1 0 0,0 1 1 0 0,1 0 0 0 0,-1 0-1 0 0,0-1 1 0 0,0 1 0 0 0,0 0-1 0 0,0 0 1 0 0,0-1 0 0 0,-1 1 0 0 0,1 0-1 0 0,0 0 1 0 0,0-1 0 0 0,-1 1-1 0 0,1 0 1 0 0,-1 0 0 0 0,1 0-1 0 0,-1-1 1 0 0,1 1 0 0 0,-1 0 0 0 0,0 0-1 0 0,0 0 1 0 0,1 0 0 0 0,-1 0-1 0 0,-2-1 1 0 0,-31-29-474 0 0,5 13-157 0 0,-23-16-359 0 0,49 33 969 0 0,1-1-1 0 0,0 0 1 0 0,0 0 0 0 0,0 0-1 0 0,1 0 1 0 0,-1 0 0 0 0,0-1-1 0 0,1 1 1 0 0,-1 0 0 0 0,1-1-1 0 0,0 1 1 0 0,0-1-1 0 0,0 1 1 0 0,0-1 0 0 0,0 0-1 0 0,0 1 1 0 0,1-1 0 0 0,-1-3-1 0 0,2 3-23 0 0,-1 0-1 0 0,1 0 0 0 0,0 0 0 0 0,0-1 0 0 0,0 1 0 0 0,1 0 0 0 0,-1 0 0 0 0,0 1 1 0 0,1-1-1 0 0,0 0 0 0 0,0 0 0 0 0,0 1 0 0 0,0-1 0 0 0,0 1 0 0 0,1 0 0 0 0,-1 0 1 0 0,1 0-1 0 0,-1 0 0 0 0,1 0 0 0 0,0 0 0 0 0,3-2 0 0 0,9-3-320 0 0,0 0 1 0 0,27-10-1 0 0,-35 14 479 0 0,1 1 0 0 0,0-1 0 0 0,0 1 0 0 0,0 1-1 0 0,0 0 1 0 0,0 0 0 0 0,0 0 0 0 0,12 2 0 0 0,-17-1-55 0 0,1 1-1 0 0,-1 0 0 0 0,0 0 1 0 0,0 0-1 0 0,0 0 1 0 0,0 0-1 0 0,0 1 0 0 0,0-1 1 0 0,0 1-1 0 0,0 0 1 0 0,-1 0-1 0 0,1 0 0 0 0,-1 0 1 0 0,1 0-1 0 0,-1 1 1 0 0,0-1-1 0 0,0 1 0 0 0,0 0 1 0 0,0-1-1 0 0,0 1 1 0 0,0 0-1 0 0,2 6 0 0 0,11 40 707 0 0,-13-41-599 0 0,0 1 0 0 0,0-2-1 0 0,1 1 1 0 0,0 0 0 0 0,0 0 0 0 0,0-1 0 0 0,1 0-1 0 0,0 0 1 0 0,1 0 0 0 0,7 10 0 0 0,-11-17-148 0 0,0 1-1 0 0,-1-1 1 0 0,1 1 0 0 0,0-1 0 0 0,0 0 0 0 0,-1 1-1 0 0,1-1 1 0 0,0 0 0 0 0,0 1 0 0 0,0-1-1 0 0,-1 0 1 0 0,1 0 0 0 0,0 0 0 0 0,0 0-1 0 0,0 0 1 0 0,0 0 0 0 0,0 0 0 0 0,-1 0 0 0 0,1 0-1 0 0,0 0 1 0 0,0 0 0 0 0,0 0 0 0 0,0-1-1 0 0,-1 1 1 0 0,1 0 0 0 0,0-1 0 0 0,0 1 0 0 0,-1-1-1 0 0,1 1 1 0 0,0 0 0 0 0,0-1 0 0 0,-1 0-1 0 0,1 1 1 0 0,0-1 0 0 0,-1 1 0 0 0,1-1 0 0 0,-1 0-1 0 0,1 1 1 0 0,-1-1 0 0 0,1 0 0 0 0,-1 0-1 0 0,0 1 1 0 0,1-3 0 0 0,19-41 471 0 0,-17 35-389 0 0,-1 3-72 0 0,9-21 240 0 0,18-31 0 0 0,-26 52-226 0 0,1 1 1 0 0,-1-1 0 0 0,1 1-1 0 0,0-1 1 0 0,0 1 0 0 0,1 0 0 0 0,0 0-1 0 0,0 1 1 0 0,0 0 0 0 0,0 0 0 0 0,10-6-1 0 0,-14 10-13 0 0,1-1 0 0 0,0 0-1 0 0,-1 1 1 0 0,1 0 0 0 0,-1-1 0 0 0,1 1-1 0 0,0 0 1 0 0,-1 0 0 0 0,1 0-1 0 0,0 0 1 0 0,0 0 0 0 0,-1 0 0 0 0,1 0-1 0 0,0 0 1 0 0,-1 1 0 0 0,1-1-1 0 0,-1 1 1 0 0,1-1 0 0 0,0 1 0 0 0,-1 0-1 0 0,1-1 1 0 0,-1 1 0 0 0,1 0-1 0 0,-1 0 1 0 0,0 0 0 0 0,1 0 0 0 0,-1 1-1 0 0,0-1 1 0 0,0 0 0 0 0,0 0-1 0 0,0 1 1 0 0,0-1 0 0 0,2 3 0 0 0,3 7 226 0 0,-1 0 1 0 0,0 0 0 0 0,8 23-1 0 0,0 0 8 0 0,10 2-1774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36.1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0 184 7834 0 0,'16'-4'147'0'0,"0"1"0"0"0,-1 0 1 0 0,28 0-1 0 0,-1 0-147 0 0,379-54-1 0 0,113-11 949 0 0,451 25 1288 0 0,0 75-79 0 0,1 3-2021 0 0,-885-37-102 0 0,204 2 1133 0 0,-220 5-730 0 0,134 23 0 0 0,146 35-422 0 0,-181-33-38 0 0,55-2-19 0 0,-207-27 37 0 0,0-1-1 0 0,-1-2 1 0 0,1-1-1 0 0,-1-1 1 0 0,48-13-1 0 0,-8-10-647 0 0,-48 16-54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37.1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5843 0 6449 0 0,'4'2'339'0'0,"0"0"-1"0"0,-1 0 1 0 0,1 0 0 0 0,-1 0-1 0 0,0 1 1 0 0,1-1-1 0 0,-1 1 1 0 0,0 0-1 0 0,0 0 1 0 0,-1 0-1 0 0,1 1 1 0 0,-1-1-1 0 0,0 0 1 0 0,1 1-1 0 0,-2 0 1 0 0,1-1-1 0 0,0 1 1 0 0,-1 0-1 0 0,1 0 1 0 0,0 6 0 0 0,3 11 720 0 0,-1 1 0 0 0,2 36 0 0 0,-5-34-761 0 0,11 175 674 0 0,7 70 18 0 0,3-114-651 0 0,40 309 401 0 0,-27 4-259 0 0,-41 306-30 0 0,0-498-133 0 0,-5 100 337 0 0,-1 340-185 0 0,67 469-42 0 0,-45-1056-312 0 0,6 0 0 0 0,5-2-1 0 0,72 238 1 0 0,-89-355-126 0 0,-1-3 17 0 0,-1 0 1 0 0,0-1-1 0 0,0 1 1 0 0,0 0-1 0 0,-1 0 0 0 0,0 0 1 0 0,0 0-1 0 0,-1 1 1 0 0,0 7-1 0 0,-1-13 0 0 0,0 0 1 0 0,0-1-1 0 0,0 1 0 0 0,0-1 0 0 0,-1 0 1 0 0,1 0-1 0 0,-1 1 0 0 0,1-1 1 0 0,-1 0-1 0 0,1 0 0 0 0,-1 0 1 0 0,1 0-1 0 0,-1-1 0 0 0,0 1 0 0 0,-2 1 1 0 0,-28 8 3 0 0,-87 9-228 0 0,-124 28-209 0 0,13 20 367 0 0,81-21-78 0 0,-196 33 0 0 0,71-35-378 0 0,-233 33-571 0 0,443-68 1083 0 0,-332 35-58 0 0,-475-14-835 0 0,304-15 907 0 0,-174-2 556 0 0,112 0 864 0 0,2 52-783 0 0,522-50-600 0 0,50-6-43 0 0,0-2 1 0 0,-78-1-1 0 0,128-6-95 0 0,-34-4 299 0 0,37 4-337 0 0,0-1-1 0 0,0 1 1 0 0,0-1 0 0 0,0 0 0 0 0,0 0-1 0 0,0 0 1 0 0,0 0 0 0 0,0 0-1 0 0,1 0 1 0 0,-1 0 0 0 0,0 0 0 0 0,1-1-1 0 0,-1 1 1 0 0,1-1 0 0 0,-1 1-1 0 0,-1-3 1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37.9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255 0 9218 0 0,'0'0'950'0'0,"1"1"-910"0"0,0 1 2 0 0,1 0 1 0 0,-1 0-1 0 0,0 0 1 0 0,0 0-1 0 0,-1 0 1 0 0,1 0-1 0 0,0 0 1 0 0,-1 0-1 0 0,1 0 1 0 0,-1 0-1 0 0,1 0 1 0 0,-1 1-1 0 0,0-1 1 0 0,0 0-1 0 0,0 0 1 0 0,-1 5 0 0 0,-7 38 225 0 0,6-37-217 0 0,-41 166-450 0 0,-38 183-690 0 0,-8 318 1226 0 0,75-18 1450 0 0,30 0-1456 0 0,0 117 39 0 0,-48 782 2912 0 0,22-1301-1599 0 0,-7 301 1177 0 0,17-539-3051 0 0,2 39 1139 0 0,-2-53-1441 0 0,1 1-1 0 0,0-1 1 0 0,0 1 0 0 0,0-1 0 0 0,0 0-1 0 0,0 1 1 0 0,3 3 0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49:39.4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1222 291 3225 0 0,'-11'-20'456'0'0,"0"0"1"0"0,-2 2 0 0 0,0-1 0 0 0,0 1 0 0 0,-2 1-1 0 0,0 1 1 0 0,-2 0 0 0 0,1 1 0 0 0,-2 0-1 0 0,0 2 1 0 0,-23-14 0 0 0,29 21-48 0 0,0 0-1 0 0,-1 1 1 0 0,1 1 0 0 0,-1 0 0 0 0,0 1-1 0 0,0 0 1 0 0,0 1 0 0 0,0 0 0 0 0,-27 1 0 0 0,-5 4 621 0 0,-73 12 0 0 0,33-2-369 0 0,62-11-564 0 0,0 1 0 0 0,1 2 0 0 0,-1 0 0 0 0,1 1-1 0 0,0 1 1 0 0,1 1 0 0 0,-1 1 0 0 0,1 1 0 0 0,1 1 0 0 0,0 1-1 0 0,1 0 1 0 0,0 2 0 0 0,1 0 0 0 0,0 1 0 0 0,2 1-1 0 0,-1 0 1 0 0,2 2 0 0 0,0-1 0 0 0,-12 21 0 0 0,-4 13-61 0 0,3 0 0 0 0,1 2-1 0 0,3 0 1 0 0,3 2 0 0 0,2 1 0 0 0,2 0 0 0 0,3 1 0 0 0,2 1 0 0 0,2 0 0 0 0,-2 106-1 0 0,11-120-16 0 0,2 0-1 0 0,2-1 0 0 0,2 1 1 0 0,2-1-1 0 0,1 0 0 0 0,18 50 1 0 0,-5-35-11 0 0,2-1 1 0 0,2-1 0 0 0,3-2 0 0 0,3 0 0 0 0,62 83 0 0 0,-71-110 2 0 0,2-2 0 0 0,1 0 1 0 0,54 42-1 0 0,97 47 8 0 0,-125-85 0 0 0,2-2-1 0 0,0-3 1 0 0,81 26 0 0 0,-110-44 16 0 0,1-1 1 0 0,0-1 0 0 0,0-2 0 0 0,0 0-1 0 0,0-1 1 0 0,0-2 0 0 0,0 0 0 0 0,0-2-1 0 0,0-1 1 0 0,-1 0 0 0 0,37-13 0 0 0,-14 0 52 0 0,0-3 0 0 0,-1-1 0 0 0,-1-2 0 0 0,72-50 0 0 0,-101 61-59 0 0,312-232 310 0 0,-302 219-304 0 0,-1-1 0 0 0,-2-1 0 0 0,0-1 0 0 0,30-50-1 0 0,61-133 391 0 0,-72 127-288 0 0,-8 17-27 0 0,30-80 0 0 0,-53 115-116 0 0,-2-1-1 0 0,-1 0 1 0 0,-1 0 0 0 0,4-66-1 0 0,-9 59 157 0 0,-2-1 0 0 0,-2 1 0 0 0,-2-1 0 0 0,-15-69 0 0 0,13 89-84 0 0,-1 0 0 0 0,0 0 0 0 0,-2 0 0 0 0,0 1 0 0 0,-1 1 0 0 0,-1-1 0 0 0,-1 2 0 0 0,0-1 0 0 0,-2 2 1 0 0,-20-22-1 0 0,6 12 64 0 0,0 2 0 0 0,-1 1 1 0 0,-2 2-1 0 0,0 1 1 0 0,-1 1-1 0 0,-1 2 0 0 0,-1 1 1 0 0,-68-24-1 0 0,11 10-40 0 0,-2 4 0 0 0,-117-19 0 0 0,178 42-75 0 0,0 1 0 0 0,0 1 0 0 0,0 1 0 0 0,0 2 0 0 0,0 2 0 0 0,0 1 0 0 0,0 1 0 0 0,1 1 0 0 0,0 2 0 0 0,-50 20 0 0 0,46-11-21 0 0,1 0 0 0 0,1 3 0 0 0,-31 23 1 0 0,-87 77-302 0 0,65-49-11 0 0,57-48-109 0 0,2 1 0 0 0,0 1 1 0 0,2 1-1 0 0,1 1 0 0 0,1 1 0 0 0,1 1 1 0 0,2 1-1 0 0,-22 44 0 0 0,14-19 339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17.9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 8 13827 0 0,'-8'-8'5845'0'0,"10"13"-5158"0"0,31 98 1570 0 0,29 80-1964 0 0,-49-154-347 0 0,76 196-2550 0 0,-82-207 1141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18.3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1 173 7370 0 0,'4'-7'235'0'0,"0"1"1"0"0,1 0-1 0 0,0 0 1 0 0,0 0 0 0 0,0 0-1 0 0,1 1 1 0 0,-1 0 0 0 0,13-8-1 0 0,56-32 1727 0 0,-59 37-1455 0 0,-2 1 25 0 0,62-31 1445 0 0,-69 35-1846 0 0,0 1 1 0 0,0-1-1 0 0,0 2 1 0 0,0-1-1 0 0,0 1 1 0 0,0 0-1 0 0,0 0 1 0 0,1 1-1 0 0,-1-1 1 0 0,9 2-1 0 0,-13-1-117 0 0,-1 1-1 0 0,1-1 1 0 0,-1 1 0 0 0,1-1-1 0 0,-1 1 1 0 0,1-1-1 0 0,-1 1 1 0 0,1 0 0 0 0,-1 0-1 0 0,0 0 1 0 0,1 0 0 0 0,-1 0-1 0 0,0 0 1 0 0,0 0 0 0 0,0 0-1 0 0,0 0 1 0 0,0 0-1 0 0,0 1 1 0 0,2 2 0 0 0,-2-1-11 0 0,0 0 0 0 0,1 1 0 0 0,-1-1 0 0 0,-1 1 0 0 0,1-1 0 0 0,0 1 0 0 0,-1-1 0 0 0,0 7 0 0 0,-1 6-55 0 0,0-1 0 0 0,-1 1 0 0 0,-6 19 0 0 0,5-25 33 0 0,-9 36-84 0 0,-6 24-272 0 0,17-65 357 0 0,0 1 0 0 0,0 0 1 0 0,1 0-1 0 0,0 0 0 0 0,0 0 0 0 0,0 0 1 0 0,1 0-1 0 0,0 0 0 0 0,2 6 0 0 0,-3-10 12 0 0,1 0 0 0 0,0 0 0 0 0,0 0-1 0 0,0 0 1 0 0,0 0 0 0 0,0 0 0 0 0,1 0 0 0 0,-1-1-1 0 0,0 1 1 0 0,1 0 0 0 0,0-1 0 0 0,-1 1 0 0 0,1-1-1 0 0,0 0 1 0 0,-1 1 0 0 0,1-1 0 0 0,0 0 0 0 0,0 0-1 0 0,3 1 1 0 0,2 0-135 0 0,1 0 0 0 0,-1-1 0 0 0,0 1-1 0 0,12-1 1 0 0,25 6-482 0 0,-42-6 621 0 0,0-1 0 0 0,0 1 1 0 0,0 0-1 0 0,0 0 0 0 0,-1 0 0 0 0,1 0 0 0 0,0 1 0 0 0,-1-1 0 0 0,1 0 1 0 0,0 1-1 0 0,-1-1 0 0 0,0 1 0 0 0,1-1 0 0 0,-1 1 0 0 0,0 0 1 0 0,0-1-1 0 0,0 1 0 0 0,1 3 0 0 0,-1-2 37 0 0,0 0 1 0 0,-1 0-1 0 0,1 0 0 0 0,-1 0 0 0 0,0-1 1 0 0,1 1-1 0 0,-2 0 0 0 0,1 0 0 0 0,0 0 1 0 0,-1 0-1 0 0,1 0 0 0 0,-1 0 1 0 0,-1 4-1 0 0,-17 36-863 0 0,17-38 475 0 0,-7 12-4369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18.6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1 146 7370 0 0,'1'-1'-65'0'0,"6"-3"2039"0"0,-6 13 1743 0 0,-1-4-2557 0 0,0 3-830 0 0,0 1-1 0 0,1 0 0 0 0,0 0 0 0 0,1-1 1 0 0,0 1-1 0 0,0-1 0 0 0,1 0 0 0 0,0 1 1 0 0,0-1-1 0 0,1-1 0 0 0,0 1 1 0 0,1 0-1 0 0,-1-1 0 0 0,12 12 0 0 0,-13-15-251 0 0,0 0 1 0 0,1 0-1 0 0,-1-1 0 0 0,1 1 0 0 0,0-1 0 0 0,0 0 0 0 0,0 0 0 0 0,1-1 1 0 0,-1 1-1 0 0,1-1 0 0 0,-1 0 0 0 0,1 0 0 0 0,0-1 0 0 0,0 1 0 0 0,0-1 1 0 0,0 0-1 0 0,0 0 0 0 0,0-1 0 0 0,0 1 0 0 0,0-1 0 0 0,0 0 0 0 0,0-1 1 0 0,0 1-1 0 0,0-1 0 0 0,0 0 0 0 0,0 0 0 0 0,8-4 0 0 0,-9 4-46 0 0,-1 0 0 0 0,1-1 0 0 0,-1 0 0 0 0,1 1 1 0 0,-1-1-1 0 0,0-1 0 0 0,0 1 0 0 0,0 0 0 0 0,0-1 0 0 0,0 1 0 0 0,0-1 0 0 0,-1 0 0 0 0,1 0 0 0 0,-1 0 0 0 0,0 0 0 0 0,0-1 0 0 0,0 1 0 0 0,1-5 0 0 0,-2 4-8 0 0,1-1 0 0 0,-2 1 0 0 0,1-1-1 0 0,-1 0 1 0 0,1 1 0 0 0,-1-1 0 0 0,-1 0-1 0 0,1 1 1 0 0,-1-1 0 0 0,1 0 0 0 0,-1 1-1 0 0,-3-9 1 0 0,-3-3-13 0 0,0 0-1 0 0,-1 0 1 0 0,-1 1 0 0 0,0 1-1 0 0,-1-1 1 0 0,-19-21-1 0 0,17 23-672 0 0,0 0 0 0 0,-1 0 0 0 0,-26-19 0 0 0,28 25-865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18.9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0 161 5065 0 0,'6'12'1232'0'0,"0"1"0"0"0,0-1 1 0 0,17 22-1 0 0,-5-7-22 0 0,7 10 97 0 0,12 22 2344 0 0,-39-61-3223 0 0,0 1-1 0 0,0-1 0 0 0,-1 0 1 0 0,2 0-1 0 0,-1 0 0 0 0,0 0 1 0 0,0 0-1 0 0,1 0 0 0 0,-1-1 1 0 0,-1-2-1 0 0,-2-8-160 0 0,0-1 0 0 0,0 0-1 0 0,1 0 1 0 0,1 0 0 0 0,1 0-1 0 0,0 0 1 0 0,0-1 0 0 0,2-21 0 0 0,8-43-1396 0 0,10 3-4937 0 0,-9 50-841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19.2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46 56 7834 0 0,'0'0'602'0'0,"-18"20"3293"0"0,16-17-3661 0 0,0 0 1 0 0,0 0 0 0 0,0 0-1 0 0,0 0 1 0 0,1 0-1 0 0,0 0 1 0 0,0 0 0 0 0,0 1-1 0 0,0-1 1 0 0,0 0 0 0 0,0 1-1 0 0,1-1 1 0 0,0 1-1 0 0,-1-1 1 0 0,1 1 0 0 0,1-1-1 0 0,-1 0 1 0 0,0 1 0 0 0,1-1-1 0 0,0 1 1 0 0,0-1 0 0 0,0 0-1 0 0,0 0 1 0 0,0 1-1 0 0,2 2 1 0 0,0-3-182 0 0,-1 1 0 0 0,1-1 0 0 0,0 0-1 0 0,0 0 1 0 0,0 0 0 0 0,1-1 0 0 0,-1 1 0 0 0,0-1-1 0 0,1 0 1 0 0,0 0 0 0 0,-1 0 0 0 0,1 0 0 0 0,0-1-1 0 0,0 1 1 0 0,0-1 0 0 0,0 0 0 0 0,0 0 0 0 0,0-1 0 0 0,0 1-1 0 0,6-1 1 0 0,-6 1-42 0 0,-1-1 0 0 0,1 0 0 0 0,-1 0 0 0 0,0-1 0 0 0,1 1 0 0 0,-1-1 0 0 0,1 1 0 0 0,-1-1 0 0 0,0 0 0 0 0,1 0 0 0 0,-1-1 0 0 0,0 1 0 0 0,0-1 0 0 0,0 1 0 0 0,0-1 0 0 0,0 0 0 0 0,0 0 0 0 0,-1-1 0 0 0,1 1 0 0 0,-1 0 0 0 0,1-1 0 0 0,-1 1 0 0 0,0-1 0 0 0,0 0 0 0 0,3-5 0 0 0,-4 4-2 0 0,1 1 0 0 0,-1-1 0 0 0,0 0 1 0 0,0 0-1 0 0,-1 0 0 0 0,1 1 0 0 0,-1-1 0 0 0,0 0 0 0 0,0 0 0 0 0,0 0 0 0 0,-1 0 0 0 0,1 0 0 0 0,-1 1 0 0 0,0-1 1 0 0,0 0-1 0 0,0 0 0 0 0,-1 1 0 0 0,1-1 0 0 0,-1 1 0 0 0,0-1 0 0 0,0 1 0 0 0,0 0 0 0 0,-3-4 0 0 0,0 1-159 0 0,0 0-1 0 0,-1 0 0 0 0,0 1 1 0 0,0-1-1 0 0,0 1 0 0 0,-1 1 1 0 0,1-1-1 0 0,-1 1 1 0 0,0 0-1 0 0,-1 1 0 0 0,1 0 1 0 0,-1 0-1 0 0,1 0 0 0 0,-1 1 1 0 0,0 0-1 0 0,0 1 1 0 0,0 0-1 0 0,0 0 0 0 0,-13 0 1 0 0,7 1-1071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19.6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0 133 4145 0 0,'4'0'277'0'0,"0"1"1"0"0,1-1-1 0 0,-1 1 0 0 0,0 0 0 0 0,0 0 1 0 0,0 0-1 0 0,-1 1 0 0 0,1 0 1 0 0,0-1-1 0 0,0 1 0 0 0,-1 1 1 0 0,1-1-1 0 0,-1 0 0 0 0,0 1 1 0 0,0 0-1 0 0,1-1 0 0 0,-2 1 1 0 0,1 1-1 0 0,0-1 0 0 0,3 5 1 0 0,-3-2 43 0 0,1 0 0 0 0,-1 0 0 0 0,0 0-1 0 0,0 1 1 0 0,0-1 0 0 0,-1 1 0 0 0,0 0 0 0 0,-1 0 0 0 0,1-1 0 0 0,-1 1 0 0 0,0 10 0 0 0,0-28 311 0 0,0 1 0 0 0,1 0 0 0 0,1 0-1 0 0,0 0 1 0 0,0 0 0 0 0,6-13 0 0 0,34-62 416 0 0,-39 77-966 0 0,1 0 0 0 0,0 0 0 0 0,0 1 0 0 0,0 0-1 0 0,1 0 1 0 0,0 0 0 0 0,1 1 0 0 0,-1 0 0 0 0,1 0 0 0 0,12-7 0 0 0,-14 10 2 0 0,-1 1 0 0 0,0 1-1 0 0,0-1 1 0 0,1 1 0 0 0,-1-1 0 0 0,1 1 0 0 0,-1 0-1 0 0,1 1 1 0 0,0-1 0 0 0,-1 1 0 0 0,1 0 0 0 0,0 0-1 0 0,-1 1 1 0 0,1-1 0 0 0,-1 1 0 0 0,1 0 0 0 0,0 0-1 0 0,-1 1 1 0 0,0-1 0 0 0,1 1 0 0 0,-1 0 0 0 0,4 2-1 0 0,4 4-84 0 0,-1 0-1 0 0,0 0 1 0 0,0 1 0 0 0,-1 0-1 0 0,0 1 1 0 0,-1 0-1 0 0,0 1 1 0 0,0-1-1 0 0,10 19 1 0 0,-7-11-603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0.4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5 101 7834 0 0,'-5'11'5206'0'0,"17"-15"-2451"0"0,77-38-1695 0 0,-26 13-3081 0 0,0 1-3798 0 0,-42 19 3517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0.87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223 18 8290 0 0,'-4'-2'347'0'0,"0"0"0"0"0,1 0 1 0 0,-1 0-1 0 0,0 0 0 0 0,0 1 0 0 0,0-1 1 0 0,0 1-1 0 0,0 0 0 0 0,0 0 1 0 0,-1 1-1 0 0,1-1 0 0 0,0 1 0 0 0,0 0 1 0 0,-1 0-1 0 0,1 0 0 0 0,0 1 0 0 0,0 0 1 0 0,0-1-1 0 0,-5 3 0 0 0,3-1-93 0 0,1 1-1 0 0,-1 0 0 0 0,1 1 0 0 0,0-1 1 0 0,0 1-1 0 0,0 0 0 0 0,0 0 1 0 0,0 1-1 0 0,1-1 0 0 0,0 1 0 0 0,0 0 1 0 0,-4 7-1 0 0,-2 2-104 0 0,1 0 0 0 0,1 1 0 0 0,1 0 0 0 0,0 0 0 0 0,0 1 0 0 0,2-1 0 0 0,0 1 0 0 0,-5 32 0 0 0,9-39-119 0 0,0 0 0 0 0,1-1 0 0 0,0 1 0 0 0,1 0 1 0 0,0-1-1 0 0,0 1 0 0 0,1 0 0 0 0,0-1 0 0 0,0 1 0 0 0,1-1 1 0 0,0 0-1 0 0,1 0 0 0 0,0 0 0 0 0,0-1 0 0 0,0 1 0 0 0,1-1 0 0 0,0 0 1 0 0,12 12-1 0 0,-7-9-22 0 0,-1 0 0 0 0,2-1 0 0 0,0 0 0 0 0,0-1 0 0 0,0 0 0 0 0,1-1 0 0 0,0 0 0 0 0,0-1 0 0 0,1-1 0 0 0,0 0 1 0 0,0 0-1 0 0,0-1 0 0 0,0-1 0 0 0,1 0 0 0 0,0-1 0 0 0,-1 0 0 0 0,17-1 0 0 0,-29-1-32 0 0,0 0 1 0 0,0 0-1 0 0,0 0 0 0 0,0 0 1 0 0,0 0-1 0 0,0 0 0 0 0,0 0 1 0 0,0 0-1 0 0,0-1 0 0 0,0 1 1 0 0,0 0-1 0 0,0-1 0 0 0,0 1 1 0 0,0-1-1 0 0,0 1 0 0 0,0-1 1 0 0,0 1-1 0 0,0-1 0 0 0,-1 0 1 0 0,1 1-1 0 0,0-1 0 0 0,0 0 1 0 0,0-1-1 0 0,-1 1-5 0 0,0 0 0 0 0,0 0 1 0 0,0 0-1 0 0,0 0 0 0 0,0 0 0 0 0,0 0 0 0 0,0 0 1 0 0,0 0-1 0 0,0 0 0 0 0,-1 0 0 0 0,1 0 0 0 0,0 0 1 0 0,-1 0-1 0 0,1 0 0 0 0,-1 0 0 0 0,1 0 1 0 0,-1 0-1 0 0,1 0 0 0 0,-2 0 0 0 0,-6-9-158 0 0,0 0 0 0 0,-1 1-1 0 0,-11-9 1 0 0,8 7 178 0 0,5 5-3 0 0,1-1 0 0 0,0 1 0 0 0,1-1 0 0 0,0-1 0 0 0,0 1 0 0 0,0-1 0 0 0,1 1 0 0 0,0-1 0 0 0,1-1 0 0 0,0 1 0 0 0,0 0 0 0 0,-2-10 0 0 0,4 11-19 0 0,0-1 1 0 0,1 0 0 0 0,0 1-1 0 0,0-1 1 0 0,1 0-1 0 0,0 1 1 0 0,0-1 0 0 0,1 1-1 0 0,0-1 1 0 0,0 1 0 0 0,1 0-1 0 0,0 0 1 0 0,0 0 0 0 0,6-9-1 0 0,-6 10 62 0 0,1 0 1 0 0,-1 1-1 0 0,1-1 0 0 0,1 1 0 0 0,-1 0 0 0 0,1 1 0 0 0,0-1 1 0 0,0 1-1 0 0,0 0 0 0 0,0 0 0 0 0,1 0 0 0 0,-1 1 1 0 0,1 0-1 0 0,0 0 0 0 0,0 1 0 0 0,1-1 0 0 0,-1 1 0 0 0,0 0 1 0 0,1 1-1 0 0,-1 0 0 0 0,1 0 0 0 0,-1 0 0 0 0,1 1 1 0 0,0 0-1 0 0,-1 0 0 0 0,1 1 0 0 0,-1-1 0 0 0,1 1 0 0 0,-1 1 1 0 0,1-1-1 0 0,-1 1 0 0 0,0 1 0 0 0,0-1 0 0 0,1 1 1 0 0,-2 0-1 0 0,1 0 0 0 0,0 1 0 0 0,-1-1 0 0 0,1 1 0 0 0,-1 1 1 0 0,8 7-1 0 0,1 6 375 0 0,-1 1 0 0 0,15 27 1 0 0,-21-32-329 0 0,1 0 0 0 0,1-1-1 0 0,0 0 1 0 0,0 0 0 0 0,2-1 0 0 0,19 19 0 0 0,-13-21-754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1.10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 2 920 0 0,'-1'0'369'0'0,"-1"0"0"0"0,1-1-1 0 0,0 1 1 0 0,0 0 0 0 0,-1 0-1 0 0,1 0 1 0 0,0 0 0 0 0,-1 0-1 0 0,1 0 1 0 0,0 0 0 0 0,-1 1 0 0 0,1-1-1 0 0,0 0 1 0 0,-1 1 0 0 0,1-1-1 0 0,0 1 1 0 0,0-1 0 0 0,0 1-1 0 0,-1 0 1 0 0,1-1 0 0 0,0 1 0 0 0,-1 1-1 0 0,1-1-173 0 0,1-1-1 0 0,-1 1 1 0 0,1-1 0 0 0,-1 1-1 0 0,1 0 1 0 0,-1-1-1 0 0,1 1 1 0 0,-1 0-1 0 0,1-1 1 0 0,0 1 0 0 0,0 0-1 0 0,-1-1 1 0 0,1 1-1 0 0,0 0 1 0 0,0 0 0 0 0,0-1-1 0 0,0 1 1 0 0,0 0-1 0 0,0 0 1 0 0,0-1-1 0 0,0 1 1 0 0,0 0 0 0 0,0 0-1 0 0,0-1 1 0 0,0 1-1 0 0,1 0 1 0 0,-1-1-1 0 0,0 1 1 0 0,0 0 0 0 0,1 0-1 0 0,-1-1 1 0 0,1 1-1 0 0,-1-1 1 0 0,0 1 0 0 0,1 0-1 0 0,-1-1 1 0 0,2 2-1 0 0,7 4-255 0 0,-8-5-397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1.4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12 4609 0 0,'-1'2'220'0'0,"0"1"0"0"0,1-1 0 0 0,0 0 0 0 0,-1 0 0 0 0,1 0 0 0 0,0 1 0 0 0,0-1 0 0 0,0 0 0 0 0,0 0-1 0 0,1 0 1 0 0,-1 1 0 0 0,1-1 0 0 0,-1 0 0 0 0,1 0 0 0 0,0 0 0 0 0,0 0 0 0 0,0 0 0 0 0,0 0 0 0 0,0 0 0 0 0,0 0 0 0 0,0 0 0 0 0,1-1 0 0 0,-1 1 0 0 0,1 0 0 0 0,-1-1 0 0 0,1 1 0 0 0,-1-1 0 0 0,3 2-1 0 0,5 4 180 0 0,-1 0 0 0 0,1-1-1 0 0,0 0 1 0 0,14 6-1 0 0,62 21 1289 0 0,-61-25-817 0 0,-1 0 0 0 0,0 2 0 0 0,24 14 0 0 0,-41-17 359 0 0,-18-8-613 0 0,-21-8-221 0 0,25 5-489 0 0,0 0 0 0 0,0-1 1 0 0,1 1-1 0 0,0-2 0 0 0,0 1 0 0 0,0-1 0 0 0,0 0 1 0 0,1 0-1 0 0,0-1 0 0 0,0 0 0 0 0,1 0 0 0 0,-6-9 1 0 0,8 10-631 0 0,0 0 1 0 0,0-1 0 0 0,1 1 0 0 0,0-1 0 0 0,0 1 0 0 0,1-1 0 0 0,0 1-1 0 0,0-1 1 0 0,0 0 0 0 0,1-10 0 0 0,2-7-4137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2.27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0 242 2473 0 0,'1'0'149'0'0,"1"-1"0"0"0,-1 0 0 0 0,1 0 0 0 0,-1 1 0 0 0,1-1 0 0 0,-1 1 0 0 0,1-1 0 0 0,0 1 0 0 0,-1 0 0 0 0,1 0 0 0 0,-1 0 0 0 0,1 0 0 0 0,0 0 0 0 0,-1 0 0 0 0,1 0 0 0 0,-1 0 0 0 0,1 0 0 0 0,-1 1 0 0 0,1-1 0 0 0,0 1 0 0 0,-1-1 0 0 0,1 1 0 0 0,-1 0 0 0 0,0 0 0 0 0,1-1 1 0 0,-1 1-1 0 0,0 0 0 0 0,1 0 0 0 0,-1 0 0 0 0,0 0 0 0 0,0 1 0 0 0,0-1 0 0 0,0 0 0 0 0,0 0 0 0 0,0 1 0 0 0,0-1 0 0 0,0 0 0 0 0,-1 1 0 0 0,1-1 0 0 0,0 1 0 0 0,-1-1 0 0 0,1 1 0 0 0,-1 0 0 0 0,0-1 0 0 0,1 1 0 0 0,-1-1 0 0 0,0 1 0 0 0,0 0 0 0 0,0-1 0 0 0,0 1 0 0 0,0-1 1 0 0,-1 3-1 0 0,1 1 190 0 0,0 10 265 0 0,0-1-1 0 0,1 1 0 0 0,0 0 1 0 0,4 14-1 0 0,-3-24-586 0 0,-1 0 0 0 0,1 0 0 0 0,1 0 0 0 0,-1 0 0 0 0,1 0 0 0 0,0 0 0 0 0,0-1 0 0 0,0 1 0 0 0,1-1 0 0 0,-1 0 0 0 0,1 0 0 0 0,0 0 0 0 0,0 0 0 0 0,6 3 0 0 0,-1 0 33 0 0,0-1 0 0 0,1 0 0 0 0,0 0 0 0 0,0-1 0 0 0,1-1 1 0 0,15 5-1 0 0,-24-8-80 0 0,0 0 0 0 0,0 0 1 0 0,0-1-1 0 0,0 0 1 0 0,0 1-1 0 0,0-1 1 0 0,0 0-1 0 0,0 0 1 0 0,0 0-1 0 0,1 0 0 0 0,-1 0 1 0 0,0-1-1 0 0,0 1 1 0 0,0-1-1 0 0,0 1 1 0 0,0-1-1 0 0,0 0 1 0 0,0 1-1 0 0,0-1 0 0 0,0 0 1 0 0,-1 0-1 0 0,1-1 1 0 0,0 1-1 0 0,-1 0 1 0 0,1-1-1 0 0,0 1 1 0 0,-1-1-1 0 0,0 1 0 0 0,1-1 1 0 0,-1 0-1 0 0,0 1 1 0 0,0-1-1 0 0,0 0 1 0 0,0 0-1 0 0,0 0 0 0 0,0 0 1 0 0,-1 0-1 0 0,1 0 1 0 0,0 0-1 0 0,-1 0 1 0 0,1-4-1 0 0,0-1-101 0 0,0 0 0 0 0,0 0 0 0 0,0 0 0 0 0,-1-1 0 0 0,0 1 0 0 0,0 0 0 0 0,-1 0 0 0 0,0 0 0 0 0,0 0 0 0 0,-1-1 0 0 0,0 1 0 0 0,0 1 0 0 0,0-1-1 0 0,-1 0 1 0 0,0 1 0 0 0,-1-1 0 0 0,1 1 0 0 0,-1 0 0 0 0,0 0 0 0 0,-1 0 0 0 0,0 1 0 0 0,1-1 0 0 0,-2 1 0 0 0,1 1 0 0 0,-1-1 0 0 0,1 1 0 0 0,-1-1 0 0 0,0 2 0 0 0,-1-1 0 0 0,1 1 0 0 0,-1 0 0 0 0,1 0 0 0 0,-12-3 0 0 0,17 6 163 0 0,1 0 0 0 0,-1 0 1 0 0,1 0-1 0 0,0 0 1 0 0,-1 0-1 0 0,1 0 1 0 0,0 0-1 0 0,-1 0 1 0 0,1 0-1 0 0,0-1 1 0 0,-1 1-1 0 0,1 0 1 0 0,0 0-1 0 0,-1 0 1 0 0,1 0-1 0 0,0-1 1 0 0,-1 1-1 0 0,1 0 1 0 0,0 0-1 0 0,0-1 0 0 0,-1 1 1 0 0,1 0-1 0 0,0-1 1 0 0,0 1-1 0 0,0 0 1 0 0,-1-1-1 0 0,1 1 1 0 0,0 0-1 0 0,0-1 1 0 0,0 1-1 0 0,0 0 1 0 0,0-1-1 0 0,0 1 1 0 0,0 0-1 0 0,0-1 1 0 0,0 1-1 0 0,0 0 1 0 0,0-1-1 0 0,0 1 0 0 0,0-1 1 0 0,0 1-1 0 0,0 0 1 0 0,0-1-1 0 0,0 1 1 0 0,0 0-1 0 0,0-1 1 0 0,0 1-1 0 0,1 0 1 0 0,-1-1-1 0 0,0 1 1 0 0,0 0-1 0 0,0-1 1 0 0,1 1-1 0 0,24-21 293 0 0,39-11-715 0 0,-55 28 359 0 0,3-2 34 0 0,0 1 0 0 0,1 1 0 0 0,0 0 0 0 0,18-3 0 0 0,-29 6 190 0 0,1 1 0 0 0,0-1 1 0 0,0 1-1 0 0,0 0 0 0 0,0 0 0 0 0,-1 1 0 0 0,1-1 0 0 0,0 0 1 0 0,0 1-1 0 0,0 0 0 0 0,-1-1 0 0 0,1 1 0 0 0,0 0 0 0 0,-1 1 1 0 0,1-1-1 0 0,-1 0 0 0 0,1 1 0 0 0,-1-1 0 0 0,0 1 0 0 0,0 0 1 0 0,1 0-1 0 0,-1 0 0 0 0,0 0 0 0 0,-1 0 0 0 0,1 0 0 0 0,2 4 1 0 0,9 15 730 0 0,-3-3-538 0 0,0-1 1 0 0,1-1-1 0 0,27 30 1 0 0,-35-43-467 0 0,1 1 0 0 0,0-1 0 0 0,0 0 0 0 0,0 0 0 0 0,0 0 0 0 0,0 0 0 0 0,1-1 0 0 0,-1 0 0 0 0,1 0 0 0 0,-1 0 0 0 0,1 0 0 0 0,0-1 0 0 0,0 0 0 0 0,0 0 0 0 0,0 0 0 0 0,0 0 0 0 0,0-1 0 0 0,0 0 0 0 0,0 0 0 0 0,10-2 0 0 0,-13 2 26 0 0,0-1 0 0 0,0 0 0 0 0,0 0 0 0 0,0 0 0 0 0,0 0 0 0 0,0-1 0 0 0,0 1 0 0 0,0-1 0 0 0,0 1 0 0 0,0-1 0 0 0,-1 1 0 0 0,1-1 0 0 0,-1 0 0 0 0,1 0 0 0 0,-1 0 0 0 0,0 0 0 0 0,2-4 0 0 0,18-44-46 0 0,-15 32-9 0 0,14-34 115 0 0,-11 25 560 0 0,2 0-1 0 0,14-26 1 0 0,-25 53-481 0 0,1-1-1 0 0,0 1 1 0 0,-1 0 0 0 0,1-1 0 0 0,-1 1-1 0 0,1 0 1 0 0,0 0 0 0 0,-1-1 0 0 0,1 1-1 0 0,0 0 1 0 0,-1 0 0 0 0,1 0 0 0 0,0 0-1 0 0,-1 0 1 0 0,1 0 0 0 0,0 0 0 0 0,-1 0-1 0 0,1 0 1 0 0,0 0 0 0 0,-1 0 0 0 0,1 1-1 0 0,0-1 1 0 0,-1 0 0 0 0,1 0 0 0 0,-1 1-1 0 0,1-1 1 0 0,0 0 0 0 0,-1 1 0 0 0,1-1-1 0 0,-1 0 1 0 0,1 1 0 0 0,-1-1 0 0 0,1 1-1 0 0,-1-1 1 0 0,1 1 0 0 0,-1 0 0 0 0,28 24 786 0 0,-22-18-648 0 0,-6-7-223 0 0,17 15-35 0 0,0-1 1 0 0,33 22-1 0 0,-45-32-464 0 0,1-1 0 0 0,1 0 0 0 0,-1-1 0 0 0,0 1 0 0 0,1-1 0 0 0,6 1 0 0 0,-10-2-92 0 0,0-1 0 0 0,0 0 1 0 0,0 1-1 0 0,0-1 0 0 0,0-1 1 0 0,0 1-1 0 0,0 0 0 0 0,0-1 1 0 0,0 1-1 0 0,0-1 0 0 0,-1 0 1 0 0,1 0-1 0 0,0 0 1 0 0,3-2-1 0 0,-2 0 59 0 0,0 0-1 0 0,-1 1 1 0 0,0-1-1 0 0,1-1 1 0 0,-1 1 0 0 0,0 0-1 0 0,-1-1 1 0 0,1 0 0 0 0,-1 1-1 0 0,0-1 1 0 0,1 0 0 0 0,1-7-1 0 0,17-59 1587 0 0,-6 21 2610 0 0,-15 48-3338 0 0,0-1 0 0 0,0 1 1 0 0,1 0-1 0 0,-1 0 0 0 0,0 0 1 0 0,1 0-1 0 0,-1 0 0 0 0,1 0 1 0 0,-1 1-1 0 0,1-1 1 0 0,-1 0-1 0 0,1 0 0 0 0,0 0 1 0 0,-1 0-1 0 0,1 1 0 0 0,0-1 1 0 0,0 0-1 0 0,0 1 0 0 0,0-1 1 0 0,-1 0-1 0 0,1 1 0 0 0,0-1 1 0 0,2 0-1 0 0,-2 1-127 0 0,0 1-1 0 0,0-1 1 0 0,0 1-1 0 0,0-1 1 0 0,-1 1 0 0 0,1-1-1 0 0,0 1 1 0 0,0 0-1 0 0,-1-1 1 0 0,1 1 0 0 0,0 0-1 0 0,-1-1 1 0 0,1 1-1 0 0,0 0 1 0 0,-1 0 0 0 0,1 0-1 0 0,-1 0 1 0 0,0 0-1 0 0,1-1 1 0 0,-1 2 0 0 0,6 12 645 0 0,-2 0 0 0 0,5 20 1 0 0,-8-30-695 0 0,7 35 198 0 0,4 14 222 0 0,21 59 0 0 0,-27-97-994 0 0,0 0 0 0 0,1-1 0 0 0,0 1 1 0 0,1-2-1 0 0,0 1 0 0 0,1-1 0 0 0,1-1 0 0 0,18 20 1 0 0,-17-23-1864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2.4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27 30 6449 0 0,'-3'-2'212'0'0,"1"1"-92"0"0,0 0 1 0 0,0 0-1 0 0,0-1 0 0 0,0 1 1 0 0,1-1-1 0 0,-1 0 1 0 0,0 1-1 0 0,1-1 0 0 0,-1 0 1 0 0,1 0-1 0 0,-1 0 0 0 0,-1-4 1 0 0,4 6 17 0 0,0-1 1 0 0,0 1 0 0 0,0 0 0 0 0,-1-1-1 0 0,1 1 1 0 0,0 0 0 0 0,0 0-1 0 0,0 0 1 0 0,0 0 0 0 0,0-1 0 0 0,0 1-1 0 0,0 0 1 0 0,-1 0 0 0 0,1 1-1 0 0,0-1 1 0 0,0 0 0 0 0,0 0 0 0 0,0 0-1 0 0,0 1 1 0 0,1 0 0 0 0,19 5 1662 0 0,-17-4-1485 0 0,0 0 0 0 0,0 1 1 0 0,0-1-1 0 0,-1 1 0 0 0,1-1 0 0 0,-1 1 0 0 0,1 0 1 0 0,-1 0-1 0 0,0 1 0 0 0,0-1 0 0 0,-1 1 0 0 0,1-1 0 0 0,-1 1 1 0 0,0 0-1 0 0,1 0 0 0 0,1 7 0 0 0,-3-8-344 0 0,0-1 0 0 0,0 1-1 0 0,-1 0 1 0 0,1 0 0 0 0,-1 0 0 0 0,0-1 0 0 0,0 1-1 0 0,0 0 1 0 0,0 0 0 0 0,0 0 0 0 0,0 0 0 0 0,-1-1-1 0 0,0 1 1 0 0,1 0 0 0 0,-1 0 0 0 0,0-1-1 0 0,0 1 1 0 0,0-1 0 0 0,-1 1 0 0 0,1-1 0 0 0,-1 1-1 0 0,1-1 1 0 0,-1 0 0 0 0,0 0 0 0 0,0 0-1 0 0,0 0 1 0 0,-3 2 0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3.1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33 43 4145 0 0,'-12'0'-585'0'0,"-9"-8"8912"0"0,36 1-5772 0 0,-6 5-1892 0 0,69-19 1910 0 0,-71 19-2501 0 0,0 1 0 0 0,0 0 0 0 0,0 1-1 0 0,0 0 1 0 0,0 0 0 0 0,0 0 0 0 0,0 1-1 0 0,0 0 1 0 0,7 2 0 0 0,-12-3-51 0 0,-1 1 0 0 0,1 0 1 0 0,-1-1-1 0 0,1 1 0 0 0,-1 0 0 0 0,1 0 0 0 0,-1 0 1 0 0,0 0-1 0 0,1 0 0 0 0,-1 0 0 0 0,0 1 0 0 0,0-1 0 0 0,0 0 1 0 0,0 1-1 0 0,0-1 0 0 0,0 1 0 0 0,0-1 0 0 0,0 1 1 0 0,-1-1-1 0 0,1 1 0 0 0,-1-1 0 0 0,1 1 0 0 0,-1 0 1 0 0,1-1-1 0 0,-1 3 0 0 0,1 5 231 0 0,-1 1-1 0 0,0-1 1 0 0,-3 18-1 0 0,2-21-171 0 0,0 0-1 0 0,0 0 1 0 0,1 0-1 0 0,0 0 1 0 0,0 0-1 0 0,0 0 1 0 0,1 0-1 0 0,1 7 0 0 0,0-8-81 0 0,0-1-1 0 0,0-1 0 0 0,1 1 0 0 0,-1 0 1 0 0,1 0-1 0 0,-1-1 0 0 0,1 0 0 0 0,0 1 1 0 0,1-1-1 0 0,-1 0 0 0 0,6 3 0 0 0,44 23-63 0 0,-46-27 61 0 0,1 2 0 0 0,-1-1 0 0 0,0 1 0 0 0,0 0 0 0 0,0 0 0 0 0,-1 1 0 0 0,1 0 0 0 0,-1 0 0 0 0,-1 1 0 0 0,7 6 0 0 0,-11-11 22 0 0,0 1 1 0 0,0-1-1 0 0,0 1 0 0 0,-1-1 1 0 0,1 1-1 0 0,0-1 1 0 0,-1 1-1 0 0,0-1 1 0 0,1 1-1 0 0,-1-1 0 0 0,0 1 1 0 0,0 0-1 0 0,1-1 1 0 0,-1 1-1 0 0,0-1 1 0 0,-1 1-1 0 0,1 0 0 0 0,0-1 1 0 0,0 1-1 0 0,-1-1 1 0 0,0 3-1 0 0,-1 0 36 0 0,0-1 0 0 0,0 1 0 0 0,0-1 0 0 0,0 1 1 0 0,-1-1-1 0 0,1 0 0 0 0,-1 0 0 0 0,-5 4 0 0 0,-5 4 32 0 0,-1-1-1 0 0,-1 0 1 0 0,-16 8-1 0 0,27-16-127 0 0,-12 7-189 0 0,6-3 85 0 0,1-1 0 0 0,-1 0 0 0 0,1 0 0 0 0,-1-1 0 0 0,-14 3 0 0 0,1-4 131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3.87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121 302 2761 0 0,'-10'3'690'0'0,"0"0"0"0"0,0-1 0 0 0,0-1 1 0 0,-1 1-1 0 0,1-2 0 0 0,-1 0 1 0 0,1 0-1 0 0,-1 0 0 0 0,-13-4 0 0 0,24 4-628 0 0,0 0 0 0 0,-1 0 0 0 0,1-1-1 0 0,0 1 1 0 0,0 0 0 0 0,-1 0 0 0 0,1-1 0 0 0,0 1-1 0 0,0 0 1 0 0,0 0 0 0 0,0-1 0 0 0,-1 1-1 0 0,1 0 1 0 0,0-1 0 0 0,0 1 0 0 0,0 0 0 0 0,0-1-1 0 0,0 1 1 0 0,0 0 0 0 0,0-1 0 0 0,0 1-1 0 0,0 0 1 0 0,0-1 0 0 0,0 1 0 0 0,0 0 0 0 0,0-1-1 0 0,0 1 1 0 0,0 0 0 0 0,0-1 0 0 0,1 1-1 0 0,-1 0 1 0 0,0-1 0 0 0,0 1 0 0 0,0 0-1 0 0,0 0 1 0 0,1-1 0 0 0,-1 1 0 0 0,0 0 0 0 0,0 0-1 0 0,0-1 1 0 0,1 1 0 0 0,-1 0 0 0 0,0 0-1 0 0,1 0 1 0 0,-1-1 0 0 0,0 1 0 0 0,0 0 0 0 0,1 0-1 0 0,-1 0 1 0 0,0 0 0 0 0,1 0 0 0 0,-1-1-1 0 0,18-12 1791 0 0,-18 13-1774 0 0,164-102 6010 0 0,-53 37-4965 0 0,59-36-7924 0 0,-147 87 230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4.13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9674 0 0,'0'0'748'0'0,"20"23"4805"0"0,-13-13-4805 0 0,1 1 0 0 0,-2 0 0 0 0,0 1 0 0 0,0-1 0 0 0,-1 1 0 0 0,0 0 0 0 0,5 24 0 0 0,-2 4-43 0 0,3 49-1 0 0,-9-64-798 0 0,0-1 0 0 0,2 1 0 0 0,1-1 0 0 0,1 1-1 0 0,0-1 1 0 0,14 29 0 0 0,-8-28-530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4.6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1 311 9674 0 0,'5'-2'209'0'0,"1"0"0"0"0,-1 0 0 0 0,0-1 0 0 0,0 0 1 0 0,0 0-1 0 0,0 0 0 0 0,0-1 0 0 0,-1 1 0 0 0,1-1 0 0 0,4-5 0 0 0,1 0 57 0 0,5-4 119 0 0,0 0 1 0 0,-1 0-1 0 0,-1-2 1 0 0,0 1-1 0 0,16-25 1 0 0,-26 33-268 0 0,1 0 1 0 0,-1 0 0 0 0,-1 0 0 0 0,1 0 0 0 0,-1-1 0 0 0,0 1-1 0 0,0-1 1 0 0,1-10 0 0 0,-3 13-4 0 0,0 0 1 0 0,0-1-1 0 0,-1 1 1 0 0,1 0-1 0 0,-1 0 1 0 0,0 0-1 0 0,0 0 1 0 0,0 0-1 0 0,0 0 0 0 0,-1 0 1 0 0,1 0-1 0 0,-1 0 1 0 0,0 0-1 0 0,-1 1 1 0 0,-2-4-1 0 0,4 5-59 0 0,0 0 1 0 0,0 1-1 0 0,-1-1 1 0 0,1 1-1 0 0,-1-1 1 0 0,0 1-1 0 0,1 0 0 0 0,-1-1 1 0 0,0 1-1 0 0,0 0 1 0 0,0 0-1 0 0,0 0 0 0 0,0 0 1 0 0,0 1-1 0 0,0-1 1 0 0,0 0-1 0 0,0 1 1 0 0,0 0-1 0 0,0-1 0 0 0,0 1 1 0 0,0 0-1 0 0,0 0 1 0 0,-1 0-1 0 0,1 0 0 0 0,0 0 1 0 0,0 1-1 0 0,0-1 1 0 0,0 1-1 0 0,0-1 1 0 0,0 1-1 0 0,0 0 0 0 0,0 0 1 0 0,0 0-1 0 0,0 0 1 0 0,0 0-1 0 0,1 0 0 0 0,-1 1 1 0 0,-3 2-1 0 0,2-2-66 0 0,0 1 1 0 0,0 0-1 0 0,0 0 0 0 0,0 0 0 0 0,1 1 1 0 0,-1-1-1 0 0,1 0 0 0 0,-1 1 0 0 0,1 0 0 0 0,1 0 1 0 0,-1-1-1 0 0,0 1 0 0 0,1 0 0 0 0,0 0 0 0 0,0 1 1 0 0,0-1-1 0 0,0 0 0 0 0,1 0 0 0 0,-1 6 0 0 0,3-4 13 0 0,0 1-1 0 0,0 0 0 0 0,0-1 1 0 0,1 1-1 0 0,0-1 0 0 0,0 0 0 0 0,0 0 1 0 0,1 0-1 0 0,0 0 0 0 0,0-1 0 0 0,1 1 1 0 0,0-1-1 0 0,-1 0 0 0 0,2-1 0 0 0,-1 1 1 0 0,0-1-1 0 0,1 0 0 0 0,0 0 0 0 0,0-1 1 0 0,8 4-1 0 0,-3-2 3 0 0,-1 0 1 0 0,1-1 0 0 0,-1 0-1 0 0,1 0 1 0 0,0-1 0 0 0,1-1-1 0 0,-1 0 1 0 0,0-1-1 0 0,1 0 1 0 0,-1 0 0 0 0,20-3-1 0 0,-20 0-625 0 0,-1-1 0 0 0,0 0 0 0 0,0-1 0 0 0,0 0 0 0 0,0 0 0 0 0,-1-1 0 0 0,0-1 0 0 0,0 0 0 0 0,0 0 0 0 0,15-14 0 0 0,-4 1-4890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4.94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34 0 10594 0 0,'-1'0'119'0'0,"-1"0"0"0"0,0 0 1 0 0,1 1-1 0 0,0-1 0 0 0,-1 0 0 0 0,1 1 0 0 0,-1-1 0 0 0,1 1 0 0 0,-1-1 0 0 0,1 1 0 0 0,0 0 0 0 0,-1-1 0 0 0,1 1 1 0 0,0 0-1 0 0,0 0 0 0 0,0 0 0 0 0,-1 0 0 0 0,1 0 0 0 0,0 0 0 0 0,0 1 0 0 0,0-1 0 0 0,-1 2 0 0 0,2 0 148 0 0,-1-1 0 0 0,1 1 0 0 0,-1-1 0 0 0,1 0-1 0 0,0 1 1 0 0,0-1 0 0 0,0 1 0 0 0,0-1 0 0 0,0 1 0 0 0,1-1-1 0 0,-1 0 1 0 0,1 1 0 0 0,0-1 0 0 0,1 4 0 0 0,29 70 3652 0 0,10 34-2692 0 0,-40-107-1237 0 0,9 38-241 0 0,2 0 0 0 0,2-1 0 0 0,2-1 0 0 0,1 0 0 0 0,28 44 0 0 0,-26-56-7264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5.27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80 269 3681 0 0,'4'-2'232'0'0,"1"-1"0"0"0,0 1-1 0 0,-1-1 1 0 0,1 0 0 0 0,-1 0 0 0 0,0-1 0 0 0,0 1 0 0 0,0-1 0 0 0,-1 0 0 0 0,1 0 0 0 0,-1 0-1 0 0,0 0 1 0 0,0-1 0 0 0,0 1 0 0 0,-1-1 0 0 0,0 0 0 0 0,0 0 0 0 0,0 0 0 0 0,0 0-1 0 0,-1 0 1 0 0,1-5 0 0 0,1-1 28 0 0,-1 0 1 0 0,-1 0-1 0 0,0 0 0 0 0,0 0 0 0 0,-1-1 0 0 0,0 1 0 0 0,-1 0 1 0 0,-5-22-1 0 0,5 30-200 0 0,0 0 1 0 0,0 0-1 0 0,0 0 0 0 0,0 0 1 0 0,0 0-1 0 0,-1 0 1 0 0,1 1-1 0 0,-1-1 0 0 0,0 0 1 0 0,0 1-1 0 0,0 0 1 0 0,0-1-1 0 0,-1 1 0 0 0,1 0 1 0 0,-1 0-1 0 0,1 0 1 0 0,-1 0-1 0 0,1 1 0 0 0,-6-3 1 0 0,6 3 50 0 0,0 0-1 0 0,-1 1 1 0 0,1 0 0 0 0,-1-1 0 0 0,1 1-1 0 0,-1 0 1 0 0,1 0 0 0 0,-1 0 0 0 0,1 0-1 0 0,-1 1 1 0 0,1-1 0 0 0,-1 1 0 0 0,1-1-1 0 0,-1 1 1 0 0,1 0 0 0 0,0 0 0 0 0,-1 0-1 0 0,1 0 1 0 0,0 1 0 0 0,0-1 0 0 0,0 0-1 0 0,0 1 1 0 0,0 0 0 0 0,0-1 0 0 0,-2 4-1 0 0,-1 0 101 0 0,0 0 0 0 0,1 1 0 0 0,0 0-1 0 0,0 0 1 0 0,0 0 0 0 0,1 0 0 0 0,0 1 0 0 0,0-1-1 0 0,0 1 1 0 0,1 0 0 0 0,0 0 0 0 0,0 0 0 0 0,1 0-1 0 0,0 0 1 0 0,0 0 0 0 0,1 0 0 0 0,-1 0-1 0 0,2 0 1 0 0,-1 0 0 0 0,1 1 0 0 0,0-1 0 0 0,0 0-1 0 0,5 13 1 0 0,-3-14-322 0 0,-1-1 1 0 0,1 1-1 0 0,0 0 0 0 0,0-1 0 0 0,1 1 0 0 0,0-1 1 0 0,0 0-1 0 0,0 0 0 0 0,1-1 0 0 0,-1 1 0 0 0,1-1 1 0 0,0 0-1 0 0,0 0 0 0 0,1 0 0 0 0,-1-1 0 0 0,1 0 1 0 0,9 4-1 0 0,-5-4-945 0 0,-1 0-1 0 0,0-1 1 0 0,0 0-1 0 0,1 0 1 0 0,-1-1-1 0 0,1 0 1 0 0,0-1 0 0 0,16-1-1 0 0,-14-1 735 0 0,-1 0 1 0 0,0 0-1 0 0,1-1 0 0 0,9-4 0 0 0,11-6 301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5.49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101 12 4609 0 0,'-2'-1'350'0'0,"0"-1"0"0"0,1 1 0 0 0,-1 0 0 0 0,0 0 0 0 0,0 0 0 0 0,0 0 0 0 0,-1 0 0 0 0,1 1 0 0 0,0-1 0 0 0,0 1 0 0 0,0-1 0 0 0,-1 1 0 0 0,1 0 1 0 0,0 0-1 0 0,0 0 0 0 0,0 0 0 0 0,-1 0 0 0 0,1 0 0 0 0,0 1 0 0 0,0-1 0 0 0,-1 1 0 0 0,1-1 0 0 0,0 1 0 0 0,0 0 0 0 0,0 0 0 0 0,0 0 0 0 0,0 0 0 0 0,0 0 0 0 0,0 1 0 0 0,1-1 0 0 0,-1 0 0 0 0,0 1 0 0 0,1 0 0 0 0,-1-1 0 0 0,1 1 0 0 0,-1 0 0 0 0,1 0 0 0 0,0-1 0 0 0,0 1 0 0 0,-2 4 0 0 0,0 0-112 0 0,0 0 0 0 0,0 0 0 0 0,1 1 0 0 0,0-1 0 0 0,0 1 0 0 0,0 0 0 0 0,1-1-1 0 0,0 1 1 0 0,0 0 0 0 0,1 0 0 0 0,0 0 0 0 0,1 11 0 0 0,-1-14-294 0 0,1 0 0 0 0,0 0 0 0 0,1-1 0 0 0,-1 1 0 0 0,1 0 0 0 0,-1 0 0 0 0,1-1 0 0 0,0 1 0 0 0,1-1 0 0 0,-1 1 0 0 0,1-1 1 0 0,-1 0-1 0 0,1 0 0 0 0,0 0 0 0 0,0 0 0 0 0,6 4 0 0 0,3-1-986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6.1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0 201 2304 0 0,'28'1'8144'0'0,"8"4"-3334"0"0,-30-3-3715 0 0,0-1 0 0 0,1 1-1 0 0,-1 0 1 0 0,11 6 0 0 0,-14-6-922 0 0,-1 0-1 0 0,1 0 0 0 0,-1 0 1 0 0,0 0-1 0 0,0 0 0 0 0,0 1 1 0 0,0-1-1 0 0,0 1 0 0 0,-1-1 1 0 0,1 1-1 0 0,-1 0 1 0 0,2 4-1 0 0,25 48-72 0 0,-25-51-92 0 0,0 1-1 0 0,0-1 1 0 0,0 0-1 0 0,0 0 1 0 0,1-1 0 0 0,-1 1-1 0 0,1-1 1 0 0,0 0-1 0 0,9 6 1 0 0,-2-1 17 0 0,-1-3 37 0 0,-7-24-41 0 0,-4 14-42 0 0,1 0 0 0 0,-2 0 0 0 0,1 0 1 0 0,0 1-1 0 0,-1-1 0 0 0,-3-7 0 0 0,-7-20-61 0 0,10 18-86 0 0,0 0 0 0 0,1 0 0 0 0,1-1 0 0 0,1 1 0 0 0,0-1 0 0 0,1 1 0 0 0,0 0 0 0 0,1 0 0 0 0,0 0 0 0 0,1 0 0 0 0,1 1 0 0 0,1-1 0 0 0,-1 1 1 0 0,2 0-1 0 0,0 1 0 0 0,15-21 0 0 0,-6 11-7131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7.5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1376 0 0,'0'10'13120'0'0,"12"31"-10554"0"0,23 53-1 0 0,63 108-1 0 0,-10-25-2033 0 0,-28-27-336 0 0,12 26-4380 0 0,-61-153-2696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7.7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18 259 5985 0 0,'-1'0'37'0'0,"0"0"-1"0"0,0-1 1 0 0,0 1-1 0 0,0 0 1 0 0,0-1-1 0 0,0 1 1 0 0,1-1-1 0 0,-1 1 1 0 0,0-1-1 0 0,0 1 1 0 0,1-1-1 0 0,-1 1 0 0 0,0-1 1 0 0,1 0-1 0 0,-1 1 1 0 0,1-1-1 0 0,-1 0 1 0 0,0 0-1 0 0,1 1 1 0 0,0-1-1 0 0,-1 0 1 0 0,1 0-1 0 0,-1 0 1 0 0,1 0-1 0 0,0 1 1 0 0,-1-3-1 0 0,1 1 79 0 0,0-1 0 0 0,1 1 0 0 0,-1 0 0 0 0,0-1 0 0 0,1 1 0 0 0,-1 0 0 0 0,1-1 0 0 0,-1 1 0 0 0,1 0-1 0 0,2-3 1 0 0,3-7 496 0 0,1 0-1 0 0,16-20 0 0 0,-21 28-569 0 0,10-10 204 0 0,0 0-1 0 0,1 1 1 0 0,0 0-1 0 0,1 1 1 0 0,27-18-1 0 0,-19 16-1341 0 0,40-18-1 0 0,-38 22-2367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8.0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88 3225 0 0,'6'3'1258'0'0,"0"-1"1"0"0,1 1-1 0 0,-1-1 1 0 0,1 0 0 0 0,-1-1-1 0 0,12 2 1 0 0,-5-1-39 0 0,14 6 360 0 0,-1 1 0 0 0,0 1 0 0 0,27 15 0 0 0,2 0-536 0 0,-55-24-1032 0 0,6 0 61 0 0,-1 2 1 0 0,0-1-1 0 0,0 1 1 0 0,0-1-1 0 0,0 1 1 0 0,0 1-1 0 0,0-1 1 0 0,7 8 0 0 0,-29-30 470 0 0,11 8-572 0 0,1-1 1 0 0,0 0 0 0 0,1 0 0 0 0,1 0 0 0 0,0 0-1 0 0,-3-23 1 0 0,3-16-5774 0 0,4 11-1010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8.58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1 104 1840 0 0,'2'2'463'0'0,"0"-1"0"0"0,-1 0 0 0 0,1 1 0 0 0,-1-1 0 0 0,1 1 0 0 0,-1-1-1 0 0,1 1 1 0 0,-1 0 0 0 0,0 0 0 0 0,0 0 0 0 0,1-1 0 0 0,-2 1 0 0 0,1 0 0 0 0,0 0-1 0 0,0 0 1 0 0,0 3 0 0 0,8 41 3166 0 0,-5-19-2168 0 0,-2-18-1229 0 0,1 1 0 0 0,0-1 1 0 0,1 0-1 0 0,0 0 0 0 0,0 0 0 0 0,1-1 0 0 0,0 0 0 0 0,1 0 0 0 0,0 0 0 0 0,0 0 0 0 0,1-1 0 0 0,-1 0 1 0 0,1 0-1 0 0,1-1 0 0 0,0 0 0 0 0,0 0 0 0 0,0-1 0 0 0,0 0 0 0 0,1 0 0 0 0,0-1 0 0 0,9 4 1 0 0,-16-8-225 0 0,-1 1 1 0 0,0-1 0 0 0,1 1-1 0 0,-1-1 1 0 0,1 0 0 0 0,-1 1-1 0 0,1-1 1 0 0,-1 0 0 0 0,1 0-1 0 0,-1 0 1 0 0,1 0 0 0 0,-1-1-1 0 0,1 1 1 0 0,-1 0 0 0 0,0-1-1 0 0,2 0 1 0 0,-2 1-30 0 0,-1 0 1 0 0,1-1-1 0 0,-1 1 1 0 0,0-1-1 0 0,1 1 0 0 0,-1-1 1 0 0,0 1-1 0 0,1-1 1 0 0,-1 1-1 0 0,0-1 1 0 0,0 1-1 0 0,1-1 0 0 0,-1 1 1 0 0,0-1-1 0 0,0 1 1 0 0,0-1-1 0 0,0 0 0 0 0,0 1 1 0 0,0-1-1 0 0,0 1 1 0 0,0-1-1 0 0,0 0 0 0 0,0 1 1 0 0,0-1-1 0 0,0 1 1 0 0,-1-2-1 0 0,0-3-217 0 0,-1 1 1 0 0,0-1-1 0 0,0 0 0 0 0,-1 1 1 0 0,1 0-1 0 0,-1-1 0 0 0,-4-4 1 0 0,-26-28-2164 0 0,18 21 1809 0 0,1-1 0 0 0,1 0 0 0 0,-12-21-1 0 0,21 33 570 0 0,1-1 0 0 0,0-1-1 0 0,1 1 1 0 0,0 0-1 0 0,0-1 1 0 0,0 1-1 0 0,0-1 1 0 0,1 0-1 0 0,0 1 1 0 0,1-1-1 0 0,0 0 1 0 0,0 0 0 0 0,0 1-1 0 0,2-9 1 0 0,-2 12 54 0 0,1 0 0 0 0,0 0 0 0 0,-1 0 0 0 0,1 0 0 0 0,0 1 0 0 0,1-1 1 0 0,-1 0-1 0 0,0 1 0 0 0,1-1 0 0 0,0 1 0 0 0,-1-1 0 0 0,1 1 0 0 0,0 0 0 0 0,0 0 1 0 0,1 0-1 0 0,-1 0 0 0 0,0 0 0 0 0,3-1 0 0 0,-1 0 122 0 0,1 1-1 0 0,-1 1 0 0 0,0-1 1 0 0,1 0-1 0 0,-1 1 1 0 0,1 0-1 0 0,-1 0 0 0 0,1 1 1 0 0,-1-1-1 0 0,9 1 1 0 0,-5 0 92 0 0,-1 1 0 0 0,0 0 0 0 0,0 0 0 0 0,0 0 0 0 0,0 1 0 0 0,0 0 0 0 0,0 0 0 0 0,-1 1 0 0 0,1 0 0 0 0,-1 0 0 0 0,1 1 0 0 0,-1-1 0 0 0,0 1 1 0 0,10 9-1 0 0,-9-3-50 0 0,1 1 0 0 0,-1-1 0 0 0,0 1 1 0 0,-1 1-1 0 0,9 23 0 0 0,-11-24-117 0 0,-3-11-76 0 0,-1 1-1 0 0,0-1 1 0 0,0 1 0 0 0,0-1-1 0 0,1 1 1 0 0,-1-1 0 0 0,0 1-1 0 0,0-1 1 0 0,1 1-1 0 0,-1-1 1 0 0,1 1 0 0 0,-1-1-1 0 0,0 1 1 0 0,1-1-1 0 0,-1 0 1 0 0,1 1 0 0 0,-1-1-1 0 0,1 0 1 0 0,-1 1 0 0 0,1-1-1 0 0,-1 0 1 0 0,1 0-1 0 0,-1 1 1 0 0,1-1 0 0 0,-1 0-1 0 0,1 0 1 0 0,0 0-1 0 0,-1 0 1 0 0,1 0 0 0 0,-1 0-1 0 0,2 0 1 0 0,15-11 67 0 0,10-27 98 0 0,-26 36-152 0 0,16-28 171 0 0,16-24 70 0 0,-31 50-218 0 0,1 0 0 0 0,1 0 0 0 0,-1 1 0 0 0,0-1 0 0 0,1 1 1 0 0,0 0-1 0 0,0 0 0 0 0,0 0 0 0 0,0 1 0 0 0,5-3 0 0 0,5 3-1610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28.7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8290 0 0,'1'7'736'0'0,"1"-1"-584"0"0,-1-1-152 0 0,2-2 0 0 0,0-1 0 0 0,0 1 0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31.7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51 18 5985 0 0,'-10'-6'390'0'0,"-16"-6"354"0"0,25 13-491 0 0,0 0-1 0 0,0 0 1 0 0,0-1 0 0 0,0 1 0 0 0,0 0 0 0 0,1 0-1 0 0,-1 0 1 0 0,0 0 0 0 0,1 0 0 0 0,-1 1-1 0 0,1-1 1 0 0,-1 0 0 0 0,1 0 0 0 0,-1 0-1 0 0,1 0 1 0 0,0 1 0 0 0,0-1 0 0 0,0 0 0 0 0,0 0-1 0 0,-1 1 1 0 0,1-1 0 0 0,1 1 0 0 0,-4 42 300 0 0,3-36-120 0 0,5 831 3792 0 0,16-574-3919 0 0,65 300 0 0 0,-31-294-302 0 0,57 290-13 0 0,-26 5 67 0 0,-54-295 223 0 0,45 452 1131 0 0,-64-550-1485 0 0,-7 0 1 0 0,-21 238-1 0 0,14-407 5 0 0,-2 58-102 0 0,3-58 55 0 0,0 0 0 0 0,0 0 0 0 0,1 0 0 0 0,-1 0 0 0 0,1 0 0 0 0,0 0 0 0 0,0 0 1 0 0,1 0-1 0 0,-1 0 0 0 0,1-1 0 0 0,0 1 0 0 0,4 6 0 0 0,-6-10 33 0 0,5 5-1237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32.36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56 408 5065 0 0,'-10'-2'362'0'0,"6"2"-225"0"0,1-1 0 0 0,-1 0-1 0 0,0 1 1 0 0,0-1 0 0 0,0-1-1 0 0,1 1 1 0 0,-1 0 0 0 0,1-1-1 0 0,-1 0 1 0 0,-4-3 0 0 0,38-2 990 0 0,41-7-256 0 0,84-29-1 0 0,48-11-429 0 0,644-66 481 0 0,-696 105-758 0 0,783-68 585 0 0,-898 81-721 0 0,999-49 2596 0 0,-1 71-593 0 0,-618 7-2020 0 0,213 19-328 0 0,-264 11-967 0 0,-211-25-2014 0 0,-35-8-2547 0 0,-108-23 4781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33.2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5400 3 2304 0 0,'0'0'40'0'0,"0"0"0"0"0,0 0 0 0 0,1-1 0 0 0,-1 1 0 0 0,0 0 0 0 0,0 0 0 0 0,0 0-1 0 0,0 0 1 0 0,1-1 0 0 0,-1 1 0 0 0,0 0 0 0 0,0 0 0 0 0,0 0 0 0 0,0 0-1 0 0,1 0 1 0 0,-1 0 0 0 0,0 0 0 0 0,0 0 0 0 0,0 0 0 0 0,1-1 0 0 0,-1 1-1 0 0,0 0 1 0 0,0 0 0 0 0,1 0 0 0 0,-1 0 0 0 0,0 0 0 0 0,0 0 0 0 0,0 0-1 0 0,1 0 1 0 0,-1 1 0 0 0,0-1 0 0 0,0 0 0 0 0,1 0 0 0 0,-1 0 0 0 0,0 0-1 0 0,0 0 1 0 0,0 0 0 0 0,1 0 0 0 0,-1 0 0 0 0,0 1 0 0 0,4 10 1222 0 0,-2 17 997 0 0,-2-26-1940 0 0,2 128 5330 0 0,8 64-3034 0 0,0 51-1641 0 0,44 472-283 0 0,-29-534-625 0 0,73 729 149 0 0,-87-693-142 0 0,64 721 301 0 0,-29-649-260 0 0,17 142 147 0 0,-16 144 255 0 0,37 285 180 0 0,-14-233-117 0 0,-51-415-497 0 0,27 34-700 0 0,-15-100-132 0 0,-29-141 778 0 0,-1 0-1 0 0,-1 0 1 0 0,1 0-1 0 0,-1 0 0 0 0,0 0 1 0 0,-1 0-1 0 0,1 0 1 0 0,-1 0-1 0 0,-1 0 1 0 0,-2 9-1 0 0,3-13 10 0 0,0-1 0 0 0,-1 1 0 0 0,1-1 0 0 0,-1 0 0 0 0,1 0 0 0 0,-1 1 0 0 0,1-1 0 0 0,-1 0 0 0 0,0 0 0 0 0,0-1 0 0 0,0 1 0 0 0,0 0 0 0 0,0-1 0 0 0,-1 1 0 0 0,1-1 0 0 0,0 0 0 0 0,-1 0 0 0 0,1 0 0 0 0,-1 0 0 0 0,1 0 0 0 0,-1 0 0 0 0,0-1 0 0 0,1 1 0 0 0,-1-1 0 0 0,0 0 0 0 0,1 0 0 0 0,-1 0 0 0 0,0 0-1 0 0,1 0 1 0 0,-4-1 0 0 0,-98-12 364 0 0,54 5-327 0 0,-71-1 1 0 0,-263 36 313 0 0,111-3-141 0 0,-355-5-276 0 0,359-14-17 0 0,-461 54-557 0 0,197-22 1206 0 0,-3-37-789 0 0,238-2-874 0 0,157 2 523 0 0,-450-9 114 0 0,-121 0 1029 0 0,552 17-48 0 0,-94 2 807 0 0,227-10-1552 0 0,-76-3 279 0 0,92 2-554 0 0,-1-1 0 0 0,1 0-1 0 0,0-1 1 0 0,1 0 0 0 0,-1-1-1 0 0,1 0 1 0 0,-12-6 0 0 0,4-2-6268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33.54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70 6 3209 0 0,'-1'-1'133'0'0,"-1"0"0"0"0,0 0 1 0 0,0 1-1 0 0,0-1 0 0 0,0 1 0 0 0,1-1 1 0 0,-1 1-1 0 0,0 0 0 0 0,0-1 1 0 0,0 1-1 0 0,0 0 0 0 0,0 0 1 0 0,0 1-1 0 0,0-1 0 0 0,0 0 0 0 0,0 1 1 0 0,0-1-1 0 0,0 1 0 0 0,1-1 1 0 0,-4 3-1 0 0,3-2 118 0 0,0 1 0 0 0,0 0 0 0 0,0 0 0 0 0,1 0 0 0 0,-1 0 1 0 0,1 0-1 0 0,0 0 0 0 0,-1 1 0 0 0,1-1 0 0 0,0 0 0 0 0,0 1 0 0 0,1-1 0 0 0,-1 1 1 0 0,0-1-1 0 0,1 1 0 0 0,-1 3 0 0 0,-3 38 858 0 0,1 1 0 0 0,3 0 0 0 0,6 54 0 0 0,-2-32-483 0 0,45 465 1767 0 0,-2-179-4499 0 0,-41-304 1358 0 0,4 23-4688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1:34.94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1119 262 2737 0 0,'-13'-68'829'0'0,"11"53"-377"0"0,0-1 0 0 0,-1 1 0 0 0,-9-25 0 0 0,10 35-178 0 0,0 1-1 0 0,-1-1 0 0 0,1 1 0 0 0,-1 0 1 0 0,0-1-1 0 0,0 1 0 0 0,0 1 1 0 0,-1-1-1 0 0,1 0 0 0 0,-1 1 1 0 0,0 0-1 0 0,0 0 0 0 0,0 0 1 0 0,0 0-1 0 0,-8-3 0 0 0,-9-3 433 0 0,0 2-1 0 0,-1 0 1 0 0,1 1-1 0 0,-1 1 1 0 0,-1 1-1 0 0,1 1 1 0 0,-25 0-1 0 0,11 3-316 0 0,0 1 0 0 0,0 2 1 0 0,-62 13-1 0 0,79-11-247 0 0,1 1 0 0 0,-1 1 1 0 0,1 0-1 0 0,0 1 0 0 0,1 1 1 0 0,0 1-1 0 0,0 1 0 0 0,1 0 0 0 0,0 1 1 0 0,-26 26-1 0 0,-2 10-324 0 0,-73 103 0 0 0,82-103 186 0 0,1-1 114 0 0,2 1 0 0 0,-48 98 0 0 0,68-120-72 0 0,2 1 0 0 0,0 0 0 0 0,2 1 0 0 0,1 0 1 0 0,2 0-1 0 0,0 0 0 0 0,0 51 0 0 0,7-20-48 0 0,3 0 1 0 0,2-1-1 0 0,3 0 1 0 0,34 107-1 0 0,105 214-6 0 0,-130-337-86 0 0,1-1 0 0 0,2 0 1 0 0,2-2-1 0 0,2-1 0 0 0,1 0 0 0 0,2-2 0 0 0,2-2 1 0 0,66 59-1 0 0,-57-61-29 0 0,2-1 0 0 0,2-2 1 0 0,68 35-1 0 0,-83-50 106 0 0,1-2-1 0 0,0-1 1 0 0,1-1 0 0 0,0-1-1 0 0,1-2 1 0 0,59 6 0 0 0,-66-13-52 0 0,0 0 1 0 0,0-2-1 0 0,-1 0 1 0 0,1-2-1 0 0,-1-1 1 0 0,1-1-1 0 0,-1 0 1 0 0,-1-2-1 0 0,1-1 1 0 0,-2-1 0 0 0,1-1-1 0 0,26-18 1 0 0,-12 4 284 0 0,-1-1 1 0 0,-2-2-1 0 0,0-1 1 0 0,-3-2-1 0 0,0-1 1 0 0,27-38-1 0 0,-20 20-30 0 0,-3-3 0 0 0,-2-1 0 0 0,-2-1 0 0 0,-2-2 0 0 0,-3-1 0 0 0,-3 0 0 0 0,-2-2 0 0 0,-3-1 0 0 0,-2 0-1 0 0,-3-1 1 0 0,5-73 0 0 0,-10 48-28 0 0,-3 0-1 0 0,-5 0 1 0 0,-16-137 0 0 0,9 176-134 0 0,-2 1 0 0 0,-3 0 0 0 0,-1 0 0 0 0,-3 1 1 0 0,-1 1-1 0 0,-2 1 0 0 0,-3 1 0 0 0,-27-43 1 0 0,33 60-215 0 0,-1 2 1 0 0,-1 0 0 0 0,-1 1 0 0 0,-1 1 0 0 0,-1 1 0 0 0,0 1 0 0 0,-43-31 0 0 0,26 30-307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24.9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99 69 4689 0 0,'-30'-66'3521'0'0,"30"66"-3485"0"0,0 0 0 0 0,0 0 0 0 0,0-1 0 0 0,0 1 0 0 0,0 0 0 0 0,0 0 0 0 0,0 0 0 0 0,0 0 0 0 0,-1 0 0 0 0,1 0 0 0 0,0 0 0 0 0,0-1 0 0 0,0 1 0 0 0,0 0 0 0 0,0 0 0 0 0,0 0 0 0 0,0 0 0 0 0,-1 0 0 0 0,1 0 0 0 0,0 0 0 0 0,0 0 0 0 0,0 0 0 0 0,0 0 1 0 0,0 0-1 0 0,0 0 0 0 0,-1 0 0 0 0,1 0 0 0 0,0 0 0 0 0,0 0 0 0 0,0 0 0 0 0,0 0 0 0 0,0 0 0 0 0,-1 0 0 0 0,1 0 0 0 0,0 0 0 0 0,0 0 0 0 0,0 0 0 0 0,0 0 0 0 0,0 0 0 0 0,0 0 0 0 0,-1 0 0 0 0,1 0 0 0 0,0 0 0 0 0,0 0 0 0 0,0 0 0 0 0,0 0 0 0 0,0 0 0 0 0,-1 1 0 0 0,-4 8 968 0 0,-1 12 218 0 0,-6 60 513 0 0,5 0 0 0 0,3 134 0 0 0,-1 11-1749 0 0,-2-172-379 0 0,6-51 14 0 0,0 0 0 0 0,0 0 0 0 0,0 0 0 0 0,0 0 0 0 0,-1-1 0 0 0,1 1 0 0 0,-1-1 0 0 0,0 1 0 0 0,-2 3 0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25.3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16 423 3225 0 0,'-1'-11'48'0'0,"-13"-193"265"0"0,14 167 1347 0 0,7-60-1 0 0,-6 93-1211 0 0,-1 0-1 0 0,1 0 1 0 0,0 0-1 0 0,0 0 1 0 0,0 0-1 0 0,1 0 1 0 0,-1 0-1 0 0,3-4 1 0 0,-4 8-342 0 0,1 0 0 0 0,-1-1 1 0 0,0 1 105 0 0,1 0-105 0 0,-1-1-1 0 0,0 1 0 0 0,0 0 0 0 0,1 0 1 0 0,-1 0-1 0 0,0-1 0 0 0,1 1 1 0 0,-1 0-1 0 0,0 0 0 0 0,1 0 0 0 0,-1 0 1 0 0,0 0-1 0 0,1 0 0 0 0,-1 0 1 0 0,0 0-1 0 0,1 0 0 0 0,-1 0 0 0 0,0 0 1 0 0,1 0-1 0 0,-1 0 0 0 0,0 0 1 0 0,1 0-1 0 0,-1 0 0 0 0,0 0 0 0 0,1 0 1 0 0,-1 0-1 0 0,0 0 0 0 0,1 1 1 0 0,14 17 1962 0 0,-1 11-1453 0 0,-1 1 1 0 0,-1 0 0 0 0,9 38 0 0 0,-10-29-482 0 0,24 52 0 0 0,-25-70-125 0 0,0-1 0 0 0,15 21 0 0 0,-22-37-24 0 0,0 1 0 0 0,0-1 0 0 0,0 0 0 0 0,1 0 1 0 0,-1-1-1 0 0,1 1 0 0 0,0-1 0 0 0,0 0 0 0 0,0 0 0 0 0,1 0 1 0 0,-1 0-1 0 0,1-1 0 0 0,-1 1 0 0 0,1-1 0 0 0,9 2 0 0 0,-11-4-53 0 0,0 0 0 0 0,0 0 0 0 0,0 0 0 0 0,0-1 0 0 0,0 1 0 0 0,0-1-1 0 0,-1 0 1 0 0,1 0 0 0 0,0 0 0 0 0,-1-1 0 0 0,1 1 0 0 0,0 0 0 0 0,-1-1 0 0 0,1 0-1 0 0,-1 1 1 0 0,0-1 0 0 0,0 0 0 0 0,0 0 0 0 0,3-4 0 0 0,3-3-93 0 0,0-1 1 0 0,-1 0-1 0 0,8-12 1 0 0,4-14 59 0 0,-2-2 1 0 0,-1 0-1 0 0,12-45 1 0 0,17-41 960 0 0,-41 116-630 0 0,0 0 1 0 0,0 0-1 0 0,1 1 0 0 0,8-11 1 0 0,-11 16-177 0 0,-1 0 1 0 0,1-1-1 0 0,0 1 0 0 0,0 0 0 0 0,1 0 1 0 0,-1 1-1 0 0,0-1 0 0 0,1 0 1 0 0,-1 1-1 0 0,1-1 0 0 0,-1 1 0 0 0,1 0 1 0 0,0 0-1 0 0,-1 0 0 0 0,1 0 1 0 0,0 0-1 0 0,4 0 0 0 0,-6 2-23 0 0,1-1 0 0 0,0 0 0 0 0,-1 1-1 0 0,1 0 1 0 0,0-1 0 0 0,-1 1 0 0 0,1 0 0 0 0,-1 0-1 0 0,1 0 1 0 0,-1 0 0 0 0,1 0 0 0 0,-1 0-1 0 0,0 0 1 0 0,0 1 0 0 0,1-1 0 0 0,-1 0 0 0 0,0 1-1 0 0,0-1 1 0 0,0 1 0 0 0,0-1 0 0 0,-1 1 0 0 0,1-1-1 0 0,0 1 1 0 0,0 2 0 0 0,12 42 534 0 0,2 52 181 0 0,-10-59-2325 0 0,18 69-1 0 0,-14-80-5261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25.7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82 4145 0 0,'-1'6'456'0'0,"0"-1"0"0"0,1 1 1 0 0,0 0-1 0 0,0 0 0 0 0,0 0 1 0 0,1-1-1 0 0,0 1 0 0 0,0 0 1 0 0,0-1-1 0 0,1 1 0 0 0,-1 0 0 0 0,2-1 1 0 0,-1 0-1 0 0,4 6 0 0 0,-5-7-264 0 0,1-1-1 0 0,0 0 0 0 0,0 0 0 0 0,0 0 0 0 0,0-1 1 0 0,0 1-1 0 0,0 0 0 0 0,1-1 0 0 0,-1 1 1 0 0,1-1-1 0 0,0 0 0 0 0,0 0 0 0 0,0 0 1 0 0,0 0-1 0 0,0-1 0 0 0,0 1 0 0 0,0-1 0 0 0,1 0 1 0 0,-1 0-1 0 0,0 0 0 0 0,1 0 0 0 0,-1 0 1 0 0,1-1-1 0 0,4 0 0 0 0,0-1-53 0 0,0-1 0 0 0,0 0 0 0 0,-1-1-1 0 0,1 0 1 0 0,-1 0 0 0 0,1-1 0 0 0,-1 0 0 0 0,0 0-1 0 0,0 0 1 0 0,-1-1 0 0 0,1 0 0 0 0,-1-1 0 0 0,0 1 0 0 0,0-1-1 0 0,-1 0 1 0 0,0 0 0 0 0,0-1 0 0 0,0 0 0 0 0,-1 0 0 0 0,0 0-1 0 0,-1 0 1 0 0,1-1 0 0 0,-1 1 0 0 0,-1-1 0 0 0,4-14-1 0 0,-6 20-86 0 0,1 0 0 0 0,-1-1-1 0 0,0 1 1 0 0,0-1 0 0 0,0 1-1 0 0,0-1 1 0 0,0 1-1 0 0,-1-1 1 0 0,1 1 0 0 0,-1-1-1 0 0,0 1 1 0 0,1-1 0 0 0,-1 1-1 0 0,0 0 1 0 0,0 0 0 0 0,-1-1-1 0 0,1 1 1 0 0,0 0-1 0 0,-1 0 1 0 0,1 0 0 0 0,-1 0-1 0 0,-3-2 1 0 0,2 2-5 0 0,0 0 0 0 0,0 0 0 0 0,-1 0 0 0 0,1 1 0 0 0,0-1 0 0 0,-1 1 0 0 0,1 0 1 0 0,-1 0-1 0 0,1 0 0 0 0,-1 1 0 0 0,0-1 0 0 0,1 1 0 0 0,-1 0 0 0 0,-4 0 0 0 0,2 1-30 0 0,0-1-1 0 0,0 1 1 0 0,0 0 0 0 0,1 1-1 0 0,-1-1 1 0 0,0 1 0 0 0,1 0-1 0 0,-11 6 1 0 0,13-6-46 0 0,0 0-1 0 0,0-1 1 0 0,0 1-1 0 0,1 0 1 0 0,-1 1-1 0 0,1-1 1 0 0,0 0 0 0 0,-1 1-1 0 0,1-1 1 0 0,0 1-1 0 0,0 0 1 0 0,1 0-1 0 0,-1 0 1 0 0,1 0 0 0 0,-3 5-1 0 0,1 5-660 0 0,2 1-213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26.0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5 11522 0 0,'1'-1'77'0'0,"-1"1"0"0"0,0 0 0 0 0,1-1 0 0 0,-1 1 0 0 0,0 0-1 0 0,1-1 1 0 0,-1 1 0 0 0,1 0 0 0 0,-1 0 0 0 0,1-1 0 0 0,-1 1 0 0 0,0 0-1 0 0,1 0 1 0 0,-1 0 0 0 0,1 0 0 0 0,-1 0 0 0 0,1 0 0 0 0,-1-1-1 0 0,1 1 1 0 0,-1 0 0 0 0,1 0 0 0 0,-1 0 0 0 0,1 1 0 0 0,-1-1-1 0 0,1 0 1 0 0,-1 0 0 0 0,1 0 0 0 0,-1 0 0 0 0,0 0 0 0 0,1 0-1 0 0,-1 1 1 0 0,1-1 0 0 0,12 16 1474 0 0,1 23 548 0 0,-9-1-1488 0 0,-1 1-1 0 0,-3 0 1 0 0,-1 0 0 0 0,-2-1 0 0 0,-13 74 0 0 0,13-98-963 0 0,-1 6 750 0 0,-1 0 0 0 0,-8 24 0 0 0,-7-6-1648 0 0,17-35 698 0 0,0 0 0 0 0,0 0 1 0 0,-1-1-1 0 0,1 1 1 0 0,-1-1-1 0 0,0 0 0 0 0,0 0 1 0 0,0 0-1 0 0,-3 2 1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26.1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37 11058 0 0,'2'-8'488'0'0,"-1"2"105"0"0,1 2-473 0 0,-1 1-120 0 0,1 1 0 0 0,-2 1 512 0 0,1-2 88 0 0,1 0 8 0 0,-2 0 8 0 0,1 0-408 0 0,-1 4-80 0 0,0 5-24 0 0,-1 3 0 0 0,1 6-2056 0 0,-3 3-409 0 0,-2 7-79 0 0,-1-1-25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26.5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 0 10594 0 0,'-15'51'5918'0'0,"3"23"-3727"0"0,11-64-2164 0 0,0-1 1 0 0,0 1-1 0 0,1-1 1 0 0,1 1-1 0 0,-1-1 1 0 0,2 1 0 0 0,-1-1-1 0 0,1 1 1 0 0,0-1-1 0 0,1 0 1 0 0,0 0-1 0 0,1 0 1 0 0,0-1 0 0 0,5 10-1 0 0,-8-16-23 0 0,0-1 0 0 0,0 1 1 0 0,0-1-1 0 0,0 0 0 0 0,1 0 0 0 0,-1 1 0 0 0,0-1 1 0 0,1 0-1 0 0,-1 0 0 0 0,0 0 0 0 0,1 0 0 0 0,-1-1 0 0 0,1 1 1 0 0,-1 0-1 0 0,1-1 0 0 0,0 1 0 0 0,-1-1 0 0 0,1 1 0 0 0,0-1 1 0 0,-1 0-1 0 0,1 1 0 0 0,0-1 0 0 0,0 0 0 0 0,-1 0 1 0 0,1-1-1 0 0,0 1 0 0 0,-1 0 0 0 0,3-1 0 0 0,-2 0 13 0 0,-1 0-1 0 0,1 1 1 0 0,-1-1-1 0 0,0 0 1 0 0,0 0-1 0 0,0-1 1 0 0,1 1-1 0 0,-1 0 1 0 0,0 0-1 0 0,0-1 1 0 0,-1 1-1 0 0,1 0 1 0 0,0-1-1 0 0,0 1 1 0 0,-1-1-1 0 0,1 1 0 0 0,-1-1 1 0 0,1 1-1 0 0,-1-1 1 0 0,1 1-1 0 0,-1-1 1 0 0,0 1-1 0 0,0-1 1 0 0,0 0-1 0 0,0 1 1 0 0,0-1-1 0 0,0 1 1 0 0,0-1-1 0 0,-1 0 1 0 0,0-2-1 0 0,-4-13-46 0 0,-1 0-1 0 0,-1 0 1 0 0,0 0-1 0 0,-2 1 1 0 0,0 1-1 0 0,-21-30 1 0 0,7 10-1156 0 0,11 17-87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26.8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 6449 0 0,'9'0'392'0'0,"0"1"-1"0"0,0 0 0 0 0,0 1 0 0 0,0 0 0 0 0,0 0 1 0 0,-1 1-1 0 0,1 0 0 0 0,-1 0 0 0 0,1 1 1 0 0,-1 0-1 0 0,0 1 0 0 0,-1 0 0 0 0,1 0 0 0 0,-1 1 1 0 0,0-1-1 0 0,9 11 0 0 0,2 11 1447 0 0,-16-23-1545 0 0,0 0 0 0 0,0-1 0 0 0,0 1 0 0 0,1 0 0 0 0,0-1 0 0 0,0 1 0 0 0,0-1 0 0 0,0 0 0 0 0,0 0 0 0 0,6 3 0 0 0,-14-16-108 0 0,1 0 0 0 0,0-1-1 0 0,1 0 1 0 0,1 0 0 0 0,-3-17-1 0 0,3 12-1147 0 0,1-1-1 0 0,0-21 0 0 0,2 8-5028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27.1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12899 0 0,'1'1'85'0'0,"-1"-1"0"0"0,1 0 1 0 0,-1 0-1 0 0,1 1 1 0 0,-1-1-1 0 0,0 0 0 0 0,1 1 1 0 0,-1-1-1 0 0,1 0 0 0 0,-1 1 1 0 0,0-1-1 0 0,1 0 0 0 0,-1 1 1 0 0,0-1-1 0 0,1 1 1 0 0,-1-1-1 0 0,0 1 0 0 0,0-1 1 0 0,0 1-1 0 0,1-1 0 0 0,-1 1 1 0 0,0-1-1 0 0,0 1 0 0 0,0-1 1 0 0,0 1-1 0 0,0-1 1 0 0,0 1-1 0 0,0 0 0 0 0,1 21 846 0 0,0-18-703 0 0,-1 73 1740 0 0,4 53-1207 0 0,-3-116-1186 0 0,1 0 0 0 0,1 1 0 0 0,0-1 0 0 0,1 0-1 0 0,1-1 1 0 0,10 24 0 0 0,-7-26 398 0 0,-1-2 27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27.3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8 12443 0 0,'-3'-3'1104'0'0,"3"-2"-200"0"0,-1 5-544 0 0,-1 0 0 0 0,1 2-168 0 0,-1 1-40 0 0,2 3 136 0 0,9 27-2616 0 0,-1-15 992 0 0,2 0-9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27.6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6 10594 0 0,'0'0'75'0'0,"0"0"0"0"0,0-1 0 0 0,0 1 0 0 0,0 0 0 0 0,0-1 0 0 0,0 1-1 0 0,-1 0 1 0 0,1 0 0 0 0,0-1 0 0 0,0 1 0 0 0,0 0 0 0 0,0 0 0 0 0,-1-1 0 0 0,1 1-1 0 0,0 0 1 0 0,0 0 0 0 0,-1-1 0 0 0,1 1 0 0 0,0 0 0 0 0,0 0 0 0 0,-1 0 0 0 0,1 0-1 0 0,0 0 1 0 0,0-1 0 0 0,-1 1 0 0 0,1 0 0 0 0,0 0 0 0 0,-1 0 0 0 0,1 0 0 0 0,0 0-1 0 0,-1 0 1 0 0,1 0 0 0 0,0 0 0 0 0,0 0 0 0 0,-1 0 0 0 0,1 0 0 0 0,0 0 0 0 0,-1 0-1 0 0,1 0 1 0 0,0 0 0 0 0,-1 1 0 0 0,1-1 0 0 0,0 0 0 0 0,0 0 0 0 0,-1 0 0 0 0,1 0-1 0 0,0 0 1 0 0,0 1 0 0 0,-1-1 0 0 0,-6 21 2809 0 0,2 29-78 0 0,30 200-281 0 0,22-4-4446 0 0,-39-212-5468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27.8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95 4609 0 0,'-1'0'50'0'0,"0"-1"0"0"0,1 1 0 0 0,-1 0 0 0 0,0 0 0 0 0,1 0 0 0 0,-1 0 0 0 0,1 0 0 0 0,-1-1 0 0 0,0 1 0 0 0,1 0 0 0 0,-1 0 0 0 0,1-1 0 0 0,-1 1 0 0 0,1-1 0 0 0,-1 1 0 0 0,1 0 0 0 0,-1-1 0 0 0,1 1 0 0 0,-1-1 0 0 0,1 1 0 0 0,0-1 0 0 0,-1 1 0 0 0,1-1 0 0 0,0 1 0 0 0,-1-1 0 0 0,1 0 0 0 0,0 1 0 0 0,0-1 0 0 0,-1 1 0 0 0,1-1 0 0 0,0 0-1 0 0,0 1 1 0 0,0-1 0 0 0,0 0 0 0 0,0 0 0 0 0,1-1 161 0 0,0 1 0 0 0,0-1 0 0 0,0 1 0 0 0,0-1 0 0 0,0 1 0 0 0,0-1 0 0 0,0 1 0 0 0,1 0 0 0 0,-1 0 0 0 0,1-1 0 0 0,-1 1 0 0 0,3-1 0 0 0,5-4 461 0 0,1 1 0 0 0,0 0 1 0 0,14-5-1 0 0,16 1-977 0 0,0 2 0 0 0,1 1 0 0 0,80-1 0 0 0,-54 4 391 0 0,-41 2-166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28.1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59 2304 0 0,'1'1'139'0'0,"-1"0"-1"0"0,1 0 1 0 0,0 0-1 0 0,0 0 0 0 0,0 0 1 0 0,0 0-1 0 0,-1 0 0 0 0,1 1 1 0 0,-1-1-1 0 0,1 0 0 0 0,0 0 1 0 0,-1 0-1 0 0,0 1 1 0 0,1-1-1 0 0,-1 0 0 0 0,0 0 1 0 0,0 1-1 0 0,0 1 0 0 0,2 33 1987 0 0,-1-13-588 0 0,1-15-1057 0 0,-1-1 0 0 0,1 1 0 0 0,1-1 0 0 0,-1 0 0 0 0,6 11 0 0 0,-7-16-405 0 0,0 0 1 0 0,0 0 0 0 0,0 0-1 0 0,1 0 1 0 0,-1 0 0 0 0,0-1-1 0 0,1 1 1 0 0,-1 0 0 0 0,1-1-1 0 0,0 1 1 0 0,-1-1 0 0 0,1 1-1 0 0,0-1 1 0 0,0 0 0 0 0,0 1-1 0 0,0-1 1 0 0,0 0 0 0 0,0-1-1 0 0,0 1 1 0 0,0 0 0 0 0,1 0-1 0 0,2 0 1 0 0,-2-2-15 0 0,-1 1 1 0 0,0-1 0 0 0,1 0-1 0 0,-1 0 1 0 0,0 1-1 0 0,1-1 1 0 0,-1-1 0 0 0,0 1-1 0 0,0 0 1 0 0,0-1-1 0 0,0 1 1 0 0,0-1-1 0 0,0 1 1 0 0,-1-1 0 0 0,1 0-1 0 0,0 0 1 0 0,1-2-1 0 0,26-41 1000 0 0,-24 36-799 0 0,18-36 404 0 0,-19 36-550 0 0,0 0 0 0 0,0 0-1 0 0,1 0 1 0 0,0 0 0 0 0,0 1-1 0 0,1 0 1 0 0,0 0-1 0 0,1 1 1 0 0,-1-1 0 0 0,1 2-1 0 0,10-9 1 0 0,-16 15-96 0 0,0 0 1 0 0,-1 0-1 0 0,1 0 1 0 0,-1 0-1 0 0,1 0 1 0 0,0 0-1 0 0,-1 0 1 0 0,1 0-1 0 0,-1 0 1 0 0,1 0-1 0 0,-1 0 1 0 0,1 0-1 0 0,0 1 1 0 0,-1-1-1 0 0,1 0 1 0 0,-1 0-1 0 0,1 1 1 0 0,-1-1-1 0 0,1 0 1 0 0,-1 1-1 0 0,1-1 0 0 0,-1 0 1 0 0,0 1-1 0 0,1-1 1 0 0,-1 1-1 0 0,1-1 1 0 0,-1 1-1 0 0,0-1 1 0 0,1 1-1 0 0,-1-1 1 0 0,0 1-1 0 0,0-1 1 0 0,1 1-1 0 0,-1-1 1 0 0,0 1-1 0 0,0-1 1 0 0,0 1-1 0 0,0 0 1 0 0,0-1-1 0 0,0 1 1 0 0,0-1-1 0 0,0 2 1 0 0,6 30 692 0 0,-6-29-527 0 0,21 191 2824 0 0,-7 101-2950 0 0,-15-249-585 0 0,-6 47-1 0 0,0-47-465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28.6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316 137 6913 0 0,'0'-4'193'0'0,"0"0"0"0"0,0 1 0 0 0,-1-1 0 0 0,1 1 0 0 0,-1-1 0 0 0,1 1 0 0 0,-1-1 0 0 0,0 1 0 0 0,0-1 0 0 0,-1 1 0 0 0,1 0-1 0 0,-4-6 1 0 0,-25-35 2761 0 0,28 40-2729 0 0,-1 1 1 0 0,1 0 0 0 0,-1 0 0 0 0,0 0 0 0 0,0 1 0 0 0,0-1 0 0 0,0 1-1 0 0,-1-1 1 0 0,1 1 0 0 0,-1 0 0 0 0,1 0 0 0 0,-1 0 0 0 0,0 1-1 0 0,0 0 1 0 0,1-1 0 0 0,-1 1 0 0 0,0 0 0 0 0,0 1 0 0 0,0-1 0 0 0,0 1-1 0 0,0 0 1 0 0,0 0 0 0 0,-1 0 0 0 0,1 0 0 0 0,0 1 0 0 0,0-1-1 0 0,0 1 1 0 0,1 0 0 0 0,-1 1 0 0 0,0-1 0 0 0,0 1 0 0 0,0-1 0 0 0,1 1-1 0 0,-6 4 1 0 0,0 0-49 0 0,0 1 0 0 0,1 0-1 0 0,0 0 1 0 0,0 1 0 0 0,0 0-1 0 0,1 1 1 0 0,1 0 0 0 0,-1 0-1 0 0,1 0 1 0 0,1 1 0 0 0,-8 17-1 0 0,3 0-137 0 0,1 1 0 0 0,1 0 0 0 0,1 0-1 0 0,-3 37 1 0 0,8-47-74 0 0,1-1 1 0 0,0 1-1 0 0,2 0 0 0 0,0 0 1 0 0,1-1-1 0 0,0 1 0 0 0,2-1 0 0 0,6 21 1 0 0,-8-33-386 0 0,0 0 0 0 0,0 0-1 0 0,0 0 1 0 0,1-1 0 0 0,-1 1 0 0 0,1-1 0 0 0,0 1 0 0 0,1-1 0 0 0,-1 0 0 0 0,1-1 0 0 0,5 6 0 0 0,10 4-6042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29.0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90 315 920 0 0,'11'-21'368'0'0,"0"-1"0"0"0,-1 0 0 0 0,-2 0 0 0 0,0-1 0 0 0,-1 0 0 0 0,-2 0 0 0 0,0-1 0 0 0,-1 1 0 0 0,0-35 0 0 0,-4 56-247 0 0,1-1 1 0 0,-1 0-1 0 0,-1 1 1 0 0,1-1 0 0 0,0 1-1 0 0,-1-1 1 0 0,1 1-1 0 0,-1-1 1 0 0,0 1-1 0 0,0-1 1 0 0,0 1 0 0 0,0-1-1 0 0,0 1 1 0 0,0 0-1 0 0,-1 0 1 0 0,1-1-1 0 0,-1 1 1 0 0,1 0 0 0 0,-3-1-1 0 0,2 2 37 0 0,1 0 1 0 0,-1 0-1 0 0,0 1 0 0 0,1-1 1 0 0,-1 1-1 0 0,0 0 0 0 0,1-1 0 0 0,-1 1 1 0 0,0 0-1 0 0,1 0 0 0 0,-1 0 1 0 0,0 0-1 0 0,0 0 0 0 0,1 1 0 0 0,-1-1 1 0 0,0 0-1 0 0,1 1 0 0 0,-1-1 1 0 0,0 1-1 0 0,1 0 0 0 0,-1 0 1 0 0,1-1-1 0 0,-1 1 0 0 0,1 0 0 0 0,0 0 1 0 0,-1 0-1 0 0,1 0 0 0 0,0 1 1 0 0,-2 0-1 0 0,-6 6 418 0 0,1 0 0 0 0,0 0 0 0 0,1 1 0 0 0,0 0 0 0 0,0 0 0 0 0,0 0 0 0 0,2 1 0 0 0,-10 19 0 0 0,10-18-504 0 0,1 0 1 0 0,1 1-1 0 0,0-1 0 0 0,0 0 0 0 0,1 1 0 0 0,1 0 0 0 0,0 0 1 0 0,0-1-1 0 0,1 1 0 0 0,1 0 0 0 0,0 0 0 0 0,0-1 0 0 0,6 21 1 0 0,-6-30-117 0 0,-1 0 1 0 0,1 1 0 0 0,0-1 0 0 0,0 0 0 0 0,0 0 0 0 0,0 0-1 0 0,0 0 1 0 0,0 1 0 0 0,1-2 0 0 0,-1 1 0 0 0,1 0 0 0 0,-1 0 0 0 0,1 0-1 0 0,0-1 1 0 0,3 3 0 0 0,-3-3-31 0 0,-1 0 0 0 0,1-1 0 0 0,0 1 0 0 0,-1-1 0 0 0,1 1 0 0 0,0-1 0 0 0,-1 0 0 0 0,1 1 0 0 0,0-1 0 0 0,0 0 0 0 0,-1 0 0 0 0,1 0-1 0 0,0-1 1 0 0,-1 1 0 0 0,1 0 0 0 0,0-1 0 0 0,1 0 0 0 0,2-1-54 0 0,1 0 0 0 0,-1-1 0 0 0,0 0 0 0 0,-1 0 0 0 0,1 0 0 0 0,-1 0 0 0 0,1-1 0 0 0,-1 0 0 0 0,0 0 0 0 0,0 0 0 0 0,5-8 0 0 0,-3 2 335 0 0,0-1-1 0 0,0 1 1 0 0,-1-2 0 0 0,7-22 0 0 0,4-10 1436 0 0,-16 43-1597 0 0,0 1 1 0 0,0 0-1 0 0,0-1 1 0 0,0 1-1 0 0,0 0 1 0 0,1-1 0 0 0,-1 1-1 0 0,0 0 1 0 0,0 0-1 0 0,0-1 1 0 0,0 1-1 0 0,1 0 1 0 0,-1-1 0 0 0,0 1-1 0 0,0 0 1 0 0,1 0-1 0 0,-1 0 1 0 0,0-1-1 0 0,0 1 1 0 0,1 0-1 0 0,-1 0 1 0 0,0 0 0 0 0,1-1-1 0 0,-1 1 1 0 0,0 0-1 0 0,1 0 1 0 0,-1 0-1 0 0,0 0 1 0 0,1 0 0 0 0,-1 0-1 0 0,0 0 1 0 0,1 0-1 0 0,-1 0 1 0 0,0 0-1 0 0,1 0 1 0 0,0 0-1 0 0,9 11 555 0 0,7 25-637 0 0,-15-32 146 0 0,1 3-130 0 0,1 3-295 0 0,0-1 0 0 0,1 0 0 0 0,0 0 0 0 0,0 0 1 0 0,1-1-1 0 0,9 12 0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29.3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81 3225 0 0,'0'-1'69'0'0,"0"1"1"0"0,0-1 0 0 0,0 0 0 0 0,1 1-1 0 0,-1-1 1 0 0,0 1 0 0 0,0-1 0 0 0,1 0-1 0 0,-1 1 1 0 0,0-1 0 0 0,1 1 0 0 0,-1-1-1 0 0,1 1 1 0 0,-1 0 0 0 0,1-1 0 0 0,-1 1-1 0 0,1-1 1 0 0,-1 1 0 0 0,1 0 0 0 0,-1-1-1 0 0,1 1 1 0 0,-1 0 0 0 0,1-1 0 0 0,-1 1-1 0 0,1 0 1 0 0,0 0 0 0 0,-1 0 0 0 0,1 0-1 0 0,0 0 1 0 0,-1 0 0 0 0,1-1 0 0 0,0 2-1 0 0,1-1 206 0 0,0 1 0 0 0,0-1 0 0 0,0 1 0 0 0,0 0-1 0 0,0 0 1 0 0,0 0 0 0 0,0 0 0 0 0,0 0 0 0 0,0 0-1 0 0,1 2 1 0 0,40 42 4419 0 0,-38-40-4451 0 0,44 60 4467 0 0,-52-105-1811 0 0,3 30-2621 0 0,3-62-77 0 0,6 26-6296 0 0,-2 20-558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29.6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0 180 4609 0 0,'20'22'2234'0'0,"0"-1"0"0"0,2-1-1 0 0,0 0 1 0 0,1-2 0 0 0,33 20 0 0 0,-54-49-2810 0 0,-1 0 1 0 0,-1-1-1 0 0,0 1 1 0 0,-2-17-1 0 0,1 17-476 0 0,1-10 171 0 0,0 0-1 0 0,2 0 1 0 0,4-29 0 0 0,-4 40 758 0 0,1-1 1 0 0,-1 1-1 0 0,2 0 0 0 0,-1 0 1 0 0,2 1-1 0 0,-1-1 0 0 0,1 1 0 0 0,10-15 1 0 0,-13 22 240 0 0,0 0 0 0 0,-1 1 0 0 0,1-1 0 0 0,0 1 1 0 0,0 0-1 0 0,-1-1 0 0 0,1 1 0 0 0,0 0 0 0 0,0 0 0 0 0,1 0 1 0 0,-1 0-1 0 0,0 1 0 0 0,0-1 0 0 0,0 1 0 0 0,0-1 0 0 0,1 1 1 0 0,-1 0-1 0 0,0-1 0 0 0,1 1 0 0 0,-1 1 0 0 0,0-1 0 0 0,3 0 1 0 0,1 1-119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29.9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14283 0 0,'1'27'2808'0'0,"7"37"-1"0"0,-1-11-2073 0 0,9 39-342 0 0,-6-42-6796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30.1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1 10594 0 0,'-5'1'472'0'0,"2"-1"96"0"0,2 0-455 0 0,-1 2-113 0 0,2-1 0 0 0,0 1 0 0 0,-1 0 112 0 0,1 2 0 0 0,-2 4 0 0 0,1 1 0 0 0,-1 1-112 0 0,1 2 0 0 0,2 0 0 0 0,1-1 0 0 0,2-2-1249 0 0,1 0-191 0 0,-1-1-32 0 0,1-2-17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30.5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0 396 4145 0 0,'10'-3'572'0'0,"-1"0"-1"0"0,-1-1 1 0 0,1-1 0 0 0,0 1-1 0 0,-1-1 1 0 0,0-1 0 0 0,0 0-1 0 0,-1 0 1 0 0,0 0 0 0 0,10-12-1 0 0,0-1 128 0 0,0-1 1 0 0,23-38-1 0 0,-35 49-462 0 0,0-1 1 0 0,0 0-1 0 0,-1 0 1 0 0,0 0-1 0 0,-1-1 1 0 0,0 1 0 0 0,-1-1-1 0 0,0 0 1 0 0,-1 0-1 0 0,0 0 1 0 0,0 1-1 0 0,-2-16 1 0 0,1 22-101 0 0,-1 1 0 0 0,1-1 0 0 0,-1 0-1 0 0,0 0 1 0 0,0 1 0 0 0,0-1 0 0 0,-1 1 0 0 0,1-1 0 0 0,-1 1 0 0 0,0 0 0 0 0,0-1 0 0 0,0 1 0 0 0,0 0-1 0 0,0 0 1 0 0,-1 0 0 0 0,0 1 0 0 0,1-1 0 0 0,-1 1 0 0 0,0-1 0 0 0,0 1 0 0 0,0 0 0 0 0,0 0-1 0 0,-1 0 1 0 0,1 1 0 0 0,-1-1 0 0 0,1 1 0 0 0,-1-1 0 0 0,1 1 0 0 0,-1 1 0 0 0,0-1 0 0 0,0 0 0 0 0,1 1-1 0 0,-1 0 1 0 0,0 0 0 0 0,0 0 0 0 0,1 0 0 0 0,-1 0 0 0 0,-4 2 0 0 0,4-2-105 0 0,0 1-1 0 0,0-1 1 0 0,-1 1 0 0 0,1 0-1 0 0,0 0 1 0 0,0 1 0 0 0,0-1 0 0 0,1 1-1 0 0,-1 0 1 0 0,0 0 0 0 0,1 0 0 0 0,-1 0-1 0 0,1 1 1 0 0,-1 0 0 0 0,1-1 0 0 0,0 1-1 0 0,0 0 1 0 0,1 1 0 0 0,-1-1-1 0 0,0 0 1 0 0,1 1 0 0 0,0-1 0 0 0,0 1-1 0 0,0 0 1 0 0,0 0 0 0 0,1 0 0 0 0,0 0-1 0 0,0 0 1 0 0,0 0 0 0 0,0 0-1 0 0,0 0 1 0 0,1 0 0 0 0,-1 0 0 0 0,2 5-1 0 0,-2 4-17 0 0,2 0 0 0 0,0-1 0 0 0,0 1 0 0 0,1-1 0 0 0,1 0-1 0 0,0 1 1 0 0,1-1 0 0 0,0 0 0 0 0,1-1 0 0 0,7 14 0 0 0,-6-14-59 0 0,1-1 0 0 0,0 0 0 0 0,0 0 0 0 0,1-1 1 0 0,1 0-1 0 0,-1 0 0 0 0,1-1 0 0 0,1 0 0 0 0,0-1 0 0 0,0 0 1 0 0,0 0-1 0 0,15 6 0 0 0,-16-9-527 0 0,1 0 0 0 0,-1-1 0 0 0,1 0-1 0 0,0-1 1 0 0,14 2 0 0 0,6-2-6119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30.8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58 6913 0 0,'0'0'529'0'0,"24"4"565"0"0,-20-2-700 0 0,0 0-1 0 0,1 0 1 0 0,-1 1-1 0 0,0-1 0 0 0,-1 1 1 0 0,1 0-1 0 0,0 0 0 0 0,-1 1 1 0 0,0-1-1 0 0,6 8 0 0 0,23 44 1624 0 0,-28-45-1464 0 0,2 0-1 0 0,-1 0 1 0 0,2 0-1 0 0,-1-1 0 0 0,9 10 1 0 0,-17-34 4078 0 0,5-43-3908 0 0,-1 41-793 0 0,1 0 0 0 0,2 0-1 0 0,-1 1 1 0 0,2-1 0 0 0,11-24 0 0 0,-4 17-445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31.2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95 2 7834 0 0,'-13'0'837'0'0,"11"-1"-566"0"0,0 1 1 0 0,0 0 0 0 0,0 0 0 0 0,0 0 0 0 0,0 0 0 0 0,0 0 0 0 0,0 0 0 0 0,0 1-1 0 0,1-1 1 0 0,-1 1 0 0 0,0-1 0 0 0,0 1 0 0 0,0 0 0 0 0,0 0 0 0 0,0 0 0 0 0,1 0 0 0 0,-1 0-1 0 0,-2 1 1 0 0,0 3 115 0 0,0 0 0 0 0,0 0-1 0 0,1 0 1 0 0,-1 0 0 0 0,1 0-1 0 0,0 0 1 0 0,0 1 0 0 0,1 0 0 0 0,0-1-1 0 0,0 1 1 0 0,0 0 0 0 0,1 0-1 0 0,-2 10 1 0 0,2-7-298 0 0,0-1 1 0 0,0 1-1 0 0,1-1 1 0 0,0 1-1 0 0,0-1 1 0 0,1 1-1 0 0,0-1 0 0 0,1 1 1 0 0,3 11-1 0 0,-2-15-82 0 0,-1 1-1 0 0,1-1 1 0 0,0 0-1 0 0,1 0 1 0 0,-1 0-1 0 0,1 0 1 0 0,0-1-1 0 0,0 0 1 0 0,0 1-1 0 0,1-1 1 0 0,8 5-1 0 0,3 1 37 0 0,2 0 0 0 0,22 9-1 0 0,-30-15 10 0 0,1 0 1 0 0,-1 0-1 0 0,-1 1 0 0 0,1 1 0 0 0,-1 0 0 0 0,0 0 1 0 0,0 1-1 0 0,0 0 0 0 0,-1 0 0 0 0,11 13 0 0 0,-18-19-46 0 0,-1 0 0 0 0,1 1 0 0 0,0-1-1 0 0,-1 1 1 0 0,1-1 0 0 0,0 0-1 0 0,-1 1 1 0 0,0-1 0 0 0,1 1 0 0 0,-1-1-1 0 0,0 1 1 0 0,0-1 0 0 0,0 1-1 0 0,0-1 1 0 0,0 1 0 0 0,0-1 0 0 0,0 1-1 0 0,0-1 1 0 0,-1 1 0 0 0,1-1-1 0 0,-1 2 1 0 0,-1 1 5 0 0,0-1 0 0 0,0 1-1 0 0,0-1 1 0 0,0 0 0 0 0,0 0 0 0 0,-1 0 0 0 0,1 0-1 0 0,-5 3 1 0 0,-3 3 61 0 0,0-1 1 0 0,-1 0-1 0 0,-22 11 1 0 0,-16 4 13 0 0,24-13-172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32.2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193 207 5985 0 0,'-1'-9'613'0'0,"1"-1"-1"0"0,-2 0 0 0 0,1 1 1 0 0,-1-1-1 0 0,0 1 0 0 0,-5-12 1 0 0,6 19-355 0 0,0-1 1 0 0,0 1-1 0 0,0 0 1 0 0,0 1 0 0 0,-1-1-1 0 0,1 0 1 0 0,0 0-1 0 0,-1 0 1 0 0,1 1-1 0 0,-1-1 1 0 0,0 1 0 0 0,1-1-1 0 0,-1 1 1 0 0,-3-2-1 0 0,4 2-160 0 0,-1 1-1 0 0,1 0 0 0 0,-1-1 0 0 0,0 1 0 0 0,1 0 1 0 0,-1 0-1 0 0,1 0 0 0 0,-1 0 0 0 0,0 0 0 0 0,1 0 1 0 0,-1 0-1 0 0,1 1 0 0 0,-1-1 0 0 0,0 1 0 0 0,1-1 1 0 0,-1 1-1 0 0,1-1 0 0 0,0 1 0 0 0,-1 0 1 0 0,1 0-1 0 0,-1 0 0 0 0,-1 2 0 0 0,-5 3 146 0 0,1 0 1 0 0,1 1-1 0 0,-1 0 0 0 0,1 1 1 0 0,0 0-1 0 0,1 0 0 0 0,-1 0 1 0 0,2 0-1 0 0,-1 1 0 0 0,-5 17 1 0 0,0 3-23 0 0,1 0 0 0 0,-6 34 0 0 0,11-42-196 0 0,1-1 0 0 0,0 1 0 0 0,2 0 0 0 0,0-1 1 0 0,4 39-1 0 0,-2-53-35 0 0,0-1 1 0 0,0 0-1 0 0,1 1 1 0 0,0-1-1 0 0,0 0 1 0 0,0 0 0 0 0,0 0-1 0 0,1 0 1 0 0,0 0-1 0 0,0 0 1 0 0,6 6-1 0 0,-6-8-10 0 0,0 0-1 0 0,1-1 1 0 0,-1 1-1 0 0,1-1 1 0 0,0 0-1 0 0,-1 1 1 0 0,1-2-1 0 0,0 1 0 0 0,0 0 1 0 0,0-1-1 0 0,1 0 1 0 0,-1 0-1 0 0,0 0 1 0 0,0-1-1 0 0,1 1 1 0 0,-1-1-1 0 0,5 0 0 0 0,-4 0-187 0 0,0 0 0 0 0,1-1 0 0 0,-1 1-1 0 0,0-1 1 0 0,0-1 0 0 0,1 1 0 0 0,-1-1-1 0 0,0 1 1 0 0,0-1 0 0 0,0-1 0 0 0,-1 1-1 0 0,1-1 1 0 0,0 0 0 0 0,-1 0 0 0 0,0 0-1 0 0,0-1 1 0 0,0 1 0 0 0,0-1 0 0 0,0 0-1 0 0,-1 0 1 0 0,0 0 0 0 0,1-1 0 0 0,-2 1-1 0 0,1-1 1 0 0,0 0 0 0 0,2-7 0 0 0,-1 2-96 0 0,-1-1 0 0 0,0 1 0 0 0,-1-1 0 0 0,0 0 0 0 0,-1 1 1 0 0,0-1-1 0 0,0 0 0 0 0,-1 0 0 0 0,-1 0 0 0 0,1 0 0 0 0,-2 0 1 0 0,-2-11-1 0 0,-1 6 196 0 0,0 0 0 0 0,-10-20-1 0 0,-7-8 2726 0 0,15 29-498 0 0,7 15-1985 0 0,1-1-1 0 0,-1 1 0 0 0,1-1 1 0 0,-1 1-1 0 0,1 0 1 0 0,-1 0-1 0 0,1-1 0 0 0,-1 1 1 0 0,1 0-1 0 0,-1 0 0 0 0,1 0 1 0 0,0-1-1 0 0,-1 1 0 0 0,1 0 1 0 0,-1 0-1 0 0,1 0 1 0 0,0 0-1 0 0,-1 0 0 0 0,1 0 1 0 0,-1 0-1 0 0,1 0 0 0 0,-1 1 1 0 0,1-1-1 0 0,0 0 0 0 0,-1 0 1 0 0,1 0-1 0 0,-1 1 1 0 0,1-1-1 0 0,-1 0 0 0 0,1 0 1 0 0,0 1-1 0 0,12 7 120 0 0,0 1 0 0 0,-1 0 1 0 0,0 1-1 0 0,0 1 0 0 0,-1 0 0 0 0,0 0 1 0 0,-1 1-1 0 0,16 24 0 0 0,-9-13-221 0 0,36 37-1 0 0,-46-54 34 0 0,0 0-1 0 0,0 0 1 0 0,0-1-1 0 0,1 0 0 0 0,0 0 1 0 0,0-1-1 0 0,0 0 0 0 0,0 0 1 0 0,17 4-1 0 0,-23-8-62 0 0,-1 0 1 0 0,1 0-1 0 0,-1 0 1 0 0,1 0-1 0 0,0 0 0 0 0,-1 0 1 0 0,1 0-1 0 0,-1 0 1 0 0,1-1-1 0 0,-1 1 1 0 0,1-1-1 0 0,-1 1 0 0 0,1-1 1 0 0,-1 0-1 0 0,0 0 1 0 0,1 1-1 0 0,-1-1 1 0 0,0 0-1 0 0,1 0 0 0 0,-1 0 1 0 0,0 0-1 0 0,0-1 1 0 0,0 1-1 0 0,0 0 1 0 0,0 0-1 0 0,0-1 0 0 0,0 1 1 0 0,-1 0-1 0 0,1-1 1 0 0,0 1-1 0 0,-1-1 1 0 0,1 1-1 0 0,-1-1 0 0 0,0 1 1 0 0,1-3-1 0 0,3-9 13 0 0,-1-1 0 0 0,-1 0 0 0 0,1-15 1 0 0,-1 10-85 0 0,3-9 127 0 0,16-53 1 0 0,-17 69 7 0 0,1 0-1 0 0,0 1 1 0 0,0 0-1 0 0,1 0 1 0 0,0 0-1 0 0,1 0 1 0 0,8-9-1 0 0,-14 19-58 0 0,0 0-1 0 0,0 0 0 0 0,0 0 1 0 0,0 0-1 0 0,1 0 1 0 0,-1 0-1 0 0,0 0 0 0 0,0 1 1 0 0,1-1-1 0 0,-1 0 1 0 0,0 1-1 0 0,1-1 1 0 0,-1 1-1 0 0,0-1 0 0 0,1 1 1 0 0,-1 0-1 0 0,1-1 1 0 0,-1 1-1 0 0,1 0 0 0 0,-1 0 1 0 0,1 0-1 0 0,-1 0 1 0 0,1 0-1 0 0,2 1 1 0 0,-1 0-3 0 0,0 1 0 0 0,0-1 0 0 0,1 1 1 0 0,-1-1-1 0 0,0 1 0 0 0,0 0 0 0 0,-1 0 1 0 0,1 1-1 0 0,0-1 0 0 0,2 3 0 0 0,5 6 34 0 0,-2 0 0 0 0,1 1 0 0 0,-1 0 0 0 0,7 14 0 0 0,3 17 52 0 0,-15-33-69 0 0,1 0-1 0 0,0 0 1 0 0,0-1 0 0 0,10 14 0 0 0,-14-23-21 0 0,0 1 1 0 0,0-1-1 0 0,0 0 1 0 0,0 0-1 0 0,0 0 0 0 0,0 0 1 0 0,0 1-1 0 0,1-1 1 0 0,-1 0-1 0 0,0 0 1 0 0,0 0-1 0 0,0 0 0 0 0,0 0 1 0 0,0 0-1 0 0,0 1 1 0 0,1-1-1 0 0,-1 0 1 0 0,0 0-1 0 0,0 0 0 0 0,0 0 1 0 0,0 0-1 0 0,1 0 1 0 0,-1 0-1 0 0,0 0 0 0 0,0 0 1 0 0,0 0-1 0 0,0 0 1 0 0,1 0-1 0 0,-1 0 1 0 0,0 0-1 0 0,0 0 0 0 0,0 0 1 0 0,1 0-1 0 0,-1 0 1 0 0,0 0-1 0 0,0 0 1 0 0,0 0-1 0 0,0 0 0 0 0,1 0 1 0 0,-1 0-1 0 0,0 0 1 0 0,0 0-1 0 0,0 0 1 0 0,0 0-1 0 0,1 0 0 0 0,-1-1 1 0 0,0 1-1 0 0,0 0 1 0 0,0 0-1 0 0,0 0 0 0 0,0 0 1 0 0,1-1-1 0 0,3-13 50 0 0,-1-16 22 0 0,-4 10-215 0 0,1 1 1 0 0,1-1-1 0 0,1 1 1 0 0,1 0-1 0 0,1 0 0 0 0,0 0 1 0 0,1 0-1 0 0,1 1 0 0 0,1-1 1 0 0,1 2-1 0 0,0-1 1 0 0,1 1-1 0 0,12-16 0 0 0,-5 11-7398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32.6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1 261 9218 0 0,'4'-1'302'0'0,"0"1"1"0"0,0-1-1 0 0,0-1 1 0 0,0 1-1 0 0,0-1 1 0 0,0 1-1 0 0,0-1 1 0 0,0 0-1 0 0,-1-1 1 0 0,1 1-1 0 0,5-5 1 0 0,35-34 2791 0 0,-34 30-2339 0 0,0-1 0 0 0,-1 0 0 0 0,-1 0 0 0 0,11-19 0 0 0,-16 25-579 0 0,-1 1-1 0 0,1 0 0 0 0,-1-1 1 0 0,0 1-1 0 0,0-1 0 0 0,-1 1 1 0 0,0-1-1 0 0,0 0 0 0 0,0 0 1 0 0,-1 1-1 0 0,1-1 0 0 0,-2 0 1 0 0,1 0-1 0 0,-2-7 0 0 0,2 11-148 0 0,0 1 0 0 0,0 0 0 0 0,-1 0 0 0 0,1 0 0 0 0,0-1-1 0 0,-1 1 1 0 0,1 0 0 0 0,-1 0 0 0 0,0 0 0 0 0,1 0 0 0 0,-1 0-1 0 0,0 0 1 0 0,0 0 0 0 0,1 0 0 0 0,-1 0 0 0 0,0 0 0 0 0,0 0 0 0 0,0 1-1 0 0,0-1 1 0 0,0 0 0 0 0,0 1 0 0 0,-1-1 0 0 0,1 1 0 0 0,0-1-1 0 0,0 1 1 0 0,0-1 0 0 0,-1 1 0 0 0,1 0 0 0 0,0 0 0 0 0,0-1-1 0 0,0 1 1 0 0,-1 0 0 0 0,1 0 0 0 0,0 0 0 0 0,0 0 0 0 0,-1 1-1 0 0,1-1 1 0 0,-2 1 0 0 0,0 0-38 0 0,0 0 0 0 0,1 0-1 0 0,-1 0 1 0 0,1 0 0 0 0,-1 1 0 0 0,1-1 0 0 0,-1 1-1 0 0,1 0 1 0 0,0 0 0 0 0,0 0 0 0 0,0 0 0 0 0,0 0-1 0 0,0 0 1 0 0,0 0 0 0 0,1 1 0 0 0,-2 2 0 0 0,0 1 12 0 0,0 1 0 0 0,0 0 0 0 0,1 0 0 0 0,0 0 0 0 0,0 0 0 0 0,1 1 0 0 0,0-1 0 0 0,0 0 0 0 0,1 1 0 0 0,0-1 0 0 0,0 0 0 0 0,1 1 0 0 0,0-1 0 0 0,0 0 0 0 0,0 1 0 0 0,1-1 0 0 0,0 0 0 0 0,1 0 0 0 0,5 10 0 0 0,-4-9-33 0 0,1 0 0 0 0,0 0 1 0 0,0 0-1 0 0,1-1 0 0 0,0 0 0 0 0,0 0 1 0 0,1-1-1 0 0,0 1 0 0 0,0-1 0 0 0,0-1 0 0 0,1 1 1 0 0,0-2-1 0 0,0 1 0 0 0,0-1 0 0 0,11 4 1 0 0,-6-4-734 0 0,1 0 1 0 0,-1 0-1 0 0,1-2 1 0 0,22 2-1 0 0,-2-2-6173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33.3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0 515 8290 0 0,'7'-2'297'0'0,"0"0"0"0"0,1 0-1 0 0,-2-1 1 0 0,1 0 0 0 0,0-1 0 0 0,0 1 0 0 0,-1-1 0 0 0,10-8 0 0 0,45-42 1042 0 0,-53 46-1116 0 0,8-8 132 0 0,0-1-1 0 0,-1 0 1 0 0,-1-2-1 0 0,0 1 1 0 0,-2-2-1 0 0,0 0 1 0 0,12-30 0 0 0,-19 38-145 0 0,0-1 0 0 0,-1 1 1 0 0,0-1-1 0 0,-1 0 0 0 0,-1 0 1 0 0,0 0-1 0 0,-1 0 0 0 0,0 0 1 0 0,-1 0-1 0 0,0-1 1 0 0,-1 1-1 0 0,-1 0 0 0 0,0 0 1 0 0,-6-18-1 0 0,8 30-184 0 0,0 0 1 0 0,0-1-1 0 0,0 1 0 0 0,-1 0 1 0 0,1-1-1 0 0,0 1 0 0 0,-1 0 1 0 0,0 0-1 0 0,1 0 0 0 0,-1-1 1 0 0,0 1-1 0 0,1 0 0 0 0,-1 0 1 0 0,0 0-1 0 0,0 0 0 0 0,0 0 1 0 0,0 0-1 0 0,0 0 0 0 0,0 1 1 0 0,0-1-1 0 0,0 0 1 0 0,0 0-1 0 0,0 1 0 0 0,0-1 1 0 0,-1 1-1 0 0,1-1 0 0 0,0 1 1 0 0,0-1-1 0 0,-1 1 0 0 0,1 0 1 0 0,0 0-1 0 0,-1 0 0 0 0,1 0 1 0 0,0 0-1 0 0,-1 0 0 0 0,1 0 1 0 0,0 0-1 0 0,-1 0 0 0 0,1 0 1 0 0,0 1-1 0 0,-1-1 0 0 0,1 1 1 0 0,0-1-1 0 0,0 1 0 0 0,0-1 1 0 0,-1 1-1 0 0,1 0 0 0 0,0-1 1 0 0,0 1-1 0 0,-1 1 1 0 0,-3 2 20 0 0,1-1 0 0 0,0 1 0 0 0,0 0 0 0 0,1 0 0 0 0,-1 0 1 0 0,1 0-1 0 0,0 1 0 0 0,0 0 0 0 0,0-1 0 0 0,1 1 1 0 0,-3 7-1 0 0,2-2-48 0 0,1 1 0 0 0,1-1 0 0 0,-1 1 1 0 0,1-1-1 0 0,1 1 0 0 0,0 0 0 0 0,1-1 0 0 0,0 1 1 0 0,0-1-1 0 0,1 1 0 0 0,1-1 0 0 0,0 0 0 0 0,0 0 1 0 0,1 0-1 0 0,6 12 0 0 0,-7-15 0 0 0,1-1-1 0 0,0 1 1 0 0,0-1-1 0 0,1 0 1 0 0,0 0-1 0 0,0-1 1 0 0,0 1-1 0 0,0-1 1 0 0,1 0-1 0 0,0-1 1 0 0,0 1-1 0 0,1-1 1 0 0,-1 0-1 0 0,1-1 1 0 0,0 1-1 0 0,0-1 1 0 0,0-1-1 0 0,0 1 1 0 0,0-1-1 0 0,1-1 1 0 0,14 2-1 0 0,-9-2-194 0 0,0-1-1 0 0,0-1 1 0 0,1 0-1 0 0,-1-1 1 0 0,0-1-1 0 0,0 0 1 0 0,-1 0-1 0 0,19-8 1 0 0,-9 1-958 0 0,0-1-1 0 0,-1-1 1 0 0,34-25 0 0 0,-25 16-4863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33.5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 0 9674 0 0,'-6'6'498'0'0,"0"1"1"0"0,0 0-1 0 0,1 0 1 0 0,0 1-1 0 0,0 0 1 0 0,1-1-1 0 0,0 1 0 0 0,0 1 1 0 0,1-1-1 0 0,0 1 1 0 0,0-1-1 0 0,1 1 0 0 0,0 0 1 0 0,1 0-1 0 0,0 0 1 0 0,0 0-1 0 0,1 15 1 0 0,1-1 68 0 0,1 0 0 0 0,1-1 1 0 0,1 0-1 0 0,1 1 1 0 0,16 41-1 0 0,-12-44-808 0 0,1-1-1 0 0,0-1 1 0 0,2 0-1 0 0,15 19 1 0 0,-25-34 2 0 0,15 20-7138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33.9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1 322 10594 0 0,'5'-2'313'0'0,"0"0"1"0"0,0 0-1 0 0,0 0 0 0 0,0-1 0 0 0,-1 0 0 0 0,1 0 0 0 0,-1 0 0 0 0,0-1 1 0 0,0 0-1 0 0,4-4 0 0 0,37-47 2750 0 0,-36 44-2553 0 0,0-1-152 0 0,-1-1 1 0 0,0 1-1 0 0,-1-1 1 0 0,0 0-1 0 0,6-20 1 0 0,-11 27-237 0 0,0 0 0 0 0,0-1 0 0 0,-1 1 1 0 0,1-1-1 0 0,-1 1 0 0 0,-1-1 0 0 0,1 1 0 0 0,-1-1 0 0 0,-1 0 1 0 0,1 1-1 0 0,-1-1 0 0 0,0 1 0 0 0,0-1 0 0 0,-3-7 0 0 0,3 13-110 0 0,1 0-1 0 0,0 0 1 0 0,-1 0-1 0 0,1 0 1 0 0,-1 0-1 0 0,1 0 1 0 0,-1 0 0 0 0,0 1-1 0 0,1-1 1 0 0,-1 0-1 0 0,0 0 1 0 0,1 0-1 0 0,-1 1 1 0 0,0-1-1 0 0,0 0 1 0 0,0 1-1 0 0,0-1 1 0 0,0 1-1 0 0,0-1 1 0 0,0 1-1 0 0,0-1 1 0 0,0 1-1 0 0,0 0 1 0 0,0-1 0 0 0,-2 1-1 0 0,1 0-2 0 0,0 0 0 0 0,0 1 0 0 0,0-1 0 0 0,0 1 0 0 0,0-1 0 0 0,1 1 0 0 0,-1 0 0 0 0,0-1 0 0 0,0 1 0 0 0,0 0 0 0 0,1 0 0 0 0,-1 1 0 0 0,-1 0-1 0 0,-2 2 31 0 0,1 0-1 0 0,-1 0 0 0 0,1 0 0 0 0,0 1 1 0 0,1-1-1 0 0,-1 1 0 0 0,1 0 1 0 0,-5 9-1 0 0,5-5-32 0 0,1-1 1 0 0,0 0 0 0 0,0 1-1 0 0,1 0 1 0 0,0-1-1 0 0,1 1 1 0 0,0 0-1 0 0,0-1 1 0 0,1 1 0 0 0,0 0-1 0 0,0-1 1 0 0,1 1-1 0 0,0-1 1 0 0,1 1 0 0 0,0-1-1 0 0,0 0 1 0 0,0 0-1 0 0,1 0 1 0 0,1-1-1 0 0,-1 1 1 0 0,9 10 0 0 0,-5-9-170 0 0,-1-1 0 0 0,1 1 1 0 0,0-2-1 0 0,1 1 1 0 0,0-1-1 0 0,0 0 0 0 0,0-1 1 0 0,1 0-1 0 0,0-1 1 0 0,0 0-1 0 0,0 0 1 0 0,1-1-1 0 0,0 0 0 0 0,0-1 1 0 0,0 0-1 0 0,13 1 1 0 0,-7-3-910 0 0,1 0 0 0 0,20-2 0 0 0,-1-4-583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34.1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79 91 3225 0 0,'3'-6'309'0'0,"0"0"1"0"0,0 0 0 0 0,-1 0-1 0 0,1 0 1 0 0,-2 0-1 0 0,3-11 1 0 0,-3 15-94 0 0,-1 1 0 0 0,0 0 0 0 0,0 0 0 0 0,0 0 0 0 0,1-1 0 0 0,-1 1 0 0 0,0 0 0 0 0,0 0 0 0 0,-1-1 0 0 0,1 1 0 0 0,0 0 0 0 0,0 0 0 0 0,-1 0 0 0 0,1-1 0 0 0,0 1 0 0 0,-1 0 0 0 0,1 0 0 0 0,-1 0 0 0 0,0 0 0 0 0,1 0 0 0 0,-1 0 0 0 0,0 0 0 0 0,0 0 0 0 0,1 0 0 0 0,-1 0 0 0 0,0 0 0 0 0,0 1 0 0 0,0-1 0 0 0,0 0 0 0 0,0 1 0 0 0,0-1 0 0 0,0 0 0 0 0,0 1 0 0 0,-1-1 0 0 0,1 1 0 0 0,0 0 0 0 0,0-1 0 0 0,0 1 0 0 0,0 0 0 0 0,-1 0 0 0 0,1 0 0 0 0,0 0 0 0 0,-2 0 1 0 0,0 0 45 0 0,1 1 1 0 0,-1 0-1 0 0,1-1 1 0 0,0 1-1 0 0,0 1 1 0 0,-1-1-1 0 0,1 0 1 0 0,0 0-1 0 0,0 1 1 0 0,0-1-1 0 0,0 1 1 0 0,0 0-1 0 0,1-1 1 0 0,-1 1-1 0 0,0 0 1 0 0,1 0 0 0 0,-1 0-1 0 0,1 0 1 0 0,0 0-1 0 0,0 1 1 0 0,-1 2-1 0 0,-3 4 177 0 0,1 1 0 0 0,0-1 0 0 0,-5 19-1 0 0,8-23-364 0 0,0 1 0 0 0,0-1 0 0 0,0 1 0 0 0,0 0 0 0 0,1-1 0 0 0,0 1 0 0 0,0 0 0 0 0,1-1 0 0 0,0 1 0 0 0,0 0 0 0 0,0-1 0 0 0,0 1 0 0 0,1-1 0 0 0,0 1 0 0 0,0-1 0 0 0,1 0 0 0 0,-1 0 0 0 0,1 0 0 0 0,0 0 0 0 0,1-1 0 0 0,-1 1 0 0 0,1-1 0 0 0,0 0 0 0 0,0 0 0 0 0,0 0 0 0 0,6 4 0 0 0,-4-3-199 0 0,1-1 0 0 0,0 0 1 0 0,0-1-1 0 0,0 1 1 0 0,0-1-1 0 0,1-1 0 0 0,-1 0 1 0 0,9 2-1 0 0,-7-2-907 0 0,0-1-1 0 0,0 0 1 0 0,0-1 0 0 0,1 0-1 0 0,-1 0 1 0 0,18-4 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34.8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0 176 2304 0 0,'11'24'23520'0'0,"-8"-12"-25246"0"0,-3-12 1739 0 0,0 0-1 0 0,0 1 0 0 0,0-1 1 0 0,0 0-1 0 0,0 0 0 0 0,0 0 1 0 0,0 0-1 0 0,0 0 0 0 0,0 0 0 0 0,1 1 1 0 0,-1-1-1 0 0,0 0 0 0 0,0 0 1 0 0,0 0-1 0 0,0 0 0 0 0,0 0 0 0 0,0 0 1 0 0,1 0-1 0 0,-1 1 0 0 0,0-1 1 0 0,0 0-1 0 0,0 0 0 0 0,0 0 1 0 0,0 0-1 0 0,1 0 0 0 0,-1 0 0 0 0,0 0 1 0 0,0 0-1 0 0,0 0 0 0 0,0 0 1 0 0,1 0-1 0 0,-1 0 0 0 0,0 0 0 0 0,0 0 1 0 0,0 0-1 0 0,0 0 0 0 0,1 0 1 0 0,-1 0-1 0 0,0 0 0 0 0,0 0 0 0 0,0-1 1 0 0,0 1-1 0 0,0 0 0 0 0,1 0 1 0 0,-1 0-1 0 0,0 0 0 0 0,0 0 1 0 0,0 0-1 0 0,0 0 0 0 0,0 0 0 0 0,0-1 1 0 0,0 1-1 0 0,1 0 0 0 0,-1 0 1 0 0,0 0-1 0 0,0 0 0 0 0,0 0 0 0 0,0-1 1 0 0,0 1-1 0 0,0 0 0 0 0,0 0 1 0 0,0 0-1 0 0,0 0 0 0 0,0-1 0 0 0,0 1 1 0 0,0 0-1 0 0,0 0 0 0 0,0 0 1 0 0,1-2-18 0 0,0 1 1 0 0,0 0 0 0 0,1 1-1 0 0,-1-1 1 0 0,0 0 0 0 0,0 0-1 0 0,1 0 1 0 0,-1 1-1 0 0,1-1 1 0 0,-1 1 0 0 0,0-1-1 0 0,1 1 1 0 0,-1 0 0 0 0,1-1-1 0 0,-1 1 1 0 0,1 0 0 0 0,-1 0-1 0 0,1 0 1 0 0,2 0 0 0 0,0 1-2 0 0,1 0 0 0 0,-1 0 0 0 0,0 0 0 0 0,0 0 1 0 0,1 1-1 0 0,-1 0 0 0 0,4 2 0 0 0,50 19 6 0 0,-48-20 0 0 0,0 0 0 0 0,0 1 0 0 0,0 0 0 0 0,-1 1 0 0 0,0 0 0 0 0,11 7 0 0 0,-19-11 0 0 0,0 0 0 0 0,0 0 0 0 0,-1 0 0 0 0,1 0 0 0 0,0 0 0 0 0,-1 0 0 0 0,1 0 0 0 0,0 0 0 0 0,-1 0 0 0 0,1 0 0 0 0,-1 0 0 0 0,1 0 0 0 0,-1 0 0 0 0,0 0 0 0 0,1 0 0 0 0,-1 0 0 0 0,0 1 0 0 0,0-1 0 0 0,0 0 0 0 0,0 0 0 0 0,0 0 0 0 0,0 1 0 0 0,0-1 0 0 0,-1 2 0 0 0,-3-6 0 0 0,-4-7 41 0 0,0 0 0 0 0,1-1 0 0 0,1 0 0 0 0,0 0 0 0 0,1-1 0 0 0,0 1 0 0 0,0-1 0 0 0,1 0 0 0 0,1-1 0 0 0,0 1-1 0 0,1-1 1 0 0,0 1 0 0 0,1-1 0 0 0,0 0 0 0 0,2-16 0 0 0,-1 18-554 0 0,1 0 0 0 0,1 0-1 0 0,0 0 1 0 0,1 1 0 0 0,0-1 0 0 0,7-17-1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36.3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61 7370 0 0,'-4'-8'695'0'0,"0"0"1491"0"0,0-1-1 0 0,-1 1 0 0 0,1 1 1 0 0,-11-13-1 0 0,17 24-1781 0 0,1 0 0 0 0,-1 0 0 0 0,0 1 0 0 0,0 0 0 0 0,0-1 0 0 0,-1 1 1 0 0,2 9-1 0 0,1 0-134 0 0,45 196 345 0 0,3 7-373 0 0,-42-185-232 0 0,1-2 1 0 0,2 1 0 0 0,0-2-1 0 0,35 53 1 0 0,17 2 139 0 0,-43-59-989 0 0,-2 2 1 0 0,28 46-1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36.6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21 144 4609 0 0,'-2'-2'256'0'0,"0"0"-1"0"0,0 0 1 0 0,1 0-1 0 0,-1 0 1 0 0,1 0-1 0 0,-1 0 1 0 0,1-1-1 0 0,0 1 1 0 0,0 0-1 0 0,0-1 1 0 0,0 1-1 0 0,0-1 1 0 0,0 1 0 0 0,1-1-1 0 0,-1 1 1 0 0,1-1-1 0 0,0 0 1 0 0,0 1-1 0 0,0-1 1 0 0,0-3-1 0 0,1 3 122 0 0,0-1 0 0 0,0 0 0 0 0,0 1 0 0 0,1-1 0 0 0,-1 1 0 0 0,1 0 0 0 0,0-1 0 0 0,0 1 0 0 0,0 0 0 0 0,0 0 0 0 0,1 0 0 0 0,5-5 1 0 0,-4 4-120 0 0,1 0 0 0 0,0 0 0 0 0,1 0 1 0 0,-1 0-1 0 0,1 1 0 0 0,-1 0 1 0 0,1 0-1 0 0,0 0 0 0 0,0 1 1 0 0,0 0-1 0 0,1 0 0 0 0,-1 1 1 0 0,0-1-1 0 0,1 1 0 0 0,-1 1 1 0 0,11-1-1 0 0,21 12-1842 0 0,-20-2-4770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37.1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0 126 7258 0 0,'3'-14'7540'0'0,"-1"14"-7155"0"0,2-2-192 0 0,0 0 0 0 0,0 0 0 0 0,0 1 0 0 0,0 0 0 0 0,0 0 0 0 0,0 0-1 0 0,0 0 1 0 0,0 0 0 0 0,1 1 0 0 0,-1 0 0 0 0,0 0 0 0 0,0 0 0 0 0,0 1 0 0 0,1-1-1 0 0,-1 1 1 0 0,0 0 0 0 0,0 0 0 0 0,7 3 0 0 0,6 3 64 0 0,0 2 0 0 0,0-1 0 0 0,-1 2 1 0 0,0 0-1 0 0,0 1 0 0 0,-1 1 0 0 0,-1 0 0 0 0,0 1 0 0 0,-1 1 0 0 0,23 29 1 0 0,-33-31 54 0 0,-12-11 26 0 0,-15-13 172 0 0,19 7-472 0 0,0 0 0 0 0,1 0 0 0 0,0-1 0 0 0,-1 0 0 0 0,2 0 0 0 0,-1 0 0 0 0,1 0 0 0 0,0-1 0 0 0,0 1 0 0 0,1-1 1 0 0,0 0-1 0 0,-3-11 0 0 0,2 2-323 0 0,1 0 1 0 0,0 0 0 0 0,1 0-1 0 0,2-24 1 0 0,3 8-5040 0 0,2 1-1804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37.8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61 8290 0 0,'-1'55'2951'0'0,"-1"-16"-1352"0"0,3 0-1 0 0,6 51 1 0 0,-6-81-1393 0 0,1 1 1 0 0,0 0-1 0 0,1 0 0 0 0,0-1 1 0 0,0 0-1 0 0,1 1 0 0 0,0-1 1 0 0,1 0-1 0 0,0-1 0 0 0,0 1 1 0 0,1-1-1 0 0,0 0 0 0 0,0-1 1 0 0,9 9-1 0 0,-13-15-126 0 0,0 1 0 0 0,0 0-1 0 0,0 0 1 0 0,0-1 0 0 0,0 1 0 0 0,0-1-1 0 0,1 0 1 0 0,-1 0 0 0 0,1 0 0 0 0,-1 0-1 0 0,1 0 1 0 0,-1 0 0 0 0,1 0 0 0 0,-1-1-1 0 0,1 0 1 0 0,-1 1 0 0 0,1-1 0 0 0,0 0-1 0 0,2 0 1 0 0,-2-1-17 0 0,-1 0 0 0 0,0 0 0 0 0,0 0 0 0 0,0 0 0 0 0,1 0 0 0 0,-1 0 1 0 0,0 0-1 0 0,0-1 0 0 0,-1 1 0 0 0,1-1 0 0 0,0 0 0 0 0,0 1 0 0 0,-1-1 0 0 0,1 0 0 0 0,-1 0 0 0 0,3-4 0 0 0,0-1 12 0 0,-1 0-1 0 0,0 0 1 0 0,0-1-1 0 0,-1 1 1 0 0,0-1-1 0 0,0 1 1 0 0,0-1-1 0 0,-1 0 0 0 0,-1 0 1 0 0,1 0-1 0 0,-2-12 1 0 0,0 10-52 0 0,-1 1-1 0 0,0-1 1 0 0,-1 0 0 0 0,0 1 0 0 0,-1-1-1 0 0,0 1 1 0 0,0 0 0 0 0,-11-15 0 0 0,-2-1-383 0 0,-33-34 1 0 0,29 36-539 0 0,20 22 749 0 0,0 0 0 0 0,1 0 0 0 0,-1 1 0 0 0,1-1 0 0 0,-1 0 0 0 0,0 0 0 0 0,1 0 0 0 0,-1 0 0 0 0,1 0 0 0 0,0 0 1 0 0,-1 0-1 0 0,1 0 0 0 0,0 0 0 0 0,0 0 0 0 0,-1 0 0 0 0,1 0 0 0 0,0 0 0 0 0,0 0 0 0 0,0 0 0 0 0,0 0 0 0 0,0 0 0 0 0,1 0 1 0 0,-1 0-1 0 0,1-1 0 0 0,-1 0-61 0 0,1 0 0 0 0,1 0 0 0 0,-1 1 1 0 0,0-1-1 0 0,0 1 0 0 0,1-1 0 0 0,-1 1 1 0 0,1-1-1 0 0,-1 1 0 0 0,1 0 0 0 0,3-2 1 0 0,6-3-274 0 0,0 0 1 0 0,0 1 0 0 0,17-5 0 0 0,-19 7 531 0 0,-4 1 199 0 0,1 0 0 0 0,0 0 0 0 0,0 1 0 0 0,0 0-1 0 0,0 0 1 0 0,0 0 0 0 0,0 1 0 0 0,0 0 0 0 0,1 0 0 0 0,-1 0-1 0 0,0 1 1 0 0,0 0 0 0 0,0 0 0 0 0,0 1 0 0 0,0-1-1 0 0,10 6 1 0 0,-8-3 3 0 0,0 1-1 0 0,0 1 1 0 0,-1 0 0 0 0,1 0-1 0 0,-1 0 1 0 0,0 1-1 0 0,-1 0 1 0 0,0 0 0 0 0,0 0-1 0 0,6 11 1 0 0,-7-11-110 0 0,0 0 1 0 0,-1 1-1 0 0,1-1 1 0 0,-1 1-1 0 0,-1 0 1 0 0,1 0-1 0 0,-2 1 1 0 0,1-1-1 0 0,2 18 1 0 0,-4-26-117 0 0,-1 0 0 0 0,0 0-1 0 0,1 0 1 0 0,-1 0 0 0 0,1 0 0 0 0,-1 0 0 0 0,0 0 0 0 0,1-1-1 0 0,-1 1 1 0 0,0 0 0 0 0,1 0 0 0 0,-1 0 0 0 0,0-1-1 0 0,1 1 1 0 0,-1 0 0 0 0,0 0 0 0 0,1-1 0 0 0,-1 1 0 0 0,0 0-1 0 0,0 0 1 0 0,1-1 0 0 0,-1 1 0 0 0,0 0 0 0 0,0-1 0 0 0,0 1-1 0 0,1 0 1 0 0,-1-1 0 0 0,0 1 0 0 0,0-1 0 0 0,0 1 0 0 0,0 0-1 0 0,0-1 1 0 0,0 1 0 0 0,0-1 0 0 0,11-17-283 0 0,6-27 330 0 0,14-32 238 0 0,-28 72-294 0 0,0 0 0 0 0,0 0 0 0 0,0 0 1 0 0,0 1-1 0 0,1-1 0 0 0,0 1 0 0 0,0 0 0 0 0,0 0 0 0 0,1 0 1 0 0,-1 0-1 0 0,6-3 0 0 0,-7 6-6 0 0,-1 0-1 0 0,1 1 1 0 0,-1-1 0 0 0,1 1 0 0 0,-1 0 0 0 0,1-1-1 0 0,-1 1 1 0 0,1 0 0 0 0,0 0 0 0 0,-1 1 0 0 0,1-1-1 0 0,-1 0 1 0 0,1 1 0 0 0,-1 0 0 0 0,1-1 0 0 0,-1 1-1 0 0,1 0 1 0 0,-1 0 0 0 0,4 3 0 0 0,49 32 272 0 0,-40-25-248 0 0,14 10 28 0 0,-2-2-1002 0 0,-9-7-5013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38.0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32 5985 0 0,'7'-23'1063'0'0,"-2"15"-564"0"0,-5 12-2114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38.6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183 1 10594 0 0,'-6'1'213'0'0,"1"1"-1"0"0,0 0 1 0 0,0 0-1 0 0,0 0 1 0 0,0 1-1 0 0,0-1 1 0 0,0 1-1 0 0,1 0 1 0 0,-6 5-1 0 0,-4 2 512 0 0,4-4-154 0 0,0 1 0 0 0,1 0-1 0 0,0 0 1 0 0,0 1 0 0 0,0 0 0 0 0,-7 10 0 0 0,14-16-484 0 0,1 1 0 0 0,-1-1 1 0 0,1 0-1 0 0,-1 1 0 0 0,1-1 1 0 0,0 1-1 0 0,0 0 0 0 0,0-1 0 0 0,0 1 1 0 0,0 0-1 0 0,1 0 0 0 0,-1-1 1 0 0,1 1-1 0 0,0 0 0 0 0,0 0 1 0 0,0 0-1 0 0,0 0 0 0 0,0 0 0 0 0,0-1 1 0 0,1 1-1 0 0,0 0 0 0 0,-1 0 1 0 0,1-1-1 0 0,0 1 0 0 0,0 0 0 0 0,1-1 1 0 0,-1 1-1 0 0,1-1 0 0 0,-1 1 1 0 0,3 2-1 0 0,11 13 14 0 0,1-1 0 0 0,1-1 0 0 0,26 20 0 0 0,-30-27 48 0 0,0 1 1 0 0,-1 1-1 0 0,0 0 0 0 0,-1 0 0 0 0,-1 1 0 0 0,1 0 0 0 0,-2 1 0 0 0,0 0 1 0 0,9 18-1 0 0,-17-28-108 0 0,0 0 1 0 0,0-1-1 0 0,0 1 1 0 0,-1 0 0 0 0,1-1-1 0 0,-1 1 1 0 0,1 0-1 0 0,-1 0 1 0 0,0 0 0 0 0,-1-1-1 0 0,1 1 1 0 0,0 0-1 0 0,-1 0 1 0 0,1-1 0 0 0,-1 1-1 0 0,0 0 1 0 0,0-1-1 0 0,-2 4 1 0 0,1-1 37 0 0,-2 0 0 0 0,1 0-1 0 0,0-1 1 0 0,-1 1 0 0 0,0-1 0 0 0,0 0 0 0 0,0 0 0 0 0,-8 5 0 0 0,0-1 54 0 0,0-1 1 0 0,-1 0 0 0 0,1-1-1 0 0,-1 0 1 0 0,0-1 0 0 0,-21 6-1 0 0,27-10-266 0 0,0 1-1 0 0,0-1 1 0 0,0 0-1 0 0,-1 0 1 0 0,1-1-1 0 0,0 0 1 0 0,0 0-1 0 0,0 0 1 0 0,-1-1-1 0 0,1-1 1 0 0,-14-3 0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2.76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22 103 3225 0 0,'-4'-32'273'0'0,"4"22"2349"0"0,1 1 1 0 0,1-1 0 0 0,0 1-1 0 0,0 0 1 0 0,6-15-1 0 0,-19 66 302 0 0,-2 69-2393 0 0,13-109-479 0 0,-7 369 335 0 0,7-114-2001 0 0,-1-240 616 0 0,0 4-4511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3.20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 71 11058 0 0,'-2'-4'192'0'0,"0"-1"0"0"0,1 1 0 0 0,0-1 0 0 0,0 1 0 0 0,0-1 0 0 0,0-7 0 0 0,0 11-113 0 0,1 0 0 0 0,0 0 0 0 0,0-1 0 0 0,0 1 0 0 0,1 0 0 0 0,-1-1 0 0 0,0 1 0 0 0,0 0 0 0 0,1 0 0 0 0,-1-1 0 0 0,0 1 0 0 0,1 0 0 0 0,-1 0 0 0 0,1 0 0 0 0,0 0 0 0 0,-1 0 0 0 0,1 0 0 0 0,0 0 0 0 0,0 0 0 0 0,0 0 0 0 0,0 0 0 0 0,-1 0 0 0 0,1 0 0 0 0,0 0 0 0 0,1 1 0 0 0,-1-1 0 0 0,0 0 0 0 0,2 0-1 0 0,-2 1-5 0 0,0 0 0 0 0,0 0 0 0 0,1 0 0 0 0,-1 0 0 0 0,0 0 0 0 0,0 0 0 0 0,0 0 0 0 0,0 1 0 0 0,0-1 0 0 0,0 0 0 0 0,0 1 0 0 0,0-1 0 0 0,0 1 0 0 0,0-1 0 0 0,0 1 0 0 0,0 0 0 0 0,0-1 0 0 0,0 1 0 0 0,-1 0 0 0 0,1-1 0 0 0,0 1 0 0 0,0 0 0 0 0,-1 0 0 0 0,1 0 0 0 0,0 0 0 0 0,-1 0 0 0 0,1 0 0 0 0,-1 0 0 0 0,1 1 0 0 0,16 37 1084 0 0,-14-31-824 0 0,16 41 733 0 0,1 4-452 0 0,1-2 1 0 0,3-1-1 0 0,59 94 0 0 0,-81-141-612 0 0,-1-1-1 0 0,1 1 1 0 0,0-1-1 0 0,0 1 1 0 0,0-1-1 0 0,0 0 1 0 0,1 0-1 0 0,-1 0 1 0 0,0 0 0 0 0,1 0-1 0 0,-1-1 1 0 0,1 1-1 0 0,0-1 1 0 0,0 1-1 0 0,-1-1 1 0 0,1 0-1 0 0,0 0 1 0 0,0 0-1 0 0,0-1 1 0 0,0 1-1 0 0,0-1 1 0 0,0 1-1 0 0,0-1 1 0 0,1 0-1 0 0,-1 0 1 0 0,0-1-1 0 0,0 1 1 0 0,0-1-1 0 0,0 1 1 0 0,0-1-1 0 0,0 0 1 0 0,0 0-1 0 0,-1 0 1 0 0,1 0-1 0 0,0-1 1 0 0,0 1-1 0 0,-1-1 1 0 0,1 0-1 0 0,-1 0 1 0 0,1 0-1 0 0,2-2 1 0 0,4-5-9 0 0,-1 0-1 0 0,1 0 1 0 0,-2 0-1 0 0,1-1 1 0 0,-1 0-1 0 0,-1-1 1 0 0,1 1 0 0 0,-2-1-1 0 0,6-14 1 0 0,-2-4 13 0 0,8-45 0 0 0,0-1 599 0 0,-17 75-594 0 0,0 0 0 0 0,0-1 0 0 0,0 1 1 0 0,0 0-1 0 0,0-1 0 0 0,0 1 0 0 0,0 0 0 0 0,1 0 0 0 0,-1-1 0 0 0,0 1 0 0 0,0 0 1 0 0,0-1-1 0 0,0 1 0 0 0,0 0 0 0 0,0 0 0 0 0,1 0 0 0 0,-1-1 0 0 0,0 1 0 0 0,0 0 0 0 0,0 0 1 0 0,1-1-1 0 0,-1 1 0 0 0,0 0 0 0 0,0 0 0 0 0,0 0 0 0 0,1 0 0 0 0,-1-1 0 0 0,0 1 0 0 0,0 0 1 0 0,1 0-1 0 0,-1 0 0 0 0,0 0 0 0 0,1 0 0 0 0,-1 0 0 0 0,0 0 0 0 0,0 0 0 0 0,1 0 1 0 0,-1 0-1 0 0,0 0 0 0 0,1 0 0 0 0,-1 0 0 0 0,0 0 0 0 0,1 0 0 0 0,10 12 134 0 0,6 21-36 0 0,13 65 168 0 0,-21-65-340 0 0,1 0-1 0 0,1 0 0 0 0,2-1 0 0 0,2-1 0 0 0,25 42 1 0 0,2-17-2487 0 0,-21-29-4925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3.64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270 105 9218 0 0,'-15'-26'996'0'0,"10"18"-231"0"0,0-1 0 0 0,-1 1 0 0 0,-9-13 0 0 0,12 18-393 0 0,0 0 0 0 0,0 1 0 0 0,0-1 1 0 0,0 0-1 0 0,0 1 0 0 0,0 0 0 0 0,0 0 1 0 0,-1 0-1 0 0,1 0 0 0 0,-1 0 1 0 0,0 1-1 0 0,0-1 0 0 0,1 1 0 0 0,-1 0 1 0 0,0 0-1 0 0,-7 0 0 0 0,8 1-226 0 0,-1 1-1 0 0,0-1 0 0 0,1 1 1 0 0,-1 0-1 0 0,1 0 0 0 0,-1 0 1 0 0,1 1-1 0 0,-1-1 0 0 0,1 1 1 0 0,0 0-1 0 0,0 0 0 0 0,0 0 1 0 0,0 0-1 0 0,0 1 0 0 0,0-1 0 0 0,1 1 1 0 0,-1-1-1 0 0,-2 5 0 0 0,-8 8-40 0 0,1 1-1 0 0,0 0 0 0 0,1 1 0 0 0,1 1 0 0 0,1-1 0 0 0,-12 34 0 0 0,19-46-98 0 0,0 1-1 0 0,1 0 0 0 0,0-1 0 0 0,0 1 0 0 0,0 0 1 0 0,1 0-1 0 0,0 0 0 0 0,0 0 0 0 0,1-1 0 0 0,-1 1 1 0 0,4 11-1 0 0,-2-13-27 0 0,-1 0 0 0 0,1 0 1 0 0,0 0-1 0 0,1 0 0 0 0,-1 0 1 0 0,1-1-1 0 0,0 1 0 0 0,0-1 1 0 0,0 0-1 0 0,0 0 0 0 0,0 0 1 0 0,1 0-1 0 0,-1 0 0 0 0,1-1 1 0 0,0 0-1 0 0,0 1 1 0 0,7 2-1 0 0,-8-4-19 0 0,1 1 0 0 0,0-1 1 0 0,0 1-1 0 0,0-1 0 0 0,0 0 1 0 0,0-1-1 0 0,0 1 0 0 0,0-1 0 0 0,0 1 1 0 0,0-1-1 0 0,0 0 0 0 0,0-1 1 0 0,0 1-1 0 0,1-1 0 0 0,-1 0 1 0 0,0 0-1 0 0,-1 0 0 0 0,1 0 0 0 0,0-1 1 0 0,0 0-1 0 0,0 1 0 0 0,-1-1 1 0 0,1-1-1 0 0,-1 1 0 0 0,5-4 0 0 0,-3 0-50 0 0,1 1-1 0 0,-1-1 1 0 0,-1 0-1 0 0,1 0 1 0 0,-1 0-1 0 0,0-1 1 0 0,-1 1-1 0 0,1-1 1 0 0,-1 0-1 0 0,0 0 0 0 0,-1 0 1 0 0,3-15-1 0 0,-2 6 68 0 0,-2 6 202 0 0,1 1-1 0 0,0 0 1 0 0,1 0 0 0 0,5-14 0 0 0,-5 27 3 0 0,1 0 1 0 0,-1 0 0 0 0,0 1 0 0 0,0-1-1 0 0,0 1 1 0 0,3 6 0 0 0,16 35 826 0 0,-8-15-2715 0 0,2 0-1 0 0,35 51 1 0 0,-45-74 1422 0 0,1 0 0 0 0,0 0 0 0 0,0 0 0 0 0,1-1 0 0 0,-1-1 0 0 0,2 1 0 0 0,-1-1 0 0 0,1 0 0 0 0,0-1 0 0 0,0 0 0 0 0,0-1-1 0 0,1 0 1 0 0,18 6 0 0 0,-4-5 212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3.88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47 8 13795 0 0,'0'0'47'0'0,"0"0"0"0"0,0 0 0 0 0,0 0 0 0 0,0-1 1 0 0,-1 1-1 0 0,1 0 0 0 0,0 0 0 0 0,0 0 0 0 0,0 0 0 0 0,0-1 0 0 0,0 1 0 0 0,0 0 0 0 0,0 0 1 0 0,0 0-1 0 0,0-1 0 0 0,0 1 0 0 0,0 0 0 0 0,0 0 0 0 0,0 0 0 0 0,0-1 0 0 0,0 1 0 0 0,0 0 1 0 0,0 0-1 0 0,0 0 0 0 0,0-1 0 0 0,0 1 0 0 0,0 0 0 0 0,0 0 0 0 0,0 0 0 0 0,0 0 1 0 0,1-1-1 0 0,-1 1 0 0 0,0 0 0 0 0,0 0 0 0 0,0 0 0 0 0,0 0 0 0 0,0-1 0 0 0,0 1 0 0 0,1 0 1 0 0,-1 0-1 0 0,0 0 0 0 0,1 0 191 0 0,0 0 1 0 0,-1 1 0 0 0,1-1 0 0 0,0 0-1 0 0,-1 1 1 0 0,1-1 0 0 0,-1 1 0 0 0,1-1-1 0 0,0 1 240 0 0,0 0-239 0 0,-1-1-1 0 0,1 1 1 0 0,-1 0 0 0 0,0-1-1 0 0,1 1 1 0 0,-1-1 0 0 0,1 1 0 0 0,-1 1-1 0 0,11 20 99 0 0,0 0 0 0 0,-2 1 0 0 0,-1 0-1 0 0,-1 0 1 0 0,-1 1 0 0 0,-1 0-1 0 0,-1 0 1 0 0,2 39 0 0 0,-5-42-329 0 0,-1 1 1 0 0,-1-1-1 0 0,-1 0 1 0 0,-1 1 0 0 0,-1-1-1 0 0,0 0 1 0 0,-2-1-1 0 0,0 1 1 0 0,-2-1-1 0 0,-12 26 1 0 0,17-40-127 0 0,-1-1 0 0 0,1 0 0 0 0,-1 0 0 0 0,0 0 0 0 0,0 0 0 0 0,-1-1 0 0 0,1 1 0 0 0,-1-1 0 0 0,0-1 0 0 0,0 1 0 0 0,0 0 0 0 0,-1-1 0 0 0,-10 4 0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4.05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23 11979 0 0,'1'-1'61'0'0,"-1"0"0"0"0,1-1 0 0 0,-1 1 0 0 0,1 0 1 0 0,-1 0-1 0 0,1 0 0 0 0,0 0 0 0 0,0-1 1 0 0,-1 1-1 0 0,1 0 0 0 0,0 0 0 0 0,0 0 1 0 0,0 1-1 0 0,0-1 0 0 0,0 0 0 0 0,0 0 0 0 0,0 1 1 0 0,1-1-1 0 0,-1 0 0 0 0,0 1 0 0 0,0-1 1 0 0,1 1-1 0 0,-1-1 0 0 0,0 1 0 0 0,0 0 1 0 0,1 0-1 0 0,-1-1 0 0 0,0 1 0 0 0,1 0 0 0 0,-1 0 1 0 0,0 0-1 0 0,1 1 0 0 0,-1-1 0 0 0,0 0 1 0 0,1 0-1 0 0,0 1 0 0 0,5 1-1038 0 0,0 0 0 0 0,-1 1 0 0 0,0 0 0 0 0,0 0 0 0 0,11 7 0 0 0,-3-1 413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4.4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145 0 9674 0 0,'-6'1'530'0'0,"0"0"0"0"0,0 0 0 0 0,0 0 0 0 0,0 1 0 0 0,0-1 0 0 0,0 1 0 0 0,0 1-1 0 0,1-1 1 0 0,-1 1 0 0 0,1 0 0 0 0,-1 0 0 0 0,1 1 0 0 0,0 0 0 0 0,1 0 0 0 0,-8 7 0 0 0,7-6-365 0 0,0 1 0 0 0,0-1 0 0 0,1 1 0 0 0,0-1-1 0 0,0 1 1 0 0,1 0 0 0 0,0 1 0 0 0,0-1 0 0 0,0 1 0 0 0,1-1 0 0 0,-1 1 0 0 0,2 0 0 0 0,-3 11 0 0 0,5-10-131 0 0,-1 1 0 0 0,1-1 0 0 0,1 0 0 0 0,0 1 1 0 0,0-1-1 0 0,0 0 0 0 0,1 0 0 0 0,0 0 0 0 0,1-1 1 0 0,0 1-1 0 0,0-1 0 0 0,0 1 0 0 0,1-1 0 0 0,0-1 1 0 0,1 1-1 0 0,-1-1 0 0 0,1 0 0 0 0,1 0 0 0 0,12 9 0 0 0,-13-10 14 0 0,0 0 0 0 0,1-1 0 0 0,-1 1-1 0 0,1-1 1 0 0,0-1 0 0 0,0 0 0 0 0,0 0-1 0 0,1 0 1 0 0,-1-1 0 0 0,1 0-1 0 0,-1 0 1 0 0,1-1 0 0 0,0 1 0 0 0,-1-2-1 0 0,1 1 1 0 0,0-1 0 0 0,0-1 0 0 0,0 0-1 0 0,-1 0 1 0 0,1 0 0 0 0,13-5-1 0 0,-18 5-62 0 0,0 0-1 0 0,0 0 1 0 0,0-1 0 0 0,0 0-1 0 0,-1 1 1 0 0,1-1-1 0 0,-1 0 1 0 0,1 0-1 0 0,-1-1 1 0 0,0 1-1 0 0,1 0 1 0 0,-1-1-1 0 0,-1 1 1 0 0,1-1-1 0 0,0 0 1 0 0,-1 0-1 0 0,1 1 1 0 0,0-5-1 0 0,0 3 17 0 0,-2-1-1 0 0,1 1 0 0 0,0-1 0 0 0,-1 1 0 0 0,0-1 0 0 0,0 1 0 0 0,0-1 0 0 0,-1 1 1 0 0,1-1-1 0 0,-1 1 0 0 0,-2-8 0 0 0,-1 1-15 0 0,-1-1-1 0 0,0 1 1 0 0,0 0-1 0 0,-1 0 1 0 0,-1 1 0 0 0,1 0-1 0 0,-2 0 1 0 0,-13-14 0 0 0,7 10-359 0 0,-1 2 0 0 0,-28-19 0 0 0,-9-1-3181 0 0,29 20-2795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4.79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46 7546 0 0,'4'2'167'0'0,"0"0"0"0"0,0 0 1 0 0,-1 0-1 0 0,1 1 0 0 0,-1-1 1 0 0,1 1-1 0 0,3 5 0 0 0,1-2 1158 0 0,11 10 2723 0 0,33 33 1 0 0,-47-44-3889 0 0,0 1 0 0 0,-1-1 0 0 0,0 1 1 0 0,1 0-1 0 0,-2 0 0 0 0,1 1 0 0 0,-1-1 0 0 0,0 1 1 0 0,-1-1-1 0 0,1 1 0 0 0,1 9 0 0 0,-4-16-125 0 0,0 0 0 0 0,0 0 0 0 0,0 1 0 0 0,1-1-1 0 0,-1 0 1 0 0,0 1 0 0 0,0-1 0 0 0,0 0 0 0 0,0 0 0 0 0,0 1-1 0 0,0-1 1 0 0,0 0 0 0 0,0 1 0 0 0,0-1 0 0 0,0 0-1 0 0,0 0 1 0 0,0 1 0 0 0,0-1 0 0 0,0 0 0 0 0,0 0 0 0 0,0 1-1 0 0,-1-1 1 0 0,1 0 0 0 0,0 1 0 0 0,0-1 0 0 0,0 0 0 0 0,0 0-1 0 0,0 1 1 0 0,-1-1 0 0 0,1 0 0 0 0,0 0 0 0 0,0 0-1 0 0,0 1 1 0 0,-1-1 0 0 0,1 0 0 0 0,0 0 0 0 0,0 0 0 0 0,-1 1-1 0 0,-10-9 619 0 0,-8-17-255 0 0,16 17-354 0 0,0 0-1 0 0,1 0 1 0 0,0 0 0 0 0,0 0 0 0 0,0 0 0 0 0,1 0 0 0 0,1-1-1 0 0,0 1 1 0 0,0 0 0 0 0,0-1 0 0 0,1 1 0 0 0,0 0-1 0 0,3-11 1 0 0,14-33-6604 0 0,-6 29-608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4.97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 1 3225 0 0,'-3'15'2380'0'0,"2"1"1"0"0,0 0 0 0 0,1 0-1 0 0,3 28 1 0 0,15 61 169 0 0,-11-82-4186 0 0,-3-12 781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5.16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9 100 12443 0 0,'-8'-58'1344'0'0,"8"53"-799"0"0,0 1 0 0 0,0-1 0 0 0,1 1 0 0 0,-1 0 0 0 0,1-1 0 0 0,0 1 0 0 0,2-6 0 0 0,-1 11-768 0 0,-1-1 0 0 0,1 1 0 0 0,-1 0 0 0 0,1 0 0 0 0,-1 0 0 0 0,0 0 0 0 0,1 0 0 0 0,-1 1 0 0 0,0-1 0 0 0,0 0 1 0 0,2 3-1 0 0,2 1 240 0 0,4 0 89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5.4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3 5529 0 0,'-1'-1'436'0'0,"1"1"-291"0"0,0 0 1 0 0,-1 0-1 0 0,1 0 0 0 0,-1 0 0 0 0,1-1 1 0 0,0 1-1 0 0,-1 0 0 0 0,1 0 1 0 0,0 0-1 0 0,-1 0 0 0 0,1 0 0 0 0,-1 0 1 0 0,1 0-1 0 0,0 0 0 0 0,-1 0 1 0 0,1 0-1 0 0,-1 0 0 0 0,-4 3 2180 0 0,4-2-2180 0 0,-1 20 3807 0 0,10 29-26 0 0,-7-47-3765 0 0,7 27 958 0 0,1-1-1 0 0,23 54 0 0 0,-15-50-1020 0 0,2 0 0 0 0,0-2 1 0 0,49 59-1 0 0,2 5-3636 0 0,-56-74-3510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5.6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96 9218 0 0,'1'-2'196'0'0,"0"1"0"0"0,-1 0 0 0 0,1 0 0 0 0,0 0 0 0 0,0 0 0 0 0,0 0 0 0 0,0 0 0 0 0,0 0 1 0 0,0 0-1 0 0,1 0 0 0 0,-1 1 0 0 0,0-1 0 0 0,0 0 0 0 0,1 1 0 0 0,-1-1 0 0 0,2 0 0 0 0,29-12 1302 0 0,-26 11-948 0 0,115-37 1848 0 0,-87 31-3792 0 0,0 2 1 0 0,0 1-1 0 0,54-2 0 0 0,-63 7 1262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5.96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5 8290 0 0,'-3'6'4665'0'0,"0"27"272"0"0,3-26-4632 0 0,1 0 1 0 0,-1 0 0 0 0,2 0-1 0 0,-1 0 1 0 0,1 0 0 0 0,0 0-1 0 0,1 0 1 0 0,-1-1 0 0 0,1 1-1 0 0,1-1 1 0 0,-1 0 0 0 0,1 0-1 0 0,6 7 1 0 0,-8-10-317 0 0,0-1 1 0 0,0 0-1 0 0,0 0 1 0 0,0 0-1 0 0,0 0 1 0 0,1 0-1 0 0,-1-1 1 0 0,0 1-1 0 0,1-1 1 0 0,0 1-1 0 0,-1-1 0 0 0,1 0 1 0 0,0 0-1 0 0,0 0 1 0 0,-1 0-1 0 0,1-1 1 0 0,0 1-1 0 0,0-1 1 0 0,0 0-1 0 0,0 1 1 0 0,0-1-1 0 0,0-1 1 0 0,0 1-1 0 0,0 0 0 0 0,-1-1 1 0 0,1 1-1 0 0,0-1 1 0 0,0 0-1 0 0,0 0 1 0 0,-1 0-1 0 0,1-1 1 0 0,0 1-1 0 0,-1 0 1 0 0,4-4-1 0 0,4-3-66 0 0,0 0 0 0 0,-1-1 0 0 0,0 0 0 0 0,0 0 0 0 0,-1-1 0 0 0,10-16 0 0 0,-10 14 103 0 0,1 0-1 0 0,0 1 1 0 0,1 0 0 0 0,14-13-1 0 0,-23 23 4 0 0,0 1 0 0 0,0-1 0 0 0,-1 0 0 0 0,1 1 0 0 0,0-1 0 0 0,0 1 0 0 0,0-1 0 0 0,0 1 0 0 0,0-1 0 0 0,0 1 0 0 0,0-1 0 0 0,0 1 0 0 0,0 0 0 0 0,0 0-1 0 0,0 0 1 0 0,0-1 0 0 0,0 1 0 0 0,0 0 0 0 0,0 0 0 0 0,0 0 0 0 0,0 0 0 0 0,0 1 0 0 0,0-1 0 0 0,0 0 0 0 0,0 0 0 0 0,1 1 0 0 0,0 0 28 0 0,-1 0 0 0 0,0 0 0 0 0,1 1 0 0 0,-1-1 1 0 0,0 0-1 0 0,0 1 0 0 0,0-1 0 0 0,0 1 0 0 0,0-1 0 0 0,0 1 0 0 0,0-1 1 0 0,0 1-1 0 0,0 3 0 0 0,3 8 125 0 0,-1 0-1 0 0,0 0 1 0 0,1 18 0 0 0,-3-21-317 0 0,5 36 119 0 0,3 16 181 0 0,-3-1-1 0 0,-2 66 1 0 0,-5-107-346 0 0,0 0 0 0 0,-2 0 1 0 0,0 0-1 0 0,-2 0 0 0 0,0-1 0 0 0,-1 0 0 0 0,-1 0 0 0 0,0 0 1 0 0,-2-1-1 0 0,-15 26 0 0 0,5-17-7718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7.06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253 53 4145 0 0,'-1'-6'353'0'0,"0"2"450"0"0,0 0 1 0 0,0 1 0 0 0,0-1 0 0 0,0 0-1 0 0,0 1 1 0 0,-1-1 0 0 0,0 1 0 0 0,-3-6-1 0 0,4 8-590 0 0,-1 0-1 0 0,1 0 1 0 0,0 0-1 0 0,-1 0 1 0 0,1 1 0 0 0,-1-1-1 0 0,1 1 1 0 0,0-1-1 0 0,-1 1 1 0 0,1-1-1 0 0,-1 1 1 0 0,0 0-1 0 0,1-1 1 0 0,-1 1-1 0 0,1 0 1 0 0,-1 0-1 0 0,1 0 1 0 0,-1 1-1 0 0,1-1 1 0 0,-1 0-1 0 0,0 1 1 0 0,1-1-1 0 0,-1 0 1 0 0,1 1 0 0 0,-3 1-1 0 0,-7 3 65 0 0,0 0-1 0 0,0 0 1 0 0,0 1 0 0 0,1 0 0 0 0,0 1-1 0 0,0 0 1 0 0,1 1 0 0 0,0 0 0 0 0,0 1-1 0 0,1-1 1 0 0,0 2 0 0 0,1-1-1 0 0,0 1 1 0 0,0 0 0 0 0,1 1 0 0 0,0-1-1 0 0,-6 17 1 0 0,6-10-366 0 0,-1 0-1 0 0,2 0 0 0 0,1 1 1 0 0,0-1-1 0 0,1 1 1 0 0,1 0-1 0 0,0 0 0 0 0,2 0 1 0 0,0 1-1 0 0,1-1 1 0 0,3 18-1 0 0,-2-28-276 0 0,0-1 0 0 0,0 1 0 0 0,1-1-1 0 0,4 11 1 0 0,5 4-1202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7.44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187 37 5065 0 0,'-1'-3'349'0'0,"0"1"1"0"0,0 0-1 0 0,0 0 1 0 0,0 0-1 0 0,0 0 0 0 0,-1 0 1 0 0,1 1-1 0 0,-1-1 0 0 0,1 0 1 0 0,-1 1-1 0 0,0-1 1 0 0,1 0-1 0 0,-1 1 0 0 0,0 0 1 0 0,0 0-1 0 0,0-1 1 0 0,0 1-1 0 0,0 0 0 0 0,0 1 1 0 0,0-1-1 0 0,-1 0 0 0 0,1 0 1 0 0,0 1-1 0 0,0 0 1 0 0,-1-1-1 0 0,1 1 0 0 0,0 0 1 0 0,0 0-1 0 0,-1 0 0 0 0,1 0 1 0 0,0 1-1 0 0,-1-1 1 0 0,1 0-1 0 0,-3 2 0 0 0,-1 0-21 0 0,0 0 0 0 0,1 0 0 0 0,-1 1 0 0 0,1-1 0 0 0,0 1-1 0 0,0 0 1 0 0,0 1 0 0 0,0-1 0 0 0,1 1 0 0 0,-1 0 0 0 0,1 0-1 0 0,-6 8 1 0 0,4-3-240 0 0,0 1 0 0 0,0 0 0 0 0,1 0 0 0 0,1 0 0 0 0,0 0 0 0 0,0 1 0 0 0,1-1 0 0 0,0 1 0 0 0,1 0 0 0 0,1 0 0 0 0,-2 17 0 0 0,3-26-95 0 0,0-1 0 0 0,0 0 0 0 0,0 0 0 0 0,-1 0-1 0 0,1 0 1 0 0,0 0 0 0 0,0 1 0 0 0,1-1-1 0 0,-1 0 1 0 0,0 0 0 0 0,0 0 0 0 0,0 0-1 0 0,1 0 1 0 0,-1 0 0 0 0,1 1 0 0 0,-1-1 0 0 0,1 0-1 0 0,-1 0 1 0 0,1 0 0 0 0,-1-1 0 0 0,1 1-1 0 0,0 0 1 0 0,0 0 0 0 0,0 0 0 0 0,-1 0-1 0 0,1-1 1 0 0,0 1 0 0 0,0 0 0 0 0,0-1 0 0 0,0 1-1 0 0,0 0 1 0 0,0-1 0 0 0,0 0 0 0 0,0 1-1 0 0,0-1 1 0 0,1 1 0 0 0,-1-1 0 0 0,0 0-1 0 0,0 0 1 0 0,0 0 0 0 0,0 0 0 0 0,0 0 0 0 0,1 0-1 0 0,-1 0 1 0 0,0 0 0 0 0,0 0 0 0 0,2-1-1 0 0,1 0-65 0 0,1-1-1 0 0,-1 1 0 0 0,0-1 0 0 0,0 0 0 0 0,0 0 1 0 0,0-1-1 0 0,0 1 0 0 0,0-1 0 0 0,-1 0 0 0 0,6-5 1 0 0,-5 3 18 0 0,0 0 0 0 0,0-1 0 0 0,-1 0 0 0 0,1 1 0 0 0,-1-1 1 0 0,0 0-1 0 0,-1 0 0 0 0,0-1 0 0 0,3-12 0 0 0,10-23 145 0 0,-15 41-60 0 0,0-1 0 0 0,1 1 0 0 0,-1 0 0 0 0,1 0 0 0 0,-1 0 0 0 0,1 0 0 0 0,0 0 0 0 0,-1 0 0 0 0,1 1 0 0 0,0-1 0 0 0,0 0 0 0 0,0 0 0 0 0,0 0 0 0 0,0 1 0 0 0,0-1 0 0 0,-1 0 0 0 0,2 1 0 0 0,0-1 0 0 0,-1 1-7 0 0,-1 0 0 0 0,1 0 0 0 0,0 0 0 0 0,0 0-1 0 0,0 0 1 0 0,0 0 0 0 0,-1 0 0 0 0,1 0 0 0 0,0 0 0 0 0,0 1 0 0 0,-1-1 0 0 0,1 0-1 0 0,0 1 1 0 0,0-1 0 0 0,-1 0 0 0 0,1 1 0 0 0,0-1 0 0 0,-1 1 0 0 0,2 0 0 0 0,4 5 92 0 0,-1 0 1 0 0,0 1 0 0 0,-1-1 0 0 0,7 12 0 0 0,3 3 19 0 0,-7-15-172 0 0,0 1 0 0 0,0-2 1 0 0,0 1-1 0 0,0-1 0 0 0,1 0 1 0 0,0-1-1 0 0,0 1 1 0 0,15 4-1 0 0,40 8-6083 0 0,-48-15-60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7.6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5 133 3313 0 0,'-4'-17'-317'0'0,"4"16"575"0"0,0 0 0 0 0,0 0 0 0 0,0 0 0 0 0,0 0 0 0 0,0 0 0 0 0,0 0 0 0 0,0 0 0 0 0,1 0 0 0 0,-1 0 0 0 0,0 0 0 0 0,1 0 0 0 0,-1 0 1 0 0,1 0-1 0 0,-1 0 0 0 0,1 0 0 0 0,0-1 0 0 0,0 1 56 0 0,0 0 0 0 0,1 0 0 0 0,-1 0 1 0 0,1 1-1 0 0,-1-1 0 0 0,0 0 0 0 0,1 1 0 0 0,-1-1 1 0 0,1 1-1 0 0,-1-1 0 0 0,1 1 0 0 0,-1 0 1 0 0,1-1-1 0 0,0 1 0 0 0,-1 0 0 0 0,1 0 0 0 0,-1 0 1 0 0,1 0-1 0 0,-1 1 0 0 0,1-1 0 0 0,0 0 1 0 0,1 1-1 0 0,10 3 368 0 0,-1 0 1 0 0,1 1-1 0 0,-1 0 1 0 0,0 1-1 0 0,0 1 1 0 0,-1 0-1 0 0,0 0 1 0 0,0 1-1 0 0,0 0 1 0 0,-1 1-1 0 0,15 17 1 0 0,-24-25-589 0 0,-12-30 425 0 0,8 18-544 0 0,0 0 0 0 0,1 0 0 0 0,0-1 0 0 0,0 1 0 0 0,1-1 0 0 0,1-17 0 0 0,9-16-6740 0 0,-2 28-314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8.03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73 11979 0 0,'9'8'1199'0'0,"0"0"1"0"0,1-1 0 0 0,0 0 0 0 0,18 9-1 0 0,-18-12-901 0 0,-1 1 0 0 0,0 1-1 0 0,0 0 1 0 0,-1 0 0 0 0,0 1 0 0 0,0 0-1 0 0,10 10 1 0 0,-8-1 17 0 0,1 0 0 0 0,12 28 0 0 0,-21-40-78 0 0,-4-16-266 0 0,0-1 0 0 0,-1-22 0 0 0,3 30 28 0 0,0-9-571 0 0,1 0 0 0 0,1 0 0 0 0,0 0 0 0 0,1 0 0 0 0,0 0 0 0 0,1 1 0 0 0,1 0 0 0 0,0 0 0 0 0,1 0 0 0 0,0 0 0 0 0,1 1 1 0 0,13-18-1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8.2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 1 9674 0 0,'-2'2'540'0'0,"0"1"-1"0"0,0-1 1 0 0,0 1-1 0 0,0 0 1 0 0,1 0-1 0 0,-1 0 1 0 0,1 0-1 0 0,-1 0 0 0 0,1 0 1 0 0,0 0-1 0 0,1 0 1 0 0,-1 0-1 0 0,0 1 1 0 0,1 4-1 0 0,-1-2-159 0 0,1 0 0 0 0,1 0-1 0 0,-1-1 1 0 0,1 1-1 0 0,0 0 1 0 0,1-1-1 0 0,-1 1 1 0 0,4 7 0 0 0,-2-8-459 0 0,-1 1 0 0 0,1-1 1 0 0,0 0-1 0 0,0-1 0 0 0,0 1 1 0 0,1 0-1 0 0,0-1 0 0 0,6 6 1 0 0,-8-8-208 0 0,1 0 1 0 0,0 0 0 0 0,0 0 0 0 0,-1 0-1 0 0,1 0 1 0 0,0-1 0 0 0,1 1-1 0 0,-1-1 1 0 0,0 0 0 0 0,0 0 0 0 0,0 0-1 0 0,1-1 1 0 0,-1 1 0 0 0,6-1-1 0 0,9-1-162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8.46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65 14283 0 0,'-17'-40'1710'0'0,"17"38"-1665"0"0,0 1 1 0 0,-1 0-1 0 0,1 0 1 0 0,0 0-1 0 0,0-1 1 0 0,0 1-1 0 0,0 0 0 0 0,0 0 1 0 0,0-1-1 0 0,0 1 1 0 0,0 0-1 0 0,0 0 1 0 0,1-3-1 0 0,0 4-58 0 0,-1-1-1 0 0,1 1 1 0 0,-1-1 0 0 0,1 1-1 0 0,-1 0 1 0 0,1 0-1 0 0,-1-1 1 0 0,1 1 0 0 0,-1 0-1 0 0,1 0 1 0 0,-1-1 0 0 0,1 1-1 0 0,-1 0 1 0 0,1 0-1 0 0,0 0 1 0 0,-1 0 0 0 0,1 0-1 0 0,-1 0 1 0 0,1 0-1 0 0,-1 0 1 0 0,1 0 0 0 0,0 0-1 0 0,-1 0 1 0 0,1 0 0 0 0,-1 0-1 0 0,1 1 1 0 0,-1-1-1 0 0,1 0 1 0 0,0 0 0 0 0,-1 1-1 0 0,1-1 1 0 0,0 1-1 0 0,6 2-1078 0 0,0 1 0 0 0,-1 1 0 0 0,1-1 0 0 0,-1 1 0 0 0,11 10 0 0 0,4 3 91 0 0,-3-5 857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8.72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0 216 6913 0 0,'4'1'209'0'0,"0"-1"0"0"0,0 0 0 0 0,0 0 0 0 0,0 0 0 0 0,-1 0 0 0 0,1 0 0 0 0,0-1 0 0 0,0 1 0 0 0,0-1 0 0 0,0 0 0 0 0,-1-1 0 0 0,1 1 0 0 0,6-4 0 0 0,2-1 344 0 0,-1 0 0 0 0,20-15 0 0 0,-25 17-354 0 0,-1-1 0 0 0,-1 0-1 0 0,1 0 1 0 0,-1 0-1 0 0,0 0 1 0 0,0-1-1 0 0,0 0 1 0 0,-1 1 0 0 0,0-2-1 0 0,0 1 1 0 0,-1 0-1 0 0,4-10 1 0 0,-6 13-108 0 0,1 0 1 0 0,0 0-1 0 0,-1 0 0 0 0,1 0 0 0 0,-1 0 1 0 0,0 0-1 0 0,0 0 0 0 0,0-1 1 0 0,0 1-1 0 0,-1 0 0 0 0,1 0 1 0 0,-1 0-1 0 0,0 0 0 0 0,0 1 0 0 0,0-1 1 0 0,0 0-1 0 0,0 0 0 0 0,-1 0 1 0 0,1 1-1 0 0,-1-1 0 0 0,0 1 1 0 0,1-1-1 0 0,-1 1 0 0 0,-1 0 0 0 0,1 0 1 0 0,0 0-1 0 0,0 0 0 0 0,-1 0 1 0 0,1 0-1 0 0,-4-1 0 0 0,4 1 0 0 0,0 1 0 0 0,-1 0 0 0 0,1 0 0 0 0,0 1 1 0 0,0-1-1 0 0,-1 0 0 0 0,1 1 0 0 0,-1 0 0 0 0,1-1 0 0 0,0 1 0 0 0,-1 0 0 0 0,1 0 0 0 0,-1 0 0 0 0,1 1 0 0 0,0-1 0 0 0,-1 0 0 0 0,1 1 0 0 0,0 0 0 0 0,-4 1 0 0 0,2 0 28 0 0,1 0 1 0 0,-1 0-1 0 0,1 0 0 0 0,-1 1 0 0 0,1-1 1 0 0,0 1-1 0 0,0 0 0 0 0,0 0 0 0 0,0 0 1 0 0,-4 7-1 0 0,4-6-77 0 0,0 0 0 0 0,1 1 0 0 0,-1-1 1 0 0,1 1-1 0 0,0 0 0 0 0,0 0 0 0 0,0 0 0 0 0,1 0 1 0 0,0 0-1 0 0,0 0 0 0 0,0 0 0 0 0,1 0 0 0 0,-1 0 1 0 0,1 1-1 0 0,0-1 0 0 0,1 0 0 0 0,-1 0 0 0 0,3 9 0 0 0,12 8-831 0 0,-1-9-4260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8.9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43 4609 0 0,'0'-1'153'0'0,"1"-1"1"0"0,-1 1-1 0 0,1 0 0 0 0,-1 0 1 0 0,1-1-1 0 0,0 1 0 0 0,0 0 1 0 0,-1 0-1 0 0,1 0 0 0 0,0 0 1 0 0,0 0-1 0 0,0 0 0 0 0,0 0 1 0 0,0 0-1 0 0,0 0 0 0 0,0 1 1 0 0,1-1-1 0 0,-1 0 0 0 0,0 1 0 0 0,0-1 1 0 0,1 1-1 0 0,-1-1 0 0 0,0 1 1 0 0,1-1-1 0 0,-1 1 0 0 0,0 0 1 0 0,1 0-1 0 0,-1 0 0 0 0,0 0 1 0 0,1 0-1 0 0,1 0 0 0 0,3-1 432 0 0,-1 1-1 0 0,1 0 0 0 0,0 0 1 0 0,-1 1-1 0 0,1 0 0 0 0,8 1 1 0 0,-10 0-291 0 0,0 0 0 0 0,1 1 0 0 0,-1-1 0 0 0,0 1 0 0 0,0-1 0 0 0,-1 1 0 0 0,1 0 0 0 0,-1 1 0 0 0,1-1 0 0 0,4 7 0 0 0,28 46 1301 0 0,-3-6-862 0 0,-29-44-479 0 0,15 16 714 0 0,-19-21-884 0 0,1-1-1 0 0,-1 1 1 0 0,1 0 0 0 0,-1-1 0 0 0,1 1 0 0 0,-1-1-1 0 0,1 1 1 0 0,-1-1 0 0 0,1 1 0 0 0,0-1 0 0 0,-1 1-1 0 0,1-1 1 0 0,0 0 0 0 0,0 1 0 0 0,-1-1 0 0 0,1 0-1 0 0,0 1 1 0 0,0-1 0 0 0,-1 0 0 0 0,1 0 0 0 0,0 0-1 0 0,0 0 1 0 0,0 0 0 0 0,1 0 0 0 0,-1-3-27 0 0,1 1 0 0 0,-1-1-1 0 0,0 0 1 0 0,0 1 0 0 0,0-1 0 0 0,0 0 0 0 0,0 0 0 0 0,-1 0 0 0 0,1 0 0 0 0,-1 0 0 0 0,0 0-1 0 0,0-5 1 0 0,1-3 28 0 0,2-14-437 0 0,9-41 753 0 0,5 26-7271 0 0,-6 22-224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9.2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203 0 4609 0 0,'0'0'353'0'0,"-24"14"3398"0"0,3-2-2466 0 0,1 0 0 0 0,1 1 1 0 0,0 1-1 0 0,1 0 1 0 0,1 2-1 0 0,0 0 1 0 0,-17 21-1 0 0,32-35-1182 0 0,1 1 0 0 0,-1-1 0 0 0,1 0 0 0 0,0 0-1 0 0,0 1 1 0 0,0-1 0 0 0,0 0 0 0 0,0 1 0 0 0,0-1 0 0 0,1 1 0 0 0,-1-1 0 0 0,1 1-1 0 0,-1 0 1 0 0,1-1 0 0 0,0 1 0 0 0,0-1 0 0 0,0 1 0 0 0,1 0 0 0 0,-1-1-1 0 0,1 1 1 0 0,1 4 0 0 0,1 0 22 0 0,1 1-1 0 0,0-1 1 0 0,1 0-1 0 0,0 0 1 0 0,8 9-1 0 0,-9-12-110 0 0,0 0-1 0 0,-1 0 0 0 0,0 0 1 0 0,1 0-1 0 0,-1 1 1 0 0,-1-1-1 0 0,1 1 0 0 0,-1 0 1 0 0,1 0-1 0 0,-1 0 1 0 0,-1 0-1 0 0,1 0 1 0 0,-1 1-1 0 0,0-1 0 0 0,1 10 1 0 0,-3-12-128 0 0,0 0 0 0 0,0-1-1 0 0,-1 1 1 0 0,1-1 0 0 0,-1 1 0 0 0,1-1 0 0 0,-1 0 0 0 0,0 1 0 0 0,0-1 0 0 0,0 0 0 0 0,0 0-1 0 0,0 0 1 0 0,0-1 0 0 0,-1 1 0 0 0,1 0 0 0 0,0-1 0 0 0,-1 0 0 0 0,0 1 0 0 0,1-1 0 0 0,-1 0-1 0 0,0 0 1 0 0,-3 0 0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49.80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215 63 10138 0 0,'1'-2'240'0'0,"-1"0"-1"0"0,0-1 0 0 0,0 1 1 0 0,0-1-1 0 0,0 1 0 0 0,-1 0 1 0 0,1-1-1 0 0,0 1 0 0 0,-1 0 1 0 0,0 0-1 0 0,0-1 1 0 0,0 1-1 0 0,0 0 0 0 0,0 0 1 0 0,0 0-1 0 0,0 0 0 0 0,0 0 1 0 0,-1 0-1 0 0,1 0 0 0 0,-1 1 1 0 0,0-1-1 0 0,1 0 1 0 0,-1 1-1 0 0,0-1 0 0 0,0 1 1 0 0,0 0-1 0 0,0 0 0 0 0,0-1 1 0 0,0 1-1 0 0,-1 1 0 0 0,1-1 1 0 0,0 0-1 0 0,0 0 1 0 0,-1 1-1 0 0,1-1 0 0 0,0 1 1 0 0,-4 0-1 0 0,0 0-71 0 0,0 0-1 0 0,0 1 1 0 0,0 0-1 0 0,1 0 1 0 0,-1 1-1 0 0,0-1 1 0 0,1 1-1 0 0,-1 0 1 0 0,1 1 0 0 0,0-1-1 0 0,0 1 1 0 0,0 0-1 0 0,0 1 1 0 0,-7 5-1 0 0,5-2-125 0 0,0 1-1 0 0,0 0 1 0 0,1 1-1 0 0,0-1 1 0 0,0 1-1 0 0,1 0 1 0 0,1 1-1 0 0,-1-1 1 0 0,1 1-1 0 0,1 0 1 0 0,0 0-1 0 0,0 0 1 0 0,-1 13-1 0 0,3-19-44 0 0,1 0 1 0 0,-1 0-1 0 0,1 0 0 0 0,0 0 0 0 0,0 0 0 0 0,0 0 0 0 0,0 0 0 0 0,1 0 0 0 0,0 0 0 0 0,0 0 0 0 0,0 0 0 0 0,0 0 1 0 0,1-1-1 0 0,-1 1 0 0 0,1 0 0 0 0,0-1 0 0 0,0 1 0 0 0,0-1 0 0 0,0 0 0 0 0,1 1 0 0 0,0-1 0 0 0,-1 0 0 0 0,1-1 1 0 0,0 1-1 0 0,0 0 0 0 0,1-1 0 0 0,-1 0 0 0 0,1 0 0 0 0,-1 0 0 0 0,1 0 0 0 0,-1 0 0 0 0,1-1 0 0 0,0 1 0 0 0,0-1 1 0 0,0 0-1 0 0,7 1 0 0 0,-3-1-91 0 0,0-1 1 0 0,-1 1 0 0 0,1-1-1 0 0,-1-1 1 0 0,1 1-1 0 0,0-1 1 0 0,-1-1 0 0 0,1 1-1 0 0,-1-1 1 0 0,0-1-1 0 0,0 1 1 0 0,1-1 0 0 0,-2-1-1 0 0,13-6 1 0 0,-14 7-51 0 0,-1 0 1 0 0,1-1-1 0 0,0 0 0 0 0,-1 0 1 0 0,0 0-1 0 0,0 0 1 0 0,0 0-1 0 0,0-1 0 0 0,-1 0 1 0 0,0 0-1 0 0,0 0 1 0 0,0 0-1 0 0,-1 0 0 0 0,1-1 1 0 0,-1 1-1 0 0,0-1 1 0 0,-1 0-1 0 0,0 1 0 0 0,2-10 1 0 0,-2-4 156 0 0,3-19 4020 0 0,-1 45-3908 0 0,0 0 1 0 0,0 0-1 0 0,0-1 1 0 0,1 0-1 0 0,0 1 1 0 0,0-1-1 0 0,0-1 0 0 0,10 11 1 0 0,17 13-665 0 0,-1-4-3687 0 0,-21-18 1881 0 0,8 7-4538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50.1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 7370 0 0,'4'0'353'0'0,"-1"-1"1"0"0,1 1-1 0 0,-1 0 1 0 0,1 0 0 0 0,-1 0-1 0 0,1 1 1 0 0,-1-1 0 0 0,1 1-1 0 0,-1 0 1 0 0,1 0 0 0 0,-1 0-1 0 0,0 0 1 0 0,1 0-1 0 0,-1 1 1 0 0,0 0 0 0 0,0-1-1 0 0,0 1 1 0 0,3 3 0 0 0,9 6 1555 0 0,27 26 1 0 0,-39-35-1718 0 0,7 8 116 0 0,-1 0 1 0 0,0 0 0 0 0,10 14-1 0 0,-17-21-249 0 0,0-1-1 0 0,0 1 1 0 0,-1 0-1 0 0,1-1 1 0 0,-1 1 0 0 0,0 0-1 0 0,0 0 1 0 0,0 0-1 0 0,0 0 1 0 0,0 0 0 0 0,-1 0-1 0 0,1 0 1 0 0,-1 1-1 0 0,0-1 1 0 0,0 0-1 0 0,0 0 1 0 0,0 0 0 0 0,0 0-1 0 0,-1 0 1 0 0,-1 5-1 0 0,2-8-46 0 0,0 1 0 0 0,0 0-1 0 0,0-1 1 0 0,0 1 0 0 0,0-1-1 0 0,-1 1 1 0 0,1-1 0 0 0,0 1-1 0 0,0-1 1 0 0,-1 1 0 0 0,1-1-1 0 0,0 1 1 0 0,-1-1 0 0 0,1 1-1 0 0,-1-1 1 0 0,1 1 0 0 0,0-1-1 0 0,-1 0 1 0 0,1 1 0 0 0,-1-1-1 0 0,1 0 1 0 0,-1 1 0 0 0,1-1-1 0 0,-1 0 1 0 0,0 0 0 0 0,1 1-1 0 0,-1-1 1 0 0,1 0 0 0 0,-1 0-1 0 0,1 0 1 0 0,-2 0 0 0 0,1 0 33 0 0,0-1 1 0 0,0 0-1 0 0,0 1 0 0 0,0-1 1 0 0,1 0-1 0 0,-1 0 0 0 0,0 1 1 0 0,0-1-1 0 0,1 0 1 0 0,-1 0-1 0 0,1 0 0 0 0,-1 0 1 0 0,0 0-1 0 0,0-2 1 0 0,-11-39 900 0 0,12 31-1149 0 0,0 1 1 0 0,1-1 0 0 0,3-18-1 0 0,1 6-708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50.3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6449 0 0,'3'4'432'0'0,"-1"1"-1"0"0,1-1 0 0 0,0 0 1 0 0,1 0-1 0 0,-1 0 1 0 0,1 0-1 0 0,-1 0 0 0 0,1-1 1 0 0,0 0-1 0 0,1 0 0 0 0,-1 0 1 0 0,0 0-1 0 0,1-1 1 0 0,5 3-1 0 0,-7-4-188 0 0,0 0 0 0 0,0 0 1 0 0,0-1-1 0 0,-1 0 0 0 0,1 1 0 0 0,0-1 1 0 0,0 0-1 0 0,0 0 0 0 0,0 0 0 0 0,0-1 1 0 0,-1 1-1 0 0,1-1 0 0 0,0 0 0 0 0,3-1 1 0 0,-2 1-402 0 0,0-1 0 0 0,-1 0 0 0 0,0 0 0 0 0,1 0 0 0 0,-1-1 0 0 0,0 1 0 0 0,4-5 0 0 0,-2 1-385 0 0,-1 1 312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50.8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0 321 1840 0 0,'12'-4'7935'0'0,"25"-16"-6282"0"0,-29 15-521 0 0,3-1-333 0 0,-1-1 0 0 0,0 0 1 0 0,0-1-1 0 0,0-1 0 0 0,-1 1 0 0 0,-1-1 1 0 0,11-14-1 0 0,-9 10-532 0 0,-1 0 1 0 0,0-1-1 0 0,-1 0 1 0 0,-1-1 0 0 0,0 0-1 0 0,-1 0 1 0 0,0 0-1 0 0,6-30 1 0 0,-12 43-259 0 0,1 0 0 0 0,-1 0 0 0 0,0 0 0 0 0,0 0 0 0 0,1-1 0 0 0,-1 1 0 0 0,-1 0 0 0 0,1 0 0 0 0,0 0 0 0 0,0 0 0 0 0,-1-1 0 0 0,1 1 0 0 0,-1 0 0 0 0,0 0 0 0 0,0 0 0 0 0,0 0 0 0 0,0 0 0 0 0,0 0 0 0 0,0 0 0 0 0,0 1 0 0 0,-2-3 0 0 0,1 3 8 0 0,0 0 1 0 0,1 0-1 0 0,-1 0 0 0 0,0 0 0 0 0,0 0 1 0 0,0 1-1 0 0,0-1 0 0 0,0 0 0 0 0,0 1 1 0 0,-1 0-1 0 0,1-1 0 0 0,0 1 0 0 0,0 0 0 0 0,0 0 1 0 0,0 0-1 0 0,0 1 0 0 0,0-1 0 0 0,0 0 1 0 0,0 1-1 0 0,-1-1 0 0 0,1 1 0 0 0,-2 1 1 0 0,-4 0 19 0 0,1 1 1 0 0,-1 1-1 0 0,0-1 1 0 0,1 1-1 0 0,-1 1 0 0 0,1-1 1 0 0,1 1-1 0 0,-1 0 1 0 0,1 1-1 0 0,-1 0 1 0 0,-9 12-1 0 0,14-15-26 0 0,0 0 0 0 0,0 0 0 0 0,0 0 0 0 0,1 0 0 0 0,-1 0 1 0 0,1 0-1 0 0,0 0 0 0 0,0 1 0 0 0,0-1 0 0 0,0 0 0 0 0,1 1 0 0 0,-1-1 0 0 0,1 1 0 0 0,0-1 0 0 0,0 1 0 0 0,0-1 0 0 0,0 0 0 0 0,1 1 0 0 0,-1-1 0 0 0,1 1 0 0 0,0-1 0 0 0,0 0 0 0 0,0 1 0 0 0,1-1 0 0 0,-1 0 0 0 0,1 0 0 0 0,0 0 0 0 0,0 0 0 0 0,0 0 0 0 0,0-1 1 0 0,4 5-1 0 0,1 0 17 0 0,0-1 0 0 0,1 0 0 0 0,0 0 0 0 0,0-1 1 0 0,0 0-1 0 0,0 0 0 0 0,1-1 0 0 0,0 0 1 0 0,0 0-1 0 0,0-1 0 0 0,0-1 0 0 0,0 1 0 0 0,18 1 1 0 0,11 0-1029 0 0,0-2 1 0 0,41-2-1 0 0,-46 0-6305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51.49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48 7370 0 0,'-3'-12'-405'0'0,"1"-9"4945"0"0,2 21-4346 0 0,0-1 0 0 0,0 0-1 0 0,0 1 1 0 0,0-1-1 0 0,0 1 1 0 0,1-1 0 0 0,-1 0-1 0 0,0 1 1 0 0,0-1 0 0 0,1 1-1 0 0,-1-1 1 0 0,0 0 0 0 0,0 1-1 0 0,1-1 1 0 0,-1 1 0 0 0,1-1-1 0 0,-1 1 1 0 0,0-1-1 0 0,1 1 1 0 0,-1-1 0 0 0,1 1-1 0 0,-1 0 1 0 0,1-1 0 0 0,0 1-1 0 0,-1 0 1 0 0,1-1 0 0 0,-1 1-1 0 0,1 0 1 0 0,-1 0 0 0 0,1 0-1 0 0,0-1 1 0 0,-1 1-1 0 0,1 0 1 0 0,0 0 0 0 0,-1 0-1 0 0,1 0 1 0 0,0 0 0 0 0,-1 0-1 0 0,1 0 1 0 0,-1 0 0 0 0,1 0-1 0 0,0 1 1 0 0,-1-1 0 0 0,1 0-1 0 0,0 0 1 0 0,-1 0 0 0 0,1 1-1 0 0,0 0 1 0 0,1 0-81 0 0,1 0 1 0 0,-1 1 0 0 0,0-1-1 0 0,0 1 1 0 0,0 0-1 0 0,-1 0 1 0 0,1-1-1 0 0,0 1 1 0 0,-1 0-1 0 0,1 1 1 0 0,-1-1 0 0 0,0 0-1 0 0,0 0 1 0 0,1 1-1 0 0,0 2 1 0 0,12 39 278 0 0,-14-43-358 0 0,11 50 301 0 0,6 79 1 0 0,-14-95-314 0 0,1 1 1 0 0,1 0 0 0 0,2-1 0 0 0,2 0 0 0 0,16 40 0 0 0,-25-75-27 0 0,0 1 0 0 0,0-1 0 0 0,0 0 0 0 0,0 0 0 0 0,0 1 0 0 0,0-1 1 0 0,0 0-1 0 0,0 0 0 0 0,1 1 0 0 0,-1-1 0 0 0,0 0 0 0 0,0 0 0 0 0,0 0 0 0 0,0 1 0 0 0,1-1 0 0 0,-1 0 0 0 0,0 0 0 0 0,0 0 0 0 0,0 0 0 0 0,1 1 0 0 0,-1-1 0 0 0,0 0 0 0 0,0 0 0 0 0,1 0 0 0 0,-1 0 0 0 0,0 0 1 0 0,1 0-1 0 0,-1 0 0 0 0,0 0 0 0 0,0 0 0 0 0,1 0 0 0 0,-1 0 0 0 0,0 0 0 0 0,0 0 0 0 0,1 0 0 0 0,-1 0 0 0 0,0 0 0 0 0,0 0 0 0 0,1 0 0 0 0,-1 0 0 0 0,0 0 0 0 0,0 0 0 0 0,1 0 0 0 0,-1-1 0 0 0,0 1 0 0 0,0 0 1 0 0,1 0-1 0 0,12-17-277 0 0,11-31-300 0 0,-22 42 495 0 0,-1 4 68 0 0,9-20-61 0 0,1 0 0 0 0,1 0-1 0 0,23-32 1 0 0,-32 49 89 0 0,1 0 1 0 0,0 1-1 0 0,0 0 0 0 0,0-1 0 0 0,1 1 0 0 0,0 1 0 0 0,-1-1 0 0 0,1 1 0 0 0,1-1 0 0 0,-1 1 0 0 0,0 1 0 0 0,1-1 0 0 0,-1 1 0 0 0,1 0 0 0 0,0 0 1 0 0,0 1-1 0 0,-1 0 0 0 0,1 0 0 0 0,0 0 0 0 0,11 0 0 0 0,-13 2 2 0 0,-1-1 0 0 0,1 1-1 0 0,-1 0 1 0 0,1 0 0 0 0,-1 0 0 0 0,1 1 0 0 0,-1-1-1 0 0,0 1 1 0 0,1-1 0 0 0,-1 1 0 0 0,0 0 0 0 0,0 1 0 0 0,0-1-1 0 0,-1 0 1 0 0,1 1 0 0 0,0-1 0 0 0,-1 1 0 0 0,0 0-1 0 0,0 0 1 0 0,4 5 0 0 0,2 8 36 0 0,0 0 0 0 0,-1 0 0 0 0,6 22 0 0 0,12 22-60 0 0,1-24-735 0 0,-11-20 6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51.81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78 126 4145 0 0,'7'-16'-23'0'0,"-2"-3"3361"0"0,-5 17-2864 0 0,0 1 0 0 0,1-1 0 0 0,-1 0 0 0 0,0 1 0 0 0,0-1 0 0 0,0 0 0 0 0,0 1 0 0 0,-1-1 0 0 0,1 0 0 0 0,0 1 0 0 0,-1-1 1 0 0,1 1-1 0 0,-1-1 0 0 0,1 1 0 0 0,-1-1 0 0 0,0 1 0 0 0,1-1 0 0 0,-1 1 0 0 0,-2-3 0 0 0,2 4-365 0 0,0-1 0 0 0,0 1 0 0 0,1 0 0 0 0,-1-1-1 0 0,0 1 1 0 0,0 0 0 0 0,0 0 0 0 0,0 0 0 0 0,0 0 0 0 0,0 0 0 0 0,0 0 0 0 0,1 0 0 0 0,-1 0-1 0 0,0 0 1 0 0,0 0 0 0 0,0 0 0 0 0,0 1 0 0 0,0-1 0 0 0,0 0 0 0 0,1 1 0 0 0,-1-1 0 0 0,0 1-1 0 0,0-1 1 0 0,0 1 0 0 0,1-1 0 0 0,-1 1 0 0 0,0-1 0 0 0,1 1 0 0 0,-1 0 0 0 0,0 0 0 0 0,-21 21 831 0 0,19-17-890 0 0,0 0 1 0 0,0 0-1 0 0,0 0 1 0 0,0 0-1 0 0,1 0 1 0 0,0 1 0 0 0,0-1-1 0 0,0 1 1 0 0,1-1-1 0 0,0 1 1 0 0,0 0-1 0 0,0 0 1 0 0,1-1 0 0 0,-1 1-1 0 0,2 8 1 0 0,-1-11-31 0 0,1 0 1 0 0,0 0 0 0 0,0-1 0 0 0,0 1-1 0 0,0 0 1 0 0,0 0 0 0 0,0 0 0 0 0,1-1-1 0 0,-1 1 1 0 0,1-1 0 0 0,0 1 0 0 0,0-1-1 0 0,0 1 1 0 0,0-1 0 0 0,0 0 0 0 0,1 0-1 0 0,-1 0 1 0 0,0 0 0 0 0,1-1 0 0 0,0 1-1 0 0,-1-1 1 0 0,1 1 0 0 0,0-1 0 0 0,0 0-1 0 0,0 0 1 0 0,0 0 0 0 0,-1-1 0 0 0,1 1-1 0 0,1-1 1 0 0,4 1 0 0 0,-2-1-33 0 0,0 1 1 0 0,0-1 0 0 0,0-1-1 0 0,0 1 1 0 0,0-1-1 0 0,-1 0 1 0 0,1 0-1 0 0,0-1 1 0 0,-1 0 0 0 0,1 0-1 0 0,-1 0 1 0 0,1 0-1 0 0,-1-1 1 0 0,8-6-1 0 0,-10 8 7 0 0,-1-1-1 0 0,0 0 1 0 0,0 0-1 0 0,-1 0 0 0 0,1 0 1 0 0,0 0-1 0 0,-1 0 0 0 0,1 0 1 0 0,-1-1-1 0 0,1 1 1 0 0,-1 0-1 0 0,0-1 0 0 0,0 1 1 0 0,-1-1-1 0 0,1 0 0 0 0,0 1 1 0 0,-1-1-1 0 0,1 1 1 0 0,-1-1-1 0 0,0 0 0 0 0,0 0 1 0 0,0 1-1 0 0,0-1 0 0 0,-1 0 1 0 0,1 1-1 0 0,-1-1 1 0 0,1 1-1 0 0,-1-1 0 0 0,0 0 1 0 0,0 1-1 0 0,0-1 0 0 0,0 1 1 0 0,-3-4-1 0 0,-2-4-120 0 0,-1 0-1 0 0,0 0 1 0 0,-1 1 0 0 0,0 0-1 0 0,-1 0 1 0 0,1 1 0 0 0,-1 0 0 0 0,-1 1-1 0 0,0 0 1 0 0,0 0 0 0 0,0 1-1 0 0,-1 1 1 0 0,0-1 0 0 0,0 2-1 0 0,0-1 1 0 0,-1 2 0 0 0,-13-4-1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52.06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29 0 12899 0 0,'-5'55'6461'0'0,"-5"0"-3681"0"0,5-35-2497 0 0,2 0-1 0 0,0 0 1 0 0,1 0-1 0 0,1 38 1 0 0,4-35-215 0 0,0 0 0 0 0,11 37-1 0 0,3-16-6801 0 0,-6-23-582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52.4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1 323 6449 0 0,'28'-15'1901'0'0,"-3"3"-978"0"0,-1 0 0 0 0,0-1 1 0 0,-1-2-1 0 0,0 0 0 0 0,-2-2 1 0 0,0 0-1 0 0,0-1 0 0 0,18-22 1 0 0,-32 32-701 0 0,-1-1 1 0 0,0 0 0 0 0,0 0 0 0 0,7-16-1 0 0,-11 21-167 0 0,0 0-1 0 0,-1 0 1 0 0,1-1 0 0 0,-1 1-1 0 0,0 0 1 0 0,0 0-1 0 0,-1-1 1 0 0,1 1-1 0 0,-1-1 1 0 0,0 1 0 0 0,0 0-1 0 0,-1-1 1 0 0,1 1-1 0 0,-2-5 1 0 0,2 8-12 0 0,-1 0-1 0 0,1 0 1 0 0,0 0 0 0 0,-1 0-1 0 0,1 0 1 0 0,-1 0 0 0 0,0 0-1 0 0,1 0 1 0 0,-1 0 0 0 0,0 0 0 0 0,0 0-1 0 0,1 1 1 0 0,-1-1 0 0 0,0 0-1 0 0,0 1 1 0 0,0-1 0 0 0,0 0-1 0 0,0 1 1 0 0,0-1 0 0 0,0 1-1 0 0,0 0 1 0 0,0-1 0 0 0,-1 1 0 0 0,-1-1 60 0 0,0 1 1 0 0,0-1 0 0 0,0 1-1 0 0,0 0 1 0 0,0 1 0 0 0,0-1 0 0 0,0 0-1 0 0,-5 2 1 0 0,-1 1 91 0 0,-1 0 1 0 0,1 1-1 0 0,0 0 0 0 0,-11 6 1 0 0,13-6-167 0 0,0 1 0 0 0,1 0 0 0 0,-1 0 0 0 0,1 1 0 0 0,0 0 0 0 0,1 0 0 0 0,-1 0 1 0 0,1 1-1 0 0,1-1 0 0 0,-1 1 0 0 0,1 0 0 0 0,0 1 0 0 0,1-1 0 0 0,0 1 0 0 0,0-1 1 0 0,0 1-1 0 0,1 0 0 0 0,0 0 0 0 0,-1 11 0 0 0,3-13-92 0 0,0 0 0 0 0,-1 0 0 0 0,2 0 0 0 0,-1-1 0 0 0,1 1 0 0 0,0 0 0 0 0,0 0 0 0 0,1 0 0 0 0,-1-1 0 0 0,1 1 0 0 0,1-1 0 0 0,-1 1-1 0 0,1-1 1 0 0,0 0 0 0 0,0 0 0 0 0,0 0 0 0 0,1 0 0 0 0,0-1 0 0 0,0 1 0 0 0,0-1 0 0 0,0 0 0 0 0,1 0 0 0 0,-1-1 0 0 0,1 1 0 0 0,0-1 0 0 0,0 0 0 0 0,8 3 0 0 0,10 3-1932 0 0,2-1-4755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52.74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221 41 5497 0 0,'1'-1'102'0'0,"-1"0"-1"0"0,1 0 0 0 0,-1 0 1 0 0,1-1-1 0 0,-1 1 0 0 0,0 0 1 0 0,1 0-1 0 0,-1-1 0 0 0,0 1 1 0 0,0 0-1 0 0,0 0 0 0 0,0-1 1 0 0,0 1-1 0 0,-1 0 0 0 0,1 0 1 0 0,0-1-1 0 0,0 1 0 0 0,-1 0 1 0 0,1 0-1 0 0,-1 0 0 0 0,1 0 1 0 0,-1-1-1 0 0,1 1 0 0 0,-1 0 1 0 0,-1-2-1 0 0,0 2 197 0 0,0 0 1 0 0,1 0-1 0 0,-1 0 0 0 0,0 1 1 0 0,0-1-1 0 0,0 0 0 0 0,0 1 1 0 0,0-1-1 0 0,0 1 0 0 0,1 0 1 0 0,-1-1-1 0 0,0 1 0 0 0,0 0 1 0 0,-4 1-1 0 0,-4 0 628 0 0,0 0 1 0 0,0 1-1 0 0,1 0 0 0 0,-1 1 1 0 0,-14 6-1 0 0,15-5-559 0 0,1 0 1 0 0,-1 1-1 0 0,1 0 0 0 0,1 0 0 0 0,-1 1 0 0 0,1 0 0 0 0,0 0 1 0 0,0 1-1 0 0,1 0 0 0 0,-1 0 0 0 0,-8 16 0 0 0,13-20-356 0 0,0 0-1 0 0,0 1 1 0 0,0-1-1 0 0,1 1 1 0 0,0-1 0 0 0,0 1-1 0 0,0 0 1 0 0,0 0-1 0 0,0-1 1 0 0,1 1-1 0 0,0 0 1 0 0,0 0-1 0 0,0 0 1 0 0,0 0 0 0 0,0 0-1 0 0,1-1 1 0 0,0 1-1 0 0,0 0 1 0 0,0 0-1 0 0,0-1 1 0 0,0 1-1 0 0,1-1 1 0 0,-1 1 0 0 0,1-1-1 0 0,0 0 1 0 0,0 1-1 0 0,1-1 1 0 0,-1 0-1 0 0,1 0 1 0 0,-1-1-1 0 0,5 5 1 0 0,51 38-11 0 0,-46-37 0 0 0,0 0 0 0 0,-1 1 0 0 0,0 1 0 0 0,0 0 0 0 0,-1 0 0 0 0,17 22 0 0 0,-27-31-4 0 0,1 0 1 0 0,0 1 0 0 0,0-1-1 0 0,-1 0 1 0 0,1 0-1 0 0,0 1 1 0 0,-1-1-1 0 0,1 0 1 0 0,-1 1 0 0 0,0-1-1 0 0,1 0 1 0 0,-1 1-1 0 0,0-1 1 0 0,0 1-1 0 0,0-1 1 0 0,0 1-1 0 0,0-1 1 0 0,0 0 0 0 0,-1 1-1 0 0,1-1 1 0 0,0 1-1 0 0,-1-1 1 0 0,1 0-1 0 0,-2 3 1 0 0,1-2 18 0 0,-1 0 1 0 0,0-1-1 0 0,1 1 0 0 0,-1 0 0 0 0,0-1 1 0 0,0 1-1 0 0,0-1 0 0 0,0 0 0 0 0,0 1 1 0 0,0-1-1 0 0,0 0 0 0 0,-1 0 0 0 0,-2 0 1 0 0,-4 2-278 0 0,1-1 0 0 0,-1 0 0 0 0,0-1 1 0 0,0 0-1 0 0,0 0 0 0 0,-16-2 1 0 0,6-2-7325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1:52:52.89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11979 0 0,'5'3'1064'0'0,"-1"-3"-848"0"0,-1 1-216 0 0,-1-1 0 0 0,-1 0-120 0 0,1 2-64 0 0,4-1-8 0 0,0 1-8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12.2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1 123 6449 0 0,'4'1'635'0'0,"0"0"0"0"0,1 0 0 0 0,-1 0 0 0 0,0 1 0 0 0,0-1 0 0 0,0 1 0 0 0,0 0 0 0 0,0 0 0 0 0,6 4 0 0 0,32 27 1984 0 0,127 130 1733 0 0,-167-160-4307 0 0,0-1 0 0 0,0 0 1 0 0,1 0-1 0 0,-1-1 0 0 0,0 1 0 0 0,1-1 1 0 0,-1 1-1 0 0,1-1 0 0 0,0 0 1 0 0,0 1-1 0 0,-1-1 0 0 0,1-1 1 0 0,0 1-1 0 0,0 0 0 0 0,0-1 1 0 0,0 0-1 0 0,0 1 0 0 0,0-1 1 0 0,0 0-1 0 0,-1 0 0 0 0,1-1 0 0 0,0 1 1 0 0,0-1-1 0 0,0 1 0 0 0,0-1 1 0 0,0 0-1 0 0,-1 0 0 0 0,6-3 1 0 0,-4 2-9 0 0,-1-1 0 0 0,0 0 0 0 0,0 0 1 0 0,0 0-1 0 0,0-1 0 0 0,0 1 0 0 0,-1-1 1 0 0,1 1-1 0 0,-1-1 0 0 0,0 0 0 0 0,0 0 1 0 0,0 0-1 0 0,-1 0 0 0 0,1 0 0 0 0,-1 0 1 0 0,0 0-1 0 0,0 0 0 0 0,-1-1 0 0 0,1-4 1 0 0,-1-18 87 0 0,-1 0 0 0 0,-7-49 0 0 0,3 46-1132 0 0,0-54 1 0 0,6 55-6246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12.6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136 55 3225 0 0,'1'-2'208'0'0,"0"0"0"0"0,0 0-1 0 0,0 0 1 0 0,0 0 0 0 0,-1-1 0 0 0,1 1 0 0 0,-1 0 0 0 0,1-1 0 0 0,-1 1 0 0 0,0-1 0 0 0,0 1 0 0 0,0 0 0 0 0,0-1 0 0 0,0 1 0 0 0,-1 0 0 0 0,1-1-1 0 0,-2-2 1 0 0,2 4-85 0 0,0 0 0 0 0,0 1-1 0 0,0-1 1 0 0,-1 1-1 0 0,1-1 1 0 0,0 1 0 0 0,0-1-1 0 0,-1 1 1 0 0,1-1-1 0 0,0 1 1 0 0,-1-1 0 0 0,1 1-1 0 0,-1 0 1 0 0,1-1-1 0 0,-1 1 1 0 0,1-1 0 0 0,-1 1-1 0 0,1 0 1 0 0,-1 0-1 0 0,1-1 1 0 0,-1 1 0 0 0,1 0-1 0 0,-1 0 1 0 0,0 0 0 0 0,0-1-1 0 0,0 1-21 0 0,-1 1 0 0 0,1-1-1 0 0,0 1 1 0 0,0-1 0 0 0,-1 0 0 0 0,1 1 0 0 0,0 0-1 0 0,0-1 1 0 0,0 1 0 0 0,0 0 0 0 0,0 0 0 0 0,0-1-1 0 0,0 1 1 0 0,0 0 0 0 0,0 0 0 0 0,0 0-1 0 0,-1 2 1 0 0,-13 20 518 0 0,0 1-1 0 0,1 0 1 0 0,2 2 0 0 0,0-1-1 0 0,2 1 1 0 0,-8 30-1 0 0,8-12-442 0 0,10-43-177 0 0,-1 1-1 0 0,1-1 0 0 0,0 1 1 0 0,0 0-1 0 0,0-1 0 0 0,0 1 1 0 0,0-1-1 0 0,0 1 0 0 0,0 0 1 0 0,0-1-1 0 0,1 1 1 0 0,-1-1-1 0 0,1 1 0 0 0,-1-1 1 0 0,1 1-1 0 0,-1-1 0 0 0,1 1 1 0 0,0-1-1 0 0,0 0 0 0 0,0 1 1 0 0,0-1-1 0 0,0 0 0 0 0,0 1 1 0 0,1 0-1 0 0,0-2-49 0 0,-1 0-1 0 0,0 0 1 0 0,1 0-1 0 0,-1 0 1 0 0,0 0 0 0 0,1 0-1 0 0,-1 0 1 0 0,0 0-1 0 0,1 0 1 0 0,-1-1-1 0 0,0 1 1 0 0,1-1 0 0 0,-1 1-1 0 0,0-1 1 0 0,0 1-1 0 0,0-1 1 0 0,1 0-1 0 0,-1 0 1 0 0,0 0 0 0 0,0 1-1 0 0,0-1 1 0 0,0 0-1 0 0,0 0 1 0 0,0 0-1 0 0,-1 0 1 0 0,2-2 0 0 0,21-30-415 0 0,-2-13 336 0 0,-15 32 228 0 0,-1 1 0 0 0,2 0 0 0 0,0 0-1 0 0,14-19 1 0 0,-20 30-60 0 0,1 1 0 0 0,0-1 0 0 0,-1 0 0 0 0,1 1 0 0 0,0-1 0 0 0,0 1 0 0 0,0-1 0 0 0,0 1 0 0 0,0 0 0 0 0,0 0 0 0 0,0 0-1 0 0,0 0 1 0 0,0 0 0 0 0,1 0 0 0 0,-1 1 0 0 0,0-1 0 0 0,1 1 0 0 0,-1 0 0 0 0,0 0 0 0 0,1-1 0 0 0,-1 1 0 0 0,1 1 0 0 0,-1-1 0 0 0,0 0 0 0 0,1 1 0 0 0,-1-1 0 0 0,0 1-1 0 0,0 0 1 0 0,1-1 0 0 0,-1 1 0 0 0,3 2 0 0 0,6 4-70 0 0,1 0-1 0 0,-1 1 1 0 0,-1 0 0 0 0,17 16-1 0 0,9 6-1760 0 0,-21-21-3347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12.92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 6449 0 0,'3'-4'2402'0'0,"-3"3"-2313"0"0,1 1 0 0 0,-1 0 0 0 0,0 0 0 0 0,0 0 0 0 0,0 0 0 0 0,1 0 0 0 0,-1 0 0 0 0,0 0 0 0 0,0 0 0 0 0,1 0 0 0 0,-1 0 0 0 0,0 0 0 0 0,0 0 0 0 0,0 0 0 0 0,1 0 0 0 0,-1 0 0 0 0,0 1 0 0 0,10 9 3128 0 0,5 16 553 0 0,17 54-1336 0 0,23 94 0 0 0,-26-79-4443 0 0,3 0-3615 0 0,-19-62-697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13.52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0 376 6913 0 0,'16'-35'1437'0'0,"24"-39"0"0"0,-24 47-867 0 0,-1-2 0 0 0,16-42 0 0 0,-25 54-504 0 0,0 0 1 0 0,-1 0-1 0 0,-1-1 0 0 0,-1 0 0 0 0,2-20 1 0 0,-5 38-45 0 0,0-1 0 0 0,0 1 1 0 0,0-1-1 0 0,0 1 0 0 0,0-1 1 0 0,0 1-1 0 0,0-1 0 0 0,0 1 0 0 0,0-1 1 0 0,0 1-1 0 0,0-1 0 0 0,0 1 1 0 0,0-1-1 0 0,0 1 0 0 0,-1-1 1 0 0,1 1-1 0 0,0-1 0 0 0,0 1 1 0 0,0-1-1 0 0,-1 1 0 0 0,1-1 1 0 0,0 1-1 0 0,-1-1 0 0 0,1 1 1 0 0,0 0-1 0 0,-1-1 0 0 0,1 1 1 0 0,-1 0-1 0 0,1-1 0 0 0,-1 1 1 0 0,1 0-1 0 0,-1 0 0 0 0,0-1 1 0 0,-15 9 1310 0 0,-13 23 707 0 0,18-15-1595 0 0,0 0 0 0 0,2 1 0 0 0,0 0-1 0 0,1 0 1 0 0,0 1 0 0 0,-7 27-1 0 0,14-40-438 0 0,0 0 0 0 0,0-1-1 0 0,0 1 1 0 0,0 0-1 0 0,1 0 1 0 0,-1 0 0 0 0,1 0-1 0 0,1 0 1 0 0,-1 0-1 0 0,1 0 1 0 0,0 0-1 0 0,0 0 1 0 0,0 0 0 0 0,1-1-1 0 0,-1 1 1 0 0,1 0-1 0 0,0-1 1 0 0,1 1 0 0 0,-1-1-1 0 0,1 0 1 0 0,0 0-1 0 0,0 0 1 0 0,0 0 0 0 0,0 0-1 0 0,1-1 1 0 0,-1 0-1 0 0,1 1 1 0 0,0-1 0 0 0,8 4-1 0 0,-7-4-12 0 0,0 0 0 0 0,0-1 0 0 0,0 0 0 0 0,0 0 0 0 0,0 0 0 0 0,0 0 0 0 0,1-1 0 0 0,-1 0 0 0 0,1 0 0 0 0,-1 0 0 0 0,1-1 0 0 0,-1 0 0 0 0,1 0 0 0 0,-1 0 0 0 0,1-1 0 0 0,-1 0 0 0 0,1 0 0 0 0,-1 0 0 0 0,0-1 0 0 0,1 0 0 0 0,-1 0 0 0 0,0 0 0 0 0,0 0 0 0 0,0-1 0 0 0,-1 0 0 0 0,1 0 0 0 0,0 0 0 0 0,6-7 0 0 0,-2 1-104 0 0,0-1 0 0 0,-1 0 0 0 0,0 0-1 0 0,0-1 1 0 0,-2 1 0 0 0,1-2 0 0 0,-1 1 0 0 0,-1-1 0 0 0,0 0 0 0 0,0 0 0 0 0,3-19 0 0 0,12-35-47 0 0,-19 61 174 0 0,1 0 0 0 0,1 0 0 0 0,-1 0 0 0 0,1 0 0 0 0,0 0 0 0 0,0 1 0 0 0,0-1 0 0 0,1 1 0 0 0,0 0 0 0 0,4-5 0 0 0,-7 9-10 0 0,0-1-1 0 0,0 1 0 0 0,0-1 0 0 0,0 1 0 0 0,0-1 1 0 0,0 1-1 0 0,0 0 0 0 0,0-1 0 0 0,0 1 0 0 0,0 0 0 0 0,0 0 1 0 0,0 0-1 0 0,0 0 0 0 0,0 0 0 0 0,0 0 0 0 0,0 0 1 0 0,0 0-1 0 0,0 0 0 0 0,0 0 0 0 0,0 1 0 0 0,0-1 0 0 0,0 0 1 0 0,0 1-1 0 0,0-1 0 0 0,0 1 0 0 0,0-1 0 0 0,0 1 1 0 0,0-1-1 0 0,-1 1 0 0 0,1 0 0 0 0,0-1 0 0 0,0 1 0 0 0,-1 0 1 0 0,1 0-1 0 0,0 0 0 0 0,-1-1 0 0 0,1 1 0 0 0,-1 0 1 0 0,1 0-1 0 0,-1 0 0 0 0,1 1 0 0 0,4 7 96 0 0,0 1-1 0 0,-1-1 1 0 0,4 14 0 0 0,-5-14 60 0 0,13 35 213 0 0,-12-27-327 0 0,2 0 1 0 0,0-1-1 0 0,1 0 0 0 0,0-1 1 0 0,2 1-1 0 0,-1-1 0 0 0,2-1 1 0 0,12 15-1 0 0,-21-28-47 0 0,-1-1 0 0 0,1 1 0 0 0,0-1 0 0 0,-1 1 0 0 0,1-1 0 0 0,0 0 0 0 0,-1 1 0 0 0,1-1 0 0 0,0 0 0 0 0,0 0 0 0 0,-1 0 0 0 0,1 1 0 0 0,0-1 0 0 0,0 0 0 0 0,0 0 0 0 0,-1 0 0 0 0,1 0 0 0 0,0 0 0 0 0,0 0 0 0 0,-1 0 0 0 0,1-1 0 0 0,0 1 0 0 0,0 0 0 0 0,-1 0 0 0 0,1-1 0 0 0,0 1 0 0 0,0 0 0 0 0,-1-1 0 0 0,1 1 0 0 0,0-1 0 0 0,-1 1 0 0 0,1-1 0 0 0,-1 1 0 0 0,1-1 0 0 0,-1 1 0 0 0,1-1 0 0 0,-1 1 0 0 0,1-1 0 0 0,-1 0 0 0 0,1 1 0 0 0,0-2 0 0 0,21-36 0 0 0,-18 29 0 0 0,10-15 6 0 0,39-66-18 0 0,-46 80 22 0 0,0 0 0 0 0,1 1 0 0 0,0 0 0 0 0,0 0 0 0 0,1 1 0 0 0,14-11 0 0 0,-21 18 1 0 0,0 0 0 0 0,0 0 1 0 0,0 0-1 0 0,0 0 0 0 0,0 1 0 0 0,0-1 0 0 0,0 0 0 0 0,1 1 0 0 0,-1 0 1 0 0,0-1-1 0 0,0 1 0 0 0,1 0 0 0 0,-1 0 0 0 0,0 0 0 0 0,0 0 0 0 0,0 1 0 0 0,1-1 1 0 0,-1 1-1 0 0,0-1 0 0 0,0 1 0 0 0,0 0 0 0 0,0-1 0 0 0,0 1 0 0 0,0 1 1 0 0,0-1-1 0 0,0 0 0 0 0,0 0 0 0 0,0 1 0 0 0,-1-1 0 0 0,4 3 0 0 0,2 4-492 0 0,0 0 0 0 0,0 0 0 0 0,0 0 0 0 0,-1 1-1 0 0,5 9 1 0 0,-2-1-5667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14.1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168 62 1376 0 0,'0'-3'560'0'0,"0"-1"-1"0"0,0 1 0 0 0,1 0 0 0 0,-1 0 1 0 0,1 0-1 0 0,-1 0 0 0 0,3-7 1 0 0,-2 7-1038 0 0,-1 3 652 0 0,1-1 0 0 0,-1 0 1 0 0,0 0-1 0 0,0 0 0 0 0,0 0 0 0 0,0 0 0 0 0,0 0 0 0 0,0 0 1 0 0,0 0-1 0 0,0 0 0 0 0,0 0 0 0 0,-1 0 0 0 0,1 0 0 0 0,0 0 0 0 0,-1 0 1 0 0,1 0-1 0 0,0 0 0 0 0,-1 1 0 0 0,1-1 0 0 0,-1 0 0 0 0,1 0 0 0 0,-1 0 1 0 0,0 1-1 0 0,1-1 0 0 0,-1 0 0 0 0,0 1 0 0 0,0-1 0 0 0,1 1 1 0 0,-1-1-1 0 0,-1 0 0 0 0,0 1 53 0 0,0 0-1 0 0,0 0 1 0 0,0 0 0 0 0,1 0 0 0 0,-1 0 0 0 0,0 0-1 0 0,0 1 1 0 0,0-1 0 0 0,0 1 0 0 0,1-1 0 0 0,-1 1-1 0 0,0 0 1 0 0,0 0 0 0 0,-1 1 0 0 0,-7 4 513 0 0,0 0 1 0 0,1 1-1 0 0,-15 13 1 0 0,15-11-519 0 0,1 1 0 0 0,1 0 0 0 0,-1 0 0 0 0,2 1 0 0 0,-1 0 0 0 0,1 0 0 0 0,1 0 0 0 0,0 1 0 0 0,1 0 0 0 0,0 0 0 0 0,1 0 0 0 0,-3 14 0 0 0,5-20-275 0 0,0 0 0 0 0,1 0 0 0 0,0 0 0 0 0,-1 0 0 0 0,2 0 1 0 0,-1 1-1 0 0,1-1 0 0 0,0 0 0 0 0,0 0 0 0 0,1 0 0 0 0,-1-1 0 0 0,1 1 1 0 0,1 0-1 0 0,-1-1 0 0 0,1 1 0 0 0,0-1 0 0 0,0 1 0 0 0,1-1 0 0 0,-1-1 1 0 0,1 1-1 0 0,0 0 0 0 0,1-1 0 0 0,-1 0 0 0 0,1 0 0 0 0,-1 0 0 0 0,10 5 1 0 0,3-1-1187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14.45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0 303 3225 0 0,'15'-11'445'0'0,"0"0"1"0"0,-1-1-1 0 0,-1 0 0 0 0,0-1 1 0 0,-1-1-1 0 0,0 0 1 0 0,-1 0-1 0 0,-1-1 1 0 0,0-1-1 0 0,-1 0 0 0 0,-1 0 1 0 0,11-30-1 0 0,-17 39-384 0 0,0 0-1 0 0,-1 1 0 0 0,0-1 1 0 0,0 0-1 0 0,-1 0 0 0 0,0 0 1 0 0,-1-9-1 0 0,1 15-17 0 0,0 0-1 0 0,0 0 1 0 0,0 0 0 0 0,0 0-1 0 0,0-1 1 0 0,0 1 0 0 0,0 0-1 0 0,-1 0 1 0 0,1 0 0 0 0,0 0-1 0 0,-1 0 1 0 0,1 0 0 0 0,-1 0 0 0 0,1 0-1 0 0,-1 0 1 0 0,0 0 0 0 0,1 0-1 0 0,-1 0 1 0 0,0 0 0 0 0,0 1-1 0 0,0-1 1 0 0,1 0 0 0 0,-1 1-1 0 0,0-1 1 0 0,0 0 0 0 0,0 1-1 0 0,0-1 1 0 0,0 1 0 0 0,0-1-1 0 0,0 1 1 0 0,0 0 0 0 0,0-1-1 0 0,-1 1 1 0 0,1 0 0 0 0,0 0-1 0 0,0 0 1 0 0,0 0 0 0 0,0 0-1 0 0,0 0 1 0 0,0 0 0 0 0,-1 0-1 0 0,1 0 1 0 0,0 0 0 0 0,0 1-1 0 0,0-1 1 0 0,0 0 0 0 0,0 1-1 0 0,0-1 1 0 0,0 1 0 0 0,0-1-1 0 0,0 1 1 0 0,0 0 0 0 0,-1 0 0 0 0,-4 3 314 0 0,0 0 1 0 0,1 1-1 0 0,-1 0 1 0 0,1 0 0 0 0,0 0-1 0 0,0 0 1 0 0,1 1-1 0 0,-1-1 1 0 0,1 1 0 0 0,1 0-1 0 0,-1 1 1 0 0,1-1 0 0 0,0 0-1 0 0,0 1 1 0 0,1 0-1 0 0,0 0 1 0 0,-2 9 0 0 0,3-11-270 0 0,0 0 1 0 0,0-1-1 0 0,1 1 1 0 0,-1 0-1 0 0,1 0 1 0 0,0 0-1 0 0,1 0 1 0 0,-1 0-1 0 0,1 0 1 0 0,0 0-1 0 0,0 0 1 0 0,0 0-1 0 0,1 0 1 0 0,0-1-1 0 0,0 1 1 0 0,0 0-1 0 0,0-1 0 0 0,1 0 1 0 0,-1 0-1 0 0,1 1 1 0 0,0-1-1 0 0,1-1 1 0 0,-1 1-1 0 0,1-1 1 0 0,4 4-1 0 0,3 0-156 0 0,1 0 0 0 0,-1-2 0 0 0,1 1-1 0 0,1-2 1 0 0,19 6 0 0 0,10 1-3333 0 0,-26-7 761 0 0,16 3-3424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15.1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35 310 4145 0 0,'7'-4'383'0'0,"-1"0"0"0"0,0-1 1 0 0,0 0-1 0 0,0 0 0 0 0,-1 0 1 0 0,1-1-1 0 0,-1 0 0 0 0,-1 0 0 0 0,1 0 1 0 0,-1-1-1 0 0,5-8 0 0 0,-1-1 178 0 0,-1 0-1 0 0,0 0 1 0 0,8-32-1 0 0,-14 40-436 0 0,1 0-1 0 0,-2 0 0 0 0,1 0 0 0 0,-1 1 1 0 0,0-1-1 0 0,-1 0 0 0 0,1 0 0 0 0,-2 0 0 0 0,1 0 1 0 0,-4-9-1 0 0,4 15-41 0 0,1 0 0 0 0,-1 0 0 0 0,0 0 0 0 0,1 0-1 0 0,-1 1 1 0 0,0-1 0 0 0,-1 0 0 0 0,1 0 0 0 0,0 1 0 0 0,0-1 0 0 0,-1 1 0 0 0,1-1 0 0 0,0 1 0 0 0,-1 0-1 0 0,0-1 1 0 0,1 1 0 0 0,-1 0 0 0 0,0 0 0 0 0,0 0 0 0 0,1 0 0 0 0,-1 0 0 0 0,0 1 0 0 0,0-1 0 0 0,0 1-1 0 0,0-1 1 0 0,0 1 0 0 0,0 0 0 0 0,0-1 0 0 0,0 1 0 0 0,0 0 0 0 0,0 0 0 0 0,0 1 0 0 0,0-1 0 0 0,0 0-1 0 0,0 1 1 0 0,0-1 0 0 0,0 1 0 0 0,0-1 0 0 0,0 1 0 0 0,0 0 0 0 0,1 0 0 0 0,-1 0 0 0 0,0 0 0 0 0,-2 2-1 0 0,0 0-5 0 0,-1 0-1 0 0,1 0 0 0 0,0 1 0 0 0,0-1 0 0 0,0 1 0 0 0,0 0 1 0 0,1 0-1 0 0,-1 1 0 0 0,1-1 0 0 0,0 1 0 0 0,0-1 0 0 0,1 1 1 0 0,0 0-1 0 0,-1 0 0 0 0,2 0 0 0 0,-1 0 0 0 0,0 1 0 0 0,1-1 1 0 0,0 0-1 0 0,1 1 0 0 0,-1-1 0 0 0,1 0 0 0 0,0 1 0 0 0,0-1 1 0 0,1 7-1 0 0,0-2-49 0 0,0-1 0 0 0,1 0 1 0 0,0-1-1 0 0,0 1 1 0 0,1 0-1 0 0,0 0 0 0 0,1-1 1 0 0,0 0-1 0 0,0 0 0 0 0,1 0 1 0 0,-1 0-1 0 0,2-1 1 0 0,-1 1-1 0 0,9 7 0 0 0,-7-8-22 0 0,1-1-1 0 0,-1 0 1 0 0,1-1-1 0 0,0 0 1 0 0,0 0 0 0 0,0-1-1 0 0,1 0 1 0 0,0 0-1 0 0,0-1 1 0 0,0 0-1 0 0,0 0 1 0 0,0-1-1 0 0,17 1 1 0 0,-14-3-20 0 0,0 0 0 0 0,0-1-1 0 0,0 0 1 0 0,-1-1 0 0 0,1-1 0 0 0,0 1 0 0 0,-1-2 0 0 0,0 0 0 0 0,0 0-1 0 0,17-10 1 0 0,-11 4-224 0 0,0 0 0 0 0,-1-1 0 0 0,0-1 0 0 0,-1 0-1 0 0,0-2 1 0 0,-1 1 0 0 0,17-22 0 0 0,-13 10-1408 0 0,0 0 0 0 0,-2-1 0 0 0,26-56-1 0 0,-30 55 364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15.3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27 95 5529 0 0,'-2'-11'1083'0'0,"0"1"0"0"0,0 0 0 0 0,-1 0 0 0 0,-7-16 0 0 0,2-1 8251 0 0,14 31-7997 0 0,6 8-591 0 0,-6 2-584 0 0,0 2 0 0 0,-1-1 0 0 0,0 1 0 0 0,-2-1-1 0 0,1 1 1 0 0,-2 0 0 0 0,1 25 0 0 0,2 11-22 0 0,3 5-423 0 0,2 1 0 0 0,3-1 1 0 0,31 84-1 0 0,-31-109-553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15.67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1 256 7370 0 0,'9'-7'545'0'0,"1"0"1"0"0,-2-1-1 0 0,1 0 1 0 0,-1-1 0 0 0,0 0-1 0 0,-1 0 1 0 0,0 0-1 0 0,0-1 1 0 0,7-16 0 0 0,-10 19-399 0 0,0-1 1 0 0,-1 0-1 0 0,0 0 1 0 0,0 0-1 0 0,-1-1 1 0 0,0 1-1 0 0,-1 0 1 0 0,0-1 0 0 0,0 0-1 0 0,0 1 1 0 0,-1-1-1 0 0,-1 1 1 0 0,-2-15-1 0 0,3 22-139 0 0,0 0 0 0 0,0 0 0 0 0,0 0-1 0 0,0 0 1 0 0,0 0 0 0 0,0 0 0 0 0,-1 0 0 0 0,1 0 0 0 0,0 0-1 0 0,-1 0 1 0 0,1 0 0 0 0,0 1 0 0 0,-1-1 0 0 0,1 0-1 0 0,-1 0 1 0 0,0 0 0 0 0,1 1 0 0 0,-1-1 0 0 0,1 0-1 0 0,-1 1 1 0 0,0-1 0 0 0,0 0 0 0 0,1 1 0 0 0,-1-1 0 0 0,0 1-1 0 0,0 0 1 0 0,0-1 0 0 0,0 1 0 0 0,0-1 0 0 0,1 1-1 0 0,-1 0 1 0 0,0 0 0 0 0,0 0 0 0 0,0-1 0 0 0,0 1-1 0 0,0 0 1 0 0,0 0 0 0 0,0 0 0 0 0,0 0 0 0 0,0 1 0 0 0,0-1-1 0 0,0 0 1 0 0,0 0 0 0 0,0 0 0 0 0,1 1 0 0 0,-1-1-1 0 0,0 1 1 0 0,0-1 0 0 0,0 0 0 0 0,0 1 0 0 0,1 0 0 0 0,-1-1-1 0 0,-1 1 1 0 0,-1 2 129 0 0,-1 0 0 0 0,1 0 0 0 0,-1 0 0 0 0,1 0 0 0 0,0 0 0 0 0,1 1 0 0 0,-1-1 0 0 0,0 1 0 0 0,1 0 0 0 0,-3 5 0 0 0,3-4-12 0 0,1 0 0 0 0,-1 0 0 0 0,1 0 0 0 0,0 0 0 0 0,0 0 0 0 0,0 0 0 0 0,1 0 0 0 0,0 0 0 0 0,0 1 0 0 0,0-1 0 0 0,1 0 0 0 0,-1 0 0 0 0,1 0 0 0 0,1 0 0 0 0,-1 0 0 0 0,1 0 0 0 0,2 5 0 0 0,-1-4-221 0 0,0 0 1 0 0,0 0-1 0 0,1-1 1 0 0,0 1 0 0 0,6 5-1 0 0,29 23-4905 0 0,-22-23-797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15.91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170 12 1376 0 0,'-1'-1'318'0'0,"-1"0"-1"0"0,1-1 0 0 0,-1 1 0 0 0,1 0 0 0 0,-1 0 1 0 0,1 1-1 0 0,-1-1 0 0 0,0 0 0 0 0,0 0 0 0 0,1 1 1 0 0,-1-1-1 0 0,0 1 0 0 0,0 0 0 0 0,0-1 0 0 0,1 1 1 0 0,-1 0-1 0 0,0 0 0 0 0,0 0 0 0 0,0 0 1 0 0,0 1-1 0 0,1-1 0 0 0,-1 0 0 0 0,0 1 0 0 0,0-1 1 0 0,0 1-1 0 0,1 0 0 0 0,-1-1 0 0 0,-2 3 0 0 0,-6 1 857 0 0,1 0 0 0 0,0 1-1 0 0,-17 12 1 0 0,21-13-936 0 0,0 0 0 0 0,0 0 0 0 0,0 1 0 0 0,1 0-1 0 0,-1 0 1 0 0,1 0 0 0 0,0 0 0 0 0,1 1 0 0 0,-1 0 0 0 0,1 0 0 0 0,0-1 0 0 0,1 2 0 0 0,-1-1-1 0 0,1 0 1 0 0,1 0 0 0 0,-1 1 0 0 0,1-1 0 0 0,0 1 0 0 0,0 8 0 0 0,1-10-225 0 0,0 0-1 0 0,1 0 1 0 0,0 1 0 0 0,0-1 0 0 0,0 0 0 0 0,1 0 0 0 0,-1 0-1 0 0,1 0 1 0 0,0 0 0 0 0,1 0 0 0 0,-1-1 0 0 0,1 1-1 0 0,0-1 1 0 0,0 0 0 0 0,1 0 0 0 0,-1 0 0 0 0,1 0 0 0 0,0 0-1 0 0,0-1 1 0 0,0 1 0 0 0,0-1 0 0 0,0 0 0 0 0,1-1 0 0 0,5 4-1 0 0,1-2-315 0 0,0 1 0 0 0,0-2 0 0 0,0 1 0 0 0,1-1 0 0 0,-1-1 0 0 0,15 1 0 0 0,-3-1-6266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16.8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0 117 4145 0 0,'3'-14'-359'0'0,"0"-1"0"0"0,1 0 0 0 0,0 1-1 0 0,1 0 1 0 0,1 0 0 0 0,8-14 0 0 0,-14 28 329 0 0,0-1 1 0 0,-1 1-1 0 0,1 0 0 0 0,0 0 1 0 0,0 0-1 0 0,-1-1 0 0 0,1 1 1 0 0,0 0-1 0 0,0 0 0 0 0,-1 0 0 0 0,-14 4 6744 0 0,14-3-6524 0 0,-1 0 0 0 0,1 0 1 0 0,0 0-1 0 0,0 0 0 0 0,-1 0 0 0 0,1 0 1 0 0,0 1-1 0 0,0-1 0 0 0,0 0 1 0 0,1 1-1 0 0,-1-1 0 0 0,0 0 0 0 0,0 1 1 0 0,1-1-1 0 0,-1 1 0 0 0,1 0 1 0 0,-1 2-1 0 0,0 1 262 0 0,1-1 1 0 0,0 1 0 0 0,0 0-1 0 0,0-1 1 0 0,1 1 0 0 0,1 6-1 0 0,38 162 4629 0 0,33 82-4265 0 0,-61-216-1746 0 0,-8-22-60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17.1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1 185 5529 0 0,'9'-8'843'0'0,"0"2"1"0"0,1-1-1 0 0,19-9 0 0 0,-13 7-103 0 0,-10 5-366 0 0,8-4 330 0 0,0 0 0 0 0,1 1 0 0 0,-1 0 0 0 0,1 2 0 0 0,17-6 0 0 0,-27 10-612 0 0,-1 1 0 0 0,1-1 0 0 0,-1 1 0 0 0,1 0 0 0 0,-1 0 0 0 0,1 0 0 0 0,-1 0 0 0 0,1 1 0 0 0,-1 0 0 0 0,1 0 0 0 0,-1 0 0 0 0,0 1 0 0 0,0-1 0 0 0,1 1 0 0 0,-1 0 0 0 0,0 0 0 0 0,0 0 0 0 0,-1 1 0 0 0,1-1 0 0 0,-1 1 0 0 0,1 0 0 0 0,-1 0 0 0 0,3 4 0 0 0,8 9-44 0 0,-1 0 0 0 0,-2 1 0 0 0,1 1 0 0 0,-2 0 0 0 0,0 0 0 0 0,-1 1 0 0 0,10 33 0 0 0,-13-33-62 0 0,-6-26 778 0 0,-1-26 615 0 0,3 15-1359 0 0,2-23 1206 0 0,11-55 1 0 0,-11 82-1523 0 0,0 0 1 0 0,11-23 0 0 0,-11 29-578 0 0,0 0 0 0 0,1 0-1 0 0,0 0 1 0 0,0 0 0 0 0,9-7 0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17.45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117 1 920 0 0,'-6'11'695'0'0,"1"0"0"0"0,-2-1 0 0 0,0 0 0 0 0,-15 18 0 0 0,12-17 153 0 0,1 1 0 0 0,1 0 0 0 0,-10 17 0 0 0,14-19-579 0 0,0-1 0 0 0,0 1 0 0 0,1 0 0 0 0,0 0 0 0 0,1 1 0 0 0,0-1 0 0 0,1 0 0 0 0,0 1 0 0 0,1-1 0 0 0,0 0 0 0 0,0 1 1 0 0,1-1-1 0 0,3 15 0 0 0,-3-20-162 0 0,1 0 1 0 0,-1 0-1 0 0,1-1 1 0 0,0 1-1 0 0,1 0 1 0 0,-1-1-1 0 0,1 1 1 0 0,0-1 0 0 0,0 0-1 0 0,0 0 1 0 0,0 0-1 0 0,1 0 1 0 0,0 0-1 0 0,0-1 1 0 0,0 0-1 0 0,0 0 1 0 0,0 0-1 0 0,0 0 1 0 0,1 0 0 0 0,0-1-1 0 0,-1 0 1 0 0,1 0-1 0 0,0 0 1 0 0,0-1-1 0 0,0 0 1 0 0,0 0-1 0 0,0 0 1 0 0,9 0-1 0 0,-9 0 24 0 0,0-1 0 0 0,0 0-1 0 0,0-1 1 0 0,0 1-1 0 0,0-1 1 0 0,0 0-1 0 0,0 0 1 0 0,0 0-1 0 0,-1-1 1 0 0,1 0 0 0 0,0 0-1 0 0,-1 0 1 0 0,1 0-1 0 0,-1-1 1 0 0,0 0-1 0 0,0 0 1 0 0,0 0-1 0 0,0 0 1 0 0,0 0-1 0 0,-1-1 1 0 0,0 0 0 0 0,1 0-1 0 0,-1 0 1 0 0,-1 0-1 0 0,1 0 1 0 0,-1 0-1 0 0,1-1 1 0 0,-1 1-1 0 0,2-7 1 0 0,-2 5-156 0 0,0-1 1 0 0,-1 1-1 0 0,1-1 1 0 0,-1 1-1 0 0,-1-1 0 0 0,1 1 1 0 0,-1-1-1 0 0,0 0 1 0 0,-1 1-1 0 0,1-1 0 0 0,-1 1 1 0 0,-1-1-1 0 0,1 1 1 0 0,-1-1-1 0 0,0 1 0 0 0,-1 0 1 0 0,1 0-1 0 0,-1 0 1 0 0,0 0-1 0 0,-1 0 0 0 0,-7-10 1 0 0,-1 6-1766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17.8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1 100 3681 0 0,'15'0'1385'0'0,"0"1"0"0"0,0 1 0 0 0,0 0-1 0 0,0 1 1 0 0,0 0 0 0 0,18 7 0 0 0,-29-8-1058 0 0,0 0 0 0 0,0 0 0 0 0,0 0 1 0 0,0 0-1 0 0,0 1 0 0 0,0-1 0 0 0,-1 1 0 0 0,1 0 0 0 0,-1 0 0 0 0,0 1 0 0 0,3 3 0 0 0,-4-4-193 0 0,-1-1 0 0 0,1 1 0 0 0,-1-1 0 0 0,0 1 0 0 0,0 0 0 0 0,0 0 0 0 0,0 0-1 0 0,-1 0 1 0 0,1 0 0 0 0,-1-1 0 0 0,0 1 0 0 0,0 0 0 0 0,0 0 0 0 0,0 0 0 0 0,0 0 0 0 0,-1 0-1 0 0,1 0 1 0 0,-2 5 0 0 0,-14 19 178 0 0,15-26-304 0 0,1 0 0 0 0,-1-1-1 0 0,1 1 1 0 0,-1 0 0 0 0,0 0 0 0 0,1-1-1 0 0,-1 1 1 0 0,0 0 0 0 0,1-1 0 0 0,-1 1-1 0 0,0 0 1 0 0,0-1 0 0 0,1 1-1 0 0,-1-1 1 0 0,0 1 0 0 0,0-1 0 0 0,0 0-1 0 0,0 1 1 0 0,0-1 0 0 0,0 0 0 0 0,0 0-1 0 0,0 1 1 0 0,0-1 0 0 0,0 0-1 0 0,0 0 1 0 0,0 0 0 0 0,1 0 0 0 0,-2-1-1 0 0,1 1-10 0 0,0-1-1 0 0,1 0 1 0 0,-1 0-1 0 0,1 1 0 0 0,-1-1 1 0 0,1 0-1 0 0,0 0 0 0 0,-1 0 1 0 0,1 0-1 0 0,0 0 1 0 0,0 1-1 0 0,-1-1 0 0 0,1 0 1 0 0,0 0-1 0 0,0 0 1 0 0,0 0-1 0 0,0 0 0 0 0,0 0 1 0 0,0 0-1 0 0,1 0 0 0 0,-1-1 1 0 0,7-25-122 0 0,-5 20 100 0 0,4-18-20 0 0,2 2 0 0 0,13-31-1 0 0,-18 46 96 0 0,2-1-1 0 0,-1 1 0 0 0,1 0 1 0 0,0 0-1 0 0,1 0 0 0 0,0 1 1 0 0,0 0-1 0 0,1 0 0 0 0,9-8 0 0 0,-14 14-10 0 0,0-1 0 0 0,0 1 1 0 0,0 0-1 0 0,0 0 0 0 0,0 0 0 0 0,1 0 0 0 0,-1 0 0 0 0,0 0 0 0 0,1 0 0 0 0,-1 1 0 0 0,0-1 0 0 0,1 1 0 0 0,-1 0 0 0 0,0 0 0 0 0,1 0 0 0 0,-1 0 0 0 0,1 0 0 0 0,-1 0 0 0 0,4 1 0 0 0,-3 0-14 0 0,1 1-1 0 0,-1-1 0 0 0,1 1 0 0 0,-1 0 0 0 0,0 0 0 0 0,1 0 1 0 0,-1 1-1 0 0,0-1 0 0 0,-1 1 0 0 0,1-1 0 0 0,3 4 1 0 0,4 8-81 0 0,0 1 0 0 0,0-1 0 0 0,-2 2 1 0 0,9 18-1 0 0,-14-28 12 0 0,5 10-582 0 0,1 0-193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18.26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110 17 6449 0 0,'0'-1'237'0'0,"1"1"0"0"0,0-1 0 0 0,-1 0 0 0 0,1 1 0 0 0,-1-1 0 0 0,1 1 0 0 0,-1-1 0 0 0,1 0 0 0 0,-1 0 0 0 0,0 1 0 0 0,1-1 0 0 0,-1 0 0 0 0,0 0 0 0 0,0 1 0 0 0,1-1 0 0 0,-1 0 0 0 0,0 0 0 0 0,0 0 0 0 0,0 1 0 0 0,0-1 0 0 0,0-1 0 0 0,-14 10 4612 0 0,-22 23-1595 0 0,28-22-2960 0 0,0 0 1 0 0,1 1 0 0 0,0-1 0 0 0,0 1 0 0 0,1 1 0 0 0,-8 16 0 0 0,12-23-262 0 0,1 1 0 0 0,-1 0 0 0 0,1 0 0 0 0,0-1 0 0 0,0 1 0 0 0,0 0 0 0 0,1 0 0 0 0,0 0 0 0 0,0 0 0 0 0,0 0 0 0 0,0 0 1 0 0,1 0-1 0 0,0 0 0 0 0,0-1 0 0 0,0 1 0 0 0,1 0 0 0 0,-1 0 0 0 0,4 6 0 0 0,2 1-10 0 0,-1 0 1 0 0,0 1-1 0 0,-1 0 0 0 0,-1 0 1 0 0,5 20-1 0 0,-9-29-30 0 0,1 1-1 0 0,-1-1 1 0 0,1 1 0 0 0,-1-1-1 0 0,-1 1 1 0 0,1 0 0 0 0,0-1 0 0 0,-1 0-1 0 0,0 1 1 0 0,0-1 0 0 0,-1 1-1 0 0,1-1 1 0 0,-1 0 0 0 0,0 0 0 0 0,0 0-1 0 0,0 0 1 0 0,0 0 0 0 0,-1 0-1 0 0,0-1 1 0 0,-5 6 0 0 0,-4 2-177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2.00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499 327 2304 0 0,'-99'0'772'0'0,"-221"8"3508"0"0,317-7-4170 0 0,-39 5 994 0 0,39-6-967 0 0,1 0 0 0 0,0 1 0 0 0,0-1 0 0 0,0 1 0 0 0,0 0 0 0 0,0-1 0 0 0,-1 1 0 0 0,2 0 0 0 0,-1 0 0 0 0,0 1 0 0 0,0-1 0 0 0,0 0 0 0 0,0 1 0 0 0,1-1 0 0 0,-3 3 0 0 0,4-3-106 0 0,0-1 0 0 0,0 1 0 0 0,0 0-1 0 0,0-1 1 0 0,0 1 0 0 0,0-1 0 0 0,0 1 0 0 0,0-1-1 0 0,1 1 1 0 0,-1 0 0 0 0,0-1 0 0 0,0 1-1 0 0,1-1 1 0 0,-1 1 0 0 0,0-1 0 0 0,1 1 0 0 0,-1-1-1 0 0,1 1 1 0 0,-1-1 0 0 0,0 0 0 0 0,1 1-1 0 0,-1-1 1 0 0,1 0 0 0 0,-1 1 0 0 0,1-1 0 0 0,-1 0-1 0 0,1 1 1 0 0,-1-1 0 0 0,1 0 0 0 0,0 0 0 0 0,-1 0-1 0 0,1 1 1 0 0,-1-1 0 0 0,1 0 0 0 0,0 0-1 0 0,26 7 282 0 0,-25-6-258 0 0,39 6 346 0 0,-1-1 1 0 0,2-2-1 0 0,61-2 1 0 0,128-19 665 0 0,-108 6-743 0 0,939-85 772 0 0,1107-91 462 0 0,-2010 175-1352 0 0,741-37 995 0 0,-432 26-792 0 0,-440 21-406 0 0,-15 0-6 0 0,0 1-1 0 0,-1 0 1 0 0,1 1-1 0 0,0 1 1 0 0,0 0 0 0 0,0 1-1 0 0,19 4 1 0 0,-30-2-734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2.51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12443 0 0,'0'0'957'0'0,"14"19"2055"0"0,-6-1-2397 0 0,-1 1 1 0 0,-1-1-1 0 0,0 1 1 0 0,5 37-1 0 0,3 84 583 0 0,-6-50-838 0 0,-2-35-341 0 0,22 143 201 0 0,-23-177-328 0 0,0 0-1 0 0,2 0 0 0 0,0 0 1 0 0,2-1-1 0 0,0 0 0 0 0,22 35 1 0 0,-25-47-707 0 0,1 0 1 0 0,0-1-1 0 0,13 12 1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2.78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91 920 0 0,'12'-6'571'0'0,"0"0"0"0"0,1 1 0 0 0,0 1 0 0 0,-1 0 1 0 0,16-3-1 0 0,-1 0 66 0 0,141-34 3331 0 0,-139 36-3651 0 0,-1 2 0 0 0,1 0 1 0 0,57 4-1 0 0,-70 0-424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3.0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90 5529 0 0,'14'-1'285'0'0,"1"-1"-1"0"0,-1-1 0 0 0,0 0 1 0 0,0-1-1 0 0,21-9 1 0 0,4 0-118 0 0,7-2 10 0 0,50-13-379 0 0,-84 25 46 0 0,0 1 1 0 0,0 1-1 0 0,0 0 1 0 0,1 0 0 0 0,22 3-1 0 0,-32-2 155 0 0,-1 0 0 0 0,1 1 0 0 0,-1-1-1 0 0,1 1 1 0 0,-1-1 0 0 0,1 1-1 0 0,-1 0 1 0 0,0 0 0 0 0,1 0 0 0 0,-1 1-1 0 0,0-1 1 0 0,0 0 0 0 0,0 1 0 0 0,0 0-1 0 0,0-1 1 0 0,0 1 0 0 0,0 0 0 0 0,0 0-1 0 0,-1 0 1 0 0,3 3 0 0 0,-2 6-73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3.17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97 4609 0 0,'3'0'318'0'0,"0"0"1"0"0,0 0-1 0 0,0 0 1 0 0,0-1-1 0 0,0 1 1 0 0,0-1-1 0 0,0 1 0 0 0,5-3 1 0 0,87-30 2937 0 0,-64 20-3651 0 0,1 2 1 0 0,0 2-1 0 0,60-11 1 0 0,-41 16-576 0 0,-27 2 941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3.51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5 153 2304 0 0,'-4'13'8413'0'0,"4"-13"-8273"0"0,17 22 874 0 0,-13-17-532 0 0,13 18 469 0 0,-2 1 0 0 0,0 1-1 0 0,20 47 1 0 0,-22-43-807 0 0,1-1 0 0 0,30 45 0 0 0,-42-69-128 0 0,1 0 1 0 0,0-1-1 0 0,1 1 1 0 0,-1-1-1 0 0,0 0 1 0 0,1 0-1 0 0,0 0 1 0 0,0 0 0 0 0,0-1-1 0 0,7 4 1 0 0,-10-5 64 0 0,1-1 1 0 0,-1 1-1 0 0,1-1 0 0 0,-1 0 1 0 0,1 0-1 0 0,0 0 1 0 0,-1 0-1 0 0,1 0 0 0 0,-1 0 1 0 0,1 0-1 0 0,-1 0 1 0 0,1 0-1 0 0,-1-1 0 0 0,1 1 1 0 0,0-1-1 0 0,-1 1 1 0 0,0-1-1 0 0,1 1 0 0 0,-1-1 1 0 0,1 0-1 0 0,-1 0 1 0 0,0 0-1 0 0,0 0 0 0 0,1 0 1 0 0,-1 0-1 0 0,0 0 1 0 0,0 0-1 0 0,0 0 0 0 0,0-1 1 0 0,0 1-1 0 0,0 0 1 0 0,-1-1-1 0 0,1 1 0 0 0,1-2 1 0 0,8-21 401 0 0,-1 1 1 0 0,0-2-1 0 0,-2 1 1 0 0,-1-1-1 0 0,3-25 1 0 0,4-13-255 0 0,-2 16-347 0 0,1-9-542 0 0,24-64 0 0 0,-25 94-6928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4.66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356 0 5529 0 0,'-64'2'1010'0'0,"0"3"-1"0"0,-107 21 1 0 0,164-25-761 0 0,0 1 1 0 0,0 0-1 0 0,1 1 1 0 0,-13 5 0 0 0,19-8-213 0 0,-1 0 0 0 0,0 1 0 0 0,1-1 0 0 0,-1 1 1 0 0,1-1-1 0 0,-1 1 0 0 0,0-1 0 0 0,1 1 1 0 0,-1-1-1 0 0,1 1 0 0 0,-1-1 0 0 0,1 1 0 0 0,-1 0 1 0 0,1-1-1 0 0,0 1 0 0 0,-1 0 0 0 0,1-1 1 0 0,0 1-1 0 0,0 0 0 0 0,-1-1 0 0 0,1 3 0 0 0,0-2-15 0 0,1 0-1 0 0,-1 0 0 0 0,1 0 0 0 0,-1 0 0 0 0,1 0 0 0 0,-1 0 0 0 0,1 0 0 0 0,-1-1 0 0 0,1 1 0 0 0,0 0 0 0 0,0 0 0 0 0,-1 0 0 0 0,1-1 0 0 0,0 1 0 0 0,0 0 0 0 0,0-1 0 0 0,0 1 0 0 0,0 0 0 0 0,0-1 0 0 0,1 1 0 0 0,8 4 88 0 0,0-1-1 0 0,1 0 1 0 0,-1-1-1 0 0,1 0 0 0 0,-1-1 1 0 0,18 2-1 0 0,69 2-24 0 0,-80-6-133 0 0,664-10 555 0 0,-308-1 123 0 0,-180 8-321 0 0,1006-1 1352 0 0,-1031 9-1518 0 0,2295 78 3072 0 0,-1213 9-3186 0 0,-1177-83-4483 0 0,-5 0-1523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5.5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 6 8290 0 0,'-10'-6'675'0'0,"5"9"-360"0"0,5 18 202 0 0,2-10 52 0 0,7 495 4287 0 0,-8-198-2722 0 0,1-259-2987 0 0,1 0 1 0 0,3 0-1 0 0,20 80 1 0 0,-18-100-4300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5.75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79 7834 0 0,'2'-3'95'0'0,"0"1"1"0"0,1 0-1 0 0,0 0 1 0 0,-1 0-1 0 0,1 0 1 0 0,0 0 0 0 0,0 1-1 0 0,0-1 1 0 0,0 1-1 0 0,0 0 1 0 0,0 0-1 0 0,6-2 1 0 0,46-6 652 0 0,-31 5-439 0 0,37-7 712 0 0,89-15 1348 0 0,-125 24-2674 0 0,-1 0 1 0 0,1 2-1 0 0,0 0 1 0 0,28 5-1 0 0,-36-2 169 0 0,-3-3 123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5.9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87 5065 0 0,'24'-2'627'0'0,"0"-2"0"0"0,0 0 0 0 0,0-1 1 0 0,-1-2-1 0 0,39-15 0 0 0,40-11-2408 0 0,-70 26 1760 0 0,-21 5 21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6.0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62 2761 0 0,'-1'1'83'0'0,"0"1"1"0"0,1-1-1 0 0,-1 1 0 0 0,1-1 1 0 0,-1 1-1 0 0,1-1 1 0 0,0 1-1 0 0,0-1 1 0 0,0 1-1 0 0,-1 0 1 0 0,2-1-1 0 0,-1 1 1 0 0,0-1-1 0 0,0 1 0 0 0,0-1 1 0 0,1 1-1 0 0,-1-1 1 0 0,1 1-1 0 0,-1-1 1 0 0,1 1-1 0 0,-1-1 1 0 0,1 0-1 0 0,0 1 1 0 0,0-1-1 0 0,0 0 1 0 0,1 2-1 0 0,0-1 126 0 0,1-1 0 0 0,-1 1 1 0 0,0-1-1 0 0,1 0 0 0 0,-1 0 0 0 0,1 0 1 0 0,-1 0-1 0 0,1 0 0 0 0,-1 0 0 0 0,1-1 1 0 0,0 1-1 0 0,-1-1 0 0 0,1 0 0 0 0,0 0 1 0 0,4 0-1 0 0,14-3-46 0 0,-1-1 0 0 0,1-1 1 0 0,-1-1-1 0 0,0 0 0 0 0,-1-2 1 0 0,1 0-1 0 0,18-11 0 0 0,45-18-3119 0 0,-54 26 1845 0 0,-3 2 671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6.4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315 55 4609 0 0,'0'-3'243'0'0,"-1"0"0"0"0,0 1-1 0 0,0-1 1 0 0,-1 0 0 0 0,1 0 0 0 0,0 0 0 0 0,-1 1 0 0 0,0-1-1 0 0,0 1 1 0 0,1 0 0 0 0,-2-1 0 0 0,1 1 0 0 0,0 0-1 0 0,0 0 1 0 0,-1 0 0 0 0,1 0 0 0 0,-1 1 0 0 0,1-1 0 0 0,-1 1-1 0 0,0-1 1 0 0,1 1 0 0 0,-1 0 0 0 0,0 0 0 0 0,0 0-1 0 0,0 0 1 0 0,0 1 0 0 0,0-1 0 0 0,0 1 0 0 0,0 0 0 0 0,0 0-1 0 0,0 0 1 0 0,0 0 0 0 0,0 0 0 0 0,0 1 0 0 0,0 0 0 0 0,-6 1-1 0 0,-3 2 71 0 0,1 0-1 0 0,-1 1 0 0 0,1 0 0 0 0,0 1 1 0 0,1 0-1 0 0,-1 1 0 0 0,-18 16 0 0 0,15-11-173 0 0,0 0 1 0 0,1 1-1 0 0,1 1 0 0 0,0 0 0 0 0,1 0 0 0 0,-11 19 0 0 0,19-29-124 0 0,1 0 0 0 0,0 0-1 0 0,0 0 1 0 0,0 0 0 0 0,1 0 0 0 0,0 0 0 0 0,-1 1 0 0 0,2-1 0 0 0,-1 1 0 0 0,0-1 0 0 0,1 0 0 0 0,0 1-1 0 0,0-1 1 0 0,0 1 0 0 0,0-1 0 0 0,1 1 0 0 0,0-1 0 0 0,0 0 0 0 0,0 1 0 0 0,0-1 0 0 0,1 0-1 0 0,-1 0 1 0 0,1 0 0 0 0,0 0 0 0 0,1 0 0 0 0,-1 0 0 0 0,1 0 0 0 0,-1-1 0 0 0,1 1 0 0 0,6 4-1 0 0,1 1 133 0 0,1-1-1 0 0,0 0 0 0 0,0-1 0 0 0,1-1 1 0 0,0 0-1 0 0,0 0 0 0 0,1-1 1 0 0,-1 0-1 0 0,1-2 0 0 0,0 1 0 0 0,0-1 1 0 0,1-1-1 0 0,-1 0 0 0 0,19-1 0 0 0,8-1 121 0 0,-1-1 0 0 0,0-3-1 0 0,63-13 1 0 0,64-31-1049 0 0,-133 37-1114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7.3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53 28 8290 0 0,'-7'-8'688'0'0,"-14"-11"5335"0"0,22 25-5437 0 0,-15 273 1715 0 0,2-106-1896 0 0,15 603-296 0 0,14-569-88 0 0,73 354 0 0 0,94 176 1387 0 0,-177-713-1317 0 0,50 198 676 0 0,-44-162-469 0 0,8 105 0 0 0,-20-147-314 0 0,-2-1 1 0 0,1 1-1 0 0,-5 18 0 0 0,-3 1-6100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8.05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256 327 5065 0 0,'2'-24'1403'0'0,"-2"18"-934"0"0,1-1 0 0 0,-1 1 0 0 0,0-1 0 0 0,-1 1 0 0 0,-1-10 0 0 0,2 16-420 0 0,0 0 1 0 0,0-1-1 0 0,0 1 0 0 0,-1 0 1 0 0,1-1-1 0 0,0 1 0 0 0,0 0 1 0 0,-1 0-1 0 0,1-1 1 0 0,0 1-1 0 0,-1 0 0 0 0,1-1 1 0 0,0 1-1 0 0,-1 0 0 0 0,1 0 1 0 0,0 0-1 0 0,-1 0 0 0 0,1-1 1 0 0,-1 1-1 0 0,1 0 0 0 0,0 0 1 0 0,-1 0-1 0 0,1 0 0 0 0,-1 0 1 0 0,1 0-1 0 0,0 0 0 0 0,-1 0 1 0 0,1 0-1 0 0,-1 0 1 0 0,1 0-1 0 0,0 0 0 0 0,-1 0 1 0 0,1 0-1 0 0,-1 0 0 0 0,1 1 1 0 0,0-1-1 0 0,-1 0 0 0 0,1 0 1 0 0,0 0-1 0 0,-1 1 0 0 0,1-1 1 0 0,0 0-1 0 0,-1 0 0 0 0,1 1 1 0 0,0-1-1 0 0,0 0 0 0 0,-1 1 1 0 0,1-1-1 0 0,0 0 1 0 0,0 1-1 0 0,-1 0 0 0 0,-18 17 808 0 0,19-17-777 0 0,-33 36 167 0 0,2 1 1 0 0,2 1-1 0 0,2 2 0 0 0,1 0 0 0 0,3 2 0 0 0,-23 56 0 0 0,41-73-273 0 0,10-23-9 0 0,5-14 80 0 0,12-26 413 0 0,-1 0 0 0 0,-2-1-1 0 0,19-57 1 0 0,-7 20-27 0 0,4-14-32 0 0,15-34 370 0 0,-42 105-475 0 0,1 0 1 0 0,2 1-1 0 0,0 0 1 0 0,18-21-1 0 0,-28 35-219 0 0,1 1 0 0 0,0 0 0 0 0,0 0 0 0 0,0 0 0 0 0,0 0 0 0 0,0 0 0 0 0,0 1 0 0 0,1-1 0 0 0,-1 1-1 0 0,0-1 1 0 0,1 1 0 0 0,-1 0 0 0 0,1 0 0 0 0,0 0 0 0 0,-1 0 0 0 0,1 0 0 0 0,0 1 0 0 0,0-1 0 0 0,-1 1-1 0 0,1 0 1 0 0,4 0 0 0 0,-3 1-12 0 0,-1 0 1 0 0,1 0-1 0 0,-1 0 0 0 0,0 1 0 0 0,0 0 0 0 0,0 0 1 0 0,0 0-1 0 0,0 0 0 0 0,0 0 0 0 0,0 0 0 0 0,-1 1 0 0 0,1-1 1 0 0,-1 1-1 0 0,0 0 0 0 0,0 0 0 0 0,3 4 0 0 0,36 59 116 0 0,-3 2-1 0 0,29 73 1 0 0,-38-78-137 0 0,41 110-1561 0 0,-48-108-6076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8.58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44 6913 0 0,'1'-1'472'0'0,"-1"1"-451"0"0,0 0 0 0 0,0 0 1 0 0,0 0-1 0 0,0 0 1 0 0,0 0-1 0 0,0 0 1 0 0,0 0-1 0 0,0 0 0 0 0,0 0 1 0 0,0-1 363 0 0,0 1-363 0 0,9 3 832 0 0,12 7 372 0 0,8 16-210 0 0,-1 1 0 0 0,-1 1 0 0 0,33 44-1 0 0,-32-37-385 0 0,1-1-1 0 0,38 33 0 0 0,-51-53-249 0 0,1 0 0 0 0,1-1-1 0 0,0 0 1 0 0,0-2 0 0 0,27 13 0 0 0,-39-21-246 0 0,0-1 0 0 0,0 0 0 0 0,0 0 0 0 0,1-1-1 0 0,-1 0 1 0 0,0 0 0 0 0,1 0 0 0 0,-1-1 0 0 0,1 1 0 0 0,-1-2 0 0 0,1 1 0 0 0,-1-1-1 0 0,0 0 1 0 0,1 0 0 0 0,-1-1 0 0 0,0 0 0 0 0,0 0 0 0 0,0 0 0 0 0,0-1 0 0 0,0 0-1 0 0,0 0 1 0 0,6-5 0 0 0,-2 0 2 0 0,0-1-1 0 0,0 0 1 0 0,-1 0 0 0 0,-1-1-1 0 0,1 0 1 0 0,-2-1-1 0 0,1 0 1 0 0,-1 0 0 0 0,7-18-1 0 0,6-15-82 0 0,15-59-1 0 0,-8 25-62 0 0,-12 39-199 0 0,0 2-103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9.03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 24 7834 0 0,'-16'-24'12314'0'0,"16"24"-12209"0"0,1 19 847 0 0,21 284 553 0 0,-17-194-1581 0 0,23 143-1 0 0,-22-222-7 0 0,1-1-1 0 0,1 0 1 0 0,14 29 0 0 0,-14-40-822 0 0,1 0 0 0 0,0-1 1 0 0,14 18-1 0 0,-15-26-552 0 0,-8-9 1430 0 0,0 1 0 0 0,1-1 0 0 0,-1 0 0 0 0,0 0 0 0 0,0 0 0 0 0,0 0 0 0 0,0 0 0 0 0,0 1 0 0 0,0-1 0 0 0,0 0 0 0 0,0 0 0 0 0,0 0 0 0 0,0 0 0 0 0,1 0 0 0 0,-1 0 0 0 0,0 0 0 0 0,0 0 0 0 0,0 1 0 0 0,0-1 0 0 0,0 0 0 0 0,1 0 0 0 0,-1 0 0 0 0,0 0 0 0 0,0 0 0 0 0,0 0 0 0 0,0 0 0 0 0,0 0 0 0 0,1 0 0 0 0,-1 0 0 0 0,0 0 0 0 0,0 0 0 0 0,0 0 0 0 0,0 0-1 0 0,1 0 1 0 0,-1 0 0 0 0,0 0 0 0 0,0 0 0 0 0,0 0 0 0 0,0 0 0 0 0,0 0 0 0 0,1 0 0 0 0,-1 0 0 0 0,0-1 0 0 0,0 1 0 0 0,0 0 0 0 0,0 0 0 0 0,0 0 0 0 0,0 0 0 0 0,1 0 0 0 0,-1 0 0 0 0,0 0 0 0 0,0-1 0 0 0,0 1 0 0 0,0 0 0 0 0,0 0 0 0 0,0 0 0 0 0,0 0 0 0 0,0 0 0 0 0,0-1 0 0 0,0 1 0 0 0,0 0 0 0 0,0 0 0 0 0,1 0 0 0 0,-1-11-107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9.2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0 197 4609 0 0,'2'-4'146'0'0,"0"-1"0"0"0,0 1 0 0 0,0 0 1 0 0,0-1-1 0 0,1 1 0 0 0,0 0 0 0 0,-1 1 0 0 0,2-1 0 0 0,-1 0 1 0 0,0 1-1 0 0,6-5 0 0 0,47-30 2374 0 0,-34 24-1688 0 0,75-44 2015 0 0,-85 52-2700 0 0,0 1-1 0 0,0 0 1 0 0,0 0 0 0 0,1 2 0 0 0,-1-1 0 0 0,21-2 0 0 0,-30 6-206 0 0,-1 0-1 0 0,0-1 1 0 0,0 1 0 0 0,1 0 0 0 0,-1 0 0 0 0,0 1 0 0 0,0-1 0 0 0,1 0 0 0 0,-1 1 0 0 0,0-1 0 0 0,0 1 0 0 0,0 0 0 0 0,0 0 0 0 0,0-1 0 0 0,0 1-1 0 0,0 1 1 0 0,0-1 0 0 0,0 0 0 0 0,0 0 0 0 0,0 1 0 0 0,0-1 0 0 0,-1 1 0 0 0,3 2 0 0 0,2 10-4335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9.4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0 186 1840 0 0,'4'-1'280'0'0,"1"0"0"0"0,-1 0 0 0 0,0-1 0 0 0,0 1 0 0 0,-1-1 0 0 0,1 0 0 0 0,0 0 0 0 0,0 0 0 0 0,3-4 0 0 0,11-5 401 0 0,72-41 1323 0 0,-64 35-1821 0 0,0 2 1 0 0,1 0-1 0 0,0 2 1 0 0,1 1-1 0 0,57-17 1 0 0,-81 28-220 0 0,1 1 1 0 0,0-1 0 0 0,0 1-1 0 0,0 0 1 0 0,-1 0 0 0 0,10 2-1 0 0,-13-1 35 0 0,0-1 0 0 0,0 0 0 0 0,-1 0-1 0 0,1 0 1 0 0,0 1 0 0 0,-1-1-1 0 0,1 0 1 0 0,0 1 0 0 0,-1-1-1 0 0,1 0 1 0 0,0 1 0 0 0,-1-1-1 0 0,1 1 1 0 0,-1-1 0 0 0,1 1-1 0 0,-1 0 1 0 0,1-1 0 0 0,-1 1-1 0 0,1-1 1 0 0,0 2 0 0 0,-1-1 1 0 0,0 0 0 0 0,0 0-1 0 0,0 0 1 0 0,0 0 0 0 0,-1 0 0 0 0,1 0 0 0 0,0 0 0 0 0,0 0 0 0 0,0 0 0 0 0,-1 0 0 0 0,1 0-1 0 0,-1 0 1 0 0,1 0 0 0 0,-1 0 0 0 0,1 0 0 0 0,-1 0 0 0 0,1-1 0 0 0,-1 1 0 0 0,0 0 0 0 0,0 1-1 0 0,-10 11-65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09:59.57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 14 3049 0 0,'-1'2'31'0'0,"0"1"1"0"0,0-1-1 0 0,0 0 1 0 0,1 0-1 0 0,-1 1 1 0 0,1-1-1 0 0,0 0 1 0 0,-1 1-1 0 0,1-1 1 0 0,0 0-1 0 0,0 1 1 0 0,1-1-1 0 0,-1 1 1 0 0,0-1-1 0 0,1 0 1 0 0,0 1-1 0 0,1 3 1 0 0,-1-5 174 0 0,1 1-1 0 0,0 0 1 0 0,-1-1 0 0 0,1 1-1 0 0,0-1 1 0 0,0 0 0 0 0,0 1-1 0 0,0-1 1 0 0,0 0 0 0 0,0 0-1 0 0,0-1 1 0 0,0 1 0 0 0,1 0 0 0 0,-1-1-1 0 0,0 1 1 0 0,0-1 0 0 0,1 1-1 0 0,-1-1 1 0 0,3 0 0 0 0,5 0 240 0 0,-1 0-1 0 0,0-1 1 0 0,0 0 0 0 0,0 0 0 0 0,0-1 0 0 0,0 0 0 0 0,11-4 0 0 0,61-28-121 0 0,-32 12-3361 0 0,-24 13-653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00.1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331 8 456 0 0,'-3'-1'235'0'0,"-1"-1"1"0"0,1 1-1 0 0,-1 0 0 0 0,1 0 1 0 0,-1 1-1 0 0,1-1 0 0 0,-1 1 0 0 0,0 0 1 0 0,1 0-1 0 0,-1 0 0 0 0,1 0 1 0 0,-1 1-1 0 0,0-1 0 0 0,-3 2 0 0 0,-51 15 2085 0 0,43-11-2067 0 0,1 1-1 0 0,0 0 1 0 0,1 1-1 0 0,-1 0 0 0 0,1 1 1 0 0,1 1-1 0 0,0 0 1 0 0,0 1-1 0 0,1 0 1 0 0,0 1-1 0 0,1 0 0 0 0,1 0 1 0 0,0 1-1 0 0,0 1 1 0 0,1-1-1 0 0,1 1 1 0 0,-10 28-1 0 0,15-37-211 0 0,1 0 0 0 0,0 0 0 0 0,0 0 0 0 0,1 0 1 0 0,0 0-1 0 0,0 0 0 0 0,0 0 0 0 0,0 0 0 0 0,1 0 0 0 0,0 0 0 0 0,0 0 0 0 0,0 0 0 0 0,0-1 0 0 0,1 1 1 0 0,0 0-1 0 0,0-1 0 0 0,0 1 0 0 0,1-1 0 0 0,4 7 0 0 0,-5-8 21 0 0,1-1-1 0 0,-1 1 1 0 0,1-1 0 0 0,0 0-1 0 0,0 1 1 0 0,0-1-1 0 0,0-1 1 0 0,0 1 0 0 0,1 0-1 0 0,-1-1 1 0 0,0 0-1 0 0,1 1 1 0 0,-1-1 0 0 0,1-1-1 0 0,0 1 1 0 0,-1 0-1 0 0,1-1 1 0 0,-1 0 0 0 0,1 0-1 0 0,0 0 1 0 0,-1 0 0 0 0,1-1-1 0 0,0 1 1 0 0,-1-1-1 0 0,1 0 1 0 0,-1 0 0 0 0,5-2-1 0 0,-2 1 19 0 0,0-1 0 0 0,0 0 0 0 0,0 0 0 0 0,0 0 0 0 0,-1-1 0 0 0,1 1 0 0 0,-1-1 0 0 0,0-1 0 0 0,0 1 0 0 0,-1-1 1 0 0,1 0-1 0 0,3-5 0 0 0,2-5 264 0 0,-1-1 0 0 0,15-32 0 0 0,-2 3 601 0 0,-22 43-868 0 0,1 0-1 0 0,0 1 0 0 0,0-1 1 0 0,0 1-1 0 0,0-1 0 0 0,0 1 1 0 0,0-1-1 0 0,0 1 0 0 0,0-1 1 0 0,1 1-1 0 0,-1 0 0 0 0,1 0 1 0 0,-1 0-1 0 0,1 0 0 0 0,-1 0 1 0 0,1 0-1 0 0,0 0 0 0 0,3-1 1 0 0,-4 2-35 0 0,0 0 0 0 0,0 0 1 0 0,1 0-1 0 0,-1 0 1 0 0,0 0-1 0 0,0 1 1 0 0,1-1-1 0 0,-1 1 1 0 0,0-1-1 0 0,0 0 1 0 0,0 1-1 0 0,0 0 0 0 0,1-1 1 0 0,-1 1-1 0 0,0 0 1 0 0,0 0-1 0 0,0-1 1 0 0,0 1-1 0 0,-1 0 1 0 0,2 2-1 0 0,3 3 30 0 0,0 0 0 0 0,-1 1 1 0 0,0 0-1 0 0,0 0 0 0 0,-1 0 0 0 0,0 0 0 0 0,2 9 0 0 0,15 50 360 0 0,10 70-1 0 0,-26-114-401 0 0,-1 0 0 0 0,-2 0 1 0 0,0 0-1 0 0,-1 0 1 0 0,-1 0-1 0 0,-1-1 1 0 0,-7 33-1 0 0,7-48 63 0 0,0 1 0 0 0,0-1 0 0 0,-1 1 0 0 0,1-1 0 0 0,-1 0-1 0 0,-1 0 1 0 0,1 0 0 0 0,-1-1 0 0 0,0 1 0 0 0,0-1 0 0 0,-1 0 0 0 0,1 0 0 0 0,-1 0 0 0 0,0-1-1 0 0,-1 0 1 0 0,1 0 0 0 0,-1 0 0 0 0,0-1 0 0 0,1 1 0 0 0,-2-1 0 0 0,-6 2 0 0 0,5-3-53 0 0,0 0 0 0 0,0 0 0 0 0,-1-1 0 0 0,1 0 0 0 0,0 0 0 0 0,0-1 0 0 0,-1 0 0 0 0,1-1 0 0 0,0 0 0 0 0,-1 0 0 0 0,1-1 0 0 0,0 0 0 0 0,0 0 0 0 0,0-1 0 0 0,1 0 1 0 0,-15-8-1 0 0,4 1-1683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05.97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36 5529 0 0,'0'-3'722'0'0,"-1"0"-1"0"0,1 0 0 0 0,-1 0 0 0 0,0 0 1 0 0,0 0-1 0 0,0 0 0 0 0,0 0 1 0 0,-9-8 3685 0 0,9 11-4334 0 0,2 21 1175 0 0,52 302 1050 0 0,-29-217-4165 0 0,5-2-3705 0 0,-21-81 438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06.30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9 277 5985 0 0,'-2'-10'155'0'0,"-4"-33"619"0"0,5 41-628 0 0,1 1 0 0 0,0-1 0 0 0,0 1 0 0 0,1-1 0 0 0,-1 1 0 0 0,0-1-1 0 0,0 1 1 0 0,1 0 0 0 0,-1-1 0 0 0,1 1 0 0 0,-1-1 0 0 0,1 1 0 0 0,0 0 0 0 0,-1-1 0 0 0,1 1 0 0 0,0 0 0 0 0,0 0-1 0 0,0 0 1 0 0,0 0 0 0 0,0 0 0 0 0,0 0 0 0 0,0 0 0 0 0,0 0 0 0 0,1 0 0 0 0,1-1 0 0 0,-2 2 16 0 0,0 0 1 0 0,0 0 0 0 0,0 0 0 0 0,0 0 0 0 0,0 0 0 0 0,0 0 0 0 0,0 0-1 0 0,0 0 1 0 0,1 0 0 0 0,-1 0 0 0 0,0 1 0 0 0,0-1 0 0 0,0 1 0 0 0,0-1-1 0 0,0 0 1 0 0,0 1 0 0 0,0 0 0 0 0,-1-1 0 0 0,1 1 0 0 0,0 0-1 0 0,0-1 1 0 0,0 1 0 0 0,-1 0 0 0 0,1 0 0 0 0,0-1 0 0 0,0 1 0 0 0,0 2-1 0 0,20 29 1397 0 0,-18-26-1207 0 0,15 24 162 0 0,1 0 0 0 0,1-1 0 0 0,28 30 1 0 0,-39-50-446 0 0,0 1 1 0 0,1-2-1 0 0,0 1 1 0 0,0-1-1 0 0,1 0 1 0 0,0-1 0 0 0,1-1-1 0 0,-1 0 1 0 0,1 0-1 0 0,0-1 1 0 0,23 6 0 0 0,-34-10-35 0 0,1-1 1 0 0,0 0 0 0 0,-1 1 0 0 0,1-1-1 0 0,0 0 1 0 0,0 0 0 0 0,0 0 0 0 0,-1 0-1 0 0,1-1 1 0 0,0 1 0 0 0,0 0 0 0 0,-1-1-1 0 0,1 1 1 0 0,0-1 0 0 0,-1 1 0 0 0,1-1-1 0 0,-1 0 1 0 0,1 0 0 0 0,-1 0 0 0 0,1 0-1 0 0,1-1 1 0 0,-1-1 20 0 0,0 1-1 0 0,0-1 1 0 0,0 1 0 0 0,0-1-1 0 0,-1 0 1 0 0,1 0 0 0 0,-1 0-1 0 0,0 0 1 0 0,0 0 0 0 0,0 0-1 0 0,1-3 1 0 0,1-9 124 0 0,-1-1 0 0 0,-1 1 0 0 0,-1-30 0 0 0,0 40-170 0 0,-6-102-1029 0 0,-19-112 0 0 0,23 205-265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06.65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51 1840 0 0,'1'-1'179'0'0,"0"1"0"0"0,0-1 0 0 0,-1 1 0 0 0,1 0-1 0 0,0-1 1 0 0,0 1 0 0 0,-1 0 0 0 0,1-1-1 0 0,0 1 1 0 0,0 0 0 0 0,0 0 0 0 0,0 0 0 0 0,-1 0-1 0 0,1 0 1 0 0,0 0 0 0 0,0 0 0 0 0,0 0 0 0 0,0 0-1 0 0,0 0 1 0 0,-1 0 0 0 0,1 0 0 0 0,0 1 0 0 0,0-1-1 0 0,0 0 1 0 0,-1 1 0 0 0,1-1 0 0 0,0 0-1 0 0,0 1 1 0 0,-1-1 0 0 0,1 1 0 0 0,0-1 0 0 0,-1 1-1 0 0,1 0 1 0 0,-1-1 0 0 0,1 1 0 0 0,-1 0 0 0 0,1-1-1 0 0,-1 1 1 0 0,1 0 0 0 0,-1-1 0 0 0,1 1-1 0 0,-1 0 1 0 0,0 0 0 0 0,0 0 0 0 0,1-1 0 0 0,-1 1-1 0 0,0 2 1 0 0,16 36 4480 0 0,-11-26-3914 0 0,0 0 0 0 0,1 0 0 0 0,0-1 0 0 0,1 0 1 0 0,15 21-1 0 0,-20-30-704 0 0,1 0 1 0 0,0-1-1 0 0,0 1 0 0 0,0-1 1 0 0,0 1-1 0 0,0-1 1 0 0,1 0-1 0 0,-1 0 0 0 0,1-1 1 0 0,-1 1-1 0 0,1-1 1 0 0,0 1-1 0 0,0-1 1 0 0,0 0-1 0 0,-1-1 0 0 0,1 1 1 0 0,0-1-1 0 0,0 0 1 0 0,0 0-1 0 0,0 0 0 0 0,0 0 1 0 0,0-1-1 0 0,0 1 1 0 0,0-1-1 0 0,6-2 0 0 0,-7 2-18 0 0,0 1-1 0 0,0-1 0 0 0,0 0 1 0 0,0 0-1 0 0,0 0 0 0 0,0-1 0 0 0,-1 1 1 0 0,1-1-1 0 0,-1 1 0 0 0,1-1 1 0 0,-1 0-1 0 0,1 0 0 0 0,-1 0 1 0 0,0 0-1 0 0,0 0 0 0 0,0-1 0 0 0,0 1 1 0 0,-1-1-1 0 0,1 1 0 0 0,0-1 1 0 0,-1 0-1 0 0,0 1 0 0 0,0-1 0 0 0,0 0 1 0 0,0 0-1 0 0,0 0 0 0 0,0 0 1 0 0,-1 0-1 0 0,1 0 0 0 0,-1 0 1 0 0,0 0-1 0 0,0 0 0 0 0,0 0 0 0 0,0 0 1 0 0,-1 0-1 0 0,1 0 0 0 0,-1 0 1 0 0,0 0-1 0 0,-2-5 0 0 0,0-1 10 0 0,0 1 0 0 0,-1 0-1 0 0,0 0 1 0 0,-1 0 0 0 0,1 1 0 0 0,-1-1-1 0 0,-1 1 1 0 0,1 0 0 0 0,-1 1-1 0 0,-1-1 1 0 0,1 1 0 0 0,-13-8 0 0 0,13 10-38 0 0,0 1-1 0 0,0 0 1 0 0,-1 0 0 0 0,1 0 0 0 0,-1 1 0 0 0,0 0 0 0 0,1 1 0 0 0,-1-1 0 0 0,0 1-1 0 0,0 0 1 0 0,0 1 0 0 0,0 0 0 0 0,-11 1 0 0 0,11 0-398 0 0,1 0 0 0 0,0 0 0 0 0,0 1 0 0 0,0 0 0 0 0,-8 4 0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07.2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83 333 7834 0 0,'2'0'145'0'0,"1"-1"1"0"0,-1 0 0 0 0,0 1-1 0 0,0-1 1 0 0,0 0 0 0 0,1 0 0 0 0,-1 0-1 0 0,0-1 1 0 0,-1 1 0 0 0,1-1-1 0 0,0 1 1 0 0,0-1 0 0 0,0 1-1 0 0,-1-1 1 0 0,1 0 0 0 0,-1 0-1 0 0,0 0 1 0 0,1 0 0 0 0,-1 0 0 0 0,1-2-1 0 0,2-2 161 0 0,-1 0-1 0 0,0 0 1 0 0,-1-1 0 0 0,1 1-1 0 0,2-12 1 0 0,-4 10-220 0 0,-1-1 0 0 0,0 0 0 0 0,0 0 0 0 0,-1 1 0 0 0,0-1 0 0 0,0 0 0 0 0,-1 1 0 0 0,0-1 0 0 0,-1 1 0 0 0,-4-12 1 0 0,5 15 7 0 0,0 1 1 0 0,0-1 0 0 0,0 1 0 0 0,-1 0 0 0 0,1 0 0 0 0,-1 0 0 0 0,0 0 0 0 0,0 0 0 0 0,0 1 0 0 0,0-1 0 0 0,-1 1 0 0 0,0 0 0 0 0,0 0 0 0 0,1 0 0 0 0,-2 0 0 0 0,1 1 0 0 0,0 0 0 0 0,0 0-1 0 0,-1 0 1 0 0,-4-2 0 0 0,7 4-77 0 0,1 0-1 0 0,-1 0 1 0 0,0-1-1 0 0,1 1 1 0 0,-1 0-1 0 0,1 0 1 0 0,-1 0-1 0 0,0 0 1 0 0,1 1-1 0 0,-1-1 1 0 0,1 0-1 0 0,-1 1 1 0 0,1-1-1 0 0,-1 1 1 0 0,1-1-1 0 0,-1 1 1 0 0,1 0-1 0 0,0 0 1 0 0,-1 0-1 0 0,1 0 1 0 0,0-1-1 0 0,0 2 1 0 0,-2 0-1 0 0,2 0 45 0 0,-1 1 0 0 0,0-1 0 0 0,1 1 0 0 0,0-1 0 0 0,0 1 0 0 0,0 0-1 0 0,0 0 1 0 0,0 0 0 0 0,0-1 0 0 0,1 1 0 0 0,-1 5 0 0 0,0 2 84 0 0,1 1 0 0 0,0-1 0 0 0,1 0 0 0 0,0 0 0 0 0,1 1 0 0 0,2 9 0 0 0,-2-14-188 0 0,0 1-1 0 0,1-1 1 0 0,0 0 0 0 0,0 0-1 0 0,0 0 1 0 0,0-1 0 0 0,1 1 0 0 0,0-1-1 0 0,0 0 1 0 0,1 0 0 0 0,-1 0-1 0 0,1 0 1 0 0,0-1 0 0 0,0 0 0 0 0,1 0-1 0 0,-1 0 1 0 0,9 4 0 0 0,-5-4-98 0 0,0-1 0 0 0,1 0 0 0 0,-1 0 0 0 0,1-1 1 0 0,-1 0-1 0 0,1 0 0 0 0,0-1 0 0 0,-1 0 0 0 0,1-1 0 0 0,0 0 0 0 0,12-2 1 0 0,-10 0-49 0 0,0 0 0 0 0,0-1 1 0 0,0 0-1 0 0,0-1 1 0 0,0-1-1 0 0,-1 1 1 0 0,0-2-1 0 0,20-12 0 0 0,-24 13 132 0 0,0 0-1 0 0,-1 0 1 0 0,1 0-1 0 0,-1-1 1 0 0,-1 0-1 0 0,1-1 1 0 0,-1 1-1 0 0,0-1 1 0 0,-1 0-1 0 0,1 0 1 0 0,-1 0-1 0 0,-1-1 1 0 0,5-11-1 0 0,-4 0-329 0 0,0-1-1 0 0,-1 0 1 0 0,-1 0-1 0 0,-1 0 1 0 0,-2-31-1 0 0,-1 28-641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07.49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58 86 456 0 0,'-17'-31'3633'0'0,"12"15"-1740"0"0,-12-22 7130 0 0,16 38-8899 0 0,1 0 0 0 0,-1 0 0 0 0,1-1 1 0 0,-1 1-1 0 0,1 0 0 0 0,-1 0 0 0 0,1 0 1 0 0,-1 0-1 0 0,1 0 0 0 0,-1 0 0 0 0,1 0 0 0 0,0 0 1 0 0,-1 1-1 0 0,1-1 0 0 0,-1 0 0 0 0,1 0 1 0 0,-1 0-1 0 0,1 0 0 0 0,-1 1 0 0 0,1-1 1 0 0,0 0-1 0 0,-1 0 0 0 0,1 1 0 0 0,-1-1 1 0 0,1 0-1 0 0,0 1 0 0 0,-1-1 0 0 0,1 0 1 0 0,0 1-1 0 0,0-1 0 0 0,-1 1 0 0 0,1-1 1 0 0,0 0-1 0 0,0 1 0 0 0,-1-1 0 0 0,1 1 1 0 0,0-1-1 0 0,0 1 0 0 0,0-1 0 0 0,0 1 1 0 0,0-1-1 0 0,0 1 0 0 0,0-1 0 0 0,0 1 1 0 0,0 0-1 0 0,-3 23 1127 0 0,6-6-1076 0 0,0-1 0 0 0,2 0 0 0 0,0-1 0 0 0,1 1 0 0 0,14 24 0 0 0,-1 4 9 0 0,-8-16-71 0 0,2-2 0 0 0,0 1 1 0 0,33 48-1 0 0,-40-68-303 0 0,0 0 0 0 0,1-1-1 0 0,-1 1 1 0 0,2-1 0 0 0,-1-1 0 0 0,1 1 0 0 0,0-1 0 0 0,0 0 0 0 0,0-1 0 0 0,1 0 0 0 0,0-1 0 0 0,0 1 0 0 0,0-2 0 0 0,1 1 0 0 0,18 3-1 0 0,-26-7-218 0 0,0 0 0 0 0,-1 0-1 0 0,1 0 1 0 0,-1 0 0 0 0,1-1 0 0 0,0 1-1 0 0,-1 0 1 0 0,1-1 0 0 0,-1 0-1 0 0,1 1 1 0 0,-1-1 0 0 0,0 0-1 0 0,1 0 1 0 0,-1 0 0 0 0,1 0-1 0 0,-1 0 1 0 0,0 0 0 0 0,0 0-1 0 0,0 0 1 0 0,0 0 0 0 0,0 0-1 0 0,0-1 1 0 0,0 1 0 0 0,0-1-1 0 0,1-1 1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07.87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73 285 7834 0 0,'4'-1'251'0'0,"-1"-1"0"0"0,1 0 0 0 0,-1 0 1 0 0,0-1-1 0 0,0 1 0 0 0,0-1 0 0 0,0 1 1 0 0,0-1-1 0 0,0 0 0 0 0,-1 0 1 0 0,0 0-1 0 0,1 0 0 0 0,1-4 0 0 0,-3 5-86 0 0,4-5 14 0 0,-1-1 1 0 0,0 0-1 0 0,0 0 0 0 0,0-1 1 0 0,-1 1-1 0 0,-1-1 0 0 0,1 0 1 0 0,-1 1-1 0 0,-1-1 1 0 0,1 0-1 0 0,-1-17 0 0 0,-1 20-188 0 0,0 0 0 0 0,-1 0-1 0 0,0 0 1 0 0,1 0 0 0 0,-2 0-1 0 0,1 0 1 0 0,-1 0 0 0 0,0 1-1 0 0,0-1 1 0 0,-1 1 0 0 0,1-1-1 0 0,-1 1 1 0 0,0 0 0 0 0,-1 0-1 0 0,0 0 1 0 0,1 0 0 0 0,-1 0-1 0 0,-8-5 1 0 0,11 8 64 0 0,-1 1 0 0 0,0-1 0 0 0,0 1 0 0 0,0 0 0 0 0,0-1 0 0 0,0 1 0 0 0,0 0 0 0 0,0 0 0 0 0,0 1 0 0 0,0-1 0 0 0,0 0 0 0 0,-1 1 0 0 0,1-1 0 0 0,0 1 0 0 0,0 0 0 0 0,-1 0 0 0 0,1 0 0 0 0,0 0 0 0 0,-1 0 0 0 0,1 0 0 0 0,0 1 0 0 0,0-1 0 0 0,-1 1 0 0 0,1-1 0 0 0,0 1 0 0 0,0 0 0 0 0,0 0 0 0 0,0 0 0 0 0,0 0 0 0 0,0 0 0 0 0,0 1 0 0 0,0-1 0 0 0,1 0 0 0 0,-1 1 0 0 0,0 0 0 0 0,1-1 0 0 0,-1 1 0 0 0,1 0 0 0 0,-1 0 0 0 0,1 0 0 0 0,0 0 0 0 0,0 0 0 0 0,-2 4 0 0 0,1-1 80 0 0,-1 0-1 0 0,1 0 1 0 0,0 0-1 0 0,0 0 1 0 0,1 1-1 0 0,-1-1 1 0 0,1 0-1 0 0,0 1 1 0 0,1 0-1 0 0,-1-1 1 0 0,1 1-1 0 0,0-1 1 0 0,1 1-1 0 0,-1-1 0 0 0,1 1 1 0 0,0 0-1 0 0,3 6 1 0 0,-1-5-272 0 0,1-1 0 0 0,0 0 0 0 0,0 0 0 0 0,1 0 0 0 0,0 0 0 0 0,0-1 0 0 0,0 1-1 0 0,0-1 1 0 0,1 0 0 0 0,0-1 0 0 0,0 0 0 0 0,10 5 0 0 0,2 1-5827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08.09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82 58 3225 0 0,'0'-3'291'0'0,"0"-1"0"0"0,-1 1 0 0 0,0-1 0 0 0,0 0 0 0 0,0 1 0 0 0,0 0 0 0 0,0-1 0 0 0,-1 1 0 0 0,0 0 0 0 0,1-1 0 0 0,-5-4 0 0 0,6 8-74 0 0,-1-1-1 0 0,0 0 0 0 0,1 0 0 0 0,-1 0 1 0 0,0 0-1 0 0,0 1 0 0 0,1-1 0 0 0,-1 0 0 0 0,0 0 1 0 0,0 1-1 0 0,0-1 0 0 0,0 1 0 0 0,0-1 1 0 0,0 1-1 0 0,0 0 0 0 0,0-1 0 0 0,0 1 1 0 0,0 0-1 0 0,0-1 0 0 0,0 1 0 0 0,-1 0 0 0 0,1 0 1 0 0,0 0-1 0 0,0 0 0 0 0,0 0 0 0 0,0 0 1 0 0,0 1-1 0 0,0-1 0 0 0,0 0 0 0 0,0 0 0 0 0,0 1 1 0 0,0-1-1 0 0,0 1 0 0 0,0-1 0 0 0,0 1 1 0 0,0-1-1 0 0,0 1 0 0 0,0-1 0 0 0,0 1 1 0 0,0 0-1 0 0,0 0 0 0 0,1-1 0 0 0,-2 2 0 0 0,-1 2 2 0 0,1 0 0 0 0,-1 0 0 0 0,1 0 0 0 0,0 1-1 0 0,0-1 1 0 0,0 0 0 0 0,1 1 0 0 0,-1-1-1 0 0,1 1 1 0 0,0 0 0 0 0,1-1 0 0 0,-1 1-1 0 0,1 0 1 0 0,0 8 0 0 0,1 3-56 0 0,0 1 1 0 0,6 30 0 0 0,-4-33-141 0 0,0-1 1 0 0,1 0-1 0 0,7 16 0 0 0,-8-24-343 0 0,-1 0 0 0 0,1-1 0 0 0,-1 0 0 0 0,1 1 0 0 0,0-1 0 0 0,1 0 0 0 0,-1-1 0 0 0,1 1 0 0 0,0 0 0 0 0,0-1 0 0 0,8 6 0 0 0,3-1-5660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08.31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83 127 3225 0 0,'-8'-15'1167'0'0,"-1"0"0"0"0,-18-22 1 0 0,-12-22 8783 0 0,44 66-9198 0 0,0-1 1 0 0,0 1-1 0 0,1-1 0 0 0,6 7 0 0 0,7 8-293 0 0,199 245 38 0 0,-204-247-2168 0 0,-1 1-5443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08.5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5 154 6913 0 0,'-1'-3'44'0'0,"0"1"-1"0"0,0 0 0 0 0,1 0 0 0 0,-1 0 1 0 0,1-1-1 0 0,0 1 0 0 0,0 0 0 0 0,-1-1 1 0 0,1 1-1 0 0,1 0 0 0 0,-1 0 0 0 0,0-1 1 0 0,1 1-1 0 0,0-4 0 0 0,12-35 823 0 0,-11 37-816 0 0,0-1 0 0 0,0 1-1 0 0,0 0 1 0 0,1 0-1 0 0,-1 0 1 0 0,1 0-1 0 0,0 1 1 0 0,0-1 0 0 0,0 1-1 0 0,1-1 1 0 0,-1 1-1 0 0,1 0 1 0 0,0 1-1 0 0,0-1 1 0 0,0 0 0 0 0,5-1-1 0 0,-1 1-227 0 0,0 0-1 0 0,0 1 1 0 0,0 0 0 0 0,0 1-1 0 0,1 0 1 0 0,-1 0-1 0 0,0 1 1 0 0,13 0 0 0 0,-3 2 178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08.7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73 2288 0 0,'12'7'502'0'0,"0"-1"0"0"0,0-1 0 0 0,1 0 0 0 0,0 0 0 0 0,0-2 0 0 0,0 1 0 0 0,17 1 0 0 0,-56-56 6961 0 0,4-10-7842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09.67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90 198 3225 0 0,'-2'-1'283'0'0,"-1"0"0"0"0,1 1 0 0 0,-1-1 0 0 0,1 1 0 0 0,-1-1 0 0 0,0 1 0 0 0,1 0 0 0 0,-1 0 1 0 0,1 0-1 0 0,-1 0 0 0 0,0 0 0 0 0,1 1 0 0 0,-1-1 0 0 0,1 1 0 0 0,-1 0 0 0 0,1 0 0 0 0,-1 0 0 0 0,1 0 1 0 0,0 0-1 0 0,0 0 0 0 0,-1 0 0 0 0,1 1 0 0 0,0 0 0 0 0,0-1 0 0 0,0 1 0 0 0,0 0 0 0 0,1 0 0 0 0,-1 0 1 0 0,0 0-1 0 0,-1 2 0 0 0,1-2-146 0 0,1 1 1 0 0,-1-1-1 0 0,0 0 0 0 0,1 1 1 0 0,0-1-1 0 0,0 1 0 0 0,-1-1 1 0 0,1 1-1 0 0,1-1 1 0 0,-1 1-1 0 0,0 0 0 0 0,1-1 1 0 0,-1 1-1 0 0,1 0 0 0 0,0 0 1 0 0,0 0-1 0 0,0-1 1 0 0,0 1-1 0 0,0 0 0 0 0,1 0 1 0 0,-1-1-1 0 0,1 1 0 0 0,0 0 1 0 0,0-1-1 0 0,0 1 1 0 0,0-1-1 0 0,0 1 0 0 0,3 2 1 0 0,0 0-77 0 0,1-1 1 0 0,0 0 0 0 0,0 0-1 0 0,1 0 1 0 0,-1-1 0 0 0,1 1 0 0 0,0-2-1 0 0,0 1 1 0 0,0 0 0 0 0,8 1-1 0 0,-12-3-63 0 0,0 0 0 0 0,0 0-1 0 0,1-1 1 0 0,-1 1 0 0 0,0-1-1 0 0,0 1 1 0 0,1-1 0 0 0,-1 0-1 0 0,1 0 1 0 0,-1 0 0 0 0,0 0-1 0 0,1 0 1 0 0,-1 0 0 0 0,0-1 0 0 0,1 1-1 0 0,-1-1 1 0 0,0 0 0 0 0,0 1-1 0 0,1-1 1 0 0,-1 0 0 0 0,0-1-1 0 0,0 1 1 0 0,0 0 0 0 0,0 0-1 0 0,0-1 1 0 0,-1 1 0 0 0,1-1-1 0 0,0 0 1 0 0,-1 1 0 0 0,3-5 0 0 0,-3 4 0 0 0,0-1 0 0 0,0 1 1 0 0,0-1-1 0 0,-1 0 0 0 0,1 1 1 0 0,-1-1-1 0 0,0 0 0 0 0,0 1 1 0 0,0-1-1 0 0,0 0 0 0 0,0 1 1 0 0,-1-1-1 0 0,1 0 0 0 0,-2-2 1 0 0,-15-42-19 0 0,3 10 13 0 0,12 26 40 0 0,0 1 0 0 0,0-1 0 0 0,1 1 0 0 0,1-1 0 0 0,-1 1 0 0 0,2-1 0 0 0,2-19 0 0 0,-2 28-26 0 0,-1 0 0 0 0,1-1 1 0 0,-1 1-1 0 0,1 0 0 0 0,0 0 0 0 0,0 0 0 0 0,0 0 1 0 0,0-1-1 0 0,0 1 0 0 0,0 0 0 0 0,0 1 0 0 0,1-1 1 0 0,-1 0-1 0 0,1 0 0 0 0,0 1 0 0 0,-1-1 0 0 0,1 0 1 0 0,0 1-1 0 0,0 0 0 0 0,0-1 0 0 0,0 1 0 0 0,0 0 1 0 0,0 0-1 0 0,0 0 0 0 0,0 1 0 0 0,0-1 0 0 0,1 0 1 0 0,-1 1-1 0 0,0-1 0 0 0,1 1 0 0 0,-1 0 0 0 0,0 0 0 0 0,1 0 1 0 0,-1 0-1 0 0,0 0 0 0 0,1 0 0 0 0,-1 1 0 0 0,0-1 1 0 0,0 1-1 0 0,1 0 0 0 0,1 0 0 0 0,9 3 11 0 0,0 1 1 0 0,-1 0-1 0 0,1 1 0 0 0,-1 0 0 0 0,0 1 0 0 0,-1 0 0 0 0,0 1 0 0 0,0 0 0 0 0,0 0 0 0 0,-1 2 1 0 0,15 16-1 0 0,-25-26-18 0 0,0 1 0 0 0,1-1 0 0 0,-1 1 0 0 0,1-1 0 0 0,-1 1 0 0 0,0-1 0 0 0,1 0 0 0 0,-1 1 0 0 0,1-1 0 0 0,-1 0 0 0 0,1 1 0 0 0,-1-1 0 0 0,1 0 0 0 0,-1 0 0 0 0,1 1 0 0 0,-1-1 0 0 0,1 0 0 0 0,0 0 0 0 0,-1 0 0 0 0,1 0 0 0 0,-1 0 0 0 0,1 0 0 0 0,-1 0 0 0 0,1 0 0 0 0,0 0 0 0 0,-1 0 0 0 0,1 0 0 0 0,-1 0 0 0 0,1 0 0 0 0,0-1 0 0 0,16-14 0 0 0,8-28 0 0 0,-23 39 0 0 0,10-30-15 0 0,-11 29 9 0 0,0 0-1 0 0,1 0 1 0 0,0 0 0 0 0,0 1 0 0 0,0-1-1 0 0,0 1 1 0 0,1 0 0 0 0,3-6-1 0 0,-5 9 5 0 0,1 0 1 0 0,-1 0-1 0 0,1 0 0 0 0,-1 0 0 0 0,1 0 0 0 0,-1 1 0 0 0,1-1 0 0 0,0 0 0 0 0,-1 1 0 0 0,1-1 0 0 0,0 1 0 0 0,0 0 1 0 0,0-1-1 0 0,-1 1 0 0 0,1 0 0 0 0,0 0 0 0 0,0 0 0 0 0,-1 0 0 0 0,1 1 0 0 0,0-1 0 0 0,0 0 0 0 0,0 1 0 0 0,-1-1 1 0 0,1 1-1 0 0,0 0 0 0 0,-1 0 0 0 0,1-1 0 0 0,1 3 0 0 0,31 12-137 0 0,-22-11-179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09.96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91 0 6913 0 0,'-3'1'286'0'0,"0"0"-1"0"0,0 0 0 0 0,0 0 0 0 0,0 0 0 0 0,0 1 1 0 0,0-1-1 0 0,0 1 0 0 0,0 0 0 0 0,1 0 0 0 0,-1 0 0 0 0,1 0 1 0 0,-1 0-1 0 0,-3 6 0 0 0,-29 35 3788 0 0,33-41-3957 0 0,1-1 0 0 0,0 1 0 0 0,0 0 0 0 0,0-1 0 0 0,0 1-1 0 0,0 0 1 0 0,0 0 0 0 0,0 0 0 0 0,1 0 0 0 0,-1-1 0 0 0,1 1 0 0 0,-1 0-1 0 0,1 0 1 0 0,0 0 0 0 0,0 0 0 0 0,-1 0 0 0 0,2 0 0 0 0,-1 1 0 0 0,0-1 0 0 0,0 0-1 0 0,1 0 1 0 0,-1-1 0 0 0,1 1 0 0 0,-1 0 0 0 0,1 0 0 0 0,0 0 0 0 0,0 0-1 0 0,0 0 1 0 0,1 1 0 0 0,3 3 48 0 0,1 0-1 0 0,0 0 1 0 0,0-1-1 0 0,1 0 1 0 0,0 0-1 0 0,8 4 1 0 0,28 22 115 0 0,-41-29-245 0 0,0 0 0 0 0,0 0 0 0 0,0 0 0 0 0,0 0 0 0 0,0 0 0 0 0,-1 0 0 0 0,1 1 0 0 0,-1-1 0 0 0,0 0 0 0 0,0 1-1 0 0,0 0 1 0 0,0-1 0 0 0,0 1 0 0 0,1 3 0 0 0,-2-1 22 0 0,0-1 0 0 0,0 1 0 0 0,0-1 0 0 0,-1 1 0 0 0,0-1 0 0 0,1 0 0 0 0,-2 1 0 0 0,1-1 0 0 0,0 0 0 0 0,-1 0 0 0 0,0 0 0 0 0,0 0 0 0 0,0 0 0 0 0,0 0 0 0 0,-1 0 0 0 0,-3 3 0 0 0,-22 23-936 0 0,-3-6-4443 0 0,5-8-1188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19.82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201 95 3225 0 0,'2'-10'1023'0'0,"0"-1"1"0"0,0 0 0 0 0,0-17 0 0 0,-2 26-676 0 0,0 0 1 0 0,0 0 0 0 0,0 0-1 0 0,-1 0 1 0 0,1 0 0 0 0,-1 0 0 0 0,1 0-1 0 0,-1 0 1 0 0,1 1 0 0 0,-1-1-1 0 0,0 0 1 0 0,-2-2 0 0 0,3 3-238 0 0,-1 0-1 0 0,0 1 1 0 0,0-1-1 0 0,0 0 1 0 0,1 1 0 0 0,-1-1-1 0 0,0 1 1 0 0,0 0-1 0 0,0-1 1 0 0,0 1 0 0 0,0 0-1 0 0,0-1 1 0 0,0 1-1 0 0,0 0 1 0 0,0 0 0 0 0,0 0-1 0 0,0 0 1 0 0,1 0-1 0 0,-1 0 1 0 0,0 0 0 0 0,0 0-1 0 0,0 0 1 0 0,0 0-1 0 0,0 1 1 0 0,0-1 0 0 0,0 0-1 0 0,-1 1 1 0 0,-4 2 106 0 0,1-1 1 0 0,0 1 0 0 0,0 0-1 0 0,0 1 1 0 0,0-1-1 0 0,0 1 1 0 0,1 0-1 0 0,-1 0 1 0 0,1 0 0 0 0,-6 9-1 0 0,-33 52 919 0 0,32-43-969 0 0,0 0 1 0 0,1 1 0 0 0,1 0 0 0 0,2 1 0 0 0,0 0 0 0 0,1 0 0 0 0,2 0 0 0 0,0 1-1 0 0,0 32 1 0 0,4-45-172 0 0,1 0-1 0 0,0 0 0 0 0,0 0 0 0 0,2-1 1 0 0,-1 1-1 0 0,1 0 0 0 0,1-1 0 0 0,0 0 1 0 0,8 14-1 0 0,-8-17-104 0 0,1-1-1 0 0,0 0 1 0 0,0 0 0 0 0,1 0 0 0 0,-1-1 0 0 0,2 0 0 0 0,-1 0-1 0 0,1 0 1 0 0,0-1 0 0 0,0 0 0 0 0,0 0 0 0 0,1-1-1 0 0,15 7 1 0 0,-10-6-657 0 0,0-1 0 0 0,0 0 0 0 0,1-1 1 0 0,0 0-1 0 0,26 1 0 0 0,-4-3-929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0.12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50 1 3225 0 0,'-23'31'4553'0'0,"18"-21"-3801"0"0,1 2 1 0 0,0-1 0 0 0,0 0-1 0 0,1 1 1 0 0,1 0-1 0 0,0-1 1 0 0,1 1 0 0 0,0 0-1 0 0,0 0 1 0 0,2 14-1 0 0,0-19-635 0 0,-1 0-1 0 0,1 0 0 0 0,1 1 0 0 0,0-1 0 0 0,-1 0 0 0 0,2 0 0 0 0,-1-1 0 0 0,1 1 0 0 0,0 0 1 0 0,1-1-1 0 0,0 0 0 0 0,0 0 0 0 0,0 0 0 0 0,0 0 0 0 0,1-1 0 0 0,0 1 0 0 0,11 8 1 0 0,-15-13-106 0 0,1 1 0 0 0,0-1 0 0 0,-1 0 1 0 0,1 0-1 0 0,0 0 0 0 0,0 0 1 0 0,0 0-1 0 0,0 0 0 0 0,0-1 1 0 0,0 1-1 0 0,0 0 0 0 0,0-1 1 0 0,0 0-1 0 0,0 1 0 0 0,0-1 1 0 0,0 0-1 0 0,0 0 0 0 0,0 0 1 0 0,0-1-1 0 0,1 1 0 0 0,-1 0 0 0 0,0-1 1 0 0,0 1-1 0 0,0-1 0 0 0,0 0 1 0 0,0 1-1 0 0,-1-1 0 0 0,4-2 1 0 0,-4 1-8 0 0,1 1 1 0 0,0-1 0 0 0,-1 0-1 0 0,1 0 1 0 0,-1 0-1 0 0,0 0 1 0 0,0 0 0 0 0,0 0-1 0 0,0 0 1 0 0,0-1 0 0 0,0 1-1 0 0,0 0 1 0 0,-1-1 0 0 0,1 1-1 0 0,-1 0 1 0 0,0-1 0 0 0,0 1-1 0 0,0 0 1 0 0,0-1-1 0 0,0 1 1 0 0,0-1 0 0 0,0 1-1 0 0,-1 0 1 0 0,0-4 0 0 0,-2-3-54 0 0,0 1 1 0 0,0-1 0 0 0,-1 1-1 0 0,0-1 1 0 0,-1 1 0 0 0,1 0 0 0 0,-7-7-1 0 0,7 10-233 0 0,1 1-1 0 0,0 0 1 0 0,-1 0-1 0 0,0 0 1 0 0,0 1-1 0 0,0-1 1 0 0,0 1 0 0 0,-1 0-1 0 0,1 0 1 0 0,-1 0-1 0 0,0 1 1 0 0,0 0-1 0 0,-7-3 1 0 0,-1 3-4990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0.51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0 920 0 0,'6'1'315'0'0,"-1"0"-1"0"0,1 0 1 0 0,0 0-1 0 0,0 0 1 0 0,-1 1-1 0 0,1 0 1 0 0,-1 0-1 0 0,0 1 1 0 0,1 0-1 0 0,-1 0 0 0 0,0 0 1 0 0,-1 0-1 0 0,1 1 1 0 0,0-1-1 0 0,-1 1 1 0 0,0 0-1 0 0,0 1 1 0 0,0-1-1 0 0,-1 1 1 0 0,1 0-1 0 0,4 8 1 0 0,0 2 461 0 0,0 0 1 0 0,-1 1 0 0 0,-1 0-1 0 0,0 0 1 0 0,-1 0-1 0 0,4 23 1 0 0,-10-21-588 0 0,-2-19-172 0 0,-2-15-39 0 0,4 8-8 0 0,1 0 1 0 0,-1 0-1 0 0,2 0 1 0 0,-1 0-1 0 0,1 0 0 0 0,0 0 1 0 0,1 0-1 0 0,3-13 1 0 0,0 7 54 0 0,0 0 0 0 0,1 0 0 0 0,12-21 1 0 0,-17 33-8 0 0,0 0 0 0 0,0 0 0 0 0,0 0 0 0 0,0 0 0 0 0,1 1 0 0 0,-1-1 0 0 0,0 0 0 0 0,1 1 0 0 0,0-1 0 0 0,-1 1 0 0 0,1-1 0 0 0,0 1 0 0 0,-1 0 0 0 0,1 0 0 0 0,0 0 0 0 0,0 0 0 0 0,0 0 1 0 0,0 0-1 0 0,0 0 0 0 0,0 1 0 0 0,0-1 0 0 0,0 1 0 0 0,0-1 0 0 0,1 1 0 0 0,-1 0 0 0 0,0 0 0 0 0,0 0 0 0 0,0 0 0 0 0,0 0 0 0 0,0 1 0 0 0,1-1 0 0 0,1 1 0 0 0,0 1 8 0 0,0 0-1 0 0,0 1 0 0 0,0-1 0 0 0,0 1 1 0 0,-1 0-1 0 0,1-1 0 0 0,-1 1 1 0 0,0 1-1 0 0,0-1 0 0 0,0 1 0 0 0,0-1 1 0 0,-1 1-1 0 0,1 0 0 0 0,2 6 0 0 0,27 46-1608 0 0,-23-41-2988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1.1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60 326 5065 0 0,'-1'-1'257'0'0,"-1"0"0"0"0,1 0-1 0 0,-1 0 1 0 0,1 0 0 0 0,-1 0 0 0 0,1 0-1 0 0,-1 0 1 0 0,0 0 0 0 0,0 1 0 0 0,1-1-1 0 0,-1 1 1 0 0,0-1 0 0 0,0 1 0 0 0,1 0-1 0 0,-1 0 1 0 0,0 0 0 0 0,0 0 0 0 0,0 0-1 0 0,0 0 1 0 0,1 0 0 0 0,-4 1-1 0 0,4 0-74 0 0,-1 0-1 0 0,1 0 0 0 0,0 0 0 0 0,0 1 0 0 0,-1-1 0 0 0,1 0 0 0 0,0 0 0 0 0,0 1 0 0 0,0-1 0 0 0,0 0 0 0 0,1 1 0 0 0,-1-1 1 0 0,0 1-1 0 0,1-1 0 0 0,-1 1 0 0 0,1-1 0 0 0,-1 1 0 0 0,1 3 0 0 0,-2 4 21 0 0,2 0 0 0 0,-1-1 1 0 0,1 1-1 0 0,1 0 0 0 0,0 0 0 0 0,0 0 0 0 0,3 13 0 0 0,-2-16-170 0 0,1 0-1 0 0,-1 1 0 0 0,1-1 1 0 0,0 0-1 0 0,0-1 1 0 0,1 1-1 0 0,0 0 0 0 0,0-1 1 0 0,0 0-1 0 0,7 7 0 0 0,-10-11-33 0 0,0 0-1 0 0,1 0 0 0 0,-1 0 0 0 0,0 0 0 0 0,1 0 0 0 0,-1-1 0 0 0,1 1 0 0 0,-1 0 0 0 0,1-1 1 0 0,0 1-1 0 0,-1-1 0 0 0,1 1 0 0 0,0-1 0 0 0,-1 0 0 0 0,1 0 0 0 0,0 0 0 0 0,-1 0 0 0 0,3 0 1 0 0,-2 0 0 0 0,0-1 1 0 0,0 0 0 0 0,0 0 0 0 0,0 0-1 0 0,0 0 1 0 0,0 0 0 0 0,0-1 0 0 0,0 1-1 0 0,-1 0 1 0 0,1-1 0 0 0,-1 1 0 0 0,1-1 0 0 0,-1 0-1 0 0,1 1 1 0 0,-1-1 0 0 0,0 0 0 0 0,2-4-1 0 0,5-8-75 0 0,-1-1-1 0 0,-1 0 0 0 0,0-1 0 0 0,-1 1 0 0 0,0-1 0 0 0,-2 0 0 0 0,0 0 0 0 0,0-1 0 0 0,-2 1 0 0 0,0-31 1 0 0,-4 13 102 0 0,0 0-1 0 0,-2 0 1 0 0,-2 0 0 0 0,-13-38 0 0 0,18 65 96 0 0,-1-1 0 0 0,0 1 0 0 0,0 0 0 0 0,-5-9 0 0 0,7 15 27 0 0,0-1 0 0 0,-1 0 0 0 0,1 1 1 0 0,0-1-1 0 0,0 0 0 0 0,-1 1 0 0 0,1 0 0 0 0,-1-1 1 0 0,1 1-1 0 0,-1 0 0 0 0,0 0 0 0 0,1-1 0 0 0,-1 2 1 0 0,0-1-1 0 0,0 0 0 0 0,0 0 0 0 0,0 0 0 0 0,0 1 1 0 0,0-1-1 0 0,-4 0 0 0 0,6 2-102 0 0,-1-1 0 0 0,1 0 0 0 0,-1 1 0 0 0,1-1 0 0 0,-1 0-1 0 0,1 1 1 0 0,-1-1 0 0 0,1 1 0 0 0,0-1 0 0 0,-1 1 0 0 0,1-1 0 0 0,-1 1 0 0 0,1-1 0 0 0,0 1-1 0 0,0-1 1 0 0,-1 1 0 0 0,1-1 0 0 0,0 1 0 0 0,0 0 0 0 0,0-1 0 0 0,-1 1 0 0 0,1-1 0 0 0,0 1 0 0 0,0 0-1 0 0,0-1 1 0 0,0 1 0 0 0,0 0 0 0 0,0-1 0 0 0,1 1 0 0 0,-1-1 0 0 0,0 1 0 0 0,0 0 0 0 0,3 22 266 0 0,4 2-279 0 0,0 0 0 0 0,2-1-1 0 0,1 0 1 0 0,1 0 0 0 0,1-1 0 0 0,0-1 0 0 0,2 0-1 0 0,1-1 1 0 0,0 0 0 0 0,2-1 0 0 0,23 21 0 0 0,-37-37-34 0 0,1 0 1 0 0,0-1 0 0 0,0 0 0 0 0,0 0 0 0 0,0 0 0 0 0,1 0 0 0 0,-1 0 0 0 0,1-1 0 0 0,-1 0 0 0 0,1 0 0 0 0,0 0 0 0 0,0-1 0 0 0,0 0 0 0 0,0 1 0 0 0,0-2 0 0 0,0 1-1 0 0,6 0 1 0 0,-6-2-22 0 0,0 0 0 0 0,-1 0 0 0 0,1 0 0 0 0,0 0 0 0 0,-1 0 0 0 0,1-1 0 0 0,-1 0-1 0 0,1 0 1 0 0,-1 0 0 0 0,0-1 0 0 0,0 0 0 0 0,0 1 0 0 0,0-1 0 0 0,0 0 0 0 0,-1-1-1 0 0,1 1 1 0 0,-1-1 0 0 0,3-4 0 0 0,20-31-182 0 0,-20 29 193 0 0,1 0 0 0 0,0 0 0 0 0,10-11 0 0 0,-16 20 15 0 0,0 1-1 0 0,-1 0 0 0 0,1 0 1 0 0,0 0-1 0 0,0 0 1 0 0,-1 0-1 0 0,1 0 1 0 0,0 0-1 0 0,0 0 1 0 0,-1 0-1 0 0,1 0 0 0 0,0 0 1 0 0,0 1-1 0 0,-1-1 1 0 0,1 0-1 0 0,0 0 1 0 0,-1 1-1 0 0,1-1 1 0 0,0 0-1 0 0,-1 1 1 0 0,1-1-1 0 0,0 1 0 0 0,-1-1 1 0 0,1 1-1 0 0,-1-1 1 0 0,1 1-1 0 0,-1-1 1 0 0,1 1-1 0 0,-1 0 1 0 0,1-1-1 0 0,-1 1 0 0 0,0 0 1 0 0,1-1-1 0 0,-1 1 1 0 0,0 0-1 0 0,1 1 1 0 0,14 25-15 0 0,-12-21-87 0 0,-1 0-37 0 0,0 0 0 0 0,1 0-1 0 0,-1 0 1 0 0,1 0-1 0 0,1-1 1 0 0,-1 0 0 0 0,1 0-1 0 0,0 0 1 0 0,0 0-1 0 0,0 0 1 0 0,1-1 0 0 0,0 1-1 0 0,0-1 1 0 0,0-1-1 0 0,8 6 1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1.9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0 191 920 0 0,'1'-3'459'0'0,"0"1"0"0"0,0 0 0 0 0,1 0 0 0 0,-1 0 0 0 0,0 0 0 0 0,1 0 0 0 0,0 0-1 0 0,-1 0 1 0 0,1 0 0 0 0,0 0 0 0 0,0 1 0 0 0,0-1 0 0 0,0 1 0 0 0,0-1 0 0 0,0 1 0 0 0,1 0 0 0 0,-1 0 0 0 0,0 0-1 0 0,3-1 1 0 0,11-7 1750 0 0,-11 5-1964 0 0,0 1 1 0 0,0-1 0 0 0,-1 0-1 0 0,1-1 1 0 0,-1 1 0 0 0,0-1 0 0 0,-1 0-1 0 0,1 0 1 0 0,-1 0 0 0 0,0 0-1 0 0,0-1 1 0 0,-1 1 0 0 0,0-1-1 0 0,1 1 1 0 0,-2-1 0 0 0,3-9 0 0 0,-1 4-216 0 0,-1 4 24 0 0,0 1-1 0 0,-1-1 1 0 0,1 1 0 0 0,-1-11-1 0 0,0 24 120 0 0,1 0 0 0 0,-1 0-1 0 0,1 0 1 0 0,0 0 0 0 0,1-1 0 0 0,-1 1-1 0 0,1 0 1 0 0,1-1 0 0 0,-1 0 0 0 0,1 0-1 0 0,0 0 1 0 0,7 7 0 0 0,2 2-378 0 0,0-1 0 0 0,0 0 1 0 0,26 19-1 0 0,-27-25-4217 0 0,3 0-1507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2.2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116 0 6449 0 0,'-4'2'398'0'0,"0"0"0"0"0,0-1-1 0 0,1 1 1 0 0,-1 1-1 0 0,0-1 1 0 0,1 0 0 0 0,0 1-1 0 0,0 0 1 0 0,0 0 0 0 0,-4 4-1 0 0,2-2 639 0 0,-3 2-443 0 0,1 0 1 0 0,0 1 0 0 0,0 0-1 0 0,1 0 1 0 0,0 1 0 0 0,1 0 0 0 0,0 0-1 0 0,-8 18 1 0 0,12-24-581 0 0,0-1 0 0 0,0 1 0 0 0,1 0 0 0 0,-1-1 0 0 0,1 1 0 0 0,-1 0 0 0 0,1 0 0 0 0,0-1-1 0 0,0 1 1 0 0,1 0 0 0 0,-1 0 0 0 0,0-1 0 0 0,1 1 0 0 0,0 0 0 0 0,-1-1 0 0 0,1 1 0 0 0,0 0 0 0 0,0-1 0 0 0,1 1 0 0 0,-1-1 0 0 0,0 0-1 0 0,1 1 1 0 0,0-1 0 0 0,-1 0 0 0 0,1 0 0 0 0,0 0 0 0 0,0 0 0 0 0,0 0 0 0 0,0-1 0 0 0,1 1 0 0 0,-1 0 0 0 0,0-1 0 0 0,1 0-1 0 0,-1 1 1 0 0,1-1 0 0 0,-1 0 0 0 0,5 1 0 0 0,-1-1-102 0 0,0 1-1 0 0,0-1 1 0 0,0 0-1 0 0,-1 0 0 0 0,1-1 1 0 0,0 1-1 0 0,0-1 1 0 0,0-1-1 0 0,0 1 1 0 0,0-1-1 0 0,0 0 1 0 0,0-1-1 0 0,0 1 1 0 0,8-4-1 0 0,4-3-1041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2.42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34 23 6449 0 0,'-1'-2'128'0'0,"0"-1"0"0"0,-1 1 0 0 0,1 0 0 0 0,-1 0 0 0 0,0 0 0 0 0,1 0 0 0 0,-1 0-1 0 0,0 1 1 0 0,-3-3 0 0 0,5 4-59 0 0,0 0 0 0 0,-1 0 0 0 0,1 0 0 0 0,0 0 0 0 0,0 0 0 0 0,-1 0 0 0 0,1 0 0 0 0,0 0 0 0 0,0 0 0 0 0,-1 0 0 0 0,1 0 0 0 0,0 0 0 0 0,-1 0 0 0 0,1 0 0 0 0,0 0 0 0 0,0 0 0 0 0,-1 0 0 0 0,1 0 0 0 0,0 0 0 0 0,0 0 0 0 0,-1 0 0 0 0,1 0 0 0 0,0 0 0 0 0,0 1 0 0 0,-1-1 0 0 0,1 0 0 0 0,0 0 0 0 0,0 0 0 0 0,0 1 0 0 0,-1-1 0 0 0,1 0 0 0 0,-6 17 2588 0 0,6-10-1956 0 0,0 0-1 0 0,0 0 1 0 0,0 0-1 0 0,1 0 0 0 0,0 0 1 0 0,0 0-1 0 0,1 0 1 0 0,4 10-1 0 0,25 57 627 0 0,-8-25-891 0 0,10 41-389 0 0,16 41-85 0 0,-12-47-3079 0 0,-25-62-3297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2.5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14 129 920 0 0,'-1'-1'100'0'0,"0"0"0"0"0,0 1 0 0 0,1-1 0 0 0,-1 0 0 0 0,0 0 0 0 0,0 1 0 0 0,0-1 0 0 0,1 0 0 0 0,-1 0 0 0 0,0 0 0 0 0,1 0 0 0 0,-1 0 0 0 0,0 0 0 0 0,1 0 0 0 0,0 0 0 0 0,-1 0 0 0 0,1-1 0 0 0,0 1 0 0 0,-1 0 0 0 0,1 0 0 0 0,0 0 0 0 0,0 0 0 0 0,0 0 0 0 0,0-1 0 0 0,0 1 0 0 0,0 0 0 0 0,0 0 0 0 0,0 0 0 0 0,1 0 0 0 0,-1 0 0 0 0,0-1 0 0 0,1 1 0 0 0,-1 0 0 0 0,1 0 0 0 0,-1 0 0 0 0,1 0 0 0 0,0 0 0 0 0,-1 0 0 0 0,1 0 0 0 0,0 1 0 0 0,0-1 0 0 0,-1 0 0 0 0,1 0 0 0 0,1 0 0 0 0,3-4 156 0 0,-1 1 1 0 0,1 0-1 0 0,0 0 1 0 0,0 0 0 0 0,1 1-1 0 0,-1 0 1 0 0,8-4-1 0 0,95-27 1016 0 0,-82 27-1658 0 0,3-2-2579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2.8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 1 3225 0 0,'-9'4'5171'0'0,"9"-3"-5031"0"0,-1 16 3253 0 0,13 28 98 0 0,-8-32-2363 0 0,39 136 3742 0 0,-25-101-6279 0 0,3-1-3727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3.03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 3 6449 0 0,'-3'-1'288'0'0,"2"-1"121"0"0,-1 2-409 0 0,2 2 0 0 0,-1-1 0 0 0,-1 1 80 0 0,1 2-80 0 0,-1 1 80 0 0,2 2-152 0 0,0-1-32 0 0,5 2-9 0 0,1-2 1 0 0,3 0 112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3.57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143 29 920 0 0,'0'0'33'0'0,"1"1"-1"0"0,-1 0 1 0 0,0 0-1 0 0,1-1 1 0 0,-1 1-1 0 0,0 0 1 0 0,0 0-1 0 0,1-1 1 0 0,-1 1 0 0 0,0 0-1 0 0,0 0 1 0 0,0 0-1 0 0,0-1 1 0 0,0 1-1 0 0,-1 0 1 0 0,1 0-1 0 0,0 0 1 0 0,0-1-1 0 0,0 1 1 0 0,-1 0-1 0 0,1 0 1 0 0,0-1-1 0 0,-1 1 1 0 0,1 0-1 0 0,0 0 1 0 0,-1-1 0 0 0,1 1-1 0 0,-1-1 1 0 0,0 1-1 0 0,0 1 1 0 0,-23 23 2216 0 0,15-16-1211 0 0,4-4-437 0 0,-16 18 1855 0 0,-23 33 0 0 0,39-50-2220 0 0,1 1-1 0 0,0-1 1 0 0,0 1-1 0 0,1-1 1 0 0,0 1-1 0 0,0 0 1 0 0,1 1-1 0 0,0-1 0 0 0,0 0 1 0 0,0 1-1 0 0,0 9 1 0 0,2-13-184 0 0,1-1 0 0 0,0 1 1 0 0,-1-1-1 0 0,1 0 0 0 0,0 1 0 0 0,1-1 0 0 0,-1 1 1 0 0,0-1-1 0 0,1 0 0 0 0,0 0 0 0 0,0 0 1 0 0,0 0-1 0 0,0 0 0 0 0,0-1 0 0 0,1 1 0 0 0,-1 0 1 0 0,1-1-1 0 0,0 0 0 0 0,0 0 0 0 0,-1 0 0 0 0,2 0 1 0 0,-1 0-1 0 0,0 0 0 0 0,0-1 0 0 0,0 1 1 0 0,1-1-1 0 0,-1 0 0 0 0,1 0 0 0 0,-1 0 0 0 0,5 0 1 0 0,-4 0-43 0 0,0 0 1 0 0,1-1 0 0 0,-1 1-1 0 0,0-1 1 0 0,0 0 0 0 0,0 0-1 0 0,0 0 1 0 0,1-1 0 0 0,-1 1-1 0 0,0-1 1 0 0,0 0 0 0 0,0 0-1 0 0,0-1 1 0 0,0 1 0 0 0,0-1 0 0 0,0 0-1 0 0,-1 0 1 0 0,1 0 0 0 0,-1 0-1 0 0,1-1 1 0 0,-1 1 0 0 0,0-1-1 0 0,0 0 1 0 0,0 0 0 0 0,4-6-1 0 0,-6 7-28 0 0,1-1-1 0 0,-1 0 1 0 0,0 0 0 0 0,0 0-1 0 0,-1 1 1 0 0,1-1-1 0 0,-1 0 1 0 0,1 0-1 0 0,-1 0 1 0 0,0 0-1 0 0,0 0 1 0 0,0 0-1 0 0,-1 0 1 0 0,0-6 0 0 0,-17-44-251 0 0,3 6 6 0 0,13 40 250 0 0,2 0 1 0 0,-1 0-1 0 0,1 0 0 0 0,0 1 1 0 0,0-1-1 0 0,1 0 0 0 0,0 0 1 0 0,0 0-1 0 0,1 1 0 0 0,0-1 1 0 0,0 0-1 0 0,0 1 0 0 0,5-10 1 0 0,-4 13 18 0 0,-1-1 0 0 0,0 1 0 0 0,1-1 0 0 0,-1 1 1 0 0,1 0-1 0 0,0 0 0 0 0,0 0 0 0 0,1 1 0 0 0,-1-1 0 0 0,0 1 1 0 0,1-1-1 0 0,0 1 0 0 0,-1 0 0 0 0,1 1 0 0 0,0-1 0 0 0,0 0 1 0 0,0 1-1 0 0,0 0 0 0 0,0 0 0 0 0,0 1 0 0 0,1-1 0 0 0,-1 1 1 0 0,5-1-1 0 0,-5 1 1 0 0,-1 1 0 0 0,1-1 0 0 0,-1 1 0 0 0,1-1 0 0 0,-1 1 1 0 0,0 0-1 0 0,1 0 0 0 0,-1 0 0 0 0,0 1 0 0 0,0-1 0 0 0,0 1 0 0 0,0 0 0 0 0,0 0 1 0 0,0 0-1 0 0,0 0 0 0 0,0 0 0 0 0,-1 1 0 0 0,1-1 0 0 0,-1 1 0 0 0,3 4 1 0 0,3 4-1 0 0,-1 1 0 0 0,-1 1 0 0 0,0-1 0 0 0,4 15 0 0 0,-5-15-8 0 0,0 0 0 0 0,1 0 0 0 0,8 14 0 0 0,-13-25 1 0 0,0 0 0 0 0,-1-1 0 0 0,1 1 0 0 0,-1-1 0 0 0,1 1 0 0 0,-1-1 0 0 0,1 0 0 0 0,0 1 0 0 0,-1-1 0 0 0,1 1 0 0 0,0-1 0 0 0,0 0 0 0 0,-1 0 0 0 0,1 1 0 0 0,0-1 0 0 0,0 0 0 0 0,-1 0 0 0 0,1 0 0 0 0,0 0 0 0 0,0 0 0 0 0,-1 0 0 0 0,1 0 0 0 0,0 0 0 0 0,0 0 0 0 0,0 0 0 0 0,-1-1 0 0 0,1 1 0 0 0,0 0 0 0 0,-1 0 0 0 0,1-1 0 0 0,0 1 0 0 0,0 0 0 0 0,-1-1 0 0 0,1 1 0 0 0,-1-1 0 0 0,1 1 0 0 0,0-1 0 0 0,-1 1 0 0 0,1-1 0 0 0,-1 1 0 0 0,1-2 0 0 0,27-31 0 0 0,-21 24 0 0 0,16-20 23 0 0,-16 18 200 0 0,1 1 1 0 0,1 0 0 0 0,0 0-1 0 0,0 1 1 0 0,1 0 0 0 0,12-9 0 0 0,-21 18-189 0 0,0 0 0 0 0,0-1 0 0 0,0 1 0 0 0,0 0 0 0 0,0 0 1 0 0,0 0-1 0 0,0 0 0 0 0,0 0 0 0 0,0 0 0 0 0,0 0 1 0 0,0 0-1 0 0,0 0 0 0 0,0 0 0 0 0,0 0 0 0 0,0 1 1 0 0,0-1-1 0 0,0 0 0 0 0,0 1 0 0 0,0-1 0 0 0,0 1 1 0 0,0-1-1 0 0,0 1 0 0 0,0-1 0 0 0,-1 1 0 0 0,3 1 1 0 0,23 24 1160 0 0,-14-14-919 0 0,36 29-5434 0 0,-28-26-688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4.2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23 262 7370 0 0,'5'-2'198'0'0,"0"-1"1"0"0,1 0 0 0 0,-1 0 0 0 0,-1 0 0 0 0,1-1 0 0 0,0 1 0 0 0,-1-1 0 0 0,0 0 0 0 0,5-5 0 0 0,31-44 919 0 0,-37 50-1001 0 0,3-6 100 0 0,0-1-1 0 0,0 0 0 0 0,-1-1 1 0 0,0 1-1 0 0,5-17 0 0 0,-9 24-198 0 0,0 0-1 0 0,0 0 1 0 0,0 0 0 0 0,-1-1-1 0 0,1 1 1 0 0,-1 0-1 0 0,1 0 1 0 0,-1 0-1 0 0,0-1 1 0 0,-1 1-1 0 0,1 0 1 0 0,0 0-1 0 0,-1-1 1 0 0,0 1-1 0 0,0 0 1 0 0,0 0-1 0 0,0 0 1 0 0,0 0-1 0 0,0 0 1 0 0,-1 0 0 0 0,0 1-1 0 0,1-1 1 0 0,-1 0-1 0 0,-3-2 1 0 0,3 3-1 0 0,-1 1 1 0 0,1 0-1 0 0,-1-1 1 0 0,1 1 0 0 0,-1 0-1 0 0,0 0 1 0 0,1 1-1 0 0,-1-1 1 0 0,0 1-1 0 0,1-1 1 0 0,-1 1 0 0 0,0 0-1 0 0,0 0 1 0 0,1 0-1 0 0,-1 0 1 0 0,0 1 0 0 0,0-1-1 0 0,1 1 1 0 0,-1-1-1 0 0,0 1 1 0 0,1 0 0 0 0,-1 0-1 0 0,1 0 1 0 0,-1 1-1 0 0,-3 2 1 0 0,0-1 155 0 0,1 0 0 0 0,0 0 1 0 0,-1 1-1 0 0,1 0 0 0 0,1 0 0 0 0,-1 0 1 0 0,1 1-1 0 0,-1-1 0 0 0,1 1 1 0 0,-4 7-1 0 0,6-8-164 0 0,0 0 0 0 0,0-1 0 0 0,1 1 1 0 0,0 0-1 0 0,0 0 0 0 0,0 0 0 0 0,0 0 1 0 0,0 0-1 0 0,1 0 0 0 0,0 0 0 0 0,0 0 0 0 0,0 0 1 0 0,0 0-1 0 0,1 0 0 0 0,-1 0 0 0 0,3 6 0 0 0,-1-3 13 0 0,1-1 0 0 0,0 0-1 0 0,0 0 1 0 0,1 0-1 0 0,-1 0 1 0 0,1 0-1 0 0,1-1 1 0 0,-1 0-1 0 0,7 6 1 0 0,0 0 101 0 0,2-1 0 0 0,0 0 0 0 0,0-1 1 0 0,0-1-1 0 0,1 0 0 0 0,0 0 0 0 0,27 8 0 0 0,-32-13-293 0 0,1 0 0 0 0,0-1-1 0 0,0 0 1 0 0,0-1-1 0 0,0 0 1 0 0,0-1-1 0 0,1 0 1 0 0,-1 0 0 0 0,13-3-1 0 0,1-1-5022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4.4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 10 3681 0 0,'-1'-1'219'0'0,"0"0"1"0"0,1 1-1 0 0,-1-1 1 0 0,0 0-1 0 0,1 1 1 0 0,-1-1 0 0 0,0 1-1 0 0,0-1 1 0 0,1 1-1 0 0,-1-1 1 0 0,0 1-1 0 0,0-1 1 0 0,0 1-1 0 0,0 0 1 0 0,0-1-1 0 0,0 1 1 0 0,1 0-1 0 0,-1 0 1 0 0,0 0-1 0 0,-2 0 1 0 0,3 0-8 0 0,-1 0-1 0 0,0 0 1 0 0,1 1 0 0 0,-1-1-1 0 0,1 1 1 0 0,-1-1 0 0 0,0 1 423 0 0,0 0-424 0 0,1-1 1 0 0,0 1 0 0 0,-1-1-1 0 0,1 1 1 0 0,-1 0 0 0 0,1-1-1 0 0,0 1 1 0 0,0-1 0 0 0,-1 1-1 0 0,1 0 1 0 0,0 0 0 0 0,-1 4 394 0 0,0 0 0 0 0,0-1 1 0 0,1 1-1 0 0,0 0 0 0 0,0 0 0 0 0,1 6 1 0 0,3 18 159 0 0,2-1 0 0 0,1 0 0 0 0,1 0 0 0 0,19 42 0 0 0,-11-37-1152 0 0,2 0 0 0 0,0-1 1 0 0,27 33-1 0 0,-32-47-985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4.7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0 260 4145 0 0,'4'-5'351'0'0,"1"0"0"0"0,-1 0 1 0 0,1 1-1 0 0,0 0 0 0 0,0-1 1 0 0,0 1-1 0 0,0 1 0 0 0,1-1 0 0 0,10-4 1 0 0,16-12 1820 0 0,-26 15-1889 0 0,0-1 0 0 0,0 1-1 0 0,-1-1 1 0 0,0 0 0 0 0,0 0-1 0 0,-1-1 1 0 0,0 0 0 0 0,0 1 0 0 0,0-1-1 0 0,-1-1 1 0 0,4-9 0 0 0,-6 13-259 0 0,0 1 1 0 0,0-1-1 0 0,0 0 1 0 0,0 0-1 0 0,-1 0 0 0 0,0 0 1 0 0,0 1-1 0 0,0-1 1 0 0,0 0-1 0 0,0 0 1 0 0,-1 0-1 0 0,0 0 1 0 0,0 1-1 0 0,0-1 1 0 0,0 0-1 0 0,0 1 1 0 0,-1-1-1 0 0,0 1 1 0 0,1-1-1 0 0,-1 1 1 0 0,0 0-1 0 0,-1 0 1 0 0,1 0-1 0 0,-1 0 0 0 0,-3-4 1 0 0,5 6 18 0 0,0 0 1 0 0,0 0 0 0 0,0 1-1 0 0,0-1 1 0 0,0 0-1 0 0,0 0 1 0 0,-1 1-1 0 0,1-1 1 0 0,0 1-1 0 0,0-1 1 0 0,-1 1-1 0 0,1-1 1 0 0,0 1-1 0 0,0 0 1 0 0,-1 0-1 0 0,1 0 1 0 0,0 0-1 0 0,-1 0 1 0 0,1 0-1 0 0,0 0 1 0 0,-1 0-1 0 0,1 0 1 0 0,0 0-1 0 0,-1 1 1 0 0,1-1-1 0 0,0 0 1 0 0,-2 2 0 0 0,0-1 113 0 0,0 1 1 0 0,0 0-1 0 0,1 1 1 0 0,-1-1 0 0 0,0 0-1 0 0,1 1 1 0 0,0 0 0 0 0,-1-1-1 0 0,1 1 1 0 0,-2 4-1 0 0,-2 3 91 0 0,1 0 0 0 0,0 0 0 0 0,1 0 0 0 0,0 0 0 0 0,1 1 0 0 0,-3 12 0 0 0,6-19-247 0 0,-1-1 1 0 0,1 1 0 0 0,0-1 0 0 0,0 1 0 0 0,0-1-1 0 0,0 1 1 0 0,0-1 0 0 0,1 1 0 0 0,0-1 0 0 0,0 1 0 0 0,0-1-1 0 0,0 0 1 0 0,0 1 0 0 0,1-1 0 0 0,-1 0 0 0 0,1 0-1 0 0,0 0 1 0 0,0 0 0 0 0,0 0 0 0 0,0 0 0 0 0,1-1-1 0 0,-1 1 1 0 0,1-1 0 0 0,0 0 0 0 0,2 3 0 0 0,0-3-760 0 0,-1 1 1 0 0,0-1-1 0 0,1 0 0 0 0,0 0 1 0 0,-1 0-1 0 0,9 1 1 0 0,9 2-4956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5.0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133 1 3681 0 0,'-8'1'19'0'0,"-1"-1"716"0"0,1 1-1 0 0,-1 1 1 0 0,0 0 0 0 0,0 0-1 0 0,-14 6 1 0 0,19-6-367 0 0,1 0 1 0 0,0 0-1 0 0,0 1 1 0 0,-1 0-1 0 0,1-1 0 0 0,1 1 1 0 0,-1 0-1 0 0,0 0 1 0 0,1 1-1 0 0,0-1 1 0 0,-1 0-1 0 0,1 1 1 0 0,1-1-1 0 0,-1 1 1 0 0,-2 7-1 0 0,1-4-59 0 0,1 0 0 0 0,-1 0-1 0 0,2 1 1 0 0,-1-1 0 0 0,1 1 0 0 0,0 0 0 0 0,0-1-1 0 0,1 1 1 0 0,0-1 0 0 0,1 1 0 0 0,-1 0 0 0 0,2-1 0 0 0,2 13-1 0 0,-2-15-284 0 0,0 0 0 0 0,0-1 0 0 0,1 1 0 0 0,-1-1 0 0 0,1 0 0 0 0,0 1 0 0 0,0-1 0 0 0,0-1-1 0 0,1 1 1 0 0,0 0 0 0 0,-1-1 0 0 0,1 0 0 0 0,0 0 0 0 0,1 0 0 0 0,-1 0 0 0 0,0-1 0 0 0,1 1-1 0 0,-1-1 1 0 0,1 0 0 0 0,0-1 0 0 0,8 3 0 0 0,-3-1-242 0 0,1-1 0 0 0,-1 0-1 0 0,1 0 1 0 0,0-1 0 0 0,-1-1 0 0 0,1 0-1 0 0,0 0 1 0 0,0-1 0 0 0,-1 0 0 0 0,18-5 0 0 0,-6-1-583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5.2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61 16 3225 0 0,'-3'-2'-403'0'0,"-3"0"1132"0"0,1-1-1 0 0,0 1 0 0 0,-1 0 1 0 0,0 1-1 0 0,-8-2 0 0 0,14 3-548 0 0,-1 0 0 0 0,0 0 0 0 0,1 0 0 0 0,-1 0 0 0 0,1 0-1 0 0,-1 0 1 0 0,0 0 0 0 0,1 0 0 0 0,-1 0 0 0 0,1 0 0 0 0,-1 0 0 0 0,1 1 0 0 0,-1-1 0 0 0,0 0-1 0 0,1 0 1 0 0,-1 1 0 0 0,1-1 0 0 0,-1 0 0 0 0,1 1 0 0 0,-1-1 0 0 0,1 1 0 0 0,0-1 0 0 0,-1 0 0 0 0,0 2-1 0 0,1-1 28 0 0,-1 0 0 0 0,1 1-1 0 0,0-1 1 0 0,0 1-1 0 0,0-1 1 0 0,0 0 0 0 0,0 1-1 0 0,0-1 1 0 0,0 1 0 0 0,0-1-1 0 0,0 0 1 0 0,1 1-1 0 0,-1-1 1 0 0,0 1 0 0 0,2 1-1 0 0,17 47 1525 0 0,28 51-1 0 0,-9-21-630 0 0,-7-22-6552 0 0,-21-40-610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5.4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1 147 456 0 0,'4'-5'101'0'0,"1"0"-1"0"0,-1 0 1 0 0,1 1-1 0 0,1-1 1 0 0,-1 1 0 0 0,1 1-1 0 0,-1-1 1 0 0,10-3-1 0 0,55-21 1511 0 0,-49 21-1472 0 0,183-58 839 0 0,-186 60-978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5.90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0 182 2761 0 0,'5'-1'542'0'0,"-1"0"1"0"0,0 0-1 0 0,0-1 1 0 0,0 1 0 0 0,0-1-1 0 0,0 0 1 0 0,-1 0 0 0 0,7-4-1 0 0,7-4 1337 0 0,18-2-693 0 0,-29 10-490 0 0,0 1-1 0 0,0 0 0 0 0,0 0 0 0 0,1 1 0 0 0,-1-1 1 0 0,0 1-1 0 0,0 1 0 0 0,0-1 0 0 0,1 1 1 0 0,-1 0-1 0 0,6 2 0 0 0,-5 0-482 0 0,0 0 0 0 0,1 0 0 0 0,-1 0 0 0 0,-1 1 0 0 0,1 0-1 0 0,0 0 1 0 0,-1 1 0 0 0,0 0 0 0 0,0 0 0 0 0,-1 0 0 0 0,1 1 0 0 0,-1-1 0 0 0,8 13 0 0 0,4 3-111 0 0,-5-11-12 0 0,-12-10-83 0 0,1 0 1 0 0,-1 1 0 0 0,0-1 0 0 0,1 0 0 0 0,-1 1 0 0 0,0-1-1 0 0,1 0 1 0 0,-1 0 0 0 0,0 1 0 0 0,1-1 0 0 0,-1 0 0 0 0,1 0-1 0 0,-1 0 1 0 0,0 0 0 0 0,1 0 0 0 0,-1 1 0 0 0,1-1 0 0 0,-1 0-1 0 0,0 0 1 0 0,1 0 0 0 0,-1 0 0 0 0,1 0 0 0 0,-1 0 0 0 0,1 0-1 0 0,-1 0 1 0 0,0-1 0 0 0,1 1 0 0 0,-1 0 0 0 0,1 0 0 0 0,-1 0-1 0 0,0 0 1 0 0,1-1 0 0 0,-1 1 0 0 0,1 0 0 0 0,-1 0 0 0 0,0 0 0 0 0,1-1-1 0 0,-1 1 1 0 0,0-3 27 0 0,0 0 0 0 0,0 0 0 0 0,0 0 0 0 0,-1 0 0 0 0,0 0 0 0 0,1 1 0 0 0,-1-1 0 0 0,0 0 0 0 0,0 1 0 0 0,0-1 0 0 0,-2-2 0 0 0,-3-9 20 0 0,5 8-10 0 0,0-1 0 0 0,0 1-1 0 0,0 0 1 0 0,1-1 0 0 0,0 1 0 0 0,0 0 0 0 0,1-1 0 0 0,-1 1-1 0 0,1 0 1 0 0,1 0 0 0 0,-1 0 0 0 0,1-1 0 0 0,0 1-1 0 0,4-6 1 0 0,20-31-1282 0 0,10 5-5085 0 0,-20 22-610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6.51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7 173 2905 0 0,'-1'3'262'0'0,"0"1"1"0"0,-1 0 0 0 0,1 0 0 0 0,1 0 0 0 0,-1 0 0 0 0,0 1-1 0 0,1-1 1 0 0,0 0 0 0 0,0 0 0 0 0,0 0 0 0 0,1 0-1 0 0,-1 0 1 0 0,1 0 0 0 0,0 0 0 0 0,0 0 0 0 0,1 0 0 0 0,-1 0-1 0 0,1 0 1 0 0,0 0 0 0 0,-1-1 0 0 0,2 1 0 0 0,-1-1 0 0 0,0 1-1 0 0,5 3 1 0 0,-5-4-214 0 0,0-1 1 0 0,0 0-1 0 0,0 0 0 0 0,0 0 0 0 0,1 0 0 0 0,-1 0 1 0 0,1 0-1 0 0,-1 0 0 0 0,1-1 0 0 0,0 1 0 0 0,-1-1 0 0 0,1 0 1 0 0,0 0-1 0 0,0 0 0 0 0,0 0 0 0 0,0-1 0 0 0,0 1 1 0 0,0-1-1 0 0,0 0 0 0 0,0 1 0 0 0,1-1 0 0 0,-1-1 1 0 0,0 1-1 0 0,0 0 0 0 0,0-1 0 0 0,0 0 0 0 0,0 1 0 0 0,0-1 1 0 0,0 0-1 0 0,0-1 0 0 0,-1 1 0 0 0,6-4 0 0 0,-7 5-49 0 0,-1-1 0 0 0,1 1 0 0 0,-1-1 0 0 0,0 0 0 0 0,1 1 0 0 0,-1-1 0 0 0,0 0 0 0 0,1 0 0 0 0,-1 1 0 0 0,0-1 0 0 0,0 0 0 0 0,0 0 0 0 0,0 1 0 0 0,0-1 0 0 0,0 0 0 0 0,0 0 0 0 0,0 1 0 0 0,0-1 0 0 0,0 0 0 0 0,0 0 0 0 0,0 1 0 0 0,0-1 0 0 0,-1 0 0 0 0,1 1 0 0 0,0-1 0 0 0,-1 0 0 0 0,1 0 0 0 0,0 1 0 0 0,-1-1 0 0 0,1 1 0 0 0,-1-1 0 0 0,1 0 0 0 0,-1 1 0 0 0,1-1 0 0 0,-1 1 0 0 0,1-1 0 0 0,-1 1 0 0 0,0-1 0 0 0,0 0 0 0 0,-32-27 0 0 0,26 23 0 0 0,3 1-10 0 0,1-1 0 0 0,-1 1 0 0 0,0-1 0 0 0,1 0 0 0 0,0 0 0 0 0,0 0 0 0 0,1 0 0 0 0,-1 0 0 0 0,1-1 0 0 0,0 1 0 0 0,1-1 0 0 0,-1 0 0 0 0,1 1 0 0 0,0-1 0 0 0,0 0-1 0 0,1 0 1 0 0,0 0 0 0 0,0 1 0 0 0,0-1 0 0 0,3-10 0 0 0,-3 11 9 0 0,1 0 1 0 0,0 0-1 0 0,0-1 0 0 0,1 1 1 0 0,0 0-1 0 0,0 0 0 0 0,0 0 1 0 0,0 1-1 0 0,1-1 0 0 0,0 0 0 0 0,0 1 1 0 0,0 0-1 0 0,0 0 0 0 0,1 0 1 0 0,0 0-1 0 0,-1 0 0 0 0,1 1 1 0 0,1-1-1 0 0,-1 1 0 0 0,0 0 0 0 0,1 1 1 0 0,0-1-1 0 0,4-1 0 0 0,-5 2 49 0 0,-1 1 1 0 0,1 0-1 0 0,-1 1 0 0 0,1-1 0 0 0,-1 0 0 0 0,1 1 0 0 0,0 0 0 0 0,-1 0 0 0 0,1 0 1 0 0,-1 0-1 0 0,1 1 0 0 0,0-1 0 0 0,-1 1 0 0 0,1 0 0 0 0,-1 0 0 0 0,0 0 0 0 0,1 1 1 0 0,-1-1-1 0 0,0 1 0 0 0,0-1 0 0 0,0 1 0 0 0,0 0 0 0 0,0 1 0 0 0,0-1 0 0 0,0 0 0 0 0,4 6 1 0 0,2 4 147 0 0,0 1 0 0 0,0 0 0 0 0,-1 1 0 0 0,-1 0 1 0 0,6 15-1 0 0,17 31 300 0 0,-27-56-476 0 0,0-1 0 0 0,0 1-1 0 0,1-1 1 0 0,-1 1 0 0 0,1-1 0 0 0,0 0 0 0 0,0-1 0 0 0,0 1-1 0 0,0-1 1 0 0,0 1 0 0 0,6 1 0 0 0,-9-4-15 0 0,1 1 0 0 0,-1-1 0 0 0,0 1 0 0 0,1-1 0 0 0,-1 1 0 0 0,0-1 0 0 0,1 0 0 0 0,-1 0 0 0 0,1 0 1 0 0,-1 0-1 0 0,1 0 0 0 0,-1 0 0 0 0,0 0 0 0 0,1 0 0 0 0,-1 0 0 0 0,1-1 0 0 0,-1 1 0 0 0,0-1 0 0 0,1 1 0 0 0,-1-1 0 0 0,0 1 0 0 0,1-1 0 0 0,-1 0 0 0 0,0 0 0 0 0,0 1 0 0 0,0-1 0 0 0,0 0 0 0 0,0 0 1 0 0,0 0-1 0 0,0 0 0 0 0,0 0 0 0 0,0-1 0 0 0,0 1 0 0 0,-1 0 0 0 0,1 0 0 0 0,0-1 0 0 0,-1 1 0 0 0,1 0 0 0 0,0-3 0 0 0,7-20 104 0 0,19-38 0 0 0,-23 53-70 0 0,1 1 0 0 0,0 0-1 0 0,1 0 1 0 0,-1 0 0 0 0,1 1 0 0 0,1 0-1 0 0,11-11 1 0 0,-15 16-21 0 0,0 1-1 0 0,-1 0 1 0 0,1 0-1 0 0,0 0 1 0 0,0 0-1 0 0,0 0 1 0 0,0 0-1 0 0,0 1 1 0 0,-1-1-1 0 0,1 1 1 0 0,0 0-1 0 0,0 0 1 0 0,0 0-1 0 0,0 0 1 0 0,0 1-1 0 0,0-1 1 0 0,0 1 0 0 0,0 0-1 0 0,0-1 1 0 0,0 1-1 0 0,5 3 1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6.9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101 1 2761 0 0,'-9'6'10172'0'0,"-12"18"-8049"0"0,-19 28-2120 0 0,36-45 133 0 0,0-1-1 0 0,0 1 1 0 0,0 0 0 0 0,1-1-1 0 0,0 2 1 0 0,1-1 0 0 0,0 0-1 0 0,-2 9 1 0 0,4-13-119 0 0,0-1 1 0 0,0 0 0 0 0,0 1 0 0 0,0-1-1 0 0,0 1 1 0 0,1-1 0 0 0,-1 1 0 0 0,1-1-1 0 0,0 0 1 0 0,-1 1 0 0 0,1-1-1 0 0,0 0 1 0 0,0 0 0 0 0,1 0 0 0 0,-1 0-1 0 0,0 0 1 0 0,1 0 0 0 0,-1 0 0 0 0,1 0-1 0 0,0 0 1 0 0,0-1 0 0 0,-1 1-1 0 0,1 0 1 0 0,0-1 0 0 0,0 0 0 0 0,1 0-1 0 0,-1 1 1 0 0,0-1 0 0 0,3 1 0 0 0,7 2-20 0 0,0 0 1 0 0,1-1 0 0 0,-1 0-1 0 0,1 0 1 0 0,21 0 0 0 0,-23-2-23 0 0,0 0 0 0 0,1 1 1 0 0,-1 0-1 0 0,0 0 1 0 0,0 1-1 0 0,21 9 0 0 0,-31-12 22 0 0,-1 1 0 0 0,0-1-1 0 0,1 0 1 0 0,-1 0-1 0 0,1 0 1 0 0,-1 0 0 0 0,0 1-1 0 0,1-1 1 0 0,-1 0 0 0 0,1 0-1 0 0,-1 1 1 0 0,0-1 0 0 0,0 0-1 0 0,1 1 1 0 0,-1-1 0 0 0,0 0-1 0 0,1 1 1 0 0,-1-1-1 0 0,0 1 1 0 0,0-1 0 0 0,0 0-1 0 0,1 1 1 0 0,-1-1 0 0 0,0 1-1 0 0,0-1 1 0 0,0 1 0 0 0,0-1-1 0 0,0 0 1 0 0,0 1 0 0 0,0-1-1 0 0,0 1 1 0 0,0-1-1 0 0,0 1 1 0 0,0-1 0 0 0,0 0-1 0 0,0 1 1 0 0,0-1 0 0 0,0 1-1 0 0,-1-1 1 0 0,1 1 0 0 0,-19 14-18 0 0,-30 6 183 0 0,48-21-150 0 0,-40 12 46 0 0,23-8-172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0:27.0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 0 5065 0 0,'-4'5'224'0'0,"2"-4"48"0"0,1 1-272 0 0,1 0 0 0 0,0-1 0 0 0,3-1 0 0 0,0 0-152 0 0,1 0 24 0 0,4-1 0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4:26.7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22 153 3225 0 0,'-9'-74'1909'0'0,"-3"-4"7327"0"0,15 83-7698 0 0,3 12-238 0 0,0 35-567 0 0,-2 0 0 0 0,-2 1 0 0 0,-9 83 1 0 0,2-35-464 0 0,2-14-107 0 0,1 466 341 0 0,17-269 6 0 0,50 490 291 0 0,-30-466-452 0 0,-35-298-329 0 0,0 0 0 0 0,0 0 0 0 0,-1 0 0 0 0,-1 0 0 0 0,-3 15 0 0 0,-8 3-6434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4:27.07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 0 6913 0 0,'-5'2'-257'0'0,"2"0"686"0"0,-1 0 0 0 0,1 0 0 0 0,-1 0 0 0 0,1 0 0 0 0,0 0 0 0 0,-5 5 0 0 0,7-6-296 0 0,1-1 0 0 0,-1 1-1 0 0,1 0 1 0 0,0-1 0 0 0,-1 1 0 0 0,1 0 0 0 0,0-1 0 0 0,0 1 0 0 0,-1 0-1 0 0,1 0 1 0 0,0 0 0 0 0,0-1 0 0 0,0 1 0 0 0,0 0 0 0 0,0 0 0 0 0,0-1-1 0 0,0 1 1 0 0,0 0 0 0 0,0 0 0 0 0,1 0 0 0 0,-1-1 0 0 0,0 1 0 0 0,0 0-1 0 0,1-1 1 0 0,-1 1 0 0 0,0 0 0 0 0,1 0 0 0 0,-1-1 0 0 0,1 1-1 0 0,-1-1 1 0 0,1 1 0 0 0,-1 0 0 0 0,1-1 0 0 0,-1 1 0 0 0,1-1 0 0 0,0 1-1 0 0,-1-1 1 0 0,1 0 0 0 0,0 1 0 0 0,1 0 0 0 0,14 12 531 0 0,0 2 0 0 0,-1 0-1 0 0,-1 1 1 0 0,22 31 0 0 0,37 76 578 0 0,-71-119-1201 0 0,4 7 91 0 0,0-1 0 0 0,1-1 0 0 0,0 0-1 0 0,0 0 1 0 0,1 0 0 0 0,0 0 0 0 0,14 10 0 0 0,-21-18-118 0 0,1 1 0 0 0,0-1 1 0 0,0 1-1 0 0,0-1 0 0 0,1 0 0 0 0,-1 0 1 0 0,0 0-1 0 0,0 0 0 0 0,1 0 1 0 0,-1 0-1 0 0,1 0 0 0 0,-1-1 0 0 0,0 0 1 0 0,1 1-1 0 0,-1-1 0 0 0,1 0 1 0 0,-1 0-1 0 0,1 0 0 0 0,-1 0 0 0 0,1-1 1 0 0,-1 1-1 0 0,1-1 0 0 0,-1 1 1 0 0,0-1-1 0 0,1 0 0 0 0,-1 0 1 0 0,0 0-1 0 0,0 0 0 0 0,1 0 0 0 0,-1-1 1 0 0,0 1-1 0 0,0-1 0 0 0,0 1 1 0 0,-1-1-1 0 0,1 0 0 0 0,0 0 0 0 0,-1 0 1 0 0,1 0-1 0 0,-1 0 0 0 0,3-4 1 0 0,2-5-379 0 0,-1 0 1 0 0,0 0-1 0 0,-1 0 1 0 0,0-1 0 0 0,5-21-1 0 0,-3-1-6545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4:27.66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191 101 4609 0 0,'-19'12'1172'0'0,"1"0"0"0"0,1 1-1 0 0,0 0 1 0 0,-23 26 0 0 0,-17 13 363 0 0,34-31-328 0 0,40-39 186 0 0,7-12-1010 0 0,31-47 0 0 0,-33 43 755 0 0,40-46 0 0 0,-61 78-1020 0 0,1 0 1 0 0,0 1-1 0 0,-1-1 0 0 0,1 0 1 0 0,0 0-1 0 0,0 1 0 0 0,0-1 0 0 0,1 1 1 0 0,-1 0-1 0 0,0-1 0 0 0,0 1 1 0 0,1 0-1 0 0,-1 0 0 0 0,1 1 1 0 0,-1-1-1 0 0,1 0 0 0 0,3 0 0 0 0,-4 2-41 0 0,0-1 0 0 0,0 1 0 0 0,0-1 0 0 0,0 1 0 0 0,0 0 0 0 0,-1 0-1 0 0,1 0 1 0 0,0 0 0 0 0,0 0 0 0 0,-1 0 0 0 0,1 0 0 0 0,0 1-1 0 0,-1-1 1 0 0,1 1 0 0 0,-1-1 0 0 0,0 1 0 0 0,0-1 0 0 0,1 1 0 0 0,-1 0-1 0 0,0 0 1 0 0,0-1 0 0 0,1 4 0 0 0,20 48 596 0 0,-18-42-756 0 0,0 0-1 0 0,1-1 0 0 0,0 1 1 0 0,1-1-1 0 0,0 0 0 0 0,0 0 1 0 0,13 14-1 0 0,-1-8-858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4:28.1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 0 10594 0 0,'-9'6'8135'0'0,"27"48"-6690"0"0,20 105 0 0 0,-5 66-826 0 0,18 86-1038 0 0,-46-285-1052 0 0,-1-6-3206 0 0,1-1-2056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4:28.3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 1 10594 0 0,'-6'6'472'0'0,"3"-3"96"0"0,0 0-455 0 0,1-1-113 0 0,1-1 0 0 0,-1 1 0 0 0,1-1 64 0 0,1 2-64 0 0,-2 0 0 0 0,0 0-545 0 0,2 2-151 0 0,2-2-32 0 0,1 0-8 0 0,2 1 568 0 0,-1 1 168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4:28.73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 9 8290 0 0,'-22'-8'11986'0'0,"34"24"-10676"0"0,-5-1-1173 0 0,-1 0 0 0 0,0 0 0 0 0,-1 1 0 0 0,0-1 0 0 0,-2 1 0 0 0,4 32 0 0 0,1-2 14 0 0,-6-32-269 0 0,12 56 133 0 0,26 78 1 0 0,-31-121-1491 0 0,19 35 0 0 0,-19-45 444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4:29.53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30 157 5065 0 0,'-3'-2'240'0'0,"1"-1"1"0"0,-1 1-1 0 0,1-1 0 0 0,0 1 0 0 0,0-1 1 0 0,0 0-1 0 0,0 0 0 0 0,0 1 0 0 0,0-1 1 0 0,1-1-1 0 0,0 1 0 0 0,0 0 0 0 0,-1 0 1 0 0,2 0-1 0 0,-1-1 0 0 0,0 1 0 0 0,1 0 1 0 0,-1-1-1 0 0,1 1 0 0 0,0-1 0 0 0,0 1 1 0 0,1 0-1 0 0,-1-1 0 0 0,1 1 0 0 0,-1-1 0 0 0,1 1 1 0 0,0 0-1 0 0,0 0 0 0 0,1 0 0 0 0,-1-1 1 0 0,1 1-1 0 0,-1 0 0 0 0,1 1 0 0 0,0-1 1 0 0,0 0-1 0 0,0 0 0 0 0,1 1 0 0 0,-1-1 1 0 0,0 1-1 0 0,5-3 0 0 0,-4 2-43 0 0,1-1 0 0 0,-1 2 1 0 0,1-1-1 0 0,-1 0 0 0 0,1 1 0 0 0,0 0 0 0 0,0 0 0 0 0,0 0 0 0 0,0 0 0 0 0,0 1 0 0 0,0-1 1 0 0,1 1-1 0 0,7-1 0 0 0,-9 2-166 0 0,0 0 1 0 0,-1 0-1 0 0,1 1 1 0 0,0-1-1 0 0,0 1 1 0 0,-1 0-1 0 0,1 0 1 0 0,-1 0-1 0 0,1 0 1 0 0,0 0-1 0 0,-1 0 1 0 0,0 1-1 0 0,1-1 1 0 0,-1 1-1 0 0,0 0 1 0 0,0-1-1 0 0,0 1 1 0 0,0 0-1 0 0,0 0 1 0 0,0 1-1 0 0,-1-1 1 0 0,1 0-1 0 0,1 3 1 0 0,4 7-19 0 0,-1 0 0 0 0,-1 1 0 0 0,0-1 1 0 0,0 1-1 0 0,-1 0 0 0 0,-1 1 1 0 0,0-1-1 0 0,-1 0 0 0 0,1 21 0 0 0,-2 16-255 0 0,-5 59 0 0 0,3-100 190 0 0,-18 161-565 0 0,19-169 635 0 0,0 1-1 0 0,-1 0 0 0 0,1-1 0 0 0,0 1 0 0 0,0 0 0 0 0,0-1 1 0 0,0 1-1 0 0,0 0 0 0 0,0-1 0 0 0,1 1 0 0 0,-1-1 0 0 0,1 1 1 0 0,-1 0-1 0 0,1-1 0 0 0,-1 1 0 0 0,1-1 0 0 0,0 1 0 0 0,0-1 1 0 0,1 2-1 0 0,-1-2 4 0 0,0-1 1 0 0,0 1 0 0 0,0-1-1 0 0,0 0 1 0 0,0 1 0 0 0,0-1-1 0 0,0 0 1 0 0,0 0-1 0 0,0 0 1 0 0,0 0 0 0 0,0 0-1 0 0,0 0 1 0 0,0 0 0 0 0,0 0-1 0 0,0 0 1 0 0,0 0 0 0 0,0 0-1 0 0,0-1 1 0 0,0 1-1 0 0,0 0 1 0 0,0-1 0 0 0,1 0-1 0 0,9-5 88 0 0,0 0-1 0 0,0-1 1 0 0,-1-1-1 0 0,9-8 1 0 0,-5 5-304 0 0,36-28-1623 0 0,-26 19-4249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4:31.3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0 277 10594 0 0,'21'-17'-672'0'0,"53"-48"4807"0"0,32-39-2924 0 0,-94 92-1192 0 0,3-1-72 0 0,-10 10 38 0 0,-1 0 0 0 0,-1-1 0 0 0,1 1 0 0 0,0-1 0 0 0,-1 0 0 0 0,0 0-1 0 0,1 0 1 0 0,-2 0 0 0 0,1 0 0 0 0,0-1 0 0 0,-1 1 0 0 0,2-6 0 0 0,-4 9 11 0 0,0 1 1 0 0,-1-1-1 0 0,1 1 0 0 0,0-1 1 0 0,-1 1-1 0 0,1-1 0 0 0,0 1 1 0 0,-1-1-1 0 0,1 1 0 0 0,-1-1 1 0 0,1 1-1 0 0,-1-1 1 0 0,1 1-1 0 0,-1 0 0 0 0,1-1 1 0 0,-1 1-1 0 0,1 0 0 0 0,-1 0 1 0 0,0-1-1 0 0,1 1 0 0 0,-1 0 1 0 0,1 0-1 0 0,-1 0 1 0 0,0 0-1 0 0,1-1 0 0 0,-1 1 1 0 0,1 0-1 0 0,-1 0 0 0 0,0 0 1 0 0,1 1-1 0 0,-1-1 0 0 0,0 0 1 0 0,1 0-1 0 0,-1 0 1 0 0,1 0-1 0 0,-1 0 0 0 0,0 1 1 0 0,0-1-1 0 0,-28 7-162 0 0,19-4-241 0 0,-1 2 0 0 0,1-1 0 0 0,0 1 0 0 0,0 1 0 0 0,0 0 0 0 0,0 0 0 0 0,1 1 0 0 0,-15 14 0 0 0,17-13 629 0 0,1-1 0 0 0,0 1 0 0 0,0 0 0 0 0,0 1 0 0 0,1-1 0 0 0,0 1 0 0 0,1 0 0 0 0,0 1 0 0 0,0-1 0 0 0,1 1 0 0 0,1-1 0 0 0,-1 1 1 0 0,1 0-1 0 0,1 0 0 0 0,0 0 0 0 0,0 12 0 0 0,1-19-126 0 0,0 1 0 0 0,0-1 0 0 0,0 1 0 0 0,1-1 0 0 0,-1 1 0 0 0,1-1 0 0 0,-1 0 0 0 0,1 1 0 0 0,0-1 0 0 0,1 0-1 0 0,-1 1 1 0 0,1-1 0 0 0,-1 0 0 0 0,1 0 0 0 0,0 0 0 0 0,0 0 0 0 0,0-1 0 0 0,0 1 0 0 0,1-1 0 0 0,-1 1 0 0 0,1-1 0 0 0,0 0 0 0 0,-1 1 0 0 0,1-2 0 0 0,0 1 0 0 0,0 0 0 0 0,0 0 0 0 0,0-1 0 0 0,1 0 0 0 0,-1 0 0 0 0,0 0 0 0 0,6 1 0 0 0,-2 0-164 0 0,1-1-1 0 0,-1-1 1 0 0,1 1 0 0 0,0-1-1 0 0,15-2 1 0 0,-12 0-1094 0 0,0 0 0 0 0,0-1 0 0 0,15-6 0 0 0,0-1-4395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4:31.7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23 321 10594 0 0,'-16'-9'969'0'0,"16"9"-842"0"0,0 0 0 0 0,-1 0 0 0 0,1 0 0 0 0,-1 0 0 0 0,1-1 0 0 0,0 1 0 0 0,-1 0 0 0 0,1 0 0 0 0,0 0 0 0 0,-1-1 1 0 0,1 1-1 0 0,0 0 0 0 0,0-1 0 0 0,-1 1 0 0 0,1 0 0 0 0,0-1 0 0 0,0 1 0 0 0,-1 0 0 0 0,1-1 0 0 0,0 1 0 0 0,0-1 0 0 0,0 1 0 0 0,0 0 0 0 0,0-1 0 0 0,-1 1 0 0 0,1-1 0 0 0,0 1 0 0 0,0 0 0 0 0,0-1 0 0 0,0 1 0 0 0,0-1 1 0 0,0 1-1 0 0,1 0 0 0 0,-1-1 0 0 0,0 1 0 0 0,0-1 0 0 0,0 1 0 0 0,0 0 0 0 0,1-2 0 0 0,-1 2-29 0 0,1 0 0 0 0,-1 0 0 0 0,1 0 0 0 0,-1 0 0 0 0,1 0 0 0 0,-1 0 0 0 0,1 0 0 0 0,-1 0 0 0 0,1 0 0 0 0,-1 0 0 0 0,0 0 0 0 0,1 1 0 0 0,-1-1 0 0 0,1 0 0 0 0,-1 0 1 0 0,1 0-1 0 0,-1 1 0 0 0,1-1 0 0 0,-1 0 0 0 0,0 0 0 0 0,1 1 0 0 0,-1-1 0 0 0,1 0 0 0 0,-1 1 0 0 0,0-1 0 0 0,0 1 0 0 0,1-1 0 0 0,-1 1 0 0 0,14 15 386 0 0,-11-13-189 0 0,46 58 972 0 0,-32-38-1126 0 0,2 0 1 0 0,0-1-1 0 0,1-1 0 0 0,2-1 0 0 0,0-1 0 0 0,30 20 0 0 0,-37-29-122 0 0,0-1 0 0 0,1-1 0 0 0,1 0 0 0 0,-1-1 0 0 0,1-1 0 0 0,0 0-1 0 0,0-2 1 0 0,1 0 0 0 0,-1-1 0 0 0,1 0 0 0 0,23-1 0 0 0,-38-2 5 0 0,-1 0-1 0 0,1-1 1 0 0,-1 1 0 0 0,1 0-1 0 0,-1-1 1 0 0,1 0 0 0 0,-1 0-1 0 0,0 0 1 0 0,1 0-1 0 0,-1 0 1 0 0,0 0 0 0 0,0-1-1 0 0,0 1 1 0 0,0-1 0 0 0,0 1-1 0 0,0-1 1 0 0,0 0 0 0 0,0 0-1 0 0,-1 0 1 0 0,1 0 0 0 0,-1 0-1 0 0,0 0 1 0 0,1 0 0 0 0,-1 0-1 0 0,0 0 1 0 0,0-1 0 0 0,0 1-1 0 0,0-1 1 0 0,-1 1 0 0 0,1 0-1 0 0,-1-1 1 0 0,0 1 0 0 0,1-4-1 0 0,0-10 87 0 0,-1 0 0 0 0,0-1-1 0 0,-1 1 1 0 0,-4-19-1 0 0,2 11-5 0 0,-7-52 5 0 0,-6-86 208 0 0,15 135-925 0 0,1-1 0 0 0,2 1 0 0 0,8-51 0 0 0,0 37-7380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8:59.4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18 201 920 0 0,'-5'-57'779'0'0,"1"-75"7912"0"0,2 120-5262 0 0,0 22-1761 0 0,-3 22-661 0 0,8 276 929 0 0,2-180-1758 0 0,0 108-82 0 0,27 561 57 0 0,-25-716-553 0 0,-4 0 0 0 0,-8 101 0 0 0,3-169-661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8:59.84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140 1 6449 0 0,'-8'0'310'0'0,"-1"-1"0"0"0,0 1 0 0 0,0 0 0 0 0,0 1 0 0 0,0 0-1 0 0,1 1 1 0 0,-1 0 0 0 0,0 0 0 0 0,1 1 0 0 0,-1 0 0 0 0,1 0 0 0 0,0 1-1 0 0,0 0 1 0 0,-10 7 0 0 0,18-11-285 0 0,0 0-1 0 0,-1 0 1 0 0,1 0-1 0 0,0 1 1 0 0,0-1-1 0 0,0 0 1 0 0,0 0-1 0 0,0 0 1 0 0,0 0-1 0 0,0 0 1 0 0,0 0-1 0 0,0 0 1 0 0,0 1-1 0 0,0-1 1 0 0,-1 0-1 0 0,1 0 1 0 0,0 0-1 0 0,0 0 1 0 0,0 0-1 0 0,0 0 1 0 0,0 1-1 0 0,0-1 1 0 0,0 0-1 0 0,0 0 1 0 0,0 0-1 0 0,0 0 1 0 0,0 0-1 0 0,0 1 1 0 0,1-1-1 0 0,-1 0 1 0 0,0 0-1 0 0,0 0 1 0 0,0 0-1 0 0,0 0 1 0 0,0 0-1 0 0,0 1 1 0 0,0-1-1 0 0,0 0 1 0 0,0 0-1 0 0,0 0 1 0 0,0 0-1 0 0,0 0 1 0 0,1 0-1 0 0,-1 0 1 0 0,0 0-1 0 0,0 0 1 0 0,0 0-1 0 0,0 1 1 0 0,0-1-1 0 0,0 0 1 0 0,1 0-1 0 0,-1 0 1 0 0,0 0-1 0 0,13 4 607 0 0,16 1-15 0 0,64-2 789 0 0,117-11 0 0 0,-127 3-1158 0 0,803-22 673 0 0,-506 34-5939 0 0,-325-4-412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00.15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 0 3681 0 0,'-1'3'244'0'0,"-1"0"1"0"0,0-1-1 0 0,1 1 1 0 0,0 0 0 0 0,-1 0-1 0 0,1 0 1 0 0,0 0-1 0 0,1 0 1 0 0,-1 0-1 0 0,0 0 1 0 0,1 5-1 0 0,-2 1-36 0 0,-5 37 1068 0 0,1 1-1 0 0,3-1 1 0 0,2 49 0 0 0,17 143 1575 0 0,-10-175-2185 0 0,102 767 4142 0 0,-46-411-4407 0 0,-39-198-1466 0 0,-23-192-134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00.44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0 410 9674 0 0,'115'-47'2089'0'0,"-40"14"-1679"0"0,438-148 3351 0 0,-373 143-2567 0 0,256-34 1 0 0,-27 39-2360 0 0,-294 28-4983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01.0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1980 2761 0 0,'0'0'8'0'0,"0"0"1"0"0,0 0 0 0 0,-1 0 0 0 0,1 0 0 0 0,0 0 0 0 0,0 0 0 0 0,0 0 0 0 0,-1 0 0 0 0,1 0 0 0 0,0 0 0 0 0,0 0-1 0 0,0 0 1 0 0,0 0 0 0 0,-1 0 0 0 0,1 0 0 0 0,0 0 0 0 0,0 0 0 0 0,0 0 0 0 0,0-1 0 0 0,-1 1 0 0 0,1 0 0 0 0,0 0-1 0 0,0 0 1 0 0,0 0 0 0 0,0 0 0 0 0,0 0 0 0 0,0-1 0 0 0,0 1 0 0 0,-1 0 0 0 0,1 0 0 0 0,0 0 0 0 0,0 0-1 0 0,0-1 1 0 0,0 1 0 0 0,0 0 0 0 0,0 0 0 0 0,0 0 0 0 0,0-1 0 0 0,0 1 0 0 0,0 0 0 0 0,0 0 0 0 0,0 0 0 0 0,0 0-1 0 0,0-1 1 0 0,0 1 0 0 0,0 0 0 0 0,0 0 0 0 0,7-14 262 0 0,14-11 136 0 0,25-9 509 0 0,1 1 0 0 0,2 3 0 0 0,84-39 0 0 0,-119 62-740 0 0,273-121 3096 0 0,-41 20-1039 0 0,206-99 254 0 0,46-12-1077 0 0,-41-12-591 0 0,-214 101-561 0 0,-47 28-220 0 0,129-64 15 0 0,-124 65-53 0 0,207-93 0 0 0,-267 135-54 0 0,101-37-247 0 0,-200 84-244 0 0,-2 2-155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01.5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59 894 3225 0 0,'-6'4'261'0'0,"-1"0"1"0"0,1 0 0 0 0,0 1-1 0 0,1 0 1 0 0,-1 0 0 0 0,1 0-1 0 0,0 0 1 0 0,-7 9 0 0 0,12-13-239 0 0,0-1 0 0 0,0 0-1 0 0,0 0 1 0 0,0 0 0 0 0,0 0 0 0 0,0 0 0 0 0,0 0 0 0 0,0 1 0 0 0,0-1-1 0 0,0 0 1 0 0,0 0 0 0 0,0 0 0 0 0,-1 0 0 0 0,1 0 0 0 0,0 1 0 0 0,0-1 0 0 0,0 0-1 0 0,0 0 1 0 0,0 0 0 0 0,0 0 0 0 0,0 0 0 0 0,1 1 0 0 0,-1-1 0 0 0,0 0-1 0 0,0 0 1 0 0,0 0 0 0 0,0 0 0 0 0,0 0 0 0 0,0 1 0 0 0,0-1 0 0 0,0 0-1 0 0,0 0 1 0 0,0 0 0 0 0,0 0 0 0 0,0 0 0 0 0,1 0 0 0 0,-1 0 0 0 0,0 1-1 0 0,0-1 1 0 0,0 0 0 0 0,0 0 0 0 0,0 0 0 0 0,0 0 0 0 0,1 0 0 0 0,-1 0 0 0 0,0 0-1 0 0,0 0 1 0 0,0 0 0 0 0,0 0 0 0 0,1 0 0 0 0,11 0 668 0 0,13-6 131 0 0,118-52 2025 0 0,150-85 0 0 0,-41 18-1062 0 0,199-101 34 0 0,-415 206-1732 0 0,311-148 322 0 0,-129 65-666 0 0,-41 23-2481 0 0,-123 58-2774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02.6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33 5985 0 0,'0'-2'174'0'0,"1"0"-1"0"0,-1 0 1 0 0,1 1 0 0 0,-1-1-1 0 0,1 1 1 0 0,0-1-1 0 0,0 0 1 0 0,-1 1-1 0 0,1-1 1 0 0,0 1-1 0 0,1 0 1 0 0,-1-1 0 0 0,0 1-1 0 0,0 0 1 0 0,0 0-1 0 0,1-1 1 0 0,-1 1-1 0 0,1 0 1 0 0,-1 1 0 0 0,1-1-1 0 0,-1 0 1 0 0,1 0-1 0 0,1 0 1 0 0,-1 1-67 0 0,-1 0 1 0 0,1 1-1 0 0,-1-1 1 0 0,1 0-1 0 0,-1 1 1 0 0,0-1-1 0 0,1 1 0 0 0,-1 0 1 0 0,0-1-1 0 0,0 1 1 0 0,1 0-1 0 0,-1 0 1 0 0,0 0-1 0 0,0 0 1 0 0,0 0-1 0 0,0 0 0 0 0,0 0 1 0 0,0 0-1 0 0,0 0 1 0 0,0 1-1 0 0,-1-1 1 0 0,1 0-1 0 0,0 0 1 0 0,-1 1-1 0 0,1-1 0 0 0,-1 1 1 0 0,1-1-1 0 0,-1 2 1 0 0,12 33 606 0 0,-1 0 1 0 0,-2 1 0 0 0,6 48-1 0 0,2 119 268 0 0,-13-146-813 0 0,6 249 153 0 0,-2-28-3212 0 0,-5-216-2496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03.2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1256 6449 0 0,'254'-239'3956'0'0,"-157"150"-2960"0"0,355-272 2183 0 0,-199 161-1988 0 0,-142 108-1637 0 0,196-124-1 0 0,-255 186-1129 0 0,-4 2-3324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04.49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45 0 2304 0 0,'-3'0'169'0'0,"1"0"-1"0"0,0 1 0 0 0,0-1 0 0 0,0 0 1 0 0,0 1-1 0 0,0 0 0 0 0,0-1 0 0 0,0 1 1 0 0,0 0-1 0 0,0 0 0 0 0,0 0 0 0 0,0 0 1 0 0,0 1-1 0 0,0-1 0 0 0,1 0 0 0 0,-1 1 1 0 0,-2 2-1 0 0,3-3-86 0 0,0 0 1 0 0,1 0 0 0 0,-1 0 0 0 0,0 0-1 0 0,1 0 1 0 0,-1 1 0 0 0,1-1-1 0 0,-1 0 1 0 0,1 0 0 0 0,0 0-1 0 0,0 0 1 0 0,-1 1 0 0 0,1-1-1 0 0,0 0 1 0 0,0 0 0 0 0,0 0 0 0 0,0 1-1 0 0,0-1 1 0 0,0 0 0 0 0,1 0-1 0 0,-1 0 1 0 0,0 1 0 0 0,1-1-1 0 0,-1 0 1 0 0,1 0 0 0 0,-1 0 0 0 0,1 0-1 0 0,-1 0 1 0 0,1 0 0 0 0,0 0-1 0 0,-1 0 1 0 0,3 2 0 0 0,7 6 334 0 0,1 0 0 0 0,0-1 0 0 0,0 0 0 0 0,1 0 0 0 0,19 8 0 0 0,7 5 357 0 0,222 124 973 0 0,-207-121-1774 0 0,0-3 0 0 0,2-1 0 0 0,65 13 0 0 0,123 25-1680 0 0,-233-56 1283 0 0,0 0 0 0 0,-1-1-1 0 0,1 0 1 0 0,12 0 0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06.4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371 1155 2761 0 0,'-136'94'1450'0'0,"86"-61"834"0"0,-2-3 0 0 0,-62 26-1 0 0,96-50-1118 0 0,22-12 621 0 0,29-16 206 0 0,223-167 938 0 0,-89 59-2412 0 0,-14 17-268 0 0,402-267 19 0 0,-162 119-280 0 0,-178 112 6 0 0,-189 133-951 0 0,-1-2-1 0 0,-1 0 1 0 0,38-39-1 0 0,-50 42-5003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06.91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198 1 5985 0 0,'-18'0'1130'0'0,"0"0"0"0"0,0 2 0 0 0,0 0 0 0 0,0 1 0 0 0,1 1 0 0 0,-1 0 0 0 0,1 1 0 0 0,-23 11 0 0 0,39-16-1067 0 0,0 1 0 0 0,0-1-1 0 0,0 0 1 0 0,1 0 0 0 0,-1 1-1 0 0,0-1 1 0 0,0 1 0 0 0,1-1-1 0 0,-1 1 1 0 0,0-1 0 0 0,0 1-1 0 0,1-1 1 0 0,-1 1 0 0 0,1-1-1 0 0,-1 1 1 0 0,1 0 0 0 0,-1 0-1 0 0,1-1 1 0 0,-1 1 0 0 0,1 0-1 0 0,-1 0 1 0 0,1-1 0 0 0,0 1-1 0 0,0 0 1 0 0,-1 1 0 0 0,2-1-31 0 0,-1-1 0 0 0,0 1 1 0 0,1 0-1 0 0,-1-1 0 0 0,1 1 1 0 0,0 0-1 0 0,-1-1 0 0 0,1 1 1 0 0,-1 0-1 0 0,1-1 0 0 0,0 1 1 0 0,0-1-1 0 0,-1 0 0 0 0,1 1 1 0 0,0-1-1 0 0,0 1 1 0 0,0-1-1 0 0,-1 0 0 0 0,2 1 1 0 0,45 8 275 0 0,11-7 151 0 0,0-3 0 0 0,79-10-1 0 0,-67 0-439 0 0,-46 6 2 0 0,0 1 0 0 0,0 1 0 0 0,1 1 0 0 0,-1 2 1 0 0,32 2-1 0 0,-55-2-10 0 0,0 0 1 0 0,0 0 0 0 0,-1 0-1 0 0,1 1 1 0 0,0-1-1 0 0,0 0 1 0 0,0 1 0 0 0,-1-1-1 0 0,1 0 1 0 0,0 1 0 0 0,0-1-1 0 0,-1 1 1 0 0,1-1 0 0 0,0 1-1 0 0,-1-1 1 0 0,1 1-1 0 0,-1 0 1 0 0,1-1 0 0 0,-1 1-1 0 0,1 0 1 0 0,-1-1 0 0 0,1 1-1 0 0,-1 0 1 0 0,1 0 0 0 0,-1-1-1 0 0,0 1 1 0 0,0 0-1 0 0,1 0 1 0 0,-1 0 0 0 0,0-1-1 0 0,0 1 1 0 0,0 0 0 0 0,0 0-1 0 0,0 0 1 0 0,0 0 0 0 0,0 0-1 0 0,0-1 1 0 0,0 1-1 0 0,0 0 1 0 0,-1 0 0 0 0,1 0-1 0 0,0-1 1 0 0,-1 1 0 0 0,1 0-1 0 0,0 0 1 0 0,-1-1 0 0 0,0 2-1 0 0,-3 7 20 0 0,-1 0-1 0 0,0-1 1 0 0,-8 11-1 0 0,7-10-52 0 0,-68 97-380 0 0,-36 56-4982 0 0,92-128-300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07.4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125 59 8266 0 0,'2'-6'284'0'0,"7"-24"330"0"0,-8 30-490 0 0,-1-1 0 0 0,0 0-1 0 0,1 0 1 0 0,-1 0 0 0 0,0 0 0 0 0,0 0-1 0 0,0 0 1 0 0,0 0 0 0 0,0 0-1 0 0,0 0 1 0 0,0 0 0 0 0,0 0-1 0 0,0 0 1 0 0,0 0 0 0 0,-1 0-1 0 0,1 0 1 0 0,0 0 0 0 0,-1 0-1 0 0,1 0 1 0 0,-1 0 0 0 0,1 0 0 0 0,-1-1-1 0 0,0 3-27 0 0,0-1 0 0 0,0 0 0 0 0,1 0 0 0 0,-1 1 0 0 0,0-1 0 0 0,1 1 0 0 0,-1-1 0 0 0,0 0-1 0 0,1 1 1 0 0,-1-1 0 0 0,0 1 0 0 0,1 0 0 0 0,-1-1 0 0 0,1 1 0 0 0,-1 0 0 0 0,1-1 0 0 0,-1 1 0 0 0,1 0 0 0 0,0-1-1 0 0,-1 1 1 0 0,1 1 0 0 0,-11 17 461 0 0,-12 36-128 0 0,2 0 0 0 0,3 2-1 0 0,2 0 1 0 0,-11 87 0 0 0,25-135-356 0 0,1 1 1 0 0,0-1 0 0 0,1 1 0 0 0,0-1 0 0 0,0 1-1 0 0,1-1 1 0 0,0 1 0 0 0,1-1 0 0 0,4 15 0 0 0,-4-20-6 0 0,0 0 1 0 0,0 1 0 0 0,0-1 0 0 0,1 0-1 0 0,-1 0 1 0 0,1-1 0 0 0,0 1-1 0 0,0-1 1 0 0,0 1 0 0 0,1-1 0 0 0,-1 0-1 0 0,1 0 1 0 0,0 0 0 0 0,-1-1-1 0 0,1 1 1 0 0,1-1 0 0 0,-1 0 0 0 0,0 0-1 0 0,0 0 1 0 0,1-1 0 0 0,5 2-1 0 0,-1-2 77 0 0,-1 1-1 0 0,1-1 0 0 0,-1 0 1 0 0,1-1-1 0 0,0 0 0 0 0,-1-1 1 0 0,15-2-1 0 0,60-19 362 0 0,-9 1-2337 0 0,-51 17-4961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08.23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10594 0 0,'2'0'166'0'0,"-1"0"0"0"0,0-1 0 0 0,1 1 0 0 0,-1 0 0 0 0,1 1 0 0 0,-1-1 0 0 0,0 0 0 0 0,1 0 0 0 0,-1 1 0 0 0,0-1 0 0 0,0 0 0 0 0,1 1 0 0 0,-1 0 0 0 0,0-1 0 0 0,0 1-1 0 0,0 0 1 0 0,1-1 0 0 0,-1 1 0 0 0,0 0 0 0 0,0 0 0 0 0,0 0 0 0 0,0 0 0 0 0,-1 0 0 0 0,1 0 0 0 0,0 0 0 0 0,0 0 0 0 0,-1 0 0 0 0,1 1 0 0 0,0-1 0 0 0,-1 0 0 0 0,1 2 0 0 0,7 17 401 0 0,-1 1 0 0 0,-1-1 1 0 0,-1 1-1 0 0,5 37 0 0 0,-1 91 429 0 0,-7-99-833 0 0,-1-25-68 0 0,-1-2 102 0 0,7 40 1 0 0,-7-58-111 0 0,2 0-1 0 0,-1 1 1 0 0,0-1 0 0 0,1 0-1 0 0,0 0 1 0 0,0 0 0 0 0,1 0-1 0 0,0 0 1 0 0,-1 0 0 0 0,2-1-1 0 0,-1 1 1 0 0,6 6 0 0 0,-7-10-67 0 0,1 1 0 0 0,-1-1 1 0 0,0 1-1 0 0,0-1 0 0 0,1 0 1 0 0,-1 0-1 0 0,1 0 0 0 0,-1 0 1 0 0,1 0-1 0 0,0-1 0 0 0,-1 1 1 0 0,1-1-1 0 0,0 1 0 0 0,-1-1 1 0 0,1 0-1 0 0,0 0 0 0 0,-1-1 1 0 0,1 1-1 0 0,0 0 0 0 0,-1-1 1 0 0,1 0-1 0 0,-1 1 0 0 0,1-1 1 0 0,-1 0-1 0 0,1 0 0 0 0,-1-1 1 0 0,1 1-1 0 0,-1 0 0 0 0,0-1 1 0 0,3-1-1 0 0,8-7 78 0 0,0-1 1 0 0,0 0-1 0 0,18-20 1 0 0,-22 21-35 0 0,28-28-873 0 0,2 2 1 0 0,51-37-1 0 0,-58 50-670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08.8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0 122 10594 0 0,'0'-1'235'0'0,"0"0"-1"0"0,0-1 0 0 0,0 1 0 0 0,0 0 0 0 0,1-1 1 0 0,-1 1-1 0 0,0-1 0 0 0,0 1 0 0 0,1 0 1 0 0,-1 0-1 0 0,1-1 0 0 0,-1 1 0 0 0,1 0 1 0 0,0 0-1 0 0,-1-1 0 0 0,2 0 0 0 0,13-22 654 0 0,-15 23-863 0 0,3-3 51 0 0,27-39 795 0 0,-27 41-1201 0 0,-1-1 0 0 0,1 1 1 0 0,-1-1-1 0 0,1 1 0 0 0,0 0 0 0 0,0 0 0 0 0,0 0 0 0 0,0 0 0 0 0,0 0 1 0 0,0 1-1 0 0,1-1 0 0 0,3 0 0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09.03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1 172 6913 0 0,'0'0'20'0'0,"0"0"0"0"0,0 0 0 0 0,0 0 0 0 0,0 0 0 0 0,0 0 0 0 0,0 0 0 0 0,0 0 0 0 0,0 0 0 0 0,0 0 0 0 0,0 0 0 0 0,1 0 0 0 0,-1 0 0 0 0,0 0 0 0 0,0 0 0 0 0,0 0 0 0 0,0 0 0 0 0,0 0 0 0 0,0 0 0 0 0,0 0 0 0 0,0 0 0 0 0,0 0 0 0 0,1 0 0 0 0,-1 0 0 0 0,0 0 0 0 0,0 0 0 0 0,0 0 0 0 0,0 0 0 0 0,0 0 0 0 0,0 0 0 0 0,0 0 0 0 0,0 0 0 0 0,0 0 0 0 0,1 0 0 0 0,-1 0 0 0 0,0 0 0 0 0,0 0 0 0 0,0 0 0 0 0,0 0 0 0 0,0 0 0 0 0,0 1 0 0 0,0-1 0 0 0,0 0 0 0 0,0 0 0 0 0,0 0 0 0 0,0 0 0 0 0,0 0 0 0 0,0 0 0 0 0,0 0 0 0 0,0 0 0 0 0,0 0 0 0 0,0 1 0 0 0,0-1 0 0 0,0 0 0 0 0,0 0 0 0 0,0 0 0 0 0,0 0 0 0 0,0 0 0 0 0,0 0 0 0 0,0 0 0 0 0,0 0 0 0 0,0 0 0 0 0,0 1 0 0 0,0-1 0 0 0,0 0 0 0 0,0 0 0 0 0,0 0 0 0 0,0 0 0 0 0,14-6 939 0 0,14-11-124 0 0,147-121-3268 0 0,-157 124 2433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09.23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 0 14283 0 0,'-1'1'146'0'0,"0"0"-1"0"0,0 0 1 0 0,0 0-1 0 0,0 0 1 0 0,0 0-1 0 0,0 0 1 0 0,1 0-1 0 0,-1 0 1 0 0,0 0-1 0 0,0 0 0 0 0,1 0 1 0 0,-1 1-1 0 0,1-1 1 0 0,-1 0-1 0 0,1 1 1 0 0,-1-1-1 0 0,1 0 1 0 0,0 1-1 0 0,0-1 1 0 0,0 0-1 0 0,0 1 1 0 0,0-1-1 0 0,0 0 1 0 0,0 1-1 0 0,0-1 1 0 0,1 2-1 0 0,4 51 1596 0 0,-2-34-1265 0 0,19 176 1225 0 0,-15-161-2375 0 0,0-1 0 0 0,3 0-1 0 0,21 53 1 0 0,-19-61-6355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09.5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98 0 11666 0 0,'-17'4'3343'0'0,"12"0"-2923"0"0,0-1 1 0 0,1 2-1 0 0,-1-1 1 0 0,1 0-1 0 0,0 1 1 0 0,0 0 0 0 0,1 0-1 0 0,-1 0 1 0 0,1 0-1 0 0,0 0 1 0 0,0 1-1 0 0,1 0 1 0 0,-3 7 0 0 0,-3 11 133 0 0,-8 46 0 0 0,15-62-526 0 0,0 0 0 0 0,1 0 1 0 0,0 1-1 0 0,0-1 0 0 0,1 0 1 0 0,0 0-1 0 0,0 0 0 0 0,1 1 1 0 0,0-1-1 0 0,0 0 0 0 0,1-1 1 0 0,0 1-1 0 0,0 0 0 0 0,1-1 1 0 0,0 0-1 0 0,0 0 0 0 0,11 13 1 0 0,-11-16-68 0 0,-1 0 1 0 0,1-1 0 0 0,-1 1 0 0 0,1-1 0 0 0,0 0 0 0 0,1 0-1 0 0,-1 0 1 0 0,0-1 0 0 0,1 1 0 0 0,-1-1 0 0 0,1 0 0 0 0,0 0-1 0 0,0-1 1 0 0,0 0 0 0 0,0 1 0 0 0,0-2 0 0 0,0 1-1 0 0,0 0 1 0 0,0-1 0 0 0,0 0 0 0 0,0 0 0 0 0,0-1 0 0 0,0 0-1 0 0,0 1 1 0 0,0-2 0 0 0,0 1 0 0 0,0 0 0 0 0,0-1 0 0 0,0 0-1 0 0,4-3 1 0 0,6-3-926 0 0,-1-1 0 0 0,-1-1 0 0 0,18-15 1 0 0,-16 12-576 0 0,11-9-4436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10.1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36 299 3225 0 0,'-27'-29'8926'0'0,"26"29"-8512"0"0,0 0-1 0 0,1-1 0 0 0,-1 1 1 0 0,0 0-1 0 0,0 0 0 0 0,0 0 1 0 0,-2 0-1 0 0,4 5 267 0 0,-1 1 1 0 0,1-1-1 0 0,1 0 0 0 0,-1 1 0 0 0,4 7 1 0 0,-4-9-401 0 0,8 31 91 0 0,7 26 533 0 0,-14-58-866 0 0,-1 1 1 0 0,1 0-1 0 0,0-1 1 0 0,0 1 0 0 0,0-1-1 0 0,0 0 1 0 0,1 0-1 0 0,-1 1 1 0 0,1-1 0 0 0,0-1-1 0 0,-1 1 1 0 0,6 3 0 0 0,-7-5-52 0 0,0 0 0 0 0,0-1 1 0 0,0 1-1 0 0,0-1 1 0 0,0 1-1 0 0,0-1 0 0 0,1 0 1 0 0,-1 1-1 0 0,0-1 1 0 0,0 0-1 0 0,0 0 0 0 0,0 0 1 0 0,0 0-1 0 0,1 0 1 0 0,-1 0-1 0 0,0 0 0 0 0,0 0 1 0 0,0 0-1 0 0,0-1 0 0 0,0 1 1 0 0,1 0-1 0 0,-1-1 1 0 0,1 0-1 0 0,0 0-55 0 0,1-1 1 0 0,-1 1-1 0 0,0-1 0 0 0,0 0 0 0 0,0 0 0 0 0,0 0 1 0 0,-1 0-1 0 0,1 0 0 0 0,2-4 0 0 0,2-5-207 0 0,-1 1 0 0 0,0-1 0 0 0,4-17 0 0 0,9-43-242 0 0,4-18 370 0 0,-19 81 171 0 0,0 0 1 0 0,1 0-1 0 0,0 0 1 0 0,0 1-1 0 0,0 0 1 0 0,1 0-1 0 0,0 0 1 0 0,8-8-1 0 0,-12 14 27 0 0,0 0 0 0 0,0 0 0 0 0,0 1 0 0 0,0-1 0 0 0,0 0 0 0 0,0 1 0 0 0,0-1 1 0 0,0 1-1 0 0,0-1 0 0 0,0 1 0 0 0,1-1 0 0 0,-1 1 0 0 0,0 0 0 0 0,0 0 0 0 0,1 0 0 0 0,-1 0 0 0 0,0-1 0 0 0,0 2 0 0 0,1-1 0 0 0,-1 0 0 0 0,0 0 0 0 0,0 0 0 0 0,1 1 0 0 0,-1-1 1 0 0,0 0-1 0 0,0 1 0 0 0,0-1 0 0 0,0 1 0 0 0,1-1 0 0 0,-1 1 0 0 0,0 0 0 0 0,0 0 0 0 0,0-1 0 0 0,0 1 0 0 0,0 0 0 0 0,-1 0 0 0 0,1 0 0 0 0,1 1 0 0 0,5 6 185 0 0,0 1-1 0 0,0 0 0 0 0,8 14 0 0 0,-6-9-130 0 0,-2-3-88 0 0,0 0 1 0 0,-1 1 0 0 0,0-1-1 0 0,7 20 1 0 0,-13-29-18 0 0,44-67-1209 0 0,-9 16 681 0 0,-13 16 620 0 0,2 1 0 0 0,1 2 0 0 0,34-33 0 0 0,-58 62-37 0 0,-1 0 0 0 0,1 0 0 0 0,0 1-1 0 0,0-1 1 0 0,0 0 0 0 0,1 0-1 0 0,-1 0 1 0 0,0 1 0 0 0,0-1-1 0 0,0 0 1 0 0,0 1 0 0 0,1-1 0 0 0,-1 1-1 0 0,0 0 1 0 0,0-1 0 0 0,1 1-1 0 0,-1 0 1 0 0,0 0 0 0 0,1 0-1 0 0,-1 0 1 0 0,0 0 0 0 0,1 0-1 0 0,-1 0 1 0 0,0 0 0 0 0,1 0 0 0 0,-1 1-1 0 0,0-1 1 0 0,0 0 0 0 0,1 1-1 0 0,-1-1 1 0 0,2 2 0 0 0,1 1 52 0 0,0 1 0 0 0,-1 0 0 0 0,1 0 1 0 0,-1 0-1 0 0,0 0 0 0 0,5 9 0 0 0,-6-10-223 0 0,0 1 0 0 0,0-1-1 0 0,0 0 1 0 0,0 0-1 0 0,1 0 1 0 0,-1 0 0 0 0,1 0-1 0 0,0-1 1 0 0,-1 1-1 0 0,1-1 1 0 0,6 4 0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11.97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5004 125 5529 0 0,'27'-15'3472'0'0,"-26"15"-3216"0"0,1-1-1 0 0,-1 0 1 0 0,0 1 0 0 0,0-1-1 0 0,0 0 1 0 0,0 0-1 0 0,0 0 1 0 0,0 0 0 0 0,0 0-1 0 0,0 0 1 0 0,0 0 0 0 0,-1 0-1 0 0,1 0 1 0 0,0-1 0 0 0,-1 1-1 0 0,1 0 1 0 0,0 0-1 0 0,-1-1 1 0 0,1-2 0 0 0,-2 3-72 0 0,0 0 0 0 0,0 0 0 0 0,0-1 0 0 0,0 1 0 0 0,0 0 0 0 0,0 0 0 0 0,0 0 0 0 0,0 0 0 0 0,0 0 0 0 0,-1 0 0 0 0,1 1 0 0 0,0-1 0 0 0,-1 0 0 0 0,1 1 0 0 0,0-1 0 0 0,-1 1 0 0 0,1-1 0 0 0,-1 1 0 0 0,-1-1 0 0 0,-32-6 1522 0 0,-315-15 766 0 0,129 13-2327 0 0,-265-15 226 0 0,318 18-382 0 0,21 5-87 0 0,-267 31 0 0 0,-139 71-428 0 0,273-30 627 0 0,-448 177 0 0 0,622-206-20 0 0,-413 173 273 0 0,15 30-265 0 0,378-179-7 0 0,47-26-31 0 0,1 4 1 0 0,-92 67 0 0 0,138-84-169 0 0,5-1-191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13.27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45 152 6913 0 0,'-12'-34'3313'0'0,"-15"-62"0"0"0,21 74-1546 0 0,99 463 2633 0 0,18 74-4610 0 0,-92-448-891 0 0,3-2-1 0 0,43 89 0 0 0,-38-102-4839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14.07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18 330 6913 0 0,'-4'-13'373'0'0,"-9"-32"2187"0"0,13 42-2359 0 0,-1 1 1 0 0,1 0-1 0 0,0-1 1 0 0,0 1 0 0 0,0 0-1 0 0,1 0 1 0 0,-1-1-1 0 0,0 1 1 0 0,1 0-1 0 0,0 0 1 0 0,-1-1-1 0 0,1 1 1 0 0,0 0-1 0 0,0 0 1 0 0,0 0-1 0 0,0 0 1 0 0,3-3 0 0 0,-3 5-147 0 0,-1-1 0 0 0,1 0 1 0 0,0 1-1 0 0,0 0 1 0 0,-1-1-1 0 0,1 1 1 0 0,0-1-1 0 0,0 1 1 0 0,0 0-1 0 0,0 0 0 0 0,0-1 1 0 0,-1 1-1 0 0,1 0 1 0 0,0 0-1 0 0,0 0 1 0 0,0 0-1 0 0,0 0 1 0 0,0 0-1 0 0,0 0 0 0 0,0 0 1 0 0,0 0-1 0 0,-1 1 1 0 0,1-1-1 0 0,0 0 1 0 0,0 1-1 0 0,0-1 1 0 0,0 0-1 0 0,-1 1 0 0 0,1-1 1 0 0,0 1-1 0 0,0-1 1 0 0,-1 1-1 0 0,1 0 1 0 0,0-1-1 0 0,-1 1 1 0 0,1 0-1 0 0,-1-1 0 0 0,2 2 1 0 0,22 28 776 0 0,-5 1-212 0 0,15 35 1 0 0,-20-37-447 0 0,35 53 0 0 0,-49-81-179 0 0,1 0-1 0 0,-1 0 1 0 0,1 0-1 0 0,-1 0 1 0 0,1 0-1 0 0,0 0 1 0 0,-1-1-1 0 0,1 1 1 0 0,0 0-1 0 0,0 0 1 0 0,-1-1-1 0 0,1 1 1 0 0,0-1-1 0 0,0 1 1 0 0,0-1-1 0 0,0 1 1 0 0,0-1-1 0 0,0 1 1 0 0,0-1-1 0 0,0 0 1 0 0,1 1-1 0 0,-1-2-21 0 0,0 1 0 0 0,-1 0 0 0 0,1-1 0 0 0,-1 1 0 0 0,1-1-1 0 0,0 1 1 0 0,-1-1 0 0 0,1 1 0 0 0,-1-1 0 0 0,1 1 0 0 0,-1-1 0 0 0,0 0 0 0 0,1 1 0 0 0,-1-1-1 0 0,0 0 1 0 0,1 1 0 0 0,-1-1 0 0 0,0 0 0 0 0,0 1 0 0 0,0-1 0 0 0,1 0 0 0 0,-1-1 0 0 0,3-54-1497 0 0,-3 47 1285 0 0,0-10 176 0 0,1-9-6 0 0,6-46 0 0 0,-6 68 95 0 0,0 0 0 0 0,1 0 0 0 0,-1 0 0 0 0,1 1 1 0 0,0-1-1 0 0,0 1 0 0 0,1-1 0 0 0,-1 1 1 0 0,1 0-1 0 0,1 0 0 0 0,-1 0 0 0 0,1 0 1 0 0,0 1-1 0 0,4-6 0 0 0,-6 9 0 0 0,0 0 0 0 0,1 1 0 0 0,-1-1 0 0 0,0 0 0 0 0,0 1 0 0 0,0-1-1 0 0,0 1 1 0 0,1 0 0 0 0,-1-1 0 0 0,0 1 0 0 0,0 0 0 0 0,1 1 0 0 0,-1-1 0 0 0,0 0 0 0 0,0 0 0 0 0,1 1 0 0 0,-1 0 0 0 0,0-1 0 0 0,0 1-1 0 0,0 0 1 0 0,0 0 0 0 0,0 0 0 0 0,0 0 0 0 0,0 0 0 0 0,2 3 0 0 0,8 4 346 0 0,-1 0 0 0 0,17 16 0 0 0,-28-24-358 0 0,5 6 42 0 0,0-1 0 0 0,0 2 0 0 0,0-1 0 0 0,-1 0 0 0 0,0 1-1 0 0,-1 0 1 0 0,6 13 0 0 0,7 14 59 0 0,-16-33-129 0 0,1-1 0 0 0,-1 1 0 0 0,0-1 0 0 0,1 1 0 0 0,-1-1 0 0 0,0 1 0 0 0,1 0 0 0 0,-1-1 0 0 0,1 1 0 0 0,-1-1 0 0 0,1 0 0 0 0,-1 1 0 0 0,1-1 0 0 0,-1 1 0 0 0,1-1 1 0 0,-1 0-1 0 0,1 1 0 0 0,0-1 0 0 0,-1 0 0 0 0,1 0 0 0 0,-1 1 0 0 0,1-1 0 0 0,0 0 0 0 0,-1 0 0 0 0,1 0 0 0 0,0 0 0 0 0,-1 0 0 0 0,1 0 0 0 0,1 0 0 0 0,-1 0-58 0 0,1-1 0 0 0,-1 0-1 0 0,0 1 1 0 0,1-1 0 0 0,-1 0-1 0 0,0 0 1 0 0,0 0 0 0 0,1 0 0 0 0,-1 0-1 0 0,0 0 1 0 0,0 0 0 0 0,1-2 0 0 0,2-3-236 0 0,0 0 0 0 0,0-1 1 0 0,-1 1-1 0 0,4-10 0 0 0,18-62-380 0 0,-19 52 899 0 0,2 0-1 0 0,0 1 0 0 0,2 0 0 0 0,1 1 1 0 0,1 0-1 0 0,17-25 0 0 0,-28 47-149 0 0,0 1 0 0 0,0-1 0 0 0,0 0 0 0 0,0 1 0 0 0,1-1 0 0 0,-1 1 0 0 0,0 0 0 0 0,1-1 0 0 0,-1 1 0 0 0,1 0 0 0 0,0 0 0 0 0,-1 0 0 0 0,1 0 0 0 0,0 0 0 0 0,0 0 0 0 0,-1 0 0 0 0,1 1 0 0 0,0-1 0 0 0,0 1 0 0 0,0-1 0 0 0,0 1 0 0 0,2 0 0 0 0,-1 0 50 0 0,-1 1 0 0 0,1 0-1 0 0,0 0 1 0 0,-1 1 0 0 0,1-1 0 0 0,-1 0 0 0 0,0 1-1 0 0,0 0 1 0 0,1-1 0 0 0,-1 1 0 0 0,0 0 0 0 0,0 0-1 0 0,0 0 1 0 0,2 4 0 0 0,41 50 790 0 0,26 30-1001 0 0,-19-33-3783 0 0,-40-41 2540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14.66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16 115 3225 0 0,'-16'-16'10695'0'0,"26"28"-9987"0"0,7 17 397 0 0,16 34 0 0 0,-19-33-886 0 0,21 32 0 0 0,-34-62-219 0 0,-1-1 0 0 0,1 1 0 0 0,-1 0 0 0 0,1 0 0 0 0,-1 0 0 0 0,0 0 0 0 0,1 0 0 0 0,-1-1 0 0 0,1 1 0 0 0,-1 0 0 0 0,0 0 0 0 0,1-1 0 0 0,-1 1 0 0 0,0 0 0 0 0,1 0 0 0 0,-1-1 0 0 0,0 1 0 0 0,0 0 0 0 0,1-1 0 0 0,-1 1 0 0 0,0 0 1 0 0,0-1-1 0 0,0 1 0 0 0,1-1 0 0 0,-1 1 0 0 0,0 0 0 0 0,0-1 0 0 0,0 1 0 0 0,0-1 0 0 0,0 1 0 0 0,0-1 0 0 0,0 1 0 0 0,0 0 0 0 0,0-1 0 0 0,7-19-17 0 0,4-45-296 0 0,-9 46 361 0 0,1 0 1 0 0,1 0-1 0 0,1 1 1 0 0,0-1-1 0 0,2 1 1 0 0,9-20-1 0 0,-15 36-37 0 0,0 0-1 0 0,0-1 1 0 0,1 1-1 0 0,-1 0 0 0 0,1 0 1 0 0,0 0-1 0 0,0 0 1 0 0,-1 1-1 0 0,1-1 0 0 0,0 0 1 0 0,1 1-1 0 0,2-3 0 0 0,-4 4 27 0 0,1-1 0 0 0,-1 1 0 0 0,0 0 0 0 0,1-1 0 0 0,-1 1-1 0 0,0 0 1 0 0,1 0 0 0 0,-1 0 0 0 0,1 0 0 0 0,-1 0-1 0 0,0 0 1 0 0,1 0 0 0 0,-1 0 0 0 0,0 1 0 0 0,1-1 0 0 0,-1 0-1 0 0,2 2 1 0 0,2 0 98 0 0,0 1 1 0 0,-1 1-1 0 0,0-1 0 0 0,0 1 1 0 0,0-1-1 0 0,0 1 0 0 0,0 0 0 0 0,-1 0 1 0 0,0 1-1 0 0,4 5 0 0 0,21 41 534 0 0,-22-38-622 0 0,0-1 0 0 0,1-1 1 0 0,0 1-1 0 0,1-1 0 0 0,9 11 0 0 0,-16-22-47 0 0,-1 0-1 0 0,0 0 1 0 0,0 0-1 0 0,0 1 1 0 0,0-1-1 0 0,1 0 1 0 0,-1 0-1 0 0,0 0 1 0 0,0 0-1 0 0,0 0 1 0 0,0 0-1 0 0,1 0 1 0 0,-1 0-1 0 0,0 0 1 0 0,0 0-1 0 0,0 0 1 0 0,1 0-1 0 0,-1 0 1 0 0,0 0-1 0 0,0 0 1 0 0,1 0-1 0 0,-1 0 1 0 0,0 0-1 0 0,0 0 0 0 0,0 0 1 0 0,0 0-1 0 0,1 0 1 0 0,-1 0-1 0 0,0 0 1 0 0,0 0-1 0 0,0-1 1 0 0,1 1-1 0 0,-1 0 1 0 0,0 0-1 0 0,0 0 1 0 0,0 0-1 0 0,0 0 1 0 0,0-1-1 0 0,1 1 1 0 0,-1 0-1 0 0,0 0 1 0 0,0 0-1 0 0,7-14-80 0 0,1-14-84 0 0,-6-29-104 0 0,-2 46 317 0 0,0 1 0 0 0,0 0 1 0 0,1 0-1 0 0,0 0 0 0 0,1-1 0 0 0,3-11 0 0 0,-4 21-42 0 0,-1 0 0 0 0,1 0 0 0 0,-1 0 0 0 0,1 0 0 0 0,0 0 0 0 0,-1 0 0 0 0,1 0 0 0 0,0 0 0 0 0,0 0 0 0 0,0 0 0 0 0,0 1 0 0 0,0-1 0 0 0,0 0 0 0 0,0 1-1 0 0,0-1 1 0 0,0 1 0 0 0,0-1 0 0 0,0 1 0 0 0,0-1 0 0 0,1 1 0 0 0,-1 0 0 0 0,0-1 0 0 0,0 1 0 0 0,0 0 0 0 0,1 0 0 0 0,-1 0 0 0 0,0 0 0 0 0,0 0 0 0 0,0 0 0 0 0,0 0 0 0 0,1 1 0 0 0,-1-1-1 0 0,0 0 1 0 0,0 1 0 0 0,2 0 0 0 0,8 3 62 0 0,-1 0-1 0 0,0 1 0 0 0,11 7 1 0 0,-1-2-16 0 0,-3-2-518 0 0,1-2 1 0 0,-1 0-1 0 0,1 0 0 0 0,22 2 0 0 0,-29-7-1013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14.9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29 334 6913 0 0,'-2'-1'183'0'0,"0"0"-1"0"0,0 0 1 0 0,0 0-1 0 0,1-1 1 0 0,-1 1-1 0 0,0-1 1 0 0,1 1-1 0 0,-1-1 1 0 0,1 1-1 0 0,-1-1 0 0 0,1 0 1 0 0,0 0-1 0 0,0 1 1 0 0,0-1-1 0 0,0 0 1 0 0,0 0-1 0 0,0 0 1 0 0,1 0-1 0 0,-1-1 1 0 0,0-1-1 0 0,1 3-48 0 0,0-1 0 0 0,0 1 0 0 0,0 0 0 0 0,0 0-1 0 0,0-1 1 0 0,1 1 0 0 0,-1 0 0 0 0,0 0 0 0 0,1 0 0 0 0,-1 0 0 0 0,1-1-1 0 0,-1 1 1 0 0,1 0 0 0 0,0 0 0 0 0,-1 0 0 0 0,1 0 0 0 0,0 0 0 0 0,0 0-1 0 0,-1 1 1 0 0,1-1 0 0 0,0 0 0 0 0,0 0 0 0 0,0 0 0 0 0,0 1 0 0 0,0-1 0 0 0,0 1-1 0 0,1-1 1 0 0,-1 1 0 0 0,0-1 0 0 0,0 1 0 0 0,0-1 0 0 0,0 1 0 0 0,1 0-1 0 0,-1 0 1 0 0,0 0 0 0 0,3 0 0 0 0,0 0 11 0 0,1 0 1 0 0,-1 0-1 0 0,0 1 1 0 0,1 0-1 0 0,-1 0 0 0 0,1 0 1 0 0,-1 0-1 0 0,0 1 0 0 0,0-1 1 0 0,0 1-1 0 0,0 0 0 0 0,0 1 1 0 0,0-1-1 0 0,0 1 1 0 0,-1 0-1 0 0,5 3 0 0 0,4 5 123 0 0,-1 0 0 0 0,0 1-1 0 0,11 14 1 0 0,-5 0 24 0 0,-14-20-195 0 0,0 0 0 0 0,1-1-1 0 0,0 1 1 0 0,0-1 0 0 0,0 0 0 0 0,1 0-1 0 0,0 0 1 0 0,10 8 0 0 0,-14-13-83 0 0,0 0 1 0 0,-1 0-1 0 0,1 0 0 0 0,0 0 0 0 0,0 0 1 0 0,-1 0-1 0 0,1 0 0 0 0,0 0 1 0 0,0 0-1 0 0,-1-1 0 0 0,1 1 0 0 0,0 0 1 0 0,-1-1-1 0 0,1 1 0 0 0,0 0 0 0 0,-1-1 1 0 0,1 1-1 0 0,0-1 0 0 0,-1 1 1 0 0,1-1-1 0 0,-1 1 0 0 0,1-1 0 0 0,-1 1 1 0 0,1-1-1 0 0,-1 0 0 0 0,1 1 1 0 0,-1-1-1 0 0,0 0 0 0 0,1 1 0 0 0,-1-1 1 0 0,0 0-1 0 0,0 1 0 0 0,1-1 1 0 0,-1 0-1 0 0,0 0 0 0 0,0 0 0 0 0,11-36 539 0 0,-10 30-448 0 0,30-125 605 0 0,21-75-3282 0 0,-40 168-4576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15.6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17 7834 0 0,'1'-1'130'0'0,"-1"0"0"0"0,0 0 0 0 0,0 1 0 0 0,1-1 1 0 0,-1 0-1 0 0,0 0 0 0 0,1 0 0 0 0,-1 1 0 0 0,1-1 1 0 0,-1 0-1 0 0,1 1 0 0 0,-1-1 0 0 0,1 0 0 0 0,0 1 1 0 0,-1-1-1 0 0,1 1 0 0 0,0-1 0 0 0,-1 1 0 0 0,1-1 1 0 0,0 1-1 0 0,0-1 0 0 0,-1 1 0 0 0,1 0 0 0 0,0-1 1 0 0,0 1-1 0 0,0 0 0 0 0,0 0 0 0 0,-1 0 0 0 0,1 0 1 0 0,2-1-1 0 0,-2 2-11 0 0,1 0 0 0 0,-1 0 1 0 0,0 0-1 0 0,1 0 0 0 0,-1 0 0 0 0,0 0 0 0 0,0 1 1 0 0,0-1-1 0 0,0 0 0 0 0,0 1 0 0 0,0-1 0 0 0,0 0 1 0 0,0 1-1 0 0,1 2 0 0 0,3 9 308 0 0,0 1 0 0 0,5 22 0 0 0,4 33 295 0 0,-3 0 1 0 0,2 71-1 0 0,-10 141 5 0 0,-19-116-442 0 0,4-51-5052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15.93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29 115 456 0 0,'0'-1'-104'0'0,"-17"-38"1172"0"0,15 33-123 0 0,0 0-1 0 0,0 0 1 0 0,0 0-1 0 0,1 0 1 0 0,0 0-1 0 0,0-1 1 0 0,1 1-1 0 0,0-7 1 0 0,0 12-867 0 0,0 1 0 0 0,0-1 0 0 0,0 1 1 0 0,0-1-1 0 0,0 1 0 0 0,0-1 0 0 0,0 1 1 0 0,0 0-1 0 0,0-1 0 0 0,1 1 0 0 0,-1-1 1 0 0,0 1-1 0 0,0-1 0 0 0,1 1 0 0 0,-1-1 0 0 0,0 1 1 0 0,1 0-1 0 0,-1-1 0 0 0,0 1 0 0 0,1 0 1 0 0,-1-1-1 0 0,0 1 0 0 0,1 0 0 0 0,-1-1 0 0 0,1 1 1 0 0,-1 0-1 0 0,1 0 0 0 0,-1-1 0 0 0,0 1 1 0 0,1 0-1 0 0,0 0 0 0 0,17 4 1155 0 0,16 18-233 0 0,-33-21-931 0 0,41 36 1140 0 0,-1 2 0 0 0,37 45 1 0 0,57 54-321 0 0,5-23-689 0 0,-111-94-413 0 0,0-1 0 0 0,1-2 0 0 0,37 17 0 0 0,-35-25-2393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16.10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4 196 8754 0 0,'-2'0'776'0'0,"1"-2"-616"0"0,2 1-160 0 0,1-1 488 0 0,-1-3 72 0 0,2-1 16 0 0,4-6 1 0 0,3-3-577 0 0,4-6 0 0 0,4-2-136 0 0,0-1 23 0 0,5 2 113 0 0,-1-1 0 0 0,2 3 97 0 0,-1 1-97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16.3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5 204 9674 0 0,'-1'-1'51'0'0,"1"0"-1"0"0,-1 0 1 0 0,1 1-1 0 0,-1-1 1 0 0,1 0-1 0 0,0 0 1 0 0,-1 0-1 0 0,1 0 1 0 0,0 0 0 0 0,0 1-1 0 0,0-1 1 0 0,-1 0-1 0 0,1 0 1 0 0,0 0-1 0 0,0 0 1 0 0,0 0-1 0 0,0 0 1 0 0,1 0-1 0 0,-1 0 1 0 0,0 1-1 0 0,0-1 1 0 0,1 0 0 0 0,-1 0-1 0 0,0 0 1 0 0,1 0-1 0 0,-1 1 1 0 0,1-1-1 0 0,-1 0 1 0 0,1 0-1 0 0,0 0 1 0 0,21-32 427 0 0,-16 24-365 0 0,-1 1-166 0 0,8-11-915 0 0,0 0 0 0 0,1 1 0 0 0,17-17 0 0 0,-28 32 827 0 0,0 0 1 0 0,0 0-1 0 0,0 0 0 0 0,0 0 0 0 0,0 1 1 0 0,1-1-1 0 0,0 1 0 0 0,-1 0 0 0 0,1 0 1 0 0,0 0-1 0 0,0 1 0 0 0,0-1 0 0 0,0 1 1 0 0,0 0-1 0 0,0 0 0 0 0,0 0 0 0 0,0 1 1 0 0,0-1-1 0 0,1 1 0 0 0,-1 0 0 0 0,0 0 0 0 0,0 1 1 0 0,9 1-1 0 0,-12-2 136 0 0,0 1 1 0 0,0-1-1 0 0,0 1 1 0 0,0-1-1 0 0,0 1 0 0 0,0-1 1 0 0,0 1-1 0 0,0 0 1 0 0,0 0-1 0 0,0-1 1 0 0,0 1-1 0 0,0 0 0 0 0,0 0 1 0 0,-1 0-1 0 0,2 1 1 0 0,3 8-11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16.48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1 149 6913 0 0,'26'-33'4172'0'0,"29"-23"-5068"0"0,7 12-452 0 0,-39 29 1325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22.95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2325 164 2761 0 0,'10'-22'2330'0'0,"1"1"0"0"0,2 0 1 0 0,0 1-1 0 0,17-21 0 0 0,-16 29-1064 0 0,-11 11-1024 0 0,-1-1-1 0 0,0 1 1 0 0,0-1 0 0 0,0 0 0 0 0,0 0 0 0 0,0 0 0 0 0,0 0 0 0 0,0 0-1 0 0,-1 0 1 0 0,1 0 0 0 0,1-4 0 0 0,-3 8 8 0 0,-1 0-1 0 0,0-1 1 0 0,0 1 0 0 0,0 0 0 0 0,0 0 0 0 0,0 0-1 0 0,0-1 1 0 0,-1 1 0 0 0,1-1 0 0 0,0 1-1 0 0,-1-1 1 0 0,1 0 0 0 0,-1 1 0 0 0,1-1-1 0 0,-1 0 1 0 0,0 0 0 0 0,-3 1 0 0 0,-42 24-736 0 0,31-18 873 0 0,-426 219-144 0 0,221-113-724 0 0,-89 43 392 0 0,152-76-179 0 0,-155 106 0 0 0,283-168 263 0 0,-485 278 10 0 0,489-282 8 0 0,-2-2 1 0 0,0 0-1 0 0,0-2 0 0 0,-49 13 1 0 0,86-28-1382 0 0,-1 0 1 0 0,0 0 0 0 0,0-1-1 0 0,0-1 1 0 0,0 1-1 0 0,-1-1 1 0 0,0 0 0 0 0,10-11-1 0 0,-17 17 1370 0 0,0 0 0 0 0,0 0-1 0 0,0 0 1 0 0,0 0 0 0 0,0 0 0 0 0,0-1-1 0 0,0 1 1 0 0,0 0 0 0 0,0 0 0 0 0,0 0-1 0 0,0 0 1 0 0,1 0 0 0 0,-1 0 0 0 0,0 0-1 0 0,0 0 1 0 0,0-1 0 0 0,0 1 0 0 0,0 0-1 0 0,0 0 1 0 0,0 0 0 0 0,0 0 0 0 0,0 0-1 0 0,0 0 1 0 0,0 0 0 0 0,0-1 0 0 0,0 1-1 0 0,0 0 1 0 0,0 0 0 0 0,0 0 0 0 0,0 0-1 0 0,0 0 1 0 0,0 0 0 0 0,-1 0 0 0 0,1-1-1 0 0,0 1 1 0 0,0 0 0 0 0,0 0 0 0 0,0 0-1 0 0,0 0 1 0 0,0 0 0 0 0,0 0 0 0 0,0 0-1 0 0,0 0 1 0 0,0 0 0 0 0,0 0 0 0 0,-1 0-1 0 0,1-1 1 0 0,0 1 0 0 0,0 0 0 0 0,0 0 0 0 0,0 0-1 0 0,0 0 1 0 0,0 0 0 0 0,0 0 0 0 0,-1 0-1 0 0,1 0 1 0 0,0 0 0 0 0,-12 0 239 0 0,-11 5 271 0 0,14-1-239 0 0,0 0 1 0 0,0 1 0 0 0,0 0-1 0 0,1 0 1 0 0,-1 1-1 0 0,1 0 1 0 0,1 1-1 0 0,-1 0 1 0 0,1 0-1 0 0,0 0 1 0 0,1 1-1 0 0,-7 9 1 0 0,9-12-185 0 0,0 1 0 0 0,0 0 0 0 0,1 1 1 0 0,0-1-1 0 0,0 0 0 0 0,0 1 0 0 0,1 0 0 0 0,0-1 0 0 0,0 1 1 0 0,1 0-1 0 0,0 0 0 0 0,0 0 0 0 0,0 0 0 0 0,1 1 1 0 0,0-1-1 0 0,1 0 0 0 0,2 14 0 0 0,-3-20-52 0 0,0 1 0 0 0,1-1 0 0 0,0 1 0 0 0,-1-1 0 0 0,1 1 0 0 0,0-1 0 0 0,0 1 0 0 0,0-1 0 0 0,0 1 0 0 0,0-1 0 0 0,0 0 0 0 0,0 0-1 0 0,0 1 1 0 0,0-1 0 0 0,1 0 0 0 0,-1 0 0 0 0,0 0 0 0 0,1 0 0 0 0,-1-1 0 0 0,1 1 0 0 0,2 1 0 0 0,-1-1 48 0 0,0-1-1 0 0,0 1 1 0 0,0-1 0 0 0,1 0-1 0 0,-1 0 1 0 0,0 0 0 0 0,0 0-1 0 0,0 0 1 0 0,0-1 0 0 0,6-1 0 0 0,-1-1 72 0 0,0 0 0 0 0,0 0 1 0 0,-1 0-1 0 0,1-1 0 0 0,-1 0 1 0 0,0-1-1 0 0,0 1 0 0 0,6-7 1 0 0,-7 5-76 0 0,0 0 1 0 0,0 0 0 0 0,-1-1 0 0 0,0 1-1 0 0,0-1 1 0 0,-1 0 0 0 0,0-1 0 0 0,0 1-1 0 0,-1-1 1 0 0,0 0 0 0 0,0 0 0 0 0,-1 0-1 0 0,0 0 1 0 0,0 0 0 0 0,-1-1 0 0 0,1-16-1 0 0,-2 18-82 0 0,-1 0-1 0 0,0 0 1 0 0,0 0 0 0 0,-1 0-1 0 0,0 0 1 0 0,0 0-1 0 0,0 0 1 0 0,-1 0-1 0 0,0 1 1 0 0,-1-1 0 0 0,1 1-1 0 0,-1 0 1 0 0,0 0-1 0 0,-1 0 1 0 0,0 1-1 0 0,1-1 1 0 0,-2 1 0 0 0,1 0-1 0 0,-1 1 1 0 0,-6-5-1 0 0,8 6 0 0 0,-1 0 0 0 0,1 0 0 0 0,-1 1-1 0 0,1 0 1 0 0,-1 0 0 0 0,0 0-1 0 0,0 1 1 0 0,1 0 0 0 0,-1-1-1 0 0,0 2 1 0 0,0-1 0 0 0,0 1 0 0 0,0-1-1 0 0,-10 2 1 0 0,13-1-18 0 0,-1 1 1 0 0,1 0-1 0 0,-1-1 0 0 0,1 1 1 0 0,-1 0-1 0 0,1 0 0 0 0,0 1 0 0 0,-1-1 1 0 0,1 0-1 0 0,0 1 0 0 0,0-1 1 0 0,0 1-1 0 0,0 0 0 0 0,0 0 1 0 0,1 0-1 0 0,-1 0 0 0 0,0 0 1 0 0,1 0-1 0 0,-1 0 0 0 0,1 0 0 0 0,0 1 1 0 0,0-1-1 0 0,0 0 0 0 0,0 1 1 0 0,0-1-1 0 0,0 1 0 0 0,1-1 1 0 0,-1 1-1 0 0,1-1 0 0 0,0 5 1 0 0,-1-2 3 0 0,1 0 1 0 0,1 0-1 0 0,-1 0 1 0 0,1 1 0 0 0,0-1-1 0 0,0 0 1 0 0,0 0-1 0 0,1 0 1 0 0,0-1 0 0 0,0 1-1 0 0,0 0 1 0 0,0-1 0 0 0,1 1-1 0 0,0-1 1 0 0,0 0-1 0 0,0 1 1 0 0,0-2 0 0 0,1 1-1 0 0,-1 0 1 0 0,1-1-1 0 0,0 1 1 0 0,0-1 0 0 0,1 0-1 0 0,-1 0 1 0 0,7 2 0 0 0,-2 0 18 0 0,-1-1 1 0 0,1 0-1 0 0,0 0 1 0 0,0-1 0 0 0,1-1-1 0 0,-1 1 1 0 0,0-1-1 0 0,1-1 1 0 0,-1 0 0 0 0,1 0-1 0 0,0-1 1 0 0,-1 0 0 0 0,12-2-1 0 0,-21 2 3 0 0,1 0 1 0 0,0 0-1 0 0,-1 0 0 0 0,1 0 1 0 0,0 0-1 0 0,0 0 0 0 0,-1-1 1 0 0,1 1-1 0 0,0 0 0 0 0,-1 0 1 0 0,1 0-1 0 0,-1-1 0 0 0,1 1 1 0 0,0 0-1 0 0,-1-1 0 0 0,1 1 1 0 0,-1-1-1 0 0,1 1 0 0 0,-1-1 0 0 0,1 1 1 0 0,-1-1-1 0 0,1 1 0 0 0,-1-1 1 0 0,1 1-1 0 0,-1-1 0 0 0,0 1 1 0 0,1-1-1 0 0,-1 0 0 0 0,0 1 1 0 0,0-1-1 0 0,1 0 0 0 0,-1 1 1 0 0,0-2-1 0 0,0 0 12 0 0,-1 1 0 0 0,1-1 0 0 0,-1 1 0 0 0,0-1 0 0 0,1 0 0 0 0,-1 1 0 0 0,0-1-1 0 0,0 1 1 0 0,0 0 0 0 0,0-1 0 0 0,0 1 0 0 0,-3-2 0 0 0,-4-5 43 0 0,-1 1 1 0 0,0 0-1 0 0,-10-6 0 0 0,8 7-49 0 0,0 0 0 0 0,-1 1 0 0 0,0 0 0 0 0,0 1 0 0 0,0 0 0 0 0,0 1 0 0 0,-1 0 0 0 0,-23-1 0 0 0,32 3-11 0 0,0 1 0 0 0,-1 0 0 0 0,1 0 0 0 0,0 0 0 0 0,-1 1 0 0 0,1 0 0 0 0,0-1 0 0 0,0 1 0 0 0,0 1 0 0 0,-1-1 0 0 0,1 1-1 0 0,0-1 1 0 0,1 1 0 0 0,-1 0 0 0 0,0 1 0 0 0,1-1 0 0 0,-1 1 0 0 0,1-1 0 0 0,-1 1 0 0 0,1 0 0 0 0,0 0 0 0 0,0 1 0 0 0,1-1 0 0 0,-1 1 0 0 0,1-1 0 0 0,0 1 0 0 0,0 0 0 0 0,0 0 0 0 0,-3 7 0 0 0,4-9-2 0 0,0 1 0 0 0,1-1-1 0 0,-1 0 1 0 0,0 1-1 0 0,1-1 1 0 0,0 1-1 0 0,-1 0 1 0 0,1-1 0 0 0,0 1-1 0 0,0-1 1 0 0,1 1-1 0 0,-1-1 1 0 0,0 1 0 0 0,1-1-1 0 0,0 1 1 0 0,-1-1-1 0 0,1 1 1 0 0,0-1-1 0 0,0 0 1 0 0,0 1 0 0 0,3 2-1 0 0,-2-2-4 0 0,1-1 1 0 0,0 1-1 0 0,-1-1 0 0 0,1 0 0 0 0,0 0 0 0 0,0 0 0 0 0,0 0 1 0 0,0-1-1 0 0,1 1 0 0 0,-1-1 0 0 0,0 0 0 0 0,1 0 0 0 0,6 1 0 0 0,-2 0 19 0 0,-1-1-1 0 0,1-1 1 0 0,0 1-1 0 0,0-1 1 0 0,-1-1-1 0 0,1 1 1 0 0,0-1-1 0 0,0-1 1 0 0,-1 1-1 0 0,1-1 1 0 0,-1-1-1 0 0,0 1 1 0 0,13-7-1 0 0,-19 8 8 0 0,1 0 0 0 0,0 0 0 0 0,0 0 0 0 0,-1 0 0 0 0,1-1 0 0 0,-1 1 0 0 0,1 0 0 0 0,-1-1 0 0 0,0 1 0 0 0,1-1 0 0 0,-1 1 0 0 0,0-1 0 0 0,0 0 0 0 0,0 0-1 0 0,0 1 1 0 0,0-1 0 0 0,-1 0 0 0 0,1 0 0 0 0,0 0 0 0 0,-1 0 0 0 0,1 0 0 0 0,-1 0 0 0 0,0 0 0 0 0,0 0 0 0 0,0 0 0 0 0,0 0 0 0 0,0 0 0 0 0,0 0 0 0 0,0 0-1 0 0,-1 0 1 0 0,1 0 0 0 0,-1 0 0 0 0,0 0 0 0 0,1 0 0 0 0,-1 1 0 0 0,0-1 0 0 0,0 0 0 0 0,0 0 0 0 0,0 1 0 0 0,0-1 0 0 0,-1 0 0 0 0,1 1 0 0 0,0-1 0 0 0,-1 1 0 0 0,1 0-1 0 0,-4-3 1 0 0,1 1-5 0 0,0-1 0 0 0,0 1-1 0 0,0 0 1 0 0,-1 0-1 0 0,1 1 1 0 0,-1-1-1 0 0,0 1 1 0 0,0 0 0 0 0,0 1-1 0 0,0-1 1 0 0,0 1-1 0 0,0 0 1 0 0,0 0-1 0 0,0 0 1 0 0,0 1 0 0 0,-1-1-1 0 0,-9 2 1 0 0,11 1-91 0 0,0-1 0 0 0,0 1 0 0 0,0 0 0 0 0,0 0 1 0 0,1 0-1 0 0,-1 1 0 0 0,0 0 0 0 0,1-1 1 0 0,0 1-1 0 0,-1 0 0 0 0,1 1 0 0 0,0-1 0 0 0,1 0 1 0 0,-1 1-1 0 0,1 0 0 0 0,-1-1 0 0 0,1 1 0 0 0,0 0 1 0 0,1 0-1 0 0,-1 0 0 0 0,1 1 0 0 0,-1-1 0 0 0,0 6 1 0 0,-1 10-7125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24.1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277 1036 3225 0 0,'49'-43'-444'0'0,"-88"58"-1303"0"0,-10 8 4370 0 0,0 2 1 0 0,1 2-1 0 0,2 2 1 0 0,-49 39-1 0 0,120-84 701 0 0,39-30-2451 0 0,271-200 1527 0 0,-198 151-2037 0 0,302-182 721 0 0,-166 111-970 0 0,-168 97-71 0 0,3 5-1 0 0,137-59 1 0 0,-83 52-365 0 0,-141 65-21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24.7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81 158 4145 0 0,'4'-11'34'0'0,"5"-15"1365"0"0,-9 25-1201 0 0,0 0-1 0 0,1 0 1 0 0,-1 0-1 0 0,0-1 0 0 0,0 1 1 0 0,0 0-1 0 0,0 0 1 0 0,0 0-1 0 0,0 0 1 0 0,0 0-1 0 0,-1 0 1 0 0,1 0-1 0 0,0 0 1 0 0,0 0-1 0 0,-1 0 0 0 0,1 0 1 0 0,-1 0-1 0 0,1 0 1 0 0,-1 0-1 0 0,0-1 1 0 0,0 2-73 0 0,0-1 0 0 0,0 1 0 0 0,0 0 0 0 0,1 0 0 0 0,-1-1 0 0 0,0 1 1 0 0,0 0-1 0 0,0 0 0 0 0,0 0 0 0 0,0 0 0 0 0,0 0 0 0 0,1 0 0 0 0,-1 1 0 0 0,0-1 0 0 0,0 0 1 0 0,0 0-1 0 0,0 1 0 0 0,1-1 0 0 0,-1 0 0 0 0,0 1 0 0 0,0-1 0 0 0,0 1 0 0 0,1-1 0 0 0,-1 1 1 0 0,0-1-1 0 0,1 1 0 0 0,-1-1 0 0 0,0 1 0 0 0,1 0 0 0 0,-1 1 0 0 0,-20 20 1047 0 0,17-17-1068 0 0,0 1-1 0 0,1 0 1 0 0,-1 0-1 0 0,1 0 1 0 0,0 1 0 0 0,0-1-1 0 0,1 1 1 0 0,0-1-1 0 0,-2 11 1 0 0,4-15-47 0 0,0 0 1 0 0,0-1 0 0 0,0 1-1 0 0,0 0 1 0 0,0 0-1 0 0,0 0 1 0 0,0 0 0 0 0,1-1-1 0 0,-1 1 1 0 0,1 0-1 0 0,-1 0 1 0 0,1 0 0 0 0,0-1-1 0 0,0 1 1 0 0,0-1-1 0 0,-1 1 1 0 0,2 0 0 0 0,-1-1-1 0 0,0 1 1 0 0,0-1-1 0 0,0 0 1 0 0,1 1-1 0 0,-1-1 1 0 0,0 0 0 0 0,1 0-1 0 0,-1 0 1 0 0,1 0-1 0 0,0 0 1 0 0,-1 0 0 0 0,1-1-1 0 0,0 1 1 0 0,-1 0-1 0 0,1-1 1 0 0,0 1 0 0 0,0-1-1 0 0,0 0 1 0 0,0 0-1 0 0,-1 1 1 0 0,4-2 0 0 0,4 1 77 0 0,0 0 0 0 0,0-1 0 0 0,0-1 0 0 0,0 1 0 0 0,0-2 0 0 0,-1 1 0 0 0,1-1 0 0 0,-1 0 0 0 0,1-1 0 0 0,-1 0 0 0 0,0 0 0 0 0,0-1 0 0 0,-1 0 0 0 0,0 0 0 0 0,0-1 0 0 0,0 0 0 0 0,0 0 0 0 0,-1-1 0 0 0,0 0 0 0 0,0 0 0 0 0,-1 0 0 0 0,6-11 1 0 0,-9 14-132 0 0,-1-1 1 0 0,1 1 0 0 0,-1 0 0 0 0,-1-1 0 0 0,1 1 0 0 0,-1 0 0 0 0,1-1 0 0 0,-1 1 0 0 0,0-1 0 0 0,-1 1-1 0 0,1-1 1 0 0,-1 1 0 0 0,0 0 0 0 0,0-1 0 0 0,0 1 0 0 0,-1 0 0 0 0,1 0 0 0 0,-1 0 0 0 0,0 0-1 0 0,0 0 1 0 0,-1 0 0 0 0,1 1 0 0 0,-1-1 0 0 0,0 1 0 0 0,0-1 0 0 0,-6-5 0 0 0,6 7-64 0 0,0-1-1 0 0,0 1 1 0 0,0-1 0 0 0,0 1 0 0 0,0 0 0 0 0,-1 1 0 0 0,1-1 0 0 0,-1 0-1 0 0,1 1 1 0 0,-1 0 0 0 0,1 0 0 0 0,-1 0 0 0 0,0 0 0 0 0,1 0 0 0 0,-1 1-1 0 0,0 0 1 0 0,0 0 0 0 0,0 0 0 0 0,1 0 0 0 0,-1 0 0 0 0,0 1 0 0 0,0 0-1 0 0,1-1 1 0 0,-1 1 0 0 0,1 1 0 0 0,-1-1 0 0 0,0 1 0 0 0,1-1 0 0 0,0 1-1 0 0,0 0 1 0 0,-6 4 0 0 0,1 2-228 0 0,-1 0 1 0 0,1 0-1 0 0,1 1 0 0 0,-1 1 0 0 0,1-1 0 0 0,1 1 1 0 0,0 0-1 0 0,-7 17 0 0 0,9-19 197 0 0,1-1-1 0 0,0 1 0 0 0,1 0 1 0 0,0-1-1 0 0,0 1 1 0 0,1 0-1 0 0,0 0 1 0 0,0 0-1 0 0,1 0 1 0 0,0 1-1 0 0,0-1 0 0 0,1 0 1 0 0,2 10-1 0 0,-3-16 109 0 0,0-1 0 0 0,1 1-1 0 0,-1-1 1 0 0,0 1 0 0 0,1-1 0 0 0,-1 0-1 0 0,1 1 1 0 0,0-1 0 0 0,-1 0-1 0 0,1 1 1 0 0,0-1 0 0 0,0 0-1 0 0,-1 0 1 0 0,1 0 0 0 0,0 0 0 0 0,0 0-1 0 0,0 0 1 0 0,1 0 0 0 0,-1 0-1 0 0,0 0 1 0 0,0 0 0 0 0,0 0-1 0 0,1-1 1 0 0,-1 1 0 0 0,0 0 0 0 0,1-1-1 0 0,-1 0 1 0 0,1 1 0 0 0,-1-1-1 0 0,1 0 1 0 0,-1 1 0 0 0,0-1-1 0 0,1 0 1 0 0,-1 0 0 0 0,1 0 0 0 0,-1 0-1 0 0,1-1 1 0 0,-1 1 0 0 0,1 0-1 0 0,-1-1 1 0 0,0 1 0 0 0,1 0 0 0 0,-1-1-1 0 0,0 0 1 0 0,1 1 0 0 0,-1-1-1 0 0,0 0 1 0 0,0 0 0 0 0,2-1-1 0 0,1-1 167 0 0,0 0 0 0 0,1 0 0 0 0,-2 0 0 0 0,1-1 0 0 0,0 1 0 0 0,-1-1 0 0 0,1 0 0 0 0,-1 0 0 0 0,0-1 0 0 0,-1 1 0 0 0,1-1 0 0 0,3-8 0 0 0,-4 3-122 0 0,0 0-1 0 0,-1 0 1 0 0,-1 1 0 0 0,1-1-1 0 0,-2 0 1 0 0,1 0-1 0 0,-3-14 1 0 0,2 18-63 0 0,0 0 1 0 0,-1-1-1 0 0,1 1 0 0 0,-1 0 1 0 0,-1 0-1 0 0,1 1 0 0 0,-1-1 1 0 0,0 0-1 0 0,0 1 0 0 0,0 0 1 0 0,-1 0-1 0 0,-6-8 0 0 0,9 12-26 0 0,0 1 1 0 0,0-1-1 0 0,0 0 0 0 0,0 1 1 0 0,-1-1-1 0 0,1 1 0 0 0,0-1 0 0 0,0 1 1 0 0,-1-1-1 0 0,1 1 0 0 0,0 0 1 0 0,0 0-1 0 0,-1 0 0 0 0,1 0 0 0 0,0 0 1 0 0,-1 0-1 0 0,1 0 0 0 0,0 0 1 0 0,-1 0-1 0 0,1 0 0 0 0,0 1 0 0 0,0-1 1 0 0,-1 1-1 0 0,1-1 0 0 0,0 1 0 0 0,0-1 1 0 0,0 1-1 0 0,-1 0 0 0 0,1-1 1 0 0,0 1-1 0 0,0 0 0 0 0,0 0 0 0 0,0 0 1 0 0,0 0-1 0 0,1 0 0 0 0,-1 0 1 0 0,0 0-1 0 0,-1 2 0 0 0,2-2 15 0 0,-1-1-1 0 0,1 1 1 0 0,-1 0-1 0 0,1 0 1 0 0,-1-1-1 0 0,1 1 1 0 0,-1 0-1 0 0,1 0 1 0 0,0 0-1 0 0,0 0 1 0 0,-1 0-1 0 0,1-1 1 0 0,0 1-1 0 0,0 0 1 0 0,0 0-1 0 0,0 0 1 0 0,0 0-1 0 0,0 0 1 0 0,0 0-1 0 0,0 0 1 0 0,0 0-1 0 0,1-1 1 0 0,-1 1-1 0 0,0 0 1 0 0,1 0-1 0 0,-1 0 1 0 0,0 0-1 0 0,1 0 1 0 0,-1-1-1 0 0,1 1 1 0 0,-1 0-1 0 0,1-1 1 0 0,0 1-1 0 0,-1 0 1 0 0,1-1-1 0 0,0 1 1 0 0,-1 0-1 0 0,1-1 1 0 0,0 1-1 0 0,0-1 1 0 0,-1 1-1 0 0,1-1 1 0 0,0 0-1 0 0,0 1 1 0 0,0-1-1 0 0,0 0 1 0 0,0 0-1 0 0,-1 1 0 0 0,1-1 1 0 0,0 0-1 0 0,0 0 1 0 0,0 0-1 0 0,0 0 1 0 0,1 0-1 0 0,6-1 148 0 0,0 1-1 0 0,0-1 1 0 0,0-1-1 0 0,0 1 1 0 0,0-1-1 0 0,0-1 1 0 0,-1 1-1 0 0,0-1 1 0 0,1-1-1 0 0,-1 1 0 0 0,0-1 1 0 0,0-1-1 0 0,-1 1 1 0 0,1-1-1 0 0,-1 0 1 0 0,7-7-1 0 0,-10 6-1953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26.9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1 10594 0 0,'-1'3'171'0'0,"1"0"0"0"0,-1 1 0 0 0,1-1 0 0 0,0 0 0 0 0,0 0-1 0 0,0 1 1 0 0,1-1 0 0 0,-1 0 0 0 0,1 0 0 0 0,0 1 0 0 0,1 4 0 0 0,0-1 20 0 0,33 149 3086 0 0,29 171-146 0 0,-54-259-2746 0 0,2 26-225 0 0,4 0 0 0 0,43 141-1 0 0,-59-235-238 0 0,9 37-958 0 0,-9-35 488 0 0,0 0 0 0 0,0-1 0 0 0,0 1 0 0 0,0 0 0 0 0,0 0 1 0 0,-1 0-1 0 0,1 0 0 0 0,-1 0 0 0 0,0-1 0 0 0,1 1 0 0 0,-2 2 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27.3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0 274 2304 0 0,'1'-19'704'0'0,"0"0"-1"0"0,0 0 0 0 0,2 0 1 0 0,0 0-1 0 0,2 0 0 0 0,0 1 0 0 0,0 0 1 0 0,11-21-1 0 0,-14 33-450 0 0,1 1 0 0 0,0-1 1 0 0,0 1-1 0 0,0 0 0 0 0,0 0 0 0 0,1 1 0 0 0,0-1 1 0 0,0 1-1 0 0,0-1 0 0 0,1 1 0 0 0,-1 0 0 0 0,1 1 1 0 0,0-1-1 0 0,0 1 0 0 0,0 0 0 0 0,0 0 1 0 0,8-2-1 0 0,-9 4-95 0 0,1 0 1 0 0,0-1 0 0 0,-1 2-1 0 0,1-1 1 0 0,0 1 0 0 0,0-1-1 0 0,0 1 1 0 0,-1 1 0 0 0,1-1-1 0 0,0 1 1 0 0,0 0 0 0 0,-1 0-1 0 0,1 0 1 0 0,0 0 0 0 0,-1 1-1 0 0,1 0 1 0 0,-1 0 0 0 0,0 0-1 0 0,0 0 1 0 0,0 1 0 0 0,0 0-1 0 0,4 3 1 0 0,-3-2-118 0 0,0 0 0 0 0,-1 0 0 0 0,1 1 0 0 0,-1-1 0 0 0,0 1 0 0 0,-1 0 0 0 0,1 0 0 0 0,-1 0 0 0 0,0 1 0 0 0,0-1 0 0 0,-1 1 0 0 0,1 0 0 0 0,-1-1 1 0 0,0 1-1 0 0,1 9 0 0 0,-2-7-1 0 0,-1 0 0 0 0,0 0-1 0 0,-1 0 1 0 0,1 0 0 0 0,-1 0 0 0 0,-1 0 0 0 0,0-1 0 0 0,0 1 0 0 0,0 0 0 0 0,-6 11 0 0 0,-8 10 115 0 0,0-1-1 0 0,-2 0 1 0 0,-2-1-1 0 0,-36 40 1 0 0,39-48-13 0 0,-16 14 169 0 0,25-26-121 0 0,1 0 1 0 0,0 0-1 0 0,0 0 0 0 0,1 1 0 0 0,0 0 0 0 0,0 0 1 0 0,1 0-1 0 0,-7 14 0 0 0,12-22-155 0 0,0 1-1 0 0,0 0 0 0 0,0-1 1 0 0,-1 1-1 0 0,1-1 1 0 0,0 1-1 0 0,0-1 0 0 0,0 1 1 0 0,0 0-1 0 0,0-1 1 0 0,0 1-1 0 0,0-1 0 0 0,0 1 1 0 0,0 0-1 0 0,1-1 1 0 0,-1 1-1 0 0,0-1 0 0 0,0 1 1 0 0,0-1-1 0 0,1 1 1 0 0,-1-1-1 0 0,0 1 0 0 0,0-1 1 0 0,1 1-1 0 0,-1-1 1 0 0,1 1-1 0 0,-1-1 0 0 0,1 1 1 0 0,19 6 430 0 0,28-10-288 0 0,-43 3-151 0 0,61-11 215 0 0,120-36-1 0 0,-122 28-843 0 0,121-18-1 0 0,-159 35-255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27.6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79 11058 0 0,'0'0'44'0'0,"0"0"-1"0"0,-1 0 0 0 0,1 0 0 0 0,0-1 0 0 0,0 1 0 0 0,0 0 0 0 0,0 0 1 0 0,0 0-1 0 0,-1-1 0 0 0,1 1 0 0 0,0 0 0 0 0,0 0 0 0 0,0 0 0 0 0,0-1 1 0 0,0 1-1 0 0,0 0 0 0 0,0 0 0 0 0,0 0 0 0 0,-1-1 0 0 0,1 1 0 0 0,0 0 1 0 0,0 0-1 0 0,0-1 0 0 0,0 1 0 0 0,0 0 0 0 0,0 0 0 0 0,1-1 0 0 0,-1 1 1 0 0,0 0-1 0 0,0 0 0 0 0,0 0 0 0 0,0-1 0 0 0,0 1 0 0 0,0 0 0 0 0,0 0 1 0 0,0 0-1 0 0,0-1 0 0 0,1 1 0 0 0,-1 0 0 0 0,0 0 0 0 0,0 0 1 0 0,0-1-1 0 0,0 1 0 0 0,1 0 0 0 0,-1 0 0 0 0,15-13 1231 0 0,17-8 406 0 0,-22 15-1396 0 0,0 1 0 0 0,0 0 0 0 0,1 1 0 0 0,0 0 0 0 0,0 0 0 0 0,13-1 0 0 0,-22 4-460 0 0,0 0 0 0 0,1 1-1 0 0,-1 0 1 0 0,1 0-1 0 0,-1 0 1 0 0,0 0-1 0 0,1 0 1 0 0,-1 0-1 0 0,1 0 1 0 0,-1 1-1 0 0,1-1 1 0 0,-1 1-1 0 0,0 0 1 0 0,1 0-1 0 0,-1 0 1 0 0,0 0 0 0 0,0 0-1 0 0,0 0 1 0 0,0 0-1 0 0,0 1 1 0 0,0-1-1 0 0,0 1 1 0 0,0 0-1 0 0,0-1 1 0 0,-1 1-1 0 0,1 0 1 0 0,-1 0-1 0 0,1 0 1 0 0,-1 0 0 0 0,0 0-1 0 0,0 0 1 0 0,0 1-1 0 0,0-1 1 0 0,1 4-1 0 0,0 7-1286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27.80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31 1824 0 0,'-7'12'-1089'0'0,"3"15"9914"0"0,5-27-8674 0 0,19-3 3792 0 0,50-30-342 0 0,-12 6-6360 0 0,-45 21-2559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28.1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58 5065 0 0,'-1'-1'184'0'0,"0"-1"-1"0"0,1 0 1 0 0,0 1-1 0 0,-1-1 1 0 0,1 0-1 0 0,0 1 1 0 0,0-1-1 0 0,0 0 1 0 0,0 0-1 0 0,0 1 0 0 0,0-1 1 0 0,0 0-1 0 0,1 1 1 0 0,-1-1-1 0 0,0 0 1 0 0,1 1-1 0 0,0-1 1 0 0,-1 1-1 0 0,1-1 1 0 0,0 1-1 0 0,0-1 1 0 0,0 1-1 0 0,0-1 1 0 0,0 1-1 0 0,0 0 1 0 0,0-1-1 0 0,0 1 1 0 0,1 0-1 0 0,-1 0 1 0 0,0 0-1 0 0,1 0 1 0 0,-1 0-1 0 0,1 0 1 0 0,-1 1-1 0 0,1-1 1 0 0,-1 0-1 0 0,3 0 1 0 0,0 0 197 0 0,-1 0-1 0 0,1 0 1 0 0,-1 1 0 0 0,1-1 0 0 0,-1 1 0 0 0,1 0-1 0 0,-1-1 1 0 0,1 2 0 0 0,0-1 0 0 0,-1 0-1 0 0,1 1 1 0 0,-1 0 0 0 0,0 0 0 0 0,1 0 0 0 0,-1 0-1 0 0,1 0 1 0 0,5 4 0 0 0,-1 0-247 0 0,-1 1 1 0 0,0 1-1 0 0,0-1 1 0 0,0 1-1 0 0,-1 0 1 0 0,0 0-1 0 0,0 1 1 0 0,-1 0-1 0 0,0 0 0 0 0,0 0 1 0 0,-1 1-1 0 0,0-1 1 0 0,-1 1-1 0 0,0 0 1 0 0,0 0-1 0 0,-1 0 0 0 0,2 12 1 0 0,0 15-185 0 0,-1 0 0 0 0,-2 0 0 0 0,-5 46-1 0 0,1 22 466 0 0,4-75-453 0 0,1 0 1 0 0,1 1-1 0 0,1-1 1 0 0,2-1-1 0 0,1 1 1 0 0,1-1 0 0 0,1 0-1 0 0,16 32 1 0 0,-9-25-1346 0 0,-8-17 109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19:28.3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13363 0 0,'5'45'5650'0'0,"-5"-43"-5591"0"0,0-1 0 0 0,0 1 0 0 0,1 0 0 0 0,-1-1 1 0 0,1 1-1 0 0,-1 0 0 0 0,1-1 0 0 0,-1 1 0 0 0,1-1 0 0 0,0 1 0 0 0,0-1 0 0 0,0 0 0 0 0,0 1 0 0 0,0-1 0 0 0,0 0 0 0 0,0 0 0 0 0,1 1 0 0 0,-1-1 0 0 0,0 0 0 0 0,1 0 0 0 0,-1 0 1 0 0,0-1-1 0 0,1 1 0 0 0,1 1 0 0 0,7-1-89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23.5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34 5529 0 0,'-1'0'11'0'0,"1"0"0"0"0,0 0 0 0 0,-1 0 0 0 0,1-1-1 0 0,0 1 1 0 0,-1 0 0 0 0,1 0 0 0 0,0 0 0 0 0,-1 0 0 0 0,1 0 0 0 0,0 0-1 0 0,-1 0 1 0 0,1 1 0 0 0,0-1 0 0 0,-1 0 0 0 0,1 0 0 0 0,0 0 0 0 0,-1 0-1 0 0,1 0 1 0 0,0 0 0 0 0,0 1 0 0 0,-1-1 0 0 0,1 0 0 0 0,0 0-1 0 0,-1 0 1 0 0,1 1 0 0 0,0-1 0 0 0,0 0 0 0 0,0 0 0 0 0,-1 1 0 0 0,1-1-1 0 0,0 0 1 0 0,0 1 0 0 0,0-1 0 0 0,-1 0 0 0 0,1 0 0 0 0,0 1 0 0 0,0-1-1 0 0,0 0 1 0 0,0 1 0 0 0,0-1 0 0 0,0 0 0 0 0,0 1 0 0 0,0-1 0 0 0,0 1-1 0 0,0-1 1 0 0,0 0 0 0 0,0 1 0 0 0,0-1 0 0 0,0 1 0 0 0,21 13 1464 0 0,37 7 820 0 0,-25-16-1700 0 0,0-1 0 0 0,0-1 0 0 0,0-2 0 0 0,1-2-1 0 0,46-6 1 0 0,-10 2 161 0 0,264-38 945 0 0,-179 18-951 0 0,-75 18-349 0 0,0 3-1 0 0,82 8 1 0 0,-19-1-92 0 0,-83 0-185 0 0,0 3 0 0 0,-1 3 0 0 0,101 27 0 0 0,-111-27-31 0 0,0-2 0 0 0,1-2 0 0 0,68-2 0 0 0,0 0-70 0 0,-78 2 40 0 0,0 2 0 0 0,-1 1 1 0 0,74 26-1 0 0,30 8-103 0 0,286 39 88 0 0,-368-74 12 0 0,0-3 0 0 0,62-4 0 0 0,123-20 144 0 0,17 4 175 0 0,37-5-6 0 0,-176 5-369 0 0,308-35 46 0 0,-169 45 66 0 0,-102 5 496 0 0,-76 3-246 0 0,89 12 1 0 0,-106-7-300 0 0,54 0 75 0 0,-105-7-142 0 0,0-1 1 0 0,1-1-1 0 0,-1 0 0 0 0,0-1 1 0 0,17-6-1 0 0,-30 7-133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26.8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14 13363 0 0,'1'-13'2808'0'0,"3"34"182"0"0,-13 336-417 0 0,8-242-2442 0 0,3 120-3045 0 0,-1-215 752 0 0,-1 0-4065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27.12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5 191 9674 0 0,'-4'-7'543'0'0,"6"5"-164"0"0,15 10 99 0 0,23 19 843 0 0,6 18 730 0 0,65 86 1 0 0,-81-93-1661 0 0,0-1 1 0 0,2-2-1 0 0,2 0 0 0 0,53 40 1 0 0,-83-72-324 0 0,-1-1 0 0 0,1 0 1 0 0,0 1-1 0 0,0-2 1 0 0,0 1-1 0 0,0 0 0 0 0,0-1 1 0 0,1 0-1 0 0,-1 1 1 0 0,0-2-1 0 0,1 1 0 0 0,-1-1 1 0 0,1 1-1 0 0,-1-1 1 0 0,6-1-1 0 0,-8 1 21 0 0,1-1-1 0 0,0 1 0 0 0,-1-1 1 0 0,1 0-1 0 0,-1 0 0 0 0,1 0 1 0 0,-1-1-1 0 0,0 1 1 0 0,1 0-1 0 0,-1-1 0 0 0,0 0 1 0 0,0 1-1 0 0,0-1 1 0 0,0 0-1 0 0,0 0 0 0 0,-1 0 1 0 0,1 0-1 0 0,0-1 1 0 0,-1 1-1 0 0,0 0 0 0 0,1-1 1 0 0,-1 1-1 0 0,0-1 1 0 0,0 1-1 0 0,1-6 0 0 0,4-24 84 0 0,-1 0 0 0 0,-1-1-1 0 0,-2 1 1 0 0,-2-40 0 0 0,5-57-713 0 0,13 16-713 0 0,-10 78-1025 0 0,15-39 0 0 0,-11 43 409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27.45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0 164 8754 0 0,'20'47'3925'0'0,"-14"-33"-3201"0"0,0-1 1 0 0,0 0 0 0 0,1-1-1 0 0,1 1 1 0 0,0-1 0 0 0,17 20-1 0 0,-22-29-653 0 0,-1 0 0 0 0,1-1 0 0 0,0 1 0 0 0,0-1 0 0 0,0 0 0 0 0,0 0 1 0 0,0 0-1 0 0,0 0 0 0 0,0-1 0 0 0,1 1 0 0 0,-1-1 0 0 0,1 0 0 0 0,-1 0 0 0 0,1 0 0 0 0,-1 0 0 0 0,1 0 0 0 0,0-1 0 0 0,-1 0 0 0 0,1 0 0 0 0,0 0 0 0 0,-1 0 0 0 0,1 0 0 0 0,0-1 0 0 0,-1 0 0 0 0,1 1 0 0 0,-1-2 0 0 0,1 1 0 0 0,-1 0 0 0 0,1-1 0 0 0,-1 1 0 0 0,0-1 0 0 0,6-3 0 0 0,-3 0-35 0 0,-1 1 1 0 0,0-1-1 0 0,1 0 0 0 0,-1 0 1 0 0,-1 0-1 0 0,1-1 1 0 0,-1 0-1 0 0,0 0 0 0 0,0 0 1 0 0,-1 0-1 0 0,0-1 1 0 0,0 1-1 0 0,0-1 0 0 0,-1 0 1 0 0,0 0-1 0 0,0 0 0 0 0,-1 0 1 0 0,0 0-1 0 0,0 0 1 0 0,0 0-1 0 0,-1 0 0 0 0,-1-10 1 0 0,0 8 3 0 0,0 0 0 0 0,0 0 0 0 0,-1 0 0 0 0,0 1 0 0 0,0-1 0 0 0,-1 1 0 0 0,0-1 0 0 0,-1 1 0 0 0,0 0 0 0 0,0 0 0 0 0,0 1 0 0 0,-1-1 0 0 0,-1 1 0 0 0,1 0 0 0 0,-1 0 1 0 0,0 1-1 0 0,-13-10 0 0 0,15 12-295 0 0,-1 1 1 0 0,0 0-1 0 0,0 0 1 0 0,0 0-1 0 0,0 1 1 0 0,-1-1-1 0 0,1 1 0 0 0,-1 1 1 0 0,1-1-1 0 0,-1 1 1 0 0,0 0-1 0 0,1 0 1 0 0,-1 1-1 0 0,0 0 1 0 0,0 0-1 0 0,0 0 1 0 0,1 0-1 0 0,-1 1 1 0 0,0 0-1 0 0,1 1 1 0 0,-1-1-1 0 0,0 1 1 0 0,1 0-1 0 0,0 0 1 0 0,-9 5-1 0 0,-11 8-6210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28.0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368 460 9674 0 0,'-3'-2'203'0'0,"-1"0"1"0"0,0 0-1 0 0,0 0 0 0 0,0 0 1 0 0,0 1-1 0 0,0-1 0 0 0,0 1 1 0 0,0 0-1 0 0,-1 1 1 0 0,1-1-1 0 0,0 1 0 0 0,0 0 1 0 0,-1 0-1 0 0,1 0 0 0 0,0 0 1 0 0,-1 1-1 0 0,1-1 0 0 0,0 1 1 0 0,0 0-1 0 0,0 1 0 0 0,-5 1 1 0 0,-4 2 270 0 0,1 1 1 0 0,0-1 0 0 0,1 2-1 0 0,0 0 1 0 0,-19 14 0 0 0,7-1-31 0 0,1 0 1 0 0,1 2 0 0 0,-25 32-1 0 0,37-42-359 0 0,0 0 0 0 0,1 1-1 0 0,0 0 1 0 0,1 0 0 0 0,1 1-1 0 0,0 0 1 0 0,1 0 0 0 0,-5 25-1 0 0,9-35-85 0 0,0 0 0 0 0,0 0 0 0 0,1 0 0 0 0,0 0-1 0 0,0 0 1 0 0,0 0 0 0 0,0 0 0 0 0,1 0 0 0 0,-1 0 0 0 0,1 0 0 0 0,0 0 0 0 0,0 0-1 0 0,1 0 1 0 0,-1 0 0 0 0,1-1 0 0 0,0 1 0 0 0,0-1 0 0 0,0 1 0 0 0,0-1-1 0 0,1 0 1 0 0,-1 1 0 0 0,6 3 0 0 0,-4-4-72 0 0,0 0 0 0 0,0-1 0 0 0,0 0 0 0 0,1 0 0 0 0,-1 0 0 0 0,0 0 0 0 0,1-1 0 0 0,0 1 0 0 0,-1-1 0 0 0,1 0 0 0 0,0-1 0 0 0,-1 1 0 0 0,1-1 0 0 0,0 0 0 0 0,0 0 0 0 0,0-1 0 0 0,-1 1 0 0 0,1-1 1 0 0,5-1-1 0 0,2-2-189 0 0,-1 0 0 0 0,1 0 0 0 0,-1-1 0 0 0,0 0 0 0 0,0-1 0 0 0,-1 0 0 0 0,1-1 0 0 0,-1 0 0 0 0,-1 0 0 0 0,1-1 0 0 0,-1-1 0 0 0,-1 1 0 0 0,0-1 0 0 0,0-1 0 0 0,-1 0 0 0 0,0 0 1 0 0,7-12-1 0 0,-5 4 5 0 0,0 0 0 0 0,-1 0 0 0 0,-1-1 0 0 0,-1 0 1 0 0,-1 0-1 0 0,0 0 0 0 0,-1-1 0 0 0,-1 0 0 0 0,0-34 1 0 0,-9-72 834 0 0,-32-180 1 0 0,35 291-249 0 0,2 1 149 0 0,0 8 8 0 0,0 0 0 0 0,0 1-1 0 0,0-1 1 0 0,-1 0 0 0 0,1 0-1 0 0,-8-4 3568 0 0,2 42-2612 0 0,0 24-1042 0 0,2-1-1 0 0,3 1 1 0 0,2 0 0 0 0,11 87 0 0 0,-1-87-293 0 0,22 75-1 0 0,-23-102-874 0 0,1-1 0 0 0,2 0 0 0 0,1-1 0 0 0,22 35-1 0 0,-12-30-6341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28.3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62 19 10594 0 0,'-2'2'369'0'0,"-1"1"0"0"0,1-1 0 0 0,0 1 0 0 0,-1-1 0 0 0,1 1 0 0 0,0 0-1 0 0,1 0 1 0 0,-1 0 0 0 0,-1 4 0 0 0,0-1-150 0 0,-1 1 0 0 0,2 0 0 0 0,-1 0 1 0 0,1 0-1 0 0,0 1 0 0 0,0-1 0 0 0,1 1 0 0 0,0-1 0 0 0,0 0 0 0 0,1 1 0 0 0,0 0 0 0 0,1-1 1 0 0,-1 1-1 0 0,1-1 0 0 0,1 0 0 0 0,3 12 0 0 0,-3-13-153 0 0,1 0 1 0 0,-1-1-1 0 0,2 1 0 0 0,-1-1 0 0 0,0 0 1 0 0,1 0-1 0 0,0 0 0 0 0,0 0 1 0 0,1-1-1 0 0,-1 0 0 0 0,1 1 1 0 0,0-2-1 0 0,0 1 0 0 0,0-1 0 0 0,1 1 1 0 0,-1-2-1 0 0,1 1 0 0 0,0 0 1 0 0,-1-1-1 0 0,10 2 0 0 0,-8-2 15 0 0,1 0 0 0 0,0-1 0 0 0,-1 0 0 0 0,1 0 0 0 0,0-1 0 0 0,0 0 0 0 0,0 0 0 0 0,0-1 0 0 0,0 0 0 0 0,-1-1 0 0 0,1 1 0 0 0,0-1 0 0 0,13-6 0 0 0,-19 7-71 0 0,1-1 0 0 0,0 0 0 0 0,0 1-1 0 0,0-1 1 0 0,-1 0 0 0 0,1-1 0 0 0,-1 1-1 0 0,0 0 1 0 0,0-1 0 0 0,0 1-1 0 0,0-1 1 0 0,0 0 0 0 0,0 1 0 0 0,-1-1-1 0 0,1 0 1 0 0,-1 0 0 0 0,0 0-1 0 0,0 0 1 0 0,0 0 0 0 0,0-1 0 0 0,0 1-1 0 0,-1 0 1 0 0,1 0 0 0 0,-1-1 0 0 0,0 1-1 0 0,0 0 1 0 0,0 0 0 0 0,-1-1-1 0 0,1 1 1 0 0,-1 0 0 0 0,1 0 0 0 0,-1 0-1 0 0,0 0 1 0 0,-1-1 0 0 0,-1-3-1 0 0,-1-1 35 0 0,1-1-1 0 0,-2 1 1 0 0,1 0-1 0 0,-1 0 0 0 0,0 1 1 0 0,-1-1-1 0 0,0 1 1 0 0,0 0-1 0 0,-1 1 0 0 0,1 0 1 0 0,-1 0-1 0 0,-1 0 0 0 0,1 1 1 0 0,-1 0-1 0 0,-14-7 1 0 0,6 5-473 0 0,0 0 0 0 0,-30-7 1 0 0,-35-1-6062 0 0,64 13 545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28.6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30 2761 0 0,'5'-7'-753'0'0,"24"-16"12074"0"0,-28 24-11149 0 0,7 15 2140 0 0,2 28-223 0 0,-2 1 1 0 0,3 66 0 0 0,-8-65-1889 0 0,2 1 1 0 0,13 53-1 0 0,6-11-3021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28.8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31 10282 0 0,'5'-4'217'0'0,"0"1"-1"0"0,-1 0 0 0 0,2 0 1 0 0,-1 0-1 0 0,0 1 1 0 0,0-1-1 0 0,1 1 0 0 0,0 0 1 0 0,-1 1-1 0 0,1-1 1 0 0,0 1-1 0 0,-1 1 0 0 0,1-1 1 0 0,0 1-1 0 0,7 0 1 0 0,-7 0 83 0 0,0 0 1 0 0,0 0 0 0 0,1 1 0 0 0,-1 0 0 0 0,0 0 0 0 0,0 1 0 0 0,0-1 0 0 0,0 1 0 0 0,0 1 0 0 0,0-1 0 0 0,-1 1 0 0 0,1 0 0 0 0,-1 0 0 0 0,6 5 0 0 0,-8-5-213 0 0,-1 0 1 0 0,1 0 0 0 0,-1 1 0 0 0,0-1 0 0 0,0 1 0 0 0,-1-1 0 0 0,1 1 0 0 0,-1 0 0 0 0,1-1-1 0 0,-1 1 1 0 0,-1 0 0 0 0,1 0 0 0 0,0 0 0 0 0,-1 0 0 0 0,0 0 0 0 0,0 0 0 0 0,0 0 0 0 0,0 0-1 0 0,0 0 1 0 0,-1-1 0 0 0,0 1 0 0 0,0 0 0 0 0,0 0 0 0 0,0 0 0 0 0,-3 3 0 0 0,-3 12-633 0 0,-2 0 0 0 0,0-1 1 0 0,-15 24-1 0 0,23-42 532 0 0,-10 18-6632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29.0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17164 0 0,'1'1'74'0'0,"0"-1"0"0"0,0 0 0 0 0,0 1 0 0 0,0-1 0 0 0,0 0 0 0 0,0 1 0 0 0,0-1 0 0 0,0 1 0 0 0,0 0 1 0 0,0-1-1 0 0,0 1 0 0 0,0 0 0 0 0,0 0 0 0 0,-1-1 0 0 0,1 1 0 0 0,0 0 0 0 0,-1 0 0 0 0,1 0 0 0 0,0 0 0 0 0,-1 0 0 0 0,1 0 1 0 0,-1 0-1 0 0,0 0 0 0 0,1 0 0 0 0,-1 0 0 0 0,0 0 0 0 0,0 0 0 0 0,1 0 0 0 0,-1 0 0 0 0,0 1 0 0 0,0 1 0 0 0,1 45 888 0 0,-2-34-380 0 0,0 56 135 0 0,0 48-130 0 0,3-97-2469 0 0,7 36 1 0 0,-7-49 474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29.2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25 11979 0 0,'-1'-5'1064'0'0,"1"1"-848"0"0,0 1-216 0 0,0 1 0 0 0,0 4 264 0 0,0-5-144 0 0,-2 0 0 0 0,2 0-120 0 0,0 0-80 0 0,2 4 16 0 0,-1 2 0 0 0,1 6-1384 0 0,-1 2-281 0 0,4 1-47 0 0,-1 1-17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29.6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4609 0 0,'1'0'167'0'0,"1"0"0"0"0,-1 0-1 0 0,1 0 1 0 0,0 1 0 0 0,-1-1 0 0 0,1 0 0 0 0,-1 0-1 0 0,1 1 1 0 0,-1-1 0 0 0,1 1 0 0 0,-1-1-1 0 0,1 1 1 0 0,-1 0 0 0 0,1 0 0 0 0,-1 0 0 0 0,0 0-1 0 0,1-1 1 0 0,-1 2 0 0 0,1 0 0 0 0,25 22 3102 0 0,-19-14-2658 0 0,-1 1 1 0 0,0 0-1 0 0,0 0 0 0 0,-1 1 0 0 0,-1-1 0 0 0,0 1 0 0 0,0 1 0 0 0,-1-1 0 0 0,-1 0 0 0 0,2 15 0 0 0,-3-14-500 0 0,1-1-1 0 0,0 0 0 0 0,1 0 0 0 0,0 0 0 0 0,0 0 0 0 0,2-1 0 0 0,-1 1 1 0 0,2-1-1 0 0,-1-1 0 0 0,15 18 0 0 0,-20-26-116 0 0,0-1 0 0 0,1 0 0 0 0,-1 0 0 0 0,0 0 0 0 0,0 0-1 0 0,1 0 1 0 0,-1 0 0 0 0,1 0 0 0 0,-1 0 0 0 0,1-1 0 0 0,-1 1 0 0 0,1-1 0 0 0,-1 1 0 0 0,1-1 0 0 0,0 1-1 0 0,-1-1 1 0 0,1 0 0 0 0,0 0 0 0 0,-1 0 0 0 0,1 0 0 0 0,0 0 0 0 0,-1 0 0 0 0,1 0 0 0 0,0-1-1 0 0,-1 1 1 0 0,1 0 0 0 0,-1-1 0 0 0,1 0 0 0 0,-1 1 0 0 0,1-1 0 0 0,-1 0 0 0 0,1 0 0 0 0,-1 1 0 0 0,1-1-1 0 0,-1 0 1 0 0,0-1 0 0 0,0 1 0 0 0,0 0 0 0 0,2-2 0 0 0,6-7-248 0 0,-1-1 1 0 0,0 1 0 0 0,-1-2-1 0 0,7-14 1 0 0,0 3-326 0 0,0 0 380 0 0,-1 2-116 0 0,0 0 1 0 0,1 1-1 0 0,1 1 0 0 0,1 0 1 0 0,31-28-1 0 0,-45 46 349 0 0,-1-1-1 0 0,1 1 1 0 0,0 0 0 0 0,0 0-1 0 0,-1 0 1 0 0,1 0-1 0 0,0 0 1 0 0,0 0 0 0 0,0 0-1 0 0,1 1 1 0 0,-1-1-1 0 0,0 1 1 0 0,4-1 0 0 0,-5 1 18 0 0,0 0 0 0 0,0 0 0 0 0,0 1 1 0 0,0-1-1 0 0,0 0 0 0 0,0 1 0 0 0,0-1 1 0 0,0 0-1 0 0,0 1 0 0 0,-1-1 0 0 0,1 1 0 0 0,0 0 1 0 0,0-1-1 0 0,0 1 0 0 0,-1 0 0 0 0,1-1 1 0 0,0 1-1 0 0,-1 0 0 0 0,1 0 0 0 0,-1 0 0 0 0,2 1 1 0 0,1 6 341 0 0,-1 0 0 0 0,1 0 0 0 0,-1 0 0 0 0,-1 0 0 0 0,1 1 0 0 0,-1 8 0 0 0,7 25 528 0 0,-5-33-1451 0 0,1 0-1 0 0,0 0 1 0 0,9 12-1 0 0,-2-5-6029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30.09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142 89 6913 0 0,'3'-6'128'0'0,"18"-35"833"0"0,-20 40-736 0 0,0 0 0 0 0,-1-1-1 0 0,1 1 1 0 0,0-1-1 0 0,-1 0 1 0 0,0 1 0 0 0,1-1-1 0 0,-1 1 1 0 0,0-1 0 0 0,0 1-1 0 0,0-1 1 0 0,0 0 0 0 0,0 1-1 0 0,0-1 1 0 0,0 1-1 0 0,-1-1 1 0 0,1 0 0 0 0,0 1-1 0 0,-1-1 1 0 0,1 1 0 0 0,-1-1-1 0 0,0 1 1 0 0,-1-2 0 0 0,1 2-62 0 0,0 1 1 0 0,1-1 0 0 0,-1 1 0 0 0,0 0-1 0 0,0-1 1 0 0,0 1 0 0 0,0 0 0 0 0,0 0 0 0 0,0 0-1 0 0,0 0 1 0 0,0 0 0 0 0,0 0 0 0 0,0 0-1 0 0,0 0 1 0 0,0 0 0 0 0,0 1 0 0 0,0-1 0 0 0,0 0-1 0 0,1 0 1 0 0,-1 1 0 0 0,0-1 0 0 0,0 1-1 0 0,0-1 1 0 0,0 1 0 0 0,1-1 0 0 0,-1 1 0 0 0,0-1-1 0 0,-1 2 1 0 0,-25 21 1010 0 0,23-19-1014 0 0,-8 7 12 0 0,1 1-1 0 0,1 0 1 0 0,0 1-1 0 0,0 0 0 0 0,1 0 1 0 0,1 1-1 0 0,1 0 1 0 0,-12 29-1 0 0,16-36-188 0 0,1 0-1 0 0,1 0 1 0 0,-1 0 0 0 0,1 1-1 0 0,0-1 1 0 0,1 0 0 0 0,0 0 0 0 0,0 1-1 0 0,2 12 1 0 0,-1-16-58 0 0,0 1 0 0 0,1 0-1 0 0,0 0 1 0 0,0 0 0 0 0,0-1 0 0 0,0 1 0 0 0,1-1 0 0 0,-1 0-1 0 0,1 1 1 0 0,1-1 0 0 0,-1-1 0 0 0,0 1 0 0 0,1 0 0 0 0,0-1-1 0 0,5 4 1 0 0,-8-5-89 0 0,1-1-1 0 0,0 0 1 0 0,0 0-1 0 0,0 0 1 0 0,0 0 0 0 0,0 0-1 0 0,0 0 1 0 0,0-1-1 0 0,0 1 1 0 0,1-1-1 0 0,-1 1 1 0 0,0-1 0 0 0,0 0-1 0 0,0 0 1 0 0,1 0-1 0 0,-1 0 1 0 0,0 0-1 0 0,0-1 1 0 0,0 1 0 0 0,1-1-1 0 0,-1 1 1 0 0,0-1-1 0 0,0 0 1 0 0,0 0-1 0 0,0 1 1 0 0,0-2 0 0 0,0 1-1 0 0,0 0 1 0 0,-1 0-1 0 0,1-1 1 0 0,0 1-1 0 0,-1 0 1 0 0,1-1 0 0 0,-1 0-1 0 0,1 1 1 0 0,1-3-1 0 0,6-8 25 0 0,0-1 0 0 0,-1 0-1 0 0,0 0 1 0 0,7-16-1 0 0,-8 16 954 0 0,-3 5-341 0 0,0-1 0 0 0,1 1 1 0 0,1 0-1 0 0,-1 1 0 0 0,1-1 0 0 0,0 1 1 0 0,14-11-1 0 0,-18 16-359 0 0,0 0 0 0 0,0 1-1 0 0,1-1 1 0 0,-1 1 0 0 0,1 0 0 0 0,-1 0 0 0 0,1 0 0 0 0,-1 0-1 0 0,1 0 1 0 0,0 1 0 0 0,-1-1 0 0 0,1 1 0 0 0,0-1 0 0 0,0 1 0 0 0,-1 0-1 0 0,1 0 1 0 0,0 1 0 0 0,0-1 0 0 0,-1 0 0 0 0,1 1 0 0 0,0 0 0 0 0,-1-1-1 0 0,1 1 1 0 0,0 0 0 0 0,-1 0 0 0 0,1 1 0 0 0,-1-1 0 0 0,0 1-1 0 0,1-1 1 0 0,3 4 0 0 0,4 4-58 0 0,-1 1 0 0 0,1-1 0 0 0,-2 2 0 0 0,1-1 0 0 0,-2 1 0 0 0,1 1 1 0 0,-1-1-1 0 0,-1 1 0 0 0,0 0 0 0 0,-1 1 0 0 0,0-1 0 0 0,-1 1 0 0 0,-1 0 0 0 0,4 23 0 0 0,-1 2 113 0 0,-2 0 0 0 0,-2-1 0 0 0,-6 77 0 0 0,1-73-93 0 0,-2-1 0 0 0,-2 1 1 0 0,-22 73-1 0 0,25-101-52 0 0,-1-1 0 0 0,0 1 0 0 0,0-1 0 0 0,-2 0-1 0 0,1-1 1 0 0,-2 1 0 0 0,1-1 0 0 0,-2-1 0 0 0,1 0 0 0 0,-1 0-1 0 0,-1 0 1 0 0,0-1 0 0 0,0-1 0 0 0,-1 0 0 0 0,-21 13 0 0 0,28-19-32 0 0,0 0 0 0 0,0-1 1 0 0,0 1-1 0 0,0-1 1 0 0,-1 0-1 0 0,1 0 1 0 0,0-1-1 0 0,-1 1 0 0 0,1-1 1 0 0,-1 0-1 0 0,1 0 1 0 0,-1 0-1 0 0,1-1 1 0 0,0 1-1 0 0,-1-1 1 0 0,1 0-1 0 0,0 0 0 0 0,-1-1 1 0 0,1 1-1 0 0,0-1 1 0 0,0 0-1 0 0,0 0 1 0 0,1-1-1 0 0,-1 1 0 0 0,0-1 1 0 0,1 0-1 0 0,-1 0 1 0 0,1 0-1 0 0,0 0 1 0 0,0 0-1 0 0,0-1 0 0 0,-3-5 1 0 0,-11-16-208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33.9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42 64 9674 0 0,'-1'-5'695'0'0,"0"0"0"0"0,-1 0 0 0 0,0 1 0 0 0,0-1 0 0 0,0 0 0 0 0,0 1 0 0 0,-1 0 0 0 0,1-1 0 0 0,-1 1 0 0 0,0 0 0 0 0,-1 0 0 0 0,-5-5 0 0 0,8 11-545 0 0,0 0 0 0 0,0-1 0 0 0,1 1 0 0 0,-1 0 0 0 0,1 0 0 0 0,-1 0 0 0 0,1 0 0 0 0,0 0 0 0 0,0 0 0 0 0,0 0 0 0 0,0 0 0 0 0,0 0 0 0 0,0 3 0 0 0,0-3-21 0 0,14 217 1153 0 0,-1-47-1117 0 0,-12-144-165 0 0,27 331 473 0 0,-21-318-678 0 0,1-1 1 0 0,2-1-1 0 0,2 0 1 0 0,1 0-1 0 0,2-1 0 0 0,36 64 1 0 0,-48-96-1743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34.4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39 84 7802 0 0,'-3'-2'156'0'0,"0"1"0"0"0,0-1 1 0 0,0 0-1 0 0,0 0 0 0 0,1 0 1 0 0,-1 0-1 0 0,1 0 0 0 0,-1-1 1 0 0,1 1-1 0 0,0-1 0 0 0,0 1 1 0 0,-3-6-1 0 0,5 7-35 0 0,-1 1 0 0 0,1-1 0 0 0,0 0 0 0 0,-1 0 0 0 0,1 0 0 0 0,0 0-1 0 0,0 1 1 0 0,0-1 0 0 0,0 0 0 0 0,0 0 0 0 0,0 0 0 0 0,0 0 0 0 0,0 0 0 0 0,0 1 0 0 0,1-1 0 0 0,-1 0 0 0 0,0 0 0 0 0,0 0 0 0 0,1 1-1 0 0,-1-2 1 0 0,2 0 35 0 0,-1 1 0 0 0,0 0 0 0 0,0-1 0 0 0,0 1 0 0 0,1 0-1 0 0,-1 0 1 0 0,1 0 0 0 0,-1 0 0 0 0,1 0 0 0 0,-1 0 0 0 0,1 0-1 0 0,0 1 1 0 0,2-2 0 0 0,10-2 138 0 0,0 0-1 0 0,0 1 1 0 0,1 1 0 0 0,0 0-1 0 0,-1 1 1 0 0,1 0 0 0 0,0 1-1 0 0,0 1 1 0 0,-1 0-1 0 0,1 1 1 0 0,-1 1 0 0 0,1 0-1 0 0,-1 1 1 0 0,0 1 0 0 0,0 0-1 0 0,15 8 1 0 0,-25-11-272 0 0,1 1 1 0 0,-1 0-1 0 0,0 0 0 0 0,-1 0 1 0 0,1 0-1 0 0,0 1 0 0 0,-1-1 1 0 0,0 1-1 0 0,0 0 0 0 0,0 0 1 0 0,0 0-1 0 0,-1 0 0 0 0,1 1 1 0 0,-1-1-1 0 0,0 1 0 0 0,2 8 1 0 0,-2-6-19 0 0,-1 1 0 0 0,-1-1 0 0 0,1 0 0 0 0,-1 0 0 0 0,-1 1 1 0 0,1-1-1 0 0,-1 0 0 0 0,0 0 0 0 0,-1 0 0 0 0,-3 10 0 0 0,-5 8-55 0 0,-1 0-1 0 0,-1-1 0 0 0,-2 0 0 0 0,-31 43 1 0 0,-24 17 44 0 0,50-63 10 0 0,0 1 0 0 0,2 1 0 0 0,0 1-1 0 0,1 0 1 0 0,-18 40 0 0 0,33-62 15 0 0,0 0 0 0 0,0 0 1 0 0,1 0-1 0 0,-1 0 0 0 0,0 0 0 0 0,1 0 0 0 0,-1 0 0 0 0,1 0 0 0 0,0 0 0 0 0,0 0 0 0 0,0 0 1 0 0,0 0-1 0 0,0 0 0 0 0,0 0 0 0 0,1 0 0 0 0,-1 0 0 0 0,1 1 0 0 0,-1-1 0 0 0,2 2 0 0 0,-1-3 29 0 0,1 1-1 0 0,-1-1 0 0 0,0 1 0 0 0,1-1 0 0 0,-1 0 0 0 0,0 0 0 0 0,1 1 0 0 0,0-1 0 0 0,-1 0 0 0 0,1-1 0 0 0,0 1 0 0 0,-1 0 0 0 0,1 0 0 0 0,0-1 0 0 0,0 1 1 0 0,0-1-1 0 0,2 1 0 0 0,9 0 256 0 0,0 0 1 0 0,0-1 0 0 0,0 0-1 0 0,25-4 1 0 0,-27 2-239 0 0,3 1-16 0 0,53-7 205 0 0,117 1 0 0 0,-165 7-281 0 0,0 1 0 0 0,-1 2 0 0 0,1 0 0 0 0,-1 0 0 0 0,1 2-1 0 0,-1 0 1 0 0,0 2 0 0 0,-1-1 0 0 0,0 2 0 0 0,0 1 0 0 0,20 12 0 0 0,-34-19-224 0 0,0 1 0 0 0,0-1 0 0 0,0 0 0 0 0,-1 1 0 0 0,1 0 0 0 0,-1 0 0 0 0,1-1 0 0 0,-1 1 0 0 0,0 1 0 0 0,3 4 0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34.73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12443 0 0,'4'13'8906'0'0,"-1"27"-8637"0"0,-3-24 646 0 0,8 142-170 0 0,-6-77-714 0 0,24 151 1 0 0,-15-173 169 0 0,-1 1-735 0 0,0-21-5840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35.1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47 8754 0 0,'13'-7'6371'0'0,"33"-15"-2903"0"0,-31 18-3211 0 0,0 0-1 0 0,27-4 1 0 0,-11 6-5906 0 0,-17 3-247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35.3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46 5985 0 0,'3'1'297'0'0,"-1"1"0"0"0,1 0 0 0 0,0-1 0 0 0,0 0 0 0 0,0 1 0 0 0,0-1 0 0 0,0 0 0 0 0,0-1 0 0 0,0 1 0 0 0,0 0 0 0 0,0-1 0 0 0,4 0 0 0 0,39 1 3220 0 0,-18-3-1984 0 0,0-1 0 0 0,-1-1 0 0 0,34-10 0 0 0,-1-3-2243 0 0,-12 4-3552 0 0,-24 6-1971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41.49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135 187 2817 0 0,'-8'-8'594'0'0,"0"1"0"0"0,-1 0 0 0 0,0 1 0 0 0,0 0 0 0 0,0 1 0 0 0,-1-1 0 0 0,0 2 1 0 0,0-1-1 0 0,-11-2 0 0 0,20 7-384 0 0,-1-1-1 0 0,1 1 1 0 0,-1 0 0 0 0,1-1 0 0 0,-1 1 0 0 0,1-1-1 0 0,-1 0 1 0 0,1 1 0 0 0,-1-1 0 0 0,1 0-1 0 0,0 0 1 0 0,-1 0 0 0 0,1 0 0 0 0,0 0 0 0 0,0 0-1 0 0,0 0 1 0 0,0-1 0 0 0,0 1 0 0 0,0 0-1 0 0,0-1 1 0 0,0 1 0 0 0,1 0 0 0 0,-1-1 0 0 0,0 1-1 0 0,0-4 1 0 0,2 3 4 0 0,-1 0-1 0 0,1 0 1 0 0,0 0 0 0 0,0-1-1 0 0,0 1 1 0 0,0 0-1 0 0,0 0 1 0 0,1 0 0 0 0,-1 0-1 0 0,0 1 1 0 0,1-1-1 0 0,0 0 1 0 0,-1 1 0 0 0,1-1-1 0 0,0 1 1 0 0,0-1 0 0 0,3-1-1 0 0,3-2-49 0 0,0 0 0 0 0,0 0-1 0 0,1 1 1 0 0,-1 1 0 0 0,1-1 0 0 0,0 1-1 0 0,11-2 1 0 0,71-10 56 0 0,-50 10-171 0 0,-37 4-25 0 0,15-2 46 0 0,-1 1 0 0 0,30 0 0 0 0,-45 2-63 0 0,1 0 1 0 0,-1 0-1 0 0,0 0 1 0 0,0 0 0 0 0,0 1-1 0 0,1-1 1 0 0,-1 1-1 0 0,0 0 1 0 0,0 0 0 0 0,0 0-1 0 0,0 0 1 0 0,0 1-1 0 0,0-1 1 0 0,-1 1 0 0 0,1 0-1 0 0,0 0 1 0 0,-1 0-1 0 0,1 0 1 0 0,-1 0-1 0 0,0 0 1 0 0,0 1 0 0 0,4 4-1 0 0,-5-3-10 0 0,0-1 1 0 0,0 0-1 0 0,-1 1 0 0 0,1-1 0 0 0,-1 1 1 0 0,1-1-1 0 0,-1 1 0 0 0,-1-1 0 0 0,1 1 0 0 0,0-1 1 0 0,-1 1-1 0 0,1-1 0 0 0,-1 0 0 0 0,0 1 0 0 0,-3 5 1 0 0,-27 51-98 0 0,23-46 92 0 0,-6 7 65 0 0,-26 32-1 0 0,28-38-23 0 0,0 0 1 0 0,1 1-1 0 0,0 0 1 0 0,-9 21-1 0 0,19-35-28 0 0,0 0 0 0 0,0 0 0 0 0,0 0 0 0 0,0 0 0 0 0,0 0-1 0 0,1 0 1 0 0,-1 0 0 0 0,1 0 0 0 0,0 0 0 0 0,-1 0 0 0 0,1 0-1 0 0,0 0 1 0 0,0 0 0 0 0,0 0 0 0 0,0 0 0 0 0,1 0 0 0 0,-1 1 0 0 0,1-1-1 0 0,-1 0 1 0 0,1 0 0 0 0,0 0 0 0 0,-1 0 0 0 0,1-1 0 0 0,0 1-1 0 0,0 0 1 0 0,1 0 0 0 0,-1 0 0 0 0,0-1 0 0 0,0 1 0 0 0,1-1 0 0 0,-1 1-1 0 0,1-1 1 0 0,0 1 0 0 0,-1-1 0 0 0,1 0 0 0 0,0 0 0 0 0,0 0 0 0 0,0 0-1 0 0,2 1 1 0 0,9 3 41 0 0,0-2-1 0 0,0 1 1 0 0,0-2-1 0 0,0 0 1 0 0,17 1 0 0 0,-2 0-18 0 0,-18-2-25 0 0,11 2 29 0 0,-1 1 1 0 0,24 6 0 0 0,-40-8-28 0 0,0-1 0 0 0,0 0-1 0 0,0 1 1 0 0,0-1-1 0 0,0 1 1 0 0,-1 0 0 0 0,1 1-1 0 0,-1-1 1 0 0,1 0-1 0 0,-1 1 1 0 0,0 0 0 0 0,0 0-1 0 0,0 0 1 0 0,0 0 0 0 0,0 1-1 0 0,-1-1 1 0 0,3 5-1 0 0,-4-5 5 0 0,-1 0 0 0 0,0-1 0 0 0,1 1 0 0 0,-1-1 0 0 0,0 1 0 0 0,-1 0 0 0 0,1-1 0 0 0,0 1 0 0 0,-1 0 0 0 0,1-1 0 0 0,-1 1 0 0 0,0-1 0 0 0,0 1 0 0 0,0-1 0 0 0,0 0 0 0 0,-1 1 0 0 0,1-1 0 0 0,0 0 0 0 0,-1 0 0 0 0,0 0 0 0 0,1 0 0 0 0,-1 0 0 0 0,-3 3 0 0 0,-5 5 143 0 0,-1 0 0 0 0,-22 15 1 0 0,0-3 301 0 0,-70 35 1 0 0,84-49-1154 0 0,0 0-1 0 0,0-1 1 0 0,0-1-1 0 0,-1-1 1 0 0,-34 4-1 0 0,46-9-1702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41.96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41 7 10594 0 0,'0'-6'7537'0'0,"-1"18"-4421"0"0,-5 70-2309 0 0,-2-49-456 0 0,0 2-91 0 0,1-1 1 0 0,-3 59-1 0 0,9-85-283 0 0,1 1 0 0 0,0-1 0 0 0,1 0 0 0 0,0 1 0 0 0,0-1 0 0 0,1 0 0 0 0,0 0 0 0 0,0 0 0 0 0,1 0-1 0 0,0 0 1 0 0,0 0 0 0 0,1-1 0 0 0,0 0 0 0 0,0 0 0 0 0,1 0 0 0 0,9 11 0 0 0,-8-13 46 0 0,1 0-1 0 0,-1 0 1 0 0,1-1-1 0 0,0 0 0 0 0,0 0 1 0 0,0-1-1 0 0,1 0 1 0 0,-1 0-1 0 0,1 0 1 0 0,-1-1-1 0 0,1-1 1 0 0,0 1-1 0 0,0-1 0 0 0,0 0 1 0 0,0-1-1 0 0,12-1 1 0 0,15-1 89 0 0,-1-2 1 0 0,51-12 0 0 0,-48 9-310 0 0,20-4 4 0 0,55-11-308 0 0,-39 5-3510 0 0,-70 16 2940 0 0,1 0 1 0 0,-1 0-1 0 0,0 0 1 0 0,0 0-1 0 0,0-1 1 0 0,0 1-1 0 0,5-5 0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42.2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43 64 4609 0 0,'-6'-5'714'0'0,"1"0"-1"0"0,0-1 1 0 0,0 0-1 0 0,-13-21 6166 0 0,17 24-5852 0 0,0 1 1 0 0,1-1-1 0 0,-2-4 1 0 0,10 28 3164 0 0,1 4-3888 0 0,-4 7-95 0 0,-2 0 1 0 0,-1 0 0 0 0,-2 0 0 0 0,-3 34 0 0 0,2 67-114 0 0,3-113-151 0 0,13 119 386 0 0,-12-125-491 0 0,0 0 0 0 0,1 0 0 0 0,0 0 0 0 0,1 0 0 0 0,1-1 0 0 0,0 0 0 0 0,11 18 0 0 0,-10-22-1903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43.0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22 8290 0 0,'3'-21'7036'0'0,"5"29"-3252"0"0,5 34-2292 0 0,-2 7-1117 0 0,-3 0 1 0 0,-2 0-1 0 0,0 74 1 0 0,9 75-250 0 0,-12-177-396 0 0,2 0-1 0 0,9 31 1 0 0,-10-42-1316 0 0,1-1 1 0 0,-1 0-1 0 0,1 1 1 0 0,7 9-1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43.5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13 221 3225 0 0,'-4'-17'768'0'0,"1"0"0"0"0,1 0 0 0 0,-1-33 0 0 0,3 33 1145 0 0,1 1-1 0 0,0 0 1 0 0,2-1-1 0 0,4-19 0 0 0,-6 35-1770 0 0,-1 0-1 0 0,0 0 1 0 0,0 0-1 0 0,1 0 0 0 0,-1 0 1 0 0,0 1-1 0 0,1-1 0 0 0,-1 0 1 0 0,1 0-1 0 0,-1 0 1 0 0,1 1-1 0 0,0-1 0 0 0,-1 0 1 0 0,1 1-1 0 0,0-1 0 0 0,-1 1 1 0 0,1-1-1 0 0,0 0 1 0 0,0 1-1 0 0,-1 0 0 0 0,1-1 1 0 0,0 1-1 0 0,0-1 0 0 0,0 1 1 0 0,1-1-1 0 0,0 1-17 0 0,0 0 1 0 0,0 0-1 0 0,0 0 0 0 0,-1 1 1 0 0,1-1-1 0 0,0 0 0 0 0,0 1 1 0 0,0-1-1 0 0,0 1 0 0 0,-1 0 0 0 0,4 1 1 0 0,1 1-15 0 0,0 1 0 0 0,-1-1 0 0 0,1 1 0 0 0,-1 0 0 0 0,0 1 0 0 0,5 5 0 0 0,2 7-5 0 0,-1 0 1 0 0,-1 1-1 0 0,0 1 1 0 0,-1-1 0 0 0,-1 2-1 0 0,9 33 1 0 0,21 47-32 0 0,-33-90-71 0 0,0 0 0 0 0,1 0-1 0 0,0 0 1 0 0,1-1 0 0 0,0 0-1 0 0,0 0 1 0 0,10 8 0 0 0,-14-14-2 0 0,0 0 1 0 0,1 0 0 0 0,-1-1 0 0 0,0 0 0 0 0,1 1 0 0 0,-1-1 0 0 0,1 0 0 0 0,-1-1 0 0 0,1 1-1 0 0,0-1 1 0 0,0 1 0 0 0,0-1 0 0 0,0-1 0 0 0,0 1 0 0 0,0 0 0 0 0,0-1 0 0 0,0 0 0 0 0,0 0 0 0 0,0 0-1 0 0,0 0 1 0 0,0-1 0 0 0,0 1 0 0 0,0-1 0 0 0,0 0 0 0 0,6-3 0 0 0,-4 1 4 0 0,-1 0 1 0 0,1 0-1 0 0,-1-1 1 0 0,0 0-1 0 0,0 0 0 0 0,-1 0 1 0 0,1-1-1 0 0,-1 1 1 0 0,0-1-1 0 0,0 0 0 0 0,-1 0 1 0 0,1-1-1 0 0,-1 1 1 0 0,0-1-1 0 0,4-11 1 0 0,16-51 14 0 0,16-84 0 0 0,-39 150-5 0 0,1 0 0 0 0,-1 0 0 0 0,1 0 0 0 0,0 0 0 0 0,-1 0 0 0 0,1 1-1 0 0,0-1 1 0 0,0 0 0 0 0,0 0 0 0 0,0 1 0 0 0,0-1 0 0 0,2-1 0 0 0,-3 3-8 0 0,1-1 0 0 0,-1 1 1 0 0,1 0-1 0 0,0-1 0 0 0,-1 1 1 0 0,1 0-1 0 0,-1 0 0 0 0,1-1 1 0 0,-1 1-1 0 0,1 0 0 0 0,0 0 1 0 0,-1 0-1 0 0,1 0 0 0 0,0 0 1 0 0,-1 0-1 0 0,1 0 1 0 0,-1 0-1 0 0,1 0 0 0 0,0 0 1 0 0,-1 0-1 0 0,1 0 0 0 0,0 0 1 0 0,-1 0-1 0 0,2 1 0 0 0,0 1-1 0 0,1-1 0 0 0,-1 1 1 0 0,1 0-1 0 0,-1 0 0 0 0,0 0 0 0 0,0 0 0 0 0,0 0 0 0 0,0 1 0 0 0,0-1 0 0 0,0 1 1 0 0,-1-1-1 0 0,1 1 0 0 0,1 3 0 0 0,34 87 36 0 0,-27-66-21 0 0,1 0 0 0 0,0-1-1 0 0,2 0 1 0 0,24 35 0 0 0,0-15-1025 0 0,57 56 0 0 0,-83-92-488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0:44.4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1 593 11058 0 0,'18'-3'5284'0'0,"15"-11"-2332"0"0,-3 2-1868 0 0,31-4-151 0 0,68-9 0 0 0,8-3-513 0 0,-136 28-421 0 0,0 0 0 0 0,-1 0 1 0 0,1 0-1 0 0,-1 0 0 0 0,1 0 1 0 0,-1 0-1 0 0,1 0 1 0 0,-1 0-1 0 0,1 0 0 0 0,-1 0 1 0 0,1-1-1 0 0,-1 1 0 0 0,1 0 1 0 0,-1 0-1 0 0,1-1 1 0 0,-1 1-1 0 0,1 0 0 0 0,-1-1 1 0 0,1 1-1 0 0,-1 0 1 0 0,0-1-1 0 0,1 1 0 0 0,-1 0 1 0 0,0-1-1 0 0,1 1 0 0 0,-1-1 1 0 0,0 1-1 0 0,1-1 1 0 0,-1 1-1 0 0,0-1 0 0 0,0 1 1 0 0,0-1-1 0 0,1 1 0 0 0,-1-1 1 0 0,0 1-1 0 0,0-1 1 0 0,0 1-1 0 0,0-1 0 0 0,0 1 1 0 0,0-1-1 0 0,0 0 1 0 0,0 1-1 0 0,0-1 0 0 0,0 1 1 0 0,-1-1-1 0 0,1 1 0 0 0,0-1 1 0 0,0 1-1 0 0,0-1 1 0 0,-1 1-1 0 0,1-1 0 0 0,0 1 1 0 0,0-1-1 0 0,-1 1 0 0 0,1 0 1 0 0,-1-2-1 0 0,-32-26 22 0 0,15 13 23 0 0,12 7-45 0 0,-1-1 1 0 0,1 0-1 0 0,1 0 1 0 0,0 0-1 0 0,0 0 1 0 0,1-1-1 0 0,0 0 0 0 0,1 0 1 0 0,0 0-1 0 0,-2-14 1 0 0,-1-15 34 0 0,-2-54 1 0 0,7 88-25 0 0,2-2 7 0 0,0 1 0 0 0,0 0-1 0 0,0 0 1 0 0,0 0 0 0 0,1 0 0 0 0,0 1-1 0 0,0-1 1 0 0,1 0 0 0 0,0 1 0 0 0,0-1-1 0 0,0 1 1 0 0,0 0 0 0 0,1 0 0 0 0,0 0-1 0 0,0 1 1 0 0,0-1 0 0 0,1 1 0 0 0,0 0-1 0 0,5-4 1 0 0,3-2-5 0 0,-1 1 0 0 0,2 1 0 0 0,-1 0 0 0 0,1 1 0 0 0,0 0 0 0 0,22-7 0 0 0,-34 14-11 0 0,1-1-1 0 0,0 0 1 0 0,-1 1 0 0 0,1 0 0 0 0,-1-1-1 0 0,1 1 1 0 0,0 0 0 0 0,-1 0-1 0 0,1 0 1 0 0,-1 1 0 0 0,1-1 0 0 0,0 1-1 0 0,-1 0 1 0 0,1-1 0 0 0,-1 1 0 0 0,1 0-1 0 0,-1 0 1 0 0,0 0 0 0 0,1 1-1 0 0,-1-1 1 0 0,0 1 0 0 0,0-1 0 0 0,0 1-1 0 0,0 0 1 0 0,0 0 0 0 0,0 0 0 0 0,-1 0-1 0 0,1 0 1 0 0,0 0 0 0 0,-1 0-1 0 0,0 0 1 0 0,0 1 0 0 0,2 4 0 0 0,4 7-22 0 0,-2 2 1 0 0,0-1 0 0 0,-1 1-1 0 0,3 22 1 0 0,-3-18-78 0 0,2 23 57 0 0,2 45 1 0 0,-7-61 8 0 0,1 1 1 0 0,1 0 0 0 0,1 0-1 0 0,2-1 1 0 0,12 36 0 0 0,-16-57 29 0 0,1-1-1 0 0,-1 0 1 0 0,1 1 0 0 0,0-1-1 0 0,0 0 1 0 0,1-1 0 0 0,0 1 0 0 0,-1-1-1 0 0,1 1 1 0 0,1-1 0 0 0,-1 0-1 0 0,1-1 1 0 0,-1 1 0 0 0,1-1 0 0 0,6 3-1 0 0,-4-3 38 0 0,0 0 0 0 0,0-1 1 0 0,0 0-1 0 0,1 0 0 0 0,-1-1 0 0 0,0 0 0 0 0,1 0 0 0 0,-1-1 0 0 0,1 0 0 0 0,11-1 0 0 0,9-4-77 0 0,0-2 1 0 0,0 0-1 0 0,0-2 0 0 0,49-23 0 0 0,-66 27-881 0 0,-2 3-279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7.10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19 8290 0 0,'17'-19'13118'0'0,"-13"32"-12267"0"0,4 52-258 0 0,-2 0-1 0 0,-6 111 0 0 0,3 48-568 0 0,-2-210-439 0 0,1 0 0 0 0,0 0 0 0 0,1-1-1 0 0,0 1 1 0 0,2-1 0 0 0,-1 0 0 0 0,12 22 0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7.4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0 5985 0 0,'-14'7'7829'0'0,"14"-7"-7655"0"0,0 1 0 0 0,-7 20 1824 0 0,7-21-1872 0 0,-6 23 487 0 0,1 0 1 0 0,2 0-1 0 0,0 1 0 0 0,2-1 1 0 0,1 37-1 0 0,2-43-509 0 0,0 1-1 0 0,0-1 1 0 0,2 0-1 0 0,0 0 1 0 0,1 0-1 0 0,0-1 1 0 0,2 0-1 0 0,9 18 1 0 0,-9-22-87 0 0,1-1 1 0 0,0-1 0 0 0,1 0-1 0 0,0 0 1 0 0,1-1 0 0 0,0 0-1 0 0,0 0 1 0 0,1-1 0 0 0,0-1-1 0 0,0 0 1 0 0,1 0 0 0 0,12 5-1 0 0,-16-9 14 0 0,0 0 0 0 0,-1-1 0 0 0,1 0 0 0 0,0 0 0 0 0,0 0 0 0 0,0-1 0 0 0,0-1 0 0 0,1 1 0 0 0,10-2 0 0 0,-14 1 13 0 0,1-1 1 0 0,-1 0 0 0 0,1-1 0 0 0,-1 1 0 0 0,0-1-1 0 0,0 0 1 0 0,0-1 0 0 0,0 1 0 0 0,0-1 0 0 0,0 0-1 0 0,-1 0 1 0 0,1 0 0 0 0,-1-1 0 0 0,7-6 0 0 0,-7 6-7 0 0,-1 0 0 0 0,0 0 1 0 0,0 0-1 0 0,0 0 1 0 0,-1 0-1 0 0,1 0 0 0 0,-1-1 1 0 0,0 1-1 0 0,0-1 0 0 0,-1 0 1 0 0,1 0-1 0 0,-1 1 0 0 0,0-1 1 0 0,0 0-1 0 0,0-10 0 0 0,-2 8 9 0 0,1-1-1 0 0,-2 1 1 0 0,1 0-1 0 0,-1 0 0 0 0,0 0 1 0 0,0 0-1 0 0,-1 0 0 0 0,0 0 1 0 0,-7-11-1 0 0,-1 1-12 0 0,0 1 0 0 0,-1 1-1 0 0,-1 0 1 0 0,-1 1 0 0 0,0 1-1 0 0,0 0 1 0 0,-22-14 0 0 0,-150-89-3028 0 0,160 97-4409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8.0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8290 0 0,'2'3'5448'0'0,"6"14"-183"0"0,-3-5-5005 0 0,-1 0 0 0 0,0 0 1 0 0,-1 1-1 0 0,0 0 1 0 0,-1-1-1 0 0,-1 1 0 0 0,0 0 1 0 0,-1 17-1 0 0,-14 114-174 0 0,3-49-926 0 0,8-54-956 0 0,1-4-5029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8.33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74 4609 0 0,'51'-2'3663'0'0,"79"-15"0"0"0,-64 7-2609 0 0,-17 3-1467 0 0,90-28 0 0 0,-128 32 413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8.5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73 0 5985 0 0,'-33'28'367'0'0,"28"-24"243"0"0,1 1 1 0 0,0 0 0 0 0,0 0 0 0 0,0 1 0 0 0,1-1-1 0 0,0 1 1 0 0,-5 10 0 0 0,7-12-388 0 0,0-1-1 0 0,0 0 1 0 0,1 0 0 0 0,-1 0 0 0 0,1 1 0 0 0,0-1-1 0 0,-1 0 1 0 0,1 0 0 0 0,1 1 0 0 0,-1-1-1 0 0,0 0 1 0 0,1 1 0 0 0,0-1 0 0 0,0 0 0 0 0,0 0-1 0 0,0 0 1 0 0,0 0 0 0 0,0 0 0 0 0,1 0-1 0 0,0 0 1 0 0,-1 0 0 0 0,1-1 0 0 0,0 1-1 0 0,1-1 1 0 0,-1 1 0 0 0,0-1 0 0 0,1 0 0 0 0,-1 0-1 0 0,1 0 1 0 0,2 2 0 0 0,14 8 285 0 0,0-1-1 0 0,29 12 1 0 0,-33-17-348 0 0,-1 1 1 0 0,-1 0-1 0 0,1 0 0 0 0,-1 2 0 0 0,0-1 0 0 0,21 20 0 0 0,-33-27-145 0 0,0 0 0 0 0,0 0 0 0 0,0 0 0 0 0,-1 1 0 0 0,1-1 0 0 0,0 0-1 0 0,0 1 1 0 0,-1-1 0 0 0,1 0 0 0 0,0 1 0 0 0,-1-1 0 0 0,0 1 0 0 0,1-1-1 0 0,-1 1 1 0 0,0-1 0 0 0,0 1 0 0 0,1-1 0 0 0,-1 1 0 0 0,0-1 0 0 0,-1 1 0 0 0,1-1-1 0 0,0 3 1 0 0,-2-1-2 0 0,1 0-1 0 0,0-1 1 0 0,-1 1-1 0 0,1 0 1 0 0,-1 0 0 0 0,0-1-1 0 0,1 1 1 0 0,-1-1-1 0 0,-1 0 1 0 0,-2 4-1 0 0,-8 3 8 0 0,1 1-1 0 0,-1-2 0 0 0,-21 12 0 0 0,27-17 3 0 0,-104 50-635 0 0,85-42-225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9.09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128 0 6913 0 0,'0'0'529'0'0,"-4"2"36"0"0,0 0 1 0 0,1 0-1 0 0,-1 0 1 0 0,1 0 0 0 0,-1 1-1 0 0,1-1 1 0 0,0 1-1 0 0,0 0 1 0 0,0 0 0 0 0,0 0-1 0 0,0 0 1 0 0,-3 7-1 0 0,1-4 215 0 0,-4 4-313 0 0,0 1 0 0 0,1 0-1 0 0,1 1 1 0 0,0-1 0 0 0,1 1 0 0 0,0 1-1 0 0,0-1 1 0 0,1 1 0 0 0,1 0 0 0 0,-3 14-1 0 0,6-18-421 0 0,0 0 0 0 0,0 0 0 0 0,1 0 0 0 0,0 0 0 0 0,1 0 0 0 0,0 0 1 0 0,1 0-1 0 0,-1-1 0 0 0,2 1 0 0 0,-1 0 0 0 0,1-1 0 0 0,0 1 0 0 0,1-1 0 0 0,0 0 0 0 0,0 0 0 0 0,7 8 0 0 0,-5-7-247 0 0,0-1 1 0 0,1 0-1 0 0,0 0 1 0 0,0-1-1 0 0,0 0 1 0 0,15 10-1 0 0,-17-13-436 0 0,1-1-1 0 0,0 0 1 0 0,0 0-1 0 0,0 0 1 0 0,0-1-1 0 0,13 3 1 0 0,2-1-5226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9.6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4609 0 0,'0'0'353'0'0,"21"8"2516"0"0,-14-3-2482 0 0,0 1 0 0 0,0 0 0 0 0,-1 0 0 0 0,0 1 0 0 0,0-1 0 0 0,0 1 1 0 0,-1 1-1 0 0,0-1 0 0 0,0 1 0 0 0,4 10 0 0 0,0 6 1620 0 0,0 0-1 0 0,6 31 1 0 0,4 11-464 0 0,-20-72-1543 0 0,1 1 0 0 0,0-1 0 0 0,0 1 0 0 0,0-1 0 0 0,1 0 0 0 0,-1 1 0 0 0,2-1 0 0 0,-1 1 0 0 0,0-1 0 0 0,5-8 0 0 0,24-59 0 0 0,-24 61 111 0 0,0 0 0 0 0,2 0-1 0 0,-1 0 1 0 0,12-12 0 0 0,-17 22-86 0 0,-1-1-1 0 0,1 1 1 0 0,0 0-1 0 0,1-1 1 0 0,-1 1 0 0 0,0 0-1 0 0,1 1 1 0 0,-1-1-1 0 0,1 0 1 0 0,-1 1 0 0 0,1-1-1 0 0,0 1 1 0 0,0 0-1 0 0,0 0 1 0 0,0 0 0 0 0,-1 0-1 0 0,1 1 1 0 0,0-1 0 0 0,1 1-1 0 0,-1-1 1 0 0,0 1-1 0 0,0 0 1 0 0,0 0 0 0 0,0 1-1 0 0,4 0 1 0 0,-4 0 16 0 0,-1 0 0 0 0,1 0 0 0 0,0 1 0 0 0,0-1 0 0 0,-1 1 0 0 0,1 0 0 0 0,-1-1 0 0 0,0 1 0 0 0,1 0 0 0 0,-1 1 0 0 0,0-1 0 0 0,0 0 0 0 0,0 1 0 0 0,-1-1 0 0 0,1 1-1 0 0,0-1 1 0 0,-1 1 0 0 0,0 0 0 0 0,1-1 0 0 0,-1 1 0 0 0,0 0 0 0 0,-1 0 0 0 0,2 4 0 0 0,0 6-3 0 0,-1 0 0 0 0,-1 0 0 0 0,1 0 0 0 0,-3 16-1 0 0,0 1-26 0 0,2-29-11 0 0,0-1 0 0 0,0 1 0 0 0,0 0 0 0 0,0-1 0 0 0,0 1 0 0 0,0 0 0 0 0,0-1 0 0 0,0 1 0 0 0,0-1 0 0 0,0 1 0 0 0,0 0 0 0 0,0-1 0 0 0,1 1 0 0 0,-1-1 0 0 0,0 1 0 0 0,0 0 0 0 0,1-1 0 0 0,-1 1 0 0 0,0-1 0 0 0,1 1 0 0 0,-1-1 0 0 0,0 1 0 0 0,1-1 0 0 0,-1 1 0 0 0,1-1 0 0 0,-1 0 0 0 0,1 1 0 0 0,-1-1 0 0 0,1 1 0 0 0,0-1 0 0 0,0 0 0 0 0,0 0 0 0 0,0-1 0 0 0,0 1 0 0 0,0 0 0 0 0,0 0 0 0 0,0 0 0 0 0,0-1 0 0 0,0 1 0 0 0,0-1 0 0 0,0 1 0 0 0,-1-1 0 0 0,1 1 0 0 0,0-1 0 0 0,1 0 0 0 0,26-28 0 0 0,-15 13 2 0 0,0-2 5 0 0,32-31 1 0 0,-41 45 18 0 0,0 0 0 0 0,0 1 0 0 0,0-1 1 0 0,1 1-1 0 0,0 0 0 0 0,-1 1 0 0 0,1-1 0 0 0,0 1 1 0 0,0 0-1 0 0,1 0 0 0 0,-1 0 0 0 0,0 1 1 0 0,8-1-1 0 0,-11 2-21 0 0,1 0 0 0 0,-1 0 1 0 0,0 0-1 0 0,1 1 0 0 0,-1-1 0 0 0,0 1 1 0 0,1-1-1 0 0,-1 1 0 0 0,0 0 0 0 0,0 0 1 0 0,0 0-1 0 0,0 0 0 0 0,0 1 0 0 0,0-1 1 0 0,0 0-1 0 0,2 3 0 0 0,29 32 492 0 0,-4-5-7062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50.3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19 7834 0 0,'133'-6'8878'0'0,"-45"-4"-13473"0"0,-75 8-601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51.03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73 2304 0 0,'0'0'167'0'0,"1"-3"48"0"0,1 1 0 0 0,0-1 0 0 0,1 1 0 0 0,-1 0 0 0 0,0 0 0 0 0,0 0-1 0 0,1 0 1 0 0,0 0 0 0 0,-1 0 0 0 0,1 1 0 0 0,0-1 0 0 0,4-1 0 0 0,-3 1 156 0 0,9-5 386 0 0,0 1-1 0 0,0 0 1 0 0,1 1 0 0 0,-1 1-1 0 0,1 0 1 0 0,0 0 0 0 0,1 2-1 0 0,-1 0 1 0 0,0 0 0 0 0,1 1-1 0 0,-1 1 1 0 0,19 2 0 0 0,-32-2-701 0 0,1 0 0 0 0,-1 1 0 0 0,1-1 0 0 0,-1 0 0 0 0,1 1 1 0 0,-1-1-1 0 0,1 1 0 0 0,-1-1 0 0 0,0 1 0 0 0,1 0 0 0 0,-1 0 0 0 0,0-1 1 0 0,1 1-1 0 0,-1 0 0 0 0,0 0 0 0 0,0 0 0 0 0,0 0 0 0 0,0 1 1 0 0,0-1-1 0 0,0 0 0 0 0,0 0 0 0 0,0 1 0 0 0,-1-1 0 0 0,1 0 0 0 0,0 1 1 0 0,-1-1-1 0 0,1 1 0 0 0,-1-1 0 0 0,0 1 0 0 0,1-1 0 0 0,-1 1 1 0 0,0-1-1 0 0,0 1 0 0 0,0-1 0 0 0,0 1 0 0 0,0-1 0 0 0,0 1 0 0 0,0-1 1 0 0,-1 1-1 0 0,0 2 0 0 0,-2 8 44 0 0,-1-1-1 0 0,0 1 1 0 0,-1-1 0 0 0,-8 15 0 0 0,-1 1 422 0 0,14-25-519 0 0,-1-1 1 0 0,1 0-1 0 0,-1 0 0 0 0,1 0 1 0 0,-1 0-1 0 0,1 1 1 0 0,0-1-1 0 0,0 0 0 0 0,0 0 1 0 0,0 1-1 0 0,0-1 0 0 0,0 0 1 0 0,0 0-1 0 0,0 1 0 0 0,0-1 1 0 0,0 0-1 0 0,1 0 0 0 0,-1 1 1 0 0,0-1-1 0 0,1 0 1 0 0,-1 0-1 0 0,1 0 0 0 0,0 0 1 0 0,-1 0-1 0 0,1 0 0 0 0,0 0 1 0 0,0 0-1 0 0,-1 0 0 0 0,1 0 1 0 0,0 0-1 0 0,0 0 0 0 0,0 0 1 0 0,0-1-1 0 0,0 1 1 0 0,0 0-1 0 0,0-1 0 0 0,1 1 1 0 0,0 0-1 0 0,7 2 22 0 0,-1-1 1 0 0,0 0-1 0 0,1-1 1 0 0,17 2-1 0 0,17 4 21 0 0,-41-7-38 0 0,0 1-1 0 0,0 0 1 0 0,0 0-1 0 0,-1 0 1 0 0,1 0-1 0 0,0 0 1 0 0,-1 0-1 0 0,1 0 1 0 0,-1 0-1 0 0,1 1 1 0 0,-1-1-1 0 0,0 1 1 0 0,1-1-1 0 0,-1 1 1 0 0,0-1-1 0 0,0 1 1 0 0,0 0-1 0 0,0 0 1 0 0,0-1-1 0 0,-1 1 1 0 0,1 0-1 0 0,0 3 1 0 0,-1-2 3 0 0,0-1 1 0 0,0 1 0 0 0,-1-1 0 0 0,1 1-1 0 0,-1-1 1 0 0,1 1 0 0 0,-1-1-1 0 0,0 0 1 0 0,0 1 0 0 0,0-1 0 0 0,-1 0-1 0 0,1 0 1 0 0,0 0 0 0 0,-1 0-1 0 0,-1 3 1 0 0,-5 3-235 0 0,-1 1 0 0 0,1-2 0 0 0,-1 1 1 0 0,-1-1-1 0 0,1 0 0 0 0,-15 7 0 0 0,7-5-6179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0.9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66 123 8754 0 0,'-4'-26'960'0'0,"2"4"1339"0"0,-2 0-1 0 0,-7-27 1 0 0,11 49-2264 0 0,0 0 0 0 0,0 0 0 0 0,0 0 0 0 0,0 0 0 0 0,0 0-1 0 0,0 0 1 0 0,0 0 0 0 0,0-1 0 0 0,0 1 0 0 0,0 0 0 0 0,0 0 0 0 0,0 0 0 0 0,0 0-1 0 0,0 0 1 0 0,0 0 0 0 0,0 0 0 0 0,0 0 0 0 0,0-1 0 0 0,0 1 0 0 0,-1-1 383 0 0,1 1-383 0 0,0 0 0 0 0,0 0 0 0 0,0 0-1 0 0,0 0 1 0 0,-1 0 0 0 0,1 0 0 0 0,0 0 0 0 0,0 0 0 0 0,0 0 0 0 0,0 0 0 0 0,0 0-1 0 0,0 0 1 0 0,0 0 0 0 0,0 0 0 0 0,-1 0 0 0 0,1 0 0 0 0,0 0 0 0 0,0 0-1 0 0,0 0 1 0 0,0 0 0 0 0,0 0 0 0 0,0 0 0 0 0,0 0 0 0 0,-1 1 383 0 0,1-1-383 0 0,0 0 0 0 0,-4 12 922 0 0,-1 16-305 0 0,-26 564 1151 0 0,31-569-2074 0 0,0-1-1 0 0,2 0 0 0 0,1 0 0 0 0,0 0 1 0 0,2 0-1 0 0,0-1 0 0 0,2 1 0 0 0,17 39 1 0 0,-13-43-1199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1.2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24 5985 0 0,'-1'-1'17'0'0,"1"1"0"0"0,-1 0 0 0 0,1 0-1 0 0,0 0 1 0 0,-1-1 0 0 0,1 1 0 0 0,0 0-1 0 0,0-1 1 0 0,-1 1 0 0 0,1 0 0 0 0,0-1-1 0 0,0 1 1 0 0,-1 0 0 0 0,1-1 0 0 0,0 1-1 0 0,0 0 1 0 0,0-1 0 0 0,0 1 0 0 0,0-1-1 0 0,-1 1 1 0 0,1 0 0 0 0,0-1 0 0 0,0 1-1 0 0,0-1 1 0 0,0 1 0 0 0,0 0 0 0 0,0-1-1 0 0,0 1 1 0 0,1-1 0 0 0,-1 1 0 0 0,0 0-1 0 0,0-1 1 0 0,0 1 0 0 0,0-1 0 0 0,0 1-1 0 0,1 0 1 0 0,-1-1 0 0 0,0 1 0 0 0,0 0-1 0 0,0-1 1 0 0,1 1 0 0 0,20-8 829 0 0,29 7 1136 0 0,-32 5-1493 0 0,0 1 0 0 0,0 1-1 0 0,0 1 1 0 0,-1 0 0 0 0,0 1 0 0 0,0 1 0 0 0,-1 0 0 0 0,0 2 0 0 0,-1-1 0 0 0,0 2 0 0 0,-1 0 0 0 0,16 17 0 0 0,-12-10-254 0 0,-1 1 0 0 0,-1 0 0 0 0,-1 1 0 0 0,-1 1 0 0 0,0 0 0 0 0,-2 1 0 0 0,0 0 0 0 0,10 32 0 0 0,-17-36-42 0 0,-1 0-1 0 0,0 0 1 0 0,-1 0 0 0 0,-1 1-1 0 0,-1-1 1 0 0,-1 0 0 0 0,0 1 0 0 0,-2-1-1 0 0,0 0 1 0 0,-1 1 0 0 0,-1-1-1 0 0,-1-1 1 0 0,-13 35 0 0 0,7-27-32 0 0,-2 0-1 0 0,0 0 1 0 0,-2-1 0 0 0,-1-1 0 0 0,0 0-1 0 0,-2-2 1 0 0,-1 0 0 0 0,-37 34 0 0 0,45-46-333 0 0,-1-1 1 0 0,-1 0 0 0 0,0 0 0 0 0,0-2-1 0 0,-1 1 1 0 0,-27 9 0 0 0,23-12-991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1.6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90 82 7314 0 0,'-4'2'246'0'0,"-1"-1"0"0"0,0 0 0 0 0,0 1 0 0 0,1 0 0 0 0,-1 0 0 0 0,1 1 0 0 0,0-1 0 0 0,0 1 0 0 0,0 0 0 0 0,0 0 0 0 0,0 0 0 0 0,0 1 0 0 0,1-1 0 0 0,0 1 1 0 0,-1 0-1 0 0,1 0 0 0 0,1 0 0 0 0,-1 0 0 0 0,1 1 0 0 0,-1-1 0 0 0,1 1 0 0 0,1-1 0 0 0,-1 1 0 0 0,1 0 0 0 0,-1 0 0 0 0,1 0 0 0 0,1-1 0 0 0,-1 1 0 0 0,1 0 1 0 0,0 0-1 0 0,0 0 0 0 0,0 0 0 0 0,1 0 0 0 0,1 7 0 0 0,-1-5-137 0 0,0 0 0 0 0,1 0 1 0 0,0 0-1 0 0,0 0 0 0 0,1 0 0 0 0,0-1 1 0 0,0 1-1 0 0,1-1 0 0 0,0 0 0 0 0,0 0 1 0 0,0 0-1 0 0,0 0 0 0 0,1-1 0 0 0,0 0 1 0 0,1 0-1 0 0,-1 0 0 0 0,1 0 0 0 0,-1-1 1 0 0,2 0-1 0 0,-1 0 0 0 0,0-1 0 0 0,1 0 1 0 0,11 4-1 0 0,-7-4-94 0 0,0-1 1 0 0,1 0-1 0 0,0-1 0 0 0,-1-1 1 0 0,1 0-1 0 0,0 0 0 0 0,-1-1 1 0 0,1 0-1 0 0,-1-1 1 0 0,1-1-1 0 0,-1 1 0 0 0,12-6 1 0 0,-19 6 4 0 0,1 1 1 0 0,-1-1 0 0 0,0 0 0 0 0,0 0 0 0 0,0-1 0 0 0,0 1 0 0 0,-1-1 0 0 0,1 0-1 0 0,-1 0 1 0 0,1 0 0 0 0,-1-1 0 0 0,0 1 0 0 0,0-1 0 0 0,-1 1 0 0 0,1-1-1 0 0,-1 0 1 0 0,1 0 0 0 0,-1 0 0 0 0,-1-1 0 0 0,1 1 0 0 0,0 0 0 0 0,-1-1 0 0 0,0 1-1 0 0,0-1 1 0 0,-1 1 0 0 0,1-1 0 0 0,-1 1 0 0 0,0-1 0 0 0,0 0 0 0 0,0 1-1 0 0,-1-1 1 0 0,-1-6 0 0 0,0-1 42 0 0,-1 1 0 0 0,0-1 0 0 0,-1 1 0 0 0,0 0 0 0 0,-1 0 0 0 0,0 0 0 0 0,-1 1 0 0 0,0-1 0 0 0,-1 2 0 0 0,0-1-1 0 0,0 1 1 0 0,-1 0 0 0 0,0 0 0 0 0,-1 1 0 0 0,-11-9 0 0 0,11 11-276 0 0,-1 0 0 0 0,1 0-1 0 0,-1 1 1 0 0,0 1 0 0 0,0 0 0 0 0,-1 0-1 0 0,1 1 1 0 0,-1 0 0 0 0,0 1-1 0 0,-15-2 1 0 0,10 3-912 0 0,2 1-212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1.9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5985 0 0,'15'15'1296'0'0,"-9"-9"-443"0"0,1 0 0 0 0,-1 0 0 0 0,0 0 0 0 0,0 1 1 0 0,-1 0-1 0 0,0 0 0 0 0,0 0 0 0 0,-1 1 0 0 0,0 0 0 0 0,0 0 1 0 0,-1 0-1 0 0,3 10 0 0 0,5 37 425 0 0,-3 0 1 0 0,2 64-1 0 0,7 51-1995 0 0,-15-150-2201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2.1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 4609 0 0,'12'-2'588'0'0,"0"0"1"0"0,0 2-1 0 0,-1-1 1 0 0,1 2-1 0 0,0-1 1 0 0,21 5-1 0 0,-26-4-318 0 0,-1 0-1 0 0,0 1 0 0 0,0 0 0 0 0,0 0 0 0 0,0 0 1 0 0,0 1-1 0 0,-1 0 0 0 0,1 0 0 0 0,-1 1 1 0 0,0-1-1 0 0,0 1 0 0 0,0 0 0 0 0,0 0 1 0 0,5 7-1 0 0,-8-7-134 0 0,1 1 0 0 0,-1-1-1 0 0,-1 1 1 0 0,1 0 0 0 0,-1 0 0 0 0,1-1 0 0 0,-1 1 0 0 0,-1 0 0 0 0,1 0 0 0 0,-1 0 0 0 0,0 0-1 0 0,0 0 1 0 0,0 0 0 0 0,-1 0 0 0 0,1 0 0 0 0,-1 0 0 0 0,-1 0 0 0 0,1 0 0 0 0,-1 0 0 0 0,-2 6-1 0 0,-2 2 94 0 0,0 1-1 0 0,0-1 1 0 0,-2-1-1 0 0,1 1 0 0 0,-18 20 1 0 0,4-13-4971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2.3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5529 0 0,'2'0'125'0'0,"-1"-1"-1"0"0,1 1 1 0 0,0 0-1 0 0,-1 0 0 0 0,1 0 1 0 0,0 0-1 0 0,-1 1 1 0 0,1-1-1 0 0,-1 0 1 0 0,1 1-1 0 0,0-1 1 0 0,-1 1-1 0 0,1-1 1 0 0,-1 1-1 0 0,1 0 1 0 0,-1-1-1 0 0,0 1 0 0 0,1 0 1 0 0,1 2-1 0 0,-1 0 217 0 0,1-1 0 0 0,-1 1-1 0 0,0 0 1 0 0,0-1-1 0 0,0 1 1 0 0,-1 0 0 0 0,1 1-1 0 0,-1-1 1 0 0,2 4-1 0 0,1 9 1152 0 0,-1 0 0 0 0,0 0 0 0 0,1 21 0 0 0,-3-22-876 0 0,10 58 1578 0 0,-6-44-2274 0 0,-1 0 0 0 0,0 58 0 0 0,-5-74-958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2.5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81 10594 0 0,'3'-5'944'0'0,"0"-2"-751"0"0,0 2-193 0 0,-1 2 0 0 0,-1 2 376 0 0,1-2 40 0 0,1-3 0 0 0,1-5 8 0 0,4-1 176 0 0,-4 0 32 0 0,1 3 8 0 0,-2 4 0 0 0,0 4-864 0 0,-2 4-160 0 0,1 6-40 0 0,-1 6-8 0 0,1 5 336 0 0,-2 2 96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3.0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27 4609 0 0,'2'-2'401'0'0,"-1"0"-1"0"0,0 1 1 0 0,0-1-1 0 0,1 0 1 0 0,-1 1-1 0 0,1-1 1 0 0,-1 1-1 0 0,1-1 1 0 0,-1 1-1 0 0,1-1 1 0 0,0 1-1 0 0,0 0 1 0 0,0 0-1 0 0,0 0 1 0 0,0 0-1 0 0,0 0 1 0 0,0 1-1 0 0,0-1 1 0 0,0 1-1 0 0,4-1 1 0 0,-5 1-189 0 0,1 0 1 0 0,0 1-1 0 0,0-1 1 0 0,0 1 0 0 0,-1 0-1 0 0,1-1 1 0 0,-1 1-1 0 0,1 0 1 0 0,0 0-1 0 0,-1 0 1 0 0,1 0-1 0 0,-1 0 1 0 0,0 0-1 0 0,1 1 1 0 0,-1-1-1 0 0,0 0 1 0 0,0 1-1 0 0,0-1 1 0 0,0 1-1 0 0,0-1 1 0 0,0 1-1 0 0,0-1 1 0 0,0 1-1 0 0,-1 0 1 0 0,2 2-1 0 0,3 14 231 0 0,0-1 0 0 0,0 1 0 0 0,-2 0 0 0 0,-1 1 0 0 0,0-1 0 0 0,-1 27 0 0 0,-1-22-304 0 0,2 0 0 0 0,0 0 0 0 0,7 29 0 0 0,-9-49-138 0 0,1-1-1 0 0,-1 0 1 0 0,1 0 0 0 0,0 0-1 0 0,0 1 1 0 0,0-1 0 0 0,0 0-1 0 0,0 0 1 0 0,0 0 0 0 0,0-1-1 0 0,1 1 1 0 0,-1 0 0 0 0,1 0-1 0 0,-1-1 1 0 0,1 1 0 0 0,0-1-1 0 0,0 1 1 0 0,2 1 0 0 0,-2-3-2 0 0,-1 0 1 0 0,1 1-1 0 0,-1-1 1 0 0,1 0-1 0 0,-1-1 1 0 0,0 1 0 0 0,1 0-1 0 0,-1 0 1 0 0,1 0-1 0 0,-1-1 1 0 0,0 1-1 0 0,1-1 1 0 0,-1 1-1 0 0,0-1 1 0 0,0 0 0 0 0,1 1-1 0 0,-1-1 1 0 0,0 0-1 0 0,0 0 1 0 0,0 0-1 0 0,0 0 1 0 0,0 0-1 0 0,0 0 1 0 0,0 0-1 0 0,0 0 1 0 0,0 0 0 0 0,-1 0-1 0 0,1-1 1 0 0,0 1-1 0 0,0-2 1 0 0,50-93-250 0 0,-40 72 152 0 0,1 0 0 0 0,1 0 0 0 0,2 1 0 0 0,26-33 0 0 0,-39 53 102 0 0,0 1 1 0 0,0 0 0 0 0,1 0 0 0 0,-1 0 0 0 0,1 0 0 0 0,-1 0 0 0 0,1 0-1 0 0,0 1 1 0 0,-1-1 0 0 0,1 1 0 0 0,0 0 0 0 0,0 0 0 0 0,0 0 0 0 0,0 0 0 0 0,0 0-1 0 0,5 0 1 0 0,-6 1-1 0 0,1 0 0 0 0,-1 1 0 0 0,0-1 0 0 0,0 1 0 0 0,0-1 0 0 0,0 1 0 0 0,0 0 0 0 0,0 0 0 0 0,0 0 0 0 0,0 0 0 0 0,0 0 0 0 0,0 0 0 0 0,-1 1 0 0 0,1-1-1 0 0,0 0 1 0 0,-1 1 0 0 0,1-1 0 0 0,-1 1 0 0 0,0 0 0 0 0,1 0 0 0 0,-1-1 0 0 0,0 1 0 0 0,0 0 0 0 0,1 2 0 0 0,32 73 140 0 0,4 4-577 0 0,-3-29-5610 0 0,-21-37-545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3.5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266 49 4609 0 0,'3'-3'231'0'0,"-1"0"0"0"0,0-1 0 0 0,0 1-1 0 0,0-1 1 0 0,0 0 0 0 0,-1 0 0 0 0,2-5 0 0 0,-3 8-70 0 0,0 1 1 0 0,1-1 0 0 0,-1 1-1 0 0,0-1 1 0 0,0 1 0 0 0,0-1-1 0 0,0 0 1 0 0,0 1 0 0 0,0-1-1 0 0,0 1 1 0 0,0-1-1 0 0,0 1 1 0 0,0-1 0 0 0,-1 1-1 0 0,1-1 1 0 0,0 1 0 0 0,0-1-1 0 0,0 1 1 0 0,-1-1 0 0 0,1 1-1 0 0,0-1 1 0 0,-1 1-1 0 0,0-1 1 0 0,1 0 27 0 0,-1 1 0 0 0,0 0-1 0 0,0 0 1 0 0,0 0 0 0 0,0-1 0 0 0,0 1-1 0 0,0 0 1 0 0,0 0 0 0 0,1 0 0 0 0,-1 1-1 0 0,0-1 1 0 0,0 0 0 0 0,0 0 0 0 0,0 0-1 0 0,0 1 1 0 0,0-1 0 0 0,0 0 0 0 0,1 1 0 0 0,-1-1-1 0 0,-1 1 1 0 0,-12 6 333 0 0,1 0 0 0 0,0 1 0 0 0,0 0 1 0 0,1 1-1 0 0,0 1 0 0 0,0 0 0 0 0,1 0 0 0 0,0 1 0 0 0,1 0 0 0 0,0 1 0 0 0,-13 23 0 0 0,22-34-508 0 0,0 0 0 0 0,1 1-1 0 0,-1-1 1 0 0,0 1 0 0 0,1-1-1 0 0,-1 1 1 0 0,1-1 0 0 0,0 1-1 0 0,-1-1 1 0 0,1 1 0 0 0,0 0 0 0 0,0-1-1 0 0,0 1 1 0 0,0 2 0 0 0,1-3-24 0 0,-1-1 0 0 0,0 1 0 0 0,0-1 0 0 0,1 1 0 0 0,-1-1 1 0 0,0 1-1 0 0,1-1 0 0 0,-1 1 0 0 0,1-1 0 0 0,-1 1 1 0 0,0-1-1 0 0,1 0 0 0 0,-1 1 0 0 0,1-1 0 0 0,-1 0 1 0 0,1 1-1 0 0,0-1 0 0 0,-1 0 0 0 0,1 0 0 0 0,-1 1 1 0 0,1-1-1 0 0,-1 0 0 0 0,1 0 0 0 0,0 0 0 0 0,0 0 0 0 0,2 0-96 0 0,0 0 0 0 0,0 0-1 0 0,0-1 1 0 0,-1 1 0 0 0,1-1-1 0 0,0 1 1 0 0,0-1-1 0 0,-1 0 1 0 0,1 0 0 0 0,0-1-1 0 0,-1 1 1 0 0,1 0-1 0 0,-1-1 1 0 0,3-2 0 0 0,30-29-1280 0 0,-26 23 1360 0 0,1 1 0 0 0,0 0 0 0 0,0 0 0 0 0,1 1 0 0 0,20-11 0 0 0,-29 17 69 0 0,1 1 0 0 0,0 0 0 0 0,0 0 0 0 0,0 0 0 0 0,0 1 0 0 0,0-1 0 0 0,0 1 1 0 0,0-1-1 0 0,1 1 0 0 0,-1 0 0 0 0,0 0 0 0 0,0 0 0 0 0,0 1 0 0 0,0-1 1 0 0,0 1-1 0 0,0 0 0 0 0,0 0 0 0 0,0 0 0 0 0,0 0 0 0 0,0 0 0 0 0,-1 1 1 0 0,1-1-1 0 0,0 1 0 0 0,-1 0 0 0 0,1-1 0 0 0,-1 1 0 0 0,1 0 0 0 0,-1 1 1 0 0,4 3-1 0 0,1 4 73 0 0,0-1 0 0 0,-1 1 0 0 0,0 0 1 0 0,0 0-1 0 0,-1 1 0 0 0,-1-1 0 0 0,0 1 1 0 0,0 0-1 0 0,-1 0 0 0 0,3 19 0 0 0,-3-11 46 0 0,0 1-1 0 0,-2 0 1 0 0,0-1-1 0 0,-1 1 0 0 0,-5 29 1 0 0,2-30-24 0 0,-2-1 0 0 0,0 0 1 0 0,-1 0-1 0 0,-1 0 0 0 0,0-1 1 0 0,-1 0-1 0 0,-1 0 0 0 0,-1-1 0 0 0,0 0 1 0 0,-1-1-1 0 0,-1 0 0 0 0,-23 23 1 0 0,22-26-112 0 0,0-1 0 0 0,-1 0 1 0 0,0-1-1 0 0,-1 0 0 0 0,0-1 0 0 0,0-1 1 0 0,-1 0-1 0 0,0-1 0 0 0,0-1 1 0 0,-1-1-1 0 0,0 0 0 0 0,0-1 0 0 0,0-1 1 0 0,-18 2-1 0 0,12-5-479 0 0,2-1-136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4.83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 93 5065 0 0,'-9'-31'2532'0'0,"7"22"-1232"0"0,0 0-1 0 0,0 1 1 0 0,-1-1-1 0 0,0 1 1 0 0,-6-10-1 0 0,10 35 2714 0 0,0 17-3393 0 0,20 143 460 0 0,-14-93-1125 0 0,5 0 0 0 0,39 149 0 0 0,-38-193-482 0 0,-2-10-3572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5.2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32 142 5529 0 0,'-32'-32'11992'0'0,"56"45"-10716"0"0,8 22 21 0 0,31 45-1 0 0,-37-44-1111 0 0,2-2 0 0 0,34 34 1 0 0,-53-59-180 0 0,1-1 1 0 0,0 0 0 0 0,0-1 0 0 0,1 0 0 0 0,-1 0 0 0 0,1-1 0 0 0,1 0 0 0 0,-1-1 0 0 0,1-1 0 0 0,0 0 0 0 0,22 5 0 0 0,-31-8 9 0 0,1-1 1 0 0,-1 1 0 0 0,0 0-1 0 0,0-1 1 0 0,0 0 0 0 0,0 0 0 0 0,1 0-1 0 0,-1 0 1 0 0,0-1 0 0 0,0 1-1 0 0,0-1 1 0 0,0 1 0 0 0,0-1-1 0 0,0 0 1 0 0,0-1 0 0 0,0 1-1 0 0,0 0 1 0 0,0-1 0 0 0,-1 1-1 0 0,1-1 1 0 0,0 0 0 0 0,-1 0-1 0 0,1 0 1 0 0,-1 0 0 0 0,0-1 0 0 0,0 1-1 0 0,0-1 1 0 0,0 1 0 0 0,0-1-1 0 0,-1 0 1 0 0,1 1 0 0 0,-1-1-1 0 0,1 0 1 0 0,-1 0 0 0 0,0 0-1 0 0,0 0 1 0 0,-1 0 0 0 0,1 0-1 0 0,-1-1 1 0 0,1 1 0 0 0,-1 0 0 0 0,0 0-1 0 0,0 0 1 0 0,-1-4 0 0 0,-1-40 349 0 0,-17-90 1 0 0,10 90-1219 0 0,-4-91 0 0 0,13 131-273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5.5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24 6913 0 0,'27'-19'8656'0'0,"-25"18"-8239"0"0,0 1 0 0 0,0-1-1 0 0,0 0 1 0 0,0 1 0 0 0,0 0 0 0 0,0-1-1 0 0,0 1 1 0 0,0 0 0 0 0,0 0 0 0 0,4 0 0 0 0,-3 1-293 0 0,0 0 0 0 0,-1 0 0 0 0,1 0 0 0 0,0 1 0 0 0,-1-1 0 0 0,1 0 0 0 0,-1 1 0 0 0,1 0 0 0 0,-1 0 1 0 0,0-1-1 0 0,0 1 0 0 0,0 0 0 0 0,0 1 0 0 0,0-1 0 0 0,0 0 0 0 0,0 1 0 0 0,-1-1 0 0 0,1 1 0 0 0,1 3 1 0 0,5 14-27 0 0,-1 1 1 0 0,-1 0-1 0 0,-1 0 1 0 0,0 0-1 0 0,-2 1 1 0 0,0-1 0 0 0,-1 28-1 0 0,6 32-245 0 0,-6-65-77 0 0,-1-1 33 0 0,1-1 1 0 0,0 1-1 0 0,1-1 0 0 0,1 0 0 0 0,0 0 1 0 0,1 0-1 0 0,12 24 0 0 0,-12-32-1904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5.8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73 183 3225 0 0,'-29'-53'823'0'0,"22"42"289"0"0,0 0 1 0 0,1 0-1 0 0,1-1 0 0 0,-1 0 1 0 0,2 0-1 0 0,-4-12 1 0 0,8 23-982 0 0,0 0 0 0 0,0 0 1 0 0,0 0-1 0 0,0 0 1 0 0,0 0-1 0 0,0 0 0 0 0,0 0 1 0 0,0 0-1 0 0,0 0 1 0 0,0 0-1 0 0,0 0 0 0 0,1 0 1 0 0,-1 0-1 0 0,1 0 1 0 0,-1 0-1 0 0,0 0 0 0 0,1 0 1 0 0,-1 0-1 0 0,1 0 1 0 0,0 1-1 0 0,-1-1 0 0 0,1 0 1 0 0,0 0-1 0 0,1 0 1 0 0,0-1 15 0 0,0 1 1 0 0,1 0 0 0 0,-1-1 0 0 0,1 1 0 0 0,-1 0-1 0 0,1 1 1 0 0,-1-1 0 0 0,1 0 0 0 0,3 0 0 0 0,3 0 61 0 0,0 1 1 0 0,1 0-1 0 0,-1 0 1 0 0,14 2-1 0 0,-15 0-89 0 0,-1-1-1 0 0,1 1 1 0 0,0 1-1 0 0,-1-1 1 0 0,1 1-1 0 0,-1 1 1 0 0,0-1-1 0 0,0 1 1 0 0,0 0-1 0 0,0 1 1 0 0,-1 0-1 0 0,0 0 1 0 0,0 0-1 0 0,10 12 1 0 0,-10-9-67 0 0,-1 0 1 0 0,0 0-1 0 0,0 1 0 0 0,0 0 1 0 0,-1 0-1 0 0,-1 0 1 0 0,0 0-1 0 0,0 0 1 0 0,-1 1-1 0 0,0 0 1 0 0,1 9-1 0 0,-2-4-26 0 0,0 1 0 0 0,-1-1-1 0 0,-1 0 1 0 0,0 0 0 0 0,-1 0 0 0 0,-1 0 0 0 0,0-1 0 0 0,-1 1 0 0 0,-1-1-1 0 0,0 1 1 0 0,-1-1 0 0 0,-1-1 0 0 0,0 1 0 0 0,0-1 0 0 0,-17 20-1 0 0,19-26-2 0 0,-1-1-1 0 0,-1 0 1 0 0,1 0-1 0 0,-1-1 1 0 0,0 1-1 0 0,-1-1 0 0 0,1-1 1 0 0,-1 0-1 0 0,0 0 1 0 0,0 0-1 0 0,-10 2 1 0 0,-31 3-5835 0 0,27-8-630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6.10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59 7834 0 0,'94'-43'8874'0'0,"-86"40"-9552"0"0,0 0 1 0 0,1 1 0 0 0,-1-1 0 0 0,14 0 0 0 0,-12 2-562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46.2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11 2761 0 0,'0'1'248'0'0,"1"-1"-248"0"0,1 0 296 0 0,-1 0 16 0 0,4 2 0 0 0,2-4 0 0 0,4 1-312 0 0,2-2 0 0 0,4 0-72 0 0,0-2 72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53.22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34 4913 0 0,'2'-11'440'0'0,"-2"5"-352"0"0,1 0-88 0 0,2 0 0 0 0,-1 2 0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53.4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185 111 5065 0 0,'8'-38'3074'0'0,"-6"26"-1754"0"0,1 0 0 0 0,0 0 0 0 0,0 0 0 0 0,7-13 0 0 0,-16 42-116 0 0,0 0-1 0 0,1 1 0 0 0,-5 28 1 0 0,-1 3-779 0 0,-56 166 408 0 0,-1 2-701 0 0,56-172-285 0 0,3 1-1 0 0,-7 85 1 0 0,15-110-181 0 0,-1 47-1123 0 0,7-24-2577 0 0,-3-34 2419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53.6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4 10138 0 0,'-3'-4'1114'0'0,"5"6"-201"0"0,6 6 1054 0 0,-3-3-1272 0 0,17 26 209 0 0,-2 1-1 0 0,-1 1 1 0 0,-1 0-1 0 0,18 49 1 0 0,43 154 125 0 0,-21-55-1504 0 0,-32-109-1105 0 0,-14-37 49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53.8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7 100 10594 0 0,'0'0'10'0'0,"-1"-1"0"0"0,1 1 0 0 0,-1-1 0 0 0,1 1 0 0 0,-1-1 0 0 0,1 0-1 0 0,-1 1 1 0 0,1-1 0 0 0,0 0 0 0 0,-1 1 0 0 0,1-1 0 0 0,0 0 0 0 0,0 1 0 0 0,-1-1-1 0 0,1 0 1 0 0,0 1 0 0 0,0-1 0 0 0,0 0 0 0 0,0 0 0 0 0,0 1 0 0 0,0-1 0 0 0,0 0-1 0 0,0 0 1 0 0,0 1 0 0 0,0-1 0 0 0,1 0 0 0 0,-1 0 0 0 0,0 1 0 0 0,0-1 0 0 0,1 0-1 0 0,-1 1 1 0 0,0-1 0 0 0,1 0 0 0 0,-1 1 0 0 0,1-1 0 0 0,-1 1 0 0 0,1-1 0 0 0,-1 1-1 0 0,1-1 1 0 0,-1 1 0 0 0,1-1 0 0 0,-1 1 0 0 0,1-1 0 0 0,0 1 0 0 0,-1 0 0 0 0,1-1-1 0 0,0 1 1 0 0,-1 0 0 0 0,1 0 0 0 0,0-1 0 0 0,1 1 0 0 0,49-16-1036 0 0,-37 12 1306 0 0,46-11-632 0 0,1 2 0 0 0,78-5 0 0 0,-110 15 352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54.2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 64 6913 0 0,'-14'-9'1389'0'0,"35"21"2445"0"0,-2 5-3123 0 0,-1 1-1 0 0,0 0 1 0 0,-2 1 0 0 0,0 1 0 0 0,22 37-1 0 0,-15-22 240 0 0,32 36 0 0 0,-53-74-699 0 0,-4-12 387 0 0,-6-35 1112 0 0,0-7-446 0 0,5 32-1703 0 0,2-1-1 0 0,1 0 1 0 0,0 0-1 0 0,7-34 1 0 0,0 27-6916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54.6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191 7 3681 0 0,'-25'-7'3591'0'0,"14"8"-3131"0"0,1 0 0 0 0,0 1-1 0 0,1 1 1 0 0,-1-1 0 0 0,0 1-1 0 0,0 1 1 0 0,1 0 0 0 0,0 0-1 0 0,0 1 1 0 0,0 0 0 0 0,1 0-1 0 0,-1 1 1 0 0,1 0 0 0 0,1 1-1 0 0,-10 9 1 0 0,16-15-430 0 0,0 0-1 0 0,0 0 1 0 0,1 0 0 0 0,-1 0-1 0 0,0 0 1 0 0,0 0-1 0 0,1 0 1 0 0,-1 0 0 0 0,0 1-1 0 0,1-1 1 0 0,-1 0-1 0 0,1 0 1 0 0,0 1 0 0 0,-1-1-1 0 0,1 0 1 0 0,0 1-1 0 0,0-1 1 0 0,0 0 0 0 0,0 1-1 0 0,0-1 1 0 0,0 0-1 0 0,0 1 1 0 0,0-1 0 0 0,1 0-1 0 0,-1 1 1 0 0,1-1 0 0 0,0 2-1 0 0,1 0-30 0 0,-1-1 1 0 0,1 0-1 0 0,0 0 0 0 0,0 0 0 0 0,1 0 1 0 0,-1 0-1 0 0,0 0 0 0 0,1 0 1 0 0,-1-1-1 0 0,1 1 0 0 0,-1-1 0 0 0,4 1 1 0 0,9 4-180 0 0,0-1 1 0 0,1-1-1 0 0,23 4 0 0 0,-19-5-63 0 0,-6-2 28 0 0,-1 1 1 0 0,1 1-1 0 0,-1 0 1 0 0,0 1-1 0 0,14 6 1 0 0,-24-9 207 0 0,-1 0 0 0 0,1 0 0 0 0,-1 1 0 0 0,1-1 0 0 0,-1 1 0 0 0,0 0 1 0 0,0 0-1 0 0,0 0 0 0 0,0 0 0 0 0,0 0 0 0 0,0 0 0 0 0,0 0 1 0 0,-1 1-1 0 0,1-1 0 0 0,-1 1 0 0 0,1-1 0 0 0,-1 1 0 0 0,0 0 1 0 0,0-1-1 0 0,0 1 0 0 0,-1 0 0 0 0,1 0 0 0 0,-1-1 0 0 0,1 1 0 0 0,-1 0 1 0 0,0 0-1 0 0,0 0 0 0 0,0 0 0 0 0,0 0 0 0 0,-2 3 0 0 0,0 2 202 0 0,0-1-1 0 0,-1 0 0 0 0,0 0 0 0 0,0 0 1 0 0,0-1-1 0 0,-1 1 0 0 0,0-1 0 0 0,-1 0 1 0 0,1 0-1 0 0,-1 0 0 0 0,0-1 0 0 0,-1 1 0 0 0,-9 7 1 0 0,-2 0 119 0 0,0-1 0 0 0,-1-1 1 0 0,-31 16-1 0 0,45-25-651 0 0,-23 10 684 0 0,10-11-5674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55.27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1 296 5985 0 0,'0'1'44'0'0,"0"0"0"0"0,1-1-1 0 0,-1 1 1 0 0,1 0 0 0 0,-1 0-1 0 0,1 0 1 0 0,-1 0 0 0 0,1 0-1 0 0,-1-1 1 0 0,1 1-1 0 0,0 0 1 0 0,0 0 0 0 0,-1-1-1 0 0,1 1 1 0 0,0 0 0 0 0,0-1-1 0 0,0 1 1 0 0,-1-1 0 0 0,1 1-1 0 0,0-1 1 0 0,0 0 0 0 0,0 1-1 0 0,1-1 1 0 0,29 1 809 0 0,-24-2-615 0 0,-1 0 0 0 0,1-1 0 0 0,0 0 0 0 0,-1 0 0 0 0,0 0 1 0 0,12-7-1 0 0,-12 4-64 0 0,0 0 0 0 0,-1 0 0 0 0,0-1 0 0 0,0 0 0 0 0,0 0 0 0 0,-1 0 0 0 0,0 0 0 0 0,0-1-1 0 0,-1 0 1 0 0,1 0 0 0 0,-2 0 0 0 0,1 0 0 0 0,-1 0 0 0 0,3-13 0 0 0,0-9 429 0 0,0 0-1 0 0,-1-40 1 0 0,-3 65-550 0 0,-1 0 1 0 0,-1 1-1 0 0,1-1 1 0 0,0 0-1 0 0,-1 0 1 0 0,0 0 0 0 0,0 0-1 0 0,0 1 1 0 0,0-1-1 0 0,-1 0 1 0 0,1 1-1 0 0,-3-5 1 0 0,3 8-9 0 0,1-1-1 0 0,0 1 1 0 0,-1-1-1 0 0,1 1 1 0 0,-1 0-1 0 0,1-1 1 0 0,-1 1-1 0 0,1-1 1 0 0,-1 1 0 0 0,1 0-1 0 0,-1-1 1 0 0,1 1-1 0 0,-1 0 1 0 0,1 0-1 0 0,-1-1 1 0 0,1 1 0 0 0,-1 0-1 0 0,0 0 1 0 0,1 0-1 0 0,-1 0 1 0 0,1 0-1 0 0,-1 0 1 0 0,0 0-1 0 0,1 0 1 0 0,-1 0 0 0 0,1 0-1 0 0,-1 0 1 0 0,0 0-1 0 0,-1 1 81 0 0,0 0-1 0 0,0 1 0 0 0,1-1 1 0 0,-1 0-1 0 0,1 0 1 0 0,-1 1-1 0 0,1-1 0 0 0,-1 1 1 0 0,1-1-1 0 0,0 1 1 0 0,0 0-1 0 0,0 0 0 0 0,-1 2 1 0 0,-5 9-168 0 0,0 0 0 0 0,2 1 0 0 0,0 0 1 0 0,0-1-1 0 0,1 2 0 0 0,1-1 0 0 0,1 0 0 0 0,0 1 1 0 0,0 15-1 0 0,1-24-64 0 0,1-1 1 0 0,0 0 0 0 0,0 1-1 0 0,1-1 1 0 0,0 0 0 0 0,0 1-1 0 0,0-1 1 0 0,1 0 0 0 0,-1 0 0 0 0,1 0-1 0 0,0 0 1 0 0,1 0 0 0 0,-1-1-1 0 0,1 1 1 0 0,0-1 0 0 0,0 1-1 0 0,0-1 1 0 0,1 0 0 0 0,-1 0-1 0 0,1 0 1 0 0,0-1 0 0 0,0 0-1 0 0,1 1 1 0 0,-1-1 0 0 0,1-1-1 0 0,-1 1 1 0 0,1-1 0 0 0,5 3-1 0 0,-6-4 59 0 0,-1 0-1 0 0,1-1 1 0 0,0 1-1 0 0,-1-1 0 0 0,1 1 1 0 0,-1-1-1 0 0,1 0 1 0 0,0 0-1 0 0,-1-1 0 0 0,1 1 1 0 0,0-1-1 0 0,-1 0 1 0 0,1 0-1 0 0,-1 0 0 0 0,1 0 1 0 0,-1 0-1 0 0,0-1 1 0 0,0 0-1 0 0,1 0 1 0 0,-1 0-1 0 0,0 0 0 0 0,0 0 1 0 0,-1 0-1 0 0,1-1 1 0 0,0 1-1 0 0,-1-1 0 0 0,5-6 1 0 0,5-7 125 0 0,-1-2 1 0 0,0 1-1 0 0,15-37 1 0 0,-9 18 51 0 0,-11 24-35 0 0,26-43 222 0 0,-30 52-295 0 0,1 0 1 0 0,-1 0 0 0 0,0 0 0 0 0,1 0 0 0 0,-1 0 0 0 0,1 1 0 0 0,0-1 0 0 0,0 1 0 0 0,0 0-1 0 0,0 0 1 0 0,1 0 0 0 0,-1 0 0 0 0,5-2 0 0 0,-7 4 49 0 0,0 0-1 0 0,1 0 1 0 0,-1 0-1 0 0,0 0 1 0 0,1 0 0 0 0,-1 1-1 0 0,0-1 1 0 0,1 0 0 0 0,-1 1-1 0 0,0-1 1 0 0,0 1-1 0 0,1-1 1 0 0,-1 1 0 0 0,0 0-1 0 0,0-1 1 0 0,0 1-1 0 0,0 0 1 0 0,0 0 0 0 0,0 0-1 0 0,0 0 1 0 0,0 0 0 0 0,0 0-1 0 0,0 0 1 0 0,0 2-1 0 0,23 36 1367 0 0,-12-17-1162 0 0,-4-12-260 0 0,-1 0 0 0 0,2 0 1 0 0,-1-1-1 0 0,1 0 0 0 0,1-1 1 0 0,-1 0-1 0 0,2 0 0 0 0,-1-1 1 0 0,1 0-1 0 0,0-1 0 0 0,13 5 1 0 0,-23-10-12 0 0,0-2 0 0 0,1 1 0 0 0,-1 0 0 0 0,0 0 0 0 0,1 0 0 0 0,-1-1 0 0 0,0 1 0 0 0,1 0 0 0 0,-1-1 0 0 0,0 1 0 0 0,0-1 0 0 0,1 0 0 0 0,-1 1 0 0 0,0-1 0 0 0,0 0 0 0 0,0 0 0 0 0,0 0 0 0 0,0 0 0 0 0,0 0 0 0 0,0 0 0 0 0,0 0 1 0 0,1-2-1 0 0,23-31 163 0 0,-20 25-119 0 0,11-16 146 0 0,-13 19 43 0 0,0-1 1 0 0,1 1-1 0 0,0 1 0 0 0,0-1 0 0 0,1 1 1 0 0,9-10-1 0 0,-13 15-159 0 0,0 0-1 0 0,0 0 1 0 0,0 0 0 0 0,0 0-1 0 0,0 0 1 0 0,-1 1 0 0 0,1-1-1 0 0,0 0 1 0 0,0 1 0 0 0,0-1-1 0 0,0 0 1 0 0,-1 1 0 0 0,1-1-1 0 0,0 1 1 0 0,-1-1 0 0 0,1 1-1 0 0,0 0 1 0 0,-1-1 0 0 0,1 1-1 0 0,0 0 1 0 0,-1-1 0 0 0,1 1-1 0 0,-1 0 1 0 0,1 1 0 0 0,16 22 183 0 0,-17-24-220 0 0,76 139-2138 0 0,-64-120-5102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55.70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1 11058 0 0,'-2'79'8234'0'0,"4"79"-5999"0"0,5-87-3851 0 0,-5-49-5524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55.8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23 7834 0 0,'0'-6'696'0'0,"2"0"-560"0"0,-1 3-136 0 0,1 3 0 0 0,-1 0 352 0 0,2 0 48 0 0,0-3 8 0 0,2 0 0 0 0,-1 2-24 0 0,1 4-8 0 0,-2 1 0 0 0,-3 5 1 0 0,-2 4-946 0 0,-1 2-183 0 0,0 1-40 0 0,2 1-8 0 0,-1-2 616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56.1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164 10 8754 0 0,'-1'-1'421'0'0,"0"0"0"0"0,0 0 0 0 0,0 0 1 0 0,0 0-1 0 0,0 0 0 0 0,-1 1 0 0 0,1-1 0 0 0,0 1 1 0 0,-1-1-1 0 0,1 1 0 0 0,0-1 0 0 0,-1 1 1 0 0,1 0-1 0 0,0 0 0 0 0,-1-1 0 0 0,1 1 0 0 0,-1 0 1 0 0,1 0-1 0 0,-3 1 0 0 0,1-1-9 0 0,-1 1-1 0 0,0 0 1 0 0,0 1 0 0 0,1-1-1 0 0,-1 0 1 0 0,1 1 0 0 0,-4 2-1 0 0,-5 4 47 0 0,0 0-1 0 0,-18 18 0 0 0,25-22-415 0 0,1 0-1 0 0,-1 1 0 0 0,1 0 1 0 0,1-1-1 0 0,-1 1 0 0 0,1 0 1 0 0,0 1-1 0 0,0-1 0 0 0,0 1 1 0 0,0-1-1 0 0,1 1 0 0 0,0 0 1 0 0,1 0-1 0 0,-1 0 0 0 0,1 0 1 0 0,0 0-1 0 0,1 0 0 0 0,-1 0 1 0 0,1 10-1 0 0,2-9-41 0 0,-1 1 0 0 0,1-1 0 0 0,0 0 0 0 0,0 0 0 0 0,1 0 0 0 0,-1-1 0 0 0,2 1-1 0 0,-1-1 1 0 0,1 0 0 0 0,0 1 0 0 0,0-1 0 0 0,1-1 0 0 0,0 1 0 0 0,0-1 0 0 0,0 0 0 0 0,7 5 0 0 0,-1-1 11 0 0,1-1 0 0 0,-1-1 0 0 0,2 1 0 0 0,-1-2 1 0 0,1 0-1 0 0,0-1 0 0 0,0 0 0 0 0,1-1 0 0 0,-1 0 0 0 0,1-1 1 0 0,22 2-1 0 0,-9-3-468 0 0,0-2 0 0 0,0 0-1 0 0,0-2 1 0 0,0-1 0 0 0,28-8 0 0 0,-11 1-6792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1:57.80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696 1937 6913 0 0,'-40'-11'701'0'0,"-1"3"-1"0"0,-68-6 0 0 0,63 9 694 0 0,-80-18 1 0 0,122 23-1244 0 0,1-1-1 0 0,-1 0 1 0 0,1 0 0 0 0,0 0 0 0 0,0-1 0 0 0,0 1 0 0 0,-1-1 0 0 0,1 1 0 0 0,0-1 0 0 0,1 0 0 0 0,-1 0 0 0 0,0 0 0 0 0,-3-4 0 0 0,7 6-128 0 0,-1-1 0 0 0,0 1-1 0 0,0-1 1 0 0,1 1 0 0 0,-1-1-1 0 0,0 1 1 0 0,0 0 0 0 0,1-1-1 0 0,-1 1 1 0 0,1 0-1 0 0,-1-1 1 0 0,0 1 0 0 0,1 0-1 0 0,-1-1 1 0 0,1 1 0 0 0,-1 0-1 0 0,1 0 1 0 0,-1 0 0 0 0,1-1-1 0 0,-1 1 1 0 0,1 0 0 0 0,-1 0-1 0 0,1 0 1 0 0,-1 0 0 0 0,1 0-1 0 0,-1 0 1 0 0,1 0 0 0 0,-1 0-1 0 0,1 0 1 0 0,-1 0 0 0 0,1 0-1 0 0,-1 0 1 0 0,0 0-1 0 0,2 1 1 0 0,19 1 142 0 0,81 14 17 0 0,130 16-187 0 0,170-12 137 0 0,47 4 426 0 0,821 134 627 0 0,-385-52-1094 0 0,-818-105 95 0 0,0-4 0 0 0,0-2-1 0 0,76-16 1 0 0,191-64 1447 0 0,-308 78-1641 0 0,0 2-1 0 0,0 1 1 0 0,1 1-1 0 0,52 1 1 0 0,-78 2 8 0 0,-1 0 0 0 0,0 0 0 0 0,1 0 0 0 0,-1 0 0 0 0,1 0 0 0 0,-1 0 0 0 0,1 0 0 0 0,-1 0 0 0 0,0 0 0 0 0,1 0 0 0 0,-1 0 0 0 0,0-1 0 0 0,1 1 0 0 0,-1 0 0 0 0,1 0 0 0 0,-1 0 0 0 0,0-1 0 0 0,0 1 0 0 0,1 0 0 0 0,-1-1 0 0 0,0 1 0 0 0,1 0 0 0 0,-1-1 0 0 0,0 1 0 0 0,0 0 0 0 0,0-1 0 0 0,1 1 0 0 0,-1 0 0 0 0,0-2 0 0 0,0-15 56 0 0,-14-28 135 0 0,7 28-105 0 0,-8-40 205 0 0,2-2 1 0 0,2 0-1 0 0,-3-81 0 0 0,9-181 778 0 0,5 286-958 0 0,6-124 175 0 0,6 1 0 0 0,8 0 0 0 0,52-205 0 0 0,10-89 543 0 0,-81 446-844 0 0,-1-11 141 0 0,-17 27-281 0 0,1 0 62 0 0,-1-1 0 0 0,0 0-1 0 0,0-1 1 0 0,-1-1-1 0 0,-27 8 1 0 0,-96 16-14 0 0,136-30 97 0 0,-124 17-188 0 0,-216 1 0 0 0,275-17 126 0 0,-707-37-864 0 0,281 2 336 0 0,39 30-1687 0 0,-651 79 1 0 0,542-24 1656 0 0,311-27-1352 0 0,239-25 2416 0 0,0 0 1 0 0,-21-3-1 0 0,-13 0 695 0 0,49 3-914 0 0,0-1 1 0 0,0 1 0 0 0,0 0 0 0 0,0 0 0 0 0,0-1-1 0 0,0 1 1 0 0,0-1 0 0 0,0 1 0 0 0,0-1 0 0 0,0 1 0 0 0,0-1-1 0 0,1 0 1 0 0,-1 1 0 0 0,0-1 0 0 0,-1-1 0 0 0,1 1-138 0 0,0 0 0 0 0,1 0 1 0 0,-1 0-1 0 0,0 0 0 0 0,0 1 1 0 0,0-1-1 0 0,0 0 0 0 0,0 1 1 0 0,0-1-1 0 0,0 0 0 0 0,0 1 1 0 0,-1 0-1 0 0,1-1 1 0 0,0 1-1 0 0,0 0 0 0 0,-2-1 1 0 0,3 1-13 0 0,14 55 12 0 0,-9 198-78 0 0,-4-55 0 0 0,30 68 0 0 0,0 12 0 0 0,-28-117 220 0 0,6 96 288 0 0,4-196-236 0 0,-9-50-216 0 0,-1 0 0 0 0,-1 0 0 0 0,0 1 0 0 0,1 14 0 0 0,-10-8-1825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45.5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93 46 6449 0 0,'0'0'-14'0'0,"-4"-6"501"0"0,0 0 0 0 0,-1 1 0 0 0,0 0 0 0 0,0 0 1 0 0,0 0-1 0 0,-9-5 0 0 0,13 10-304 0 0,1-1-1 0 0,-1 1 1 0 0,0-1 0 0 0,0 1 0 0 0,0 0-1 0 0,0 0 1 0 0,0-1 0 0 0,0 1 0 0 0,0 0 0 0 0,0 0-1 0 0,0 0 1 0 0,0 0 0 0 0,0 0 0 0 0,0 0-1 0 0,0 0 1 0 0,0 0 0 0 0,0 0 0 0 0,0 1 0 0 0,0-1-1 0 0,-2 1 1 0 0,2 0-6 0 0,-1 0-1 0 0,1 1 0 0 0,-1-1 1 0 0,1 1-1 0 0,-1-1 1 0 0,1 1-1 0 0,0-1 1 0 0,0 1-1 0 0,-1 0 1 0 0,1 0-1 0 0,1-1 1 0 0,-1 1-1 0 0,0 0 1 0 0,-1 3-1 0 0,0 3 118 0 0,0 1 0 0 0,0 0 0 0 0,0-1 0 0 0,1 1-1 0 0,1 0 1 0 0,-1 0 0 0 0,1-1 0 0 0,2 12 0 0 0,15 73 691 0 0,-7-49-695 0 0,10 97 211 0 0,5 219 1 0 0,-25-340-567 0 0,13 171-687 0 0,-8-168-128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45.9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69 5985 0 0,'2'-5'266'0'0,"1"1"-1"0"0,0-1 0 0 0,1 1 0 0 0,-1 0 1 0 0,1 0-1 0 0,0 0 0 0 0,0 1 0 0 0,0-1 1 0 0,0 1-1 0 0,1 0 0 0 0,-1 0 0 0 0,1 1 1 0 0,-1-1-1 0 0,1 1 0 0 0,0 0 0 0 0,0 0 1 0 0,1 0-1 0 0,7-1 0 0 0,-5 1-256 0 0,0 1 0 0 0,0-1-1 0 0,1 1 1 0 0,-1 1 0 0 0,1 0 0 0 0,-1 0 0 0 0,0 0-1 0 0,1 1 1 0 0,-1 1 0 0 0,0-1 0 0 0,12 4-1 0 0,-15-2 37 0 0,0-1 0 0 0,0 0-1 0 0,0 1 1 0 0,0 0 0 0 0,0 0 0 0 0,-1 0-1 0 0,1 1 1 0 0,-1 0 0 0 0,0 0-1 0 0,0 0 1 0 0,0 0 0 0 0,-1 0-1 0 0,1 1 1 0 0,-1 0 0 0 0,0 0-1 0 0,0-1 1 0 0,-1 2 0 0 0,0-1 0 0 0,1 0-1 0 0,-2 0 1 0 0,1 1 0 0 0,-1-1-1 0 0,0 1 1 0 0,0 0 0 0 0,0-1-1 0 0,-1 1 1 0 0,0 0 0 0 0,0-1-1 0 0,-1 10 1 0 0,-2 5 26 0 0,-1 0-1 0 0,0-1 1 0 0,-2 0 0 0 0,0 0-1 0 0,-1 0 1 0 0,-1-1-1 0 0,-11 20 1 0 0,-7 8 217 0 0,-48 65 0 0 0,59-91 641 0 0,0-1 1 0 0,-2-1-1 0 0,0-1 0 0 0,-1 0 0 0 0,-31 21 98 0 0,50-38-995 0 0,-1 0 1 0 0,0 0 0 0 0,0 0-1 0 0,0 0 1 0 0,0 0 0 0 0,0 0-1 0 0,0 0 1 0 0,0 0 0 0 0,0 0-1 0 0,0 0 1 0 0,0 0 0 0 0,2 1 784 0 0,-2-1-785 0 0,0 0 1 0 0,0 0 0 0 0,0 0-1 0 0,0 0 1 0 0,1 0 0 0 0,-1 0-1 0 0,0 0 1 0 0,0 0 0 0 0,0 0-1 0 0,0 0 1 0 0,0 1 0 0 0,0-1-1 0 0,0 0 1 0 0,0 0 0 0 0,0 0-1 0 0,0 0 1 0 0,0 0 0 0 0,0 0-1 0 0,-1 0 1 0 0,18 0 649 0 0,19-5-420 0 0,-13 3-109 0 0,1 1-1 0 0,-1 0 0 0 0,1 2 1 0 0,-1 1-1 0 0,27 5 0 0 0,31 11-1039 0 0,0 6-4941 0 0,-59-16-1164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46.5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12443 0 0,'4'12'4093'0'0,"0"20"-3244"0"0,-3-14-150 0 0,3 9 0 0 0,0 3-167 0 0,1 1 0 0 0,1-1 1 0 0,1-1-1 0 0,16 39 0 0 0,-20-61-514 0 0,0 0-1 0 0,0-1 0 0 0,1 1 0 0 0,0-1 0 0 0,0 1 1 0 0,0-1-1 0 0,1-1 0 0 0,0 1 0 0 0,0-1 1 0 0,1 0-1 0 0,0 0 0 0 0,0 0 0 0 0,0-1 1 0 0,0 0-1 0 0,0 0 0 0 0,1 0 0 0 0,0-1 1 0 0,0 0-1 0 0,0 0 0 0 0,0-1 0 0 0,0 0 1 0 0,0 0-1 0 0,10 0 0 0 0,-15-2-17 0 0,1 0 0 0 0,0 0 0 0 0,0 0 1 0 0,0 0-1 0 0,0-1 0 0 0,0 0 0 0 0,0 1 0 0 0,-1-1 0 0 0,1 0 1 0 0,0 0-1 0 0,-1-1 0 0 0,1 1 0 0 0,-1-1 0 0 0,1 1 0 0 0,-1-1 1 0 0,0 0-1 0 0,1 0 0 0 0,-1 0 0 0 0,0 0 0 0 0,0 0 0 0 0,0 0 1 0 0,-1 0-1 0 0,1-1 0 0 0,0 1 0 0 0,-1-1 0 0 0,0 1 0 0 0,0-1 1 0 0,2-4-1 0 0,3-9-4 0 0,0-1 0 0 0,-1 0 0 0 0,4-27 0 0 0,-5 28 50 0 0,6-49-46 0 0,-8 46 25 0 0,0-1 0 0 0,2 1 0 0 0,0 1 0 0 0,11-30 0 0 0,-14 47-10 0 0,-1 0 0 0 0,0 0 0 0 0,1 0 0 0 0,-1 0 0 0 0,0 0 0 0 0,1 0 0 0 0,0 0 0 0 0,-1 0 0 0 0,1 0 0 0 0,-1 0 0 0 0,1 0 0 0 0,0 0 0 0 0,0 0 0 0 0,-1 1 0 0 0,1-1 0 0 0,0 0 0 0 0,0 1 0 0 0,0-1 0 0 0,0 0 0 0 0,0 1 0 0 0,0-1 0 0 0,0 1 0 0 0,0-1 0 0 0,0 1 0 0 0,2-1 0 0 0,-2 2-5 0 0,0-1 0 0 0,1 1 0 0 0,-1-1 0 0 0,0 1 0 0 0,0 0 0 0 0,0-1-1 0 0,0 1 1 0 0,0 0 0 0 0,0 0 0 0 0,-1 0 0 0 0,1 0 0 0 0,0 0 0 0 0,0 0 0 0 0,0 0 0 0 0,-1 0 0 0 0,1 0 0 0 0,-1 0 0 0 0,2 2 0 0 0,3 9 37 0 0,-1 0 0 0 0,0 0 0 0 0,3 13 0 0 0,-1 3 66 0 0,1 0 0 0 0,2-1-1 0 0,1 0 1 0 0,1 0 0 0 0,19 32 0 0 0,-26-52-205 0 0,1 0-1 0 0,0 0 1 0 0,0-1 0 0 0,1 1-1 0 0,0-1 1 0 0,0 0 0 0 0,1-1-1 0 0,-1 0 1 0 0,14 9 0 0 0,-15-12-212 0 0,1 1 0 0 0,-1-1 0 0 0,1 0 1 0 0,0-1-1 0 0,-1 1 0 0 0,1-1 0 0 0,0 0 1 0 0,0-1-1 0 0,0 1 0 0 0,0-1 0 0 0,0 0 1 0 0,0-1-1 0 0,-1 1 0 0 0,1-1 0 0 0,10-3 0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47.39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69 6449 0 0,'2'-6'852'0'0,"23"-36"3410"0"0,-24 40-4062 0 0,0 1-1 0 0,0-1 0 0 0,0 1 1 0 0,0 0-1 0 0,0-1 1 0 0,1 1-1 0 0,-1 0 1 0 0,0 0-1 0 0,1 0 1 0 0,-1 0-1 0 0,1 0 1 0 0,-1 0-1 0 0,1 1 1 0 0,-1-1-1 0 0,1 0 1 0 0,0 1-1 0 0,-1-1 1 0 0,1 1-1 0 0,0-1 1 0 0,-1 1-1 0 0,1 0 1 0 0,0 0-1 0 0,-1 0 1 0 0,4 0-1 0 0,-3 2 153 0 0,1 0 0 0 0,-1 0 0 0 0,0 1 0 0 0,0-1 0 0 0,0 1-1 0 0,-1-1 1 0 0,1 1 0 0 0,0 0 0 0 0,-1 0 0 0 0,0-1 0 0 0,0 1 0 0 0,0 0-1 0 0,0 0 1 0 0,0 0 0 0 0,0 3 0 0 0,7 17-53 0 0,59 68-245 0 0,-59-75-54 0 0,-1 1 0 0 0,0 0 0 0 0,8 36 0 0 0,-10-34 0 0 0,0 1 0 0 0,16 32 0 0 0,-21-52 0 0 0,-1 0 0 0 0,1-1 0 0 0,0 1 0 0 0,0 0 0 0 0,0 0 0 0 0,0 0 0 0 0,0 0 0 0 0,0 0 0 0 0,0 0 0 0 0,0 0 0 0 0,0 0 0 0 0,1 0 0 0 0,-1-1 0 0 0,0 1 0 0 0,0 0 0 0 0,0 0 0 0 0,0 0 0 0 0,0 0 0 0 0,0 0 0 0 0,0 0 0 0 0,0 0 0 0 0,0 0 0 0 0,0 0 0 0 0,0 0 0 0 0,0 0 0 0 0,0-1 0 0 0,0 1 0 0 0,0 0 0 0 0,0 0 0 0 0,0 0 0 0 0,1 0 0 0 0,-1 0 0 0 0,0 0 0 0 0,0 0 0 0 0,0 0 0 0 0,0 0 0 0 0,0 0 0 0 0,0 0 0 0 0,0 0 0 0 0,0 0 0 0 0,0 0 0 0 0,1 0 0 0 0,-1 0 0 0 0,0 0 0 0 0,0 0 0 0 0,0 0 0 0 0,0 0 0 0 0,0 0 0 0 0,0 0 0 0 0,0 0 0 0 0,0 0 0 0 0,0 0 0 0 0,0 0 0 0 0,1 0 0 0 0,-1 0 0 0 0,0 0 0 0 0,0 0 0 0 0,0 0 0 0 0,0 1 0 0 0,0-1 0 0 0,0 0 0 0 0,0 0 0 0 0,0 0 0 0 0,0 0 0 0 0,0 0 0 0 0,0 0 0 0 0,0 0 0 0 0,0 0 0 0 0,0 0 0 0 0,5-15 0 0 0,4-38 0 0 0,-1 2 0 0 0,0 16-11 0 0,-6 20 1 0 0,1-1-1 0 0,1 1 0 0 0,0 1 1 0 0,1-1-1 0 0,1 1 0 0 0,0-1 0 0 0,11-17 1 0 0,-16 30 10 0 0,0 1 0 0 0,0-1 0 0 0,0 1 0 0 0,1-1 0 0 0,-1 1 0 0 0,0-1 0 0 0,1 1 0 0 0,-1 0 0 0 0,1 0 1 0 0,0 0-1 0 0,-1 0 0 0 0,1 0 0 0 0,0 0 0 0 0,0 0 0 0 0,-1 0 0 0 0,1 1 0 0 0,0-1 0 0 0,0 1 0 0 0,0-1 0 0 0,0 1 0 0 0,0 0 0 0 0,2 0 0 0 0,-1 0 1 0 0,0 1-1 0 0,0-1 0 0 0,0 1 0 0 0,0 0 0 0 0,0 1 0 0 0,0-1 0 0 0,0 0 0 0 0,-1 1 1 0 0,1-1-1 0 0,-1 1 0 0 0,1 0 0 0 0,3 3 0 0 0,4 5-3 0 0,0 1-1 0 0,-1 0 1 0 0,-1 0 0 0 0,13 22-1 0 0,39 65-1265 0 0,-47-79 455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47.8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173 466 5529 0 0,'0'-4'299'0'0,"-1"0"0"0"0,0 1 0 0 0,-1-1 1 0 0,1 0-1 0 0,-1 1 0 0 0,1-1 0 0 0,-1 1 0 0 0,0 0 0 0 0,0-1 0 0 0,-1 1 0 0 0,1 0 0 0 0,-1 0 0 0 0,0 0 0 0 0,1 1 1 0 0,-1-1-1 0 0,-5-3 0 0 0,5 5-77 0 0,1 1 1 0 0,0-1-1 0 0,0 0 1 0 0,0 1 0 0 0,-1-1-1 0 0,1 1 1 0 0,0 0-1 0 0,0 0 1 0 0,-1 0-1 0 0,1 0 1 0 0,0 0-1 0 0,-1 0 1 0 0,1 1-1 0 0,0-1 1 0 0,0 1 0 0 0,0-1-1 0 0,-1 1 1 0 0,1 0-1 0 0,0 0 1 0 0,0 0-1 0 0,0 0 1 0 0,0 0-1 0 0,0 1 1 0 0,1-1 0 0 0,-1 0-1 0 0,0 1 1 0 0,0 0-1 0 0,1-1 1 0 0,-2 3-1 0 0,-5 5-6 0 0,1 0 0 0 0,0 0 0 0 0,0 1 0 0 0,1-1 0 0 0,0 2 0 0 0,1-1 0 0 0,0 0 0 0 0,-6 22 0 0 0,9-27-144 0 0,0 1 0 0 0,1 0 0 0 0,0-1-1 0 0,0 1 1 0 0,0 0 0 0 0,1-1-1 0 0,0 1 1 0 0,0 0 0 0 0,0 0-1 0 0,0-1 1 0 0,1 1 0 0 0,0 0 0 0 0,1-1-1 0 0,-1 1 1 0 0,1-1 0 0 0,0 1-1 0 0,0-1 1 0 0,1 0 0 0 0,4 9-1 0 0,-6-13-95 0 0,0 0-1 0 0,0 0 1 0 0,0 0-1 0 0,0 0 0 0 0,-1 0 1 0 0,1 0-1 0 0,1 0 1 0 0,-1-1-1 0 0,0 1 0 0 0,0 0 1 0 0,0 0-1 0 0,0-1 1 0 0,0 1-1 0 0,1-1 0 0 0,-1 1 1 0 0,0-1-1 0 0,0 1 1 0 0,1-1-1 0 0,-1 0 0 0 0,0 0 1 0 0,1 0-1 0 0,-1 0 1 0 0,0 0-1 0 0,1 0 0 0 0,2 0 1 0 0,-2-1-86 0 0,0 0 1 0 0,1 0-1 0 0,-1 0 0 0 0,0-1 1 0 0,1 1-1 0 0,-1-1 1 0 0,0 1-1 0 0,0-1 0 0 0,0 0 1 0 0,0 0-1 0 0,0 0 1 0 0,1-2-1 0 0,4-5-263 0 0,-1-1-1 0 0,0 1 1 0 0,-1-1-1 0 0,0 0 1 0 0,4-13-1 0 0,-5 8 239 0 0,0 0 0 0 0,-1 0 0 0 0,-1-1 0 0 0,-1 1 0 0 0,0-1 0 0 0,-1 1 0 0 0,-2-20 0 0 0,-21-110 129 0 0,12 91-20 0 0,6 26 78 0 0,-17-78 192 0 0,19 93 174 0 0,-1-1-1 0 0,-1 1 1 0 0,0 0-1 0 0,-1 0 0 0 0,-10-16 1 0 0,16 29-373 0 0,0 0 1 0 0,0 0-1 0 0,0 0 1 0 0,0 0 0 0 0,0-1-1 0 0,0 1 1 0 0,0 0-1 0 0,0 0 1 0 0,0 0-1 0 0,0 0 1 0 0,0-1-1 0 0,0 1 1 0 0,0 0-1 0 0,0 0 1 0 0,-1 0-1 0 0,1 0 1 0 0,0 0 0 0 0,0-1-1 0 0,0 1 1 0 0,0 0-1 0 0,0 0 1 0 0,0 0-1 0 0,0 0 1 0 0,-1 0-1 0 0,1 0 1 0 0,0 0-1 0 0,0 0 1 0 0,0-1 0 0 0,0 1-1 0 0,0 0 1 0 0,-1 0-1 0 0,1 0 1 0 0,0 0-1 0 0,0 0 1 0 0,0 0-1 0 0,0 0 1 0 0,-1 0-1 0 0,1 0 1 0 0,0 0-1 0 0,0 0 1 0 0,0 0 0 0 0,0 0-1 0 0,-1 0 1 0 0,1 0-1 0 0,0 0 1 0 0,0 0-1 0 0,0 0 1 0 0,0 0-1 0 0,0 1 1 0 0,-1-1-1 0 0,1 0 1 0 0,0 0-1 0 0,0 0 1 0 0,0 0 0 0 0,0 0-1 0 0,0 0 1 0 0,-1 0-1 0 0,1 0 1 0 0,0 1-1 0 0,0-1 1 0 0,0 0-1 0 0,0 0 1 0 0,-2 17 1108 0 0,5 21-772 0 0,17 60-163 0 0,47 134 0 0 0,-25-96-125 0 0,-14-46-1691 0 0,8-2-3334 0 0,-21-59-2136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48.1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57 122 6913 0 0,'-1'0'129'0'0,"0"0"0"0"0,1 0 0 0 0,-1-1 0 0 0,0 1-1 0 0,1 0 1 0 0,-1 0 0 0 0,0 0 0 0 0,0 0-1 0 0,1-1 1 0 0,-1 1 0 0 0,0 0 0 0 0,1 0 0 0 0,-1 1-1 0 0,0-1 1 0 0,0 0 0 0 0,1 0 0 0 0,-1 0-1 0 0,0 0 1 0 0,1 1 0 0 0,-1-1 0 0 0,0 0 0 0 0,1 1-1 0 0,-1-1 1 0 0,0 0 0 0 0,1 1 0 0 0,-1 0-1 0 0,-13 18 2810 0 0,11-12-2415 0 0,1-1-1 0 0,0 0 1 0 0,0 0-1 0 0,1 1 1 0 0,-1 8 0 0 0,2-8-271 0 0,0 1 1 0 0,1-1-1 0 0,0 1 1 0 0,0-1-1 0 0,1 1 1 0 0,0-1-1 0 0,1 0 1 0 0,-1 1-1 0 0,1-1 1 0 0,1-1 0 0 0,-1 1-1 0 0,1 0 1 0 0,0-1-1 0 0,1 0 1 0 0,-1 0-1 0 0,7 6 1 0 0,-9-9-218 0 0,1-1 1 0 0,0 1 0 0 0,0-1-1 0 0,-1 0 1 0 0,2 0-1 0 0,-1 0 1 0 0,0 0-1 0 0,0 0 1 0 0,0 0 0 0 0,1-1-1 0 0,-1 0 1 0 0,1 0-1 0 0,-1 0 1 0 0,1 0 0 0 0,0 0-1 0 0,-1-1 1 0 0,1 1-1 0 0,0-1 1 0 0,-1 0-1 0 0,1 0 1 0 0,0-1 0 0 0,0 1-1 0 0,-1-1 1 0 0,1 0-1 0 0,-1 0 1 0 0,1 0-1 0 0,-1 0 1 0 0,1 0 0 0 0,-1-1-1 0 0,0 0 1 0 0,1 1-1 0 0,-1-1 1 0 0,0-1-1 0 0,4-3 1 0 0,-4 4-13 0 0,0-1-1 0 0,0 0 1 0 0,0 0-1 0 0,0 0 1 0 0,-1 0 0 0 0,1-1-1 0 0,-1 1 1 0 0,0-1 0 0 0,0 1-1 0 0,-1-1 1 0 0,1 0-1 0 0,-1 0 1 0 0,1 0 0 0 0,0-6-1 0 0,-1 2-3 0 0,0 0-1 0 0,-1 1 1 0 0,0-1 0 0 0,0 0 0 0 0,-1 1-1 0 0,0-1 1 0 0,-2-10 0 0 0,-2 2 13 0 0,0 0 0 0 0,0 1 1 0 0,-2 0-1 0 0,0 0 0 0 0,-1 1 1 0 0,-16-24-1 0 0,20 32 19 0 0,-1 0-1 0 0,1 1 1 0 0,-2 0 0 0 0,1 0 0 0 0,0 0 0 0 0,-1 1-1 0 0,0 0 1 0 0,-12-7 0 0 0,14 9-203 0 0,-1 0 0 0 0,1 0 0 0 0,0 1 0 0 0,-1 0 0 0 0,1 0 0 0 0,-7-1 0 0 0,7 2-589 0 0,0 0 0 0 0,0 0 1 0 0,0 0-1 0 0,0 1 0 0 0,0-1 0 0 0,0 1 0 0 0,-8 3 0 0 0,-4 3-6208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48.42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12123 0 0,'2'0'193'0'0,"0"1"1"0"0,0-1 0 0 0,0 1 0 0 0,0-1 0 0 0,0 1 0 0 0,0 0 0 0 0,0 0 0 0 0,0 0 0 0 0,0 0 0 0 0,-1 0-1 0 0,1 1 1 0 0,0-1 0 0 0,-1 0 0 0 0,1 1 0 0 0,-1-1 0 0 0,1 1 0 0 0,-1-1 0 0 0,0 1 0 0 0,0 0 0 0 0,0 0-1 0 0,2 3 1 0 0,20 48 1475 0 0,-17-36-1114 0 0,78 220 1906 0 0,-81-228-2498 0 0,-1-4-198 0 0,0 1-1 0 0,-1-1 0 0 0,1 1 0 0 0,-1-1 0 0 0,0 1 1 0 0,0-1-1 0 0,-1 1 0 0 0,0-1 0 0 0,0 1 0 0 0,-1 7 1 0 0,-2-8-772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48.6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72 7490 0 0,'3'-3'84'0'0,"-1"-1"0"0"0,1 1 0 0 0,0-1 0 0 0,0 1 0 0 0,0 0 1 0 0,1 0-1 0 0,-1 0 0 0 0,1 1 0 0 0,-1-1 0 0 0,1 1 0 0 0,5-3 1 0 0,47-18 2369 0 0,-49 21-2002 0 0,0 0 0 0 0,0 0 0 0 0,0 0 0 0 0,0 1 0 0 0,0 1 0 0 0,1-1 0 0 0,-1 1-1 0 0,0 0 1 0 0,0 1 0 0 0,0-1 0 0 0,1 1 0 0 0,12 4 0 0 0,-17-4-352 0 0,-1 0-1 0 0,1 0 1 0 0,-1 1 0 0 0,1-1 0 0 0,-1 0 0 0 0,0 1-1 0 0,0-1 1 0 0,0 1 0 0 0,1 0 0 0 0,-1 0 0 0 0,-1 0 0 0 0,1 0-1 0 0,0 0 1 0 0,0 0 0 0 0,-1 0 0 0 0,1 0 0 0 0,-1 1-1 0 0,0-1 1 0 0,0 1 0 0 0,0-1 0 0 0,0 1 0 0 0,0-1-1 0 0,0 1 1 0 0,-1 0 0 0 0,1-1 0 0 0,-1 1 0 0 0,0 0-1 0 0,0 0 1 0 0,0-1 0 0 0,0 1 0 0 0,0 0 0 0 0,-1-1-1 0 0,1 1 1 0 0,-1 0 0 0 0,0-1 0 0 0,-2 6 0 0 0,-1 6 50 0 0,-2 0 1 0 0,0-1-1 0 0,0 1 0 0 0,-1-2 1 0 0,-1 1-1 0 0,-10 13 1 0 0,-63 67-575 0 0,38-45-2707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48.9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11 262 3225 0 0,'14'-3'657'0'0,"1"0"1"0"0,-1-1 0 0 0,0-1-1 0 0,0-1 1 0 0,0 0-1 0 0,-1 0 1 0 0,0-1 0 0 0,0-1-1 0 0,-1 0 1 0 0,0-1 0 0 0,0 0-1 0 0,-1-1 1 0 0,0 0-1 0 0,-1-1 1 0 0,0 0 0 0 0,-1-1-1 0 0,10-15 1 0 0,-17 24-617 0 0,0 1-1 0 0,-1-1 1 0 0,0 1 0 0 0,0-1-1 0 0,0 0 1 0 0,0 1 0 0 0,0-1-1 0 0,0 0 1 0 0,-1 0 0 0 0,1 0-1 0 0,-1 0 1 0 0,0 0 0 0 0,0 0 0 0 0,0 1-1 0 0,0-1 1 0 0,0 0 0 0 0,-1 0-1 0 0,0 0 1 0 0,1 0 0 0 0,-1 0-1 0 0,0 1 1 0 0,0-1 0 0 0,0 0-1 0 0,-1 1 1 0 0,1-1 0 0 0,-1 1-1 0 0,1-1 1 0 0,-1 1 0 0 0,0 0 0 0 0,0 0-1 0 0,0-1 1 0 0,0 1 0 0 0,0 1-1 0 0,0-1 1 0 0,-1 0 0 0 0,1 0-1 0 0,-1 1 1 0 0,1 0 0 0 0,-1-1-1 0 0,0 1 1 0 0,1 0 0 0 0,-1 0 0 0 0,0 0-1 0 0,0 1 1 0 0,0-1 0 0 0,1 1-1 0 0,-1 0 1 0 0,-4-1 0 0 0,0 0 9 0 0,0 1 0 0 0,0-1 0 0 0,0 1 1 0 0,1 0-1 0 0,-1 1 0 0 0,0 0 0 0 0,0 0 0 0 0,0 0 1 0 0,1 1-1 0 0,-1 0 0 0 0,1 0 0 0 0,-1 1 1 0 0,1-1-1 0 0,0 1 0 0 0,0 1 0 0 0,0-1 0 0 0,0 1 1 0 0,1 0-1 0 0,-1 1 0 0 0,1-1 0 0 0,0 1 1 0 0,1 0-1 0 0,-1 0 0 0 0,1 1 0 0 0,0-1 0 0 0,0 1 1 0 0,0 0-1 0 0,1 0 0 0 0,0 0 0 0 0,0 0 1 0 0,1 1-1 0 0,0-1 0 0 0,0 1 0 0 0,0 0 0 0 0,1-1 1 0 0,0 1-1 0 0,0 11 0 0 0,1-9-38 0 0,0-1-1 0 0,1 0 1 0 0,0 0-1 0 0,0 1 0 0 0,1-1 1 0 0,0 0-1 0 0,0-1 1 0 0,1 1-1 0 0,0 0 1 0 0,1-1-1 0 0,-1 1 1 0 0,1-1-1 0 0,1 0 1 0 0,0 0-1 0 0,0-1 1 0 0,10 12-1 0 0,-7-10-306 0 0,0 0 0 0 0,1-1 0 0 0,0 0 0 0 0,0 0 0 0 0,1-1 0 0 0,-1 0 0 0 0,1-1-1 0 0,1 0 1 0 0,-1 0 0 0 0,1-1 0 0 0,18 4 0 0 0,0-3-808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49.3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170 448 5065 0 0,'5'-6'272'0'0,"0"0"-1"0"0,0 0 1 0 0,-1-1-1 0 0,0 1 1 0 0,6-12-1 0 0,-9 16 10 0 0,-1 0-1 0 0,1 0 1 0 0,0 0 0 0 0,0 0 0 0 0,-1 0-1 0 0,1 0 1 0 0,-1 0 0 0 0,0 0-1 0 0,0-1 1 0 0,0 1 0 0 0,0 0-1 0 0,0 0 1 0 0,0 0 0 0 0,0 0 0 0 0,-1 0-1 0 0,1 0 1 0 0,-1 0 0 0 0,0 0-1 0 0,1-1 1 0 0,-1 2 0 0 0,0-1 0 0 0,0 0-1 0 0,0 0 1 0 0,0 0 0 0 0,-2-2-1 0 0,1 3-109 0 0,0 0 0 0 0,1 0 0 0 0,-1 0 0 0 0,0 0 0 0 0,0 0 0 0 0,1 0 0 0 0,-1 0 0 0 0,0 0 0 0 0,0 1 0 0 0,0-1 0 0 0,0 1 0 0 0,0 0 0 0 0,0-1 0 0 0,0 1 0 0 0,0 0 0 0 0,0 0 0 0 0,0 0 0 0 0,0 1 0 0 0,0-1 0 0 0,0 0 0 0 0,0 1 0 0 0,0-1 0 0 0,0 1 0 0 0,0 0 0 0 0,0 0 0 0 0,1-1 0 0 0,-1 1 0 0 0,0 0 0 0 0,-2 3 0 0 0,-7 2 277 0 0,1 1 0 0 0,0 0 0 0 0,-12 12 0 0 0,13-10-351 0 0,0 1 0 0 0,0 0 1 0 0,1 0-1 0 0,1 1 0 0 0,0 0 0 0 0,0 0 1 0 0,1 0-1 0 0,-9 24 0 0 0,13-29-55 0 0,1-1 0 0 0,-1 1 1 0 0,1 0-1 0 0,0-1 0 0 0,1 1 0 0 0,-1 0 0 0 0,1-1 0 0 0,0 1 0 0 0,1 0 0 0 0,0 6 0 0 0,0-9-30 0 0,0 1 0 0 0,1-1 0 0 0,-1 1-1 0 0,0-1 1 0 0,1 1 0 0 0,0-1 0 0 0,0 0 0 0 0,0 0-1 0 0,0 0 1 0 0,0 0 0 0 0,1 0 0 0 0,-1-1 0 0 0,1 1-1 0 0,0-1 1 0 0,0 1 0 0 0,6 3 0 0 0,-6-5-40 0 0,-1 1 0 0 0,1-1 0 0 0,-1 1 0 0 0,1-1 0 0 0,0 0 0 0 0,0 0 0 0 0,0 0 0 0 0,0-1 0 0 0,0 1 0 0 0,0 0 0 0 0,0-1 1 0 0,0 0-1 0 0,0 0 0 0 0,0 0 0 0 0,0 0 0 0 0,0 0 0 0 0,0-1 0 0 0,0 0 0 0 0,4 0 0 0 0,-3-1-75 0 0,0 0-1 0 0,0-1 1 0 0,0 1-1 0 0,0-1 1 0 0,0 0 0 0 0,0 0-1 0 0,-1 0 1 0 0,1 0-1 0 0,-1 0 1 0 0,0-1-1 0 0,4-5 1 0 0,0-1-110 0 0,-1-1 0 0 0,0 0 0 0 0,0 0 1 0 0,-1-1-1 0 0,-1 1 0 0 0,0-1 0 0 0,0 0 0 0 0,2-19 0 0 0,-3 0 10 0 0,-2 0 0 0 0,-1-1 1 0 0,-5-39-1 0 0,-20-95 268 0 0,20 135-88 0 0,2 13 119 0 0,2 10-4 0 0,0 1 1 0 0,0-1-1 0 0,0 1 1 0 0,-1 0-1 0 0,0-1 1 0 0,-1 1-1 0 0,1 0 1 0 0,-2 1-1 0 0,1-1 1 0 0,-5-6-1 0 0,8 12-26 0 0,0 1-1 0 0,-1-1 1 0 0,1 1-1 0 0,0-1 1 0 0,-1 1-1 0 0,1-1 0 0 0,-1 1 1 0 0,1 0-1 0 0,-1-1 1 0 0,1 1-1 0 0,-1 0 0 0 0,1-1 1 0 0,-1 1-1 0 0,1 0 1 0 0,-1 0-1 0 0,1-1 1 0 0,-1 1-1 0 0,1 0 0 0 0,-1 0 1 0 0,0 0-1 0 0,1 0 1 0 0,-1 0-1 0 0,1 0 1 0 0,-1 0-1 0 0,0 0 0 0 0,1 0 1 0 0,-1 0-1 0 0,1 0 1 0 0,-1 0-1 0 0,1 0 0 0 0,-2 1 1 0 0,-11 16 1075 0 0,1 26-469 0 0,11-24-606 0 0,0 0 1 0 0,2 0-1 0 0,0 0 1 0 0,0 0-1 0 0,2 0 1 0 0,1 0-1 0 0,11 36 1 0 0,6-2 170 0 0,35 67 1 0 0,-29-66-1261 0 0,21 62 0 0 0,-36-78-6867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49.8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94 9674 0 0,'21'-7'1032'0'0,"42"-14"347"0"0,97-29 1382 0 0,-138 45-2875 0 0,2 1 0 0 0,-1 0 0 0 0,0 2 1 0 0,1 1-1 0 0,28 3 0 0 0,-33-1-4967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50.0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1 102 7834 0 0,'20'-3'1755'0'0,"90"-35"3068"0"0,-60 20-2622 0 0,95-22-1 0 0,-129 37-3509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52.3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24 154 10138 0 0,'-2'-2'274'0'0,"0"0"-1"0"0,0 0 1 0 0,0-1 0 0 0,0 1-1 0 0,0-1 1 0 0,0 1 0 0 0,1-1-1 0 0,-1 0 1 0 0,1 0 0 0 0,0 1-1 0 0,0-1 1 0 0,0 0 0 0 0,0 0-1 0 0,1 0 1 0 0,-1 0 0 0 0,1 0-1 0 0,-1-4 1 0 0,2 5-116 0 0,-1-1 0 0 0,1 1 0 0 0,-1-1 0 0 0,1 1 0 0 0,0 0 0 0 0,0-1 0 0 0,0 1 0 0 0,0 0 0 0 0,0-1 0 0 0,1 1 0 0 0,-1 0 0 0 0,1 0 0 0 0,-1 0 0 0 0,1 0 0 0 0,0 1 0 0 0,-1-1 0 0 0,1 0 0 0 0,0 1 0 0 0,0-1 0 0 0,1 1 0 0 0,2-2 0 0 0,12-6 104 0 0,0 0 0 0 0,0 2 0 0 0,1 0 0 0 0,0 1 0 0 0,21-4 0 0 0,-28 8-230 0 0,0 0-1 0 0,0 0 1 0 0,1 1-1 0 0,-1 1 1 0 0,0 0 0 0 0,1 1-1 0 0,-1 0 1 0 0,0 0 0 0 0,20 6-1 0 0,-28-6-29 0 0,0 0 1 0 0,1 0-1 0 0,-1 0 0 0 0,0 0 0 0 0,0 1 0 0 0,-1 0 0 0 0,1-1 0 0 0,0 1 0 0 0,-1 0 1 0 0,1 0-1 0 0,-1 1 0 0 0,1-1 0 0 0,-1 0 0 0 0,0 1 0 0 0,0-1 0 0 0,0 1 0 0 0,0 0 1 0 0,-1 0-1 0 0,1 0 0 0 0,1 3 0 0 0,-2-1-12 0 0,0-1 0 0 0,0 1 1 0 0,-1 0-1 0 0,0-1 0 0 0,0 1 0 0 0,0 0 1 0 0,0-1-1 0 0,-1 1 0 0 0,1 0 1 0 0,-1-1-1 0 0,0 1 0 0 0,-3 6 0 0 0,-4 9-101 0 0,-1-1 0 0 0,-2 0 0 0 0,1 0 0 0 0,-25 31 0 0 0,-5-3 25 0 0,26-30 124 0 0,0 0-1 0 0,-15 24 1 0 0,28-41-29 0 0,1 1 1 0 0,-1-1-1 0 0,1 1 1 0 0,0 0 0 0 0,-1-1-1 0 0,1 1 1 0 0,0 0 0 0 0,-1-1-1 0 0,1 1 1 0 0,0 0 0 0 0,0 0-1 0 0,0-1 1 0 0,0 1 0 0 0,0 0-1 0 0,0-1 1 0 0,-1 1-1 0 0,2 0 1 0 0,-1 0 0 0 0,0-1-1 0 0,0 1 1 0 0,0 0 0 0 0,0 0-1 0 0,0-1 1 0 0,1 1 0 0 0,-1 0-1 0 0,0-1 1 0 0,1 2 0 0 0,0-1 7 0 0,0 0 0 0 0,0-1 0 0 0,0 1 0 0 0,0 0 1 0 0,1 0-1 0 0,-1-1 0 0 0,0 1 0 0 0,0-1 0 0 0,0 0 1 0 0,1 1-1 0 0,-1-1 0 0 0,0 0 0 0 0,1 1 0 0 0,1-1 1 0 0,8 0 104 0 0,0 0 1 0 0,0 0-1 0 0,12-3 1 0 0,-16 2-27 0 0,40-5 612 0 0,-9 1-462 0 0,43-1 0 0 0,-70 6-254 0 0,-1 0 1 0 0,1 1-1 0 0,-1 0 0 0 0,0 1 1 0 0,1 0-1 0 0,-1 1 0 0 0,0 0 1 0 0,0 0-1 0 0,9 5 0 0 0,-16-6 13 0 0,0-1 0 0 0,0 1-1 0 0,0 0 1 0 0,-1-1-1 0 0,1 1 1 0 0,-1 1-1 0 0,1-1 1 0 0,-1 0-1 0 0,0 0 1 0 0,0 1 0 0 0,0 0-1 0 0,0-1 1 0 0,0 1-1 0 0,-1 0 1 0 0,1 0-1 0 0,-1 0 1 0 0,0 0 0 0 0,0 0-1 0 0,0 0 1 0 0,0 0-1 0 0,0 0 1 0 0,-1 0-1 0 0,1 0 1 0 0,-1 1 0 0 0,0-1-1 0 0,0 0 1 0 0,0 0-1 0 0,0 1 1 0 0,-1-1-1 0 0,1 0 1 0 0,-1 0 0 0 0,0 0-1 0 0,0 0 1 0 0,0 0-1 0 0,0 0 1 0 0,-4 6-1 0 0,-1 2 64 0 0,0 0-1 0 0,0 0 0 0 0,-1-1 0 0 0,-1 0 0 0 0,0 0 0 0 0,0-1 1 0 0,-1 0-1 0 0,-13 10 0 0 0,-1-2 14 0 0,0-1 1 0 0,0 0-1 0 0,-2-2 1 0 0,0-1-1 0 0,0-2 1 0 0,-1 0-1 0 0,-1-1 1 0 0,-33 7-1 0 0,57-16-177 0 0,0 0 0 0 0,0-1 1 0 0,1 1-1 0 0,-1-1 0 0 0,0 1 0 0 0,0-1 0 0 0,0 0 0 0 0,0 0 0 0 0,0-1 0 0 0,0 1 0 0 0,0 0 0 0 0,0-1 0 0 0,0 0 0 0 0,1 0 0 0 0,-1 0 0 0 0,0 0 0 0 0,1 0 0 0 0,-1 0 0 0 0,-3-3 0 0 0,3-3-1023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52.6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22 10594 0 0,'16'-22'5852'0'0,"-15"35"-3735"0"0,-14 55-93 0 0,8-44-1694 0 0,0 0 0 0 0,2 0 0 0 0,1 0 0 0 0,0 34 0 0 0,3-50-284 0 0,0-1 1 0 0,0 1 0 0 0,1-1 0 0 0,0 0 0 0 0,0 1 0 0 0,1-1-1 0 0,-1 0 1 0 0,2 0 0 0 0,-1 0 0 0 0,1-1 0 0 0,0 1-1 0 0,0-1 1 0 0,1 0 0 0 0,0 0 0 0 0,0-1 0 0 0,0 1 0 0 0,1-1-1 0 0,9 7 1 0 0,-9-8-23 0 0,0-1-1 0 0,0 0 0 0 0,0 0 0 0 0,0 0 1 0 0,0-1-1 0 0,1 0 0 0 0,-1 0 0 0 0,1-1 1 0 0,-1 0-1 0 0,1 0 0 0 0,0 0 0 0 0,0-1 1 0 0,-1 0-1 0 0,1 0 0 0 0,0-1 0 0 0,-1 1 1 0 0,8-3-1 0 0,14-4-241 0 0,-1-1 0 0 0,47-20 0 0 0,-27 10-1100 0 0,-29 11-3964 0 0,0-2-1727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52.9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 1 10594 0 0,'-2'0'305'0'0,"1"0"0"0"0,0 1 0 0 0,0-1-1 0 0,0 1 1 0 0,0 0 0 0 0,0-1 0 0 0,0 1-1 0 0,0 0 1 0 0,1-1 0 0 0,-1 1 0 0 0,0 0-1 0 0,0 0 1 0 0,0 0 0 0 0,1 0 0 0 0,-1-1-1 0 0,0 1 1 0 0,1 0 0 0 0,-1 0 0 0 0,1 1-1 0 0,-1-1 1 0 0,1 0 0 0 0,0 0 0 0 0,-1 0 0 0 0,1 0-1 0 0,0 0 1 0 0,0 0 0 0 0,0 0 0 0 0,0 1-1 0 0,0-1 1 0 0,0 0 0 0 0,0 2 0 0 0,1 48 2424 0 0,0-38-2516 0 0,0 74 525 0 0,11 124 172 0 0,-9-191-1178 0 0,0 1-1 0 0,2-1 1 0 0,0 0-1 0 0,2-1 1 0 0,0 1-1 0 0,1-1 1 0 0,1-1-1 0 0,11 18 1 0 0,-9-19 248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53.2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101 5 4145 0 0,'-14'-5'7196'0'0,"14"6"-7052"0"0,-15 24 4291 0 0,-6 36-900 0 0,-21 147 94 0 0,38-173-3898 0 0,1 0-1 0 0,2 0 1 0 0,1 1-1 0 0,5 34 1 0 0,-2-54-912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53.7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1 239 5065 0 0,'0'-24'433'0'0,"5"-39"-1"0"0,-3 52 761 0 0,0-1-1 0 0,9-22 0 0 0,-7 24-581 0 0,-2 3-195 0 0,0 1-1 0 0,1-1 1 0 0,-1 0-1 0 0,2 1 0 0 0,-1 0 1 0 0,1-1-1 0 0,0 1 1 0 0,0 1-1 0 0,0-1 0 0 0,1 1 1 0 0,6-6-1 0 0,-10 11-307 0 0,-1-1-1 0 0,1 1 1 0 0,0 0-1 0 0,-1-1 1 0 0,1 1-1 0 0,0 0 1 0 0,0 0-1 0 0,-1 0 1 0 0,1 0-1 0 0,0 0 1 0 0,0 0-1 0 0,0 0 1 0 0,-1 0-1 0 0,1 0 1 0 0,0 0-1 0 0,0 0 1 0 0,-1 0-1 0 0,1 1 1 0 0,0-1-1 0 0,0 0 1 0 0,-1 0-1 0 0,1 1 1 0 0,0-1-1 0 0,-1 1 1 0 0,1-1-1 0 0,-1 1 1 0 0,1-1-1 0 0,0 1 1 0 0,-1-1-1 0 0,1 1 1 0 0,-1-1-1 0 0,1 1 1 0 0,-1-1-1 0 0,0 1 1 0 0,1 0-1 0 0,-1-1 1 0 0,1 2-1 0 0,16 33 1366 0 0,-12-23-955 0 0,8 12-319 0 0,0-2-1 0 0,2 0 1 0 0,0 0-1 0 0,2-2 1 0 0,0 0 0 0 0,1-1-1 0 0,1-1 1 0 0,1 0-1 0 0,22 15 1 0 0,30 15-78 0 0,-66-44-113 0 0,1-1 1 0 0,0 0-1 0 0,0 0 1 0 0,0 0-1 0 0,0-1 1 0 0,0 0-1 0 0,1 0 0 0 0,-1-1 1 0 0,10 1-1 0 0,-13-2-4 0 0,0-1 0 0 0,-1 1-1 0 0,1-1 1 0 0,-1 0-1 0 0,1 0 1 0 0,-1 0 0 0 0,1-1-1 0 0,-1 1 1 0 0,0-1 0 0 0,1 0-1 0 0,-1 0 1 0 0,0 0-1 0 0,0 0 1 0 0,-1 0 0 0 0,1-1-1 0 0,0 1 1 0 0,-1-1-1 0 0,1 0 1 0 0,-1 0 0 0 0,0 0-1 0 0,3-5 1 0 0,5-9-3 0 0,-2-1-1 0 0,0 1 1 0 0,6-21 0 0 0,1 0-105 0 0,7-23 73 0 0,-17 45 78 0 0,0 0 1 0 0,1 1-1 0 0,1 0 0 0 0,0 0 1 0 0,11-16-1 0 0,-17 31-43 0 0,-1-1 0 0 0,1 0-1 0 0,-1 0 1 0 0,1 1-1 0 0,-1-1 1 0 0,1 1-1 0 0,-1-1 1 0 0,1 0 0 0 0,-1 1-1 0 0,1-1 1 0 0,0 1-1 0 0,-1-1 1 0 0,1 1-1 0 0,0-1 1 0 0,0 1 0 0 0,-1 0-1 0 0,1-1 1 0 0,0 1-1 0 0,0 0 1 0 0,0 0-1 0 0,-1 0 1 0 0,1-1 0 0 0,0 1-1 0 0,0 0 1 0 0,0 0-1 0 0,0 0 1 0 0,1 0-1 0 0,-1 1 14 0 0,0 0-1 0 0,1 0 0 0 0,-1-1 0 0 0,0 1 0 0 0,0 0 0 0 0,0 0 0 0 0,0 0 0 0 0,0 0 0 0 0,0 0 0 0 0,0 1 0 0 0,0-1 0 0 0,-1 0 0 0 0,1 0 0 0 0,1 3 0 0 0,2 5 55 0 0,-1 1 0 0 0,1 0 0 0 0,1 12 0 0 0,-4-21-75 0 0,15 82 392 0 0,-10-45-65 0 0,21 68 1 0 0,-22-93-370 0 0,0-1-1 0 0,0 1 1 0 0,2-1 0 0 0,-1-1-1 0 0,2 1 1 0 0,0-1 0 0 0,0 0-1 0 0,0-1 1 0 0,12 11 0 0 0,19 15-2782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54.2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0 479 4145 0 0,'8'-2'1773'0'0,"0"0"0"0"0,-1 0 1 0 0,1 0-1 0 0,10-6 0 0 0,14-5 1209 0 0,-23 11-2378 0 0,0-1-1 0 0,-1 0 1 0 0,1 0 0 0 0,-1-1 0 0 0,0 0-1 0 0,0 0 1 0 0,9-8 0 0 0,-14 10-553 0 0,-1-1 0 0 0,1 1 0 0 0,-1-1 1 0 0,0 1-1 0 0,0-1 0 0 0,0 0 0 0 0,0 0 0 0 0,-1 0 1 0 0,1 0-1 0 0,-1 0 0 0 0,1 0 0 0 0,-1-1 0 0 0,0 1 0 0 0,0 0 1 0 0,-1-1-1 0 0,1 1 0 0 0,-1-1 0 0 0,0 1 0 0 0,1-1 0 0 0,-2 1 1 0 0,0-7-1 0 0,-14-66-79 0 0,10 55 48 0 0,0 0 1 0 0,2 0-1 0 0,0-1 1 0 0,0-37-1 0 0,3 54-18 0 0,1 0 0 0 0,-1 0 0 0 0,1-1-1 0 0,1 1 1 0 0,-1 0 0 0 0,1 0 0 0 0,-1 0 0 0 0,1 0-1 0 0,1 0 1 0 0,-1 1 0 0 0,1-1 0 0 0,0 1 0 0 0,0-1 0 0 0,0 1-1 0 0,0 0 1 0 0,1 0 0 0 0,0 0 0 0 0,0 1 0 0 0,0-1 0 0 0,0 1-1 0 0,0 0 1 0 0,1 0 0 0 0,-1 1 0 0 0,7-4 0 0 0,-7 4 2 0 0,-1 1 0 0 0,1-1 0 0 0,0 1 0 0 0,0-1 0 0 0,0 1 0 0 0,0 0 1 0 0,0 1-1 0 0,0-1 0 0 0,0 1 0 0 0,0-1 0 0 0,0 1 0 0 0,1 0 0 0 0,-1 1 0 0 0,0-1 1 0 0,0 1-1 0 0,0 0 0 0 0,0 0 0 0 0,0 0 0 0 0,0 0 0 0 0,0 1 0 0 0,-1 0 0 0 0,1 0 0 0 0,0 0 1 0 0,-1 0-1 0 0,1 0 0 0 0,-1 1 0 0 0,0-1 0 0 0,0 1 0 0 0,0 0 0 0 0,0 0 0 0 0,0 0 1 0 0,-1 0-1 0 0,1 1 0 0 0,2 5 0 0 0,6 11-1 0 0,0 0 0 0 0,-2 1 1 0 0,0 0-1 0 0,11 44 0 0 0,-14-44-67 0 0,0-4 64 0 0,0-1 1 0 0,1 1-1 0 0,0-2 0 0 0,1 1 1 0 0,13 17-1 0 0,-15-24 9 0 0,0-1-1 0 0,0-1 1 0 0,1 1-1 0 0,0-1 1 0 0,1 0-1 0 0,0-1 1 0 0,0 0-1 0 0,0 0 1 0 0,1 0-1 0 0,14 6 1 0 0,-18-11 27 0 0,0 1 0 0 0,-1-1 0 0 0,1 0 0 0 0,0-1-1 0 0,0 1 1 0 0,0-1 0 0 0,0 0 0 0 0,0 0 0 0 0,0 0 0 0 0,0-1 0 0 0,0 0 0 0 0,-1 0 0 0 0,1 0 0 0 0,0 0 0 0 0,4-3 0 0 0,13-5 227 0 0,-2 0 0 0 0,21-14 1 0 0,-11 7-149 0 0,9-4-112 0 0,53-19 1 0 0,-77 35-291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55.5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464 53 3249 0 0,'-317'24'5660'0'0,"221"-19"-2158"0"0,45-3 1821 0 0,52-1-5146 0 0,0-1 0 0 0,0 1 0 0 0,0 0-1 0 0,0-1 1 0 0,0 1 0 0 0,0-1-1 0 0,0 1 1 0 0,0-1 0 0 0,0 1-1 0 0,0-1 1 0 0,0 1 0 0 0,0-1-1 0 0,0 0 1 0 0,0 0 0 0 0,0 0-1 0 0,1 1 1 0 0,-1-1 0 0 0,1-1-1 0 0,22 4-22 0 0,-23-3-102 0 0,42 1 424 0 0,81-7 1 0 0,-50 0-288 0 0,646-30 41 0 0,-617 33-104 0 0,249-22 117 0 0,-314 16 138 0 0,-20 0-1881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55.8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6913 0 0,'3'1'3574'0'0,"15"2"-1330"0"0,0 1 0 0 0,32 11 1 0 0,-25-2-1240 0 0,0 1 0 0 0,-1 1 0 0 0,27 22 0 0 0,-37-26-825 0 0,-1 0-1 0 0,-1 1 1 0 0,0 1 0 0 0,0 0 0 0 0,-2 1-1 0 0,15 21 1 0 0,-23-31-144 0 0,0 0-1 0 0,1 0 1 0 0,-2 1-1 0 0,1-1 1 0 0,0 0-1 0 0,-1 1 1 0 0,1-1-1 0 0,-1 0 1 0 0,-1 1 0 0 0,1 0-1 0 0,-1-1 1 0 0,1 1-1 0 0,-1-1 1 0 0,-1 1-1 0 0,1 0 1 0 0,0-1-1 0 0,-1 1 1 0 0,0-1-1 0 0,0 1 1 0 0,-1-1 0 0 0,1 0-1 0 0,-1 1 1 0 0,0-1-1 0 0,0 0 1 0 0,0 0-1 0 0,-5 6 1 0 0,-5 4-362 0 0,0-2 1 0 0,-1 0 0 0 0,0 0 0 0 0,-1-1-1 0 0,-25 15 1 0 0,-7 7-4972 0 0,29-18-1670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29.3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87 10138 0 0,'-1'-87'9033'0'0,"22"336"-5862"0"0,-9-139-2932 0 0,3 22-154 0 0,6-1 1 0 0,39 131-1 0 0,-40-174-1057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30.3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105 212 456 0 0,'0'-4'227'0'0,"0"-30"3421"0"0,1-1 1 0 0,8-45-1 0 0,-8 77-3533 0 0,0-1 1 0 0,1 1 0 0 0,0-1-1 0 0,0 1 1 0 0,0 0-1 0 0,0 0 1 0 0,0 0-1 0 0,1 0 1 0 0,-1 0-1 0 0,1 0 1 0 0,0 1 0 0 0,0-1-1 0 0,0 1 1 0 0,0 0-1 0 0,0 0 1 0 0,0 0-1 0 0,1 0 1 0 0,-1 0 0 0 0,1 1-1 0 0,-1 0 1 0 0,1 0-1 0 0,-1 0 1 0 0,1 0-1 0 0,0 0 1 0 0,0 1 0 0 0,0-1-1 0 0,-1 1 1 0 0,5 0-1 0 0,-8 1-124 0 0,1-1 1 0 0,-1 0-1 0 0,0 1 0 0 0,1-1 1 0 0,-1 0-1 0 0,0 1 0 0 0,0-1 1 0 0,1 0-1 0 0,-1 1 0 0 0,0-1 0 0 0,0 1 1 0 0,0-1-1 0 0,0 1 0 0 0,0-1 1 0 0,1 1-1 0 0,-1-1 0 0 0,0 0 1 0 0,0 1-1 0 0,0-1 0 0 0,0 1 0 0 0,0-1 1 0 0,0 1-1 0 0,-1-1 0 0 0,1 1 1 0 0,0-1-1 0 0,0 1 0 0 0,0-1 1 0 0,0 0-1 0 0,0 1 0 0 0,-1-1 0 0 0,1 1 1 0 0,0-1-1 0 0,0 0 0 0 0,-1 1 1 0 0,1-1-1 0 0,0 0 0 0 0,-1 1 1 0 0,1-1-1 0 0,-12 23-578 0 0,11-21 494 0 0,-3 4-289 0 0,0 1 0 0 0,0-1-1 0 0,-1 0 1 0 0,0 0 0 0 0,0 0 0 0 0,0-1-1 0 0,-1 0 1 0 0,-8 7 0 0 0,-32 15 4225 0 0,43-26-3588 0 0,-1 1-1 0 0,1-1 1 0 0,0 0-1 0 0,-1-1 1 0 0,1 1 0 0 0,0 0-1 0 0,-1-1 1 0 0,1 0-1 0 0,-1 0 1 0 0,-4 0 0 0 0,5 0-219 0 0,0 0 0 0 0,0 0 1 0 0,0 0-1 0 0,0 1 0 0 0,0 0 0 0 0,0-1 1 0 0,1 1-1 0 0,-1 0 0 0 0,0 1 1 0 0,0-1-1 0 0,1 0 0 0 0,-1 1 0 0 0,1-1 1 0 0,-1 1-1 0 0,1 0 0 0 0,-4 3 1882 0 0,14-13-1470 0 0,0 0 0 0 0,1 1-1 0 0,0 0 1 0 0,14-10 0 0 0,3 4-448 0 0,0 2 1 0 0,0 0-1 0 0,1 1 1 0 0,0 2 0 0 0,1 1-1 0 0,41-6 1 0 0,-57 12-4 0 0,0 0 1 0 0,1 1 0 0 0,-1 1 0 0 0,0 0-1 0 0,0 0 1 0 0,0 1 0 0 0,21 6-1 0 0,-26-5 3 0 0,0 0-1 0 0,1 0 0 0 0,-2 1 1 0 0,1 0-1 0 0,0 0 0 0 0,-1 0 1 0 0,0 1-1 0 0,0 0 0 0 0,0 0 0 0 0,0 1 1 0 0,-1 0-1 0 0,0 0 0 0 0,5 8 1 0 0,-7-9 0 0 0,0 0 0 0 0,0 1 0 0 0,0-1 0 0 0,-1 1 1 0 0,1 0-1 0 0,-2 0 0 0 0,1 0 0 0 0,-1 0 0 0 0,0 0 0 0 0,0 0 1 0 0,0 1-1 0 0,-1-1 0 0 0,0 9 0 0 0,-2-5 1 0 0,1 1 0 0 0,-1-1-1 0 0,-1 1 1 0 0,0-1 0 0 0,-1 0-1 0 0,0 0 1 0 0,-6 12 0 0 0,-3 0 0 0 0,0-1 0 0 0,-2-1 1 0 0,0 0-1 0 0,-1-1 0 0 0,-36 33 1 0 0,42-44 1 0 0,0-1 0 0 0,0 0 0 0 0,0 0 0 0 0,-1-1 0 0 0,0 0 0 0 0,-1-1 0 0 0,-15 5 0 0 0,18-8 1 0 0,0 1 1 0 0,0-1-1 0 0,0 0 0 0 0,0-1 1 0 0,-1 0-1 0 0,1 0 0 0 0,0-1 1 0 0,-1-1-1 0 0,1 1 0 0 0,-12-3 1 0 0,59 16 54 0 0,63 31 1 0 0,39 17 37 0 0,-56-28 108 0 0,-2 4 0 0 0,102 61 1 0 0,-167-87-187 0 0,-1 1 0 0 0,15 13 0 0 0,9 8-85 0 0,-34-30-301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30.7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55 7834 0 0,'14'-1'2331'0'0,"1"0"0"0"0,-1-1 0 0 0,18-4 1 0 0,45-16-791 0 0,-9 3-6521 0 0,-53 15-906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30.9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43 8290 0 0,'0'2'736'0'0,"1"-2"-584"0"0,2 1-152 0 0,-1-1 0 0 0,1 0 416 0 0,0 0 48 0 0,1-1 16 0 0,2-1 0 0 0,5-1-576 0 0,6-3-120 0 0,4-3-16 0 0,1-2-8 0 0,4-2 240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31.47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93 26 5529 0 0,'-21'-25'10663'0'0,"10"41"-10174"0"0,1 5-132 0 0,0 0 1 0 0,2 1-1 0 0,1 0 0 0 0,0 0 1 0 0,2 1-1 0 0,0-1 0 0 0,1 1 1 0 0,2 0-1 0 0,0 25 0 0 0,2-38-302 0 0,1 1 0 0 0,0-1-1 0 0,0 1 1 0 0,1-1-1 0 0,0 0 1 0 0,1 0 0 0 0,0 0-1 0 0,1 0 1 0 0,0 0-1 0 0,1-1 1 0 0,0 0 0 0 0,0 0-1 0 0,1 0 1 0 0,0 0-1 0 0,0-1 1 0 0,1 0-1 0 0,0-1 1 0 0,1 1 0 0 0,-1-1-1 0 0,2-1 1 0 0,-1 1-1 0 0,12 5 1 0 0,-8-6-13 0 0,0 0 0 0 0,1-1 1 0 0,0-1-1 0 0,0 0 0 0 0,0-1 0 0 0,1-1 0 0 0,-1 0 0 0 0,1 0 1 0 0,-1-1-1 0 0,1-1 0 0 0,0 0 0 0 0,-1-1 0 0 0,1-1 1 0 0,-1 0-1 0 0,21-6 0 0 0,10-5-789 0 0,-1-1 1 0 0,0-3-1 0 0,51-27 1 0 0,-33 11-3874 0 0,-44 22-861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31.73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92 13 7834 0 0,'-24'-5'508'0'0,"-5"-1"1780"0"0,27 5-1657 0 0,0 1-1 0 0,0 0 1 0 0,0 0 0 0 0,1-1 0 0 0,-1 2 0 0 0,0-1 0 0 0,0 0 0 0 0,0 0-1 0 0,1 0 1 0 0,-4 2 0 0 0,-3 10 2855 0 0,5 17-2378 0 0,2-22-878 0 0,-2 46 272 0 0,2 0 0 0 0,3 0 0 0 0,11 75 0 0 0,46 154-3028 0 0,-52-256-5338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32.31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262 12 6913 0 0,'-2'-1'229'0'0,"0"-1"1"0"0,0 1-1 0 0,0 0 0 0 0,0 0 0 0 0,-1 0 0 0 0,1 0 0 0 0,0 0 0 0 0,0 0 0 0 0,-1 1 0 0 0,1-1 0 0 0,0 1 0 0 0,-1-1 0 0 0,1 1 0 0 0,-1 0 0 0 0,1 0 0 0 0,0 0 0 0 0,-1 0 0 0 0,1 1 0 0 0,0-1 0 0 0,-1 1 0 0 0,1-1 0 0 0,0 1 0 0 0,-1 0 0 0 0,1 0 0 0 0,-3 2 0 0 0,-6 1 156 0 0,1 1 0 0 0,0 1 0 0 0,1-1 0 0 0,-1 2 0 0 0,1-1-1 0 0,0 1 1 0 0,1 1 0 0 0,-1-1 0 0 0,2 1 0 0 0,-1 1 0 0 0,1 0 0 0 0,0 0 0 0 0,1 0 0 0 0,0 1-1 0 0,0 0 1 0 0,-6 18 0 0 0,1-2-233 0 0,2 1 1 0 0,0 0-1 0 0,2 1 0 0 0,1 0 0 0 0,-3 42 0 0 0,6-34-126 0 0,2 0-1 0 0,1-1 0 0 0,1 1 1 0 0,2 0-1 0 0,12 51 0 0 0,-12-72-18 0 0,1 0-1 0 0,1-1 1 0 0,0 0-1 0 0,1 0 1 0 0,0 0-1 0 0,1-1 1 0 0,1 0-1 0 0,0-1 1 0 0,0 1-1 0 0,2-1 1 0 0,-1-1-1 0 0,1 0 1 0 0,1 0-1 0 0,0-1 1 0 0,21 15-1 0 0,-28-23 8 0 0,0 1 0 0 0,0-1-1 0 0,0 0 1 0 0,0-1 0 0 0,1 1-1 0 0,-1 0 1 0 0,0-1 0 0 0,1 0 0 0 0,-1 0-1 0 0,1-1 1 0 0,-1 1 0 0 0,1-1-1 0 0,-1 0 1 0 0,1 0 0 0 0,0 0-1 0 0,-1-1 1 0 0,1 0 0 0 0,6-1-1 0 0,-4-1 35 0 0,-1 0 0 0 0,1 0 1 0 0,-1 0-1 0 0,1-1 0 0 0,-1 0 0 0 0,0 0 0 0 0,-1 0 0 0 0,1-1 0 0 0,-1 0 0 0 0,0 0 0 0 0,5-6 0 0 0,-3 2 7 0 0,-1 1 0 0 0,1-1 0 0 0,-2-1 1 0 0,1 1-1 0 0,-1-1 0 0 0,-1 1 0 0 0,0-1 0 0 0,0-1 0 0 0,-1 1 0 0 0,0-1 1 0 0,-1 1-1 0 0,0-1 0 0 0,0 0 0 0 0,-1 1 0 0 0,-1-22 0 0 0,-2 26-38 0 0,0-1-1 0 0,0 1 0 0 0,0 0 0 0 0,0 0 1 0 0,-1 1-1 0 0,0-1 0 0 0,-1 0 0 0 0,1 1 1 0 0,-1 0-1 0 0,0 0 0 0 0,0 0 1 0 0,0 0-1 0 0,-1 1 0 0 0,0-1 0 0 0,0 1 1 0 0,0 0-1 0 0,0 1 0 0 0,-1-1 0 0 0,1 1 1 0 0,-1 0-1 0 0,0 1 0 0 0,0-1 0 0 0,0 1 1 0 0,0 0-1 0 0,0 1 0 0 0,-1-1 0 0 0,-10 0 1 0 0,10 1-174 0 0,-1 0 0 0 0,0 0 0 0 0,0 1 0 0 0,0 0 1 0 0,1 0-1 0 0,-1 1 0 0 0,0 0 0 0 0,0 0 0 0 0,1 1 1 0 0,-1 0-1 0 0,1 1 0 0 0,-1-1 0 0 0,1 1 0 0 0,0 1 1 0 0,0-1-1 0 0,0 1 0 0 0,1 1 0 0 0,-1-1 0 0 0,1 1 0 0 0,0 0 1 0 0,0 0-1 0 0,-6 9 0 0 0,-6 17-3498 0 0,14-17-2156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32.8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11 212 5985 0 0,'-1'-2'127'0'0,"0"0"0"0"0,0 1 0 0 0,0-1 0 0 0,0 0 0 0 0,0 0 0 0 0,0 1 0 0 0,0-1 0 0 0,1 0 0 0 0,-1 0-1 0 0,0 0 1 0 0,1 0 0 0 0,0 0 0 0 0,0 0 0 0 0,-1 0 0 0 0,1 0 0 0 0,0 0 0 0 0,1 0 0 0 0,-1 0 0 0 0,0 0 0 0 0,0 0 0 0 0,1 0-1 0 0,-1 0 1 0 0,1 0 0 0 0,0 0 0 0 0,0 0 0 0 0,-1 1 0 0 0,1-1 0 0 0,2-2 0 0 0,2-7 845 0 0,1 0 1 0 0,1 0 0 0 0,9-13-1 0 0,-9 16-474 0 0,0-1 0 0 0,0 1 0 0 0,1 1 0 0 0,0 0 0 0 0,1 0 0 0 0,-1 0 0 0 0,1 1 0 0 0,1 0 0 0 0,-1 1 0 0 0,1 0 0 0 0,0 0 1 0 0,0 1-1 0 0,0 0 0 0 0,0 1 0 0 0,19-3 0 0 0,-27 6-459 0 0,1 0 1 0 0,-1 0 0 0 0,0 0-1 0 0,0 0 1 0 0,0 0 0 0 0,0 1-1 0 0,0-1 1 0 0,0 1-1 0 0,0-1 1 0 0,0 1 0 0 0,0 0-1 0 0,0 0 1 0 0,0 0 0 0 0,0 0-1 0 0,-1 0 1 0 0,1 0 0 0 0,0 0-1 0 0,0 1 1 0 0,-1-1 0 0 0,2 2-1 0 0,-1 0-24 0 0,1 1 0 0 0,-1-1 0 0 0,0 0-1 0 0,-1 1 1 0 0,1-1 0 0 0,-1 1 0 0 0,1 0-1 0 0,-1 0 1 0 0,0-1 0 0 0,0 6 0 0 0,1 6-25 0 0,-1 0 0 0 0,-1 0 1 0 0,0 1-1 0 0,-4 21 0 0 0,-7 18 33 0 0,-2-2 0 0 0,-2 1 0 0 0,-41 92 0 0 0,0 1 80 0 0,56-146-95 0 0,0 0 0 0 0,-1 0-1 0 0,1-1 1 0 0,0 1 0 0 0,-1 0-1 0 0,1 0 1 0 0,0 0 0 0 0,0-1-1 0 0,0 1 1 0 0,0 0 0 0 0,-1 0-1 0 0,1 0 1 0 0,0 0 0 0 0,1-1-1 0 0,-1 1 1 0 0,0 0 0 0 0,0 0-1 0 0,0 0 1 0 0,0-1-1 0 0,1 1 1 0 0,-1 0 0 0 0,0 0-1 0 0,1 0 1 0 0,-1-1 0 0 0,0 1-1 0 0,1 0 1 0 0,-1-1 0 0 0,1 1-1 0 0,0 0 1 0 0,-1-1 0 0 0,1 1-1 0 0,0 0 1 0 0,1 0 1 0 0,0-1 1 0 0,0 1-1 0 0,0-1 0 0 0,0 1 0 0 0,0-1 1 0 0,0 0-1 0 0,0 0 0 0 0,0 0 0 0 0,0 0 1 0 0,0 0-1 0 0,0 0 0 0 0,4-2 0 0 0,9-1 13 0 0,-1-2-1 0 0,23-9 0 0 0,-36 14-19 0 0,87-41 87 0 0,48-19-1010 0 0,-110 51 117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33.8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1 656 5985 0 0,'-1'1'3200'0'0,"10"1"480"0"0,105-10 2813 0 0,0 1-4740 0 0,49 2-987 0 0,-162 1-766 0 0,-12-10 0 0 0,2 4 0 0 0,-12-15 11 0 0,1 0 1 0 0,-32-53-1 0 0,47 69-9 0 0,0-1 0 0 0,1 0 1 0 0,0 0-1 0 0,1 0 0 0 0,0 0 1 0 0,1-1-1 0 0,0 1 0 0 0,0-1 0 0 0,1 1 1 0 0,0-1-1 0 0,1 0 0 0 0,2-21 1 0 0,0 16 37 0 0,1 0 0 0 0,1 1 0 0 0,0-1 0 0 0,0 1 0 0 0,2-1 0 0 0,0 2 0 0 0,1-1 0 0 0,0 1 0 0 0,1 0 0 0 0,1 0 0 0 0,0 1 0 0 0,0 0 0 0 0,2 1 0 0 0,0 0 0 0 0,0 0 0 0 0,1 1 0 0 0,0 1 0 0 0,21-14 0 0 0,-20 16-36 0 0,0 0 0 0 0,1 1 0 0 0,-1 0 1 0 0,2 1-1 0 0,-1 1 0 0 0,23-6 0 0 0,-32 10-2 0 0,-1 0 0 0 0,1 0-1 0 0,0 1 1 0 0,-1-1 0 0 0,1 1 0 0 0,0 1-1 0 0,-1-1 1 0 0,1 1 0 0 0,-1-1 0 0 0,1 1-1 0 0,0 1 1 0 0,-1-1 0 0 0,0 0 0 0 0,1 1-1 0 0,-1 0 1 0 0,0 0 0 0 0,0 1 0 0 0,0-1-1 0 0,0 1 1 0 0,-1 0 0 0 0,1-1 0 0 0,-1 2-1 0 0,1-1 1 0 0,-1 0 0 0 0,5 7 0 0 0,-1 1 4 0 0,0 1 1 0 0,-1 0 0 0 0,0 0 0 0 0,0 1 0 0 0,-2-1 0 0 0,1 1 0 0 0,-2 0 0 0 0,0 0 0 0 0,0 1 0 0 0,-1-1 0 0 0,0 15 0 0 0,-2 19 53 0 0,-9 88 0 0 0,0-3-18 0 0,9-126-42 0 0,-1 4 0 0 0,1 1 0 0 0,0 0 0 0 0,1 0 0 0 0,0 0 0 0 0,1 0 0 0 0,0-1 0 0 0,0 1 0 0 0,9 19 0 0 0,-10-29 8 0 0,0 0 0 0 0,0 0 0 0 0,0 0 0 0 0,0-1 0 0 0,0 1 0 0 0,0 0-1 0 0,1-1 1 0 0,-1 1 0 0 0,0 0 0 0 0,1-1 0 0 0,-1 0 0 0 0,0 1 0 0 0,1-1 0 0 0,-1 0 0 0 0,0 0 0 0 0,1 0 0 0 0,-1 0 0 0 0,1 0 0 0 0,-1 0 0 0 0,0 0 0 0 0,1 0-1 0 0,-1 0 1 0 0,1-1 0 0 0,-1 1 0 0 0,0 0 0 0 0,1-1 0 0 0,1-1 0 0 0,42-17 317 0 0,-40 16-295 0 0,85-47 382 0 0,-60 32-389 0 0,1 1 0 0 0,0 1-1 0 0,50-17 1 0 0,-65 28-706 0 0,-1-1 1 0 0,26-12-1 0 0,-23 6-7231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57.0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317 311 4145 0 0,'0'-4'357'0'0,"0"0"0"0"0,0-1 1 0 0,-1 1-1 0 0,0 0 0 0 0,0 0 0 0 0,0 0 0 0 0,-1 0 1 0 0,1 0-1 0 0,-1 0 0 0 0,0 1 0 0 0,0-1 1 0 0,0 0-1 0 0,0 1 0 0 0,-1-1 0 0 0,0 1 0 0 0,1 0 1 0 0,-1 0-1 0 0,0 0 0 0 0,0 0 0 0 0,-1 1 0 0 0,1-1 1 0 0,-1 1-1 0 0,-4-3 0 0 0,3 3-52 0 0,0 0-1 0 0,0-1 1 0 0,0 2-1 0 0,0-1 1 0 0,0 1-1 0 0,-1-1 1 0 0,1 1-1 0 0,0 1 1 0 0,-1-1 0 0 0,1 1-1 0 0,-1 0 1 0 0,1 0-1 0 0,-1 1 1 0 0,1 0-1 0 0,0 0 1 0 0,-1 0-1 0 0,-6 3 1 0 0,1 1-176 0 0,0 0 0 0 0,1 1 0 0 0,0 1 0 0 0,0 0 0 0 0,0 0 0 0 0,1 1-1 0 0,1 0 1 0 0,-1 1 0 0 0,1 0 0 0 0,0 0 0 0 0,1 0 0 0 0,0 1 0 0 0,1 0 0 0 0,0 1 0 0 0,1 0 0 0 0,0-1 0 0 0,0 2 0 0 0,1-1 0 0 0,0 0 0 0 0,1 1 0 0 0,-2 18-1 0 0,5-27-187 0 0,0 1-1 0 0,0 0 1 0 0,0 0-1 0 0,0 0 0 0 0,0 0 1 0 0,1 0-1 0 0,0 0 0 0 0,0 0 1 0 0,0-1-1 0 0,0 1 0 0 0,1 0 1 0 0,0-1-1 0 0,-1 1 0 0 0,1-1 1 0 0,0 0-1 0 0,1 1 0 0 0,-1-1 1 0 0,1 0-1 0 0,-1 0 0 0 0,1-1 1 0 0,0 1-1 0 0,0 0 0 0 0,0-1 1 0 0,0 0-1 0 0,1 0 0 0 0,-1 0 1 0 0,0 0-1 0 0,1 0 0 0 0,4 1 1 0 0,-4-2-26 0 0,1 0 0 0 0,-1 0 1 0 0,1 0-1 0 0,0-1 0 0 0,-1 0 1 0 0,1 0-1 0 0,-1 0 0 0 0,1 0 0 0 0,0-1 1 0 0,-1 0-1 0 0,1 0 0 0 0,-1 0 1 0 0,0 0-1 0 0,1-1 0 0 0,-1 0 0 0 0,0 0 1 0 0,0 0-1 0 0,0 0 0 0 0,0-1 1 0 0,0 1-1 0 0,0-1 0 0 0,-1 0 0 0 0,1 0 1 0 0,3-6-1 0 0,2-2-474 0 0,-1 0-1 0 0,0-1 1 0 0,-1-1-1 0 0,-1 1 1 0 0,0-1-1 0 0,-1 0 1 0 0,0 0-1 0 0,-1-1 1 0 0,0 1-1 0 0,-1-1 1 0 0,-1 0-1 0 0,2-22 1 0 0,-2-15 998 0 0,-2 0 1 0 0,-8-54-1 0 0,7 86 492 0 0,-5-33 1676 0 0,-6 23 2044 0 0,12 29-4570 0 0,-1 0 0 0 0,1 1 0 0 0,0-1 0 0 0,-1 0 0 0 0,1 0 0 0 0,0 0 0 0 0,-1 0 0 0 0,1 0 0 0 0,0 1 0 0 0,-1-1 0 0 0,1 0 0 0 0,0 0 0 0 0,0 1 0 0 0,-1-1 0 0 0,1 0 0 0 0,0 0 1 0 0,0 1-1 0 0,-1-1 0 0 0,1 0 0 0 0,0 0 0 0 0,0 1 0 0 0,0-1 0 0 0,0 0 0 0 0,0 1 0 0 0,-1-1 0 0 0,1 0 0 0 0,0 1 0 0 0,0-1 0 0 0,0 1 0 0 0,0-1 0 0 0,0 0 0 0 0,0 1 0 0 0,0-1 0 0 0,0 0 0 0 0,0 1 0 0 0,0-1 0 0 0,0 0 0 0 0,0 1 0 0 0,1-1 1 0 0,-1 1-1 0 0,-3 19 33 0 0,3-2-51 0 0,0-1 1 0 0,1 0 0 0 0,1 1-1 0 0,1-1 1 0 0,8 31 0 0 0,37 86-73 0 0,-27-79-159 0 0,22 46-3885 0 0,-32-76-2912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57.4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49 2761 0 0,'3'-15'1520'0'0,"-4"-1"3312"0"0,-1 0 1442 0 0,2 36-2329 0 0,-1-14-3737 0 0,1 0 1 0 0,-1 0 0 0 0,1 0-1 0 0,1 1 1 0 0,-1-1 0 0 0,1 0-1 0 0,0 0 1 0 0,1-1 0 0 0,-1 1 0 0 0,1 0-1 0 0,0 0 1 0 0,4 6 0 0 0,-2-6-170 0 0,0 0 0 0 0,1 0 0 0 0,-1-1 0 0 0,1 0 0 0 0,0 0 0 0 0,1 0 0 0 0,-1 0 0 0 0,1-1 0 0 0,0 0 0 0 0,0 0 0 0 0,0-1 0 0 0,12 5 0 0 0,-15-7-40 0 0,-1 0 0 0 0,1 0 1 0 0,-1-1-1 0 0,1 1 0 0 0,-1-1 1 0 0,1 1-1 0 0,0-1 0 0 0,-1 0 0 0 0,1 0 1 0 0,-1 0-1 0 0,1-1 0 0 0,0 1 1 0 0,-1-1-1 0 0,1 1 0 0 0,-1-1 0 0 0,1 0 1 0 0,-1 0-1 0 0,0 0 0 0 0,1 0 1 0 0,-1 0-1 0 0,0-1 0 0 0,0 1 0 0 0,1-1 1 0 0,-1 1-1 0 0,0-1 0 0 0,-1 0 1 0 0,1 0-1 0 0,0 0 0 0 0,0 0 1 0 0,-1 0-1 0 0,1 0 0 0 0,-1 0 0 0 0,0-1 1 0 0,0 1-1 0 0,0 0 0 0 0,0-1 1 0 0,1-4-1 0 0,-1 4-11 0 0,1 0-1 0 0,-2 0 1 0 0,1 0 0 0 0,0-1 0 0 0,-1 1-1 0 0,1 0 1 0 0,-1-1 0 0 0,0 1 0 0 0,0 0-1 0 0,-1-1 1 0 0,1 1 0 0 0,-1 0 0 0 0,1-1-1 0 0,-1 1 1 0 0,0 0 0 0 0,0 0 0 0 0,0 0-1 0 0,-1 0 1 0 0,1 0 0 0 0,-1 0 0 0 0,0 0-1 0 0,0 0 1 0 0,0 1 0 0 0,0-1 0 0 0,0 1-1 0 0,0-1 1 0 0,-1 1 0 0 0,1 0 0 0 0,-1 0 0 0 0,-5-4-1 0 0,0 2-89 0 0,0-1-1 0 0,0 1 1 0 0,0 0 0 0 0,0 1-1 0 0,0 0 1 0 0,-1 0 0 0 0,0 1-1 0 0,0 0 1 0 0,1 0 0 0 0,-13 0-1 0 0,11 2-387 0 0,1 0 1 0 0,-1 1-1 0 0,1 0 0 0 0,-1 1 0 0 0,1 0 0 0 0,-12 4 0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57.6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7834 0 0,'3'5'689'0'0,"0"0"-1"0"0,-1 0 1 0 0,1 0 0 0 0,-2 0 0 0 0,1 1 0 0 0,0-1 0 0 0,-1 0 0 0 0,0 1-1 0 0,0-1 1 0 0,0 10 0 0 0,2 10 814 0 0,5 2-255 0 0,0 0-1 0 0,2-1 1 0 0,26 49-1 0 0,-19-42-1398 0 0,17 48 0 0 0,-32-73-251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57.8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22 3913 0 0,'1'-1'69'0'0,"-1"0"0"0"0,0 0 0 0 0,0 0 0 0 0,1 0 0 0 0,-1 0 0 0 0,1 0 1 0 0,-1 0-1 0 0,1 0 0 0 0,-1 0 0 0 0,1 0 0 0 0,0 0 0 0 0,-1 0 0 0 0,1 1 0 0 0,0-1 0 0 0,-1 0 0 0 0,1 0 1 0 0,0 1-1 0 0,0-1 0 0 0,0 0 0 0 0,0 1 0 0 0,0-1 0 0 0,0 1 0 0 0,0-1 0 0 0,0 1 0 0 0,2-1 0 0 0,0 1 143 0 0,0 0-1 0 0,-1-1 0 0 0,1 1 1 0 0,0 0-1 0 0,0 0 0 0 0,0 1 1 0 0,0-1-1 0 0,-1 1 0 0 0,1-1 1 0 0,3 2-1 0 0,-1 0 113 0 0,-1-1 1 0 0,0 1-1 0 0,0 0 0 0 0,0 0 1 0 0,0 0-1 0 0,0 0 0 0 0,0 1 0 0 0,-1-1 1 0 0,1 1-1 0 0,-1 0 0 0 0,0 0 1 0 0,0 1-1 0 0,0-1 0 0 0,3 5 1 0 0,-5-6-51 0 0,0 1 0 0 0,0-1 1 0 0,-1 1-1 0 0,1-1 0 0 0,-1 1 0 0 0,1-1 1 0 0,-1 1-1 0 0,0-1 0 0 0,0 1 0 0 0,0-1 1 0 0,0 1-1 0 0,0-1 0 0 0,-1 1 1 0 0,1 0-1 0 0,-1-1 0 0 0,0 0 0 0 0,0 1 1 0 0,1-1-1 0 0,-2 1 0 0 0,1-1 0 0 0,0 0 1 0 0,0 0-1 0 0,-1 0 0 0 0,1 1 0 0 0,-1-2 1 0 0,0 1-1 0 0,-3 3 0 0 0,-27 18 471 0 0,-3-11-6914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58.2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1 161 2016 0 0,'11'-4'318'0'0,"-1"-1"0"0"0,1-1 0 0 0,-1 1 0 0 0,0-2 0 0 0,18-14 0 0 0,-24 18-121 0 0,1-1 0 0 0,-1-1 1 0 0,0 1-1 0 0,0 0 0 0 0,0-1 0 0 0,-1 0 1 0 0,1 0-1 0 0,-1 0 0 0 0,0-1 0 0 0,-1 1 1 0 0,1-1-1 0 0,-1 1 0 0 0,2-9 0 0 0,-4 12-119 0 0,0 1 0 0 0,0 0-1 0 0,0-1 1 0 0,0 1 0 0 0,0-1-1 0 0,0 1 1 0 0,0 0 0 0 0,-1-1-1 0 0,1 1 1 0 0,0 0-1 0 0,-1 0 1 0 0,1-1 0 0 0,-1 1-1 0 0,1 0 1 0 0,-1 0 0 0 0,0 0-1 0 0,0-1 1 0 0,1 1 0 0 0,-1 0-1 0 0,0 0 1 0 0,0 0-1 0 0,0 0 1 0 0,0 1 0 0 0,0-1-1 0 0,0 0 1 0 0,-1 0 0 0 0,1 0-1 0 0,0 1 1 0 0,0-1 0 0 0,-2 0-1 0 0,2 1 61 0 0,0-1-1 0 0,0 1 0 0 0,0 0 1 0 0,0 0-1 0 0,0 0 1 0 0,0-1-1 0 0,0 1 0 0 0,0 0 1 0 0,1 0-1 0 0,-1 0 1 0 0,0 1-1 0 0,0-1 0 0 0,0 0 1 0 0,0 0-1 0 0,0 0 1 0 0,0 1-1 0 0,0-1 0 0 0,0 0 1 0 0,1 1-1 0 0,-1-1 1 0 0,0 1-1 0 0,0-1 0 0 0,0 1 1 0 0,1-1-1 0 0,-1 1 1 0 0,0-1-1 0 0,1 1 1 0 0,-1 0-1 0 0,0 0 0 0 0,1-1 1 0 0,-1 1-1 0 0,1 0 1 0 0,-1 0-1 0 0,1-1 0 0 0,0 1 1 0 0,-1 0-1 0 0,1 0 1 0 0,0 0-1 0 0,-1 0 0 0 0,1 0 1 0 0,0 0-1 0 0,0 1 1 0 0,-1 3 12 0 0,1 0 1 0 0,-1 0-1 0 0,1 0 1 0 0,0 0-1 0 0,0 0 1 0 0,1 0 0 0 0,0 0-1 0 0,-1 0 1 0 0,2-1-1 0 0,-1 1 1 0 0,0 0 0 0 0,1 0-1 0 0,0-1 1 0 0,0 1-1 0 0,1-1 1 0 0,-1 0 0 0 0,1 0-1 0 0,0 0 1 0 0,0 0-1 0 0,0 0 1 0 0,0 0 0 0 0,1-1-1 0 0,0 1 1 0 0,0-1-1 0 0,0 0 1 0 0,0-1 0 0 0,0 1-1 0 0,0-1 1 0 0,1 1-1 0 0,-1-1 1 0 0,1 0-1 0 0,-1-1 1 0 0,1 1 0 0 0,0-1-1 0 0,0 0 1 0 0,6 0-1 0 0,14 3-1795 0 0,0-1 0 0 0,1-2 0 0 0,-1 0 0 0 0,34-5 0 0 0,-34 2-3701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58.6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272 268 3225 0 0,'-1'-1'52'0'0,"0"0"1"0"0,0 0 0 0 0,0 0 0 0 0,0 1 0 0 0,0-1 0 0 0,0 0-1 0 0,0 1 1 0 0,0-1 0 0 0,-1 1 0 0 0,1 0 0 0 0,0-1-1 0 0,-1 1 1 0 0,1 0 0 0 0,0 0 0 0 0,0-1 0 0 0,-1 1-1 0 0,1 0 1 0 0,0 0 0 0 0,-1 1 0 0 0,1-1 0 0 0,0 0-1 0 0,-1 0 1 0 0,-1 2 0 0 0,-40 8 2069 0 0,34-7-1500 0 0,0 0 139 0 0,-17 4 3082 0 0,-48 19 0 0 0,68-23-3434 0 0,1 0 0 0 0,-1 0 1 0 0,0 0-1 0 0,1 0 0 0 0,0 1 0 0 0,0 0 1 0 0,0 0-1 0 0,0 0 0 0 0,1 1 1 0 0,-1 0-1 0 0,1-1 0 0 0,1 2 0 0 0,-8 10 1 0 0,11-15-368 0 0,-1 1 1 0 0,0-1 0 0 0,1 1-1 0 0,-1-1 1 0 0,1 1-1 0 0,0 0 1 0 0,-1-1 0 0 0,1 1-1 0 0,0 0 1 0 0,0-1 0 0 0,0 1-1 0 0,0 0 1 0 0,0-1 0 0 0,0 1-1 0 0,1 0 1 0 0,-1-1 0 0 0,1 1-1 0 0,-1-1 1 0 0,1 1 0 0 0,-1-1-1 0 0,1 1 1 0 0,2 2 0 0 0,-1-1-17 0 0,0 0 0 0 0,1-1 0 0 0,-1 1 1 0 0,1-1-1 0 0,0 0 0 0 0,0 0 1 0 0,0 0-1 0 0,0 0 0 0 0,0 0 0 0 0,5 1 1 0 0,0 1-32 0 0,0-2 1 0 0,0 1-1 0 0,0-1 1 0 0,1 0-1 0 0,-1-1 1 0 0,1 0-1 0 0,-1 0 1 0 0,14-1-1 0 0,-19-1-123 0 0,1 1-1 0 0,-1-1 0 0 0,1 0 1 0 0,0 0-1 0 0,-1 0 1 0 0,0-1-1 0 0,1 1 1 0 0,-1-1-1 0 0,0 0 0 0 0,0 0 1 0 0,0 0-1 0 0,0 0 1 0 0,0 0-1 0 0,0-1 1 0 0,0 0-1 0 0,3-4 0 0 0,-2 1-191 0 0,0 0-1 0 0,-1 0 0 0 0,0 0 1 0 0,0-1-1 0 0,0 1 0 0 0,-1-1 1 0 0,0 1-1 0 0,2-10 0 0 0,-1-9-341 0 0,0-1 1 0 0,-2 1-1 0 0,-3-44 0 0 0,0 42 638 0 0,-1 2-1 0 0,-7-32 0 0 0,7 46 375 0 0,0-1-1 0 0,-1 0 1 0 0,0 1-1 0 0,-1 0 1 0 0,0 0-1 0 0,-1 1 1 0 0,-7-11-1 0 0,6 14 1607 0 0,9 14-491 0 0,8 17-311 0 0,-9-22-1216 0 0,11 29 267 0 0,-1 0 1 0 0,-1 1-1 0 0,5 37 0 0 0,-9-41-119 0 0,0 0-1 0 0,2 0 0 0 0,1-1 0 0 0,1 0 0 0 0,15 27 0 0 0,-20-43-93 0 0,55 84-216 0 0,-44-75-29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2:59.2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1 12443 0 0,'-3'1'1104'0'0,"2"-1"-880"0"0,-1 2-224 0 0,2-1 0 0 0,0 2 272 0 0,2-1-144 0 0,-1 1 0 0 0,2 0-976 0 0,-1 0-200 0 0,1 0-41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2.3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40 5337 0 0,'20'4'480'0'0,"-8"-1"-384"0"0,-2-1-96 0 0,-2-2 0 0 0,-2 0 0 0 0,-1 0 0 0 0,1-2 0 0 0,6-1 0 0 0,6-1 0 0 0,6-4 0 0 0,3-1 0 0 0,0-1 0 0 0,-1-2 0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3.0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93 183 7370 0 0,'-4'-18'1482'0'0,"0"0"1"0"0,-1 0-1 0 0,-2 1 1 0 0,1 0-1 0 0,-2 1 1 0 0,0-1-1 0 0,-1 1 1 0 0,-20-25-1 0 0,29 41-1442 0 0,0-1-1 0 0,0 1 0 0 0,0 0 0 0 0,0 0 0 0 0,0 0 0 0 0,0-1 0 0 0,0 1 0 0 0,0 0 0 0 0,-1 0 0 0 0,1 0 1 0 0,0-1-1 0 0,0 1 0 0 0,0 0 0 0 0,0 0 0 0 0,-1 0 0 0 0,1 0 0 0 0,0 0 0 0 0,0 0 0 0 0,0-1 1 0 0,-1 1-1 0 0,1 0 0 0 0,0 0 0 0 0,0 0 0 0 0,0 0 0 0 0,-1 0 0 0 0,1 0 0 0 0,0 0 0 0 0,0 0 0 0 0,-1 0 1 0 0,1 0-1 0 0,0 0 0 0 0,0 0 0 0 0,0 0 0 0 0,-1 0 0 0 0,1 0 0 0 0,0 0 0 0 0,0 0 0 0 0,-1 0 0 0 0,1 0 1 0 0,0 0-1 0 0,0 1 0 0 0,0-1 0 0 0,-1 0 0 0 0,1 0 0 0 0,0 0 0 0 0,0 0 0 0 0,0 0 0 0 0,-1 1 1 0 0,-2 15 585 0 0,4 31-701 0 0,0-39 255 0 0,14 589 552 0 0,-13-557-718 0 0,-2 1-94 0 0,3 1 0 0 0,1-1 0 0 0,16 64 0 0 0,-14-89-283 0 0,-7-16 305 0 0,1 1 0 0 0,0-1 0 0 0,0 0 0 0 0,0 0 0 0 0,0 1 1 0 0,0-1-1 0 0,0 0 0 0 0,1 0 0 0 0,-1 1 0 0 0,0-1 0 0 0,0 0 0 0 0,0 0 0 0 0,0 1 0 0 0,0-1 0 0 0,0 0 0 0 0,0 0 0 0 0,0 1 0 0 0,1-1 0 0 0,-1 0 0 0 0,0 0 0 0 0,0 0 0 0 0,0 1 0 0 0,0-1 1 0 0,1 0-1 0 0,-1 0 0 0 0,0 0 0 0 0,0 0 0 0 0,0 1 0 0 0,1-1 0 0 0,-1 0 0 0 0,0 0 0 0 0,0 0 0 0 0,1 0 0 0 0,-1 0 0 0 0,0 0 0 0 0,0 0 0 0 0,1 0 0 0 0,-1 0 0 0 0,0 0 0 0 0,1 0 0 0 0,-1 0 0 0 0,0 0 1 0 0,0 0-1 0 0,1 0 0 0 0,-1 0 0 0 0,0 0 0 0 0,0 0 0 0 0,1 0 0 0 0,-1 0 0 0 0,0 0 0 0 0,2-6-1720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3.3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21 404 456 0 0,'-6'-20'687'0'0,"2"0"0"0"0,0 0 0 0 0,1 0 1 0 0,1 0-1 0 0,1-1 0 0 0,1 1 0 0 0,1-1 0 0 0,0 1 0 0 0,2 0 0 0 0,0 0 0 0 0,1 0 1 0 0,9-25-1 0 0,-10 37-378 0 0,1 1 1 0 0,-1 0-1 0 0,1 0 1 0 0,1 0-1 0 0,-1 0 0 0 0,1 1 1 0 0,1 0-1 0 0,-1 0 1 0 0,1 0-1 0 0,0 1 1 0 0,0 0-1 0 0,0 0 1 0 0,1 0-1 0 0,0 1 1 0 0,0 0-1 0 0,0 0 1 0 0,0 1-1 0 0,15-5 0 0 0,-16 6-127 0 0,0 0 0 0 0,0 1 0 0 0,1 0-1 0 0,-1 1 1 0 0,0-1 0 0 0,0 1 0 0 0,1 0-1 0 0,-1 1 1 0 0,0-1 0 0 0,1 1 0 0 0,-1 0-1 0 0,0 1 1 0 0,0 0 0 0 0,0 0 0 0 0,0 0-1 0 0,0 1 1 0 0,-1-1 0 0 0,1 1 0 0 0,-1 1-1 0 0,1-1 1 0 0,-1 1 0 0 0,0 0 0 0 0,-1 0-1 0 0,6 6 1 0 0,-1 0-21 0 0,0 1-1 0 0,-1 0 0 0 0,0 1 0 0 0,-1 0 1 0 0,0 0-1 0 0,-1 0 0 0 0,-1 1 1 0 0,0 0-1 0 0,6 24 0 0 0,-7-18-76 0 0,-1 0-1 0 0,-1 0 0 0 0,-1 0 0 0 0,0 0 1 0 0,-2 1-1 0 0,-4 29 0 0 0,0-21-64 0 0,-1-1 0 0 0,-1 0 0 0 0,-2 0 1 0 0,0-1-1 0 0,-2 0 0 0 0,-1 0 0 0 0,-1-2 0 0 0,-1 1 0 0 0,-31 40 0 0 0,-7-9-59 0 0,48-52-183 0 0,0-1 0 0 0,-1 1 0 0 0,1 0 0 0 0,-1-1 0 0 0,0 0-1 0 0,0 0 1 0 0,0-1 0 0 0,0 1 0 0 0,0-1 0 0 0,-1 0 0 0 0,-5 1 0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3.7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67 210 2505 0 0,'4'6'315'0'0,"-1"0"0"0"0,1 0 0 0 0,-1 0 0 0 0,0 0 0 0 0,0 1 0 0 0,1 7 0 0 0,-2-9-39 0 0,-1 0 0 0 0,1-1 1 0 0,-1 1-1 0 0,1 0 0 0 0,0-1 0 0 0,1 0 1 0 0,-1 0-1 0 0,1 1 0 0 0,0-1 0 0 0,0-1 1 0 0,0 1-1 0 0,1 0 0 0 0,-1-1 0 0 0,1 0 1 0 0,5 4-1 0 0,-3-3 181 0 0,0-1 1 0 0,0 0-1 0 0,0 0 0 0 0,0 0 1 0 0,0-1-1 0 0,1 0 1 0 0,-1 0-1 0 0,1-1 0 0 0,-1 0 1 0 0,1 0-1 0 0,-1-1 1 0 0,1 1-1 0 0,0-1 0 0 0,-1-1 1 0 0,8 0-1 0 0,-9-1-281 0 0,0 1 0 0 0,0 0 0 0 0,-1-1-1 0 0,1 0 1 0 0,-1 0 0 0 0,0-1 0 0 0,1 1 0 0 0,-1-1 0 0 0,0 0-1 0 0,0 0 1 0 0,-1 0 0 0 0,1-1 0 0 0,-1 1 0 0 0,1-1 0 0 0,-1 0-1 0 0,0 0 1 0 0,-1 0 0 0 0,1 0 0 0 0,-1 0 0 0 0,0-1 0 0 0,2-4-1 0 0,0-1-73 0 0,-1 0 1 0 0,-1 0-1 0 0,0 0 0 0 0,0 0 0 0 0,-1-1 0 0 0,0 1 0 0 0,-1 0 0 0 0,0-1 0 0 0,-1 1 0 0 0,0-1 0 0 0,0 1 0 0 0,-1 0 0 0 0,-1 0 1 0 0,-6-17-1 0 0,7 20-67 0 0,0 1 1 0 0,-1 0 0 0 0,0-1-1 0 0,-1 1 1 0 0,1 0 0 0 0,-1 0 0 0 0,0 1-1 0 0,-1-1 1 0 0,1 1 0 0 0,-1 0-1 0 0,0 0 1 0 0,0 1 0 0 0,-1-1-1 0 0,1 1 1 0 0,-1 0 0 0 0,0 0 0 0 0,0 1-1 0 0,0 0 1 0 0,-1 0 0 0 0,1 1-1 0 0,-1-1 1 0 0,-11-1 0 0 0,7 3 46 0 0,-1 0 1 0 0,1 0-1 0 0,-1 2 0 0 0,0-1 1 0 0,1 1-1 0 0,-1 1 1 0 0,1 0-1 0 0,-20 7 0 0 0,25-7-224 0 0,0 1-1 0 0,0-1 0 0 0,1 1 0 0 0,-1 0 1 0 0,1 1-1 0 0,0-1 0 0 0,-9 9 0 0 0,11-9-347 0 0,0 0-1 0 0,1 0 1 0 0,-1 1 0 0 0,1-1-1 0 0,0 1 1 0 0,0-1 0 0 0,0 1-1 0 0,0 0 1 0 0,1-1 0 0 0,0 1-1 0 0,-1 0 1 0 0,1 0 0 0 0,0 5-1 0 0,-1 8-6142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3.97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51 3681 0 0,'15'-18'647'0'0,"-13"15"-25"0"0,1 0 0 0 0,-1 0 0 0 0,0 0 0 0 0,1 0 0 0 0,0 0 0 0 0,0 1 0 0 0,0-1 0 0 0,0 1 0 0 0,0 0 0 0 0,6-4 0 0 0,-8 7-490 0 0,-1-1 0 0 0,1 0 1 0 0,-1 0-1 0 0,1 1 0 0 0,-1-1 0 0 0,1 0 0 0 0,-1 0 0 0 0,1 1 0 0 0,-1-1 0 0 0,1 1 0 0 0,-1-1 0 0 0,1 0 0 0 0,-1 1 0 0 0,0-1 0 0 0,1 1 0 0 0,-1-1 0 0 0,0 1 0 0 0,1-1 0 0 0,-1 1 0 0 0,0-1 0 0 0,0 1 0 0 0,1-1 0 0 0,-1 1 0 0 0,0 0 0 0 0,0-1 1 0 0,0 1-1 0 0,0-1 0 0 0,0 1 0 0 0,0 0 0 0 0,0-1 0 0 0,0 1 0 0 0,0-1 0 0 0,0 2 0 0 0,1 24 1253 0 0,-1-25-1170 0 0,-18 262 3338 0 0,3-95-1993 0 0,14-149-1625 0 0,1-9-372 0 0,0-1 0 0 0,-1 1 0 0 0,0 0 1 0 0,-1-1-1 0 0,1 1 0 0 0,-2-1 0 0 0,-5 16 0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4.2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1 189 5121 0 0,'0'-9'90'0'0,"2"1"1"0"0,-1-1-1 0 0,1 1 0 0 0,0 0 1 0 0,4-10-1 0 0,-2 9 454 0 0,1 1-1 0 0,-1 0 1 0 0,1 0 0 0 0,0 0 0 0 0,1 0 0 0 0,0 1-1 0 0,0 0 1 0 0,1 0 0 0 0,-1 1 0 0 0,1 0 0 0 0,1 0 0 0 0,-1 1-1 0 0,11-6 1 0 0,-10 7-186 0 0,0 0 0 0 0,0 1 0 0 0,0 0 0 0 0,0 0 0 0 0,1 1-1 0 0,-1 0 1 0 0,1 1 0 0 0,-1-1 0 0 0,1 2 0 0 0,-1-1 0 0 0,1 1 0 0 0,16 2 0 0 0,-22-1-251 0 0,0-1 1 0 0,0 1-1 0 0,0 0 1 0 0,0-1-1 0 0,0 1 1 0 0,0 1-1 0 0,0-1 1 0 0,-1 0-1 0 0,1 1 0 0 0,0-1 1 0 0,-1 1-1 0 0,1 0 1 0 0,-1 0-1 0 0,1 0 1 0 0,-1 0-1 0 0,0 0 1 0 0,0 1-1 0 0,0-1 1 0 0,0 0-1 0 0,-1 1 1 0 0,1 0-1 0 0,0-1 1 0 0,-1 1-1 0 0,0 0 1 0 0,0 0-1 0 0,0 0 1 0 0,0 0-1 0 0,0 0 1 0 0,-1 0-1 0 0,1 0 1 0 0,-1 0-1 0 0,0 0 1 0 0,1 0-1 0 0,-2 0 1 0 0,1 0-1 0 0,0 0 1 0 0,-1 1-1 0 0,-1 4 1 0 0,-1 4-36 0 0,0 1 1 0 0,-2-1 0 0 0,1 0 0 0 0,-2 0-1 0 0,1-1 1 0 0,-2 1 0 0 0,1-1 0 0 0,-2-1-1 0 0,-11 15 1 0 0,-14 12-85 0 0,-39 35-1 0 0,55-55 32 0 0,-59 46-1599 0 0,66-56 346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4.4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 7370 0 0,'4'-1'178'0'0,"-1"1"1"0"0,0-1 0 0 0,1 1-1 0 0,-1 0 1 0 0,0 1 0 0 0,1-1-1 0 0,-1 1 1 0 0,0-1 0 0 0,0 1-1 0 0,1 0 1 0 0,-1 0 0 0 0,0 0-1 0 0,4 3 1 0 0,-3-1 361 0 0,0 0 0 0 0,0 0 0 0 0,0 1-1 0 0,-1 0 1 0 0,1 0 0 0 0,-1 0 0 0 0,0 0 0 0 0,3 5 0 0 0,-1 1 55 0 0,0-1 0 0 0,-1 1-1 0 0,0 0 1 0 0,-1 0 0 0 0,0 0 0 0 0,0 0 0 0 0,-1 1 0 0 0,0-1 0 0 0,0 20 0 0 0,-2-9-909 0 0,0-1 0 0 0,-2 0 0 0 0,0 1 0 0 0,-6 23 0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4.5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1 219 9218 0 0,'8'-89'1944'0'0,"-3"62"839"0"0,0 0 0 0 0,17-49 0 0 0,-23 83-2865 0 0,1 0-1 0 0,-1 0 1 0 0,1-1 0 0 0,1 1 0 0 0,-1 0-1 0 0,1 0 1 0 0,2 9 0 0 0,14 59-679 0 0,-10-48 761 0 0,0 1 0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4.9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14 5985 0 0,'0'-1'96'0'0,"1"0"0"0"0,-1 1 0 0 0,1-1 0 0 0,-1 0-1 0 0,1 0 1 0 0,0 0 0 0 0,-1 1 0 0 0,1-1 0 0 0,0 0 0 0 0,-1 1-1 0 0,1-1 1 0 0,0 1 0 0 0,0-1 0 0 0,0 1 0 0 0,-1-1 0 0 0,1 1-1 0 0,0-1 1 0 0,0 1 0 0 0,0 0 0 0 0,0 0 0 0 0,0-1 0 0 0,0 1 0 0 0,0 0-1 0 0,0 0 1 0 0,0 0 0 0 0,0 0 0 0 0,1 0 0 0 0,-1 1 123 0 0,1-1 1 0 0,-1 1-1 0 0,1 0 1 0 0,-1 0-1 0 0,1 0 1 0 0,-1 0-1 0 0,1 0 1 0 0,-1 0-1 0 0,0 0 1 0 0,1 0-1 0 0,-1 1 0 0 0,0-1 1 0 0,2 3-1 0 0,1 3 411 0 0,0 0 0 0 0,0 0 0 0 0,0 0 0 0 0,-1 1 0 0 0,3 10 0 0 0,46 149 2365 0 0,-48-142-2998 0 0,-2-16-26 0 0,1-22 13 0 0,0-3-51 0 0,1 1 1 0 0,0-1-1 0 0,2 1 0 0 0,-1 1 1 0 0,10-17-1 0 0,-10 21 28 0 0,1 0 0 0 0,0 1-1 0 0,0-1 1 0 0,1 1 0 0 0,0 1-1 0 0,0 0 1 0 0,1 0 0 0 0,10-9-1 0 0,-15 16 101 0 0,-1-1-1 0 0,1 0 0 0 0,-1 1 0 0 0,1 0 1 0 0,0 0-1 0 0,-1-1 0 0 0,1 2 0 0 0,0-1 1 0 0,0 0-1 0 0,0 0 0 0 0,0 1 0 0 0,0 0 1 0 0,0 0-1 0 0,0-1 0 0 0,0 2 1 0 0,0-1-1 0 0,3 1 0 0 0,-1 0 77 0 0,0 0-1 0 0,0 1 1 0 0,-1 0-1 0 0,1 0 1 0 0,-1 0-1 0 0,1 1 1 0 0,-1-1-1 0 0,0 1 1 0 0,6 5-1 0 0,-1-1-336 0 0,-1 1 0 0 0,0 1 0 0 0,9 13-1 0 0,13 24-5212 0 0,-21-27-591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5.6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210 320 8754 0 0,'-1'-4'302'0'0,"0"0"1"0"0,0 1-1 0 0,-1-1 1 0 0,1 1-1 0 0,-1 0 1 0 0,0-1-1 0 0,0 1 1 0 0,0 0-1 0 0,-1 0 1 0 0,1 0-1 0 0,-1 0 1 0 0,0 1-1 0 0,1-1 1 0 0,-1 1-1 0 0,0 0 1 0 0,-4-3-1 0 0,5 5-158 0 0,1-1 0 0 0,-1 0 0 0 0,0 1 0 0 0,1-1 0 0 0,-1 1 0 0 0,0 0 0 0 0,0 0 0 0 0,1 0 1 0 0,-1 0-1 0 0,0 0 0 0 0,0 0 0 0 0,1 0 0 0 0,-1 0 0 0 0,0 1 0 0 0,0-1 0 0 0,1 1 0 0 0,-1-1 0 0 0,0 1 0 0 0,1-1 0 0 0,-1 1 0 0 0,1 0 0 0 0,-1 0 0 0 0,1 0 0 0 0,-1 0 0 0 0,1 0 0 0 0,0 0 0 0 0,-1 1 0 0 0,1-1 0 0 0,0 0 0 0 0,0 1 0 0 0,0-1 0 0 0,0 1 0 0 0,0-1 0 0 0,0 1 0 0 0,0-1 0 0 0,0 3 0 0 0,-2 2-89 0 0,0 1-1 0 0,0 0 0 0 0,1 0 0 0 0,-1 1 0 0 0,2-1 0 0 0,-1 0 0 0 0,1 1 0 0 0,0-1 0 0 0,1 1 1 0 0,0-1-1 0 0,0 1 0 0 0,0-1 0 0 0,3 12 0 0 0,-2-12-21 0 0,0-1 0 0 0,1 0 1 0 0,-1 1-1 0 0,2-1 0 0 0,-1 0 1 0 0,0 0-1 0 0,1-1 0 0 0,0 1 0 0 0,1 0 1 0 0,-1-1-1 0 0,1 0 0 0 0,0 0 0 0 0,0 0 1 0 0,1 0-1 0 0,-1-1 0 0 0,7 5 0 0 0,-9-8-77 0 0,0 1 0 0 0,0-1 0 0 0,0 0 0 0 0,0 0 0 0 0,0 0 0 0 0,0 0-1 0 0,0 0 1 0 0,0-1 0 0 0,1 1 0 0 0,-1-1 0 0 0,0 1 0 0 0,0-1 0 0 0,1 0 0 0 0,-1 0-1 0 0,0 0 1 0 0,1 0 0 0 0,-1 0 0 0 0,0 0 0 0 0,0-1 0 0 0,1 1 0 0 0,2-2 0 0 0,-1 1-122 0 0,-1-1 0 0 0,0 0 0 0 0,0 0 0 0 0,0-1 1 0 0,0 1-1 0 0,-1-1 0 0 0,1 1 0 0 0,0-1 0 0 0,-1 0 0 0 0,0 0 1 0 0,0 0-1 0 0,3-4 0 0 0,1-4-309 0 0,-1-1 0 0 0,0 0 0 0 0,-1 0 0 0 0,0 0 1 0 0,0 0-1 0 0,2-22 0 0 0,-2-5 559 0 0,-3 0 0 0 0,0 0 0 0 0,-3 0 0 0 0,-1 0 0 0 0,-2 0 0 0 0,-13-49 0 0 0,6 57 1495 0 0,2 18 107 0 0,10 12-1601 0 0,0 1 1 0 0,-1 0 0 0 0,1 0-1 0 0,0 0 1 0 0,-1 0 0 0 0,1-1-1 0 0,0 1 1 0 0,-1 0-1 0 0,1 0 1 0 0,0 0 0 0 0,-1 0-1 0 0,1 0 1 0 0,0 0 0 0 0,-1 0-1 0 0,1 0 1 0 0,0 0 0 0 0,-1 0-1 0 0,1 0 1 0 0,0 0 0 0 0,-1 0-1 0 0,1 0 1 0 0,0 0 0 0 0,-1 0-1 0 0,1 1 1 0 0,0-1 0 0 0,-1 0-1 0 0,1 0 1 0 0,0 0 0 0 0,-1 0-1 0 0,1 1 1 0 0,0-1 0 0 0,0 0-1 0 0,-1 0 1 0 0,1 1-1 0 0,0 2 28 0 0,1 0 0 0 0,0 1 0 0 0,0-1-1 0 0,0 0 1 0 0,1 0 0 0 0,-1 0 0 0 0,0 0-1 0 0,1-1 1 0 0,0 1 0 0 0,0 0 0 0 0,4 3-1 0 0,-4-1-64 0 0,39 73 251 0 0,-21-59 745 0 0,-18-18-1041 0 0,0 1 1 0 0,-1-1 0 0 0,1 0-1 0 0,0 1 1 0 0,-1-1 0 0 0,1 1-1 0 0,-1 0 1 0 0,1-1 0 0 0,-1 1-1 0 0,0 0 1 0 0,0 0-1 0 0,0 0 1 0 0,0 0 0 0 0,1 4-1 0 0,13 39 76 0 0,-3 1 0 0 0,9 67-1 0 0,1 95-26 0 0,-20-183-33 0 0,1 10 40 0 0,-2 0 0 0 0,-1 1 0 0 0,-2-1 0 0 0,-2 1 0 0 0,-14 65 1 0 0,11-79 82 0 0,0 0 1 0 0,-1 0 0 0 0,-1-1 0 0 0,-1 0 0 0 0,-1-1 0 0 0,0 0-1 0 0,-2 0 1 0 0,0-2 0 0 0,-1 1 0 0 0,-19 17 0 0 0,25-29-122 0 0,0 0-1 0 0,0 0 1 0 0,-1-1 0 0 0,1 0 0 0 0,-1-1-1 0 0,-1 0 1 0 0,1 0 0 0 0,-1-1-1 0 0,0 0 1 0 0,-17 4 0 0 0,22-7-140 0 0,1 0 0 0 0,-1-1-1 0 0,1 1 1 0 0,-1-1 0 0 0,1 0 0 0 0,-1 0 0 0 0,1 0 0 0 0,-1 0 0 0 0,1-1 0 0 0,-1 0-1 0 0,1 0 1 0 0,-1 0 0 0 0,1 0 0 0 0,0-1 0 0 0,-1 0 0 0 0,1 0 0 0 0,0 0-1 0 0,0 0 1 0 0,1-1 0 0 0,-1 1 0 0 0,0-1 0 0 0,1 0 0 0 0,-1 0 0 0 0,1 0 0 0 0,0-1-1 0 0,-5-6 1 0 0,-5-15-8188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6.2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 11 9218 0 0,'-4'-10'9679'0'0,"7"48"-8708"0"0,-1 0 0 0 0,-2 1-1 0 0,-8 62 1 0 0,0 12-626 0 0,8-49-543 0 0,4-1 1 0 0,2 0-1 0 0,3-1 0 0 0,21 76 1 0 0,-25-112-5172 0 0,0-3-1837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6.5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0 256 2304 0 0,'11'-37'-411'0'0,"-9"30"1250"0"0,1 0 1 0 0,0 0-1 0 0,1 0 1 0 0,0 0-1 0 0,9-12 1 0 0,-12 17-540 0 0,1 0 1 0 0,0 0 0 0 0,0 0-1 0 0,0 0 1 0 0,0 0 0 0 0,1 0-1 0 0,-1 0 1 0 0,0 1 0 0 0,1-1 0 0 0,-1 1-1 0 0,1 0 1 0 0,0 0 0 0 0,-1 0-1 0 0,1 0 1 0 0,0 0 0 0 0,0 0 0 0 0,-1 1-1 0 0,1-1 1 0 0,0 1 0 0 0,0 0-1 0 0,0 0 1 0 0,0 0 0 0 0,0 0 0 0 0,-1 1-1 0 0,1-1 1 0 0,0 1 0 0 0,0-1-1 0 0,0 1 1 0 0,-1 0 0 0 0,1 0 0 0 0,0 0-1 0 0,3 3 1 0 0,15 9 464 0 0,-2 1 0 0 0,0 1 0 0 0,0 0 0 0 0,-2 2 0 0 0,23 26 0 0 0,21 18 234 0 0,-31-33-698 0 0,-17-14-123 0 0,0-1-1 0 0,1-1 1 0 0,0 0-1 0 0,1-1 1 0 0,0-1 0 0 0,23 12-1 0 0,-37-22-156 0 0,-1 0-1 0 0,1 0 0 0 0,-1 1 0 0 0,1-1 0 0 0,0 0 1 0 0,-1 0-1 0 0,1 0 0 0 0,0 0 0 0 0,-1 0 0 0 0,1 0 1 0 0,-1 0-1 0 0,1 0 0 0 0,0 0 0 0 0,-1 0 0 0 0,1 0 1 0 0,0 0-1 0 0,-1 0 0 0 0,1-1 0 0 0,-1 1 0 0 0,1 0 1 0 0,0 0-1 0 0,-1-1 0 0 0,1 1 0 0 0,-1 0 0 0 0,1-1 1 0 0,-1 1-1 0 0,2-1 0 0 0,7-20 300 0 0,-5-35-97 0 0,-3 44-185 0 0,2-76 32 0 0,-2 42-535 0 0,2-1-1 0 0,1 1 1 0 0,15-63-1 0 0,-12 89-1492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6.7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5985 0 0,'6'6'769'0'0,"-1"1"0"0"0,0-1 0 0 0,-1 1-1 0 0,0 0 1 0 0,0 1 0 0 0,0-1 0 0 0,-1 1 0 0 0,0-1-1 0 0,0 1 1 0 0,2 13 0 0 0,1 11 2451 0 0,2 44 1 0 0,-5-42-2373 0 0,-2-26-841 0 0,9 118 1181 0 0,-13-43-5227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7.0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14 2761 0 0,'-3'-5'4782'0'0,"3"5"-4680"0"0,8-5 2913 0 0,13 1-40 0 0,-11 5-2442 0 0,0 1 0 0 0,-1 0-1 0 0,1 1 1 0 0,0 0 0 0 0,-1 0 0 0 0,0 1 0 0 0,0 1 0 0 0,12 6 0 0 0,0 2 135 0 0,-2 1 1 0 0,26 21-1 0 0,-36-27-508 0 0,0 1 0 0 0,0 0 0 0 0,-1 1 0 0 0,-1-1 1 0 0,1 1-1 0 0,-1 1 0 0 0,-1 0 0 0 0,0 0 0 0 0,0 0 0 0 0,-1 0 0 0 0,-1 1 0 0 0,0 0 0 0 0,4 23 0 0 0,-6-24-120 0 0,-1 0 1 0 0,-1 1 0 0 0,0-1-1 0 0,0 0 1 0 0,-1 0-1 0 0,-1 0 1 0 0,0 0 0 0 0,0 0-1 0 0,-1 0 1 0 0,0 0-1 0 0,-1-1 1 0 0,-1 1 0 0 0,1-1-1 0 0,-2 0 1 0 0,-10 16-1 0 0,8-15-242 0 0,-1 0-1 0 0,0 0 1 0 0,0-1-1 0 0,-1-1 1 0 0,-1 1-1 0 0,0-2 0 0 0,0 1 1 0 0,-18 9-1 0 0,10-8-7505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7.2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44 11979 0 0,'-2'-5'5726'0'0,"3"4"-5629"0"0,8-10 1906 0 0,18-10-2807 0 0,-25 20 275 0 0,0 0 0 0 0,1 0-1 0 0,-1 1 1 0 0,0-1 0 0 0,1 0-1 0 0,-1 1 1 0 0,0 0 0 0 0,1 0-1 0 0,-1 0 1 0 0,0 0 0 0 0,4 0-1 0 0,-5 0 485 0 0,0 1 0 0 0,0-1 0 0 0,0 0 0 0 0,0 1 0 0 0,0-1 0 0 0,0 1 0 0 0,0 0 0 0 0,0-1-1 0 0,0 1 1 0 0,0 0 0 0 0,0-1 0 0 0,0 1 0 0 0,0 0 0 0 0,-1 0 0 0 0,1 0 0 0 0,1 1 0 0 0,0 5 45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7.4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48 920 0 0,'6'20'4507'0'0,"-4"-19"-3980"0"0,-1 0 0 0 0,1 0-1 0 0,0-1 1 0 0,-1 1 0 0 0,1-1 0 0 0,0 1-1 0 0,-1-1 1 0 0,1 0 0 0 0,0 1-1 0 0,0-1 1 0 0,2 0 0 0 0,4 0 387 0 0,1 0-1 0 0,-1-1 1 0 0,0 0 0 0 0,0 0-1 0 0,0-1 1 0 0,12-4 0 0 0,-6 1-1171 0 0,-1-1 0 0 0,1 0 0 0 0,-1-1 0 0 0,0 0 0 0 0,15-12 0 0 0,-14 6 18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7.8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53 50 11522 0 0,'-2'-3'302'0'0,"1"0"0"0"0,0 0-1 0 0,0 0 1 0 0,0-1 0 0 0,0 1-1 0 0,0 0 1 0 0,1-1-1 0 0,-1 1 1 0 0,-4-18 7423 0 0,-7 55-6759 0 0,2 18-517 0 0,2 0 1 0 0,3 1 0 0 0,1-1 0 0 0,7 90 0 0 0,4-72-657 0 0,3 0 1 0 0,38 136-1 0 0,-42-186-1580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8.1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59 100 8754 0 0,'-4'1'5597'0'0,"-4"15"-3132"0"0,-9 21-269 0 0,10-18-1803 0 0,1 1 1 0 0,1 0-1 0 0,1 0 0 0 0,1 1 1 0 0,0-1-1 0 0,2 1 0 0 0,0-1 1 0 0,3 32-1 0 0,0-35-339 0 0,0 0 0 0 0,1-1-1 0 0,1 1 1 0 0,1-1 0 0 0,0 0 0 0 0,1 0 0 0 0,1 0-1 0 0,0-1 1 0 0,1 0 0 0 0,17 25 0 0 0,-23-37-46 0 0,1 0 0 0 0,-1 0 0 0 0,1 0 1 0 0,-1-1-1 0 0,1 1 0 0 0,0-1 1 0 0,0 1-1 0 0,1-1 0 0 0,-1 0 0 0 0,0 0 1 0 0,1 0-1 0 0,-1-1 0 0 0,1 1 0 0 0,-1-1 1 0 0,1 0-1 0 0,0 0 0 0 0,0 0 1 0 0,4 0-1 0 0,-5-1 6 0 0,0 0-1 0 0,0-1 1 0 0,0 1 0 0 0,0-1-1 0 0,0 0 1 0 0,0 0 0 0 0,-1 0 0 0 0,1 0-1 0 0,0 0 1 0 0,0 0 0 0 0,-1-1-1 0 0,1 0 1 0 0,-1 1 0 0 0,0-1 0 0 0,1 0-1 0 0,-1 0 1 0 0,0 0 0 0 0,0 0-1 0 0,0-1 1 0 0,0 1 0 0 0,-1 0 0 0 0,1-1-1 0 0,-1 0 1 0 0,2-2 0 0 0,4-10 22 0 0,0-1 1 0 0,-1 1 0 0 0,-1-1 0 0 0,-1 0 0 0 0,0-1-1 0 0,-1 1 1 0 0,-1-1 0 0 0,-1 1 0 0 0,0-31-1 0 0,-2 26 5 0 0,-1 1-1 0 0,-1-1 0 0 0,0 1 0 0 0,-2-1 1 0 0,0 1-1 0 0,-1 0 0 0 0,-14-27 0 0 0,3 15-378 0 0,-2 1 1 0 0,-35-43-1 0 0,37 51 74 0 0,0 0-643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29.0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19 4609 0 0,'16'-13'7765'0'0,"-14"12"-6902"0"0,0 0 0 0 0,0 0 0 0 0,0 0-1 0 0,3 0 1 0 0,-4 1-717 0 0,0 0-1 0 0,0 1 1 0 0,0-1-1 0 0,0 0 1 0 0,0 1-1 0 0,0-1 1 0 0,-1 1-1 0 0,1-1 1 0 0,0 1-1 0 0,0 0 1 0 0,0-1-1 0 0,-1 1 1 0 0,1 0-1 0 0,0 0 1 0 0,-1-1-1 0 0,1 1 1 0 0,0 0-1 0 0,-1 0 1 0 0,1 0-1 0 0,-1 0 1 0 0,0 0-1 0 0,1 0 1 0 0,-1 0-1 0 0,0 0 1 0 0,1 0-1 0 0,-1 0 1 0 0,0 0-1 0 0,0 0 1 0 0,0 0-1 0 0,0 0 1 0 0,0 0-1 0 0,0 1 1 0 0,26 199 1500 0 0,25 38-1689 0 0,-50-231-544 0 0,-1-2-170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30.0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25 1840 0 0,'-11'-4'16327'0'0,"24"1"-16657"0"0,3 0 481 0 0,19-3 1153 0 0,49-2 0 0 0,-74 7-1128 0 0,-1 1 0 0 0,0 1 0 0 0,1 0 0 0 0,-1 0 0 0 0,1 0 0 0 0,-1 1 0 0 0,0 1 1 0 0,0 0-1 0 0,0 0 0 0 0,12 6 0 0 0,-19-8-198 0 0,-1 1 1 0 0,1-1-1 0 0,0 0 1 0 0,-1 1-1 0 0,1-1 1 0 0,-1 1-1 0 0,0-1 1 0 0,1 1-1 0 0,-1-1 1 0 0,0 1-1 0 0,0 0 1 0 0,0 0-1 0 0,0 0 1 0 0,-1 0-1 0 0,1 0 1 0 0,0 0-1 0 0,-1 0 1 0 0,1 0-1 0 0,-1 0 1 0 0,0 0-1 0 0,0 0 1 0 0,0 0-1 0 0,0 0 1 0 0,0 0-1 0 0,0 0 1 0 0,0 0-1 0 0,-1 0 1 0 0,1 0-1 0 0,-1 0 1 0 0,1 0-1 0 0,-1 0 1 0 0,-1 2-1 0 0,-3 10-229 0 0,-2-2 0 0 0,1 1 0 0 0,-15 20 0 0 0,11-18 146 0 0,1-1 51 0 0,1 0 1 0 0,1 0 0 0 0,0 0-1 0 0,1 1 1 0 0,1 0-1 0 0,-7 28 1 0 0,10-34 9 0 0,1 1-1 0 0,1 0 1 0 0,0 0 0 0 0,0-1 0 0 0,1 1-1 0 0,0 0 1 0 0,0-1 0 0 0,1 1-1 0 0,1-1 1 0 0,0 1 0 0 0,0-1 0 0 0,6 12-1 0 0,-2-2-5633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30.2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1 131 9218 0 0,'1'-3'256'0'0,"0"0"-1"0"0,1 1 1 0 0,-1-1-1 0 0,1 0 1 0 0,0 0 0 0 0,0 1-1 0 0,0-1 1 0 0,0 1 0 0 0,0 0-1 0 0,1-1 1 0 0,-1 1 0 0 0,1 0-1 0 0,-1 1 1 0 0,7-4-1 0 0,46-23 2619 0 0,-36 20-2383 0 0,6-3 41 0 0,1 0 1 0 0,0 2-1 0 0,31-7 1 0 0,-41 13-1982 0 0,0 0 0 0 0,-1 2 1 0 0,31-1-1 0 0,-31 4-565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30.6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292 142 6913 0 0,'-6'-8'630'0'0,"1"-1"-1"0"0,1 0 0 0 0,0-1 0 0 0,-4-11 1 0 0,5 13-159 0 0,0 0 1 0 0,0 0-1 0 0,0 0 0 0 0,-1 0 1 0 0,0 1-1 0 0,-11-14 1 0 0,14 20-360 0 0,-1-1 1 0 0,0 0-1 0 0,0 1 0 0 0,0 0 1 0 0,-1-1-1 0 0,1 1 1 0 0,0 0-1 0 0,0 0 1 0 0,-1 0-1 0 0,1 0 1 0 0,0 1-1 0 0,-1-1 1 0 0,1 1-1 0 0,-1-1 1 0 0,1 1-1 0 0,-1 0 0 0 0,1 0 1 0 0,-1 0-1 0 0,1 0 1 0 0,-1 1-1 0 0,1-1 1 0 0,-1 0-1 0 0,1 1 1 0 0,0 0-1 0 0,-1 0 1 0 0,1 0-1 0 0,0 0 0 0 0,-4 2 1 0 0,-3 1 192 0 0,0 2 1 0 0,0-1 0 0 0,1 1-1 0 0,-1 1 1 0 0,1-1-1 0 0,1 1 1 0 0,0 1-1 0 0,0-1 1 0 0,0 1 0 0 0,1 1-1 0 0,-8 12 1 0 0,5-6-49 0 0,0 1 0 0 0,1 0 0 0 0,1 0 0 0 0,1 1 0 0 0,-9 32 0 0 0,14-42-247 0 0,-1 0-1 0 0,1 1 1 0 0,0-1 0 0 0,1 1-1 0 0,0-1 1 0 0,0 0 0 0 0,0 1-1 0 0,1-1 1 0 0,0 1 0 0 0,1-1 0 0 0,0 0-1 0 0,0 0 1 0 0,0 0 0 0 0,1 0-1 0 0,0 0 1 0 0,0 0 0 0 0,1-1-1 0 0,0 1 1 0 0,0-1 0 0 0,0 0-1 0 0,1 0 1 0 0,0-1 0 0 0,0 1-1 0 0,1-1 1 0 0,-1 0 0 0 0,10 6-1 0 0,-8-7-267 0 0,1 0 0 0 0,-1 0 0 0 0,1 0 0 0 0,0-1-1 0 0,0-1 1 0 0,0 1 0 0 0,1-1 0 0 0,-1-1 0 0 0,11 2 0 0 0,6-2-6793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31.2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24 5929 0 0,'0'-1'107'0'0,"1"1"-1"0"0,-1-1 1 0 0,0 1-1 0 0,1-1 0 0 0,-1 1 1 0 0,0-1-1 0 0,1 1 1 0 0,-1 0-1 0 0,1-1 1 0 0,-1 1-1 0 0,0 0 0 0 0,1-1 1 0 0,-1 1-1 0 0,1 0 1 0 0,-1-1-1 0 0,1 1 1 0 0,-1 0-1 0 0,1 0 0 0 0,-1 0 1 0 0,1 0-1 0 0,-1-1 1 0 0,1 1-1 0 0,0 0 0 0 0,-1 0 1 0 0,1 0-1 0 0,-1 0 1 0 0,1 0-1 0 0,-1 0 1 0 0,1 0-1 0 0,0 0 0 0 0,-1 1 1 0 0,1-1-1 0 0,-1 0 1 0 0,2 0-1 0 0,-1 2 265 0 0,1-1-1 0 0,0 0 0 0 0,0 1 1 0 0,-1-1-1 0 0,1 1 1 0 0,-1-1-1 0 0,1 1 0 0 0,-1 0 1 0 0,2 3-1 0 0,1 1 343 0 0,0 0 0 0 0,-1 0-1 0 0,0 1 1 0 0,-1-1 0 0 0,4 14-1 0 0,-3 9 154 0 0,-2-1-1 0 0,-3 45 1 0 0,-1-11-1539 0 0,4-71 360 0 0,0 0 0 0 0,0-1 1 0 0,1 1-1 0 0,1 0 0 0 0,-1 0 1 0 0,2 1-1 0 0,-1-1 0 0 0,1 0 1 0 0,7-10-1 0 0,2-3 512 0 0,1 2 0 0 0,20-25 0 0 0,-27 38-67 0 0,36-39 710 0 0,-41 44-745 0 0,0 0 0 0 0,1 0 1 0 0,-1 0-1 0 0,1 0 0 0 0,0 1 1 0 0,-1-1-1 0 0,1 1 0 0 0,0 0 1 0 0,0-1-1 0 0,0 1 0 0 0,0 1 1 0 0,0-1-1 0 0,0 0 0 0 0,0 1 1 0 0,1-1-1 0 0,3 1 0 0 0,-5 1-25 0 0,1-1 1 0 0,-1 1-1 0 0,0 0 0 0 0,1 0 0 0 0,-1 0 1 0 0,0 0-1 0 0,0 1 0 0 0,1-1 0 0 0,-1 1 0 0 0,0-1 1 0 0,0 1-1 0 0,-1 0 0 0 0,4 3 0 0 0,23 31 318 0 0,-12-15-210 0 0,-9-12-175 0 0,24 25 12 0 0,-29-33-21 0 0,0 1 0 0 0,0 0 0 0 0,0-1 0 0 0,0 1 0 0 0,0-1 0 0 0,0 1 0 0 0,0-1 0 0 0,0 0 0 0 0,1 0 0 0 0,-1 0 0 0 0,1 0 0 0 0,-1-1 0 0 0,0 1 0 0 0,4 0 0 0 0,-5-2 2 0 0,0 1-1 0 0,1-1 1 0 0,-1 1 0 0 0,0-1-1 0 0,0 1 1 0 0,0-1 0 0 0,0 0-1 0 0,0 1 1 0 0,1-1 0 0 0,-1 0-1 0 0,0 0 1 0 0,-1 0 0 0 0,1 0-1 0 0,0 0 1 0 0,0 0 0 0 0,0 0-1 0 0,0-2 1 0 0,16-25-40 0 0,-12 19 36 0 0,-2 3 8 0 0,2-3 36 0 0,0-1 0 0 0,1 1 0 0 0,0 0 0 0 0,0 0 1 0 0,1 1-1 0 0,0 0 0 0 0,1 0 0 0 0,0 1 0 0 0,14-11 1 0 0,-22 18-25 0 0,1-1 1 0 0,-1 1 0 0 0,1 0 0 0 0,-1-1-1 0 0,1 1 1 0 0,-1 0 0 0 0,1 0 0 0 0,-1 0-1 0 0,1 0 1 0 0,0-1 0 0 0,-1 1 0 0 0,1 0-1 0 0,-1 0 1 0 0,1 0 0 0 0,0 0 0 0 0,-1 0-1 0 0,1 1 1 0 0,-1-1 0 0 0,1 0 0 0 0,-1 0-1 0 0,1 0 1 0 0,0 0 0 0 0,-1 1 0 0 0,1-1-1 0 0,-1 0 1 0 0,1 0 0 0 0,-1 1 0 0 0,1-1-1 0 0,-1 0 1 0 0,1 1 0 0 0,-1-1 0 0 0,0 1-1 0 0,1-1 1 0 0,-1 1 0 0 0,1-1 0 0 0,-1 1-1 0 0,0-1 1 0 0,1 1 0 0 0,-1-1-1 0 0,0 1 1 0 0,0-1 0 0 0,0 1 0 0 0,1-1-1 0 0,-1 1 1 0 0,0 0 0 0 0,0-1 0 0 0,0 1-1 0 0,0-1 1 0 0,0 1 0 0 0,0-1 0 0 0,0 1-1 0 0,0 1 1 0 0,0 40 310 0 0,0-32-283 0 0,0 0-178 0 0,2 71 335 0 0,7-27-4443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31.47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77 5065 0 0,'0'-1'211'0'0,"0"0"0"0"0,0 0-1 0 0,0 0 1 0 0,0 1 0 0 0,1-1 0 0 0,-1 0 0 0 0,0 0-1 0 0,1 0 1 0 0,-1 0 0 0 0,1 0 0 0 0,-1 1-1 0 0,1-1 1 0 0,-1 0 0 0 0,1 0 0 0 0,0 1 0 0 0,-1-1-1 0 0,1 0 1 0 0,0 1 0 0 0,1-2 0 0 0,15-14 3304 0 0,-11 12-2724 0 0,0 0 0 0 0,0 0 0 0 0,1 0 0 0 0,-1 1 0 0 0,9-3 0 0 0,3 1-688 0 0,-1 1 1 0 0,25-4-1 0 0,-37 8-117 0 0,4-2 68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31.8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43 5065 0 0,'-1'-1'157'0'0,"1"1"-1"0"0,-1-1 1 0 0,1 1-1 0 0,-1-1 1 0 0,1 1 0 0 0,-1-1-1 0 0,1 1 1 0 0,-1-1-1 0 0,1 0 1 0 0,0 1 0 0 0,-1-1-1 0 0,1 0 1 0 0,0 1-1 0 0,0-1 1 0 0,-1 0 0 0 0,1 1-1 0 0,0-1 1 0 0,0 0-1 0 0,0 0 1 0 0,0 1 0 0 0,0-1-1 0 0,0 0 1 0 0,0 1-1 0 0,0-1 1 0 0,0 0-1 0 0,0 0 1 0 0,1 1 0 0 0,-1-2-1 0 0,1 1 132 0 0,0 0 0 0 0,0-1 0 0 0,0 1 0 0 0,0 0 0 0 0,0 0 0 0 0,0 0-1 0 0,0 0 1 0 0,0 0 0 0 0,0 0 0 0 0,1 0 0 0 0,-1 1 0 0 0,0-1 0 0 0,3 0 0 0 0,-1-1 141 0 0,0 1 0 0 0,0 0 0 0 0,1 0 0 0 0,-1 0 1 0 0,1 0-1 0 0,-1 0 0 0 0,1 1 0 0 0,-1 0 0 0 0,1 0 1 0 0,-1 0-1 0 0,1 0 0 0 0,4 1 0 0 0,-3 1-366 0 0,0 0 0 0 0,-1 0 0 0 0,1 0 0 0 0,-1 1 0 0 0,0 0 0 0 0,0 0 0 0 0,0 0 0 0 0,0 0 0 0 0,0 0 0 0 0,-1 1 0 0 0,0 0 0 0 0,1 0 1 0 0,-1 0-1 0 0,-1 0 0 0 0,1 0 0 0 0,-1 0 0 0 0,1 1 0 0 0,-1 0 0 0 0,0-1 0 0 0,-1 1 0 0 0,3 8 0 0 0,-1 7 285 0 0,0 0 0 0 0,-1 1 0 0 0,-2-1 0 0 0,-1 24 0 0 0,1 18 10 0 0,0-57-347 0 0,0 38 357 0 0,0-40-495 0 0,0 0 0 0 0,-1-1-1 0 0,1 1 1 0 0,-1-1 0 0 0,0 0 0 0 0,0 1-1 0 0,0-1 1 0 0,0 1 0 0 0,0-1 0 0 0,-1 0-1 0 0,1 0 1 0 0,0 0 0 0 0,-1 0-1 0 0,-3 3 1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32.6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22 6673 0 0,'17'-21'593'0'0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33.0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204 112 3225 0 0,'-4'2'-27'0'0,"0"0"1"0"0,0-1 0 0 0,0 1 0 0 0,-1-1-1 0 0,1 0 1 0 0,-1-1 0 0 0,1 1 0 0 0,-1-1-1 0 0,1 1 1 0 0,-1-1 0 0 0,-5-1 0 0 0,9 1 119 0 0,0-1 0 0 0,0 1 0 0 0,0 0 0 0 0,0 0 0 0 0,0-1 0 0 0,0 1 0 0 0,0 0 0 0 0,1-1 0 0 0,-1 1 0 0 0,0-1 0 0 0,0 1 0 0 0,0-1 0 0 0,1 1 0 0 0,-1-1 0 0 0,0 0 0 0 0,1 1 0 0 0,-1-1 0 0 0,0 0 0 0 0,1 0 0 0 0,-1 1 0 0 0,0-3 0 0 0,1 2 36 0 0,-1-1 1 0 0,1 0-1 0 0,0 1 1 0 0,0-1 0 0 0,0 1-1 0 0,0-1 1 0 0,1 0-1 0 0,-1 1 1 0 0,0-1 0 0 0,1 1-1 0 0,-1-1 1 0 0,1 1-1 0 0,-1-1 1 0 0,1 1-1 0 0,0-1 1 0 0,0 1 0 0 0,1-3-1 0 0,0 2-91 0 0,-1-1-1 0 0,0 0 1 0 0,0 0 0 0 0,0 1-1 0 0,0-1 1 0 0,0 0 0 0 0,-1 0-1 0 0,1 0 1 0 0,-1 0 0 0 0,0 0-1 0 0,0 0 1 0 0,0 0-1 0 0,0 0 1 0 0,0 0 0 0 0,-1 1-1 0 0,0-4 1 0 0,1 4 287 0 0,-1 0 0 0 0,0 0 0 0 0,0 1-1 0 0,1-1 1 0 0,-1 0 0 0 0,0 1 0 0 0,0-1 0 0 0,0 1-1 0 0,-1-1 1 0 0,1 1 0 0 0,0-1 0 0 0,-1 1 0 0 0,1 0 0 0 0,0 0-1 0 0,-1-1 1 0 0,1 1 0 0 0,-3-1 0 0 0,3 2-178 0 0,1 0-1 0 0,-1 0 1 0 0,0 0-1 0 0,1 0 1 0 0,-1 0-1 0 0,0 1 1 0 0,1-1 0 0 0,-1 0-1 0 0,0 0 1 0 0,1 0-1 0 0,-1 0 1 0 0,1 1 0 0 0,-1-1-1 0 0,0 0 1 0 0,1 1-1 0 0,-1-1 1 0 0,1 1 0 0 0,-1-1-1 0 0,1 0 1 0 0,-1 1-1 0 0,1-1 1 0 0,-1 1 0 0 0,1-1-1 0 0,0 1 1 0 0,-1-1-1 0 0,1 1 1 0 0,0 0-1 0 0,-1-1 1 0 0,1 1 0 0 0,0-1-1 0 0,0 1 1 0 0,0 0-1 0 0,-1-1 1 0 0,1 1 0 0 0,0 0-1 0 0,0-1 1 0 0,0 2-1 0 0,-6 27 1428 0 0,-12 322 744 0 0,-5 45-2182 0 0,10-330-104 0 0,12-61-63 0 0,-1-1-1 0 0,1 1 0 0 0,-1-1 0 0 0,0 0 0 0 0,0 0 0 0 0,0 0 0 0 0,-1 0 0 0 0,1 0 0 0 0,-1 0 0 0 0,0 0 0 0 0,0-1 0 0 0,-4 4 0 0 0,2-5-591 0 0,1-4-187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33.5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0 141 9530 0 0,'1'-5'209'0'0,"0"0"1"0"0,0 1-1 0 0,0-1 0 0 0,1 0 0 0 0,0 0 1 0 0,0 1-1 0 0,0-1 0 0 0,0 1 1 0 0,1 0-1 0 0,0-1 0 0 0,0 1 0 0 0,5-6 1 0 0,3-2 987 0 0,1 0 0 0 0,19-16 0 0 0,-28 25-1070 0 0,0 1 0 0 0,0 0 0 0 0,0-1 0 0 0,1 1 0 0 0,-1 0 0 0 0,1 1 0 0 0,0-1 0 0 0,-1 1 0 0 0,1-1 0 0 0,0 1 0 0 0,0 0 0 0 0,0 1 0 0 0,0-1 0 0 0,0 0 0 0 0,0 1 0 0 0,0 0 0 0 0,0 0 0 0 0,0 1 0 0 0,0-1 0 0 0,-1 1 0 0 0,1-1 0 0 0,0 1 0 0 0,0 0-1 0 0,0 1 1 0 0,0-1 0 0 0,-1 1 0 0 0,1 0 0 0 0,-1 0 0 0 0,1 0 0 0 0,-1 0 0 0 0,0 0 0 0 0,6 5 0 0 0,-2 0-37 0 0,0 1 1 0 0,0-1-1 0 0,-1 1 0 0 0,0 0 0 0 0,0 1 0 0 0,-1-1 1 0 0,0 1-1 0 0,-1 0 0 0 0,0 0 0 0 0,0 1 0 0 0,-1-1 0 0 0,3 11 1 0 0,-3-1-62 0 0,0 0 1 0 0,-2 0-1 0 0,0 0 1 0 0,-1 0 0 0 0,-1 1-1 0 0,-1-1 1 0 0,0 0 0 0 0,-2 0-1 0 0,0 0 1 0 0,-10 27 0 0 0,9-32-4 0 0,-1 1 0 0 0,0-1 0 0 0,-1 0 0 0 0,-1-1 0 0 0,0 0 0 0 0,0 0 0 0 0,-2-1 0 0 0,1 0 0 0 0,-2 0 0 0 0,1-1 0 0 0,-2 0 0 0 0,1-1 0 0 0,-22 13 0 0 0,28-20 35 0 0,-1-1 0 0 0,0 1 0 0 0,1-1 0 0 0,-1-1 0 0 0,0 1 0 0 0,-1-1 0 0 0,1 0 0 0 0,0 0 0 0 0,-9-1 0 0 0,14 0-48 0 0,-1 1-1 0 0,1-1 1 0 0,0 0 0 0 0,-1 0 0 0 0,1 0-1 0 0,-1-1 1 0 0,1 1 0 0 0,0 0 0 0 0,-1 0-1 0 0,1-1 1 0 0,-1 1 0 0 0,1-1-1 0 0,0 1 1 0 0,0-1 0 0 0,-1 0 0 0 0,1 1-1 0 0,0-1 1 0 0,0 0 0 0 0,0 0 0 0 0,0 0-1 0 0,0 0 1 0 0,0 0 0 0 0,0 0 0 0 0,0 0-1 0 0,0 0 1 0 0,0 0 0 0 0,0-1 0 0 0,1 1-1 0 0,-1 0 1 0 0,1 0 0 0 0,-1-1 0 0 0,1 1-1 0 0,-1 0 1 0 0,1-1 0 0 0,0 1 0 0 0,-1-1-1 0 0,1 1 1 0 0,0 0 0 0 0,0-1-1 0 0,0 1 1 0 0,0-1 0 0 0,0 1 0 0 0,1 0-1 0 0,-1-1 1 0 0,0 1 0 0 0,1-3 0 0 0,1 1 4 0 0,-1 0 0 0 0,1 0 0 0 0,-1 0 0 0 0,1 0 0 0 0,0 0 0 0 0,0 1 0 0 0,0-1 0 0 0,0 1 0 0 0,1-1 0 0 0,-1 1 0 0 0,1 0 0 0 0,-1 0 0 0 0,1 0 0 0 0,0 0 0 0 0,0 0 0 0 0,0 1 0 0 0,0-1 0 0 0,0 1 0 0 0,0 0 0 0 0,0 0 0 0 0,6-1 0 0 0,4-2-21 0 0,1 1 0 0 0,-1 1-1 0 0,27-1 1 0 0,-19 3 4 0 0,1 2 0 0 0,-1 0 0 0 0,0 1 0 0 0,0 1 0 0 0,39 13 0 0 0,102 49 0 0 0,-83-32 0 0 0,45 20-1690 0 0,-109-49 1068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34.9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 28 5985 0 0,'-9'8'6094'0'0,"20"-9"-2794"0"0,25-12-1597 0 0,-35 13-1689 0 0,16-6-392 0 0,-1 2 1 0 0,1 0-1 0 0,0 1 1 0 0,32-1 0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35.1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37 7370 0 0,'0'0'58'0'0,"-1"0"0"0"0,1 0 0 0 0,0 0 1 0 0,0 1-1 0 0,0-1 0 0 0,0 0 0 0 0,0 0 1 0 0,0 0-1 0 0,0 1 0 0 0,-1-1 0 0 0,1 0 1 0 0,0 0-1 0 0,0 1 0 0 0,0-1 0 0 0,0 0 1 0 0,0 0-1 0 0,0 0 0 0 0,0 1 0 0 0,0-1 1 0 0,0 0-1 0 0,0 0 0 0 0,0 1 0 0 0,0-1 1 0 0,0 0-1 0 0,0 0 0 0 0,0 1 0 0 0,1-1 1 0 0,-1 0-1 0 0,0 0 0 0 0,0 0 0 0 0,0 1 1 0 0,0-1-1 0 0,0 0 0 0 0,0 0 0 0 0,1 0 1 0 0,-1 0-1 0 0,0 1 0 0 0,0-1 0 0 0,0 0 1 0 0,0 0-1 0 0,1 0 0 0 0,-1 0 0 0 0,0 0 1 0 0,0 0-1 0 0,1 1 0 0 0,-1-1 0 0 0,18 2 1841 0 0,18-6-15 0 0,71-32-3707 0 0,-86 29 926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36.7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155 0 10594 0 0,'-22'22'2530'0'0,"11"-7"-2087"0"0,1 1-1 0 0,0 1 1 0 0,2-1-1 0 0,-1 2 1 0 0,-5 19 0 0 0,-25 95 1093 0 0,30-97-1155 0 0,1 2-1 0 0,2-1 1 0 0,1 1 0 0 0,2 0 0 0 0,3 59 0 0 0,1-83-346 0 0,1-1 0 0 0,0 1-1 0 0,1-1 1 0 0,0 0 0 0 0,1 0 0 0 0,1 0 0 0 0,0-1 0 0 0,10 20-1 0 0,-9-24-33 0 0,0 1 0 0 0,0 0-1 0 0,0-1 1 0 0,1 0-1 0 0,0-1 1 0 0,0 0-1 0 0,0 0 1 0 0,1 0-1 0 0,0-1 1 0 0,0 0 0 0 0,1 0-1 0 0,16 5 1 0 0,-7-3 11 0 0,1-1 0 0 0,0 0 0 0 0,24 2 0 0 0,-34-6 14 0 0,0-1-1 0 0,0-1 1 0 0,0 0 0 0 0,0 0 0 0 0,1-1 0 0 0,-1 0 0 0 0,0 0 0 0 0,0-1-1 0 0,9-3 1 0 0,-13 3 5 0 0,-1 0-1 0 0,0-1 0 0 0,0 1 0 0 0,0-1 0 0 0,0 0 1 0 0,-1 0-1 0 0,1-1 0 0 0,-1 1 0 0 0,1-1 1 0 0,-1 0-1 0 0,0 0 0 0 0,-1 0 0 0 0,1 0 0 0 0,-1 0 1 0 0,0 0-1 0 0,0-1 0 0 0,0 1 0 0 0,0-1 1 0 0,-1 0-1 0 0,1-5 0 0 0,3-12 240 0 0,-1-1-1 0 0,1-43 1 0 0,-4 53-172 0 0,0 3-19 0 0,0-17 96 0 0,-2-41 0 0 0,1 62-165 0 0,-1 0 1 0 0,0 0 0 0 0,0 0-1 0 0,0 0 1 0 0,-1 1 0 0 0,1-1 0 0 0,-1 0-1 0 0,-1 1 1 0 0,1 0 0 0 0,-1-1 0 0 0,0 1-1 0 0,0 0 1 0 0,-5-6 0 0 0,5 9-27 0 0,0 0 1 0 0,0 0 0 0 0,0 0-1 0 0,0 1 1 0 0,0-1-1 0 0,0 1 1 0 0,0-1-1 0 0,-1 1 1 0 0,1 0-1 0 0,0 0 1 0 0,-1 1 0 0 0,1-1-1 0 0,-1 1 1 0 0,1 0-1 0 0,-1 0 1 0 0,1 0-1 0 0,-1 0 1 0 0,1 0 0 0 0,-1 1-1 0 0,-3 1 1 0 0,-11 2-425 0 0,1 1 1 0 0,-28 11 0 0 0,29-10 39 0 0,2 0-31 0 0,-60 25-1138 0 0,67-28 1014 0 0,0 1 1 0 0,0 0-1 0 0,0 0 0 0 0,1 0 1 0 0,0 1-1 0 0,0 0 0 0 0,-10 11 1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37.0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35 0 11979 0 0,'-19'9'5726'0'0,"4"-3"-4178"0"0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37.52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0 140 6449 0 0,'1'-8'620'0'0,"1"0"-1"0"0,-1 0 0 0 0,1 1 0 0 0,1-1 0 0 0,-1 1 0 0 0,1-1 1 0 0,1 1-1 0 0,-1 0 0 0 0,1 0 0 0 0,0 0 0 0 0,1 1 0 0 0,0-1 1 0 0,0 1-1 0 0,0 0 0 0 0,1 1 0 0 0,-1-1 0 0 0,11-6 0 0 0,-15 11-545 0 0,0 0 0 0 0,0 0 0 0 0,1 0 0 0 0,-1 0 0 0 0,0 1 0 0 0,0-1-1 0 0,1 0 1 0 0,-1 1 0 0 0,1-1 0 0 0,-1 1 0 0 0,0 0 0 0 0,1-1-1 0 0,-1 1 1 0 0,1 0 0 0 0,-1 0 0 0 0,1 0 0 0 0,-1 0 0 0 0,1 0-1 0 0,-1 0 1 0 0,1 0 0 0 0,-1 0 0 0 0,1 1 0 0 0,-1-1 0 0 0,1 1 0 0 0,-1-1-1 0 0,0 1 1 0 0,1-1 0 0 0,-1 1 0 0 0,0 0 0 0 0,0 0 0 0 0,1-1-1 0 0,-1 1 1 0 0,0 0 0 0 0,0 0 0 0 0,0 0 0 0 0,0 1 0 0 0,0-1 0 0 0,0 0-1 0 0,0 0 1 0 0,0 0 0 0 0,-1 1 0 0 0,1-1 0 0 0,0 0 0 0 0,-1 1-1 0 0,1-1 1 0 0,-1 1 0 0 0,0-1 0 0 0,1 3 0 0 0,2 6 7 0 0,-1 0 0 0 0,-1 0 1 0 0,0 0-1 0 0,0 0 0 0 0,-2 18 1 0 0,-3 8-9 0 0,-2 1 0 0 0,-18 64 0 0 0,14-65-63 0 0,1 0 1 0 0,-6 64-1 0 0,14-98-9 0 0,1-1 0 0 0,0 1 0 0 0,0-1 0 0 0,0 1 0 0 0,0-1 0 0 0,0 1 0 0 0,0-1 0 0 0,0 1 0 0 0,1-1 0 0 0,-1 1 0 0 0,1-1 0 0 0,-1 1 0 0 0,1-1 0 0 0,-1 0 0 0 0,1 1-1 0 0,0-1 1 0 0,-1 0 0 0 0,1 1 0 0 0,0-1 0 0 0,2 2 0 0 0,-1-2 13 0 0,-1 0-1 0 0,0-1 0 0 0,1 1 1 0 0,-1-1-1 0 0,0 1 0 0 0,1-1 1 0 0,-1 0-1 0 0,1 0 0 0 0,-1 0 1 0 0,0 1-1 0 0,1-1 1 0 0,-1 0-1 0 0,1-1 0 0 0,-1 1 1 0 0,1 0-1 0 0,-1 0 0 0 0,3-1 1 0 0,7-3 74 0 0,0-1 0 0 0,0 0 0 0 0,-1 0 0 0 0,14-10 0 0 0,-15 10-100 0 0,175-92-1405 0 0,-158 84 494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39.0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55 5529 0 0,'-3'-2'543'0'0,"1"0"0"0"0,-1 1 0 0 0,0-1 0 0 0,1 0-1 0 0,0 0 1 0 0,-1-1 0 0 0,1 1 0 0 0,0-1 0 0 0,0 1 0 0 0,0-1 0 0 0,1 1 0 0 0,-1-1-1 0 0,0 0 1 0 0,1 0 0 0 0,0 0 0 0 0,-2-6 409 0 0,0 69 4645 0 0,3-58-5597 0 0,1-2 11 0 0,1 0-6 0 0,0 0 1 0 0,0 0-1 0 0,0 0 1 0 0,-1 0-1 0 0,1 0 0 0 0,0 0 1 0 0,0 0-1 0 0,0-1 0 0 0,0 1 1 0 0,-1-1-1 0 0,1 1 0 0 0,0-1 1 0 0,0 0-1 0 0,-1 0 1 0 0,1 1-1 0 0,-1-1 0 0 0,1 0 1 0 0,-1-1-1 0 0,1 1 0 0 0,-1 0 1 0 0,1 0-1 0 0,-1-1 1 0 0,0 1-1 0 0,0 0 0 0 0,0-1 1 0 0,0 0-1 0 0,0 1 0 0 0,0-1 1 0 0,0 1-1 0 0,1-3 0 0 0,-1 2 13 0 0,3-5 231 0 0,1 1 0 0 0,0-1 1 0 0,0 1-1 0 0,9-7 0 0 0,-14 13-240 0 0,0 0 1 0 0,0 0-1 0 0,0 0 1 0 0,0 0 0 0 0,0 0-1 0 0,0 0 1 0 0,0 0-1 0 0,0 0 1 0 0,0 1-1 0 0,0-1 1 0 0,0 0-1 0 0,0 0 1 0 0,0 0-1 0 0,0 0 1 0 0,0 0 0 0 0,0 0-1 0 0,0 0 1 0 0,0 0-1 0 0,0 0 1 0 0,1 0-1 0 0,-1 1 1 0 0,0-1-1 0 0,0 0 1 0 0,0 0 0 0 0,0 0-1 0 0,0 0 1 0 0,0 0-1 0 0,0 0 1 0 0,0 0-1 0 0,0 0 1 0 0,0 0-1 0 0,1 0 1 0 0,-1 0 0 0 0,0 0-1 0 0,0 0 1 0 0,0 0-1 0 0,0 0 1 0 0,0 0-1 0 0,0 0 1 0 0,0 0-1 0 0,0 0 1 0 0,0 0 0 0 0,1 0-1 0 0,-1 0 1 0 0,0 0-1 0 0,0 0 1 0 0,0 0-1 0 0,0 0 1 0 0,0 0-1 0 0,0 0 1 0 0,0 0-1 0 0,-1 5 268 0 0,1-5-275 0 0,-2 9 66 0 0,1-1 0 0 0,0 1 0 0 0,0 0 0 0 0,1-1 0 0 0,0 1 1 0 0,0 0-1 0 0,3 11 0 0 0,-3-17-65 0 0,0 0 1 0 0,1-1-1 0 0,-1 1 1 0 0,0 0-1 0 0,0 0 1 0 0,-1-1-1 0 0,1 1 0 0 0,0 0 1 0 0,-1-1-1 0 0,0 1 1 0 0,0-1-1 0 0,0 1 1 0 0,-1 3-1 0 0,-4 13 13 0 0,2 1-16 0 0,1-1 0 0 0,1 1 0 0 0,1 1 0 0 0,1-1 0 0 0,0 0 0 0 0,2 0 0 0 0,0 0 0 0 0,9 32 0 0 0,-11-50 0 0 0,1-1 0 0 0,0 1 0 0 0,0-1 0 0 0,0 1 0 0 0,1-1 0 0 0,-1 1 0 0 0,0-1 0 0 0,0 0 0 0 0,1 0 0 0 0,-1 1 0 0 0,1-1 0 0 0,-1 0 0 0 0,1 0 0 0 0,-1-1 0 0 0,1 1 0 0 0,0 0 0 0 0,-1 0 0 0 0,1-1 0 0 0,0 1 0 0 0,0-1 0 0 0,-1 0 0 0 0,1 1 0 0 0,0-1 0 0 0,0 0 0 0 0,0 0 0 0 0,0 0 0 0 0,-1 0 0 0 0,1 0 0 0 0,0-1 0 0 0,2 0 0 0 0,11-1 0 0 0,-1-1 0 0 0,26-8 0 0 0,-21 5 0 0 0,203-65-3746 0 0,-201 64-3494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39.2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119 1 1376 0 0,'-21'11'15458'0'0,"9"12"-11346"0"0,9-16-4251 0 0,-16 41 1172 0 0,3 1 0 0 0,-21 100 0 0 0,33-130-1032 0 0,1 0-1 0 0,-1 31 0 0 0,9-11-6642 0 0,0-20-781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3:40.4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18 441 6913 0 0,'-17'18'5532'0'0,"30"-13"-1058"0"0,2-4-4445 0 0,3-1 616 0 0,20 1 221 0 0,0-1 1 0 0,0-3 0 0 0,0-1-1 0 0,53-12 1 0 0,-81 13-853 0 0,-6 3-8 0 0,-1-1 0 0 0,1 1 0 0 0,-1-1 1 0 0,1-1-1 0 0,-1 1 0 0 0,1 0 0 0 0,-1-1 0 0 0,0 1 0 0 0,0-1 0 0 0,0 0 0 0 0,4-3 0 0 0,-8 3-6 0 0,-1 0 0 0 0,0 0 0 0 0,0 0 0 0 0,0 0 0 0 0,1 0 0 0 0,-2 0 0 0 0,1 1 0 0 0,0-1 0 0 0,0 1 0 0 0,-5-3 0 0 0,5 3 0 0 0,-7-5-22 0 0,0 0 1 0 0,0 0-1 0 0,1-1 1 0 0,0 0-1 0 0,0-1 1 0 0,1 0 0 0 0,0 0-1 0 0,0 0 1 0 0,-9-16-1 0 0,13 18 60 0 0,1 1 1 0 0,-1-1-1 0 0,1 0 0 0 0,1 1 0 0 0,-1-1 1 0 0,1 0-1 0 0,0 0 0 0 0,0 0 0 0 0,1 0 1 0 0,-1 0-1 0 0,1-1 0 0 0,1 1 0 0 0,-1 0 1 0 0,1 0-1 0 0,0 0 0 0 0,1 0 0 0 0,-1 0 1 0 0,4-7-1 0 0,2-4-6 0 0,0 1 0 0 0,1 1 0 0 0,1 0 0 0 0,0 0 0 0 0,1 1 0 0 0,0 0 0 0 0,20-20 0 0 0,-25 29-12 0 0,-1 0 0 0 0,1 1 0 0 0,0 0 0 0 0,0 0 1 0 0,0 0-1 0 0,1 1 0 0 0,-1 0 0 0 0,1 0 0 0 0,0 0 1 0 0,0 1-1 0 0,0 0 0 0 0,0 0 0 0 0,0 0 0 0 0,0 1 0 0 0,1 0 1 0 0,-1 0-1 0 0,0 0 0 0 0,1 1 0 0 0,-1 0 0 0 0,1 0 0 0 0,-1 1 1 0 0,0 0-1 0 0,13 3 0 0 0,-14-2-11 0 0,-1 0-1 0 0,1 1 1 0 0,-1-1-1 0 0,0 1 1 0 0,0 0-1 0 0,0 0 1 0 0,0 1-1 0 0,0-1 1 0 0,-1 1-1 0 0,1 0 1 0 0,-1 0-1 0 0,0 0 1 0 0,0 0 0 0 0,0 0-1 0 0,-1 1 1 0 0,0-1-1 0 0,0 1 1 0 0,0 0-1 0 0,0 0 1 0 0,-1 0-1 0 0,1-1 1 0 0,-1 1-1 0 0,0 8 1 0 0,2 13 13 0 0,-1 1 0 0 0,-1-1 0 0 0,-4 34 0 0 0,2-42-11 0 0,-1 7 1 0 0,0 56 20 0 0,2-75-30 0 0,1-1-1 0 0,-1 1 0 0 0,1 0 1 0 0,1-1-1 0 0,-1 1 0 0 0,1-1 0 0 0,0 0 1 0 0,0 1-1 0 0,0-1 0 0 0,1 0 1 0 0,3 6-1 0 0,-4-9 5 0 0,0-1-1 0 0,-1 0 1 0 0,1 1-1 0 0,0-1 1 0 0,0 0 0 0 0,0 0-1 0 0,0 0 1 0 0,0 0-1 0 0,0 0 1 0 0,0 0 0 0 0,0-1-1 0 0,0 1 1 0 0,0-1-1 0 0,0 0 1 0 0,1 1 0 0 0,-1-1-1 0 0,0 0 1 0 0,0 0-1 0 0,0 0 1 0 0,1-1 0 0 0,-1 1-1 0 0,0 0 1 0 0,0-1-1 0 0,0 1 1 0 0,0-1 0 0 0,0 0-1 0 0,0 0 1 0 0,4-2-1 0 0,7-3 54 0 0,-1 0-1 0 0,1-2 0 0 0,12-8 0 0 0,-21 13-46 0 0,60-44 148 0 0,-40 28-615 0 0,2 0 1 0 0,0 2-1 0 0,0 1 0 0 0,38-16 0 0 0,-34 21-7440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44.1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26 228 1840 0 0,'5'-92'2273'0'0,"-5"72"-277"0"0,-1 0-1 0 0,-1 0 0 0 0,0 0 0 0 0,-15-35 6994 0 0,13 82-7287 0 0,-1 38-1794 0 0,7 39 354 0 0,18 117 0 0 0,2 41-26 0 0,-22-249-222 0 0,4 148 46 0 0,-19 187 1 0 0,6-295-478 0 0,2-32-6399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44.6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17 271 10138 0 0,'-2'-2'82'0'0,"0"0"-1"0"0,1 0 1 0 0,-1 0-1 0 0,1 0 1 0 0,0-1-1 0 0,-1 1 1 0 0,1 0-1 0 0,0-1 1 0 0,1 1-1 0 0,-1-1 1 0 0,0 1-1 0 0,1-1 1 0 0,-1 1-1 0 0,1-1 1 0 0,0 0-1 0 0,0-2 1 0 0,1-1 214 0 0,1 1 0 0 0,-1-1 0 0 0,1 1 0 0 0,1-1 0 0 0,-1 1 0 0 0,5-7 0 0 0,2-3 130 0 0,0 1 1 0 0,0 1-1 0 0,2-1 0 0 0,0 2 0 0 0,0-1 1 0 0,1 2-1 0 0,0 0 0 0 0,1 0 0 0 0,1 1 1 0 0,0 0-1 0 0,0 2 0 0 0,23-12 0 0 0,-28 16-246 0 0,0 1 1 0 0,1-1-1 0 0,-1 2 0 0 0,1-1 0 0 0,0 1 0 0 0,0 1 0 0 0,0 0 0 0 0,0 0 0 0 0,18 2 1 0 0,-20 0-127 0 0,-1 0 0 0 0,1 1 1 0 0,-1 0-1 0 0,1 0 1 0 0,-1 1-1 0 0,0 0 1 0 0,0 0-1 0 0,0 1 0 0 0,-1 0 1 0 0,1 0-1 0 0,-1 0 1 0 0,0 1-1 0 0,11 10 1 0 0,-12-10-49 0 0,-1 0 0 0 0,1 1 1 0 0,-1-1-1 0 0,-1 1 0 0 0,1 0 1 0 0,-1 0-1 0 0,0 0 0 0 0,0 0 1 0 0,0 1-1 0 0,-1-1 0 0 0,0 1 1 0 0,2 12-1 0 0,-3-7-57 0 0,0-1 0 0 0,-1 1-1 0 0,0 0 1 0 0,-1-1 0 0 0,0 1 0 0 0,-6 22 0 0 0,-5 3-240 0 0,-2 0 1 0 0,-1-1-1 0 0,-29 49 0 0 0,42-80 257 0 0,-74 127-602 0 0,-26 51 1944 0 0,100-180-1228 0 0,1 0-1 0 0,-1-1 0 0 0,1 1 1 0 0,0 0-1 0 0,0 0 0 0 0,0-1 1 0 0,0 1-1 0 0,1 0 0 0 0,-1 0 0 0 0,1 0 1 0 0,0 0-1 0 0,0 0 0 0 0,0 0 1 0 0,0 0-1 0 0,0 0 0 0 0,1 0 1 0 0,-1 0-1 0 0,3 5 0 0 0,-2-5-47 0 0,1-1 0 0 0,0 0 0 0 0,0 0 0 0 0,0 0 0 0 0,0 0-1 0 0,0-1 1 0 0,1 1 0 0 0,-1 0 0 0 0,0-1 0 0 0,1 1 0 0 0,-1-1 0 0 0,1 0 0 0 0,-1 0 0 0 0,1 0 0 0 0,0 0-1 0 0,0-1 1 0 0,-1 1 0 0 0,1-1 0 0 0,0 1 0 0 0,4-1 0 0 0,61 5 521 0 0,73-4-1 0 0,-43-1-1707 0 0,-2 5-5086 0 0,-74-4-975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47.2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310 0 10594 0 0,'-2'0'178'0'0,"0"0"-1"0"0,0 0 1 0 0,0 0-1 0 0,1 1 0 0 0,-1-1 1 0 0,0 1-1 0 0,0-1 1 0 0,1 1-1 0 0,-1-1 1 0 0,0 1-1 0 0,1 0 0 0 0,-1 0 1 0 0,1 0-1 0 0,-1 0 1 0 0,1 0-1 0 0,-1 0 1 0 0,1 0-1 0 0,0 0 1 0 0,-2 2-1 0 0,-30 32 1257 0 0,25-26-1334 0 0,-18 21 214 0 0,2 0-1 0 0,1 2 1 0 0,2 0 0 0 0,1 2 0 0 0,1 0 0 0 0,2 1 0 0 0,2 1 0 0 0,1 1 0 0 0,-17 74-1 0 0,22-70-12 0 0,3 0 0 0 0,1 1 0 0 0,2 0 0 0 0,2 1 0 0 0,2-1 0 0 0,1 0 0 0 0,3 0 0 0 0,1-1 0 0 0,13 46 0 0 0,-8-52-131 0 0,1 1 0 0 0,2-2 0 0 0,1 0 0 0 0,2 0 0 0 0,1-2 0 0 0,33 44 0 0 0,-33-52-213 0 0,2 0 1 0 0,1-1-1 0 0,1-1 0 0 0,1-1 0 0 0,0-1 0 0 0,2-1 1 0 0,0-1-1 0 0,31 17 0 0 0,27 1-637 0 0,-56-25 87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47.6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58 0 6913 0 0,'-40'1'18824'0'0,"37"16"-21093"0"0,-11 421 3162 0 0,22-287-1745 0 0,0-87-5849 0 0,-2-32-529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47.9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38 10594 0 0,'-2'-16'328'0'0,"1"7"1969"0"0,-1 26-97 0 0,1 34-797 0 0,1 0 0 0 0,2 1 0 0 0,12 59 0 0 0,-9-84-1230 0 0,1 0 1 0 0,1 0-1 0 0,2-1 0 0 0,0 0 1 0 0,2-1-1 0 0,1 0 1 0 0,24 39-1 0 0,-35-63-170 0 0,-1 0 0 0 0,1 0-1 0 0,0 1 1 0 0,0-1 0 0 0,-1 0 0 0 0,1 0-1 0 0,0 0 1 0 0,0 0 0 0 0,0 0 0 0 0,0 0-1 0 0,0-1 1 0 0,0 1 0 0 0,0 0 0 0 0,1 0-1 0 0,-1-1 1 0 0,0 1 0 0 0,0-1 0 0 0,1 1-1 0 0,-1-1 1 0 0,0 1 0 0 0,2-1 0 0 0,-2 0 2 0 0,0 0 1 0 0,0-1-1 0 0,0 1 1 0 0,0-1-1 0 0,-1 1 1 0 0,1-1-1 0 0,0 1 1 0 0,0-1-1 0 0,0 0 1 0 0,-1 1-1 0 0,1-1 1 0 0,0 0-1 0 0,-1 0 1 0 0,1 1-1 0 0,-1-1 1 0 0,1 0-1 0 0,-1 0 1 0 0,1 0 0 0 0,-1 0-1 0 0,0 0 1 0 0,1-1-1 0 0,3-9 55 0 0,-2 0-1 0 0,1 0 1 0 0,1-18 0 0 0,-4 27-53 0 0,2-31 40 0 0,0 1 0 0 0,-2-1 0 0 0,-2 1 0 0 0,-1-1 0 0 0,-9-39-1 0 0,0 23-1224 0 0,-2-1 0 0 0,-33-75-1 0 0,39 104-5930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48.1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0 14283 0 0,'-2'2'304'0'0,"0"-1"0"0"0,1 0-1 0 0,-1 0 1 0 0,0 1 0 0 0,0-1 0 0 0,1 1-1 0 0,-1 0 1 0 0,0-1 0 0 0,1 1-1 0 0,0 0 1 0 0,-1 0 0 0 0,1 0 0 0 0,0 0-1 0 0,0 0 1 0 0,0 0 0 0 0,0 0 0 0 0,1 0-1 0 0,-1 0 1 0 0,1 1 0 0 0,-1-1 0 0 0,0 4-1 0 0,-1 5-74 0 0,1 0 0 0 0,0 0 0 0 0,0 14 0 0 0,7 37-139 0 0,24 115 1 0 0,-30-175-104 0 0,5 22-455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48.6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125 230 8754 0 0,'-1'2'152'0'0,"0"-1"1"0"0,0 1-1 0 0,0-1 0 0 0,0 0 1 0 0,-1 0-1 0 0,1 0 0 0 0,0 1 1 0 0,-1-1-1 0 0,1-1 1 0 0,-1 1-1 0 0,1 0 0 0 0,-1 0 1 0 0,0 0-1 0 0,1-1 0 0 0,-1 1 1 0 0,0-1-1 0 0,1 0 1 0 0,-1 1-1 0 0,0-1 0 0 0,0 0 1 0 0,1 0-1 0 0,-1 0 1 0 0,0 0-1 0 0,0 0 0 0 0,0 0 1 0 0,1-1-1 0 0,-1 1 0 0 0,0 0 1 0 0,1-1-1 0 0,-1 0 1 0 0,0 1-1 0 0,-2-3 0 0 0,-1 2 302 0 0,0-1-1 0 0,1-1 1 0 0,-1 1 0 0 0,1-1-1 0 0,0 1 1 0 0,-1-1 0 0 0,1 0-1 0 0,0-1 1 0 0,1 1-1 0 0,-6-7 1 0 0,6 6-365 0 0,1 0-1 0 0,0 0 1 0 0,0-1 0 0 0,0 1-1 0 0,0-1 1 0 0,1 1 0 0 0,0-1-1 0 0,-1 0 1 0 0,2 1 0 0 0,-1-1 0 0 0,1 0-1 0 0,0 0 1 0 0,0 0 0 0 0,0 1-1 0 0,0-1 1 0 0,1 0 0 0 0,0 0-1 0 0,0 1 1 0 0,0-1 0 0 0,1 0-1 0 0,-1 1 1 0 0,1 0 0 0 0,0-1-1 0 0,0 1 1 0 0,1 0 0 0 0,4-6 0 0 0,-3 3 29 0 0,1 1 0 0 0,0 0 1 0 0,1 1-1 0 0,-1-1 1 0 0,1 1-1 0 0,0 0 0 0 0,1 0 1 0 0,-1 1-1 0 0,1 0 1 0 0,0 0-1 0 0,0 1 0 0 0,0-1 1 0 0,0 2-1 0 0,0-1 1 0 0,13-2-1 0 0,-13 4-167 0 0,-1 0 1 0 0,1 0-1 0 0,-1 1 1 0 0,1 0-1 0 0,0 0 1 0 0,-1 0-1 0 0,1 1 1 0 0,-1 0-1 0 0,1 1 1 0 0,-1-1-1 0 0,1 1 1 0 0,-1 0-1 0 0,0 1 1 0 0,0 0-1 0 0,0 0 1 0 0,0 0-1 0 0,-1 0 1 0 0,1 1-1 0 0,-1 0 1 0 0,0 0-1 0 0,0 1 1 0 0,8 8-1 0 0,-7-5-47 0 0,0 1 0 0 0,-1-1 0 0 0,0 1 1 0 0,0 1-1 0 0,-1-1 0 0 0,0 1 0 0 0,0-1 0 0 0,-1 1 0 0 0,0 0 0 0 0,-1 1 1 0 0,-1-1-1 0 0,1 0 0 0 0,-1 20 0 0 0,-2-6-533 0 0,-8 37 0 0 0,-1 23-246 0 0,10-76 863 0 0,0 0 1 0 0,1 0-1 0 0,-1-1 0 0 0,1 1 1 0 0,1-1-1 0 0,0 1 1 0 0,0-1-1 0 0,4 12 0 0 0,-5-18 15 0 0,-1 0 0 0 0,0 0 0 0 0,1-1 0 0 0,-1 1 0 0 0,1 0 0 0 0,-1 0 0 0 0,1 0-1 0 0,-1 0 1 0 0,1-1 0 0 0,0 1 0 0 0,-1 0 0 0 0,1-1 0 0 0,0 1 0 0 0,0 0 0 0 0,-1-1 0 0 0,1 1-1 0 0,1 0 1 0 0,-2-1 18 0 0,1 0-1 0 0,-1 0 1 0 0,1 0-1 0 0,-1 0 1 0 0,0 0-1 0 0,1 0 1 0 0,-1 0-1 0 0,1-1 1 0 0,-1 1-1 0 0,0 0 0 0 0,1 0 1 0 0,-1 0-1 0 0,0 0 1 0 0,1-1-1 0 0,-1 1 1 0 0,0 0-1 0 0,1 0 1 0 0,-1-1-1 0 0,0 1 1 0 0,1 0-1 0 0,-1 0 1 0 0,0-1-1 0 0,0 1 1 0 0,1 0-1 0 0,-1-1 0 0 0,0 1 1 0 0,0-1-1 0 0,2-2 81 0 0,-1 1-1 0 0,0-1 0 0 0,0 1 0 0 0,-1-1 0 0 0,1 0 0 0 0,0 0 1 0 0,-1 1-1 0 0,0-1 0 0 0,1 0 0 0 0,-1-4 0 0 0,-1-2 18 0 0,-1 1 0 0 0,0 0 0 0 0,0-1 0 0 0,0 1 0 0 0,-1 0 0 0 0,0 0 0 0 0,-1 0 0 0 0,1 1-1 0 0,-2-1 1 0 0,1 1 0 0 0,-1 0 0 0 0,0 0 0 0 0,0 0 0 0 0,-1 1 0 0 0,0 0 0 0 0,0 0 0 0 0,-1 1 0 0 0,1-1 0 0 0,-1 1-1 0 0,-12-6 1 0 0,10 6-162 0 0,-1 1 0 0 0,1 0 0 0 0,-1 0 0 0 0,0 1 0 0 0,0 0 0 0 0,0 1 0 0 0,-1 0 0 0 0,1 1 1 0 0,0 0-1 0 0,-1 1 0 0 0,1 0 0 0 0,0 0 0 0 0,-1 1 0 0 0,1 1 0 0 0,0-1 0 0 0,-16 6 0 0 0,2 1-1711 0 0,1 2-5484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49.1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381 371 12443 0 0,'-19'-2'443'0'0,"-1"1"0"0"0,1 1 0 0 0,-1 1 0 0 0,1 1 0 0 0,-1 0 0 0 0,1 1 0 0 0,0 2 0 0 0,0 0 0 0 0,0 0 0 0 0,-28 14 0 0 0,38-15-243 0 0,0 1 0 0 0,0-1 0 0 0,1 2 0 0 0,-1-1 0 0 0,1 1 0 0 0,1 0 0 0 0,-1 1 0 0 0,1-1 0 0 0,0 1 0 0 0,0 1 0 0 0,1 0 0 0 0,0 0 0 0 0,1 0 0 0 0,0 0 0 0 0,0 1 0 0 0,0 0 0 0 0,1 0 0 0 0,1 0 1 0 0,-1 0-1 0 0,2 1 0 0 0,-1-1 0 0 0,-1 17 0 0 0,4-23-212 0 0,-1-1 0 0 0,1 1 0 0 0,0-1 0 0 0,0 1 0 0 0,0 0 0 0 0,1-1 0 0 0,-1 1 0 0 0,1 0 0 0 0,-1-1 0 0 0,1 1 0 0 0,0-1 0 0 0,0 1 0 0 0,0-1 0 0 0,0 1 0 0 0,1-1 0 0 0,-1 0 0 0 0,1 0 0 0 0,-1 0 0 0 0,1 0 0 0 0,0 0 0 0 0,0 0 0 0 0,-1 0 0 0 0,1 0 0 0 0,4 2 0 0 0,-3-3-11 0 0,0 1 0 0 0,1-1 0 0 0,-1 0 0 0 0,1 0 0 0 0,-1 0 0 0 0,1 0 0 0 0,-1 0 0 0 0,1-1 1 0 0,-1 0-1 0 0,1 0 0 0 0,0 0 0 0 0,-1 0 0 0 0,1 0 0 0 0,-1-1 0 0 0,1 0 0 0 0,-1 1 0 0 0,7-4 1 0 0,2-1-259 0 0,-1 0 0 0 0,0-1 0 0 0,0 0 0 0 0,0-1 1 0 0,-1 0-1 0 0,0-1 0 0 0,0 0 0 0 0,-1-1 0 0 0,0 0 1 0 0,-1 0-1 0 0,11-16 0 0 0,-9 12-111 0 0,-1-1 0 0 0,0 0 0 0 0,-1-1 1 0 0,-1 0-1 0 0,-1 0 0 0 0,0-1 0 0 0,-1 0 0 0 0,4-19 0 0 0,-6 13 217 0 0,-1 0 0 0 0,-1 0 0 0 0,-1 0 0 0 0,-1 0 0 0 0,-1 1 0 0 0,-5-24 0 0 0,-1 7 894 0 0,-1 0-1 0 0,-23-55 0 0 0,12 54 1995 0 0,20 38-2577 0 0,-1-1 0 0 0,1 1-1 0 0,-1 0 1 0 0,1 0 0 0 0,-1 0 0 0 0,0 0-1 0 0,0 0 1 0 0,1 0 0 0 0,-1 0-1 0 0,0 1 1 0 0,0-1 0 0 0,0 0 0 0 0,0 0-1 0 0,0 1 1 0 0,0-1 0 0 0,0 0-1 0 0,0 1 1 0 0,0-1 0 0 0,-1 1 0 0 0,1 0-1 0 0,0-1 1 0 0,0 1 0 0 0,0 0-1 0 0,-1 0 1 0 0,1-1 0 0 0,0 1 0 0 0,0 0-1 0 0,0 0 1 0 0,-1 0 0 0 0,1 1-1 0 0,-2-1 1 0 0,2 1-101 0 0,0 0-1 0 0,0 0 1 0 0,1 0-1 0 0,-1 0 1 0 0,0-1-1 0 0,1 1 1 0 0,-1 0 0 0 0,0 0-1 0 0,1 1 1 0 0,0-1-1 0 0,-1 0 1 0 0,1 0-1 0 0,0 0 1 0 0,-1 0 0 0 0,1 0-1 0 0,0 0 1 0 0,0 0-1 0 0,0 1 1 0 0,0-1-1 0 0,0 0 1 0 0,0 0 0 0 0,0 0-1 0 0,0 0 1 0 0,1 2-1 0 0,8 34 148 0 0,-7-29-101 0 0,89 327 227 0 0,-73-267-1301 0 0,-3-23-5017 0 0,-3-12-1186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49.49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80 3 6913 0 0,'0'-1'52'0'0,"0"1"-1"0"0,0 0 0 0 0,0 0 0 0 0,-1 0 0 0 0,1-1 0 0 0,0 1 0 0 0,0 0 0 0 0,-1 0 1 0 0,1 0-1 0 0,0 0 0 0 0,0 0 0 0 0,-1 0 0 0 0,1 0 0 0 0,0 0 0 0 0,0-1 0 0 0,-1 1 0 0 0,1 0 1 0 0,0 0-1 0 0,-1 0 0 0 0,1 0 0 0 0,0 0 0 0 0,0 0 0 0 0,-1 1 0 0 0,1-1 0 0 0,0 0 0 0 0,0 0 1 0 0,-1 0-1 0 0,1 0 0 0 0,0 0 0 0 0,0 0 0 0 0,-1 0 0 0 0,1 0 0 0 0,0 1 0 0 0,0-1 1 0 0,-1 0-1 0 0,1 0 0 0 0,0 0 0 0 0,0 1 0 0 0,0-1 0 0 0,0 0 0 0 0,-1 0 0 0 0,1 0 0 0 0,0 1 1 0 0,0-1-1 0 0,0 0 0 0 0,0 0 0 0 0,0 1 0 0 0,0-1 0 0 0,-1 0 0 0 0,1 0 0 0 0,0 1 0 0 0,0-1 1 0 0,-7 27 2061 0 0,1 32 815 0 0,5-40-2249 0 0,1-1 0 0 0,1 0 0 0 0,0 1 0 0 0,1-1 0 0 0,1 0 0 0 0,8 29 0 0 0,-9-42-519 0 0,1 1 0 0 0,-1-1 0 0 0,1 0-1 0 0,-1 1 1 0 0,1-1 0 0 0,1 0 0 0 0,-1-1 0 0 0,1 1 0 0 0,0-1-1 0 0,8 8 1 0 0,-9-10-97 0 0,1 1 0 0 0,0-1 0 0 0,0 0 0 0 0,0 0 0 0 0,0 0 0 0 0,0-1 0 0 0,0 1 0 0 0,0-1-1 0 0,0 0 1 0 0,1 0 0 0 0,-1-1 0 0 0,0 1 0 0 0,1-1 0 0 0,-1 0 0 0 0,1 0 0 0 0,4-1 0 0 0,-6 1-61 0 0,-1 0 0 0 0,0-1-1 0 0,1 1 1 0 0,-1 0 0 0 0,0-1 0 0 0,0 1 0 0 0,0-1 0 0 0,1 0 0 0 0,-1 0 0 0 0,0 0 0 0 0,0 0 0 0 0,0 0 0 0 0,0 0 0 0 0,0-1-1 0 0,0 1 1 0 0,-1-1 0 0 0,1 1 0 0 0,0-1 0 0 0,-1 0 0 0 0,1 1 0 0 0,-1-1 0 0 0,0 0 0 0 0,0 0 0 0 0,1 0 0 0 0,-1 0 0 0 0,0 0-1 0 0,-1 0 1 0 0,1 0 0 0 0,0-1 0 0 0,0 1 0 0 0,-1 0 0 0 0,0 0 0 0 0,1-1 0 0 0,-1-3 0 0 0,0 0 12 0 0,-1-1 0 0 0,0 1 0 0 0,0 0 0 0 0,0-1 0 0 0,-1 1 0 0 0,1 0 0 0 0,-2 0 0 0 0,1 0 0 0 0,-1 1 0 0 0,1-1-1 0 0,-6-7 1 0 0,-1 0-1 0 0,-1 1-1 0 0,0 0 1 0 0,-1 1-1 0 0,0 0 0 0 0,0 0 1 0 0,-16-9-1 0 0,19 14-87 0 0,0 0 1 0 0,-1 1-1 0 0,1 0 0 0 0,-1 1 1 0 0,0 0-1 0 0,-1 1 0 0 0,1-1 1 0 0,-1 2-1 0 0,1-1 0 0 0,-18-1 1 0 0,13 4-458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49.7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1 12467 0 0,'-2'7'463'0'0,"1"1"1"0"0,-1-1-1 0 0,2 1 1 0 0,-1-1 0 0 0,1 1-1 0 0,0 0 1 0 0,0-1-1 0 0,3 11 1 0 0,-1 12 1181 0 0,6 149 2094 0 0,-1-118-3412 0 0,3-1-1 0 0,25 84 0 0 0,-18-66-1990 0 0,-16-69 330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49.97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2 101 9218 0 0,'-1'-4'146'0'0,"1"0"-1"0"0,0 1 1 0 0,0-1 0 0 0,0 0-1 0 0,1 1 1 0 0,-1-1-1 0 0,1 0 1 0 0,0 1 0 0 0,0-1-1 0 0,0 1 1 0 0,0-1 0 0 0,1 1-1 0 0,-1 0 1 0 0,1-1 0 0 0,0 1-1 0 0,0 0 1 0 0,0 0-1 0 0,0 0 1 0 0,1 1 0 0 0,-1-1-1 0 0,1 0 1 0 0,0 1 0 0 0,0-1-1 0 0,0 1 1 0 0,0 0 0 0 0,0 0-1 0 0,0 0 1 0 0,0 1 0 0 0,1-1-1 0 0,-1 1 1 0 0,1 0-1 0 0,-1 0 1 0 0,5-1 0 0 0,-3 1 23 0 0,0-1 0 0 0,0 1 1 0 0,0 1-1 0 0,0-1 1 0 0,1 1-1 0 0,-1 0 0 0 0,0 0 1 0 0,0 0-1 0 0,0 1 0 0 0,1-1 1 0 0,-1 2-1 0 0,0-1 1 0 0,0 0-1 0 0,0 1 0 0 0,0 0 1 0 0,-1 0-1 0 0,1 0 0 0 0,0 1 1 0 0,-1 0-1 0 0,0 0 0 0 0,0 0 1 0 0,1 0-1 0 0,-2 0 1 0 0,1 1-1 0 0,0 0 0 0 0,-1 0 1 0 0,0 0-1 0 0,0 0 0 0 0,0 0 1 0 0,0 1-1 0 0,0-1 1 0 0,-1 1-1 0 0,0 0 0 0 0,0 0 1 0 0,-1 0-1 0 0,1 0 0 0 0,-1 0 1 0 0,0 0-1 0 0,0 0 0 0 0,-1 0 1 0 0,1 0-1 0 0,-1 1 1 0 0,0-1-1 0 0,-1 0 0 0 0,1 0 1 0 0,-1 0-1 0 0,0 0 0 0 0,-4 10 1 0 0,0-3-487 0 0,-2-1 1 0 0,1 0-1 0 0,-2 0 1 0 0,1-1-1 0 0,-1 0 1 0 0,-1 0-1 0 0,-14 12 1 0 0,20-19 58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0.1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1 3225 0 0,'10'18'8498'0'0,"-6"8"-4119"0"0,-5 27-1413 0 0,0-34-1408 0 0,-5 52-66 0 0,3-56-1545 0 0,1 1 1 0 0,1 0 0 0 0,0 0 0 0 0,1 0-1 0 0,1 0 1 0 0,0-1 0 0 0,1 1 0 0 0,7 24-1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0.3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1 184 11058 0 0,'0'-50'4509'0'0,"11"-84"-1"0"0,-4 195-13310 0 0,-7-40 6662 0 0,0-2 1289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0.7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9 3681 0 0,'0'-1'227'0'0,"1"0"1"0"0,0 1 0 0 0,-1-1-1 0 0,1 0 1 0 0,0 1-1 0 0,0-1 1 0 0,-1 1-1 0 0,1-1 1 0 0,0 1 0 0 0,0 0-1 0 0,0-1 1 0 0,0 1-1 0 0,0 0 1 0 0,0-1-1 0 0,0 1 1 0 0,0 0 0 0 0,0 0-1 0 0,-1 0 1 0 0,1 0-1 0 0,0 0 1 0 0,0 0-1 0 0,0 0 1 0 0,0 0 0 0 0,2 1-1 0 0,-1 0 186 0 0,0 0-1 0 0,0 0 1 0 0,0 0 0 0 0,-1 0-1 0 0,1 0 1 0 0,0 1 0 0 0,0-1-1 0 0,-1 1 1 0 0,1-1 0 0 0,2 3-1 0 0,0 2 363 0 0,0 0 0 0 0,0 1 1 0 0,0-1-1 0 0,-1 1 0 0 0,5 11 0 0 0,-2 7-19 0 0,0 1 0 0 0,3 40 0 0 0,-7-42-288 0 0,1 0 0 0 0,1 0 1 0 0,10 29-1 0 0,-4-34-477 0 0,-10-19 9 0 0,1 0-1 0 0,-1 0 1 0 0,0 0-1 0 0,0 0 1 0 0,0 1-1 0 0,1-1 1 0 0,-1 0-1 0 0,0 0 0 0 0,0 0 1 0 0,1 0-1 0 0,-1 0 1 0 0,0 0-1 0 0,0 0 1 0 0,1 0-1 0 0,-1 0 0 0 0,0 0 1 0 0,1 0-1 0 0,-1 0 1 0 0,0 0-1 0 0,0 0 1 0 0,1 0-1 0 0,-1 0 1 0 0,0 0-1 0 0,0 0 0 0 0,1 0 1 0 0,-1 0-1 0 0,0 0 1 0 0,0-1-1 0 0,1 1 1 0 0,-1 0-1 0 0,0 0 1 0 0,0 0-1 0 0,0 0 0 0 0,1-1 1 0 0,-1 1-1 0 0,15-31-42 0 0,-8 14 35 0 0,-2 5 2 0 0,61-117-155 0 0,-58 115 162 0 0,0 1 0 0 0,1 0 1 0 0,1 0-1 0 0,1 1 1 0 0,-1 0-1 0 0,26-19 0 0 0,-35 29 8 0 0,0 1-1 0 0,1 0 0 0 0,-1 0 0 0 0,1 0 0 0 0,0 0 0 0 0,-1 0 0 0 0,1 0 0 0 0,0 0 0 0 0,0 1 0 0 0,-1-1 0 0 0,1 1 0 0 0,0-1 0 0 0,0 1 0 0 0,0-1 0 0 0,0 1 0 0 0,0 0 0 0 0,0 0 0 0 0,0 0 0 0 0,0 0 0 0 0,-1 1 0 0 0,1-1 0 0 0,0 0 0 0 0,0 1 0 0 0,0-1 0 0 0,0 1 0 0 0,-1 0 1 0 0,1-1-1 0 0,0 1 0 0 0,0 0 0 0 0,-1 0 0 0 0,1 0 0 0 0,-1 0 0 0 0,1 1 0 0 0,-1-1 0 0 0,1 0 0 0 0,-1 1 0 0 0,0-1 0 0 0,0 1 0 0 0,2 2 0 0 0,4 7-5 0 0,-1 1 0 0 0,0-1 0 0 0,0 1 0 0 0,6 23 0 0 0,-4-12-190 0 0,0-1-1136 0 0,-1-1-3725 0 0,2 2-1936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1.1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333 26 7370 0 0,'-1'-1'269'0'0,"1"-1"1"0"0,0 1 0 0 0,-1 0 0 0 0,1 0 0 0 0,-1-1 0 0 0,0 1 0 0 0,1 0 0 0 0,-1 0 0 0 0,0 0 0 0 0,0-1 0 0 0,0 1 0 0 0,0 0 0 0 0,0 0 0 0 0,0 0-1 0 0,0 1 1 0 0,0-1 0 0 0,0 0 0 0 0,0 0 0 0 0,0 1 0 0 0,0-1 0 0 0,-1 0 0 0 0,1 1 0 0 0,0-1 0 0 0,-1 1 0 0 0,1 0 0 0 0,-2-1-1 0 0,-1 1-30 0 0,1 0-1 0 0,0 1 0 0 0,0-1 0 0 0,0 1 0 0 0,0-1 0 0 0,0 1 0 0 0,0 0 0 0 0,0 0 0 0 0,0 1 0 0 0,0-1 0 0 0,-3 2 0 0 0,-7 5 64 0 0,1 1 0 0 0,1 0 1 0 0,0 0-1 0 0,-11 12 0 0 0,-83 99 1250 0 0,90-100-1266 0 0,1 1 0 0 0,0 0 0 0 0,2 1-1 0 0,-13 32 1 0 0,24-52-276 0 0,-7 23 104 0 0,8-24-113 0 0,-1 0 1 0 0,1 0-1 0 0,0 0 1 0 0,-1 0-1 0 0,1 0 1 0 0,0 0-1 0 0,0 0 0 0 0,0 0 1 0 0,0 0-1 0 0,0 0 1 0 0,0 0-1 0 0,0 0 1 0 0,0 0-1 0 0,1 0 1 0 0,-1 0-1 0 0,0 0 1 0 0,0 0-1 0 0,1 0 1 0 0,-1 0-1 0 0,1-1 0 0 0,-1 1 1 0 0,1 1-1 0 0,0-2-16 0 0,0 0-1 0 0,-1 0 0 0 0,1 0 0 0 0,-1 0 1 0 0,1 0-1 0 0,0 0 0 0 0,-1 0 0 0 0,1 0 0 0 0,0 0 1 0 0,-1 0-1 0 0,1-1 0 0 0,-1 1 0 0 0,1 0 0 0 0,0 0 1 0 0,-1-1-1 0 0,1 1 0 0 0,-1 0 0 0 0,1-1 1 0 0,-1 1-1 0 0,1 0 0 0 0,-1-1 0 0 0,1 1 0 0 0,-1-1 1 0 0,0 1-1 0 0,1-2 0 0 0,14-15-281 0 0,-12 13 222 0 0,7-10-5 0 0,-1 0 1 0 0,0 0-1 0 0,-1-1 1 0 0,-1 0-1 0 0,10-26 1 0 0,-13 27 296 0 0,2 0 0 0 0,0 1 0 0 0,0-1 0 0 0,1 1 0 0 0,1 1 0 0 0,0-1 0 0 0,14-15 0 0 0,-21 27-198 0 0,0 0 1 0 0,0 0-1 0 0,0 0 1 0 0,1 0 0 0 0,-1 0-1 0 0,0 0 1 0 0,1 0-1 0 0,-1 0 1 0 0,1 1 0 0 0,-1-1-1 0 0,1 1 1 0 0,-1-1-1 0 0,1 1 1 0 0,0-1 0 0 0,-1 1-1 0 0,1 0 1 0 0,-1 0 0 0 0,1 0-1 0 0,0 0 1 0 0,-1 0-1 0 0,1 0 1 0 0,3 1 0 0 0,-2 0 9 0 0,1 0 1 0 0,-1 1 0 0 0,1 0 0 0 0,-1-1-1 0 0,0 1 1 0 0,1 0 0 0 0,-1 1 0 0 0,0-1-1 0 0,4 5 1 0 0,3 3 55 0 0,-1 1 0 0 0,0 0 0 0 0,-1 0 0 0 0,9 17 0 0 0,-4-2-33 0 0,0 0-1 0 0,-2 1 1 0 0,-1 0-1 0 0,-1 0 1 0 0,-2 1-1 0 0,0 0 1 0 0,-2 0 0 0 0,2 41-1 0 0,-6-46-17 0 0,-1-1-1 0 0,-1 0 0 0 0,-1 1 1 0 0,-1-1-1 0 0,-1 0 0 0 0,-1 0 1 0 0,-1 0-1 0 0,-1-1 0 0 0,0 0 1 0 0,-2 0-1 0 0,-15 27 0 0 0,18-39-261 0 0,1-1 0 0 0,-2 1 0 0 0,1-1 0 0 0,-1-1 0 0 0,0 1-1 0 0,-1-1 1 0 0,0 0 0 0 0,0-1 0 0 0,-14 9 0 0 0,18-13-31 0 0,-1 1 1 0 0,1-1 0 0 0,-1 0-1 0 0,0 0 1 0 0,1 0 0 0 0,-1-1-1 0 0,0 0 1 0 0,0 0-1 0 0,-1 0 1 0 0,1 0 0 0 0,0-1-1 0 0,0 0 1 0 0,0 0 0 0 0,0 0-1 0 0,0-1 1 0 0,0 0-1 0 0,0 0 1 0 0,0 0 0 0 0,0 0-1 0 0,0-1 1 0 0,-6-3 0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1.4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1840 0 0,'5'3'5803'0'0,"5"11"-1984"0"0,67 85 3366 0 0,91 133-2489 0 0,-151-202-4539 0 0,-1-1 1 0 0,-1 2-1 0 0,-2 0 0 0 0,-1 1 0 0 0,-1 0 1 0 0,9 50-1 0 0,-16-55-107 0 0,-1-1-1 0 0,-2 1 1 0 0,0 0 0 0 0,-2 0 0 0 0,-1-1 0 0 0,-1 1-1 0 0,-1-1 1 0 0,-2 1 0 0 0,0-1 0 0 0,-2-1 0 0 0,-1 1-1 0 0,-21 40 1 0 0,5-20-215 0 0,-2-1-1 0 0,-2-1 1 0 0,-2-1-1 0 0,-2-2 1 0 0,-58 56-1 0 0,62-68-1763 0 0,2 1-6069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1.9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49 11522 0 0,'20'-2'3699'0'0,"113"-17"2525"0"0,-60 7-6789 0 0,1 4-4397 0 0,-46 5 860 0 0,-5-1-168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2.1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 17 14283 0 0,'-12'6'632'0'0,"4"-3"136"0"0,2 0-616 0 0,3-1 272 0 0,5-2 57 0 0,1 0 15 0 0,0 0 0 0 0,4-2-264 0 0,4-1-48 0 0,3 0-16 0 0,1-1 0 0 0,4 1-1064 0 0,4-2-224 0 0,4 1-33 0 0,-3-2-15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3.48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0 100 7370 0 0,'0'-2'131'0'0,"0"0"0"0"0,0 1 1 0 0,1-1-1 0 0,-1 0 1 0 0,0 0-1 0 0,0 1 1 0 0,1-1-1 0 0,-1 0 1 0 0,1 1-1 0 0,0-1 1 0 0,-1 1-1 0 0,1-1 0 0 0,0 1 1 0 0,0-1-1 0 0,0 1 1 0 0,0-1-1 0 0,0 1 1 0 0,0 0-1 0 0,1-1 1 0 0,-1 1-1 0 0,0 0 1 0 0,3-2-1 0 0,33-23 2283 0 0,-37 26-2401 0 0,11-6 465 0 0,-1 1 1 0 0,1 0-1 0 0,0 1 0 0 0,0 0 0 0 0,0 1 1 0 0,0 0-1 0 0,0 1 0 0 0,1 0 1 0 0,0 1-1 0 0,-1 0 0 0 0,1 1 0 0 0,14 1 1 0 0,-16 0-299 0 0,0 0 0 0 0,0 0 0 0 0,0 1 0 0 0,0 1 0 0 0,-1 0 0 0 0,1 0 0 0 0,-1 1 0 0 0,0 0 0 0 0,1 0 0 0 0,-2 1 0 0 0,1 1 0 0 0,-1-1 0 0 0,0 1 0 0 0,11 11 0 0 0,-14-12-182 0 0,-1 0 0 0 0,-1 0 0 0 0,1 1-1 0 0,-1 0 1 0 0,0 0 0 0 0,0 0 0 0 0,-1 0 0 0 0,0 0 0 0 0,0 0 0 0 0,0 0 0 0 0,-1 1-1 0 0,1-1 1 0 0,-2 1 0 0 0,1-1 0 0 0,-1 1 0 0 0,0 0 0 0 0,0-1 0 0 0,-1 1 0 0 0,-1 6-1 0 0,-4 16-27 0 0,-1 0 0 0 0,-1-1 0 0 0,-13 29 0 0 0,3-7 12 0 0,17-46 37 0 0,0 0 0 0 0,-1 0 0 0 0,2 0 0 0 0,-1 0 1 0 0,0 0-1 0 0,1 0 0 0 0,0 0 0 0 0,-1 0 0 0 0,2 0 1 0 0,-1-1-1 0 0,0 1 0 0 0,1 0 0 0 0,0 0 0 0 0,1 5 1 0 0,-1-7-7 0 0,0 0 0 0 0,1 0 1 0 0,-1 0-1 0 0,1 0 0 0 0,0 0 1 0 0,-1 0-1 0 0,1-1 0 0 0,0 1 1 0 0,0 0-1 0 0,0-1 0 0 0,0 0 1 0 0,0 1-1 0 0,0-1 0 0 0,1 0 1 0 0,-1 0-1 0 0,0 0 0 0 0,1 0 1 0 0,-1-1-1 0 0,0 1 0 0 0,1-1 1 0 0,-1 1-1 0 0,1-1 0 0 0,3 0 1 0 0,9 2 8 0 0,4-1-13 0 0,-1 1 0 0 0,1 1 1 0 0,-1 1-1 0 0,35 11 0 0 0,-50-14-10 0 0,0 0-1 0 0,0 0 0 0 0,0 1 1 0 0,0-1-1 0 0,0 1 0 0 0,0 0 1 0 0,0 0-1 0 0,-1 0 1 0 0,1 0-1 0 0,-1 0 0 0 0,1 1 1 0 0,-1-1-1 0 0,0 1 1 0 0,0 0-1 0 0,0-1 0 0 0,0 1 1 0 0,-1 0-1 0 0,1 0 1 0 0,-1 0-1 0 0,1 0 0 0 0,-1 0 1 0 0,0 1-1 0 0,-1-1 0 0 0,1 0 1 0 0,0 1-1 0 0,-1-1 1 0 0,0 0-1 0 0,1 1 0 0 0,-2-1 1 0 0,1 0-1 0 0,0 1 1 0 0,0-1-1 0 0,-1 0 0 0 0,-2 6 1 0 0,1 0 41 0 0,-2 0 1 0 0,1 0-1 0 0,-1-1 0 0 0,-1 1 1 0 0,0-1-1 0 0,0 0 1 0 0,0-1-1 0 0,-9 10 0 0 0,-58 54 401 0 0,32-33-206 0 0,-44 39-1094 0 0,71-65 219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3.8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0 19812 0 0,'0'0'1761'0'0,"-1"2"-1249"0"0,1-1-336 0 0,-2 1-88 0 0,1 1-216 0 0,-1 0-32 0 0,1 0-16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4.2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12899 0 0,'10'17'5320'0'0,"7"24"-2951"0"0,-6 0-1527 0 0,-1 1-1 0 0,-3 0 0 0 0,5 76 0 0 0,0 8-337 0 0,-5-80-946 0 0,2 0 0 0 0,2-1 0 0 0,21 55 0 0 0,-19-68-7692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4.6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80 4145 0 0,'0'-1'208'0'0,"0"-1"-1"0"0,0 1 1 0 0,0 0 0 0 0,1 0 0 0 0,-1-1-1 0 0,0 1 1 0 0,1 0 0 0 0,-1 0-1 0 0,1-1 1 0 0,0 1 0 0 0,-1 0 0 0 0,1 0-1 0 0,0 0 1 0 0,-1 0 0 0 0,1 0 0 0 0,0 0-1 0 0,0 0 1 0 0,0 0 0 0 0,0 1-1 0 0,0-1 1 0 0,0 0 0 0 0,0 0 0 0 0,1 1-1 0 0,-1-1 1 0 0,0 1 0 0 0,2-1 0 0 0,36-18 3714 0 0,-37 18-3803 0 0,16-6 1234 0 0,1 1 0 0 0,0 0 0 0 0,31-4 0 0 0,-41 9-1100 0 0,0 0 0 0 0,0 0 0 0 0,0 1-1 0 0,0 0 1 0 0,0 1 0 0 0,0 0-1 0 0,0 0 1 0 0,0 1 0 0 0,0 0 0 0 0,9 3-1 0 0,-15-3-239 0 0,-1-1-1 0 0,1 0 0 0 0,0 1 0 0 0,-1 0 1 0 0,1 0-1 0 0,0-1 0 0 0,-1 1 0 0 0,0 1 1 0 0,0-1-1 0 0,0 0 0 0 0,0 1 0 0 0,0-1 1 0 0,0 1-1 0 0,0-1 0 0 0,-1 1 0 0 0,1 0 1 0 0,0 3-1 0 0,0-1 25 0 0,0 1 1 0 0,-1 0-1 0 0,0-1 1 0 0,0 1-1 0 0,-1 0 1 0 0,0-1-1 0 0,0 1 1 0 0,-1 10-1 0 0,-2 3 52 0 0,-1 0 0 0 0,-1 0-1 0 0,-1-1 1 0 0,-12 27 0 0 0,-42 70 278 0 0,40-81-150 0 0,2 2 0 0 0,-20 52-1 0 0,37-88-204 0 0,1 1-1 0 0,0 0 0 0 0,-1-1 0 0 0,1 1 0 0 0,0 0 0 0 0,0-1 0 0 0,-1 1 0 0 0,1 0 0 0 0,0-1 1 0 0,0 1-1 0 0,0 0 0 0 0,0-1 0 0 0,0 1 0 0 0,0 0 0 0 0,0-1 0 0 0,0 1 0 0 0,0 0 1 0 0,0-1-1 0 0,0 1 0 0 0,1 0 0 0 0,-1-1 0 0 0,0 1 0 0 0,0 0 0 0 0,1-1 0 0 0,-1 1 0 0 0,1-1 1 0 0,-1 1-1 0 0,0 0 0 0 0,1-1 0 0 0,-1 1 0 0 0,1-1 0 0 0,0 1 0 0 0,1 0-13 0 0,-1-1-1 0 0,1 1 1 0 0,0-1-1 0 0,-1 0 1 0 0,1 0-1 0 0,0 0 1 0 0,-1 0-1 0 0,1 0 1 0 0,0 0-1 0 0,0 0 1 0 0,-1-1-1 0 0,1 1 1 0 0,1-1-1 0 0,54-22-797 0 0,-54 22 674 0 0,15-7-1697 0 0,2-4-5955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5.3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3 588 11026 0 0,'0'1'147'0'0,"-1"0"0"0"0,1 0 0 0 0,-1 0 0 0 0,1 0 0 0 0,0 1 0 0 0,0-1 0 0 0,-1 0 0 0 0,1 0 0 0 0,0 0-1 0 0,0 1 1 0 0,0-1 0 0 0,1 0 0 0 0,-1 0 0 0 0,0 0 0 0 0,0 1 0 0 0,0-1 0 0 0,1 0 0 0 0,-1 0 0 0 0,1 0-1 0 0,-1 0 1 0 0,1 0 0 0 0,-1 0 0 0 0,1 0 0 0 0,1 2 0 0 0,1 0 353 0 0,-1 0-1 0 0,1-1 1 0 0,0 1 0 0 0,0-1 0 0 0,0 1-1 0 0,0-1 1 0 0,0 0 0 0 0,6 2 0 0 0,-5-2-250 0 0,0 0 0 0 0,0 0 0 0 0,0 0 0 0 0,0-1 0 0 0,0 0 0 0 0,1 0 0 0 0,-1 0 0 0 0,0 0 0 0 0,1 0 0 0 0,-1-1 0 0 0,1 0 0 0 0,-1 0 0 0 0,1-1 0 0 0,-1 1 0 0 0,8-2 0 0 0,-4-4-180 0 0,0 1 1 0 0,0-2-1 0 0,-1 1 0 0 0,1-1 1 0 0,-1 0-1 0 0,-1 0 0 0 0,10-14 0 0 0,16-16 112 0 0,-7 12-290 0 0,-1-2 0 0 0,32-43 0 0 0,-47 56 68 0 0,0-1-1 0 0,-2 0 1 0 0,1 0-1 0 0,-2 0 0 0 0,0-1 1 0 0,-1 0-1 0 0,6-26 1 0 0,11-145 421 0 0,-22 183-372 0 0,0 0 0 0 0,1 0-1 0 0,-1 0 1 0 0,1 0 0 0 0,0 0 0 0 0,0 1-1 0 0,0-1 1 0 0,0 0 0 0 0,0 1-1 0 0,1-1 1 0 0,0 1 0 0 0,0-1-1 0 0,0 1 1 0 0,0 0 0 0 0,0 0-1 0 0,1 0 1 0 0,0 0 0 0 0,-1 0-1 0 0,1 0 1 0 0,0 1 0 0 0,0-1-1 0 0,0 1 1 0 0,1 0 0 0 0,-1 0 0 0 0,1 0-1 0 0,-1 0 1 0 0,1 1 0 0 0,-1 0-1 0 0,1-1 1 0 0,0 1 0 0 0,0 1-1 0 0,-1-1 1 0 0,1 0 0 0 0,0 1-1 0 0,0 0 1 0 0,0 0 0 0 0,0 0-1 0 0,6 1 1 0 0,-4-1-6 0 0,-1 1 0 0 0,1 0 0 0 0,0 0 0 0 0,-1 0 1 0 0,1 1-1 0 0,-1 0 0 0 0,1 0 0 0 0,-1 0 0 0 0,0 1 0 0 0,0 0 0 0 0,0 0 0 0 0,0 0 0 0 0,0 0 0 0 0,-1 1 0 0 0,1 0 0 0 0,-1 0 1 0 0,0 0-1 0 0,-1 0 0 0 0,1 1 0 0 0,-1 0 0 0 0,1-1 0 0 0,-1 1 0 0 0,-1 0 0 0 0,1 1 0 0 0,-1-1 0 0 0,0 0 0 0 0,2 7 0 0 0,1 5 6 0 0,-1 0-1 0 0,-1 1 0 0 0,-1-1 0 0 0,0 1 0 0 0,-1 0 0 0 0,-1-1 0 0 0,-3 29 0 0 0,-7 13-32 0 0,-3 23-66 0 0,13-74 136 0 0,-1 0 1 0 0,1 0-1 0 0,1 1 1 0 0,0-1-1 0 0,0 0 0 0 0,0 0 1 0 0,4 11-1 0 0,-4-16-5 0 0,0 0-1 0 0,1 0 0 0 0,-1-1 1 0 0,1 1-1 0 0,0-1 0 0 0,0 1 1 0 0,-1-1-1 0 0,2 1 0 0 0,-1-1 1 0 0,0 0-1 0 0,0 0 0 0 0,1 0 1 0 0,-1-1-1 0 0,1 1 0 0 0,-1 0 1 0 0,1-1-1 0 0,0 0 0 0 0,0 1 1 0 0,0-1-1 0 0,0 0 0 0 0,-1-1 1 0 0,1 1-1 0 0,1 0 0 0 0,-1-1 1 0 0,0 0-1 0 0,0 0 0 0 0,0 1 1 0 0,0-2-1 0 0,0 1 0 0 0,6-1 1 0 0,10-2 53 0 0,-1-1-1 0 0,1-1 1 0 0,32-13 0 0 0,-34 12-169 0 0,84-27-2491 0 0,-75 27-5861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6.5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0 11058 0 0,'-1'11'6717'0'0,"10"27"-4993"0"0,-7-27-1012 0 0,39 171 1462 0 0,57 230-2594 0 0,-90-371-1390 0 0,-7-13-2279 0 0,-1-24 2834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6.81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1 419 5529 0 0,'-1'-31'680'0'0,"4"-52"-1"0"0,0 68 424 0 0,-1 0-1 0 0,2 0 1 0 0,6-17-1 0 0,-3 11-453 0 0,2 0-1 0 0,0 0 0 0 0,1 1 0 0 0,1 0 1 0 0,1 1-1 0 0,18-23 0 0 0,-25 36-510 0 0,0 1-1 0 0,0 0 0 0 0,0 0 1 0 0,1 0-1 0 0,0 1 0 0 0,0-1 1 0 0,0 1-1 0 0,0 1 0 0 0,1-1 1 0 0,-1 1-1 0 0,1 0 0 0 0,0 1 0 0 0,0-1 1 0 0,0 1-1 0 0,0 1 0 0 0,0-1 1 0 0,1 1-1 0 0,-1 1 0 0 0,0-1 1 0 0,0 1-1 0 0,1 1 0 0 0,-1-1 1 0 0,11 3-1 0 0,-11-2-35 0 0,-1 0 0 0 0,0 1 0 0 0,0 0 0 0 0,0 0 0 0 0,0 0 0 0 0,0 1 0 0 0,-1 0 0 0 0,1 0 0 0 0,-1 1 0 0 0,1-1 0 0 0,-1 1 0 0 0,0 0 0 0 0,-1 0 0 0 0,1 1 0 0 0,4 5 0 0 0,-6-5-59 0 0,1 1-1 0 0,-1 0 1 0 0,0 0 0 0 0,0 1 0 0 0,-1-1-1 0 0,0 0 1 0 0,0 1 0 0 0,0 0-1 0 0,-1-1 1 0 0,0 1 0 0 0,0 0 0 0 0,-1 0-1 0 0,0 13 1 0 0,-2-2-38 0 0,0 1 1 0 0,-1 0-1 0 0,-1-1 1 0 0,-1 0-1 0 0,0 0 1 0 0,-12 24-1 0 0,-56 97-92 0 0,50-99 366 0 0,1 0 0 0 0,-21 55 0 0 0,43-93-238 0 0,-1-1 0 0 0,1 0 0 0 0,-1 0 1 0 0,1 0-1 0 0,0 1 0 0 0,0-1 0 0 0,-1 0 0 0 0,1 1 0 0 0,0-1 0 0 0,0 0 1 0 0,0 0-1 0 0,0 1 0 0 0,1-1 0 0 0,-1 2 0 0 0,0-2-26 0 0,1-1-1 0 0,-1 0 1 0 0,0 1-1 0 0,1-1 1 0 0,-1 1 0 0 0,0-1-1 0 0,1 0 1 0 0,-1 1-1 0 0,0-1 1 0 0,1 0-1 0 0,-1 0 1 0 0,1 1 0 0 0,-1-1-1 0 0,0 0 1 0 0,1 0-1 0 0,-1 0 1 0 0,1 1 0 0 0,-1-1-1 0 0,1 0 1 0 0,-1 0-1 0 0,1 0 1 0 0,-1 0 0 0 0,1 0-1 0 0,-1 0 1 0 0,2 0-1 0 0,3-1 30 0 0,1 0-1 0 0,-1-1 1 0 0,1 1-1 0 0,-1-1 1 0 0,7-3-1 0 0,5-2-53 0 0,-6 4 6 0 0,2-1-105 0 0,0 0 0 0 0,0 0 1 0 0,0 1-1 0 0,0 1 0 0 0,1 0 0 0 0,-1 1 0 0 0,1 0 0 0 0,-1 1 1 0 0,19 3-1 0 0,-5 4-703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7.1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158 0 15667 0 0,'-7'6'221'0'0,"0"-1"-1"0"0,0 1 0 0 0,1 0 1 0 0,0 1-1 0 0,0 0 0 0 0,0 0 1 0 0,1 0-1 0 0,0 0 0 0 0,0 1 0 0 0,1 0 1 0 0,0 0-1 0 0,0 0 0 0 0,1 1 1 0 0,-3 8-1 0 0,-10 26 143 0 0,2 0 0 0 0,1 1 1 0 0,3 1-1 0 0,1 0 0 0 0,2 0 0 0 0,0 65 1 0 0,6-89-232 0 0,2 0 1 0 0,0 0 0 0 0,2 0 0 0 0,0 0 0 0 0,1 0 0 0 0,2-1 0 0 0,0 0-1 0 0,1 0 1 0 0,0 0 0 0 0,2-1 0 0 0,0 0 0 0 0,2-1 0 0 0,0 0 0 0 0,0 0-1 0 0,2-2 1 0 0,18 20 0 0 0,-6-11-1699 0 0,52 39 1 0 0,-59-51-5930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7.7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85 131 6913 0 0,'-7'-5'509'0'0,"-1"0"0"0"0,1 0 0 0 0,0-1 0 0 0,-9-8-1 0 0,12 10 59 0 0,0-1 0 0 0,0 1 0 0 0,1-1-1 0 0,0 1 1 0 0,0-1 0 0 0,0 0 0 0 0,0 0-1 0 0,1 0 1 0 0,0-1 0 0 0,0 1-1 0 0,0 0 1 0 0,0-1 0 0 0,0-5 0 0 0,2 10-459 0 0,0 0 0 0 0,0 0 0 0 0,0 1 0 0 0,0-1 1 0 0,0 0-1 0 0,0 1 0 0 0,0-1 0 0 0,0 0 0 0 0,0 1 1 0 0,0-1-1 0 0,0 0 0 0 0,0 1 0 0 0,1-1 0 0 0,-1 0 1 0 0,0 1-1 0 0,1-1 0 0 0,-1 1 0 0 0,0-1 0 0 0,1 0 0 0 0,-1 1 1 0 0,1-1-1 0 0,-1 1 0 0 0,1-1 0 0 0,-1 1 0 0 0,1-1 1 0 0,-1 1-1 0 0,2-1 0 0 0,20-1 1336 0 0,-17 2-1292 0 0,-1 1-1 0 0,1 1 0 0 0,0-1 0 0 0,0 1 0 0 0,0-1 0 0 0,8 6 1 0 0,-5-1-113 0 0,-1 1 0 0 0,1 0 1 0 0,-2 0-1 0 0,1 1 0 0 0,-1-1 1 0 0,0 1-1 0 0,0 1 0 0 0,-1-1 1 0 0,-1 1-1 0 0,1 0 1 0 0,4 14-1 0 0,4 15 193 0 0,12 59-1 0 0,-19-68-205 0 0,2 9-1 0 0,-6-24-10 0 0,1 0 0 0 0,1 0 0 0 0,0 0 0 0 0,0 0 0 0 0,9 16 0 0 0,-5-22-130 0 0,-5-16-39 0 0,-4-21-98 0 0,0 23 233 0 0,2-23-39 0 0,1 1 0 0 0,11-55 0 0 0,-9 66 58 0 0,1 0-1 0 0,0 0 1 0 0,1 1 0 0 0,0 0 0 0 0,2 0 0 0 0,10-16 0 0 0,-15 28-5 0 0,-1 0 1 0 0,1 0-1 0 0,1 0 0 0 0,-1 0 1 0 0,0 1-1 0 0,1-1 0 0 0,0 1 1 0 0,0 0-1 0 0,0 0 1 0 0,0 0-1 0 0,7-2 0 0 0,-9 4 11 0 0,0 0-1 0 0,0 1 1 0 0,0-1 0 0 0,0 1-1 0 0,0 0 1 0 0,0 0-1 0 0,0 0 1 0 0,0 0-1 0 0,0 0 1 0 0,0 0 0 0 0,0 0-1 0 0,0 1 1 0 0,0-1-1 0 0,0 1 1 0 0,0-1 0 0 0,0 1-1 0 0,0 0 1 0 0,0 0-1 0 0,-1 0 1 0 0,1 0-1 0 0,0 0 1 0 0,-1 0 0 0 0,1 0-1 0 0,0 1 1 0 0,-1-1-1 0 0,1 0 1 0 0,-1 1 0 0 0,0 0-1 0 0,0-1 1 0 0,2 3-1 0 0,12 19 48 0 0,-2 0-1 0 0,0 1 1 0 0,-2 0 0 0 0,0 1-1 0 0,-2 0 1 0 0,10 42-1 0 0,10 24-524 0 0,-22-75-1292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8.0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 92 6913 0 0,'-7'7'4054'0'0,"6"-6"-3742"0"0,1 0 0 0 0,-1-1 0 0 0,1 1 0 0 0,0 0 0 0 0,0 0-1 0 0,-1 0 1 0 0,1-1 0 0 0,0 2 0 0 0,-6 25 1019 0 0,4-20-385 0 0,0 2-651 0 0,1 0-1 0 0,-1 0 0 0 0,2 1 0 0 0,-1-1 0 0 0,1 0 1 0 0,1 1-1 0 0,0-1 0 0 0,0 0 0 0 0,1 0 1 0 0,2 10-1 0 0,-3-15-228 0 0,0-1 0 0 0,0 1 0 0 0,1-1 0 0 0,-1 1 0 0 0,1-1 0 0 0,0 1 1 0 0,0-1-1 0 0,0 0 0 0 0,1 0 0 0 0,-1 0 0 0 0,1 0 0 0 0,-1 0 0 0 0,1-1 0 0 0,0 1 1 0 0,0-1-1 0 0,0 0 0 0 0,0 1 0 0 0,1-1 0 0 0,-1-1 0 0 0,0 1 0 0 0,1-1 0 0 0,0 1 1 0 0,-1-1-1 0 0,1 0 0 0 0,0 0 0 0 0,-1 0 0 0 0,6 0 0 0 0,-5-2-27 0 0,0 1 1 0 0,0-1-1 0 0,0 1 0 0 0,0-1 1 0 0,-1-1-1 0 0,1 1 0 0 0,0 0 1 0 0,-1-1-1 0 0,1 0 0 0 0,-1 0 0 0 0,1 0 1 0 0,-1 0-1 0 0,0 0 0 0 0,0-1 1 0 0,0 1-1 0 0,0-1 0 0 0,0 0 1 0 0,-1 0-1 0 0,1 0 0 0 0,-1 0 0 0 0,0 0 1 0 0,0-1-1 0 0,0 1 0 0 0,0-1 1 0 0,1-4-1 0 0,2-3-1 0 0,0 0 0 0 0,-1-1-1 0 0,0 1 1 0 0,-1-1 0 0 0,-1 0 0 0 0,0 0 0 0 0,1-13-1 0 0,-3 17-16 0 0,-1 0-1 0 0,1 0 0 0 0,-1 0 0 0 0,-1 1 0 0 0,1-1 1 0 0,-1 1-1 0 0,-1-1 0 0 0,1 1 0 0 0,-1 0 0 0 0,-1 0 1 0 0,1 0-1 0 0,-1 0 0 0 0,-5-6 0 0 0,7 9-149 0 0,-1 1 0 0 0,0 0 0 0 0,0 0 0 0 0,0 0 0 0 0,0 0 0 0 0,0 0 0 0 0,0 1-1 0 0,-1-1 1 0 0,0 1 0 0 0,1 0 0 0 0,-1 0 0 0 0,0 0 0 0 0,0 0 0 0 0,0 1 0 0 0,0 0 0 0 0,0 0-1 0 0,0 0 1 0 0,0 0 0 0 0,-1 1 0 0 0,1-1 0 0 0,0 1 0 0 0,0 0 0 0 0,-1 0 0 0 0,1 1 0 0 0,-5 0-1 0 0,-12 6-6928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8.5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297 446 10594 0 0,'-9'-8'711'0'0,"0"1"-1"0"0,0-1 1 0 0,0 1-1 0 0,-1 1 1 0 0,1 0-1 0 0,-2 0 1 0 0,1 1-1 0 0,-1 0 1 0 0,1 1-1 0 0,-1 0 1 0 0,-21-4-1 0 0,26 7-570 0 0,0 0 0 0 0,0 1 0 0 0,0 0 0 0 0,0 0 0 0 0,0 0 0 0 0,0 0 0 0 0,0 1 0 0 0,0 0 0 0 0,1 0 0 0 0,-1 1 0 0 0,0 0 0 0 0,0 0 0 0 0,1 0 0 0 0,0 0 0 0 0,-1 1 0 0 0,1 0 0 0 0,0 0 0 0 0,0 0 0 0 0,0 1 0 0 0,1 0 0 0 0,-1 0 0 0 0,1 0 0 0 0,0 0 0 0 0,0 1 0 0 0,-3 5 0 0 0,5-7-128 0 0,0 0 0 0 0,0 1 1 0 0,1-1-1 0 0,-1 0 0 0 0,1 1 0 0 0,-1 0 1 0 0,1-1-1 0 0,0 1 0 0 0,1 0 1 0 0,-1-1-1 0 0,1 1 0 0 0,-1 0 1 0 0,1 0-1 0 0,0-1 0 0 0,1 1 1 0 0,-1 0-1 0 0,2 6 0 0 0,-1-8-19 0 0,-1 0 0 0 0,1 0 0 0 0,0-1 0 0 0,0 1 0 0 0,0 0-1 0 0,0 0 1 0 0,0-1 0 0 0,0 1 0 0 0,0 0 0 0 0,1-1 0 0 0,-1 1 0 0 0,1-1-1 0 0,-1 0 1 0 0,1 1 0 0 0,-1-1 0 0 0,1 0 0 0 0,0 0 0 0 0,0 0 0 0 0,0 0-1 0 0,-1 0 1 0 0,1 0 0 0 0,0-1 0 0 0,0 1 0 0 0,0-1 0 0 0,0 1-1 0 0,0-1 1 0 0,0 0 0 0 0,0 0 0 0 0,0 0 0 0 0,0 0 0 0 0,0 0 0 0 0,0 0-1 0 0,4-1 1 0 0,4-1-236 0 0,-1-1-1 0 0,0 0 0 0 0,0 0 0 0 0,0-1 1 0 0,0 0-1 0 0,-1-1 0 0 0,1 0 1 0 0,-1 0-1 0 0,-1-1 0 0 0,1 0 1 0 0,-1 0-1 0 0,0-1 0 0 0,0 0 1 0 0,0 0-1 0 0,9-14 0 0 0,-4 4-192 0 0,-1-1-1 0 0,0 0 0 0 0,-1-1 0 0 0,-1 0 1 0 0,-1 0-1 0 0,7-24 0 0 0,-10 24 253 0 0,-1 1 1 0 0,-1-1-1 0 0,0 0 1 0 0,-2 0-1 0 0,0-33 1 0 0,-2 44 356 0 0,1 0 0 0 0,-1 0 0 0 0,-1-1 1 0 0,1 1-1 0 0,-1 0 0 0 0,-1 0 1 0 0,0 0-1 0 0,0 1 0 0 0,0-1 0 0 0,-1 1 1 0 0,0-1-1 0 0,0 1 0 0 0,-1 0 1 0 0,0 1-1 0 0,-8-10 0 0 0,12 16-55 0 0,1-1-1 0 0,-1 0 1 0 0,1 1-1 0 0,-1-1 1 0 0,1 0-1 0 0,-1 1 1 0 0,0-1-1 0 0,0 1 1 0 0,1-1-1 0 0,-1 1 1 0 0,0-1-1 0 0,0 1 1 0 0,1 0-1 0 0,-1-1 1 0 0,0 1-1 0 0,0 0 1 0 0,0-1-1 0 0,0 1 1 0 0,1 0-1 0 0,-1 0 1 0 0,0 0 0 0 0,0 0-1 0 0,0 0 1 0 0,0 0-1 0 0,0 0 1 0 0,0 0-1 0 0,1 0 1 0 0,-1 1-1 0 0,-1-1 1 0 0,1 1-29 0 0,0 0 0 0 0,0 0 0 0 0,0 1 0 0 0,1-1 0 0 0,-1 0 0 0 0,0 0 0 0 0,1 1 0 0 0,-1-1 0 0 0,1 0 0 0 0,-1 1 1 0 0,1-1-1 0 0,0 0 0 0 0,-1 1 0 0 0,1-1 0 0 0,0 3 0 0 0,-1 9 73 0 0,2-1 0 0 0,1 22 0 0 0,3-6-58 0 0,1 0 1 0 0,1 0-1 0 0,2-1 0 0 0,0-1 0 0 0,2 1 0 0 0,24 43 0 0 0,0-12-1544 0 0,72 89 0 0 0,-92-128 617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8.85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52 23 6913 0 0,'-4'2'501'0'0,"1"0"0"0"0,-1 0 1 0 0,1 1-1 0 0,0-1 0 0 0,0 1 0 0 0,0 0 0 0 0,1 0 0 0 0,-1 0 0 0 0,1 0 0 0 0,-1 1 0 0 0,1-1 0 0 0,0 1 0 0 0,0-1 0 0 0,1 1 0 0 0,-1 0 0 0 0,1 0 0 0 0,0 0 0 0 0,0 0 0 0 0,-1 6 0 0 0,0-3-153 0 0,1 1 1 0 0,0 0 0 0 0,0 0 0 0 0,1 0 0 0 0,0 0-1 0 0,1 0 1 0 0,-1-1 0 0 0,1 1 0 0 0,3 10 0 0 0,-3-15-276 0 0,0 0 1 0 0,1 1 0 0 0,-1-1-1 0 0,1-1 1 0 0,-1 1 0 0 0,1 0-1 0 0,0 0 1 0 0,0 0 0 0 0,0-1-1 0 0,0 1 1 0 0,1-1 0 0 0,-1 0-1 0 0,1 0 1 0 0,-1 0-1 0 0,1 0 1 0 0,0 0 0 0 0,0 0-1 0 0,0-1 1 0 0,0 1 0 0 0,4 1-1 0 0,-5-3-22 0 0,1 1 0 0 0,0-1 0 0 0,0 0-1 0 0,-1 0 1 0 0,1 0 0 0 0,0 0 0 0 0,0 0-1 0 0,-1 0 1 0 0,1-1 0 0 0,0 1 0 0 0,-1-1-1 0 0,1 0 1 0 0,-1 0 0 0 0,1 0 0 0 0,-1 0-1 0 0,1 0 1 0 0,-1 0 0 0 0,1-1 0 0 0,-1 1-1 0 0,0-1 1 0 0,0 0 0 0 0,0 0-1 0 0,0 1 1 0 0,3-5 0 0 0,0-2-44 0 0,0 1-1 0 0,-1 0 1 0 0,0-1-1 0 0,-1 0 1 0 0,0 0 0 0 0,0 0-1 0 0,0 0 1 0 0,-1 0-1 0 0,0-1 1 0 0,-1 1 0 0 0,0-1-1 0 0,0 1 1 0 0,-1-12-1 0 0,-1 16-2 0 0,1-1-1 0 0,0 0 1 0 0,-1 1 0 0 0,0-1-1 0 0,0 0 1 0 0,0 1-1 0 0,-1 0 1 0 0,0-1-1 0 0,1 1 1 0 0,-2 0-1 0 0,-3-7 1 0 0,4 9-5 0 0,0 0 0 0 0,0 0 0 0 0,0 0-1 0 0,0 0 1 0 0,0 0 0 0 0,-1 0 0 0 0,1 1 0 0 0,-1-1 0 0 0,1 1-1 0 0,-1-1 1 0 0,1 1 0 0 0,-1 0 0 0 0,0 0 0 0 0,0 0 0 0 0,1 1-1 0 0,-1-1 1 0 0,0 1 0 0 0,0 0 0 0 0,0-1 0 0 0,-3 1 0 0 0,2 1-175 0 0,0-1 0 0 0,0 0 1 0 0,0 1-1 0 0,0 0 1 0 0,0 0-1 0 0,-6 3 0 0 0,-11 7-5306 0 0,2 2-1672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9.1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8754 0 0,'0'43'8500'0'0,"2"3"-3384"0"0,3 54-2029 0 0,3 117-3961 0 0,-8-213 837 0 0,0-1-92 0 0,0 0-1 0 0,0 0 1 0 0,0 0 0 0 0,0 0-1 0 0,0-1 1 0 0,-1 1 0 0 0,0 0-1 0 0,1 0 1 0 0,-1 0 0 0 0,0 0 0 0 0,-3 4-1 0 0,4-7 64 0 0,0 0-1 0 0,0 1 0 0 0,0-1 1 0 0,-1 0-1 0 0,1 0 0 0 0,0 0 1 0 0,0 0-1 0 0,0 0 0 0 0,-1 0 1 0 0,1 0-1 0 0,0 0 0 0 0,0 0 1 0 0,0 0-1 0 0,-1-1 0 0 0,1 1 1 0 0,0 0-1 0 0,0 0 0 0 0,0 0 1 0 0,0 0-1 0 0,-1 0 1 0 0,1 0-1 0 0,0 0 0 0 0,0 0 1 0 0,-1-2-734 0 0,0 2 733 0 0,1-1 0 0 0,0 1 1 0 0,0 0-1 0 0,0 0 0 0 0,0 0 1 0 0,0 0-1 0 0,0-1 1 0 0,0 1-1 0 0,0 0 0 0 0,0 0 1 0 0,0-1-1 0 0,-1-5-1100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9.30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77 3225 0 0,'7'-9'58'0'0,"0"0"0"0"0,1 0 0 0 0,0 1 0 0 0,10-9 0 0 0,-13 14 298 0 0,-1 0 0 0 0,1 1 0 0 0,-1-1 0 0 0,1 1 0 0 0,0 0 0 0 0,0 0 0 0 0,0 0 0 0 0,0 1 0 0 0,0 0 0 0 0,0 0 0 0 0,9 0 0 0 0,-8 0 57 0 0,-1 1-1 0 0,1 0 1 0 0,-1 0-1 0 0,1 0 1 0 0,-1 1-1 0 0,0 0 1 0 0,1 0 0 0 0,-1 0-1 0 0,0 1 1 0 0,1 0-1 0 0,-1 0 1 0 0,0 0-1 0 0,0 1 1 0 0,-1-1 0 0 0,1 1-1 0 0,-1 0 1 0 0,1 1-1 0 0,-1-1 1 0 0,5 6-1 0 0,-6-5-178 0 0,0 0-1 0 0,0 0 0 0 0,-1 1 0 0 0,1-1 0 0 0,-1 0 1 0 0,0 1-1 0 0,-1 0 0 0 0,1 0 0 0 0,-1-1 0 0 0,0 1 0 0 0,0 0 1 0 0,0 0-1 0 0,-1 0 0 0 0,0 0 0 0 0,0 0 0 0 0,0 0 1 0 0,0 0-1 0 0,-1 0 0 0 0,0 0 0 0 0,0 0 0 0 0,-2 7 1 0 0,-3 3 153 0 0,1 1 0 0 0,-2-1 0 0 0,-15 26 0 0 0,-14 11-2702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9.4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6449 0 0,'1'0'281'0'0,"0"1"-1"0"0,0-1 1 0 0,0 1 0 0 0,0-1-1 0 0,-1 1 1 0 0,1 0-1 0 0,0-1 1 0 0,0 1-1 0 0,-1 0 1 0 0,1 0 0 0 0,0 0-1 0 0,-1-1 1 0 0,1 1-1 0 0,-1 0 1 0 0,1 0-1 0 0,-1 0 1 0 0,0 0-1 0 0,1 0 1 0 0,-1 0 0 0 0,0 0-1 0 0,1 0 1 0 0,-1 0-1 0 0,0 2 1 0 0,5 29 3269 0 0,-4-29-3185 0 0,0 18 1060 0 0,-1-1-1 0 0,-1 21 1 0 0,-1-22-1891 0 0,2 0 0 0 0,2 26 0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4:59.6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43 14283 0 0,'0'-3'184'0'0,"-1"0"-93"0"0,1 1 0 0 0,-1 0 0 0 0,1-1 1 0 0,0 1-1 0 0,0 0 0 0 0,0-1 0 0 0,0 1 1 0 0,0 0-1 0 0,1-1 0 0 0,-1 1 0 0 0,0 0 1 0 0,1-1-1 0 0,0 1 0 0 0,1-4 0 0 0,0 6 85 0 0,-1-1 0 0 0,1 1 0 0 0,-1 0 0 0 0,1 0-1 0 0,-1 0 1 0 0,1 0 0 0 0,-1 1 0 0 0,1-1 0 0 0,-1 0-1 0 0,1 0 1 0 0,-1 1 0 0 0,0-1 0 0 0,1 1 0 0 0,-1-1-1 0 0,0 1 1 0 0,1 0 0 0 0,-1 0 0 0 0,0-1-1 0 0,0 1 1 0 0,2 1 0 0 0,22 20 580 0 0,13 23-1337 0 0,-16-13-3378 0 0,29 55 0 0 0,-41-65 3906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00.0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70 10594 0 0,'1'-2'347'0'0,"0"1"-1"0"0,0-1 1 0 0,1 0-1 0 0,-1 1 0 0 0,0-1 1 0 0,1 1-1 0 0,-1-1 1 0 0,1 1-1 0 0,-1 0 1 0 0,1-1-1 0 0,0 1 0 0 0,-1 0 1 0 0,3-1-1 0 0,-3 2-169 0 0,0 0 1 0 0,0 0-1 0 0,0 0 0 0 0,0 1 0 0 0,0-1 0 0 0,0 0 0 0 0,0 0 0 0 0,-1 1 1 0 0,1-1-1 0 0,0 0 0 0 0,0 1 0 0 0,0-1 0 0 0,0 1 0 0 0,-1-1 0 0 0,1 1 0 0 0,0-1 1 0 0,0 1-1 0 0,-1 0 0 0 0,1-1 0 0 0,-1 1 0 0 0,1 0 0 0 0,0-1 0 0 0,-1 1 0 0 0,1 0 1 0 0,-1 0-1 0 0,0 0 0 0 0,1 0 0 0 0,-1-1 0 0 0,0 1 0 0 0,1 0 0 0 0,-1 1 1 0 0,6 15 156 0 0,0 0 1 0 0,-1 0-1 0 0,-2 0 1 0 0,1 1-1 0 0,-2-1 1 0 0,0 1 0 0 0,-1 23-1 0 0,9-51-1206 0 0,0-1 0 0 0,0 0-1 0 0,10-15 1 0 0,-5 8 119 0 0,3-5 212 0 0,47-51-275 0 0,-58 67 897 0 0,0 0 1 0 0,0 1-1 0 0,1 0 0 0 0,0 0 0 0 0,0 1 0 0 0,0 0 0 0 0,16-6 0 0 0,-23 10 26 0 0,1 1 1 0 0,0-1-1 0 0,0 1 1 0 0,0 0-1 0 0,0 0 1 0 0,-1 0-1 0 0,1 0 1 0 0,0 0-1 0 0,0 0 1 0 0,0 1-1 0 0,0-1 0 0 0,-1 1 1 0 0,1-1-1 0 0,0 1 1 0 0,0 0-1 0 0,-1-1 1 0 0,1 1-1 0 0,0 0 1 0 0,-1 0-1 0 0,1 0 1 0 0,-1 0-1 0 0,1 0 1 0 0,-1 1-1 0 0,0-1 1 0 0,0 0-1 0 0,1 1 1 0 0,-1-1-1 0 0,0 1 1 0 0,0-1-1 0 0,0 1 1 0 0,0 0-1 0 0,0 1 1 0 0,5 9-168 0 0,0 0 0 0 0,-1 0 0 0 0,5 19 0 0 0,-5-17-256 0 0,1 3-635 0 0,-2 1-260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01.1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282 57 6913 0 0,'0'0'529'0'0,"-34"-34"12471"0"0,25 25-10256 0 0,1 1-3605 0 0,7 7 883 0 0,0 0 0 0 0,0 1 0 0 0,1-1 0 0 0,-1 1 0 0 0,0-1 0 0 0,0 1 0 0 0,0 0-1 0 0,0-1 1 0 0,0 1 0 0 0,0 0 0 0 0,0-1 0 0 0,0 1 0 0 0,0 0 0 0 0,0 0 0 0 0,0 0 0 0 0,0 0 0 0 0,0 0 0 0 0,0 0 0 0 0,0 0 0 0 0,0 0 0 0 0,1 1 0 0 0,-1-1 0 0 0,0 0 0 0 0,0 1 0 0 0,0-1 0 0 0,0 0 0 0 0,0 1 0 0 0,0-1 0 0 0,0 1 0 0 0,1-1 0 0 0,-1 1 0 0 0,0 0 0 0 0,0-1 0 0 0,1 1 0 0 0,-1 0-1 0 0,0 0 1 0 0,1-1 0 0 0,-1 1 0 0 0,0 1 0 0 0,-24 35-43 0 0,23-33 52 0 0,-2 1-35 0 0,-15 29 12 0 0,-24 54 1 0 0,40-79-21 0 0,-1 0 0 0 0,1 0 0 0 0,1 0 0 0 0,0 0 1 0 0,0 0-1 0 0,0 1 0 0 0,1-1 0 0 0,1 0 0 0 0,0 1 0 0 0,0-1 0 0 0,1 1 0 0 0,1 10 1 0 0,-2-19 9 0 0,0 0 0 0 0,0-1 0 0 0,1 1 0 0 0,-1-1 0 0 0,0 1 0 0 0,0-1 1 0 0,0 1-1 0 0,0-1 0 0 0,0 1 0 0 0,0-1 0 0 0,1 1 0 0 0,-1-1 1 0 0,0 1-1 0 0,1-1 0 0 0,-1 1 0 0 0,0-1 0 0 0,1 1 0 0 0,-1-1 0 0 0,0 1 1 0 0,1-1-1 0 0,-1 0 0 0 0,1 1 0 0 0,-1-1 0 0 0,0 0 0 0 0,1 1 1 0 0,-1-1-1 0 0,1 0 0 0 0,-1 0 0 0 0,1 1 0 0 0,0-1 0 0 0,-1 0 0 0 0,1 0 1 0 0,-1 0-1 0 0,2 0 0 0 0,-1 0-7 0 0,0-1 0 0 0,1 0-1 0 0,-1 0 1 0 0,0 1 0 0 0,0-1 0 0 0,0 0 0 0 0,0 0 0 0 0,0 0-1 0 0,0-1 1 0 0,0 1 0 0 0,0 0 0 0 0,0 0 0 0 0,1-2 0 0 0,24-51-216 0 0,-23 48 216 0 0,1-5 23 0 0,22-42 177 0 0,-24 51-183 0 0,-1 0 0 0 0,0 0 0 0 0,0 0 1 0 0,1 0-1 0 0,-1 0 0 0 0,1 0 0 0 0,-1 1 0 0 0,1-1 0 0 0,0 0 0 0 0,-1 1 1 0 0,1 0-1 0 0,0-1 0 0 0,0 1 0 0 0,0 0 0 0 0,0 0 0 0 0,1 0 0 0 0,-1 0 1 0 0,0 0-1 0 0,0 1 0 0 0,3-1 0 0 0,-3 1 3 0 0,0 0-1 0 0,0 1 1 0 0,0 0 0 0 0,-1-1-1 0 0,1 1 1 0 0,0 0 0 0 0,-1 0 0 0 0,1 0-1 0 0,0 0 1 0 0,-1 0 0 0 0,0 0-1 0 0,1 1 1 0 0,-1-1 0 0 0,0 0 0 0 0,1 1-1 0 0,-1-1 1 0 0,0 1 0 0 0,0-1-1 0 0,0 1 1 0 0,0 0 0 0 0,0 0 0 0 0,0 2-1 0 0,15 41 85 0 0,-10-15-86 0 0,-2 1-1 0 0,-1-1 1 0 0,-1 1 0 0 0,-1 0-1 0 0,-2 0 1 0 0,-1 0-1 0 0,-1-1 1 0 0,-12 47-1 0 0,10-56 36 0 0,-2 0-1 0 0,0 0 1 0 0,0-1-1 0 0,-2 0 1 0 0,-1-1 0 0 0,0 1-1 0 0,-2-2 1 0 0,0 0-1 0 0,-1 0 1 0 0,0-1-1 0 0,-2-1 1 0 0,-31 28-1 0 0,41-39-224 0 0,0-1 0 0 0,-1 0 1 0 0,0 0-1 0 0,0 0 0 0 0,0-1 0 0 0,0 1 0 0 0,-1-2 0 0 0,1 1 0 0 0,-1-1 1 0 0,0 0-1 0 0,1 0 0 0 0,-14 1 0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01.4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35 16 6449 0 0,'3'-15'7333'0'0,"10"25"-1976"0"0,7 31-2470 0 0,8 39-2120 0 0,-3 0 0 0 0,-4 2 0 0 0,16 135-1 0 0,-34-179-603 0 0,-2-1 0 0 0,-1 1-1 0 0,-2-1 1 0 0,-2 1-1 0 0,-13 56 1 0 0,5-46-444 0 0,-3 0-1 0 0,-1-1 1 0 0,-40 77 0 0 0,28-75-951 0 0,-8-5-331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02.0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40 11522 0 0,'10'-1'885'0'0,"-1"-1"-1"0"0,1 1 0 0 0,-1-2 0 0 0,1 1 0 0 0,16-8 1 0 0,27-7-1100 0 0,-15 13-2010 0 0,-36 4 2004 0 0,-1 0 0 0 0,1 1 1 0 0,0-1-1 0 0,-1 0 0 0 0,1 1 0 0 0,-1-1 1 0 0,1 1-1 0 0,-1-1 0 0 0,1 1 1 0 0,-1 0-1 0 0,1-1 0 0 0,-1 1 0 0 0,0 0 1 0 0,1 0-1 0 0,-1 0 0 0 0,0 0 1 0 0,0 0-1 0 0,0 1 0 0 0,0-1 0 0 0,2 2 1 0 0,2 8-1339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02.2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23 7370 0 0,'1'4'4688'0'0,"-1"-4"-4619"0"0,14-1 2143 0 0,26-8-1973 0 0,-22 5-454 0 0,22-3-3136 0 0,-26 2 1653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02.7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71 12443 0 0,'0'-1'74'0'0,"-1"0"0"0"0,1 0 1 0 0,0 0-1 0 0,0 0 1 0 0,0 0-1 0 0,0 0 1 0 0,0 0-1 0 0,0 0 0 0 0,0 0 1 0 0,0 0-1 0 0,1 0 1 0 0,-1 0-1 0 0,0 0 0 0 0,0 0 1 0 0,1 0-1 0 0,-1 0 1 0 0,1 0-1 0 0,-1 0 1 0 0,1 0-1 0 0,0 0 0 0 0,-1 1 1 0 0,1-1-1 0 0,0 0 1 0 0,-1 0-1 0 0,1 1 0 0 0,0-1 1 0 0,0 0-1 0 0,-1 1 1 0 0,1-1-1 0 0,0 1 1 0 0,0-1-1 0 0,0 1 0 0 0,0-1 1 0 0,2 0-1 0 0,41-21 1704 0 0,-36 19-1101 0 0,-2 0-424 0 0,-1 1-1 0 0,1 0 1 0 0,-1 0-1 0 0,1 0 0 0 0,0 1 1 0 0,0 0-1 0 0,0 0 1 0 0,0 0-1 0 0,0 1 1 0 0,0 0-1 0 0,0 0 0 0 0,0 1 1 0 0,-1-1-1 0 0,1 1 1 0 0,0 1-1 0 0,0-1 0 0 0,0 1 1 0 0,7 3-1 0 0,-9-3-214 0 0,1 1-1 0 0,-1 0 0 0 0,0 0 1 0 0,0 0-1 0 0,0 0 0 0 0,-1 1 1 0 0,1-1-1 0 0,-1 1 0 0 0,0 0 1 0 0,0 0-1 0 0,0 0 0 0 0,-1 1 1 0 0,1-1-1 0 0,-1 1 0 0 0,0-1 1 0 0,0 1-1 0 0,-1 0 0 0 0,1 0 1 0 0,-1-1-1 0 0,0 1 0 0 0,0 0 1 0 0,0 7-1 0 0,-1 5 47 0 0,-1 0 0 0 0,0 0 0 0 0,-1 0 0 0 0,-5 19 0 0 0,-3 25-329 0 0,10-59 251 0 0,0 1 0 0 0,0 0 1 0 0,0 0-1 0 0,0 0 0 0 0,0-1 1 0 0,0 1-1 0 0,1 0 0 0 0,-1 0 1 0 0,1-1-1 0 0,0 1 0 0 0,0 0 1 0 0,0-1-1 0 0,0 1 0 0 0,1-1 1 0 0,-1 1-1 0 0,0-1 0 0 0,1 0 1 0 0,0 1-1 0 0,0-1 0 0 0,-1 0 1 0 0,1 0-1 0 0,0 0 0 0 0,5 2 1 0 0,2 2 3 0 0,1-1 1 0 0,0 0-1 0 0,0 0 1 0 0,21 5 0 0 0,-22-8-16 0 0,0 1 1 0 0,-1 0 0 0 0,1 1 0 0 0,-1 0-1 0 0,0 0 1 0 0,0 0 0 0 0,8 7-1 0 0,-14-9 2 0 0,0 0-1 0 0,-1 0 0 0 0,1 1 0 0 0,0-1 0 0 0,-1 0 0 0 0,1 1 0 0 0,-1 0 1 0 0,0-1-1 0 0,0 1 0 0 0,0 0 0 0 0,0-1 0 0 0,0 1 0 0 0,0 0 0 0 0,-1 0 0 0 0,0 0 1 0 0,1 0-1 0 0,-1 0 0 0 0,0-1 0 0 0,0 1 0 0 0,-1 0 0 0 0,1 0 0 0 0,-1 0 1 0 0,1 0-1 0 0,-1 0 0 0 0,0-1 0 0 0,0 1 0 0 0,-1 3 0 0 0,-5 8-65 0 0,0-1 0 0 0,0 1 0 0 0,-1-1 0 0 0,-1-1 0 0 0,0 1 0 0 0,0-1 0 0 0,-2-1 0 0 0,-18 18 0 0 0,-5 5-6059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03.12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1 11058 0 0,'-1'0'196'0'0,"1"0"0"0"0,-1 0 1 0 0,1 0-1 0 0,-1 0 0 0 0,0 0 0 0 0,1 1 0 0 0,-1-1 0 0 0,1 0 0 0 0,-1 0 0 0 0,0 1 0 0 0,1-1 0 0 0,-1 0 0 0 0,1 1 0 0 0,-1-1 0 0 0,1 1 0 0 0,-1-1 0 0 0,1 0 0 0 0,0 1 0 0 0,-1-1 1 0 0,1 1-1 0 0,-1-1 0 0 0,1 1 0 0 0,0 0 0 0 0,0-1 0 0 0,-1 1 0 0 0,1-1 0 0 0,0 2 0 0 0,-4 24 2716 0 0,11 26-565 0 0,-3-37-2195 0 0,1 0-1 0 0,1 0 0 0 0,0-1 1 0 0,1 0-1 0 0,0 0 0 0 0,1-1 0 0 0,0 0 1 0 0,1 0-1 0 0,12 12 0 0 0,-17-21-141 0 0,0 0-1 0 0,0 0 0 0 0,1 0 0 0 0,-1 0 1 0 0,1-1-1 0 0,0 0 0 0 0,0 0 0 0 0,0 0 1 0 0,0 0-1 0 0,1-1 0 0 0,-1 0 0 0 0,1 0 1 0 0,-1-1-1 0 0,1 1 0 0 0,0-1 1 0 0,-1 0-1 0 0,1-1 0 0 0,0 1 0 0 0,0-1 1 0 0,0 0-1 0 0,-1-1 0 0 0,1 0 0 0 0,0 1 1 0 0,0-2-1 0 0,-1 1 0 0 0,1-1 0 0 0,6-2 1 0 0,3-3-876 0 0,0-1 1 0 0,0 0-1 0 0,0-1 1 0 0,24-19-1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03.30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54 1 10138 0 0,'-3'22'2933'0'0,"-3"12"-491"0"0,-15 95 3316 0 0,5 1-3849 0 0,11-77-2165 0 0,3 1 0 0 0,8 99-1 0 0,-3-127-629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03.5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115 0 12443 0 0,'-4'3'469'0'0,"0"-1"1"0"0,1 1-1 0 0,0 0 1 0 0,-1 0-1 0 0,1 1 0 0 0,0-1 1 0 0,1 1-1 0 0,-1-1 1 0 0,1 1-1 0 0,-1 0 1 0 0,1 0-1 0 0,-2 6 1 0 0,-20 54 1932 0 0,10-15-1690 0 0,2 1 0 0 0,-7 61-1 0 0,16-82-1084 0 0,1 0-1 0 0,2-1 1 0 0,0 1 0 0 0,2 0-1 0 0,9 42 1 0 0,-8-59-1266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03.9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7 151 9674 0 0,'-3'-24'514'0'0,"2"17"73"0"0,0-1 1 0 0,0 0 0 0 0,1 0-1 0 0,-1 0 1 0 0,2 0-1 0 0,-1 0 1 0 0,3-9 0 0 0,-3 17-494 0 0,0-1 1 0 0,0 1-1 0 0,0 0 1 0 0,0-1-1 0 0,1 1 1 0 0,-1 0-1 0 0,0-1 1 0 0,0 1-1 0 0,0 0 1 0 0,0 0-1 0 0,0-1 1 0 0,1 1-1 0 0,-1 0 1 0 0,0 0-1 0 0,0-1 1 0 0,1 1-1 0 0,-1 0 1 0 0,0 0-1 0 0,0 0 1 0 0,1-1-1 0 0,-1 1 1 0 0,0 0-1 0 0,0 0 1 0 0,1 0-1 0 0,-1 0 1 0 0,0 0-1 0 0,1 0 1 0 0,-1 0-1 0 0,0-1 1 0 0,1 1 0 0 0,-1 0-1 0 0,0 0 1 0 0,1 0-1 0 0,-1 0 1 0 0,1 1-1 0 0,11 7 1439 0 0,10 18-366 0 0,-21-25-1025 0 0,23 34 95 0 0,-3-5 270 0 0,32 36-1 0 0,-47-59-446 0 0,1 0 1 0 0,0 0 0 0 0,1 0-1 0 0,0-1 1 0 0,0 0-1 0 0,0-1 1 0 0,0 0 0 0 0,1 0-1 0 0,17 6 1 0 0,-23-10-83 0 0,1-1 0 0 0,-1 1-1 0 0,1-1 1 0 0,-1 1 0 0 0,1-1 0 0 0,-1 0 0 0 0,1 0 0 0 0,0-1-1 0 0,-1 1 1 0 0,1-1 0 0 0,-1 1 0 0 0,1-1 0 0 0,-1 0 0 0 0,0-1-1 0 0,1 1 1 0 0,-1-1 0 0 0,0 1 0 0 0,0-1 0 0 0,0 0 0 0 0,0 0-1 0 0,0 0 1 0 0,0 0 0 0 0,-1-1 0 0 0,1 1 0 0 0,-1-1 0 0 0,1 0-1 0 0,-1 0 1 0 0,0 0 0 0 0,2-3 0 0 0,6-10-138 0 0,-1-1 0 0 0,0 0-1 0 0,-1-1 1 0 0,6-19 0 0 0,-10 25 139 0 0,5-12-90 0 0,11-31 417 0 0,-18 51-204 0 0,-1 0 0 0 0,1 0 0 0 0,1 1 0 0 0,-1-1 0 0 0,0 1 0 0 0,1 0 0 0 0,0-1 0 0 0,-1 1 0 0 0,1 1 0 0 0,6-5 1 0 0,-9 6-80 0 0,1 1 0 0 0,-1 0 1 0 0,1-1-1 0 0,-1 1 0 0 0,1 0 1 0 0,-1 0-1 0 0,1-1 1 0 0,-1 1-1 0 0,1 0 0 0 0,-1 0 1 0 0,1 0-1 0 0,-1 0 1 0 0,1 0-1 0 0,0 0 0 0 0,-1 0 1 0 0,1 0-1 0 0,-1 0 0 0 0,1 0 1 0 0,-1 0-1 0 0,1 0 1 0 0,-1 0-1 0 0,1 1 0 0 0,-1-1 1 0 0,1 0-1 0 0,-1 0 0 0 0,1 1 1 0 0,-1-1-1 0 0,1 0 1 0 0,0 1-1 0 0,10 17 412 0 0,-1 26-49 0 0,-9-42-363 0 0,8 72 814 0 0,-5-41-1090 0 0,1 0-1 0 0,1 0 1 0 0,17 49 0 0 0,28 38-3413 0 0,-41-96 2531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04.4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0 426 14283 0 0,'22'-4'6078'0'0,"59"-11"-3514"0"0,-78 15-2544 0 0,-1-1 0 0 0,1 0 0 0 0,0 0-1 0 0,-1 0 1 0 0,0 0 0 0 0,1 0 0 0 0,-1 0 0 0 0,1-1 0 0 0,-1 1 0 0 0,0-1 0 0 0,0 1 0 0 0,0-1-1 0 0,0 0 1 0 0,0 0 0 0 0,0 0 0 0 0,-1 0 0 0 0,1 0 0 0 0,-1-1 0 0 0,1 1 0 0 0,-1 0-1 0 0,0-1 1 0 0,0 1 0 0 0,0-1 0 0 0,0 1 0 0 0,0-1 0 0 0,-1 0 0 0 0,1 1 0 0 0,-1-1 0 0 0,1 0-1 0 0,-1-2 1 0 0,0-11-114 0 0,0 0-1 0 0,-1 0 1 0 0,-1 0-1 0 0,-4-19 1 0 0,-1-13-187 0 0,6 24 251 0 0,5-42 0 0 0,-3 57 63 0 0,0 1 0 0 0,1-1-1 0 0,0 0 1 0 0,0 0-1 0 0,1 1 1 0 0,0 0-1 0 0,9-16 1 0 0,-11 22-13 0 0,0 0-1 0 0,0 1 1 0 0,0-1-1 0 0,1 0 1 0 0,-1 1 0 0 0,0 0-1 0 0,1-1 1 0 0,-1 1-1 0 0,1-1 1 0 0,0 1 0 0 0,-1 0-1 0 0,1 0 1 0 0,0 0-1 0 0,0 0 1 0 0,0 0 0 0 0,0 1-1 0 0,0-1 1 0 0,-1 1-1 0 0,1-1 1 0 0,0 1 0 0 0,1-1-1 0 0,-1 1 1 0 0,0 0-1 0 0,0 0 1 0 0,0 0 0 0 0,0 0-1 0 0,0 0 1 0 0,0 1-1 0 0,0-1 1 0 0,0 1 0 0 0,0-1-1 0 0,0 1 1 0 0,0 0-1 0 0,-1 0 1 0 0,1-1 0 0 0,0 1-1 0 0,0 1 1 0 0,-1-1-1 0 0,3 2 1 0 0,3 1 32 0 0,-1 2 0 0 0,1-1 0 0 0,-1 1 1 0 0,0-1-1 0 0,-1 2 0 0 0,0-1 0 0 0,0 1 0 0 0,5 8 1 0 0,-4-4-51 0 0,-1 0 0 0 0,0 1 0 0 0,-1-1 0 0 0,0 1 0 0 0,-1 0 0 0 0,0 0 1 0 0,2 24-1 0 0,-3-1-6 0 0,-5 50 1 0 0,1-50-1 0 0,4 57 0 0 0,-2-90 30 0 0,0 0 0 0 0,0 0 1 0 0,0 0-1 0 0,0-1 0 0 0,0 1 0 0 0,1 0 0 0 0,-1 0 0 0 0,1 0 1 0 0,-1-1-1 0 0,1 1 0 0 0,0 0 0 0 0,0-1 0 0 0,-1 1 0 0 0,1 0 0 0 0,0-1 1 0 0,1 1-1 0 0,-1-1 0 0 0,0 0 0 0 0,0 1 0 0 0,1-1 0 0 0,-1 0 1 0 0,0 0-1 0 0,1 0 0 0 0,-1 0 0 0 0,1 0 0 0 0,3 2 0 0 0,-2-3 25 0 0,-1 0-1 0 0,1 0 0 0 0,0 0 1 0 0,0 0-1 0 0,0 0 1 0 0,0-1-1 0 0,0 1 0 0 0,0-1 1 0 0,0 0-1 0 0,0 0 1 0 0,-1 0-1 0 0,1 0 0 0 0,0 0 1 0 0,-1-1-1 0 0,5-3 1 0 0,14-9 407 0 0,36-32 1 0 0,-36 28-1915 0 0,30-21-1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5.89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152 458 6913 0 0,'5'-3'585'0'0,"-1"-1"-1"0"0,1 0 1 0 0,-1 0-1 0 0,1 0 1 0 0,-1 0-1 0 0,-1-1 1 0 0,1 0-1 0 0,-1 0 1 0 0,1 0-1 0 0,-1 0 1 0 0,-1 0-1 0 0,1-1 1 0 0,-1 1-1 0 0,0-1 1 0 0,0 0-1 0 0,0 1 1 0 0,-1-1-1 0 0,1-8 1 0 0,-2 14-492 0 0,0-1 1 0 0,0 0-1 0 0,0 1 1 0 0,0-1 0 0 0,-1 0-1 0 0,1 1 1 0 0,0-1 0 0 0,0 0-1 0 0,-1 1 1 0 0,1-1 0 0 0,0 0-1 0 0,0 1 1 0 0,-1-1-1 0 0,1 1 1 0 0,-1-1 0 0 0,1 1-1 0 0,-1-1 1 0 0,1 1 0 0 0,-1-1-1 0 0,1 1 1 0 0,-1-1 0 0 0,1 1-1 0 0,-1 0 1 0 0,1-1-1 0 0,-1 1 1 0 0,0 0 0 0 0,1-1-1 0 0,-2 1 1 0 0,-21 2 1212 0 0,17 0-1129 0 0,0 1-1 0 0,-1-1 0 0 0,1 1 1 0 0,-11 8-1 0 0,4 0-128 0 0,1 0 0 0 0,0 0 0 0 0,1 2 0 0 0,0-1 0 0 0,1 1 0 0 0,1 1 0 0 0,-12 20 0 0 0,15-24-25 0 0,1 0 0 0 0,1 0 0 0 0,-1 1-1 0 0,2 0 1 0 0,0 0 0 0 0,0 0 0 0 0,0 0 0 0 0,2 0 0 0 0,-1 0 0 0 0,2 0 0 0 0,0 20 0 0 0,0-28-67 0 0,0 0 0 0 0,1 0-1 0 0,-1 0 1 0 0,1 0 0 0 0,-1-1 0 0 0,1 1-1 0 0,0 0 1 0 0,0-1 0 0 0,0 1 0 0 0,1 0-1 0 0,-1-1 1 0 0,1 1 0 0 0,-1-1 0 0 0,1 0-1 0 0,0 0 1 0 0,0 1 0 0 0,0-1 0 0 0,0 0-1 0 0,0-1 1 0 0,0 1 0 0 0,1 0 0 0 0,-1-1-1 0 0,1 1 1 0 0,-1-1 0 0 0,1 0 0 0 0,0 0-1 0 0,-1 0 1 0 0,1 0 0 0 0,0 0 0 0 0,5 1-1 0 0,-2-2-68 0 0,-1 0 0 0 0,1 0 0 0 0,0-1 0 0 0,0 1 0 0 0,-1-1 0 0 0,1 0 0 0 0,-1-1 0 0 0,1 1 0 0 0,-1-1 0 0 0,1 0 0 0 0,-1-1 0 0 0,0 1 0 0 0,0-1 0 0 0,8-6 0 0 0,6-7-664 0 0,-2 0-1 0 0,0-1 1 0 0,-1-1 0 0 0,-1 0 0 0 0,-1-2 0 0 0,0 1 0 0 0,-1-2 0 0 0,-2 1-1 0 0,0-2 1 0 0,-1 0 0 0 0,-1 0 0 0 0,-1 0 0 0 0,-1-1 0 0 0,7-45 0 0 0,-11 41 703 0 0,-2 1 1 0 0,-1-1 0 0 0,0 0 0 0 0,-6-26 0 0 0,4 39 592 0 0,0 0 1 0 0,-2 0-1 0 0,1 1 0 0 0,-2 0 1 0 0,1-1-1 0 0,-2 1 0 0 0,0 1 1 0 0,0-1-1 0 0,-12-15 0 0 0,17 27-328 0 0,1 0 0 0 0,-1-1 0 0 0,0 1 0 0 0,0 0 0 0 0,0 0 0 0 0,0 0 0 0 0,0 0 0 0 0,-1 0 0 0 0,1 0 0 0 0,0 0 0 0 0,0 0 0 0 0,-1 0 0 0 0,1 0 0 0 0,0 1-1 0 0,-1-1 1 0 0,1 0 0 0 0,-1 1 0 0 0,1-1 0 0 0,-1 1 0 0 0,1 0 0 0 0,-1 0 0 0 0,1-1 0 0 0,-1 1 0 0 0,1 0 0 0 0,-1 0 0 0 0,0 0 0 0 0,-2 1 0 0 0,3 0-62 0 0,-1 0 0 0 0,1 0 0 0 0,0 0 0 0 0,-1 0 0 0 0,1 1 0 0 0,0-1 0 0 0,0 0 0 0 0,-1 1 0 0 0,1-1-1 0 0,0 1 1 0 0,0-1 0 0 0,1 1 0 0 0,-1 0 0 0 0,0-1 0 0 0,1 1 0 0 0,-1 0 0 0 0,0-1 0 0 0,1 1 0 0 0,0 0 0 0 0,0 0 0 0 0,-1-1 0 0 0,1 1 0 0 0,0 4 0 0 0,0 6 14 0 0,1 1-1 0 0,0-1 1 0 0,1 1 0 0 0,0-1-1 0 0,0 1 1 0 0,2-1 0 0 0,6 18 0 0 0,45 83 423 0 0,-11-24-580 0 0,15 57-2771 0 0,-47-118-4807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6.4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185 3 6913 0 0,'-4'0'467'0'0,"0"-1"-1"0"0,1 1 0 0 0,-1 0 0 0 0,0 0 0 0 0,1 0 0 0 0,-1 0 1 0 0,0 1-1 0 0,1 0 0 0 0,-1-1 0 0 0,1 1 0 0 0,-1 0 0 0 0,1 1 1 0 0,-1-1-1 0 0,1 1 0 0 0,-4 2 0 0 0,-1 0 234 0 0,1 0 0 0 0,-1 1 1 0 0,1 0-1 0 0,0 1 0 0 0,-7 7 0 0 0,6-3-404 0 0,0 0-1 0 0,1 0 0 0 0,0 1 1 0 0,1 0-1 0 0,1 0 0 0 0,-1 0 1 0 0,2 1-1 0 0,-1 0 0 0 0,-4 23 1 0 0,7-24-239 0 0,0-1 0 0 0,0 1 0 0 0,1 0 0 0 0,1 0 0 0 0,-1-1 0 0 0,2 1 0 0 0,0 0 0 0 0,0 0 0 0 0,1-1 0 0 0,0 1 0 0 0,7 18 0 0 0,-7-24-36 0 0,0 0 0 0 0,1 0 0 0 0,0 0 0 0 0,0-1 0 0 0,1 1 0 0 0,-1-1 0 0 0,1 0 0 0 0,0 0 0 0 0,0 0 0 0 0,0 0 0 0 0,0-1-1 0 0,1 1 1 0 0,0-1 0 0 0,0-1 0 0 0,-1 1 0 0 0,11 3 0 0 0,-8-3-12 0 0,1-1-1 0 0,-1 0 1 0 0,1-1-1 0 0,0 0 1 0 0,0 0-1 0 0,0-1 1 0 0,-1 0 0 0 0,1 0-1 0 0,0-1 1 0 0,0 0-1 0 0,9-2 1 0 0,-8 1-4 0 0,0-1 0 0 0,0 0 1 0 0,0 0-1 0 0,-1-1 0 0 0,1 0 0 0 0,-1-1 0 0 0,0 0 1 0 0,-1 0-1 0 0,12-9 0 0 0,-14 10 8 0 0,-1-1 1 0 0,1 0 0 0 0,-1 0-1 0 0,0 0 1 0 0,-1 0-1 0 0,1 0 1 0 0,-1-1-1 0 0,0 1 1 0 0,0-1-1 0 0,0 0 1 0 0,-1 0-1 0 0,0 0 1 0 0,0-1-1 0 0,0-6 1 0 0,0-1-11 0 0,-2-1 1 0 0,1 0-1 0 0,-2 0 0 0 0,0 0 1 0 0,-1 0-1 0 0,0 1 0 0 0,-2-1 0 0 0,1 1 1 0 0,-2-1-1 0 0,-11-25 0 0 0,11 31-1076 0 0,0-1 0 0 0,0 1-1 0 0,-1 1 1 0 0,-1-1-1 0 0,-10-12 1 0 0,-3 4-6030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6.7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0 17052 0 0,'-1'1'126'0'0,"0"-1"1"0"0,1 1-1 0 0,-1-1 1 0 0,0 0-1 0 0,1 1 1 0 0,-1-1-1 0 0,0 1 1 0 0,1-1-1 0 0,-1 1 1 0 0,1 0-1 0 0,-1-1 1 0 0,1 1-1 0 0,-1 0 1 0 0,1-1-1 0 0,-1 1 1 0 0,1 0-1 0 0,0 0 1 0 0,-1-1 0 0 0,1 1-1 0 0,0 0 1 0 0,0 0-1 0 0,0-1 1 0 0,-1 1-1 0 0,1 0 1 0 0,0 0-1 0 0,0 0 1 0 0,0-1-1 0 0,0 1 1 0 0,0 0-1 0 0,1 0 1 0 0,-1 0-1 0 0,0 0 1 0 0,0-1-1 0 0,0 1 1 0 0,1 0-1 0 0,-1 0 1 0 0,0-1-1 0 0,1 1 1 0 0,0 0-1 0 0,1 7-68 0 0,17 54 979 0 0,14 89 0 0 0,-28-116-1023 0 0,-2-1 1 0 0,-1 1 0 0 0,-1-1-1 0 0,-6 47 1 0 0,5-74-237 0 0,-1 1 0 0 0,-1-1-1 0 0,1 0 1 0 0,-1 0 0 0 0,0 0 0 0 0,-1 0-1 0 0,0-1 1 0 0,0 1 0 0 0,0-1-1 0 0,-1 1 1 0 0,-6 8 0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7.0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1 237 920 0 0,'2'-14'715'0'0,"1"1"-1"0"0,1 0 0 0 0,0 0 1 0 0,1 0-1 0 0,1 1 0 0 0,-1-1 1 0 0,2 1-1 0 0,0 0 1 0 0,0 1-1 0 0,1 0 0 0 0,1 0 1 0 0,0 1-1 0 0,0 0 0 0 0,1 0 1 0 0,0 1-1 0 0,1 0 1 0 0,16-10-1 0 0,-19 15-315 0 0,1 1 1 0 0,-1 0-1 0 0,1 0 0 0 0,-1 1 1 0 0,1 0-1 0 0,0 0 0 0 0,0 1 1 0 0,0 0-1 0 0,0 1 0 0 0,0 0 0 0 0,0 0 1 0 0,0 1-1 0 0,10 2 0 0 0,-13-2-237 0 0,0 0 0 0 0,0 0 0 0 0,0 1 0 0 0,0 0-1 0 0,0 0 1 0 0,0 1 0 0 0,0-1 0 0 0,-1 1-1 0 0,1 0 1 0 0,-1 1 0 0 0,0-1 0 0 0,0 1-1 0 0,0 0 1 0 0,-1 1 0 0 0,1-1 0 0 0,-1 1 0 0 0,0 0-1 0 0,0-1 1 0 0,4 10 0 0 0,-7-11-136 0 0,0 1 1 0 0,0 0-1 0 0,0 0 0 0 0,-1 0 1 0 0,1 0-1 0 0,-1 0 1 0 0,0 0-1 0 0,0 0 0 0 0,-1 0 1 0 0,1 0-1 0 0,-1 0 0 0 0,0-1 1 0 0,0 1-1 0 0,0 0 1 0 0,-1 0-1 0 0,1-1 0 0 0,-1 1 1 0 0,0-1-1 0 0,0 1 1 0 0,0-1-1 0 0,-3 4 0 0 0,-2 3-568 0 0,-1 0-1 0 0,1-1 0 0 0,-2 0 1 0 0,0 0-1 0 0,-14 12 1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7.27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1 317 6913 0 0,'12'-2'415'0'0,"-1"0"-1"0"0,1-1 0 0 0,-1 0 1 0 0,1-1-1 0 0,-1-1 0 0 0,0 0 0 0 0,0 0 1 0 0,-1-1-1 0 0,13-9 0 0 0,9-8 1607 0 0,42-40 0 0 0,-55 46-1416 0 0,25-31 0 0 0,-39 42-527 0 0,0 0 1 0 0,-1 0-1 0 0,0-1 0 0 0,0 0 1 0 0,0 0-1 0 0,-1 0 1 0 0,0 0-1 0 0,0 0 0 0 0,2-13 1 0 0,-5 19-70 0 0,1-1 0 0 0,-1 1 1 0 0,0-1-1 0 0,0 1 0 0 0,0-1 0 0 0,0 1 1 0 0,0-1-1 0 0,0 1 0 0 0,0-1 1 0 0,-1 1-1 0 0,1-1 0 0 0,0 1 0 0 0,-1-1 1 0 0,1 1-1 0 0,-1-1 0 0 0,0 1 0 0 0,-1-2 1 0 0,2 2 9 0 0,-1 0 1 0 0,0 1-1 0 0,0-1 1 0 0,0 0-1 0 0,0 1 0 0 0,1-1 1 0 0,-1 1-1 0 0,0-1 1 0 0,0 1-1 0 0,0 0 1 0 0,0-1-1 0 0,0 1 0 0 0,0 0 1 0 0,0 0-1 0 0,0-1 1 0 0,0 1-1 0 0,0 0 1 0 0,-1 0-1 0 0,0 0 0 0 0,-2 1 40 0 0,1 0 0 0 0,-1-1 0 0 0,1 1 0 0 0,-1 0 0 0 0,1 1 0 0 0,-1-1 0 0 0,1 1 0 0 0,0-1 0 0 0,0 1 0 0 0,0 0-1 0 0,0 0 1 0 0,-5 5 0 0 0,4-3 45 0 0,0 0-1 0 0,0 0 0 0 0,1 1 1 0 0,0 0-1 0 0,0-1 1 0 0,0 1-1 0 0,0 0 0 0 0,1 0 1 0 0,0 1-1 0 0,0-1 1 0 0,0 0-1 0 0,1 1 0 0 0,-1-1 1 0 0,1 1-1 0 0,1 0 0 0 0,-1-1 1 0 0,1 1-1 0 0,0 0 1 0 0,0-1-1 0 0,1 1 0 0 0,-1 0 1 0 0,1-1-1 0 0,1 1 1 0 0,-1-1-1 0 0,1 1 0 0 0,3 7 1 0 0,1-1-445 0 0,0-1 0 0 0,0 0 1 0 0,1 0-1 0 0,1 0 0 0 0,-1-1 1 0 0,2 0-1 0 0,-1-1 0 0 0,2 1 0 0 0,-1-2 1 0 0,18 13-1 0 0,-4-4-6050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7.9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197 232 920 0 0,'1'-3'399'0'0,"0"0"0"0"0,0 0-1 0 0,-1 0 1 0 0,1 0 0 0 0,-1 0 0 0 0,1 0-1 0 0,-1 0 1 0 0,0 0 0 0 0,0 0-1 0 0,-1-5 1 0 0,-2-34 15357 0 0,2 42-15554 0 0,-17-3 1309 0 0,13 2-1555 0 0,1 2-1 0 0,-1-1 1 0 0,1 0-1 0 0,-1 1 1 0 0,1 0-1 0 0,-7 2 0 0 0,2 2 22 0 0,1 1 0 0 0,0 0 0 0 0,0 0 0 0 0,1 0 0 0 0,0 1 0 0 0,0 1 0 0 0,0-1 0 0 0,1 1 0 0 0,0 0 0 0 0,-6 11 0 0 0,2-1-1 0 0,0 0-1 0 0,1 1 0 0 0,-11 37 0 0 0,18-50-16 0 0,1 0-1 0 0,-1 1 0 0 0,1-1 0 0 0,1 1 0 0 0,-1-1 0 0 0,1 1 0 0 0,1 9 1 0 0,-1-14-27 0 0,1 0 0 0 0,-1-1 0 0 0,0 1 1 0 0,1 0-1 0 0,-1-1 0 0 0,1 1 0 0 0,-1 0 1 0 0,1-1-1 0 0,0 1 0 0 0,-1-1 0 0 0,1 1 1 0 0,0-1-1 0 0,0 1 0 0 0,0-1 1 0 0,0 0-1 0 0,0 0 0 0 0,1 1 0 0 0,-1-1 1 0 0,0 0-1 0 0,1 0 0 0 0,-1 0 0 0 0,0 0 1 0 0,1 0-1 0 0,-1-1 0 0 0,1 1 0 0 0,0 0 1 0 0,-1-1-1 0 0,1 1 0 0 0,-1-1 0 0 0,1 1 1 0 0,0-1-1 0 0,0 0 0 0 0,2 0 0 0 0,0 0-92 0 0,-1-1-1 0 0,0 0 1 0 0,0 0-1 0 0,0 0 1 0 0,0-1-1 0 0,0 1 1 0 0,0-1-1 0 0,0 0 1 0 0,0 1-1 0 0,0-1 1 0 0,-1-1-1 0 0,1 1 0 0 0,-1 0 1 0 0,0 0-1 0 0,1-1 1 0 0,-1 0-1 0 0,0 1 1 0 0,0-1-1 0 0,2-5 1 0 0,5-7-508 0 0,-1 0 0 0 0,8-21 0 0 0,-9 17 277 0 0,-2 1 0 0 0,0-1-1 0 0,-1 0 1 0 0,-1-1 0 0 0,1-29 0 0 0,-3 10 1124 0 0,-7-69 1 0 0,6 107-631 0 0,-5-27 1017 0 0,5 27-914 0 0,0 0 0 0 0,0 0 1 0 0,0 0-1 0 0,0-1 0 0 0,-1 1 0 0 0,1 0 0 0 0,0 0 0 0 0,-1 0 0 0 0,1 0 0 0 0,-1 0 0 0 0,1 0 0 0 0,-1 0 0 0 0,1 0 0 0 0,-1 0 1 0 0,0 0-1 0 0,0 0 0 0 0,1 0 0 0 0,-1 0 0 0 0,-1 0 0 0 0,2 4 181 0 0,1 0-1 0 0,0 0 1 0 0,-1 0-1 0 0,1 0 1 0 0,0 0-1 0 0,1 0 1 0 0,-1 0 0 0 0,2 3-1 0 0,-2-5-282 0 0,18 39 352 0 0,10 21 233 0 0,37 108 0 0 0,-15 2-525 0 0,-41-142-464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40.9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334 372 4865 0 0,'-313'-36'7626'0'0,"293"38"-5041"0"0,33 6-1853 0 0,32 6-874 0 0,0-10 245 0 0,0-2 0 0 0,1-1 0 0 0,-1-3 0 0 0,53-8 0 0 0,-1 1-73 0 0,894-30 628 0 0,-422 22-438 0 0,-567 17-220 0 0,2449-111 275 0 0,-1769 83 124 0 0,-435 20 18 0 0,656-12 1191 0 0,-720 14-1290 0 0,252-12 99 0 0,184-18-296 0 0,-400 22-85 0 0,190-15 56 0 0,-346 23-393 0 0,11-2-2246 0 0,112 3 0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42.2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1597 16 8754 0 0,'0'-1'92'0'0,"0"1"0"0"0,0-1 0 0 0,0 0 0 0 0,0 1 0 0 0,0-1 0 0 0,1 0 0 0 0,-1 1 0 0 0,0-1 0 0 0,0 0 0 0 0,1 1 0 0 0,-1-1 0 0 0,0 1 0 0 0,1-1 0 0 0,-1 1 0 0 0,0-1 0 0 0,1 1 0 0 0,-1-1 0 0 0,1 1 0 0 0,-1-1 0 0 0,1 1 0 0 0,-1-1 0 0 0,1 1 0 0 0,-1 0-1 0 0,1-1 1 0 0,0 1 0 0 0,-1 0 0 0 0,1-1 0 0 0,-1 1 0 0 0,1 0 0 0 0,0 0 0 0 0,-1 0 0 0 0,1 0 0 0 0,0 0 0 0 0,-1-1 0 0 0,1 1 0 0 0,0 0 0 0 0,-1 0 0 0 0,1 1 0 0 0,0-1 0 0 0,-1 0 0 0 0,1 0 0 0 0,0 0 0 0 0,-1 0 0 0 0,1 1 0 0 0,-1-1 0 0 0,1 0 0 0 0,1 1 0 0 0,0 0 67 0 0,1 0 1 0 0,-1 0-1 0 0,1 0 0 0 0,-1 0 1 0 0,0 0-1 0 0,0 0 0 0 0,1 1 0 0 0,-1 0 1 0 0,0-1-1 0 0,0 1 0 0 0,3 3 1 0 0,0 4 16 0 0,-1 0 1 0 0,0 0 0 0 0,0 0 0 0 0,-1 0 0 0 0,0 1 0 0 0,-1-1 0 0 0,2 10 0 0 0,5 74 574 0 0,-6-51-460 0 0,3 64-158 0 0,-4 0-1 0 0,-5 0 0 0 0,-5-1 0 0 0,-4 1 0 0 0,-5-2 1 0 0,-5 0-1 0 0,-44 128 0 0 0,53-191 5 0 0,-2-1 0 0 0,-2 0 0 0 0,-2-1 0 0 0,-1-1 0 0 0,-2-1-1 0 0,-1-1 1 0 0,-2-1 0 0 0,-45 48 0 0 0,31-46 268 0 0,0-2 0 0 0,-3-1-1 0 0,0-3 1 0 0,-73 42 0 0 0,-199 81 781 0 0,278-137-1124 0 0,-47 16 217 0 0,-132 35 0 0 0,19-8-129 0 0,153-44-174 0 0,1 1 0 0 0,-58 34 0 0 0,97-49 37 0 0,-22 15-577 0 0,23-16 469 0 0,1 0 0 0 0,0 0 0 0 0,0 0 0 0 0,0 0 0 0 0,0 0 0 0 0,1 0 0 0 0,-1 0 0 0 0,0 0 0 0 0,0 0 0 0 0,1 1 0 0 0,-1-1 0 0 0,1 0-1 0 0,-1 0 1 0 0,1 1 0 0 0,-1-1 0 0 0,1 0 0 0 0,0 1 0 0 0,-1 2 0 0 0,5 6-728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43.4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47 129 6305 0 0,'0'-15'1348'0'0,"1"1"0"0"0,1-1 0 0 0,3-15 0 0 0,-5 30-1253 0 0,0 1-1 0 0,0-1 1 0 0,2 3 1230 0 0,-2-3-1230 0 0,1 0-1 0 0,-1 0 1 0 0,0 0 0 0 0,0 1-1 0 0,1-1 1 0 0,-1 0 0 0 0,0 0-1 0 0,0 0 1 0 0,1 0-1 0 0,-1 0 1 0 0,0 0 0 0 0,0 0-1 0 0,1 0 1 0 0,-1 0 0 0 0,0 0-1 0 0,0 0 1 0 0,1 0 0 0 0,-1 0-1 0 0,0 0 1 0 0,0 0-1 0 0,1 0 1 0 0,2-2 1230 0 0,-3 2-1230 0 0,0-1-1 0 0,0 1 1 0 0,1-1 0 0 0,-1 2-77 0 0,-29-6-6178 0 0,27 4 6502 0 0,0 0 0 0 0,0 0 0 0 0,0 0 0 0 0,1 0 0 0 0,-1 0 0 0 0,1-1 0 0 0,-1 1 0 0 0,1-1 0 0 0,-1 1 0 0 0,1-1 0 0 0,0 0 0 0 0,0 1 0 0 0,-1-1 0 0 0,1 0 0 0 0,1 0 0 0 0,-1 0 0 0 0,0 0 0 0 0,0 0-1 0 0,1 0 1 0 0,-1 0 0 0 0,1 0 0 0 0,-1 0 0 0 0,1 0 0 0 0,0 0 0 0 0,0 0 0 0 0,0 0 0 0 0,0 0 0 0 0,1-2 0 0 0,-1 4-305 0 0,0 0 0 0 0,0 0 0 0 0,0 1 0 0 0,0-1 0 0 0,-1 0 0 0 0,1 0 0 0 0,0 0 0 0 0,0 1 0 0 0,0-1 0 0 0,0 0 0 0 0,0 0 0 0 0,0 0-1 0 0,0 1 1 0 0,-1-1 0 0 0,1 0 0 0 0,0 0 0 0 0,0 0 0 0 0,0 0 0 0 0,0 1 0 0 0,-1-1 0 0 0,1 0 0 0 0,0 0 0 0 0,0 0 0 0 0,0 0 0 0 0,-1 0 0 0 0,1 0 0 0 0,0 0 0 0 0,0 1 0 0 0,0-1 0 0 0,-1 0 0 0 0,1 0 0 0 0,0 0-1 0 0,0 0 1 0 0,-1 0 0 0 0,1 0 0 0 0,0 0 0 0 0,0 0 0 0 0,-1 0 0 0 0,1 0 0 0 0,0-1 0 0 0,0 1 0 0 0,0 0 0 0 0,-1 0 0 0 0,1 0 0 0 0,0 0 0 0 0,0 0 0 0 0,0 0 0 0 0,-1 0 0 0 0,1 0 0 0 0,0-1 0 0 0,0 1 0 0 0,0 0-1 0 0,0 0 1 0 0,-1 0 0 0 0,1 0 0 0 0,0-1 0 0 0,0 1 0 0 0,70 152 154 0 0,24 61 61 0 0,-27 8-252 0 0,-45-137 0 0 0,53 126 0 0 0,-63-183 0 0 0,2-1 0 0 0,0 0 0 0 0,2-1 0 0 0,1 0 0 0 0,0-2 0 0 0,2 0 0 0 0,1-1 0 0 0,35 31 0 0 0,-13-21-5 0 0,2-1-1 0 0,1-2 1 0 0,1-3 0 0 0,2-1-1 0 0,58 21 1 0 0,260 68-27 0 0,-251-88 110 0 0,0-5-1 0 0,2-6 1 0 0,0-4 0 0 0,1-6 0 0 0,0-5-1 0 0,124-16 1 0 0,-193 11-93 0 0,1-3 0 0 0,-1-1 0 0 0,-1-3 0 0 0,0-2 0 0 0,0-2-1 0 0,-2-2 1 0 0,0-2 0 0 0,74-45 0 0 0,-73 39-433 0 0,-26 18-6255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44.55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506 45 920 0 0,'-3'-4'854'0'0,"0"0"0"0"0,-1 0-1 0 0,0 1 1 0 0,1 0 0 0 0,-1 0 0 0 0,0 0 0 0 0,-1 0-1 0 0,1 0 1 0 0,-6-2 0 0 0,4 3-454 0 0,1 0-1 0 0,0 1 1 0 0,-1-1 0 0 0,1 1-1 0 0,-1 0 1 0 0,0 1 0 0 0,-7-1 0 0 0,-1 2-80 0 0,0 0 1 0 0,1 2-1 0 0,-1-1 1 0 0,1 2-1 0 0,0-1 1 0 0,-17 9-1 0 0,2-1 446 0 0,1 1-1 0 0,-45 29 1 0 0,60-33-523 0 0,0 1 1 0 0,0 0 0 0 0,1 1 0 0 0,0 0-1 0 0,0 1 1 0 0,2 0 0 0 0,-15 19-1 0 0,22-27-230 0 0,1-1 0 0 0,-1 1 0 0 0,0-1 0 0 0,1 1 0 0 0,-1 0 0 0 0,1 0-1 0 0,0 0 1 0 0,0 0 0 0 0,0 0 0 0 0,0 0 0 0 0,1 0 0 0 0,-1 0-1 0 0,1 0 1 0 0,0 0 0 0 0,0 0 0 0 0,0 0 0 0 0,0 0 0 0 0,1 0 0 0 0,-1 0-1 0 0,1 0 1 0 0,-1 0 0 0 0,1 0 0 0 0,0 0 0 0 0,0 0 0 0 0,1 0 0 0 0,-1 0-1 0 0,1 0 1 0 0,-1-1 0 0 0,1 1 0 0 0,0-1 0 0 0,0 1 0 0 0,0-1-1 0 0,0 0 1 0 0,0 0 0 0 0,1 0 0 0 0,-1 0 0 0 0,0 0 0 0 0,4 2 0 0 0,9 5 22 0 0,1-1 1 0 0,1 0 0 0 0,-1-1-1 0 0,1-1 1 0 0,22 5 0 0 0,-34-9-5 0 0,109 28-13 0 0,45 14-20 0 0,-149-41 0 0 0,-1 0-1 0 0,0 1 1 0 0,0 1-1 0 0,-1-1 0 0 0,16 11 1 0 0,-23-14 7 0 0,1 0 0 0 0,-1 0 0 0 0,0 1 1 0 0,1-1-1 0 0,-1 0 0 0 0,0 1 0 0 0,0-1 1 0 0,0 0-1 0 0,0 1 0 0 0,0-1 0 0 0,0 1 0 0 0,0 0 1 0 0,0-1-1 0 0,0 1 0 0 0,-1 0 0 0 0,1 0 0 0 0,-1-1 1 0 0,1 1-1 0 0,-1 0 0 0 0,0 0 0 0 0,0 0 1 0 0,0-1-1 0 0,0 1 0 0 0,0 0 0 0 0,0 0 0 0 0,0 0 1 0 0,-1-1-1 0 0,1 1 0 0 0,-1 0 0 0 0,1 0 0 0 0,-1-1 1 0 0,0 1-1 0 0,1 0 0 0 0,-1-1 0 0 0,0 1 1 0 0,0 0-1 0 0,-3 2 0 0 0,-4 5 101 0 0,0 0 0 0 0,-1 0 0 0 0,-1 0-1 0 0,1-1 1 0 0,-2-1 0 0 0,1 0 0 0 0,-1 0 0 0 0,-16 8 0 0 0,-97 35 647 0 0,-1-9-111 0 0,21-7-2165 0 0,35-9-4108 0 0,29-9-948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45.1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 30 8754 0 0,'-1'-1'-285'0'0,"-7"-27"7087"0"0,18 34-4543 0 0,-4 0-2130 0 0,0 1-1 0 0,-1-1 1 0 0,0 1 0 0 0,0 0-1 0 0,-1 0 1 0 0,0 1-1 0 0,0-1 1 0 0,0 1-1 0 0,-1 0 1 0 0,0 0-1 0 0,-1 0 1 0 0,0 0-1 0 0,2 11 1 0 0,0 15 794 0 0,1 65 1 0 0,-5-80-872 0 0,0 60-413 0 0,-2-31-953 0 0,9 74 0 0 0,-5-108 893 0 0,0 0 0 0 0,1-1-1 0 0,0 1 1 0 0,2-1 0 0 0,-1 1 0 0 0,2-1 0 0 0,-1 0 0 0 0,2-1-1 0 0,13 21 1 0 0,-6-15-5629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45.7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132 57 4145 0 0,'-31'-1'439'0'0,"22"1"69"0"0,0 0 0 0 0,0 0 0 0 0,0-1 0 0 0,0 0 0 0 0,0 0-1 0 0,0-1 1 0 0,0-1 0 0 0,-16-6 0 0 0,25 9-454 0 0,0 0-1 0 0,0 0 1 0 0,0 0-1 0 0,-1 0 0 0 0,1 0 1 0 0,0 0-1 0 0,0-1 1 0 0,-1 1-1 0 0,1 0 1 0 0,0 0-1 0 0,0 0 1 0 0,0-1-1 0 0,0 1 0 0 0,-1 0 1 0 0,1 0-1 0 0,0 0 1 0 0,0-1-1 0 0,0 1 1 0 0,0 0-1 0 0,0 0 0 0 0,0-1 1 0 0,0 1-1 0 0,0 0 1 0 0,0 0-1 0 0,-1-1 1 0 0,1 1-1 0 0,0 0 1 0 0,0 0-1 0 0,0-1 0 0 0,0 1 1 0 0,1 0-1 0 0,-1-1 1 0 0,0 1-1 0 0,0 0 1 0 0,0 0-1 0 0,0-1 0 0 0,0 1 1 0 0,0 0-1 0 0,0 0 1 0 0,1-1-1 0 0,10-8 1199 0 0,18-3-194 0 0,-10 9-759 0 0,-1 0-1 0 0,1 1 1 0 0,-1 1-1 0 0,1 1 1 0 0,0 1-1 0 0,-1 0 1 0 0,1 1-1 0 0,-1 1 1 0 0,32 10-1 0 0,3 4 795 0 0,99 47 0 0 0,-138-57-939 0 0,0 0 0 0 0,0 1 0 0 0,-1 0 1 0 0,0 1-1 0 0,-1 1 0 0 0,22 21 0 0 0,-31-28-164 0 0,0 0-1 0 0,0 0 1 0 0,-1 1-1 0 0,1-1 1 0 0,-1 1-1 0 0,0-1 0 0 0,0 1 1 0 0,0 0-1 0 0,-1 0 1 0 0,1 0-1 0 0,-1 0 1 0 0,0 0-1 0 0,0 0 0 0 0,0 0 1 0 0,-1 0-1 0 0,0 1 1 0 0,1-1-1 0 0,-1 0 1 0 0,-1 0-1 0 0,1 0 0 0 0,-1 1 1 0 0,1-1-1 0 0,-1 0 1 0 0,0 0-1 0 0,-1 0 1 0 0,1 0-1 0 0,-1 0 1 0 0,1 0-1 0 0,-1-1 0 0 0,-3 5 1 0 0,-6 8 15 0 0,-1-2-1 0 0,-1 1 1 0 0,0-1 0 0 0,-1-1 0 0 0,0-1 0 0 0,-1 0 0 0 0,0 0-1 0 0,-1-2 1 0 0,-18 10 0 0 0,-25 11-48 0 0,-75 26 1 0 0,116-49-648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46.68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0 373 1376 0 0,'1'-4'872'0'0,"0"0"-1"0"0,0 0 1 0 0,0 0-1 0 0,0 0 1 0 0,1 1-1 0 0,-1-1 1 0 0,1 0-1 0 0,0 1 0 0 0,0-1 1 0 0,3-3-1 0 0,-2 2-224 0 0,0 0 0 0 0,0 0 0 0 0,0 0 0 0 0,-1-1-1 0 0,3-6 1 0 0,-1-12 689 0 0,-1 0 0 0 0,0-30 0 0 0,2-15-923 0 0,7-8-2498 0 0,-9 57-1743 0 0,2-2-1921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47.6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198 126 2304 0 0,'-62'-2'2666'0'0,"38"0"-1224"0"0,1 1 0 0 0,-1 1 0 0 0,-40 7 0 0 0,111-15 1641 0 0,45-6-2612 0 0,186-25 355 0 0,-115 19-158 0 0,308-17 864 0 0,-307 28-1262 0 0,238 8 772 0 0,-174 6-596 0 0,196 8 898 0 0,-379-13-1305 0 0,0-1 128 0 0,1 1 0 0 0,0 3 0 0 0,88 17 0 0 0,-128-14-786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48.10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37 18 864 0 0,'-36'-17'18907'0'0,"42"30"-18778"0"0,-3-1 81 0 0,1-1 0 0 0,-2 1-1 0 0,0-1 1 0 0,1 24 0 0 0,-1-13-1 0 0,14 166 850 0 0,13 103-3422 0 0,-22-252-4824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49.6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1004 4145 0 0,'7'19'13277'0'0,"3"-6"-12680"0"0,-10-13-580 0 0,0 0 1 0 0,0 0-1 0 0,1 0 0 0 0,-1 0 0 0 0,0 0 0 0 0,0 0 0 0 0,0 0 1 0 0,0 0-1 0 0,1 0 0 0 0,-1 0 0 0 0,0 0 0 0 0,0 0 1 0 0,0 0-1 0 0,0-1 0 0 0,0 1 0 0 0,1 0 0 0 0,-1 0 1 0 0,0 0-1 0 0,0 0 0 0 0,0 0 0 0 0,0 0 0 0 0,0 0 0 0 0,1 0 1 0 0,-1-1-1 0 0,0 1 0 0 0,0 0 0 0 0,0 0 0 0 0,0 0 1 0 0,0 0-1 0 0,0 0 0 0 0,0-1 0 0 0,0 1 0 0 0,0 0 1 0 0,0 0-1 0 0,0 0 0 0 0,0 0 0 0 0,0-1 0 0 0,0 1 0 0 0,0 0 1 0 0,0 0-1 0 0,0 0 0 0 0,0 0 0 0 0,0-1 0 0 0,0-37 1143 0 0,-1 8-1521 0 0,1 26 398 0 0,5-33 242 0 0,-2 0-1 0 0,-2 0 0 0 0,-4-49 0 0 0,-9-20 14 0 0,6-1 1 0 0,4 0-1 0 0,20-186 0 0 0,-11 204-1866 0 0,-8 29-4399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50.5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44 370 456 0 0,'-12'-15'982'0'0,"8"10"-6"0"0,-1 0-1 0 0,1 0 0 0 0,0-1 1 0 0,1 0-1 0 0,0 0 0 0 0,-4-7 0 0 0,6 11-830 0 0,1 0 0 0 0,0 1 0 0 0,-1-1 0 0 0,1 0-1 0 0,0 1 1 0 0,0-1 0 0 0,0 1 0 0 0,0-1 0 0 0,0 0-1 0 0,1 1 1 0 0,-1-1 0 0 0,0 0 0 0 0,1 1-1 0 0,-1-1 1 0 0,1 1 0 0 0,-1-1 0 0 0,1 1 0 0 0,0-1-1 0 0,0 1 1 0 0,0-1 0 0 0,0 1 0 0 0,0 0 0 0 0,0-1-1 0 0,0 1 1 0 0,0 0 0 0 0,0 0 0 0 0,0 0 0 0 0,1 0-1 0 0,-1 0 1 0 0,1 0 0 0 0,1-1 0 0 0,23-14 845 0 0,1 1-1 0 0,1 1 1 0 0,45-16 0 0 0,94-21 628 0 0,-51 18-1143 0 0,-39 9-434 0 0,1 3 0 0 0,1 4 1 0 0,152-14-1 0 0,-200 30-41 0 0,218-8 370 0 0,-190 10-232 0 0,1 3 0 0 0,68 13 0 0 0,79 26 785 0 0,216 34 355 0 0,-400-75-1354 0 0,1 1 0 0 0,31 10 0 0 0,-44-10 106 0 0,-1 1 1 0 0,1 1 0 0 0,-1 0-1 0 0,1 0 1 0 0,-1 1 0 0 0,17 14-1 0 0,-16-12 45 0 0,0 0-1 0 0,-1 1 0 0 0,0 0 0 0 0,0 0 1 0 0,-1 1-1 0 0,0 1 0 0 0,-1-1 0 0 0,0 1 1 0 0,-1 1-1 0 0,0-1 0 0 0,6 17 0 0 0,3 9 108 0 0,-10-26-120 0 0,-1 0-1 0 0,0 1 1 0 0,-1 0 0 0 0,0 0-1 0 0,-1 0 1 0 0,0 0 0 0 0,-1 0 0 0 0,0 1-1 0 0,-1 19 1 0 0,-1 2 12 0 0,2-1 0 0 0,0 0 1 0 0,9 35-1 0 0,-9-51 33 0 0,14 55-237 0 0,-11-53 89 0 0,0 0 0 0 0,-2 1 0 0 0,2 32 0 0 0,-5-45 30 0 0,0 1 1 0 0,-1-1-1 0 0,0 1 1 0 0,-1-1 0 0 0,1 1-1 0 0,-2-1 1 0 0,1 0-1 0 0,-1 1 1 0 0,0-1 0 0 0,0-1-1 0 0,-1 1 1 0 0,0 0-1 0 0,-6 7 1 0 0,3 9-2054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51.1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136 771 1840 0 0,'-56'37'2818'0'0,"38"-25"-738"0"0,1 0 1 0 0,-27 7 5591 0 0,72-45-6107 0 0,391-280 2288 0 0,-208 143-3490 0 0,-127 94-145 0 0,115-73 1 0 0,-152 117-298 0 0,2 2 0 0 0,76-26 0 0 0,-34 15-134 0 0,-66 21-3349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51.5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81 73 3225 0 0,'24'-52'2606'0'0,"-14"32"4338"0"0,-45 93 328 0 0,13-23-6382 0 0,-23 80 0 0 0,41-115-823 0 0,1 0 0 0 0,1 0-1 0 0,0 0 1 0 0,1 0 0 0 0,1 0-1 0 0,0 0 1 0 0,1 0 0 0 0,1 0 0 0 0,0 0-1 0 0,6 21 1 0 0,-7-30-110 0 0,1 0 0 0 0,0 0 0 0 0,1-1 1 0 0,-1 1-1 0 0,1-1 0 0 0,0 1 0 0 0,0-1 0 0 0,1 0 1 0 0,0 0-1 0 0,-1 0 0 0 0,2 0 0 0 0,-1-1 0 0 0,0 0 0 0 0,1 0 1 0 0,0 0-1 0 0,0 0 0 0 0,0-1 0 0 0,1 0 0 0 0,-1 0 0 0 0,1 0 1 0 0,-1-1-1 0 0,1 0 0 0 0,0 0 0 0 0,0 0 0 0 0,0-1 1 0 0,0 0-1 0 0,13 1 0 0 0,14-3-5157 0 0,6-4-1744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52.3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176 90 6913 0 0,'-1'-1'209'0'0,"0"-1"-1"0"0,1 1 0 0 0,-1 0 0 0 0,0-1 0 0 0,0 1 0 0 0,0 0 0 0 0,0 0 0 0 0,0 0 1 0 0,0 0-1 0 0,0 0 0 0 0,0 0 0 0 0,0 0 0 0 0,0 0 0 0 0,-1 0 0 0 0,1 0 0 0 0,0 1 1 0 0,-1-1-1 0 0,1 0 0 0 0,0 1 0 0 0,-1-1 0 0 0,1 1 0 0 0,-1 0 0 0 0,1-1 0 0 0,-2 1 1 0 0,0 0 27 0 0,0 1 1 0 0,0-1 0 0 0,0 1 0 0 0,0-1 0 0 0,0 1 0 0 0,0 0 0 0 0,0 0 0 0 0,1 0 0 0 0,-1 1 0 0 0,0-1 0 0 0,-3 3 0 0 0,-2 2 103 0 0,-1 1 0 0 0,2-1 0 0 0,-1 2 0 0 0,1-1 0 0 0,0 1 0 0 0,-6 9 0 0 0,6-7-274 0 0,1 0 0 0 0,0 1 0 0 0,1-1 0 0 0,1 1 0 0 0,-1 0 0 0 0,2 0 0 0 0,-1 1 0 0 0,2-1 0 0 0,-4 23 0 0 0,6-29-51 0 0,0-1 0 0 0,0 1 1 0 0,0-1-1 0 0,1 1 0 0 0,-1-1 1 0 0,1 1-1 0 0,0-1 0 0 0,0 1 1 0 0,1-1-1 0 0,-1 0 0 0 0,1 0 1 0 0,0 1-1 0 0,0-1 0 0 0,1 0 1 0 0,-1-1-1 0 0,1 1 0 0 0,-1 0 0 0 0,1-1 1 0 0,1 0-1 0 0,-1 1 0 0 0,0-1 1 0 0,1-1-1 0 0,-1 1 0 0 0,1 0 1 0 0,0-1-1 0 0,0 0 0 0 0,0 0 1 0 0,6 3-1 0 0,4-1-14 0 0,-1 0 1 0 0,1-1-1 0 0,0 0 1 0 0,0-1-1 0 0,0 0 1 0 0,0-1-1 0 0,0-1 1 0 0,0 0-1 0 0,0-1 1 0 0,0-1-1 0 0,14-3 1 0 0,-11 1-5 0 0,-1 0 0 0 0,1-1 1 0 0,-1-1-1 0 0,0 0 0 0 0,-1-1 0 0 0,1-1 1 0 0,-1 0-1 0 0,24-19 0 0 0,-36 25-4 0 0,0-1 0 0 0,0 0 0 0 0,0 1-1 0 0,0-1 1 0 0,0-1 0 0 0,-1 1 0 0 0,1 0 0 0 0,-1-1-1 0 0,0 1 1 0 0,0-1 0 0 0,0 1 0 0 0,-1-1 0 0 0,1 0-1 0 0,-1 0 1 0 0,0 0 0 0 0,0 0 0 0 0,0 0-1 0 0,0-5 1 0 0,-1 4 34 0 0,-1-1-1 0 0,1 0 1 0 0,-1 1-1 0 0,0-1 0 0 0,-1 0 1 0 0,1 1-1 0 0,-1-1 1 0 0,0 1-1 0 0,-1 0 1 0 0,1 0-1 0 0,-6-8 0 0 0,-1 0 61 0 0,-1 0 0 0 0,0 1 0 0 0,0 0 0 0 0,-1 1 0 0 0,-1 0 0 0 0,0 1 0 0 0,-1 1 0 0 0,-20-13 0 0 0,-40-12-1105 0 0,41 22-2125 0 0,20 8 1039 0 0,-13-5-3549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52.5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11522 0 0,'19'6'1058'0'0,"-1"2"0"0"0,0 0 0 0 0,0 2-1 0 0,-1 0 1 0 0,-1 0 0 0 0,25 21 0 0 0,-1-2 203 0 0,-15-12-635 0 0,63 48 478 0 0,-80-58-1785 0 0,0 1-1 0 0,-1 0 0 0 0,0 0 0 0 0,9 12 0 0 0,-12-12-1700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52.7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121 1 7370 0 0,'-1'10'1025'0'0,"-1"1"0"0"0,-1 0 0 0 0,1-1 1 0 0,-2 0-1 0 0,1 1 0 0 0,-8 13 0 0 0,4-8 152 0 0,-25 50 1350 0 0,20-44-2661 0 0,1-1 0 0 0,2 2 0 0 0,-11 36 0 0 0,19-56-275 0 0,0-1-1 0 0,0 1 1 0 0,1-1-1 0 0,0 1 1 0 0,-1 0-1 0 0,1 0 1 0 0,0-1-1 0 0,0 1 1 0 0,0 0-1 0 0,1-1 0 0 0,-1 1 1 0 0,1 0-1 0 0,-1-1 1 0 0,1 1-1 0 0,0-1 1 0 0,0 1-1 0 0,0-1 1 0 0,0 1-1 0 0,1-1 0 0 0,2 4 1 0 0,6 3-423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52.9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 6913 0 0,'0'0'75'0'0,"1"-1"0"0"0,-1 1 0 0 0,0 0-1 0 0,0-1 1 0 0,1 1 0 0 0,-1 0 0 0 0,0-1-1 0 0,1 1 1 0 0,-1 0 0 0 0,1 0-1 0 0,-1-1 1 0 0,0 1 0 0 0,1 0 0 0 0,-1 0-1 0 0,1 0 1 0 0,-1-1 0 0 0,0 1-1 0 0,1 0 1 0 0,-1 0 0 0 0,1 0 0 0 0,-1 0-1 0 0,1 0 1 0 0,-1 0 0 0 0,1 0-1 0 0,-1 0 1 0 0,0 0 0 0 0,1 0 0 0 0,-1 0-1 0 0,1 0 1 0 0,-1 1 0 0 0,1-1-1 0 0,-1 0 1 0 0,0 0 0 0 0,1 0 0 0 0,-1 1-1 0 0,1-1 1 0 0,-1 0 0 0 0,0 0 0 0 0,1 1-1 0 0,-1-1 1 0 0,11 23 3125 0 0,-3 32 923 0 0,-9-9-2314 0 0,3 32-759 0 0,-1-70-1820 0 0,1-1 0 0 0,0 0 0 0 0,0 0 0 0 0,5 13 0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53.08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23 154 6913 0 0,'-9'-48'3593'0'0,"-4"-58"0"0"0,13 121-3912 0 0,0-7 114 0 0,0 0 0 0 0,0 1 0 0 0,1-1 0 0 0,2 11 0 0 0,3-2 205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53.5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215 344 5529 0 0,'0'-1'126'0'0,"-1"-1"0"0"0,1 1 0 0 0,0 0 0 0 0,0 0 0 0 0,0 0 0 0 0,-1 0 0 0 0,1 0 0 0 0,-1 0 0 0 0,1 0 0 0 0,-1 0 0 0 0,1 0 0 0 0,-1 0 0 0 0,1 0 0 0 0,-1 0 0 0 0,0 0-1 0 0,0 0 1 0 0,1 0 0 0 0,-1 0 0 0 0,0 1 0 0 0,0-1 0 0 0,0 0 0 0 0,0 1 0 0 0,-1-2 0 0 0,-2 1 146 0 0,1-1-1 0 0,-1 1 1 0 0,0-1 0 0 0,0 1 0 0 0,1 0-1 0 0,-1 1 1 0 0,-5-1 0 0 0,0 0 140 0 0,0 1 0 0 0,1 0 0 0 0,-1 0 0 0 0,1 1 1 0 0,-1 0-1 0 0,-11 4 0 0 0,13-2-237 0 0,1 0 0 0 0,0 0-1 0 0,1 0 1 0 0,-1 1 0 0 0,1 0 0 0 0,-1 0 0 0 0,1 0 0 0 0,0 1 0 0 0,1 0-1 0 0,-1 0 1 0 0,1 0 0 0 0,0 0 0 0 0,0 1 0 0 0,1 0 0 0 0,-6 11 0 0 0,8-14-137 0 0,-1 0 1 0 0,1 0 0 0 0,0 0-1 0 0,0 0 1 0 0,0 0 0 0 0,1 0-1 0 0,-1 1 1 0 0,1-1 0 0 0,-1 0-1 0 0,1 0 1 0 0,0 1 0 0 0,0-1-1 0 0,1 0 1 0 0,-1 1 0 0 0,1-1-1 0 0,0 0 1 0 0,0 0 0 0 0,0 0 0 0 0,0 0-1 0 0,0 0 1 0 0,0 0 0 0 0,1 0-1 0 0,0 0 1 0 0,-1 0 0 0 0,1 0-1 0 0,0-1 1 0 0,1 1 0 0 0,-1-1-1 0 0,0 0 1 0 0,1 1 0 0 0,-1-1-1 0 0,1 0 1 0 0,5 3 0 0 0,-2-3 7 0 0,0 1 0 0 0,1-1-1 0 0,-1 0 1 0 0,1 0 0 0 0,-1 0 0 0 0,1-1 0 0 0,0 0 0 0 0,0-1 0 0 0,-1 1-1 0 0,1-1 1 0 0,0-1 0 0 0,0 1 0 0 0,0-1 0 0 0,12-3 0 0 0,-7 1-168 0 0,0-1 1 0 0,0 0 0 0 0,0 0-1 0 0,-1-1 1 0 0,0-1 0 0 0,0 0-1 0 0,14-10 1 0 0,-16 8-67 0 0,0 0 0 0 0,-1-1-1 0 0,0 0 1 0 0,-1 0 0 0 0,0 0 0 0 0,-1-1-1 0 0,1 0 1 0 0,-2-1 0 0 0,0 1 0 0 0,0-1-1 0 0,-1 0 1 0 0,0 0 0 0 0,-1 0 0 0 0,0-1-1 0 0,-1 1 1 0 0,2-24 0 0 0,-2 7 430 0 0,-2 0-1 0 0,-1 0 1 0 0,-1 0 0 0 0,-1 0-1 0 0,-2 0 1 0 0,-8-28 0 0 0,12 53-55 0 0,0 0 1 0 0,0 0 0 0 0,0 0-1 0 0,0 0 1 0 0,0 0-1 0 0,-1 0 1 0 0,0 0 0 0 0,1 0-1 0 0,-1 0 1 0 0,0 1 0 0 0,-1-1-1 0 0,-1-2 1 0 0,3 5-110 0 0,0-1 0 0 0,1 1 0 0 0,-1 0 0 0 0,1-1 0 0 0,-1 1 0 0 0,0 0 1 0 0,1 0-1 0 0,-1-1 0 0 0,0 1 0 0 0,1 0 0 0 0,-1 0 0 0 0,0 0 0 0 0,1 0 0 0 0,-1 0 0 0 0,0 0 1 0 0,1 0-1 0 0,-1 0 0 0 0,0 0 0 0 0,1 0 0 0 0,-1 0 0 0 0,0 0 0 0 0,0 1 0 0 0,-1 0 4 0 0,1 0-1 0 0,-1 0 1 0 0,1 0-1 0 0,0 0 1 0 0,-1 0 0 0 0,1 0-1 0 0,0 1 1 0 0,0-1-1 0 0,0 0 1 0 0,0 1-1 0 0,0-1 1 0 0,0 1-1 0 0,0 1 1 0 0,-4 7 0 0 0,1 0 0 0 0,0 0 0 0 0,1 0 0 0 0,1 0 0 0 0,-1 1 0 0 0,2-1 0 0 0,-1 1 0 0 0,1 0 0 0 0,1-1 0 0 0,0 1 0 0 0,1 0 0 0 0,3 18 0 0 0,4 11-313 0 0,1 0 0 0 0,16 38 0 0 0,-7-23-869 0 0,-9-22-151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53.85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0 289 2304 0 0,'11'-9'740'0'0,"0"0"0"0"0,0 1-1 0 0,1 0 1 0 0,0 1-1 0 0,19-8 1 0 0,-19 10 606 0 0,-1-1 0 0 0,0 0 0 0 0,0-1-1 0 0,-1 0 1 0 0,0 0 0 0 0,15-15 0 0 0,-20 17-1206 0 0,-1-1 0 0 0,1 1-1 0 0,-1-1 1 0 0,0 0 0 0 0,-1 0-1 0 0,0-1 1 0 0,0 1 0 0 0,0-1-1 0 0,-1 1 1 0 0,0-1 0 0 0,0 0-1 0 0,0 0 1 0 0,-1 0 0 0 0,0 0-1 0 0,-1 0 1 0 0,1 0-1 0 0,-1 0 1 0 0,-1 0 0 0 0,1 0-1 0 0,-3-11 1 0 0,2 17-105 0 0,0-1-1 0 0,1 1 1 0 0,-1-1-1 0 0,0 1 1 0 0,0-1-1 0 0,0 1 1 0 0,0 0-1 0 0,0 0 1 0 0,0-1-1 0 0,0 1 1 0 0,-1 0-1 0 0,1 0 1 0 0,0 0 0 0 0,-1 0-1 0 0,1 0 1 0 0,-1 1-1 0 0,1-1 1 0 0,-1 0-1 0 0,1 1 1 0 0,-1-1-1 0 0,1 1 1 0 0,-1-1-1 0 0,0 1 1 0 0,1 0-1 0 0,-1 0 1 0 0,0-1-1 0 0,1 1 1 0 0,-1 0-1 0 0,1 1 1 0 0,-1-1 0 0 0,0 0-1 0 0,1 0 1 0 0,-1 1-1 0 0,0-1 1 0 0,1 1-1 0 0,-1-1 1 0 0,-1 2-1 0 0,-6 1 61 0 0,-1 1 1 0 0,1 0-1 0 0,0 1 0 0 0,-13 8 0 0 0,13-7-54 0 0,0 0-1 0 0,1 1 1 0 0,0 0-1 0 0,0 0 1 0 0,1 1-1 0 0,-1-1 1 0 0,2 2-1 0 0,-1-1 1 0 0,-6 14-1 0 0,11-19-18 0 0,0 0 1 0 0,1 1-1 0 0,-1-1 1 0 0,1 1-1 0 0,0-1 0 0 0,0 1 1 0 0,0-1-1 0 0,1 1 0 0 0,-1 0 1 0 0,1-1-1 0 0,0 1 0 0 0,0 0 1 0 0,0-1-1 0 0,1 1 0 0 0,-1 0 1 0 0,1-1-1 0 0,0 1 0 0 0,0 0 1 0 0,0-1-1 0 0,1 1 1 0 0,-1-1-1 0 0,1 0 0 0 0,-1 1 1 0 0,1-1-1 0 0,0 0 0 0 0,1 0 1 0 0,-1 0-1 0 0,0 0 0 0 0,1-1 1 0 0,3 3-1 0 0,2 2 43 0 0,0 0 0 0 0,1-1 1 0 0,0 0-1 0 0,0 0 0 0 0,1-1 0 0 0,0-1 1 0 0,0 1-1 0 0,0-2 0 0 0,18 5 0 0 0,9 0-625 0 0,53 4 0 0 0,-56-9-624 0 0,-2 1-6143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54.5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230 2263 6913 0 0,'19'-12'5580'0'0,"1"-1"510"0"0,-13-6-5396 0 0,-5-4-47 0 0,0-1-1 0 0,-2 1 1 0 0,-1 0-1 0 0,-5-30 1 0 0,-1-27-329 0 0,19-490 567 0 0,1 68-241 0 0,-15 449-667 0 0,-2 0 0 0 0,-2 0-1 0 0,-3 1 1 0 0,-2 0 0 0 0,-2 1-1 0 0,-2 0 1 0 0,-3 1 0 0 0,-1 1-1 0 0,-42-74 1 0 0,20 56-373 0 0,-21-42-425 0 0,56 98 421 0 0,2 0 0 0 0,0 0 0 0 0,0-1 1 0 0,1 0-1 0 0,0 0 0 0 0,1 0 0 0 0,-2-24 0 0 0,4 35 270 0 0,0-1 0 0 0,0 0-1 0 0,0 1 1 0 0,0-1 0 0 0,0 1 0 0 0,0-1-1 0 0,1 1 1 0 0,-1-1 0 0 0,0 1 0 0 0,1-1-1 0 0,-1 1 1 0 0,1 0 0 0 0,0-1 0 0 0,-1 1-1 0 0,1-1 1 0 0,0 1 0 0 0,0 0 0 0 0,0 0-1 0 0,0-1 1 0 0,0 1 0 0 0,0 0 0 0 0,0 0-1 0 0,0 0 1 0 0,0 0 0 0 0,0 0 0 0 0,1 0-1 0 0,-1 1 1 0 0,0-1 0 0 0,1 0 0 0 0,-1 1-1 0 0,1-1 1 0 0,-1 1 0 0 0,1-1 0 0 0,-1 1-1 0 0,1 0 1 0 0,-1-1 0 0 0,2 1 0 0 0,3 0 96 0 0,-1 1 0 0 0,0-1 1 0 0,0 1-1 0 0,0 0 0 0 0,0 0 0 0 0,0 0 1 0 0,0 1-1 0 0,0 0 0 0 0,9 4 1 0 0,10 7-34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55.4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220 166 6249 0 0,'19'-61'532'0'0,"-14"48"476"0"0,0 0-1 0 0,-1 0 0 0 0,-1 0 0 0 0,3-19 0 0 0,-6 31-867 0 0,0 0-1 0 0,0 0 1 0 0,0 1-1 0 0,1-1 1 0 0,-1 0-1 0 0,0 1 1 0 0,0-1-1 0 0,0 0 1 0 0,-1 0 0 0 0,1 1-1 0 0,0-1 1 0 0,0 0-1 0 0,0 1 1 0 0,0-1-1 0 0,-1 0 1 0 0,1 1-1 0 0,0-1 1 0 0,-1 0-1 0 0,1 1 1 0 0,0-1-1 0 0,-1 1 1 0 0,1-1-1 0 0,-1 1 1 0 0,1-1 0 0 0,-1 1-1 0 0,1-1 1 0 0,-1 1-1 0 0,1-1 1 0 0,-1 1-1 0 0,-1-1 1 0 0,1 1 18 0 0,-1 0 0 0 0,1-1 0 0 0,-1 2 1 0 0,0-1-1 0 0,1 0 0 0 0,-1 0 0 0 0,1 0 0 0 0,-1 1 1 0 0,1-1-1 0 0,-1 1 0 0 0,1-1 0 0 0,0 1 0 0 0,-3 1 1 0 0,-39 27 1439 0 0,23-11-1577 0 0,0 1 0 0 0,2 1 0 0 0,1 1-1 0 0,0 1 1 0 0,2 0 0 0 0,0 0 0 0 0,1 2 0 0 0,2 0 0 0 0,-16 42-1 0 0,25-60-28 0 0,1 1 0 0 0,1 0-1 0 0,-1 0 1 0 0,1 0 0 0 0,0 1-1 0 0,1-1 1 0 0,-1 0 0 0 0,1 0 0 0 0,1 0-1 0 0,0 0 1 0 0,0 1 0 0 0,0-1-1 0 0,1 0 1 0 0,0 0 0 0 0,0-1-1 0 0,0 1 1 0 0,7 11 0 0 0,-3-9 13 0 0,0 1 0 0 0,1-1-1 0 0,0 0 1 0 0,1-1 0 0 0,0 1 0 0 0,1-2 0 0 0,-1 1 0 0 0,1-1 0 0 0,1 0-1 0 0,13 7 1 0 0,-7-5 52 0 0,-1-2-1 0 0,1 1 1 0 0,0-2-1 0 0,1 0 1 0 0,30 6-1 0 0,-40-10 0 0 0,0-1 0 0 0,0 0 0 0 0,0-1-1 0 0,0 1 1 0 0,0-1 0 0 0,0-1-1 0 0,0 1 1 0 0,0-1 0 0 0,0-1-1 0 0,0 1 1 0 0,0-1 0 0 0,0 0-1 0 0,-1-1 1 0 0,1 1 0 0 0,-1-1 0 0 0,0-1-1 0 0,8-4 1 0 0,-13 7-48 0 0,1 0 1 0 0,0 0-1 0 0,-1-1 1 0 0,1 1-1 0 0,-1-1 1 0 0,1 1-1 0 0,-1-1 1 0 0,0 1-1 0 0,0-1 1 0 0,0 0-1 0 0,0 0 1 0 0,0 1-1 0 0,0-1 1 0 0,0 0-1 0 0,0 0 1 0 0,-1 0-1 0 0,1 0 1 0 0,-1 0-1 0 0,1 0 1 0 0,-1 0-1 0 0,0 0 1 0 0,0 0-1 0 0,0 0 1 0 0,0 0-1 0 0,0 0 1 0 0,0 0-1 0 0,-1 0 1 0 0,0-4-1 0 0,-3-2-10 0 0,1 0 0 0 0,-1 1 0 0 0,-1-1 0 0 0,1 1-1 0 0,-11-12 1 0 0,10 13-102 0 0,0 0 1 0 0,1-1-1 0 0,0 1 0 0 0,-6-14 1 0 0,9 18 89 0 0,1-1 0 0 0,0 1 0 0 0,0-1 0 0 0,0 1 0 0 0,0 0 1 0 0,0-1-1 0 0,0 1 0 0 0,1-1 0 0 0,-1 1 0 0 0,1 0 1 0 0,0-1-1 0 0,0 1 0 0 0,0 0 0 0 0,0 0 0 0 0,0 0 0 0 0,0 0 1 0 0,0 0-1 0 0,1 0 0 0 0,-1 0 0 0 0,1 0 0 0 0,0 0 1 0 0,-1 0-1 0 0,1 1 0 0 0,0-1 0 0 0,0 1 0 0 0,0 0 0 0 0,4-3 1 0 0,5-3-41 0 0,0 1 1 0 0,0 0 0 0 0,21-8-1 0 0,-19 9 57 0 0,-1 1 0 0 0,1 0 0 0 0,-1 1 0 0 0,1 0 0 0 0,0 1 0 0 0,0 1 0 0 0,0 0 0 0 0,14 1 0 0 0,-22 0 48 0 0,-1 1 0 0 0,1-1-1 0 0,-1 1 1 0 0,0 0-1 0 0,1 0 1 0 0,-1 1 0 0 0,0-1-1 0 0,0 1 1 0 0,0 0 0 0 0,0 0-1 0 0,0 1 1 0 0,0-1-1 0 0,-1 1 1 0 0,1 0 0 0 0,-1 0-1 0 0,0 0 1 0 0,1 0-1 0 0,-2 0 1 0 0,1 1 0 0 0,0 0-1 0 0,-1-1 1 0 0,1 1 0 0 0,-1 0-1 0 0,0 0 1 0 0,0 0-1 0 0,2 9 1 0 0,5 24 127 0 0,-2 0-1 0 0,-1 1 1 0 0,0 74 0 0 0,1-5 22 0 0,-3-71-960 0 0,2-1 0 0 0,19 61-1 0 0,-16-68-6640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56.0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188 105 5065 0 0,'-1'-2'180'0'0,"0"0"0"0"0,0 0 0 0 0,-1 0 0 0 0,1 1-1 0 0,0-1 1 0 0,-1 0 0 0 0,0 0 0 0 0,1 1 0 0 0,-1-1 0 0 0,0 1 0 0 0,0 0-1 0 0,0-1 1 0 0,0 1 0 0 0,0 0 0 0 0,0 0 0 0 0,0 0 0 0 0,-1 0 0 0 0,1 1-1 0 0,0-1 1 0 0,0 1 0 0 0,-1-1 0 0 0,1 1 0 0 0,0 0 0 0 0,-1-1 0 0 0,1 1-1 0 0,-3 1 1 0 0,-1-1 140 0 0,0 0 1 0 0,0 0-1 0 0,1 1 0 0 0,-1 0 0 0 0,0 0 0 0 0,0 0 0 0 0,1 1 1 0 0,-1 0-1 0 0,-7 3 0 0 0,8-1-242 0 0,-1 1 1 0 0,1-1 0 0 0,0 1-1 0 0,0 0 1 0 0,0 0 0 0 0,1 0-1 0 0,0 1 1 0 0,0-1-1 0 0,0 1 1 0 0,1 0 0 0 0,0 0-1 0 0,-3 8 1 0 0,4-11-52 0 0,1 0 1 0 0,0 0-1 0 0,0 1 0 0 0,0-1 1 0 0,0 0-1 0 0,0 0 0 0 0,0 1 1 0 0,1-1-1 0 0,0 0 0 0 0,0 1 1 0 0,0-1-1 0 0,0 1 0 0 0,0-1 1 0 0,1 0-1 0 0,-1 1 0 0 0,1-1 1 0 0,0 0-1 0 0,0 1 0 0 0,0-1 1 0 0,0 0-1 0 0,1 0 0 0 0,-1 0 1 0 0,1 0-1 0 0,0 0 0 0 0,0-1 1 0 0,3 4-1 0 0,-4-4-52 0 0,1-1-1 0 0,-1 0 0 0 0,1 0 1 0 0,0 0-1 0 0,0 0 0 0 0,-1 0 1 0 0,1 0-1 0 0,0 0 0 0 0,0-1 1 0 0,0 1-1 0 0,0 0 0 0 0,0-1 1 0 0,-1 0-1 0 0,1 0 0 0 0,0 1 1 0 0,0-1-1 0 0,0 0 1 0 0,0 0-1 0 0,3-1 0 0 0,-1 0-89 0 0,0 0 0 0 0,-1 0 0 0 0,1-1 0 0 0,0 1 0 0 0,0-1 0 0 0,-1 0-1 0 0,1 0 1 0 0,-1 0 0 0 0,4-3 0 0 0,1-2-155 0 0,-1 0 0 0 0,1 0 0 0 0,-1 0 0 0 0,-1-1 0 0 0,1-1 0 0 0,8-14 0 0 0,-9 9 285 0 0,0-2-1 0 0,0 1 0 0 0,-2-1 1 0 0,0 0-1 0 0,-1 0 1 0 0,3-32-1 0 0,-1 10 2112 0 0,-4 66 2018 0 0,16 63-2580 0 0,-15-78-1733 0 0,2-1 0 0 0,0 1 0 0 0,0-1 0 0 0,1 0 0 0 0,0 0 1 0 0,1-1-1 0 0,1 1 0 0 0,12 16 0 0 0,-2-9-6237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56.28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 3225 0 0,'0'-2'9399'0'0,"2"21"-5738"0"0,6 67-1813 0 0,-1-58-1461 0 0,0-1 1 0 0,2 1-1 0 0,21 45 0 0 0,49 73-1709 0 0,-64-119 246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56.4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68 8754 0 0,'-1'0'89'0'0,"0"-1"-1"0"0,0 1 1 0 0,1-1 0 0 0,-1 1-1 0 0,0-1 1 0 0,0 1 0 0 0,1-1 0 0 0,-1 0-1 0 0,1 1 1 0 0,-1-1 0 0 0,1 0 0 0 0,-1 0-1 0 0,1 1 1 0 0,-1-1 0 0 0,1 0-1 0 0,0 0 1 0 0,-1 0 0 0 0,1 0 0 0 0,0 1-1 0 0,0-1 1 0 0,-1 0 0 0 0,1 0-1 0 0,0 0 1 0 0,0 0 0 0 0,0 0 0 0 0,0 0-1 0 0,0 0 1 0 0,0 1 0 0 0,1-1-1 0 0,-1 0 1 0 0,0 0 0 0 0,0 0 0 0 0,1 0-1 0 0,-1 0 1 0 0,0 1 0 0 0,1-1 0 0 0,0-1-1 0 0,2 0 257 0 0,0 0 0 0 0,0-1-1 0 0,1 1 1 0 0,-1 1 0 0 0,1-1 0 0 0,-1 0-1 0 0,8-1 1 0 0,2-2 25 0 0,0 2 0 0 0,0-1-1 0 0,17-1 1 0 0,2 3-2075 0 0,39 1 1 0 0,-13 1-235 0 0,-26-1 1807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57.3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0 304 4145 0 0,'20'-1'1578'0'0,"0"-1"-1"0"0,-1 0 1 0 0,1-2 0 0 0,-1 0 0 0 0,38-14 0 0 0,-44 13-1296 0 0,1-1 1 0 0,-1 0 0 0 0,0-1 0 0 0,-1 0 0 0 0,1-1 0 0 0,-1-1 0 0 0,-1 0 0 0 0,0 0 0 0 0,12-13 0 0 0,-19 16-246 0 0,0 0 0 0 0,0 0-1 0 0,-1 0 1 0 0,0-1 0 0 0,0 1 0 0 0,-1-1 0 0 0,1 1 0 0 0,-1-1 0 0 0,-1 0 0 0 0,1 0-1 0 0,-1 0 1 0 0,-1 0 0 0 0,1 0 0 0 0,-1 0 0 0 0,-1-11 0 0 0,1 15 1 0 0,0 0 0 0 0,-1 0 0 0 0,1 0 0 0 0,-1 0 0 0 0,0 0 0 0 0,0 0 1 0 0,0 0-1 0 0,0 1 0 0 0,0-1 0 0 0,-1 0 0 0 0,1 1 0 0 0,-1-1 0 0 0,1 0 0 0 0,-1 1 0 0 0,0 0 0 0 0,0 0 1 0 0,0-1-1 0 0,-1 1 0 0 0,1 0 0 0 0,0 1 0 0 0,-1-1 0 0 0,1 0 0 0 0,-1 1 0 0 0,0-1 0 0 0,1 1 0 0 0,-1 0 1 0 0,0 0-1 0 0,0 0 0 0 0,0 0 0 0 0,0 0 0 0 0,0 1 0 0 0,0 0 0 0 0,0-1 0 0 0,0 1 0 0 0,0 0 0 0 0,0 0 0 0 0,-4 1 1 0 0,-3 1-20 0 0,1 0 0 0 0,0 0 0 0 0,0 1 0 0 0,0 0 0 0 0,1 0 1 0 0,-1 1-1 0 0,1 1 0 0 0,0-1 0 0 0,0 1 0 0 0,0 1 0 0 0,0-1 1 0 0,1 1-1 0 0,0 0 0 0 0,0 1 0 0 0,1 0 0 0 0,0 0 0 0 0,0 0 0 0 0,1 1 1 0 0,-9 15-1 0 0,10-16 33 0 0,0 0-1 0 0,1 1 1 0 0,-1-1 0 0 0,1 1 0 0 0,1 0-1 0 0,0 0 1 0 0,0 0 0 0 0,0 0 0 0 0,1 0-1 0 0,0 0 1 0 0,1 0 0 0 0,0 1 0 0 0,0-1-1 0 0,1 0 1 0 0,0 0 0 0 0,0 1 0 0 0,1-1-1 0 0,0 0 1 0 0,0 0 0 0 0,1-1 0 0 0,0 1 0 0 0,6 11-1 0 0,0-7 73 0 0,1 0-1 0 0,1 0 1 0 0,0 0-1 0 0,0-1 1 0 0,1-1-1 0 0,0 0 1 0 0,1-1-1 0 0,0 0 1 0 0,0-1-1 0 0,1 0 1 0 0,0-2-1 0 0,26 10 1 0 0,0-3-685 0 0,0-1 0 0 0,1-2 1 0 0,66 7-1 0 0,25 1-5310 0 0,-95-10 3713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5:59.7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842 0 4609 0 0,'-2'1'170'0'0,"-1"-1"0"0"0,1 1 0 0 0,0 0 0 0 0,0-1 0 0 0,0 1 0 0 0,0 0 0 0 0,1 0 0 0 0,-1 1 0 0 0,0-1 0 0 0,0 0 0 0 0,1 1 0 0 0,-1-1 0 0 0,-1 2 0 0 0,0 0-16 0 0,-52 44-181 0 0,-89 99 1 0 0,-16 17-1063 0 0,-87 71 767 0 0,218-201 327 0 0,1 0-1 0 0,2 2 0 0 0,1 1 1 0 0,3 1-1 0 0,-34 72 0 0 0,37-66-4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0.00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784 30 9218 0 0,'52'-22'2075'0'0,"-48"21"-1859"0"0,1-1 0 0 0,-1 1-1 0 0,1 0 1 0 0,-1 0 0 0 0,1 0 0 0 0,-1 1 0 0 0,1 0-1 0 0,0-1 1 0 0,6 2 0 0 0,-10-1-191 0 0,-1 1-1 0 0,1-1 1 0 0,-1 0-1 0 0,0 0 1 0 0,0 1 0 0 0,1-1-1 0 0,-1 0 1 0 0,0 1 0 0 0,0-1-1 0 0,1 0 1 0 0,-1 1-1 0 0,0-1 1 0 0,0 1 0 0 0,0-1-1 0 0,1 0 1 0 0,-1 1 0 0 0,0-1-1 0 0,0 0 1 0 0,0 1-1 0 0,0-1 1 0 0,0 1 0 0 0,0-1-1 0 0,0 1 1 0 0,0-1 0 0 0,0 0-1 0 0,0 1 1 0 0,0-1-1 0 0,0 1 1 0 0,0-1 0 0 0,0 0-1 0 0,0 1 1 0 0,-1-1 0 0 0,1 1-1 0 0,0-1 1 0 0,0 0-1 0 0,0 1 1 0 0,-1-1 0 0 0,1 0-1 0 0,0 1 1 0 0,0-1 0 0 0,-1 0-1 0 0,0 1 1 0 0,-12 18 503 0 0,12-17-464 0 0,-114 129 871 0 0,-136 119 0 0 0,175-176-826 0 0,15-13-217 0 0,3 4-1 0 0,3 2 1 0 0,-79 126-1 0 0,31-8-2420 0 0,81-142-2635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0.2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760 78 8290 0 0,'135'-78'4455'0'0,"-139"81"-4126"0"0,1 0-1 0 0,0 0 0 0 0,-1 0 0 0 0,1 0 0 0 0,0 1 0 0 0,-3 5 1 0 0,-6 5 59 0 0,-382 427 1841 0 0,35 7-3086 0 0,302-373 28 0 0,11-14-4919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0.50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836 1 12123 0 0,'2'0'68'0'0,"0"0"1"0"0,0 0 0 0 0,0 0 0 0 0,0 0 0 0 0,0 0 0 0 0,0 0 0 0 0,0 1 0 0 0,0-1-1 0 0,0 0 1 0 0,0 1 0 0 0,0 0 0 0 0,0 0 0 0 0,0-1 0 0 0,-1 1 0 0 0,4 2 0 0 0,-4-1-33 0 0,-1-1 0 0 0,1 1 1 0 0,0-1-1 0 0,-1 1 1 0 0,1 0-1 0 0,-1-1 1 0 0,0 1-1 0 0,1 0 1 0 0,-1 0-1 0 0,0-1 1 0 0,0 1-1 0 0,0 0 0 0 0,0-1 1 0 0,-1 1-1 0 0,1 0 1 0 0,0 0-1 0 0,-1-1 1 0 0,1 1-1 0 0,-2 2 1 0 0,-3 11 187 0 0,0-1 0 0 0,-1 0 1 0 0,0 0-1 0 0,-2-1 0 0 0,1 0 1 0 0,-2 0-1 0 0,-12 16 0 0 0,-80 80 186 0 0,70-76-310 0 0,-522 575-1691 0 0,491-533-2038 0 0,6-1-1120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0.73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943 1 12931 0 0,'1'0'43'0'0,"0"1"0"0"0,0 0 1 0 0,0 0-1 0 0,-1-1 0 0 0,1 1 1 0 0,0 0-1 0 0,-1 0 1 0 0,1 0-1 0 0,-1-1 0 0 0,1 1 1 0 0,-1 0-1 0 0,1 0 0 0 0,-1 0 1 0 0,0 0-1 0 0,1 0 0 0 0,-1 0 1 0 0,0 2-1 0 0,-11 17 593 0 0,-55 59 383 0 0,-3-3-1 0 0,-113 95 1 0 0,62-61-389 0 0,79-71-702 0 0,-384 394-6288 0 0,387-386 1368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0.9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685 0 11522 0 0,'0'3'94'0'0,"1"1"0"0"0,-1-1 0 0 0,0 1 0 0 0,0-1 0 0 0,0 0 0 0 0,0 1 0 0 0,0-1-1 0 0,-1 1 1 0 0,0-1 0 0 0,0 0 0 0 0,0 1 0 0 0,0-1 0 0 0,0 0 0 0 0,0 0-1 0 0,-1 0 1 0 0,-3 5 0 0 0,-3 4 180 0 0,-1 0 1 0 0,-18 17-1 0 0,10-11 125 0 0,-75 75 369 0 0,-122 94-1 0 0,-38 37-4293 0 0,200-170 3148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1.5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2077 1 13363 0 0,'-8'10'4404'0'0,"-5"6"-3430"0"0,-310 406 2333 0 0,254-325-2857 0 0,-33 43 161 0 0,-160 235-579 0 0,-28 49 389 0 0,-25 37-539 0 0,7-8-25 0 0,260-389 84 0 0,-237 292-970 0 0,260-332 472 0 0,24-23 344 0 0,0 0 0 0 0,0 0 0 0 0,0 0-1 0 0,-1 0 1 0 0,1 0 0 0 0,-1 0 0 0 0,1 0 0 0 0,-1-1-1 0 0,1 1 1 0 0,-1-1 0 0 0,1 1 0 0 0,-1-1 0 0 0,1 1-1 0 0,-1-1 1 0 0,0 0 0 0 0,1 0 0 0 0,-4 0-1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2.29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15 300 6761 0 0,'-2'-3'39'0'0,"0"1"-1"0"0,1 0 1 0 0,0-1-1 0 0,-1 1 1 0 0,1-1-1 0 0,0 0 0 0 0,0 1 1 0 0,0-1-1 0 0,1 0 1 0 0,-1 1-1 0 0,1-1 0 0 0,-1 0 1 0 0,1 0-1 0 0,0 0 1 0 0,0 1-1 0 0,0-1 1 0 0,1-3-1 0 0,1-2-54 0 0,0 0 1 0 0,1 0-1 0 0,0 0 1 0 0,7-12-1 0 0,-8 17 67 0 0,4-7 12 0 0,0 0 0 0 0,1 1 0 0 0,1 0 1 0 0,12-13-1 0 0,-14 16 125 0 0,0 0 0 0 0,0 0 0 0 0,0 0 0 0 0,-1-1-1 0 0,0 0 1 0 0,-1 0 0 0 0,1 0 0 0 0,-1-1 0 0 0,5-15 0 0 0,-11-8 3485 0 0,2 30-3439 0 0,0 0-1 0 0,0 1 1 0 0,0-1 0 0 0,0 0-1 0 0,0 1 1 0 0,0-1 0 0 0,0 0-1 0 0,0 0 1 0 0,-1 1-1 0 0,1-1 1 0 0,0 0 0 0 0,0 1-1 0 0,-1-1 1 0 0,1 0 0 0 0,0 1-1 0 0,-1-1 1 0 0,1 0 0 0 0,-3-1 934 0 0,3 1-935 0 0,-1 1 1 0 0,1-1 0 0 0,-1 1-1 0 0,0 0 1 0 0,1-1 0 0 0,-1 1-1 0 0,0 0 1 0 0,1-1 0 0 0,-1 1-1 0 0,-1 0 1 0 0,1 3-50 0 0,-1 0 0 0 0,1 0-1 0 0,0 0 1 0 0,0 0 0 0 0,0 0 0 0 0,0 1 0 0 0,0-1 0 0 0,1 0 0 0 0,-1 1-1 0 0,1-1 1 0 0,0 5 0 0 0,0-4-74 0 0,-1 14-87 0 0,1 1 0 0 0,0-1-1 0 0,2 0 1 0 0,0 1-1 0 0,1-1 1 0 0,1 0 0 0 0,0 0-1 0 0,2-1 1 0 0,0 1 0 0 0,1-1-1 0 0,14 25 1 0 0,-16-33-14 0 0,0 1 0 0 0,1-1 1 0 0,1 0-1 0 0,-1-1 0 0 0,1 0 1 0 0,1 0-1 0 0,0 0 0 0 0,0-1 0 0 0,0 0 1 0 0,1-1-1 0 0,0 1 0 0 0,0-2 1 0 0,0 1-1 0 0,1-2 0 0 0,0 1 1 0 0,0-1-1 0 0,0-1 0 0 0,1 1 1 0 0,-1-2-1 0 0,22 3 0 0 0,-22-5-188 0 0,0-1 0 0 0,1 0 0 0 0,-1-1 1 0 0,0 0-1 0 0,0-1 0 0 0,0 0 0 0 0,0 0 0 0 0,-1-1 0 0 0,1-1 0 0 0,-1 1 0 0 0,0-1 0 0 0,0-1 0 0 0,11-9 1 0 0,8-5-7576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3.2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62 10594 0 0,'-4'-12'1407'0'0,"3"8"-744"0"0,-1 0 0 0 0,1 1 0 0 0,0-1 0 0 0,0 0 0 0 0,1 0 0 0 0,-1 0 0 0 0,1 0 0 0 0,0 0 0 0 0,0 0 0 0 0,1-6-1 0 0,-1 10-613 0 0,1 0 0 0 0,-1 0 0 0 0,1 0 0 0 0,-1 0 0 0 0,1 0 0 0 0,-1 0 0 0 0,1 0 0 0 0,-1 0 0 0 0,1 0-1 0 0,-1 0 1 0 0,1 1 0 0 0,-1-1 0 0 0,1 0 0 0 0,-1 0 0 0 0,1 1 0 0 0,-1-1 0 0 0,1 0 0 0 0,-1 0 0 0 0,1 1-1 0 0,-1-1 1 0 0,0 1 0 0 0,1-1 0 0 0,-1 0 0 0 0,0 1 0 0 0,1-1 0 0 0,-1 1 0 0 0,0-1 0 0 0,0 1 0 0 0,1-1-1 0 0,-1 1 1 0 0,0-1 0 0 0,0 2 0 0 0,12 17 298 0 0,1 6-128 0 0,-2 0 1 0 0,-1 1-1 0 0,13 47 0 0 0,9 87 73 0 0,4 15-238 0 0,-15-121-46 0 0,-20-51-14 0 0,0 0 0 0 0,0-1 0 0 0,1 1 1 0 0,-1-1-1 0 0,1 1 0 0 0,-1-1 0 0 0,1 0 0 0 0,0 1 1 0 0,0-1-1 0 0,0 0 0 0 0,1 0 0 0 0,-1 0 0 0 0,0-1 1 0 0,1 1-1 0 0,-1 0 0 0 0,5 1 0 0 0,-5-3-12 0 0,-1 0 1 0 0,1 0-1 0 0,-1 0 1 0 0,1-1-1 0 0,-1 1 0 0 0,0-1 1 0 0,1 1-1 0 0,-1-1 0 0 0,0 1 1 0 0,1-1-1 0 0,-1 0 0 0 0,0 1 1 0 0,0-1-1 0 0,0 0 0 0 0,1 0 1 0 0,-1 0-1 0 0,0 0 0 0 0,0 0 1 0 0,0 0-1 0 0,-1 0 0 0 0,1 0 1 0 0,0-1-1 0 0,0 1 0 0 0,0 0 1 0 0,-1-1-1 0 0,1 1 0 0 0,0-3 1 0 0,14-39-368 0 0,7-75-423 0 0,4-15 374 0 0,-21 116 541 0 0,1 1 0 0 0,0 0 1 0 0,1 0-1 0 0,0 0 0 0 0,19-27 0 0 0,-25 41-67 0 0,0 0-1 0 0,0 1 0 0 0,0-1 0 0 0,1 0 0 0 0,-1 1 0 0 0,1-1 0 0 0,-1 1 1 0 0,1-1-1 0 0,0 1 0 0 0,0 0 0 0 0,-1-1 0 0 0,1 1 0 0 0,0 0 0 0 0,0 0 1 0 0,0 1-1 0 0,0-1 0 0 0,4-1 0 0 0,-5 2-11 0 0,1 1 0 0 0,-1-1 0 0 0,1 0 0 0 0,-1 1 0 0 0,0-1 0 0 0,1 1 0 0 0,-1-1 0 0 0,0 1 0 0 0,0 0 0 0 0,1-1 0 0 0,-1 1 0 0 0,0 0 0 0 0,0 0 0 0 0,0 0 0 0 0,0 0 0 0 0,0 0 0 0 0,0 0 0 0 0,0 0 0 0 0,0 0 0 0 0,-1 1 0 0 0,1-1 0 0 0,0 0 0 0 0,-1 0 0 0 0,1 1 0 0 0,-1-1 0 0 0,1 0 0 0 0,0 3 0 0 0,11 34 107 0 0,-1 1 0 0 0,6 46 0 0 0,6 23 36 0 0,-20-95-293 0 0,1 1-1 0 0,0-1 1 0 0,1 1 0 0 0,0-1 0 0 0,1-1-1 0 0,1 1 1 0 0,0-1 0 0 0,0 0 0 0 0,1-1-1 0 0,1 0 1 0 0,12 13 0 0 0,-3-8-948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3.60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1 368 12787 0 0,'5'-2'231'0'0,"0"0"1"0"0,0-1-1 0 0,-1 0 1 0 0,1 0 0 0 0,0 0-1 0 0,-1-1 1 0 0,0 1-1 0 0,0-1 1 0 0,0 0-1 0 0,4-6 1 0 0,-4 6 249 0 0,9-11-299 0 0,-1 0 0 0 0,0 0 0 0 0,-1-1 0 0 0,-1-1 0 0 0,0 0 0 0 0,7-20 0 0 0,-12 27-113 0 0,-1-1 0 0 0,0 0-1 0 0,-1 0 1 0 0,0-1 0 0 0,-1 1 0 0 0,0-1 0 0 0,-1 1 0 0 0,0-1 0 0 0,-1 1 0 0 0,0-1 0 0 0,-3-17 0 0 0,3 27-40 0 0,-1 0 0 0 0,1 0 0 0 0,-1 0 0 0 0,1 0 0 0 0,-1 0 0 0 0,0 0 0 0 0,1 1 0 0 0,-1-1 0 0 0,0 0 0 0 0,0 0 0 0 0,0 1 0 0 0,-1-1 0 0 0,1 0 0 0 0,0 1 0 0 0,-1-1 0 0 0,1 1 0 0 0,0 0 0 0 0,-4-3 0 0 0,4 4 35 0 0,-1-1 1 0 0,1 1-1 0 0,-1 0 1 0 0,1-1-1 0 0,-1 1 1 0 0,0 0-1 0 0,1 0 1 0 0,-1 0-1 0 0,1 0 1 0 0,-1 0-1 0 0,0 0 1 0 0,1 0-1 0 0,-1 1 1 0 0,1-1-1 0 0,-1 1 1 0 0,1-1-1 0 0,-1 1 1 0 0,-1 0-1 0 0,-3 3 148 0 0,-1 0-1 0 0,2 0 1 0 0,-1 0 0 0 0,0 0-1 0 0,1 1 1 0 0,0 0-1 0 0,0 0 1 0 0,-8 11 0 0 0,6-7-159 0 0,2 0 1 0 0,-1 1 0 0 0,1 0 0 0 0,0 0 0 0 0,1 0 0 0 0,0 0 0 0 0,1 0 0 0 0,0 1 0 0 0,1 0-1 0 0,0-1 1 0 0,1 1 0 0 0,0 0 0 0 0,0 16 0 0 0,2-21-197 0 0,0 0 0 0 0,0 0-1 0 0,0 0 1 0 0,1 0 0 0 0,-1 0 0 0 0,1 0 0 0 0,1 0 0 0 0,-1-1 0 0 0,1 1 0 0 0,0-1-1 0 0,1 0 1 0 0,-1 0 0 0 0,1 0 0 0 0,0 0 0 0 0,0 0 0 0 0,0-1 0 0 0,1 0-1 0 0,-1 0 1 0 0,1 0 0 0 0,0 0 0 0 0,1-1 0 0 0,-1 0 0 0 0,0 0 0 0 0,1 0-1 0 0,8 2 1 0 0,10 2-2152 0 0,1-2-3805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3.9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142 133 4609 0 0,'5'-6'-107'0'0,"32"-45"1326"0"0,-35 47-789 0 0,0 1-1 0 0,0-1 1 0 0,0 0 0 0 0,-1 0-1 0 0,1 0 1 0 0,-1 0 0 0 0,0 0-1 0 0,0 0 1 0 0,-1 0-1 0 0,1 0 1 0 0,-1 0 0 0 0,0-1-1 0 0,0-3 1 0 0,0 7-280 0 0,0 0-1 0 0,0 1 1 0 0,-1-1 0 0 0,1 0-1 0 0,0 1 1 0 0,0-1 0 0 0,0 0-1 0 0,-1 1 1 0 0,1-1 0 0 0,0 0-1 0 0,-1 1 1 0 0,1-1 0 0 0,0 1-1 0 0,-1-1 1 0 0,1 0 0 0 0,-1 1-1 0 0,1-1 1 0 0,-1 1 0 0 0,1 0-1 0 0,-1-1 1 0 0,0 1 0 0 0,1-1-1 0 0,-1 1 1 0 0,1 0 0 0 0,-1-1-1 0 0,0 1 1 0 0,1 0 0 0 0,-1 0-1 0 0,0-1 1 0 0,-2 1 83 0 0,1 0 1 0 0,0 0-1 0 0,0 0 0 0 0,0 0 0 0 0,0 1 0 0 0,0-1 1 0 0,0 0-1 0 0,0 1 0 0 0,-4 1 0 0 0,-2 2 293 0 0,0-1-1 0 0,1 1 1 0 0,-15 10-1 0 0,12-4-377 0 0,-1-1 0 0 0,1 2 0 0 0,1-1 0 0 0,0 1-1 0 0,0 1 1 0 0,1 0 0 0 0,-9 18 0 0 0,12-20-62 0 0,0 0 1 0 0,0 0 0 0 0,1 1-1 0 0,1 0 1 0 0,0 0-1 0 0,0 0 1 0 0,1 0 0 0 0,1 0-1 0 0,-1 22 1 0 0,2-31-123 0 0,0 1 0 0 0,0-1 1 0 0,1 1-1 0 0,-1-1 0 0 0,1 1 0 0 0,-1-1 1 0 0,1 0-1 0 0,0 1 0 0 0,0-1 0 0 0,0 0 1 0 0,0 0-1 0 0,0 0 0 0 0,1 1 0 0 0,1 1 1 0 0,-2-3-31 0 0,0 0 0 0 0,1 0 0 0 0,-1 0 0 0 0,0 0 0 0 0,1 0 0 0 0,-1-1 0 0 0,0 1 0 0 0,1 0 0 0 0,-1-1 0 0 0,1 1 0 0 0,-1-1 0 0 0,1 1 0 0 0,-1-1 1 0 0,1 0-1 0 0,-1 0 0 0 0,1 0 0 0 0,2 0 0 0 0,0 0-54 0 0,0-1 0 0 0,1 0 1 0 0,-1 0-1 0 0,0 0 0 0 0,0-1 1 0 0,0 1-1 0 0,0-1 0 0 0,0 0 1 0 0,0 0-1 0 0,-1-1 0 0 0,1 1 1 0 0,-1-1-1 0 0,1 0 0 0 0,4-5 1 0 0,3-5 160 0 0,-1-1 1 0 0,0 0 0 0 0,-1 0-1 0 0,8-19 1 0 0,-7 14 715 0 0,21-31 1 0 0,-30 49-713 0 0,-1 0 1 0 0,1 1-1 0 0,0-1 1 0 0,-1 0-1 0 0,1 0 1 0 0,0 0 0 0 0,0 0-1 0 0,0 0 1 0 0,0 1-1 0 0,0-1 1 0 0,0 0-1 0 0,0 1 1 0 0,0-1-1 0 0,0 1 1 0 0,0-1-1 0 0,0 1 1 0 0,0 0-1 0 0,0-1 1 0 0,1 1-1 0 0,-1 0 1 0 0,0 0 0 0 0,0 0-1 0 0,0 0 1 0 0,0 0-1 0 0,1 0 1 0 0,-1 0-1 0 0,0 0 1 0 0,0 0-1 0 0,0 1 1 0 0,0-1-1 0 0,1 0 1 0 0,-1 1-1 0 0,0-1 1 0 0,0 1-1 0 0,0-1 1 0 0,0 1 0 0 0,0-1-1 0 0,0 1 1 0 0,0 0-1 0 0,0 0 1 0 0,0-1-1 0 0,-1 1 1 0 0,2 1-1 0 0,6 6-5 0 0,-1 1 1 0 0,0 0-1 0 0,0 0 0 0 0,5 10 0 0 0,7 9-278 0 0,-16-25 62 0 0,0 0 1 0 0,1 0 0 0 0,-1-1 0 0 0,1 1-1 0 0,0-1 1 0 0,6 4 0 0 0,15 3-5907 0 0,-8-6-623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4.1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0 150 6913 0 0,'31'47'7442'0'0,"-1"-1"-4651"0"0,-25-40-2486 0 0,0 0 1 0 0,1 0-1 0 0,0-1 0 0 0,0 0 0 0 0,0 0 0 0 0,1 0 0 0 0,-1-1 1 0 0,1 0-1 0 0,0 0 0 0 0,14 5 0 0 0,-18-8-230 0 0,0 0 1 0 0,0 0-1 0 0,-1-1 0 0 0,1 1 1 0 0,0-1-1 0 0,0 0 0 0 0,0 0 0 0 0,0 0 1 0 0,0 0-1 0 0,0 0 0 0 0,0-1 1 0 0,-1 1-1 0 0,1-1 0 0 0,0 0 0 0 0,0 0 1 0 0,0 0-1 0 0,-1 0 0 0 0,1 0 1 0 0,-1-1-1 0 0,1 1 0 0 0,-1-1 0 0 0,1 1 1 0 0,-1-1-1 0 0,0 0 0 0 0,0 0 1 0 0,0 0-1 0 0,0 0 0 0 0,0-1 0 0 0,0 1 1 0 0,-1 0-1 0 0,1-1 0 0 0,1-3 1 0 0,5-12 1 0 0,-1 0 0 0 0,0-1 1 0 0,-1 0-1 0 0,5-33 0 0 0,7-23-582 0 0,-1 31-902 0 0,-6 23 101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4.3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 0 10594 0 0,'2'36'1901'0'0,"-3"0"0"0"0,-8 64 0 0 0,2-36-2133 0 0,4 0-3833 0 0,7-47 3715 0 0,0-12 439 0 0,0-12-65 0 0,-2-4-24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4.5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 67 13363 0 0,'-8'-13'592'0'0,"2"4"120"0"0,2 1-568 0 0,2 4-144 0 0,1-1 672 0 0,-1 2 112 0 0,0-1 17 0 0,1-1 7 0 0,1 1-720 0 0,1-1-88 0 0,3 2-136 0 0,0 1 32 0 0,4 1-1785 0 0,-1 1-351 0 0,4 0-65 0 0,-2 0-23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5.25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39 1 8754 0 0,'-12'-1'6244'0'0,"12"2"-6095"0"0,-9 18 2998 0 0,2 24-921 0 0,5-26-1972 0 0,-3 32 507 0 0,1 2 0 0 0,5 51 1 0 0,-1-88-852 0 0,2 0 0 0 0,0-1 1 0 0,0 1-1 0 0,1-1 1 0 0,1 0-1 0 0,0 0 0 0 0,1 0 1 0 0,0 0-1 0 0,1-1 1 0 0,1 0-1 0 0,-1 0 0 0 0,15 17 1 0 0,-19-26-126 0 0,0-1 1 0 0,0 0-1 0 0,0 0 1 0 0,0 0-1 0 0,0 0 1 0 0,1 0-1 0 0,-1 0 1 0 0,1 0-1 0 0,-1-1 1 0 0,1 0-1 0 0,0 1 1 0 0,0-1-1 0 0,-1 0 1 0 0,1 0-1 0 0,0 0 1 0 0,0-1-1 0 0,0 1 0 0 0,0-1 1 0 0,0 0-1 0 0,3 0 1 0 0,-1 0-174 0 0,0-1 0 0 0,-1 0 0 0 0,1 0 0 0 0,-1-1 0 0 0,1 0 0 0 0,-1 1 1 0 0,0-1-1 0 0,0-1 0 0 0,0 1 0 0 0,0 0 0 0 0,6-6 0 0 0,0-1-351 0 0,0 0 0 0 0,-1-1 0 0 0,13-15 0 0 0,13-28 1334 0 0,-24 32-124 0 0,-8 14-92 0 0,0-1-1 0 0,1 1 1 0 0,0 1 0 0 0,0-1-1 0 0,0 1 1 0 0,1 0 0 0 0,0 0-1 0 0,1 0 1 0 0,10-9 0 0 0,-16 15-276 0 0,1-1 1 0 0,0 1-1 0 0,-1-1 1 0 0,1 1 0 0 0,0 0-1 0 0,0-1 1 0 0,0 1-1 0 0,-1 0 1 0 0,1 0-1 0 0,0 0 1 0 0,0 0-1 0 0,0 0 1 0 0,-1 0 0 0 0,1 0-1 0 0,0 0 1 0 0,0 0-1 0 0,0 0 1 0 0,-1 0-1 0 0,1 0 1 0 0,0 0-1 0 0,0 1 1 0 0,0-1-1 0 0,-1 0 1 0 0,1 1 0 0 0,1 0-1 0 0,0 0 54 0 0,-1 0 0 0 0,1 1-1 0 0,-1-1 1 0 0,1 1 0 0 0,-1 0 0 0 0,0-1-1 0 0,0 1 1 0 0,1 0 0 0 0,0 4 0 0 0,14 44 1250 0 0,-16-48-1341 0 0,3 13 93 0 0,1-1 0 0 0,0 1 1 0 0,1-1-1 0 0,8 16 0 0 0,-12-27-155 0 0,1-1-1 0 0,-1 1 0 0 0,1-1 1 0 0,0 0-1 0 0,-1 1 1 0 0,1-1-1 0 0,0 0 1 0 0,0 0-1 0 0,1 0 1 0 0,-1-1-1 0 0,0 1 0 0 0,0 0 1 0 0,3 1-1 0 0,-3-3 6 0 0,0 1-1 0 0,0-1 0 0 0,0 0 0 0 0,-1 1 1 0 0,1-1-1 0 0,0 0 0 0 0,0 0 1 0 0,0 0-1 0 0,0 0 0 0 0,-1-1 0 0 0,1 1 1 0 0,0 0-1 0 0,0-1 0 0 0,-1 1 1 0 0,1-1-1 0 0,0 0 0 0 0,0 1 0 0 0,-1-1 1 0 0,1 0-1 0 0,-1 0 0 0 0,1 0 1 0 0,1-2-1 0 0,47-40 1300 0 0,-50 43-1291 0 0,1 0 0 0 0,-1-1 0 0 0,0 1 0 0 0,1 0 0 0 0,-1 0 0 0 0,1 0 0 0 0,-1 0 0 0 0,0 0 0 0 0,1 0 0 0 0,-1 0 0 0 0,1 0 0 0 0,-1 1 0 0 0,1-1 0 0 0,-1 0 0 0 0,0 0 0 0 0,1 0 0 0 0,-1 0-1 0 0,0 0 1 0 0,1 1 0 0 0,-1-1 0 0 0,0 0 0 0 0,1 0 0 0 0,-1 1 0 0 0,0-1 0 0 0,1 0 0 0 0,-1 1 0 0 0,0-1 0 0 0,1 0 0 0 0,-1 1 0 0 0,0-1 0 0 0,0 0 0 0 0,0 1 0 0 0,1-1 0 0 0,-1 0 0 0 0,0 1 0 0 0,0-1 0 0 0,0 1 0 0 0,0-1 0 0 0,0 0 0 0 0,0 1 0 0 0,0-1 0 0 0,0 1-1 0 0,0-1 1 0 0,0 0 0 0 0,0 1 0 0 0,0-1 0 0 0,0 1 0 0 0,0 0 0 0 0,2 24 314 0 0,-2-24-302 0 0,0 19 173 0 0,-4 161 693 0 0,1-145-973 0 0,-1 1 1 0 0,-17 67-1 0 0,16-89-636 0 0,0-1 1 0 0,-1 1-1 0 0,-12 20 0 0 0,4-11-7213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8.75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27 13363 0 0,'1'-2'166'0'0,"-1"1"1"0"0,0 0-1 0 0,0 0 1 0 0,0 0 0 0 0,0 0-1 0 0,1 0 1 0 0,-1 0-1 0 0,0 0 1 0 0,1 0-1 0 0,-1 0 1 0 0,1 0-1 0 0,-1 0 1 0 0,1 0-1 0 0,0 0 1 0 0,-1 0 0 0 0,1 0-1 0 0,0 1 1 0 0,0-1-1 0 0,-1 0 1 0 0,1 0-1 0 0,0 1 1 0 0,0-1-1 0 0,0 0 1 0 0,0 1-1 0 0,0-1 1 0 0,0 1-1 0 0,0 0 1 0 0,0-1 0 0 0,0 1-1 0 0,0 0 1 0 0,0-1-1 0 0,0 1 1 0 0,1 0-1 0 0,-1 0 1 0 0,0 0-1 0 0,0 0 1 0 0,0 0-1 0 0,0 0 1 0 0,0 0 0 0 0,2 1-1 0 0,1-1 25 0 0,1 1-1 0 0,-1 0 1 0 0,0 0 0 0 0,1 0 0 0 0,-1 0-1 0 0,0 1 1 0 0,1-1 0 0 0,-1 1-1 0 0,4 3 1 0 0,2 3-105 0 0,0 0-1 0 0,0 1 1 0 0,-1 1-1 0 0,0-1 1 0 0,-1 1-1 0 0,0 1 1 0 0,0 0-1 0 0,-1 0 1 0 0,-1 0-1 0 0,0 1 1 0 0,0 0-1 0 0,4 15 1 0 0,5 20 36 0 0,17 95 0 0 0,-16-63-43 0 0,107 334 21 0 0,-71-254-775 0 0,34 171 0 0 0,-49-125-3556 0 0,-32-176-2395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09.3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129 157 5985 0 0,'-4'-27'591'0'0,"4"23"-291"0"0,-1-1 0 0 0,1 1 0 0 0,-1-1-1 0 0,0 1 1 0 0,0 0 0 0 0,-1-1 0 0 0,-1-4 0 0 0,2 9-216 0 0,1 0 0 0 0,-1 0 0 0 0,1 0 0 0 0,-1 0 0 0 0,1 0 0 0 0,-1 0-1 0 0,1 0 1 0 0,-1 0 0 0 0,1 0 0 0 0,0 1 0 0 0,-1-1 0 0 0,1 0 0 0 0,-1 0 0 0 0,1 0 0 0 0,-1 1-1 0 0,1-1 1 0 0,0 0 0 0 0,-1 0 0 0 0,1 1 0 0 0,0-1 0 0 0,-1 0 0 0 0,1 1 0 0 0,0-1 0 0 0,-1 0-1 0 0,1 1 1 0 0,0-1 0 0 0,0 1 0 0 0,-1-1 0 0 0,1 0 0 0 0,0 1 0 0 0,0-1 0 0 0,0 1 0 0 0,-13 19 563 0 0,12-18-435 0 0,-16 24 582 0 0,-31 57 940 0 0,44-75-1484 0 0,0 0 1 0 0,1 1 0 0 0,0-1 0 0 0,0 1 0 0 0,1 0-1 0 0,1 0 1 0 0,-1 0 0 0 0,1 10 0 0 0,0-18-229 0 0,1 0 1 0 0,0-1 0 0 0,0 1 0 0 0,0 0-1 0 0,0-1 1 0 0,-1 1 0 0 0,1 0-1 0 0,0 0 1 0 0,0-1 0 0 0,1 1 0 0 0,-1 0-1 0 0,0 0 1 0 0,0-1 0 0 0,0 1-1 0 0,0 0 1 0 0,1-1 0 0 0,-1 1-1 0 0,0 0 1 0 0,1-1 0 0 0,-1 1 0 0 0,0 0-1 0 0,1-1 1 0 0,-1 1 0 0 0,1-1-1 0 0,-1 1 1 0 0,1-1 0 0 0,-1 1 0 0 0,1-1-1 0 0,-1 1 1 0 0,1-1 0 0 0,0 1-1 0 0,-1-1 1 0 0,2 1 0 0 0,-1-2 5 0 0,0 1 0 0 0,0-1-1 0 0,0 1 1 0 0,0-1 0 0 0,0 0 0 0 0,0 0 0 0 0,0 1-1 0 0,-1-1 1 0 0,1 0 0 0 0,0 0 0 0 0,0 0 0 0 0,-1 0 0 0 0,1 0-1 0 0,0 0 1 0 0,-1 0 0 0 0,1 0 0 0 0,-1 0 0 0 0,0 0 0 0 0,1 0-1 0 0,-1 0 1 0 0,1-2 0 0 0,8-30 530 0 0,9-60 1 0 0,-15 68-179 0 0,1 0 0 0 0,1 1 0 0 0,1-1 0 0 0,19-45 0 0 0,-24 69-343 0 0,0-1 1 0 0,1 0 0 0 0,-1 1-1 0 0,0-1 1 0 0,0 1 0 0 0,1 0 0 0 0,-1-1-1 0 0,1 1 1 0 0,-1 0 0 0 0,1 0-1 0 0,-1 0 1 0 0,1 0 0 0 0,0 0-1 0 0,0 0 1 0 0,-1 0 0 0 0,1 0-1 0 0,0 1 1 0 0,0-1 0 0 0,0 1 0 0 0,0 0-1 0 0,0-1 1 0 0,0 1 0 0 0,0 0-1 0 0,0 0 1 0 0,0 0 0 0 0,0 0-1 0 0,-1 1 1 0 0,1-1 0 0 0,3 1-1 0 0,7 2 58 0 0,1 0-1 0 0,-1 1 0 0 0,18 9 0 0 0,-4-3 182 0 0,29 8 59 0 0,-25-9-328 0 0,-1 1 0 0 0,0 1 0 0 0,0 1 0 0 0,-1 2 0 0 0,42 27 0 0 0,-44-20-399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10.05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25 220 3225 0 0,'-4'-30'1727'0'0,"-16"-134"10250"0"0,20 162-11767 0 0,0 1-1 0 0,0 0 1 0 0,0 0 0 0 0,0-1-1 0 0,0 1 1 0 0,0 0-1 0 0,0 0 1 0 0,0-1 0 0 0,1 1-1 0 0,-1 0 1 0 0,0 0 0 0 0,1 0-1 0 0,-1-1 1 0 0,1 1 0 0 0,-1 0-1 0 0,1 0 1 0 0,0 0-1 0 0,0 0 1 0 0,0-1 0 0 0,6 4 1376 0 0,-1 13-1209 0 0,1 43-213 0 0,-2-1 0 0 0,-2 65-1 0 0,-3-54-202 0 0,10 72 0 0 0,-7-118-46 0 0,1-1 0 0 0,1 1 1 0 0,0-1-1 0 0,2-1 1 0 0,1 1-1 0 0,0-1 0 0 0,17 28 1 0 0,10-2-1291 0 0,-17-27 85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10.2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0 11979 0 0,'1'5'3885'0'0,"1"32"-410"0"0,-12 13-2026 0 0,7-38-1976 0 0,-1 0 1 0 0,2 0-1 0 0,0 0 0 0 0,1 1 0 0 0,0-1 1 0 0,1 1-1 0 0,0-1 0 0 0,1 1 0 0 0,3 19 1 0 0,0-25 609 0 0,-2-11-40 0 0,-2-4-103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10.4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89 3225 0 0,'-5'-26'2136'0'0,"0"-10"6097"0"0,5 13-6824 0 0,0 23-1441 0 0,0 0 0 0 0,0 0-1 0 0,0 0 1 0 0,0 0 0 0 0,0 0-1 0 0,0 0 1 0 0,0 0 0 0 0,0-1-1 0 0,0 1 1 0 0,0 0 0 0 0,0 0-1 0 0,0 0 1 0 0,0 0 0 0 0,0 0-1 0 0,0 0 1 0 0,0-1 0 0 0,0 1-1 0 0,0 0 1 0 0,0 0 0 0 0,0 0-1 0 0,0 0 1 0 0,0 0-1 0 0,0 0 1 0 0,1 0 0 0 0,-1 0-1 0 0,0 0 1 0 0,0-1 0 0 0,0 1-1 0 0,0 0 1 0 0,0 0 0 0 0,0 0-1 0 0,0 0 1 0 0,0 0 0 0 0,1 0-1 0 0,-1 0 1 0 0,0 0 0 0 0,0 0-1 0 0,0 0 1 0 0,0 0 0 0 0,0 0-1 0 0,0 0 1 0 0,1 0 0 0 0,-1 0-1 0 0,0 0 1 0 0,0 0 0 0 0,0 0-1 0 0,0 0 1 0 0,0 0 0 0 0,0 0-1 0 0,1 0 1 0 0,-1 0 0 0 0,0 0-1 0 0,0 0 1 0 0,0 0 0 0 0,0 1-1 0 0,0-1 1 0 0,0 0 0 0 0,0 0-1 0 0,9 9-1609 0 0,6 13 438 0 0,-6-4 1112 0 0,0 1 81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10.89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254 21 3681 0 0,'-6'-4'526'0'0,"-1"1"1"0"0,0 0-1 0 0,0 1 1 0 0,0 0-1 0 0,-1 0 1 0 0,1 0-1 0 0,0 1 1 0 0,-1 0-1 0 0,1 0 1 0 0,-1 1-1 0 0,0 0 1 0 0,1 0-1 0 0,-1 1 1 0 0,1 0-1 0 0,0 1 0 0 0,-1-1 1 0 0,1 1-1 0 0,-13 6 1 0 0,14-7-332 0 0,0 2-1 0 0,0-1 1 0 0,1 1 0 0 0,-1 0-1 0 0,0 0 1 0 0,1 0 0 0 0,0 1-1 0 0,0 0 1 0 0,0 0 0 0 0,1 0-1 0 0,-1 1 1 0 0,1-1 0 0 0,0 1-1 0 0,0 0 1 0 0,0 0 0 0 0,1 1-1 0 0,0-1 1 0 0,0 1 0 0 0,0 0-1 0 0,1-1 1 0 0,0 1 0 0 0,-3 12-1 0 0,5-15-173 0 0,-1 0 0 0 0,1-1-1 0 0,0 1 1 0 0,0 0 0 0 0,0 0 0 0 0,0-1-1 0 0,0 1 1 0 0,1 0 0 0 0,0 0 0 0 0,-1-1-1 0 0,1 1 1 0 0,0 0 0 0 0,0-1 0 0 0,0 1-1 0 0,0-1 1 0 0,1 1 0 0 0,-1-1 0 0 0,1 0-1 0 0,-1 1 1 0 0,1-1 0 0 0,0 0 0 0 0,0 0-1 0 0,0 0 1 0 0,0 0 0 0 0,0-1 0 0 0,1 1-1 0 0,-1-1 1 0 0,0 1 0 0 0,1-1 0 0 0,-1 0-1 0 0,1 1 1 0 0,-1-1 0 0 0,1-1 0 0 0,0 1-1 0 0,0 0 1 0 0,-1-1 0 0 0,1 1-1 0 0,0-1 1 0 0,5 0 0 0 0,6 1 1 0 0,0-2 1 0 0,0 1-1 0 0,0-2 1 0 0,0 0-1 0 0,0 0 1 0 0,20-7-1 0 0,-4-2-69 0 0,-21 8 146 0 0,0-1 0 0 0,1 2 1 0 0,-1-1-1 0 0,1 1 0 0 0,14-1 1 0 0,-21 3-57 0 0,0 0 0 0 0,0 0 1 0 0,0 0-1 0 0,0 1 0 0 0,0 0 1 0 0,0-1-1 0 0,0 1 0 0 0,-1 0 0 0 0,1 0 1 0 0,0 1-1 0 0,0-1 0 0 0,-1 1 1 0 0,1-1-1 0 0,-1 1 0 0 0,1 0 0 0 0,-1 0 1 0 0,0 0-1 0 0,1 0 0 0 0,-1 0 1 0 0,0 1-1 0 0,0-1 0 0 0,1 3 0 0 0,4 6 14 0 0,-1 1-1 0 0,-1-1 0 0 0,1 1 0 0 0,-2 0 0 0 0,0 0 0 0 0,0 0 0 0 0,-1 1 0 0 0,2 24 1 0 0,-3-21-135 0 0,-1 1 0 0 0,-1 0 0 0 0,0 0 0 0 0,-2 0 0 0 0,1-1 0 0 0,-7 23 0 0 0,7-34 66 0 0,-1 0 0 0 0,1 1-1 0 0,-1-1 1 0 0,-1 0 0 0 0,1 0 0 0 0,-1-1-1 0 0,1 1 1 0 0,-1 0 0 0 0,-1-1-1 0 0,1 0 1 0 0,-1 0 0 0 0,1 0-1 0 0,-1 0 1 0 0,0 0 0 0 0,-1-1-1 0 0,-4 4 1 0 0,5-5-22 0 0,1-1 1 0 0,-1 1-1 0 0,0-1 1 0 0,0 0-1 0 0,0 0 1 0 0,0 0-1 0 0,0 0 0 0 0,0-1 1 0 0,-1 0-1 0 0,1 1 1 0 0,0-1-1 0 0,0-1 0 0 0,0 1 1 0 0,0-1-1 0 0,0 0 1 0 0,0 0-1 0 0,0 0 1 0 0,0 0-1 0 0,0-1 0 0 0,0 1 1 0 0,-6-5-1 0 0,-31-20-3075 0 0,19 3-3356 0 0,22 23 6389 0 0,0-1-1 0 0,0 1 1 0 0,0 0 0 0 0,-1-1-1 0 0,1 1 1 0 0,0-1-1 0 0,0 1 1 0 0,0 0 0 0 0,0-1-1 0 0,0 1 1 0 0,0-1-1 0 0,0 1 1 0 0,0-1 0 0 0,0 1-1 0 0,0 0 1 0 0,0-1-1 0 0,1 1 1 0 0,-1 0 0 0 0,0-1-1 0 0,0 1 1 0 0,0-1 0 0 0,0 1-1 0 0,1 0 1 0 0,-1-1-1 0 0,0 1 1 0 0,0 0 0 0 0,1-1-1 0 0,-1 1 1 0 0,0 0-1 0 0,1 0 1 0 0,-1-1 0 0 0,0 1-1 0 0,1 0 1 0 0,-1 0-1 0 0,0-1 1 0 0,1 1 0 0 0,-1 0-1 0 0,1 0 1 0 0,6-4 55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11.45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43 24 11979 0 0,'-1'-2'282'0'0,"-1"0"1"0"0,1 0-1 0 0,-1-1 1 0 0,0 1 0 0 0,0 0-1 0 0,0 0 1 0 0,0 1 0 0 0,0-1-1 0 0,0 0 1 0 0,-3-1 0 0 0,4 3-180 0 0,1 0 0 0 0,0-1 0 0 0,-1 1 0 0 0,1 0 0 0 0,-1 0 0 0 0,1 0 0 0 0,0 0 0 0 0,-1 0 0 0 0,1 0 0 0 0,0 0 0 0 0,-1 0 0 0 0,1 0 0 0 0,-1 0 0 0 0,1 0 0 0 0,0 0 1 0 0,-1 1-1 0 0,1-1 0 0 0,0 0 0 0 0,-1 0 0 0 0,1 0 0 0 0,0 0 0 0 0,-1 1 0 0 0,1-1 0 0 0,0 0 0 0 0,-1 0 0 0 0,1 0 0 0 0,0 1 0 0 0,-1-1 0 0 0,-5 20 1929 0 0,4 15-829 0 0,5 66-1 0 0,0-20-878 0 0,-3-49-279 0 0,2-1-1 0 0,10 59 1 0 0,-10-79-40 0 0,1 0 1 0 0,0-1-1 0 0,0 1 1 0 0,1-1-1 0 0,1 1 1 0 0,0-1-1 0 0,0 0 1 0 0,1-1-1 0 0,0 1 1 0 0,1-1-1 0 0,12 13 1 0 0,-18-20-17 0 0,1-1 1 0 0,0 1-1 0 0,0 0 1 0 0,1-1-1 0 0,-1 1 1 0 0,0-1-1 0 0,0 1 1 0 0,1-1-1 0 0,-1 0 1 0 0,1 0-1 0 0,-1 0 1 0 0,1 0-1 0 0,0-1 1 0 0,-1 1-1 0 0,1-1 0 0 0,0 1 1 0 0,-1-1-1 0 0,1 0 1 0 0,0 0-1 0 0,2-1 1 0 0,-1 0-32 0 0,0 0 1 0 0,0 0-1 0 0,0-1 1 0 0,-1 1-1 0 0,1-1 0 0 0,-1 0 1 0 0,1 0-1 0 0,-1-1 1 0 0,0 1-1 0 0,1 0 0 0 0,4-7 1 0 0,4-4-129 0 0,-2-1 0 0 0,0 0 1 0 0,0 0-1 0 0,14-30 1 0 0,-2-5-258 0 0,-18 37 479 0 0,0 0 0 0 0,1 1 0 0 0,1-1 0 0 0,0 1-1 0 0,1 0 1 0 0,0 1 0 0 0,0-1 0 0 0,17-16 0 0 0,-22 26-25 0 0,-1-1 1 0 0,0 1-1 0 0,0 0 1 0 0,1 0 0 0 0,-1 0-1 0 0,1 0 1 0 0,-1 0-1 0 0,1 1 1 0 0,-1-1-1 0 0,1 0 1 0 0,-1 1 0 0 0,1-1-1 0 0,0 1 1 0 0,-1-1-1 0 0,1 1 1 0 0,0 0 0 0 0,-1 0-1 0 0,1 0 1 0 0,0 0-1 0 0,0 0 1 0 0,-1 0-1 0 0,1 0 1 0 0,0 0 0 0 0,-1 1-1 0 0,1-1 1 0 0,0 1-1 0 0,-1-1 1 0 0,1 1 0 0 0,0 0-1 0 0,-1-1 1 0 0,1 1-1 0 0,-1 0 1 0 0,0 0-1 0 0,1 0 1 0 0,-1 0 0 0 0,0 1-1 0 0,1-1 1 0 0,1 2-1 0 0,3 6-46 0 0,0 0 0 0 0,0 1 0 0 0,0-1-1 0 0,-1 1 1 0 0,4 12 0 0 0,2 2-635 0 0,-2-8-1197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11.6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41 4 3225 0 0,'-29'-4'15374'0'0,"25"21"-15145"0"0,1 5 298 0 0,0 1 0 0 0,2-1 0 0 0,0 1 0 0 0,2 0 1 0 0,4 27-1 0 0,0-13-511 0 0,3 1 0 0 0,15 46 0 0 0,-14-57-546 0 0,1-1-1 0 0,21 39 0 0 0,-1-20-5409 0 0,-8-19-317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17.8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88 40 456 0 0,'-17'1'-972'0'0,"-7"0"3570"0"0,21-1-1771 0 0,0 0 1 0 0,0 0 0 0 0,0 0-1 0 0,-1 0 1 0 0,1 0 0 0 0,0-1 0 0 0,0 1-1 0 0,0-1 1 0 0,0 0 0 0 0,0 0-1 0 0,0 0 1 0 0,0 0 0 0 0,-3-3 0 0 0,6 4-672 0 0,0-1 0 0 0,1 1-1 0 0,-1-1 1 0 0,0 1 0 0 0,0-1 0 0 0,1 1 0 0 0,-1-1 0 0 0,1 1 0 0 0,-1 0 0 0 0,0-1 0 0 0,1 1 0 0 0,-1-1 0 0 0,1 1 0 0 0,-1 0 0 0 0,1-1 0 0 0,-1 1 0 0 0,1 0 0 0 0,-1 0 0 0 0,1 0 0 0 0,0-1 0 0 0,-1 1 0 0 0,1 0 0 0 0,-1 0 0 0 0,1 0 0 0 0,-1 0 0 0 0,1 0 0 0 0,1 0 0 0 0,18-5 546 0 0,66-9-1098 0 0,-59 10-727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18.0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35 11 11058 0 0,'-6'-3'1184'0'0,"-14"-4"4276"0"0,19 7-5383 0 0,1 0 1 0 0,-1 0-1 0 0,1 1 1 0 0,-1-1-1 0 0,1 0 1 0 0,-1 1-1 0 0,1-1 0 0 0,-1 0 1 0 0,1 1-1 0 0,0-1 1 0 0,-1 1-1 0 0,1-1 1 0 0,0 0-1 0 0,0 1 0 0 0,-1-1 1 0 0,1 1-1 0 0,0-1 1 0 0,0 1-1 0 0,-1-1 1 0 0,1 1-1 0 0,0-1 0 0 0,0 1 1 0 0,0 0-1 0 0,0-1 1 0 0,0 1-1 0 0,0-1 1 0 0,0 1-1 0 0,0-1 0 0 0,0 1 1 0 0,0-1-1 0 0,0 1 1 0 0,0-1-1 0 0,0 1 1 0 0,1-1-1 0 0,-1 1 0 0 0,0-1 1 0 0,0 1-1 0 0,1 0 1 0 0,30 199 2322 0 0,-10-61-3439 0 0,3-2-5391 0 0,-20-113 491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18.4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54 61 11058 0 0,'-14'-16'2303'0'0,"14"16"-2187"0"0,0 0 0 0 0,0 0-1 0 0,-1-1 1 0 0,1 1 0 0 0,0 0-1 0 0,-1 0 1 0 0,1 0 0 0 0,0 0 0 0 0,0 0-1 0 0,-1 0 1 0 0,1 0 0 0 0,0 0-1 0 0,-1 0 1 0 0,1 0 0 0 0,0 0 0 0 0,-2 1 809 0 0,1 0-809 0 0,-1 1 441 0 0,1 1 0 0 0,-1 0 0 0 0,0 0 0 0 0,1-1 0 0 0,0 1 0 0 0,0 0 0 0 0,0 0 0 0 0,-1 4 0 0 0,-1 4-1400 0 0,-1 3 978 0 0,0 1-1 0 0,1-1 0 0 0,0 1 0 0 0,2 0 0 0 0,0 0 1 0 0,0 0-1 0 0,1 0 0 0 0,1 0 0 0 0,1 0 0 0 0,5 23 1 0 0,-7-36-138 0 0,0 0 0 0 0,1 0 1 0 0,-1 1-1 0 0,1-1 0 0 0,0 0 0 0 0,0 0 1 0 0,0 0-1 0 0,0 0 0 0 0,0 0 1 0 0,0-1-1 0 0,0 1 0 0 0,1 0 1 0 0,-1 0-1 0 0,1-1 0 0 0,-1 1 0 0 0,1-1 1 0 0,0 1-1 0 0,-1-1 0 0 0,1 0 1 0 0,0 0-1 0 0,0 0 0 0 0,0 0 1 0 0,0 0-1 0 0,0 0 0 0 0,0 0 1 0 0,0 0-1 0 0,0-1 0 0 0,0 1 0 0 0,1-1 1 0 0,-1 0-1 0 0,0 0 0 0 0,0 0 1 0 0,0 0-1 0 0,1 0 0 0 0,-1 0 1 0 0,0 0-1 0 0,0-1 0 0 0,0 1 0 0 0,0-1 1 0 0,1 1-1 0 0,-1-1 0 0 0,4-2 1 0 0,1-1-11 0 0,0 1 0 0 0,0-1 0 0 0,0-1 1 0 0,0 1-1 0 0,-1-1 0 0 0,0-1 1 0 0,0 1-1 0 0,0-1 0 0 0,0 0 0 0 0,7-11 1 0 0,-2-4 8 0 0,-1 0 1 0 0,0-1 0 0 0,-2 0 0 0 0,-1-1-1 0 0,0 0 1 0 0,-2 0 0 0 0,-1 0 0 0 0,2-25-1 0 0,-6 48 28 0 0,0-1 0 0 0,0 0 1 0 0,0 0-1 0 0,0 0 0 0 0,0 0 0 0 0,0 1 0 0 0,1-1 0 0 0,-1 0 0 0 0,0 0 0 0 0,0 0 0 0 0,1 1 0 0 0,-1-1 0 0 0,0 0 0 0 0,1 1 0 0 0,-1-1 0 0 0,1 0 1 0 0,-1 0-1 0 0,1 1 0 0 0,-1-1 0 0 0,1 1 0 0 0,0-1 0 0 0,-1 1 0 0 0,1-1 0 0 0,1 0 0 0 0,-2 1-5 0 0,1 0-1 0 0,0 0 0 0 0,0 0 1 0 0,0 1-1 0 0,-1-1 1 0 0,1 0-1 0 0,0 0 0 0 0,0 1 1 0 0,-1-1-1 0 0,1 0 1 0 0,0 1-1 0 0,-1-1 1 0 0,1 1-1 0 0,0-1 0 0 0,-1 1 1 0 0,1-1-1 0 0,-1 1 1 0 0,1-1-1 0 0,0 2 1 0 0,4 3 23 0 0,-1 1 0 0 0,0 0 0 0 0,0 0 1 0 0,4 9-1 0 0,0 8 44 0 0,0 0 0 0 0,-1 0 0 0 0,-1 1 0 0 0,-2-1 1 0 0,3 35-1 0 0,-5-20 12 0 0,-1 1 0 0 0,-7 64 0 0 0,3-84-158 0 0,-1 0 0 0 0,0 0 0 0 0,-2 0 0 0 0,0-1 0 0 0,-1 0 0 0 0,0 0 0 0 0,-2-1 0 0 0,0 0 0 0 0,-1 0 0 0 0,-1-1 0 0 0,-23 28 0 0 0,11-21-519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19.2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284 485 10594 0 0,'-1'-3'250'0'0,"-1"-1"0"0"0,1 1 0 0 0,-1-1 0 0 0,0 1 0 0 0,0-1 0 0 0,0 1 0 0 0,0 0 0 0 0,-1 0 0 0 0,1 0-1 0 0,-1 0 1 0 0,0 0 0 0 0,0 1 0 0 0,0-1 0 0 0,0 1 0 0 0,0 0 0 0 0,-1 0 0 0 0,1 0 0 0 0,0 0 0 0 0,-1 1 0 0 0,0 0 0 0 0,1-1 0 0 0,-1 1-1 0 0,0 0 1 0 0,0 1 0 0 0,0-1 0 0 0,1 1 0 0 0,-7-1 0 0 0,4 1-98 0 0,0 1-1 0 0,0-1 1 0 0,-1 1 0 0 0,1 0 0 0 0,0 0-1 0 0,0 1 1 0 0,1 0 0 0 0,-1 0-1 0 0,0 0 1 0 0,1 1 0 0 0,-1 0-1 0 0,1 0 1 0 0,0 0 0 0 0,0 1 0 0 0,0 0-1 0 0,-8 8 1 0 0,0 1 48 0 0,2 1 1 0 0,0 1-1 0 0,0 0 0 0 0,-10 22 1 0 0,17-28-185 0 0,0-1 0 0 0,1 1 0 0 0,-1-1 0 0 0,2 1 0 0 0,-1 0 0 0 0,1 0 0 0 0,1 1 0 0 0,0-1 0 0 0,0 0 0 0 0,1 13 0 0 0,0-19-55 0 0,0-1 1 0 0,0 0 0 0 0,0 1 0 0 0,1-1 0 0 0,-1 1 0 0 0,1-1 0 0 0,0 0-1 0 0,-1 1 1 0 0,1-1 0 0 0,0 0 0 0 0,0 0 0 0 0,1 0 0 0 0,-1 0 0 0 0,0 0-1 0 0,1 0 1 0 0,-1 0 0 0 0,1 0 0 0 0,0 0 0 0 0,-1-1 0 0 0,1 1 0 0 0,0 0-1 0 0,0-1 1 0 0,0 0 0 0 0,0 0 0 0 0,0 1 0 0 0,1-1 0 0 0,-1 0-1 0 0,0-1 1 0 0,1 1 0 0 0,-1 0 0 0 0,0-1 0 0 0,1 1 0 0 0,-1-1 0 0 0,1 0-1 0 0,-1 1 1 0 0,0-1 0 0 0,1-1 0 0 0,-1 1 0 0 0,1 0 0 0 0,-1 0 0 0 0,5-2-1 0 0,3 0-324 0 0,0-1 0 0 0,0 0-1 0 0,0-1 1 0 0,-1 1-1 0 0,0-2 1 0 0,0 1-1 0 0,0-1 1 0 0,15-12 0 0 0,-14 9 101 0 0,0-1 1 0 0,-1 0 0 0 0,0-1 0 0 0,-1 0 0 0 0,0 0-1 0 0,0-1 1 0 0,-1 0 0 0 0,0 0 0 0 0,-1-1 0 0 0,-1 1-1 0 0,0-1 1 0 0,0-1 0 0 0,2-13 0 0 0,-1-1 223 0 0,-2 0 1 0 0,-1 0 0 0 0,-1 0-1 0 0,-2 0 1 0 0,-3-35 0 0 0,0-12 1381 0 0,2 35 255 0 0,-1 0 0 0 0,-2 1 1 0 0,-18-75-1 0 0,14 95-220 0 0,4 29-287 0 0,7 32-559 0 0,124 426 73 0 0,-103-411-1750 0 0,-4-21-4664 0 0,-2-8-1504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19.5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153 155 10138 0 0,'-1'-3'167'0'0,"0"1"0"0"0,0 0-1 0 0,0 0 1 0 0,-1 0 0 0 0,1 0-1 0 0,-1 0 1 0 0,0 0 0 0 0,1 0 0 0 0,-1 0-1 0 0,0 0 1 0 0,0 1 0 0 0,0-1-1 0 0,0 1 1 0 0,0 0 0 0 0,-1 0 0 0 0,1-1-1 0 0,0 1 1 0 0,-4-1 0 0 0,2 2 112 0 0,0-1 0 0 0,-1 1 1 0 0,1 0-1 0 0,0 0 1 0 0,0 0-1 0 0,0 0 0 0 0,0 1 1 0 0,0 0-1 0 0,0-1 0 0 0,0 2 1 0 0,-4 0-1 0 0,5-1-178 0 0,-1 0-1 0 0,1 1 0 0 0,-1-1 0 0 0,1 1 1 0 0,0 0-1 0 0,0 0 0 0 0,-1 0 1 0 0,1 0-1 0 0,1 0 0 0 0,-1 1 1 0 0,0-1-1 0 0,1 1 0 0 0,-1 0 1 0 0,1 0-1 0 0,0 0 0 0 0,0 0 0 0 0,0 0 1 0 0,0 0-1 0 0,0 0 0 0 0,1 1 1 0 0,0-1-1 0 0,-1 1 0 0 0,1-1 1 0 0,0 1-1 0 0,1-1 0 0 0,-1 1 1 0 0,1 0-1 0 0,-1-1 0 0 0,1 1 1 0 0,1 0-1 0 0,-1-1 0 0 0,0 1 0 0 0,1 0 1 0 0,-1-1-1 0 0,3 6 0 0 0,-1 0 42 0 0,1-1-1 0 0,0 1 0 0 0,0-1 1 0 0,1 0-1 0 0,0 0 0 0 0,1 0 0 0 0,0-1 1 0 0,0 1-1 0 0,0-1 0 0 0,1-1 1 0 0,0 1-1 0 0,0-1 0 0 0,13 10 0 0 0,-11-11-120 0 0,1-1 1 0 0,-1 0-1 0 0,1-1 0 0 0,-1 0 0 0 0,1 0 0 0 0,0-1 0 0 0,0 0 0 0 0,1-1 0 0 0,-1 1 0 0 0,0-2 0 0 0,0 1 0 0 0,1-2 0 0 0,-1 1 0 0 0,0-1 0 0 0,0 0 0 0 0,0-1 0 0 0,0 0 0 0 0,0-1 0 0 0,0 0 0 0 0,0 0 0 0 0,-1-1 0 0 0,1 0 0 0 0,10-7 0 0 0,-11 6-26 0 0,-1 0 0 0 0,1 0-1 0 0,-1-1 1 0 0,0 0-1 0 0,-1 0 1 0 0,0-1 0 0 0,0 1-1 0 0,0-1 1 0 0,0-1-1 0 0,7-13 1 0 0,-11 15 10 0 0,1 0 1 0 0,0 0-1 0 0,-1 0 1 0 0,0 0-1 0 0,-1-1 1 0 0,0 1-1 0 0,0-1 1 0 0,0 1-1 0 0,0-1 1 0 0,-1 1-1 0 0,0-1 1 0 0,-1 0-1 0 0,1 1 1 0 0,-1-1-1 0 0,-3-10 1 0 0,0 8-11 0 0,1 0 0 0 0,-1-1 0 0 0,0 1 0 0 0,-1 1 0 0 0,0-1 0 0 0,-1 1 1 0 0,1-1-1 0 0,-2 2 0 0 0,1-1 0 0 0,-1 1 0 0 0,0 0 0 0 0,-16-12 0 0 0,18 15-245 0 0,0 1-1 0 0,0 0 1 0 0,0 0-1 0 0,-1 0 1 0 0,1 0-1 0 0,-1 1 1 0 0,0 0-1 0 0,0 0 1 0 0,0 1-1 0 0,0-1 1 0 0,0 1-1 0 0,0 1 1 0 0,0-1-1 0 0,0 1 1 0 0,0 0-1 0 0,0 0 1 0 0,0 1-1 0 0,0 0 1 0 0,0 0-1 0 0,0 0 1 0 0,0 1-1 0 0,-7 2 1 0 0,-4 4-6032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19.7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5985 0 0,'2'0'331'0'0,"-1"1"0"0"0,1-1-1 0 0,0 1 1 0 0,-1 0-1 0 0,1 0 1 0 0,-1-1 0 0 0,1 1-1 0 0,-1 0 1 0 0,0 0 0 0 0,1 0-1 0 0,-1 1 1 0 0,0-1-1 0 0,0 0 1 0 0,0 0 0 0 0,0 1-1 0 0,0-1 1 0 0,0 1-1 0 0,0-1 1 0 0,0 0 0 0 0,0 1-1 0 0,0 2 1 0 0,18 42 3392 0 0,-14-32-2630 0 0,79 176 3199 0 0,-14-69-6339 0 0,-63-111-37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20.02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94 10138 0 0,'3'-6'289'0'0,"-1"1"0"0"0,1-1-1 0 0,0 1 1 0 0,0-1 0 0 0,0 1 0 0 0,1 0-1 0 0,-1 0 1 0 0,1 1 0 0 0,1-1 0 0 0,-1 1 0 0 0,1 0-1 0 0,-1 0 1 0 0,1 0 0 0 0,0 1 0 0 0,1-1-1 0 0,-1 1 1 0 0,0 1 0 0 0,1-1 0 0 0,10-3-1 0 0,-12 5-161 0 0,-1 0 1 0 0,1 0-1 0 0,-1 1 0 0 0,1-1 0 0 0,-1 1 0 0 0,1-1 0 0 0,-1 1 0 0 0,1 0 0 0 0,-1 1 1 0 0,1-1-1 0 0,-1 1 0 0 0,1-1 0 0 0,-1 1 0 0 0,1 0 0 0 0,-1 0 0 0 0,0 1 0 0 0,0-1 1 0 0,1 1-1 0 0,-1-1 0 0 0,0 1 0 0 0,0 0 0 0 0,0 0 0 0 0,-1 1 0 0 0,1-1 0 0 0,0 0 0 0 0,-1 1 1 0 0,0 0-1 0 0,1-1 0 0 0,-1 1 0 0 0,0 0 0 0 0,-1 0 0 0 0,1 0 0 0 0,0 1 0 0 0,-1-1 1 0 0,2 4-1 0 0,-1 1-85 0 0,0-1 1 0 0,0 0-1 0 0,-1 1 0 0 0,1 0 1 0 0,-2-1-1 0 0,1 1 1 0 0,-1 0-1 0 0,0-1 0 0 0,-1 1 1 0 0,0 0-1 0 0,0-1 1 0 0,-1 1-1 0 0,-3 9 0 0 0,4-11-227 0 0,-1-1-1 0 0,0 0 0 0 0,0 0 1 0 0,-1-1-1 0 0,0 1 1 0 0,0 0-1 0 0,0-1 0 0 0,0 0 1 0 0,0 0-1 0 0,-1 0 0 0 0,0 0 1 0 0,0 0-1 0 0,0-1 0 0 0,0 1 1 0 0,-1-1-1 0 0,1 0 0 0 0,-1-1 1 0 0,0 1-1 0 0,-10 3 0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20.3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0 315 3225 0 0,'43'-4'1207'0'0,"-1"-2"0"0"0,0-2-1 0 0,0-2 1 0 0,-1-2 0 0 0,0-1 0 0 0,-1-2 0 0 0,42-22 0 0 0,-70 30-964 0 0,1-1-1 0 0,-1 0 1 0 0,0 0-1 0 0,-1-1 1 0 0,0 0-1 0 0,10-12 1 0 0,-16 16-231 0 0,-1 0 0 0 0,0-1 1 0 0,0 1-1 0 0,0-1 0 0 0,0 0 1 0 0,-1 1-1 0 0,0-2 1 0 0,0 1-1 0 0,-1 0 0 0 0,0-1 1 0 0,0 1-1 0 0,0-1 0 0 0,-1 1 1 0 0,1-13-1 0 0,-1 17-5 0 0,-1 1 1 0 0,0-1-1 0 0,0 1 0 0 0,-1 0 0 0 0,1-1 1 0 0,0 1-1 0 0,0-1 0 0 0,-1 1 0 0 0,1-1 1 0 0,-1 1-1 0 0,1 0 0 0 0,-1-1 0 0 0,0 1 1 0 0,1 0-1 0 0,-1 0 0 0 0,0-1 0 0 0,0 1 1 0 0,0 0-1 0 0,0 0 0 0 0,0 0 0 0 0,0 0 1 0 0,-2-1-1 0 0,0 0 21 0 0,1 1-1 0 0,0 1 1 0 0,-1-1 0 0 0,1 0-1 0 0,-1 1 1 0 0,1-1 0 0 0,-1 1 0 0 0,1 0-1 0 0,-1-1 1 0 0,1 1 0 0 0,-1 1 0 0 0,-2-1-1 0 0,-8 2 183 0 0,1 1 0 0 0,0 0 0 0 0,0 1 0 0 0,-13 5-1 0 0,10-2 91 0 0,0 0-1 0 0,0 0 0 0 0,1 2 0 0 0,0 0 0 0 0,0 0 0 0 0,1 1 0 0 0,-18 19 1 0 0,27-25-224 0 0,1 0 1 0 0,0 0 0 0 0,0 0 0 0 0,0 0-1 0 0,1 0 1 0 0,-1 1 0 0 0,1-1 0 0 0,0 1 0 0 0,0-1-1 0 0,1 1 1 0 0,-1 0 0 0 0,0 8 0 0 0,2-9-66 0 0,0 0 1 0 0,0 0-1 0 0,0 0 1 0 0,1 0 0 0 0,0-1-1 0 0,0 1 1 0 0,0 0-1 0 0,0 0 1 0 0,1 0 0 0 0,-1-1-1 0 0,1 1 1 0 0,0-1-1 0 0,0 1 1 0 0,0-1 0 0 0,0 0-1 0 0,1 0 1 0 0,-1 0-1 0 0,4 3 1 0 0,0 0-118 0 0,0-1-1 0 0,0 0 1 0 0,1 0 0 0 0,-1-1-1 0 0,1 1 1 0 0,0-1 0 0 0,0-1-1 0 0,15 6 1 0 0,-2-3-2294 0 0,0-1-1 0 0,26 3 1 0 0,-16-3-2704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20.7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215 430 6129 0 0,'13'-25'-527'0'0,"-12"20"1124"0"0,1 1-1 0 0,-1-1 1 0 0,0 1-1 0 0,0-1 1 0 0,-1 1-1 0 0,1-1 0 0 0,-1-6 1 0 0,0 9-315 0 0,0 1-1 0 0,0 0 1 0 0,0-1 0 0 0,-1 1 0 0 0,1 0-1 0 0,0-1 1 0 0,-1 1 0 0 0,1 0 0 0 0,-1 0 0 0 0,1-1-1 0 0,-1 1 1 0 0,0 0 0 0 0,1 0 0 0 0,-1 0-1 0 0,0 0 1 0 0,0 0 0 0 0,0 0 0 0 0,0 0-1 0 0,-2-2 1 0 0,2 3-70 0 0,-1-1-1 0 0,0 0 1 0 0,0 1-1 0 0,0-1 1 0 0,0 1-1 0 0,0-1 1 0 0,0 1-1 0 0,0 0 1 0 0,0 0-1 0 0,0 0 1 0 0,0 0-1 0 0,0 0 1 0 0,0 0-1 0 0,1 1 1 0 0,-1-1-1 0 0,0 1 1 0 0,-3 1-1 0 0,-7 2-66 0 0,0 1 0 0 0,1 0 0 0 0,0 1 1 0 0,0 0-1 0 0,0 1 0 0 0,1 0 0 0 0,0 1 0 0 0,0 0 0 0 0,1 1 0 0 0,0 0 0 0 0,1 0 0 0 0,0 1 0 0 0,0 0 0 0 0,1 0 0 0 0,0 0 1 0 0,1 1-1 0 0,0 1 0 0 0,-8 22 0 0 0,13-29-237 0 0,0 0-1 0 0,0 1 1 0 0,0-1 0 0 0,0 0 0 0 0,1 1-1 0 0,0-1 1 0 0,0 0 0 0 0,1 1 0 0 0,0-1 0 0 0,-1 0-1 0 0,2 0 1 0 0,-1 1 0 0 0,1-1 0 0 0,-1 0-1 0 0,4 5 1 0 0,-4-8 40 0 0,0 0-1 0 0,1 0 1 0 0,-1 0-1 0 0,1 0 1 0 0,0 0-1 0 0,-1 0 1 0 0,1-1-1 0 0,0 1 1 0 0,0 0 0 0 0,0-1-1 0 0,0 1 1 0 0,1-1-1 0 0,-1 0 1 0 0,0 0-1 0 0,0 0 1 0 0,1 0-1 0 0,-1 0 1 0 0,1-1-1 0 0,-1 1 1 0 0,1-1-1 0 0,-1 1 1 0 0,1-1 0 0 0,-1 0-1 0 0,1 0 1 0 0,-1 0-1 0 0,1 0 1 0 0,-1 0-1 0 0,1-1 1 0 0,-1 1-1 0 0,1-1 1 0 0,-1 0-1 0 0,1 0 1 0 0,2-1-1 0 0,3-1-273 0 0,0-1-1 0 0,0 0 1 0 0,-1 0-1 0 0,1 0 1 0 0,-1-1-1 0 0,0 0 1 0 0,0-1-1 0 0,-1 0 1 0 0,1 0-1 0 0,-1 0 0 0 0,-1-1 1 0 0,1 0-1 0 0,-1 0 1 0 0,0 0-1 0 0,-1 0 1 0 0,0-1-1 0 0,0 0 1 0 0,0 0-1 0 0,-1 0 1 0 0,3-14-1 0 0,-1 4-653 0 0,-2 0 0 0 0,0-1-1 0 0,-1 1 1 0 0,-1-1 0 0 0,0 0 0 0 0,-2 0 0 0 0,0 1-1 0 0,-6-30 1 0 0,-2-1 807 0 0,-12-55 1994 0 0,14 76 1091 0 0,-17-44 0 0 0,23 68-2269 0 0,-1 0 0 0 0,0 1-1 0 0,0-1 1 0 0,-1 0-1 0 0,1 1 1 0 0,-1-1 0 0 0,-3-3-1 0 0,5 6-495 0 0,1 1-1 0 0,0 0 1 0 0,-1-1-1 0 0,1 1 1 0 0,-1 0 0 0 0,1 0-1 0 0,0-1 1 0 0,-1 1-1 0 0,1 0 1 0 0,-1 0-1 0 0,1-1 1 0 0,-1 1 0 0 0,1 0-1 0 0,-1 0 1 0 0,1 0-1 0 0,-1 0 1 0 0,1 0 0 0 0,-1 0-1 0 0,1 0 1 0 0,-1 0-1 0 0,1 0 1 0 0,-1 0-1 0 0,1 0 1 0 0,-1 0 0 0 0,0 0-1 0 0,0 1-39 0 0,0 0 0 0 0,0 0 0 0 0,0 0 0 0 0,1-1 0 0 0,-1 1 0 0 0,0 0-1 0 0,1 0 1 0 0,-1 0 0 0 0,0 0 0 0 0,1 0 0 0 0,0 0 0 0 0,-1 1 0 0 0,1-1 0 0 0,-1 0 0 0 0,1 0-1 0 0,0 2 1 0 0,-3 11 130 0 0,1 0 1 0 0,1 0-1 0 0,0 0 0 0 0,1 0 0 0 0,1 0 0 0 0,3 18 0 0 0,21 85 133 0 0,-20-94-278 0 0,34 105-234 0 0,-17-75-6712 0 0,-11-27-457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21.10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17052 0 0,'4'4'5177'0'0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23.4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955 116 456 0 0,'8'-7'417'0'0,"-1"0"0"0"0,0 0 0 0 0,0-1 0 0 0,-1 0 0 0 0,0-1 0 0 0,0 0 0 0 0,-1 1 0 0 0,0-2 0 0 0,-1 1-1 0 0,4-12 1 0 0,-8 21-369 0 0,0-1 0 0 0,0 1-1 0 0,0-1 1 0 0,1 1-1 0 0,-1-1 1 0 0,0 1-1 0 0,-1 0 1 0 0,1-1-1 0 0,0 1 1 0 0,0-1-1 0 0,0 1 1 0 0,0-1 0 0 0,0 1-1 0 0,0 0 1 0 0,0-1-1 0 0,-1 1 1 0 0,1 0-1 0 0,0-1 1 0 0,0 1-1 0 0,-1-1 1 0 0,1 1-1 0 0,0 0 1 0 0,0-1 0 0 0,-1 1-1 0 0,1 0 1 0 0,0 0-1 0 0,-1-1 1 0 0,1 1-1 0 0,0 0 1 0 0,-1 0-1 0 0,1 0 1 0 0,-1-1-1 0 0,1 1 1 0 0,0 0 0 0 0,-1 0-1 0 0,1 0 1 0 0,-1 0-1 0 0,1 0 1 0 0,-1 0-1 0 0,1 0 1 0 0,0 0-1 0 0,-1 0 1 0 0,1 0-1 0 0,-1 0 1 0 0,1 0 0 0 0,-1 0-1 0 0,1 0 1 0 0,0 0-1 0 0,-1 0 1 0 0,1 0-1 0 0,-1 1 1 0 0,1-1-1 0 0,0 0 1 0 0,-1 0 0 0 0,1 1-1 0 0,-26 9 1005 0 0,6 5-690 0 0,-1 0 1 0 0,2 2-1 0 0,1 0 1 0 0,-19 21-1 0 0,-5 5-234 0 0,-711 756-2253 0 0,713-748 832 0 0,8-8-1489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23.7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1088 1 5985 0 0,'0'2'48'0'0,"-1"0"1"0"0,1 1-1 0 0,-1-1 0 0 0,0 0 0 0 0,0 0 0 0 0,0 1 0 0 0,0-1 0 0 0,0 0 0 0 0,0 0 0 0 0,-1 0 1 0 0,1 0-1 0 0,-1-1 0 0 0,1 1 0 0 0,-3 1 0 0 0,-31 29 105 0 0,21-20 78 0 0,-236 197 836 0 0,15-12-643 0 0,-133 121-1398 0 0,250-220-1370 0 0,69-51 65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24.0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1343 0 8754 0 0,'-2'4'266'0'0,"0"0"0"0"0,-1 0 0 0 0,0-1 0 0 0,0 1 0 0 0,0-1 0 0 0,-7 6 0 0 0,-126 117 2442 0 0,-137 140-51 0 0,-86 122-1050 0 0,246-257-2018 0 0,-143 216 1 0 0,167-220-751 0 0,21-22-1698 0 0,46-62-1910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24.2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1187 19 11058 0 0,'6'-4'217'0'0,"-4"2"-141"0"0,0 1 0 0 0,0-1 1 0 0,0 1-1 0 0,0 0 0 0 0,0 0 0 0 0,1 0 1 0 0,-1 0-1 0 0,0 0 0 0 0,0 0 1 0 0,1 1-1 0 0,-1-1 0 0 0,1 1 0 0 0,3-1 1 0 0,-6 1-18 0 0,1 1 0 0 0,-1-1 1 0 0,0 1-1 0 0,0-1 0 0 0,1 1 1 0 0,-1-1-1 0 0,0 1 0 0 0,0-1 1 0 0,0 1-1 0 0,0-1 0 0 0,0 1 0 0 0,0-1 1 0 0,1 1-1 0 0,-1 0 0 0 0,0-1 1 0 0,0 1-1 0 0,-1-1 0 0 0,1 1 1 0 0,0-1-1 0 0,0 1 0 0 0,0-1 1 0 0,0 1-1 0 0,0-1 0 0 0,-1 1 1 0 0,1-1-1 0 0,0 1 0 0 0,-1 0 1 0 0,-7 15 519 0 0,-8 8 135 0 0,-2 0 0 0 0,-1-2-1 0 0,-24 24 1 0 0,2-3-73 0 0,-547 610 237 0 0,467-517-2050 0 0,7 6-1 0 0,-97 158 0 0 0,162-219 89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24.5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627 14 3225 0 0,'9'-4'262'0'0,"-6"3"-139"0"0,1-1 1 0 0,0 1-1 0 0,-1 0 0 0 0,1 0 1 0 0,0 0-1 0 0,0 0 1 0 0,0 0-1 0 0,0 1 0 0 0,0 0 1 0 0,-1 0-1 0 0,7 0 1 0 0,-9 1 127 0 0,0 0 0 0 0,-1 0-1 0 0,1-1 1 0 0,0 1 0 0 0,0 0 0 0 0,-1 0 0 0 0,1 0 0 0 0,0 0 0 0 0,-1 0 0 0 0,1 0 0 0 0,-1 0 0 0 0,1 0-1 0 0,-1 0 1 0 0,0 0 0 0 0,1 0 0 0 0,-1 0 0 0 0,0 0 0 0 0,0 1 0 0 0,0-1 0 0 0,0 0 0 0 0,0 0 0 0 0,0 0-1 0 0,0 1 1 0 0,-3 28 984 0 0,-1-16-836 0 0,-1 0 0 0 0,0 0 0 0 0,-1-1 0 0 0,0 1 0 0 0,-1-1 0 0 0,-1 0 0 0 0,-9 11 0 0 0,-72 85 1302 0 0,60-75-1198 0 0,-227 240 787 0 0,149-163-2459 0 0,2 3-3524 0 0,55-58-921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6:24.7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418 0 13827 0 0,'-19'16'2022'0'0,"-55"39"-239"0"0,-66 50-427 0 0,99-71-2394 0 0,-47 50 1 0 0,58-53 253 0 0,5-10 498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8:15.1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22 147 2761 0 0,'-2'0'69'0'0,"1"-1"0"0"0,0 1 1 0 0,0-1-1 0 0,0 1 0 0 0,0-1 1 0 0,-1 0-1 0 0,1 1 0 0 0,0-1 1 0 0,0 0-1 0 0,0 0 0 0 0,0 0 1 0 0,0 0-1 0 0,1 0 1 0 0,-1 0-1 0 0,0 0 0 0 0,0 0 1 0 0,1 0-1 0 0,-1 0 0 0 0,0 0 1 0 0,1 0-1 0 0,-1-1 0 0 0,1 1 1 0 0,0 0-1 0 0,-1-2 0 0 0,13-23 10994 0 0,9 27-9989 0 0,-5 1-805 0 0,116 4 995 0 0,-22-14-710 0 0,132-27 1 0 0,-112 13-144 0 0,213-16 1333 0 0,-285 36-1424 0 0,-1 2 1 0 0,0 2 0 0 0,0 3 0 0 0,57 13 0 0 0,-109-17-267 0 0,0 0 1 0 0,0 0-1 0 0,0 1 1 0 0,-1-1 0 0 0,1 1-1 0 0,-1 0 1 0 0,1 1 0 0 0,-1-1-1 0 0,6 5 1 0 0,-9-6-65 0 0,0 0 1 0 0,0 0-1 0 0,0 1 1 0 0,0-1-1 0 0,0 1 1 0 0,0-1-1 0 0,0 0 1 0 0,0 1-1 0 0,-1 0 1 0 0,1-1-1 0 0,-1 1 0 0 0,1-1 1 0 0,-1 1-1 0 0,0 0 1 0 0,1-1-1 0 0,-1 1 1 0 0,0 0-1 0 0,0-1 1 0 0,0 1-1 0 0,0 0 1 0 0,0 0-1 0 0,-1-1 1 0 0,1 1-1 0 0,0 0 1 0 0,-1-1-1 0 0,1 1 0 0 0,-1-1 1 0 0,0 1-1 0 0,0-1 1 0 0,0 2-1 0 0,-9 19-2225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8:18.8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192 78 4145 0 0,'-59'8'2004'0'0,"-74"2"1"0"0,197 2-370 0 0,73-5-533 0 0,189-14 0 0 0,-225 2-746 0 0,302-28 1149 0 0,-142 9-1004 0 0,-213 20-402 0 0,530-30 2036 0 0,-447 30-1442 0 0,332 0 924 0 0,-107 24-667 0 0,-270-11-868 0 0,-1 4 0 0 0,92 26 0 0 0,-165-36-499 0 0,0 1 1 0 0,0 0-1 0 0,0 1 0 0 0,14 9 1 0 0,-10-3-6090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8:31.4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247 363 2304 0 0,'-1'-32'1375'0'0,"1"1"-1"0"0,9-57 0 0 0,-5 61-72 0 0,-2 0 0 0 0,0 0-1 0 0,-2 1 1 0 0,-4-42 0 0 0,4 66-1041 0 0,-1-1 0 0 0,1 1 0 0 0,-1-1 0 0 0,1 0-1 0 0,-1 1 1 0 0,0-1 0 0 0,0 1 0 0 0,0-1 0 0 0,-1 1 0 0 0,1 0 0 0 0,-3-5-1 0 0,3 7-181 0 0,1 0-1 0 0,-1-1 0 0 0,1 1 0 0 0,-1 0 0 0 0,1-1 1 0 0,-1 1-1 0 0,1 0 0 0 0,-1 0 0 0 0,1 0 0 0 0,-1-1 0 0 0,1 1 1 0 0,-1 0-1 0 0,1 0 0 0 0,-1 0 0 0 0,1 0 0 0 0,-1 0 1 0 0,0 0-1 0 0,1 0 0 0 0,-1 0 0 0 0,1 0 0 0 0,-1 0 1 0 0,0 1-1 0 0,-17 12 856 0 0,8 0-597 0 0,0 1 1 0 0,0 0-1 0 0,2 0 1 0 0,-13 29-1 0 0,-22 67 149 0 0,34-83-365 0 0,-70 235 441 0 0,71-225-482 0 0,1 0 0 0 0,3 0-1 0 0,0 1 1 0 0,3-1-1 0 0,3 49 1 0 0,1-67-67 0 0,1 1-1 0 0,0-1 1 0 0,2 0 0 0 0,0 0 0 0 0,1 0-1 0 0,1-1 1 0 0,0 0 0 0 0,2-1 0 0 0,0 0-1 0 0,0 0 1 0 0,2-1 0 0 0,0 0 0 0 0,1-1 0 0 0,1-1-1 0 0,0 0 1 0 0,1-1 0 0 0,0 0 0 0 0,23 14-1 0 0,-30-23-184 0 0,1 0-1 0 0,-1-1 1 0 0,0 0-1 0 0,1-1 0 0 0,-1 0 1 0 0,1 0-1 0 0,0-1 0 0 0,-1 0 1 0 0,1 0-1 0 0,13-1 0 0 0,6-3-1171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8:32.6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254 37 3681 0 0,'0'0'138'0'0,"1"-1"0"0"0,0 0 0 0 0,-1 0 0 0 0,1 1 0 0 0,-1-1 0 0 0,1 0 0 0 0,-1 0 0 0 0,0 0 0 0 0,1 0 0 0 0,-1 0 0 0 0,0 0 0 0 0,0 0 0 0 0,1 1 0 0 0,-1-1 0 0 0,0 0 0 0 0,0 0 0 0 0,0 0 0 0 0,0 0 0 0 0,0 0 0 0 0,0 0 0 0 0,0 0 0 0 0,-1 0 0 0 0,1 0 0 0 0,0 0 0 0 0,0 0 0 0 0,-1 0 0 0 0,1 0 0 0 0,-1 1 0 0 0,1-1 0 0 0,-1 0 0 0 0,1 0 0 0 0,-1 0 0 0 0,1 1 0 0 0,-1-1 0 0 0,-1-1 0 0 0,1 1 5 0 0,0 1 0 0 0,-1-1 0 0 0,1 1 0 0 0,-1-1 0 0 0,1 1 0 0 0,0-1 0 0 0,-1 1 0 0 0,1 0 0 0 0,-1-1 0 0 0,1 1 1 0 0,-1 0-1 0 0,1 0 0 0 0,-1 0 0 0 0,1 0 0 0 0,-1 0 0 0 0,1 1 0 0 0,0-1 0 0 0,-1 0 0 0 0,1 1 0 0 0,-1-1 0 0 0,1 1 0 0 0,0-1 1 0 0,-2 2-1 0 0,-8 5 96 0 0,1 0 0 0 0,0 0 0 0 0,0 1 0 0 0,1 1 0 0 0,0-1 0 0 0,0 2 0 0 0,1-1 0 0 0,0 1 0 0 0,-12 20 0 0 0,4-1 38 0 0,0 1 0 0 0,-16 47 1 0 0,21-47-6 0 0,1 0 0 0 0,2 0 0 0 0,-8 54 0 0 0,14-75-207 0 0,1 1 0 0 0,1-1 0 0 0,-1 1 0 0 0,2-1 0 0 0,-1 0 0 0 0,1 1 0 0 0,1-1 0 0 0,-1 0 0 0 0,2 0-1 0 0,-1 1 1 0 0,1-2 0 0 0,1 1 0 0 0,-1 0 0 0 0,2-1 0 0 0,-1 1 0 0 0,11 13 0 0 0,-11-18-78 0 0,-1 0-1 0 0,1 0 1 0 0,0-1 0 0 0,1 1-1 0 0,-1-1 1 0 0,0 0 0 0 0,1 0-1 0 0,0-1 1 0 0,0 1 0 0 0,0-1-1 0 0,0 0 1 0 0,0-1 0 0 0,0 1-1 0 0,0-1 1 0 0,1 0 0 0 0,-1 0-1 0 0,0-1 1 0 0,1 1 0 0 0,-1-1-1 0 0,0 0 1 0 0,1-1 0 0 0,8-1-1 0 0,-9 1-122 0 0,0-1 0 0 0,-1 1-1 0 0,1-1 1 0 0,-1 0-1 0 0,0 0 1 0 0,0 0 0 0 0,0-1-1 0 0,0 0 1 0 0,0 0 0 0 0,0 0-1 0 0,-1 0 1 0 0,1 0-1 0 0,-1-1 1 0 0,0 1 0 0 0,0-1-1 0 0,0 0 1 0 0,-1 0 0 0 0,1 0-1 0 0,-1 0 1 0 0,0 0-1 0 0,0-1 1 0 0,0 1 0 0 0,-1-1-1 0 0,0 1 1 0 0,0-1 0 0 0,1-5-1 0 0,2-31-52 0 0,-1 0-1 0 0,-4-52 1 0 0,-1 24 733 0 0,3 66-497 0 0,-1 1 0 0 0,1-1 0 0 0,0 0-1 0 0,0 0 1 0 0,0 0 0 0 0,0 1 0 0 0,1-1-1 0 0,-1 1 1 0 0,1-1 0 0 0,-1 1 0 0 0,1 0 0 0 0,0-1-1 0 0,0 1 1 0 0,0 0 0 0 0,0 0 0 0 0,1 0-1 0 0,-1 0 1 0 0,0 1 0 0 0,1-1 0 0 0,-1 1 0 0 0,1-1-1 0 0,0 1 1 0 0,-1 0 0 0 0,5-1 0 0 0,0-1 38 0 0,0 0 1 0 0,0 1-1 0 0,1 0 1 0 0,-1 0-1 0 0,1 1 1 0 0,-1 0-1 0 0,1 0 1 0 0,10 1-1 0 0,-13 1 3 0 0,-1-1-1 0 0,1 1 0 0 0,0 0 0 0 0,0 0 0 0 0,-1 1 1 0 0,1 0-1 0 0,-1 0 0 0 0,0 0 0 0 0,1 0 1 0 0,-1 0-1 0 0,0 1 0 0 0,0 0 0 0 0,0 0 1 0 0,-1 0-1 0 0,1 0 0 0 0,-1 1 0 0 0,0-1 0 0 0,1 1 1 0 0,-2 0-1 0 0,1 0 0 0 0,0 0 0 0 0,-1 0 1 0 0,0 0-1 0 0,0 1 0 0 0,3 6 0 0 0,-3-2 17 0 0,0-1 0 0 0,0 0 0 0 0,-1 0 1 0 0,0 1-1 0 0,0-1 0 0 0,-1 1 0 0 0,0-1 0 0 0,-1 1 0 0 0,0-1 0 0 0,0 0 0 0 0,0 1 0 0 0,-1-1 0 0 0,-6 15 0 0 0,-16 30-243 0 0,7-17-5965 0 0,11-23 545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8:32.9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1 199 6913 0 0,'0'-1'27'0'0,"0"1"-1"0"0,0 0 0 0 0,0 0 0 0 0,0 0 0 0 0,0 0 0 0 0,0 0 0 0 0,0-1 0 0 0,0 1 0 0 0,-1 0 0 0 0,1 0 0 0 0,0 0 0 0 0,0 0 0 0 0,0-1 0 0 0,0 1 1 0 0,0 0-1 0 0,0 0 0 0 0,0 0 0 0 0,0 0 0 0 0,0-1 0 0 0,0 1 0 0 0,0 0 0 0 0,0 0 0 0 0,0 0 0 0 0,1 0 0 0 0,-1-1 0 0 0,0 1 0 0 0,0 0 0 0 0,0 0 1 0 0,0 0-1 0 0,0 0 0 0 0,0-1 0 0 0,0 1 0 0 0,0 0 0 0 0,1 0 0 0 0,-1 0 0 0 0,0 0 0 0 0,0 0 0 0 0,0 0 0 0 0,0 0 0 0 0,0-1 0 0 0,1 1 0 0 0,-1 0 1 0 0,0 0-1 0 0,12-6 1604 0 0,14-1 1596 0 0,-24 7-3007 0 0,1 0-1 0 0,-1 0 0 0 0,1 0 0 0 0,-1 1 0 0 0,0-1 0 0 0,1 0 1 0 0,-1 1-1 0 0,1 0 0 0 0,-1 0 0 0 0,0 0 0 0 0,1 0 0 0 0,-1 0 1 0 0,0 0-1 0 0,0 0 0 0 0,0 1 0 0 0,0-1 0 0 0,0 1 0 0 0,0 0 1 0 0,0-1-1 0 0,-1 1 0 0 0,1 0 0 0 0,-1 0 0 0 0,3 4 1 0 0,5 7 291 0 0,-1 0 0 0 0,11 26 0 0 0,-7-15 81 0 0,-7-14-430 0 0,-1-1-32 0 0,1-1 1 0 0,-1 1 0 0 0,2-1 0 0 0,-1 0 0 0 0,1-1 0 0 0,0 1 0 0 0,1-1 0 0 0,8 7 0 0 0,-17-15-90 0 0,1-1 1 0 0,0 0-1 0 0,0 0 1 0 0,0 0-1 0 0,0 0 1 0 0,0 0-1 0 0,0 0 1 0 0,0 0 0 0 0,0 0-1 0 0,1-1 1 0 0,-1 1-1 0 0,1-4 1 0 0,-4-31 69 0 0,4 20-167 0 0,1 0 0 0 0,1 0 0 0 0,0 0 0 0 0,2 0 0 0 0,-1 1 0 0 0,9-22 0 0 0,3-1-1771 0 0,27-51 1 0 0,-40 86 1377 0 0,0 1 1 0 0,0-1-1 0 0,0 1 1 0 0,0-1-1 0 0,0 1 1 0 0,1 0-1 0 0,-1 0 1 0 0,1 0-1 0 0,0 0 1 0 0,0 1-1 0 0,0-1 1 0 0,0 1-1 0 0,6-4 1 0 0,1 3-4124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8:33.6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25 155 9674 0 0,'-10'-25'3507'0'0,"10"22"-2820"0"0,-1 0 1 0 0,0 0-1 0 0,0 0 1 0 0,0-1-1 0 0,0 1 1 0 0,-1 1 0 0 0,1-1-1 0 0,-1 0 1 0 0,-3-4-1 0 0,16 50 1634 0 0,18 45-2111 0 0,28 75-115 0 0,-49-144-96 0 0,1-1 0 0 0,0 1 1 0 0,2-2-1 0 0,0 1 0 0 0,1-2 1 0 0,16 18-1 0 0,-24-30 10 0 0,0 1 1 0 0,1-1-1 0 0,-1 0 1 0 0,1-1-1 0 0,0 1 1 0 0,0-1 0 0 0,0 0-1 0 0,1 0 1 0 0,-1-1-1 0 0,1 1 1 0 0,8 1-1 0 0,-11-3 7 0 0,-1-1 1 0 0,1 0-1 0 0,0 0 0 0 0,-1 0 0 0 0,1 0 0 0 0,-1 0 0 0 0,1 0 1 0 0,-1-1-1 0 0,1 1 0 0 0,-1-1 0 0 0,1 0 0 0 0,-1 0 1 0 0,0 0-1 0 0,1 0 0 0 0,-1 0 0 0 0,0 0 0 0 0,0 0 1 0 0,0-1-1 0 0,0 1 0 0 0,0-1 0 0 0,0 0 0 0 0,0 0 1 0 0,0 0-1 0 0,0 1 0 0 0,-1-1 0 0 0,1-1 0 0 0,-1 1 1 0 0,0 0-1 0 0,2-4 0 0 0,5-11 95 0 0,0 0 0 0 0,-1 0 0 0 0,-1-1 0 0 0,7-35 0 0 0,5-79 237 0 0,-5 35-331 0 0,-4 42-164 0 0,4-24-229 0 0,-4 26-2738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8:34.0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150 66 5985 0 0,'-1'-1'302'0'0,"-1"-1"-1"0"0,0 0 1 0 0,1 0-1 0 0,0 0 1 0 0,-1 0 0 0 0,1 0-1 0 0,0 0 1 0 0,0-1-1 0 0,0 1 1 0 0,0 0-1 0 0,1 0 1 0 0,-1-1-1 0 0,1 1 1 0 0,-1-1 0 0 0,1 1-1 0 0,0 0 1 0 0,0-1-1 0 0,0 1 1 0 0,0-4-1 0 0,0 5-120 0 0,0 0 0 0 0,1 0-1 0 0,-1 0 1 0 0,0 0 0 0 0,1 0-1 0 0,-1 1 1 0 0,1-1 0 0 0,-1 0-1 0 0,1 0 1 0 0,-1 0-1 0 0,1 1 1 0 0,0-1 0 0 0,-1 0-1 0 0,1 0 1 0 0,0 1 0 0 0,-1-1-1 0 0,1 1 1 0 0,0-1 0 0 0,0 1-1 0 0,1-1 1 0 0,-1 0-20 0 0,1 1 1 0 0,0-1-1 0 0,0 1 0 0 0,0 0 1 0 0,0-1-1 0 0,-1 1 1 0 0,1 0-1 0 0,0 0 0 0 0,0 1 1 0 0,0-1-1 0 0,0 0 0 0 0,0 0 1 0 0,-1 1-1 0 0,4 0 1 0 0,2 2 52 0 0,0 1 1 0 0,-1-1 0 0 0,1 1-1 0 0,-1 1 1 0 0,0-1 0 0 0,0 1 0 0 0,0 0-1 0 0,0 0 1 0 0,-1 0 0 0 0,0 1 0 0 0,0 0-1 0 0,-1 0 1 0 0,1 1 0 0 0,-1-1 0 0 0,4 10-1 0 0,6 14 95 0 0,0 0 0 0 0,9 36 0 0 0,-22-62-282 0 0,10 29 3 0 0,-2 1 0 0 0,-1 0 0 0 0,-2 0 0 0 0,-2 1 0 0 0,-1 0 1 0 0,-1 0-1 0 0,-2 0 0 0 0,-1 0 0 0 0,-9 45 0 0 0,6-55-174 0 0,-2 1-1 0 0,-1-1 1 0 0,-1-1-1 0 0,-1 0 0 0 0,-1 0 1 0 0,-2-1-1 0 0,0 0 0 0 0,-1 0 1 0 0,-1-2-1 0 0,-1 0 0 0 0,-1 0 1 0 0,-1-2-1 0 0,-24 23 0 0 0,28-30-410 0 0,-6 6-910 0 0,-1 0 1 0 0,-1-2 0 0 0,-40 25-1 0 0,26-25 873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8:34.5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169 90 5985 0 0,'-4'-11'1575'0'0,"-1"0"0"0"0,0 0 0 0 0,0 1 0 0 0,-1-1-1 0 0,-1 1 1 0 0,-9-11 0 0 0,15 20-1482 0 0,1 1-1 0 0,-1-1 1 0 0,1 1-1 0 0,-1 0 1 0 0,1-1-1 0 0,-1 1 1 0 0,1 0-1 0 0,-1-1 1 0 0,0 1-1 0 0,1 0 1 0 0,-1 0 0 0 0,1 0-1 0 0,-1 0 1 0 0,0-1-1 0 0,1 1 1 0 0,-1 0-1 0 0,0 0 1 0 0,1 0-1 0 0,-1 0 1 0 0,0 0-1 0 0,1 1 1 0 0,-1-1 0 0 0,0 0-1 0 0,1 0 1 0 0,-1 0-1 0 0,1 1 1 0 0,-1-1-1 0 0,0 0 1 0 0,1 0-1 0 0,-1 1 1 0 0,1-1 0 0 0,-1 1-1 0 0,1-1 1 0 0,-1 0-1 0 0,1 1 1 0 0,-1-1-1 0 0,1 1 1 0 0,-1-1-1 0 0,1 1 1 0 0,0-1-1 0 0,-1 1 1 0 0,1 0 0 0 0,0-1-1 0 0,-1 2 1 0 0,-16 32 583 0 0,13-26-452 0 0,-10 23-51 0 0,2 1 0 0 0,1 0 0 0 0,1 1 0 0 0,2 0 0 0 0,1 0 0 0 0,-3 42 0 0 0,8-46-84 0 0,1 0 0 0 0,1 0 0 0 0,2 0-1 0 0,1-1 1 0 0,1 1 0 0 0,1-1 0 0 0,15 47 0 0 0,-12-56-16 0 0,0-2 0 0 0,1 1 1 0 0,1-1-1 0 0,1 0 0 0 0,0-1 1 0 0,1 0-1 0 0,1-1 0 0 0,0-1 1 0 0,1 0-1 0 0,1 0 0 0 0,0-1 0 0 0,1-1 1 0 0,29 17-1 0 0,-20-15-265 0 0,0-1 0 0 0,1-1-1 0 0,42 13 1 0 0,-40-17-1001 0 0,0-1-1 0 0,1-2 0 0 0,36 3 1 0 0,-15-8-3798 0 0,-3-5-239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8:44.1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8 188 4609 0 0,'-8'9'6475'0'0,"9"-8"-6295"0"0,11 7 4108 0 0,22 1-779 0 0,-34-9-3507 0 0,20 2 696 0 0,1 0 1 0 0,-1-1 0 0 0,1-2-1 0 0,28-3 1 0 0,26-1-493 0 0,-46 5-181 0 0,1-1 0 0 0,30-6 1 0 0,-52 6-22 0 0,1-1 1 0 0,-1 0-1 0 0,1 0 1 0 0,-1-1 0 0 0,0 0-1 0 0,0 0 1 0 0,0-1-1 0 0,0 0 1 0 0,-1-1 0 0 0,0 1-1 0 0,12-11 1 0 0,-17 14-27 0 0,-1-1 0 0 0,1 0 0 0 0,0 0-1 0 0,-1 0 1 0 0,1 0 0 0 0,-1 0 0 0 0,1 0 0 0 0,-1 0 0 0 0,0-1 0 0 0,0 1-1 0 0,0 0 1 0 0,0-1 0 0 0,0 1 0 0 0,-1-1 0 0 0,1 1 0 0 0,-1-1 0 0 0,0 1 0 0 0,0-1-1 0 0,1 0 1 0 0,-2 1 0 0 0,1-4 0 0 0,-1 2-62 0 0,0 0 1 0 0,-1 1-1 0 0,1-1 0 0 0,-1 1 1 0 0,0-1-1 0 0,0 1 0 0 0,0 0 1 0 0,0 0-1 0 0,-1 0 1 0 0,1 0-1 0 0,-1 0 0 0 0,-5-5 1 0 0,0 2-75 0 0,-1 0-1 0 0,1 0 1 0 0,-1 1 0 0 0,0 0 0 0 0,0 1 0 0 0,0-1 0 0 0,-1 2 0 0 0,0 0 0 0 0,0 0 0 0 0,-11-2 0 0 0,8 4 68 0 0,-1 0 1 0 0,1 2-1 0 0,0-1 0 0 0,-1 1 0 0 0,1 1 0 0 0,0 1 0 0 0,0 0 1 0 0,0 0-1 0 0,1 1 0 0 0,-1 1 0 0 0,-19 10 0 0 0,24-11 139 0 0,1 0 0 0 0,0 0-1 0 0,1 1 1 0 0,-1 0 0 0 0,1 0-1 0 0,0 1 1 0 0,0 0 0 0 0,1 0 0 0 0,-1 0-1 0 0,1 1 1 0 0,1-1 0 0 0,-1 1-1 0 0,1 0 1 0 0,0 1 0 0 0,1-1-1 0 0,0 1 1 0 0,0 0 0 0 0,1-1-1 0 0,-4 17 1 0 0,5-13 42 0 0,-1 0 0 0 0,2 0 0 0 0,0 0 0 0 0,0 0 0 0 0,1 0 0 0 0,0 0 0 0 0,0 0 0 0 0,5 13 0 0 0,-4-20-12 0 0,-1 1-1 0 0,1-1 0 0 0,0 0 1 0 0,1 1-1 0 0,-1-1 0 0 0,1 0 1 0 0,0 0-1 0 0,0-1 0 0 0,0 1 1 0 0,1-1-1 0 0,-1 1 1 0 0,1-1-1 0 0,0 0 0 0 0,0-1 1 0 0,0 1-1 0 0,0 0 0 0 0,0-1 1 0 0,0 0-1 0 0,1 0 0 0 0,8 2 1 0 0,6 2 33 0 0,0-2 1 0 0,0 0-1 0 0,0-1 1 0 0,1-1-1 0 0,-1-1 1 0 0,1 0 0 0 0,-1-2-1 0 0,1 0 1 0 0,-1-1-1 0 0,0-1 1 0 0,32-10-1 0 0,-32 7-1006 0 0,-1-1 0 0 0,-1 0 0 0 0,34-21 0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8:44.5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49 47 8290 0 0,'-11'-14'925'0'0,"9"11"-362"0"0,1 1 0 0 0,-1-1 0 0 0,0 1 0 0 0,1 0 0 0 0,-1-1 0 0 0,0 1 0 0 0,0 0 0 0 0,-1 0 0 0 0,1 0 0 0 0,0 1 1 0 0,-1-1-1 0 0,1 0 0 0 0,-1 1 0 0 0,1 0 0 0 0,-4-2 0 0 0,38 27 2783 0 0,-15-11-3106 0 0,0 1 0 0 0,-1 0-1 0 0,-1 1 1 0 0,0 1 0 0 0,-1 0 0 0 0,17 27 0 0 0,-1 3-45 0 0,32 66 1 0 0,-48-85-170 0 0,-2 1 0 0 0,0 0 0 0 0,-2 1 0 0 0,9 40 1 0 0,-17-57-3 0 0,0-1 0 0 0,-1 1 0 0 0,0-1 0 0 0,-1 1 1 0 0,0 0-1 0 0,-1-1 0 0 0,0 1 0 0 0,-1-1 0 0 0,0 1 0 0 0,-1-1 0 0 0,0 0 1 0 0,-1 0-1 0 0,0 0 0 0 0,-9 15 0 0 0,-4 1-70 0 0,-1-2 1 0 0,-2 1-1 0 0,-1-2 0 0 0,-40 36 0 0 0,27-26-736 0 0,21-22-7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8:46.1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29 2761 0 0,'0'-28'15842'0'0,"0"31"-15489"0"0,-1 1 0 0 0,1 0 0 0 0,0-1 0 0 0,0 1 0 0 0,0 0 1 0 0,2 6-1 0 0,-2-4-377 0 0,6 30 328 0 0,0-1-1 0 0,2 0 0 0 0,2 0 1 0 0,15 36-1 0 0,-1-3-182 0 0,6 20-43 0 0,-9-26-11 0 0,20 84 0 0 0,-39-133-376 0 0,0 0-1 0 0,-1 0 1 0 0,-1 0 0 0 0,0 0-1 0 0,-2 17 1 0 0,1-23 134 0 0,0-1 0 0 0,0 0 0 0 0,-1 1 0 0 0,1-1 0 0 0,-1 0 0 0 0,-1 0 0 0 0,1 0 0 0 0,-1-1 0 0 0,0 1 0 0 0,-1 0-1 0 0,1-1 1 0 0,-9 9 0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8:46.6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314 214 1816 0 0,'-1'-5'240'0'0,"0"0"0"0"0,0 0 0 0 0,0 1 0 0 0,0-1-1 0 0,-1 1 1 0 0,1-1 0 0 0,-1 1 0 0 0,0 0-1 0 0,-1 0 1 0 0,1 0 0 0 0,-1 0 0 0 0,0 0 0 0 0,0 0-1 0 0,0 1 1 0 0,0-1 0 0 0,-1 1 0 0 0,1 0 0 0 0,-1 0-1 0 0,0 0 1 0 0,0 1 0 0 0,0-1 0 0 0,0 1-1 0 0,0 0 1 0 0,-1 0 0 0 0,1 0 0 0 0,-1 1 0 0 0,1-1-1 0 0,-1 1 1 0 0,0 0 0 0 0,1 1 0 0 0,-1-1-1 0 0,0 1 1 0 0,1 0 0 0 0,-8 1 0 0 0,5 0 91 0 0,0 2 1 0 0,0-1 0 0 0,0 1-1 0 0,1 0 1 0 0,-1 0-1 0 0,1 1 1 0 0,0 0 0 0 0,0 0-1 0 0,0 0 1 0 0,1 1-1 0 0,-1 0 1 0 0,-5 6-1 0 0,-9 11 465 0 0,-26 37-1 0 0,45-57-800 0 0,-2 3 49 0 0,-24 36 152 0 0,26-40-180 0 0,0 1-1 0 0,0-1 1 0 0,0 1 0 0 0,0 0 0 0 0,1-1 0 0 0,-1 1 0 0 0,0 0 0 0 0,1-1 0 0 0,0 1 0 0 0,-1 0 0 0 0,1 0-1 0 0,0-1 1 0 0,0 1 0 0 0,0 0 0 0 0,0 0 0 0 0,0-1 0 0 0,0 1 0 0 0,0 0 0 0 0,1 0 0 0 0,-1-1-1 0 0,1 1 1 0 0,1 3 0 0 0,-2-5 29 0 0,1 1-1 0 0,0-1 0 0 0,0 1 1 0 0,0-1-1 0 0,0 0 0 0 0,0 1 1 0 0,0-1-1 0 0,0 0 0 0 0,-1 0 1 0 0,1 1-1 0 0,0-1 0 0 0,0 0 1 0 0,0 0-1 0 0,0 0 0 0 0,0 0 1 0 0,0 0-1 0 0,0 0 1 0 0,0-1-1 0 0,0 1 0 0 0,0 0 1 0 0,0 0-1 0 0,0-1 0 0 0,0 1 1 0 0,0 0-1 0 0,0-1 0 0 0,-1 1 1 0 0,1-1-1 0 0,0 1 0 0 0,0-1 1 0 0,0 0-1 0 0,-1 1 0 0 0,1-1 1 0 0,0 0-1 0 0,-1 0 0 0 0,1 1 1 0 0,0-3-1 0 0,27-29 438 0 0,-27 31-472 0 0,15-23 22 0 0,-1-2 1 0 0,-1 1-1 0 0,13-32 1 0 0,-15 27 577 0 0,2 1 1 0 0,23-33-1 0 0,-35 58-523 0 0,0 1 0 0 0,1 0 0 0 0,-1-1 0 0 0,1 1 0 0 0,0 1 0 0 0,0-1 0 0 0,0 0 0 0 0,0 1 0 0 0,1-1 0 0 0,-1 1 0 0 0,1 0 0 0 0,-1 0 0 0 0,1 1 0 0 0,0-1 0 0 0,-1 1 0 0 0,1-1 0 0 0,0 1 0 0 0,0 0 0 0 0,5 0 0 0 0,-5 1-43 0 0,1 0 1 0 0,0 1-1 0 0,0-1 1 0 0,-1 1-1 0 0,1 0 1 0 0,-1 0-1 0 0,1 1 1 0 0,-1 0-1 0 0,1-1 1 0 0,-1 1-1 0 0,0 1 0 0 0,0-1 1 0 0,0 1-1 0 0,0-1 1 0 0,0 1-1 0 0,3 4 1 0 0,24 20 138 0 0,-10-7-224 0 0,1-1 1 0 0,0-2 0 0 0,2 0-1 0 0,41 23 1 0 0,-13-17-2112 0 0,-23-13-5462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8:53.8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47 354 2304 0 0,'-6'-8'540'0'0,"1"-1"-1"0"0,0 0 0 0 0,0 0 0 0 0,1-1 0 0 0,0 1 1 0 0,1-1-1 0 0,0 0 0 0 0,-3-18 0 0 0,5 22-270 0 0,-1-4 307 0 0,1-1 0 0 0,0 1 0 0 0,0 0 0 0 0,1 0 0 0 0,1 0 1 0 0,0-1-1 0 0,0 1 0 0 0,1 0 0 0 0,0 0 0 0 0,1 0 1 0 0,0 1-1 0 0,1-1 0 0 0,0 1 0 0 0,0-1 0 0 0,1 1 0 0 0,0 0 1 0 0,0 1-1 0 0,1-1 0 0 0,0 1 0 0 0,1 1 0 0 0,0-1 0 0 0,0 1 1 0 0,1 0-1 0 0,0 0 0 0 0,10-6 0 0 0,-17 13-565 0 0,0-1-1 0 0,0 1 1 0 0,0-1-1 0 0,0 1 1 0 0,0-1-1 0 0,0 1 1 0 0,-1 0-1 0 0,1 0 1 0 0,0-1-1 0 0,1 1 1 0 0,-1 0-1 0 0,0 0 1 0 0,0 0-1 0 0,0 0 1 0 0,0 0-1 0 0,0 0 1 0 0,0 0-1 0 0,0 1 1 0 0,0-1 0 0 0,0 0-1 0 0,0 0 1 0 0,0 1-1 0 0,1 0 1 0 0,0 1-4 0 0,1-1 0 0 0,-1 1 0 0 0,0 0 0 0 0,0 0 0 0 0,0-1 0 0 0,-1 1 0 0 0,1 1 0 0 0,0-1 0 0 0,1 2 0 0 0,2 5-3 0 0,-1 0-1 0 0,1 0 1 0 0,5 18 0 0 0,-3 4 15 0 0,0 1 1 0 0,-2-1 0 0 0,-1 1-1 0 0,-1 42 1 0 0,-4-14 22 0 0,-13 83-1 0 0,13-134-41 0 0,-1 1 0 0 0,0-1 0 0 0,0 0 0 0 0,-1 0 0 0 0,-6 12 0 0 0,33-69-171 0 0,47-87-634 0 0,-35 78 855 0 0,45-67 223 0 0,-66 104-104 0 0,1 0 0 0 0,0 1 0 0 0,34-29 0 0 0,-48 46-146 0 0,1 0 0 0 0,-1 0 0 0 0,0 0 1 0 0,1 0-1 0 0,-1 1 0 0 0,1-1 1 0 0,-1 1-1 0 0,1 0 0 0 0,0 0 0 0 0,0 0 1 0 0,-1 0-1 0 0,1 0 0 0 0,0 0 1 0 0,0 1-1 0 0,0-1 0 0 0,0 1 1 0 0,0 0-1 0 0,0 0 0 0 0,0 0 0 0 0,0 0 1 0 0,0 1-1 0 0,3 0 0 0 0,-3 1-9 0 0,0-1 1 0 0,1 1-1 0 0,-1 0 0 0 0,0 0 0 0 0,-1 1 0 0 0,1-1 0 0 0,0 1 1 0 0,-1-1-1 0 0,1 1 0 0 0,-1 0 0 0 0,0 0 0 0 0,0 0 1 0 0,0 0-1 0 0,0 0 0 0 0,-1 0 0 0 0,1 0 0 0 0,1 6 0 0 0,16 51-63 0 0,-2 1 1 0 0,-3 1-1 0 0,8 87 0 0 0,-1-11-4023 0 0,-17-117-3044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8:54.2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15 3225 0 0,'10'-14'16821'0'0,"-10"14"-16568"0"0,5 4-55 0 0,0 0 1 0 0,0 0-1 0 0,0 1 1 0 0,-1 0-1 0 0,0 0 0 0 0,0 0 1 0 0,0 0-1 0 0,-1 0 1 0 0,0 1-1 0 0,0-1 1 0 0,0 1-1 0 0,-1 0 0 0 0,4 12 1 0 0,4 15 104 0 0,7 45 1 0 0,-13-58-151 0 0,9 45-194 0 0,42 195 807 0 0,-36-190-3165 0 0,45 111 0 0 0,-55-161-4810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8:54.78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1 156 8754 0 0,'0'-1'285'0'0,"0"-1"1"0"0,0 1-1 0 0,0-1 1 0 0,0 1-1 0 0,0-1 1 0 0,0 1-1 0 0,1-1 0 0 0,-1 1 1 0 0,0-1-1 0 0,1 1 1 0 0,0-1-1 0 0,-1 1 1 0 0,1-1-1 0 0,0 1 1 0 0,-1 0-1 0 0,1 0 1 0 0,0-1-1 0 0,0 1 0 0 0,0 0 1 0 0,0 0-1 0 0,0 0 1 0 0,1 0-1 0 0,-1 0 1 0 0,0 0-1 0 0,0 0 1 0 0,1 0-1 0 0,1 0 0 0 0,40-25 890 0 0,-14 15-1960 0 0,1 2-1 0 0,-1 1 1 0 0,2 1 0 0 0,-1 2-1 0 0,48-3 1 0 0,-37 4-376 0 0,0-2 1 0 0,51-13-1 0 0,-76 13 1633 0 0,-14 4-152 0 0,1 1 0 0 0,-1 0 1 0 0,1 0-1 0 0,-1-1 0 0 0,1 2 0 0 0,-1-1 1 0 0,1 0-1 0 0,0 0 0 0 0,-1 1 0 0 0,1 0 1 0 0,0-1-1 0 0,0 1 0 0 0,0 0 0 0 0,-1 0 1 0 0,1 1-1 0 0,0-1 0 0 0,3 1 0 0 0,-4 2 140 0 0,-1 1 0 0 0,0-1-1 0 0,1 0 1 0 0,-1 1-1 0 0,0-1 1 0 0,0 1-1 0 0,-1-1 1 0 0,1 1 0 0 0,-1-1-1 0 0,1 6 1 0 0,1 10 158 0 0,1-8-505 0 0,0-1 1 0 0,1 1 0 0 0,0-1 0 0 0,0 0 0 0 0,1 0 0 0 0,0 0 0 0 0,1-1 0 0 0,12 16-1 0 0,-16-23-133 0 0,1 1 0 0 0,-1-1-1 0 0,1 0 1 0 0,-1 0-1 0 0,1 0 1 0 0,0 0 0 0 0,0 0-1 0 0,0-1 1 0 0,0 1 0 0 0,0-1-1 0 0,0 0 1 0 0,0 0-1 0 0,1 0 1 0 0,-1 0 0 0 0,0-1-1 0 0,0 1 1 0 0,1-1-1 0 0,-1 0 1 0 0,1 0 0 0 0,-1 0-1 0 0,0 0 1 0 0,1-1 0 0 0,-1 1-1 0 0,0-1 1 0 0,0 0-1 0 0,1 0 1 0 0,-1 0 0 0 0,0 0-1 0 0,0 0 1 0 0,0-1-1 0 0,0 0 1 0 0,4-3 0 0 0,4-2-99 0 0,0-1 1 0 0,-1-1-1 0 0,-1 1 1 0 0,15-17-1 0 0,-16 16 261 0 0,0 0-1 0 0,1 0 1 0 0,0 1-1 0 0,0 1 0 0 0,14-10 1 0 0,-22 17-125 0 0,0-1 1 0 0,0 1-1 0 0,0 0 0 0 0,0-1 1 0 0,0 1-1 0 0,0 0 1 0 0,0-1-1 0 0,0 1 1 0 0,0 0-1 0 0,0 0 0 0 0,0 0 1 0 0,0 0-1 0 0,0 0 1 0 0,0 0-1 0 0,0 0 0 0 0,0 0 1 0 0,0 0-1 0 0,0 1 1 0 0,0-1-1 0 0,0 0 1 0 0,0 1-1 0 0,0-1 0 0 0,0 1 1 0 0,0-1-1 0 0,0 1 1 0 0,0-1-1 0 0,-1 1 0 0 0,1 0 1 0 0,0-1-1 0 0,0 1 1 0 0,-1 0-1 0 0,1-1 1 0 0,0 1-1 0 0,-1 0 0 0 0,1 0 1 0 0,-1 0-1 0 0,1 0 1 0 0,-1 0-1 0 0,1 0 1 0 0,-1 0-1 0 0,0 0 0 0 0,1 0 1 0 0,-1 0-1 0 0,0 0 1 0 0,0 0-1 0 0,0 1 0 0 0,2 5 29 0 0,0 1 0 0 0,-1-1 0 0 0,0 0 0 0 0,0 16 0 0 0,-45 350-373 0 0,31-312-2905 0 0,6-43-3955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8:55.0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1 118 9218 0 0,'27'-59'1647'0'0,"9"5"4534"0"0,-36 54-6115 0 0,0 0-1 0 0,0 0 1 0 0,0-1 0 0 0,0 1-1 0 0,0 0 1 0 0,0 0-1 0 0,1 0 1 0 0,-1-1 0 0 0,0 1-1 0 0,0 0 1 0 0,0 0-1 0 0,0 0 1 0 0,1-1-1 0 0,-1 1 1 0 0,0 0 0 0 0,0 0-1 0 0,0 0 1 0 0,0 0-1 0 0,1 0 1 0 0,-1-1-1 0 0,0 1 1 0 0,0 0 0 0 0,1 0-1 0 0,-1 0 1 0 0,0 0-1 0 0,0 0 1 0 0,1 0 0 0 0,-1 0-1 0 0,0 0 1 0 0,0 0-1 0 0,1 0 1 0 0,-1 0-1 0 0,0 0 1 0 0,0 0 0 0 0,0 0-1 0 0,1 0 1 0 0,-1 0-1 0 0,0 0 1 0 0,0 0 0 0 0,1 0-1 0 0,-1 0 1 0 0,0 1-1 0 0,0-1 1 0 0,0 0-1 0 0,1 0 1 0 0,-1 0 0 0 0,4 16 1184 0 0,-6 27-635 0 0,2-38-315 0 0,-1 43 200 0 0,10 86 0 0 0,-4-81-153 0 0,-2 64-1 0 0,-3-100-1310 0 0,-2 0 1 0 0,0 0-1 0 0,-1 0 1 0 0,-1 0-1 0 0,0 0 0 0 0,-2-1 1 0 0,-12 29-1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8:55.2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1 264 1840 0 0,'1'-26'1664'0'0,"1"0"-1"0"0,1 0 0 0 0,1 1 0 0 0,10-30 1 0 0,-8 31-579 0 0,-5 18-860 0 0,1-2 359 0 0,-1 1-1 0 0,2-1 1 0 0,-1 1-1 0 0,1-1 1 0 0,0 1 0 0 0,4-7-1 0 0,-6 13-454 0 0,0-1 0 0 0,0 1 0 0 0,0 0 0 0 0,1 0 0 0 0,-1 0 0 0 0,0 0 0 0 0,0 0 0 0 0,1 0 1 0 0,-1 0-1 0 0,0 0 0 0 0,1 0 0 0 0,-1 1 0 0 0,1-1 0 0 0,-1 0 0 0 0,1 1 0 0 0,-1-1 0 0 0,1 1 0 0 0,-1 0 0 0 0,1 0 0 0 0,0-1 0 0 0,-1 1 0 0 0,1 0 0 0 0,-1 0 0 0 0,1 1 0 0 0,0-1 0 0 0,-1 0 0 0 0,1 0 0 0 0,-1 1 0 0 0,1-1 0 0 0,-1 1 0 0 0,1-1 0 0 0,-1 1 1 0 0,1 0-1 0 0,-1 0 0 0 0,2 1 0 0 0,3 0-71 0 0,0 1 1 0 0,-1 0-1 0 0,0 1 1 0 0,0-1-1 0 0,0 1 1 0 0,0 0-1 0 0,0 0 1 0 0,-1 1-1 0 0,0-1 1 0 0,0 1-1 0 0,0 0 1 0 0,0 0 0 0 0,-1 0-1 0 0,0 1 1 0 0,0-1-1 0 0,0 1 1 0 0,-1 0-1 0 0,0 0 1 0 0,3 10-1 0 0,-4-9-6 0 0,-1 0 1 0 0,0 0-1 0 0,0 0 0 0 0,0 0 0 0 0,-1 0 1 0 0,0 0-1 0 0,0 0 0 0 0,0 0 1 0 0,-1 0-1 0 0,0-1 0 0 0,-1 1 0 0 0,0 0 1 0 0,0-1-1 0 0,0 0 0 0 0,-1 0 0 0 0,1 0 1 0 0,-7 7-1 0 0,-7 7-3114 0 0,-37 34 0 0 0,50-50 2432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8:55.6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1 284 4609 0 0,'20'-4'1788'0'0,"0"-1"1"0"0,0 0-1 0 0,0-2 0 0 0,19-8 0 0 0,-31 11-1508 0 0,-1 1 1 0 0,1-1-1 0 0,-1-1 0 0 0,1 0 0 0 0,-1 0 0 0 0,-1 0 0 0 0,1-1 0 0 0,-1 1 0 0 0,0-2 0 0 0,0 1 0 0 0,-1-1 1 0 0,7-10-1 0 0,-10 11-245 0 0,0 1 1 0 0,0 0-1 0 0,-1-1 0 0 0,0 1 1 0 0,0-1-1 0 0,0 0 1 0 0,-1 1-1 0 0,0-1 0 0 0,0 0 1 0 0,-1 1-1 0 0,1-1 1 0 0,-1 0-1 0 0,-2-5 0 0 0,2 4 35 0 0,-1 1 0 0 0,0 0 0 0 0,0 0-1 0 0,0-1 1 0 0,-1 1 0 0 0,0 0 0 0 0,0 1-1 0 0,-1-1 1 0 0,1 1 0 0 0,-10-11 0 0 0,13 16-28 0 0,-1-1 1 0 0,0 0 0 0 0,0 0 0 0 0,0 1 0 0 0,0-1 0 0 0,0 0 0 0 0,1 1-1 0 0,-1-1 1 0 0,0 1 0 0 0,-1-1 0 0 0,1 1 0 0 0,0 0 0 0 0,0-1 0 0 0,0 1-1 0 0,0 0 1 0 0,0 0 0 0 0,0 0 0 0 0,0 0 0 0 0,0 0 0 0 0,0 0-1 0 0,-1 0 1 0 0,1 0 0 0 0,0 0 0 0 0,0 1 0 0 0,0-1 0 0 0,-1 1 0 0 0,-1 0 20 0 0,1 0 0 0 0,0 1 0 0 0,0 0 0 0 0,0-1 0 0 0,0 1 0 0 0,0 0 1 0 0,0 0-1 0 0,0 0 0 0 0,0 0 0 0 0,-2 4 0 0 0,-2 4 90 0 0,1 1-1 0 0,0 0 1 0 0,-7 20-1 0 0,10-26-108 0 0,0 0 0 0 0,1 0-1 0 0,-1 0 1 0 0,1 0 0 0 0,0 1-1 0 0,1-1 1 0 0,0 0 0 0 0,-1 1-1 0 0,2-1 1 0 0,-1 0 0 0 0,0 0-1 0 0,1 1 1 0 0,0-1 0 0 0,0 0-1 0 0,1 0 1 0 0,0 0 0 0 0,0 0-1 0 0,0 0 1 0 0,0-1 0 0 0,1 1 0 0 0,-1 0-1 0 0,1-1 1 0 0,0 0 0 0 0,1 0-1 0 0,-1 0 1 0 0,1 0 0 0 0,0 0-1 0 0,0-1 1 0 0,0 1 0 0 0,0-1-1 0 0,0 0 1 0 0,1 0 0 0 0,-1-1-1 0 0,1 0 1 0 0,0 1 0 0 0,0-2-1 0 0,0 1 1 0 0,9 2 0 0 0,2-1-306 0 0,-1 0 1 0 0,1-1 0 0 0,-1-1 0 0 0,1-1 0 0 0,27-2-1 0 0,-13 0-7275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9:09.07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57 33 3945 0 0,'-3'1'35'0'0,"0"0"0"0"0,1 0 0 0 0,-1-1 0 0 0,0 1 0 0 0,1-1 0 0 0,-1 0 0 0 0,0 0 0 0 0,0 1 0 0 0,0-2 0 0 0,1 1 0 0 0,-6-1 0 0 0,-10 0 33 0 0,42 5 944 0 0,-22-4-999 0 0,0 0-1 0 0,-1-1 0 0 0,1 1 1 0 0,0-1-1 0 0,-1 0 0 0 0,1 1 1 0 0,0-1-1 0 0,-1 0 0 0 0,1 0 1 0 0,-1 0-1 0 0,1 0 0 0 0,2-2 1 0 0,-3 2 4 0 0,1 0 1 0 0,-1 0-1 0 0,1-1 1 0 0,-1 1-1 0 0,1 0 1 0 0,0 1-1 0 0,0-1 1 0 0,0 0-1 0 0,-1 0 1 0 0,1 1-1 0 0,0-1 1 0 0,4 0-1 0 0,45-7 730 0 0,-44 6-598 0 0,0 0 1 0 0,1 1 0 0 0,-1 0 0 0 0,1 0-1 0 0,-1 1 1 0 0,1-1 0 0 0,11 3 0 0 0,-17-2-149 0 0,1 1 1 0 0,-1 0-1 0 0,1 0 1 0 0,-1 0 0 0 0,0 0-1 0 0,0 1 1 0 0,0-1-1 0 0,0 1 1 0 0,0-1 0 0 0,0 1-1 0 0,3 2 1 0 0,-4-2-15 0 0,1 0 1 0 0,0 0-1 0 0,0-1 1 0 0,0 1-1 0 0,0-1 1 0 0,1 1-1 0 0,-1-1 0 0 0,0 0 1 0 0,1 0-1 0 0,-1 0 1 0 0,1 0-1 0 0,3 1 1 0 0,-1-2 20 0 0,0 1 1 0 0,1-1 0 0 0,-1-1-1 0 0,1 1 1 0 0,-1-1 0 0 0,0 0-1 0 0,1 0 1 0 0,4-2 0 0 0,30-4 713 0 0,-27 8-394 0 0,16-3-216 0 0,-11-3-112 0 0,-15 3 0 0 0,1 1 0 0 0,-1 0 0 0 0,0 0 0 0 0,1 0 0 0 0,0 1 0 0 0,-1-1 0 0 0,1 1 0 0 0,-1 0 0 0 0,1 0 0 0 0,-1 0 0 0 0,1 0 0 0 0,0 0 0 0 0,-1 1 0 0 0,1 0 0 0 0,4 1 0 0 0,2 1 0 0 0,0-2 0 0 0,-1 1 0 0 0,1-1 0 0 0,0-1 0 0 0,0 0 0 0 0,0 0 0 0 0,0-1 0 0 0,0 0 0 0 0,-1 0 0 0 0,13-4 0 0 0,45-4 0 0 0,-62 10-1 0 0,0-1 1 0 0,-1 2-1 0 0,1-1 1 0 0,-1 0-1 0 0,1 1 1 0 0,-1 0-1 0 0,0 0 1 0 0,1 0-1 0 0,5 5 1 0 0,26 11-3 0 0,50 1-89 0 0,-76-17 195 0 0,-3 0-115 0 0,0-1 0 0 0,0 0 0 0 0,0-1 0 0 0,0 0 0 0 0,-1 0 0 0 0,11-1 0 0 0,13 2 68 0 0,-27 0-70 0 0,0-1 0 0 0,0 1-1 0 0,0-1 1 0 0,0 0 0 0 0,0 0-1 0 0,0 0 1 0 0,0-1 0 0 0,0 1-1 0 0,0-1 1 0 0,0 1 0 0 0,0-1-1 0 0,4-2 1 0 0,-2 0-48 0 0,-1 1 0 0 0,1 0 1 0 0,0 0-1 0 0,-1 0 0 0 0,1 1 0 0 0,0 0 0 0 0,0-1 0 0 0,0 2 1 0 0,0-1-1 0 0,0 0 0 0 0,0 1 0 0 0,0 0 0 0 0,0 1 0 0 0,1-1 0 0 0,5 2 1 0 0,7 1 75 0 0,-13-3-10 0 0,0 1 1 0 0,-1 0-1 0 0,1 0 0 0 0,-1 0 0 0 0,0 1 0 0 0,1-1 0 0 0,-1 1 0 0 0,0 0 1 0 0,6 4-1 0 0,-3-2-23 0 0,0-1 1 0 0,0 0-1 0 0,1 0 1 0 0,-1-1-1 0 0,1 1 1 0 0,12 1-1 0 0,22 7-59 0 0,-37-10-47 0 0,0 1 1 0 0,0-1 0 0 0,0 0 0 0 0,0-1-1 0 0,0 1 1 0 0,0-1 0 0 0,0 0-1 0 0,0 0 1 0 0,0-1 0 0 0,6-1 0 0 0,53-15-210 0 0,-2-1 698 0 0,-9 12-9 0 0,-28 4 580 0 0,34-8 0 0 0,-22-2 13 0 0,20-5-266 0 0,-54 16-673 0 0,0 1 0 0 0,0 0 1 0 0,0-1-1 0 0,0 1 0 0 0,1 1 0 0 0,-1-1 0 0 0,0 0 0 0 0,0 1 0 0 0,0-1 0 0 0,0 1 1 0 0,0 0-1 0 0,0 0 0 0 0,0 0 0 0 0,0 1 0 0 0,4 2 0 0 0,3 1 22 0 0,0 0 0 0 0,0 0-1 0 0,0 0 1 0 0,1-1 0 0 0,0-1-1 0 0,-1 0 1 0 0,1-1 0 0 0,1 0-1 0 0,-1 0 1 0 0,0-1 0 0 0,19-1-1 0 0,36-1 121 0 0,-28-1-154 0 0,63 6-1 0 0,-90-2 3 0 0,-1 0 1 0 0,1 1-1 0 0,19 8 0 0 0,-23-8-6 0 0,-1 0 0 0 0,1-1 0 0 0,0 1 0 0 0,0-1 0 0 0,0-1 0 0 0,0 0-1 0 0,0 0 1 0 0,0 0 0 0 0,0-1 0 0 0,1 1 0 0 0,12-3 0 0 0,91-27 39 0 0,-38 8-16 0 0,-60 19-16 0 0,-1 1 0 0 0,1 0 0 0 0,0 1 0 0 0,0 0 0 0 0,0 1 0 0 0,19 4 0 0 0,32 1 0 0 0,-58-6 0 0 0,2-1 0 0 0,1 1 0 0 0,-1 0 0 0 0,0 1 0 0 0,0 0 0 0 0,1 0 0 0 0,-1 1 0 0 0,0 0 0 0 0,9 4 0 0 0,-14-5 21 0 0,-1-1 0 0 0,1 1 0 0 0,0-1 0 0 0,-1 1 1 0 0,1-1-1 0 0,-1 0 0 0 0,1 0 0 0 0,0 0 0 0 0,-1 0 0 0 0,1 0 0 0 0,-1-1 0 0 0,1 1 0 0 0,3-2 0 0 0,40-14 457 0 0,-26 8-357 0 0,45-6 15 0 0,-34 8-134 0 0,21 1 14 0 0,-40 4-10 0 0,0 0 0 0 0,1-1 0 0 0,21-5 1 0 0,-33 6-7 0 0,0 1 0 0 0,1 0 0 0 0,-1 0 0 0 0,0 0 0 0 0,0 0 0 0 0,1 0 0 0 0,-1 0 0 0 0,0 0 0 0 0,0 0 0 0 0,1 0 0 0 0,-1 1 0 0 0,0-1 0 0 0,0 1 0 0 0,0-1 0 0 0,0 1 0 0 0,1-1 0 0 0,-1 1 0 0 0,1 1 0 0 0,0-1 0 0 0,-1-1 0 0 0,1 1 0 0 0,-1 0 0 0 0,1 0 0 0 0,0-1 0 0 0,-1 1 0 0 0,1-1 0 0 0,0 1 0 0 0,-1-1 0 0 0,1 0 0 0 0,0 0 0 0 0,-1 1 0 0 0,1-1 0 0 0,3-1 0 0 0,-1 0 15 0 0,1 1 0 0 0,0-1 0 0 0,0 1 0 0 0,0-1 1 0 0,0 2-1 0 0,0-1 0 0 0,0 0 0 0 0,0 1 1 0 0,0 0-1 0 0,-1 0 0 0 0,1 1 0 0 0,0-1 1 0 0,4 3-1 0 0,-2-2-16 0 0,0-1 0 0 0,0 0 0 0 0,0 0 0 0 0,0 0 1 0 0,0-1-1 0 0,0 0 0 0 0,8-1 0 0 0,30 1-11 0 0,-33 1-4 0 0,0 0 0 0 0,0 0-1 0 0,0-2 1 0 0,0 1 0 0 0,0-1 0 0 0,0-1-1 0 0,-1 0 1 0 0,1-1 0 0 0,13-5 0 0 0,-23 7 14 0 0,1 1 0 0 0,-1 0 0 0 0,0 0 0 0 0,0-1 1 0 0,0 1-1 0 0,1 0 0 0 0,-1 1 0 0 0,0-1 0 0 0,0 0 1 0 0,0 1-1 0 0,1-1 0 0 0,-1 1 0 0 0,0 0 0 0 0,0-1 1 0 0,0 1-1 0 0,0 0 0 0 0,0 0 0 0 0,0 1 0 0 0,0-1 1 0 0,-1 0-1 0 0,1 1 0 0 0,0-1 0 0 0,1 3 1 0 0,0-2-2 0 0,0 0 0 0 0,0 0 1 0 0,0 0-1 0 0,0 0 0 0 0,0 0 1 0 0,0-1-1 0 0,6 3 1 0 0,-6-4-48 0 0,0 1 0 0 0,-1-1 0 0 0,1 0 0 0 0,0 0 0 0 0,0 0 0 0 0,0-1 0 0 0,0 1 0 0 0,3-2 0 0 0,-3 2-7 0 0,0-1-1 0 0,0 1 1 0 0,0-1 0 0 0,0 1-1 0 0,0 0 1 0 0,0 0 0 0 0,0 0-1 0 0,4 1 1 0 0,33 2-344 0 0,-35-4 413 0 0,-1 1-1 0 0,1 0 1 0 0,0 0 0 0 0,0 1 0 0 0,0-1 0 0 0,0 1 0 0 0,0 0 0 0 0,0 1-1 0 0,6 2 1 0 0,-5-2-39 0 0,0 1-1 0 0,-1-1 0 0 0,1-1 1 0 0,0 1-1 0 0,0-1 0 0 0,0 0 1 0 0,0 0-1 0 0,0-1 0 0 0,1 0 1 0 0,-1 0-1 0 0,0 0 0 0 0,0-1 1 0 0,0 0-1 0 0,8-2 0 0 0,21-2 173 0 0,13 3-110 0 0,-35 3-44 0 0,-1-2 0 0 0,1 1-1 0 0,22-6 1 0 0,-33 6 0 0 0,1-1 0 0 0,-1 1 0 0 0,1 0 1 0 0,-1 0-1 0 0,1-1 0 0 0,0 2 0 0 0,-1-1 0 0 0,6 1 0 0 0,-7-1 6 0 0,0 0 1 0 0,0 1 0 0 0,-1-1-1 0 0,1 0 1 0 0,0 0-1 0 0,0 0 1 0 0,0 0-1 0 0,0 0 1 0 0,0 0-1 0 0,0 0 1 0 0,0 0-1 0 0,0-1 1 0 0,0 1-1 0 0,0 0 1 0 0,0 0 0 0 0,-1-1-1 0 0,1 1 1 0 0,0-1-1 0 0,0 1 1 0 0,0-1-1 0 0,0 1 1 0 0,-1-1-1 0 0,1 1 1 0 0,0-1-1 0 0,-1 0 1 0 0,2 0-1 0 0,-2 0-2 0 0,1 1 0 0 0,-1-1 0 0 0,1 1 0 0 0,-1-1 0 0 0,1 1 0 0 0,-1 0 0 0 0,1-1-1 0 0,-1 1 1 0 0,1-1 0 0 0,0 1 0 0 0,-1 0 0 0 0,1 0 0 0 0,0-1 0 0 0,-1 1 0 0 0,1 0-1 0 0,0 0 1 0 0,0 0 0 0 0,-1 0 0 0 0,1 0 0 0 0,0 0 0 0 0,-1 0 0 0 0,1 0-1 0 0,0 0 1 0 0,-1 0 0 0 0,1 0 0 0 0,0 0 0 0 0,0 1 0 0 0,-1-1 0 0 0,1 0 0 0 0,0 0-1 0 0,-1 1 1 0 0,1-1 0 0 0,-1 0 0 0 0,1 1 0 0 0,0-1 0 0 0,-1 1 0 0 0,1-1 0 0 0,0 1-1 0 0,-1 0-91 0 0,3-1-696 0 0,0 0 749 0 0,-1 1 0 0 0,1-1-1 0 0,0 1 1 0 0,-1 0-1 0 0,1 0 1 0 0,-1 0-1 0 0,5 3 1 0 0,-5-3 14 0 0,0 0 1 0 0,0 0-1 0 0,0 0 1 0 0,0 0-1 0 0,1 0 1 0 0,-1-1-1 0 0,0 1 1 0 0,0-1-1 0 0,0 1 1 0 0,1-1-1 0 0,-1 0 1 0 0,0 0-1 0 0,0 0 1 0 0,1 0-1 0 0,3 0 1 0 0,5-3 118 0 0,-9 3-48 0 0,1-1 1 0 0,-1 1 0 0 0,0-1 0 0 0,1 1 0 0 0,-1-1 0 0 0,0 0-1 0 0,0 0 1 0 0,0 0 0 0 0,0 0 0 0 0,1 0 0 0 0,-2-1-1 0 0,1 1 1 0 0,0 0 0 0 0,2-3 0 0 0,5 1 143 0 0,-9 3-167 0 0,4-2-60 0 0,-2 1 32 0 0,0-1 10 0 0,0 0 0 0 0,0 1-1 0 0,0-1 1 0 0,1 1 0 0 0,-1 0-1 0 0,0 0 1 0 0,1-1 0 0 0,-1 2 0 0 0,1-1-1 0 0,4-1 1 0 0,-3 7-674 0 0,13 17-1125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9:09.2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2272 0 0,'0'0'0'0'0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9:33.5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299 663 6913 0 0,'-29'-12'820'0'0,"-10"-2"693"0"0,2-2 0 0 0,0-1-1 0 0,-52-34 1 0 0,84 47-1348 0 0,0 0 0 0 0,1 0 1 0 0,0 0-1 0 0,-1 0 0 0 0,2-1 0 0 0,-1 1 0 0 0,0-1 0 0 0,1 0 0 0 0,0 0 0 0 0,0-1 0 0 0,1 1 0 0 0,-1 0 0 0 0,1-1 0 0 0,-2-7 1 0 0,2 3 28 0 0,1 0 1 0 0,-1-1-1 0 0,2 1 1 0 0,-1 0-1 0 0,1-1 1 0 0,1 1 0 0 0,3-17-1 0 0,2 1-8 0 0,1 0 0 0 0,1 0 0 0 0,1 1-1 0 0,2 0 1 0 0,19-34 0 0 0,-19 40-182 0 0,1 0-1 0 0,1 1 1 0 0,1 0-1 0 0,1 1 0 0 0,19-18 1 0 0,-27 29-9 0 0,-1 0 0 0 0,1 0 0 0 0,1 1 0 0 0,-1 0 0 0 0,1 0 0 0 0,-1 1 0 0 0,1 0 0 0 0,1 0-1 0 0,-1 1 1 0 0,0 0 0 0 0,1 0 0 0 0,0 1 0 0 0,0 0 0 0 0,-1 1 0 0 0,16-1 0 0 0,-20 2-11 0 0,-1 0 0 0 0,0 1 0 0 0,1 0 1 0 0,-1-1-1 0 0,0 1 0 0 0,0 0 0 0 0,0 1 0 0 0,0-1 0 0 0,0 1 0 0 0,0-1 0 0 0,0 1 0 0 0,0 0 1 0 0,-1 0-1 0 0,1 0 0 0 0,-1 0 0 0 0,1 1 0 0 0,-1-1 0 0 0,0 0 0 0 0,0 1 0 0 0,0 0 0 0 0,0 0 1 0 0,0-1-1 0 0,-1 1 0 0 0,1 0 0 0 0,-1 0 0 0 0,0 1 0 0 0,0-1 0 0 0,0 0 0 0 0,0 0 1 0 0,0 6-1 0 0,2 9-132 0 0,-1 0 0 0 0,-1 0 1 0 0,-1 0-1 0 0,-2 22 0 0 0,2-39 143 0 0,-10 91-418 0 0,-5-2 1 0 0,-30 108-1 0 0,20-97 226 0 0,22-86 172 0 0,0 1-1 0 0,1-1 1 0 0,0 1-1 0 0,2 0 1 0 0,-1-1-1 0 0,2 1 1 0 0,2 16-1 0 0,-2-29 33 0 0,-1 0-1 0 0,1 1 0 0 0,-1-1 1 0 0,1 0-1 0 0,0 0 0 0 0,0 1 1 0 0,0-1-1 0 0,1 0 0 0 0,-1 0 1 0 0,1 0-1 0 0,0-1 0 0 0,0 1 1 0 0,0 0-1 0 0,0-1 0 0 0,0 1 1 0 0,0-1-1 0 0,1 1 0 0 0,-1-1 1 0 0,1 0-1 0 0,0 0 0 0 0,0 0 1 0 0,0-1-1 0 0,0 1 0 0 0,0-1 1 0 0,0 0-1 0 0,0 1 0 0 0,0-1 1 0 0,0 0-1 0 0,0-1 0 0 0,1 1 1 0 0,-1-1-1 0 0,0 1 0 0 0,1-1 1 0 0,-1 0-1 0 0,0 0 0 0 0,1-1 1 0 0,-1 1-1 0 0,0-1 0 0 0,4 0 1 0 0,2-2 120 0 0,0 0 0 0 0,-1 0 0 0 0,0-1 0 0 0,1 0 0 0 0,-1 0 1 0 0,-1-1-1 0 0,1 0 0 0 0,-1 0 0 0 0,0-1 0 0 0,0 0 0 0 0,7-8 0 0 0,8-9 450 0 0,34-48-1 0 0,-51 65-525 0 0,-1 0 0 0 0,0 0 0 0 0,0-1 1 0 0,0 0-1 0 0,-1 0 0 0 0,0 0 0 0 0,0 0 1 0 0,-1 0-1 0 0,0-1 0 0 0,2-14 0 0 0,-4 18-16 0 0,0 0-1 0 0,-1 0 1 0 0,1 0 0 0 0,-1 1-1 0 0,1-1 1 0 0,-1 0 0 0 0,-1 0-1 0 0,1 1 1 0 0,0-1 0 0 0,-1 1-1 0 0,0-1 1 0 0,1 1 0 0 0,-2 0-1 0 0,1 0 1 0 0,0-1-1 0 0,0 1 1 0 0,-1 1 0 0 0,0-1-1 0 0,0 0 1 0 0,1 1 0 0 0,-1-1-1 0 0,-1 1 1 0 0,-4-3 0 0 0,-7-3 51 0 0,0 0 1 0 0,0 0-1 0 0,-1 2 1 0 0,0 0 0 0 0,-19-4-1 0 0,-87-14 589 0 0,53 12-518 0 0,43 6-668 0 0,-1 2 1 0 0,0 0 0 0 0,1 2 0 0 0,-1 0-1 0 0,0 2 1 0 0,0 1 0 0 0,-32 6-1 0 0,42-3-5905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9:33.8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12 11979 0 0,'0'-1'55'0'0,"0"1"1"0"0,0-1-1 0 0,0 1 1 0 0,0-1 0 0 0,0 0-1 0 0,1 1 1 0 0,-1-1 0 0 0,0 1-1 0 0,0-1 1 0 0,0 1-1 0 0,1-1 1 0 0,-1 1 0 0 0,0 0-1 0 0,1-1 1 0 0,-1 1 0 0 0,0-1-1 0 0,1 1 1 0 0,-1 0-1 0 0,0-1 1 0 0,1 1 0 0 0,-1 0-1 0 0,1-1 1 0 0,-1 1 0 0 0,1 0-1 0 0,0-1 1 0 0,16 6 332 0 0,-17-5-382 0 0,31 13 1106 0 0,-1 1 0 0 0,52 33 0 0 0,52 48 637 0 0,-127-90-1700 0 0,236 169-1452 0 0,-225-159-438 0 0,-2-3-3938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9:34.0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328 7 6913 0 0,'0'-1'93'0'0,"-1"1"-1"0"0,1-1 1 0 0,-1 1-1 0 0,1-1 0 0 0,-1 1 1 0 0,0-1-1 0 0,1 1 0 0 0,-1-1 1 0 0,0 1-1 0 0,1 0 0 0 0,-1 0 1 0 0,0-1-1 0 0,1 1 0 0 0,-1 0 1 0 0,0 0-1 0 0,0 0 0 0 0,1-1 1 0 0,-1 1-1 0 0,0 0 0 0 0,0 0 1 0 0,1 0-1 0 0,-1 0 0 0 0,0 1 1 0 0,0-1-1 0 0,-1 0 0 0 0,0 1 81 0 0,1 0-1 0 0,-1 0 0 0 0,0 0 1 0 0,1 0-1 0 0,-1 0 0 0 0,1 1 0 0 0,0-1 1 0 0,-1 0-1 0 0,1 1 0 0 0,-2 2 1 0 0,-4 7 577 0 0,0 1 1 0 0,-9 20 0 0 0,9-15-442 0 0,-36 74 1515 0 0,-39 120 0 0 0,-14 102-2152 0 0,95-308 291 0 0,-17 63-4074 0 0,5-4-1446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9:34.2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60 18 5985 0 0,'-1'-1'99'0'0,"1"-1"-1"0"0,-1 1 1 0 0,0 0-1 0 0,0-1 0 0 0,0 1 1 0 0,1 0-1 0 0,-1 0 1 0 0,-1 0-1 0 0,1 0 1 0 0,0 0-1 0 0,0 0 0 0 0,0 0 1 0 0,-3-1-1 0 0,3 2 45 0 0,1 0-1 0 0,-1 0 1 0 0,1-1-1 0 0,-1 1 1 0 0,1 0-1 0 0,-1 0 1 0 0,1 1-1 0 0,-1-1 1 0 0,1 0-1 0 0,-1 0 1 0 0,1 0-1 0 0,-1 0 1 0 0,1 0-1 0 0,-1 0 1 0 0,1 1-1 0 0,-1-1 1 0 0,1 0-1 0 0,0 0 1 0 0,-1 1-1 0 0,1-1 1 0 0,-1 0-1 0 0,1 1 1 0 0,0-1-1 0 0,-1 0 1 0 0,1 1-1 0 0,-1 0 1 0 0,-2 3 418 0 0,1 1 0 0 0,-1 0 0 0 0,1-1 1 0 0,0 1-1 0 0,0 0 0 0 0,-1 9 0 0 0,-2 9-214 0 0,1 1 0 0 0,2-1 0 0 0,0 1 0 0 0,1 0 0 0 0,2-1 0 0 0,0 1 0 0 0,1 0 0 0 0,2-1 0 0 0,12 46 0 0 0,10 10-785 0 0,52 112 0 0 0,-54-135-189 0 0,3 4-2461 0 0,-16-34 1497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9:34.62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105 21 12899 0 0,'-1'-1'94'0'0,"-1"1"-1"0"0,1-1 1 0 0,0 0 0 0 0,-1 0 0 0 0,1 1 0 0 0,-1-1 0 0 0,1 1 0 0 0,-1-1 0 0 0,1 1-1 0 0,-1 0 1 0 0,1 0 0 0 0,-1-1 0 0 0,1 1 0 0 0,-1 0 0 0 0,0 0 0 0 0,1 0 0 0 0,-1 1-1 0 0,1-1 1 0 0,-3 1 0 0 0,2 0-43 0 0,0 0 0 0 0,0 0-1 0 0,0 1 1 0 0,0-1 0 0 0,0 1-1 0 0,0 0 1 0 0,0-1 0 0 0,0 1 0 0 0,0 0-1 0 0,1 0 1 0 0,-3 4 0 0 0,-3 6 42 0 0,0 1 1 0 0,1-1-1 0 0,1 1 1 0 0,0 0-1 0 0,1 0 1 0 0,0 1-1 0 0,1-1 1 0 0,1 1-1 0 0,0 0 1 0 0,0-1-1 0 0,2 1 1 0 0,0 0-1 0 0,1 16 1 0 0,1-14-62 0 0,-1-1 0 0 0,2 1-1 0 0,0 0 1 0 0,1-1 0 0 0,1 1 0 0 0,0-1 0 0 0,1 0-1 0 0,0-1 1 0 0,2 0 0 0 0,-1 0 0 0 0,13 17 0 0 0,-12-23 112 0 0,0 1 0 0 0,0-1 0 0 0,1 0 0 0 0,0-1 0 0 0,0 0 0 0 0,1-1 0 0 0,0 1 0 0 0,0-2 0 0 0,0 0 0 0 0,1 0 0 0 0,17 5 0 0 0,-25-8-78 0 0,1-1-1 0 0,0 0 1 0 0,0 0-1 0 0,1-1 1 0 0,-1 1 0 0 0,0-1-1 0 0,0 0 1 0 0,0 0-1 0 0,0 0 1 0 0,0 0 0 0 0,0-1-1 0 0,1 0 1 0 0,-1 0 0 0 0,0 0-1 0 0,-1 0 1 0 0,1-1-1 0 0,0 1 1 0 0,0-1 0 0 0,0 0-1 0 0,-1 0 1 0 0,1 0-1 0 0,-1-1 1 0 0,0 1 0 0 0,0-1-1 0 0,0 0 1 0 0,0 0 0 0 0,0 0-1 0 0,0 0 1 0 0,-1-1-1 0 0,0 1 1 0 0,1 0 0 0 0,-1-1-1 0 0,-1 0 1 0 0,4-6 0 0 0,-1-3 18 0 0,0-1 1 0 0,-1 1-1 0 0,-1-1 1 0 0,0 1 0 0 0,-1-1-1 0 0,0 0 1 0 0,-1 1 0 0 0,-2-16-1 0 0,-19-109 48 0 0,18 121-89 0 0,-1 0 1 0 0,-1 0-1 0 0,0 1 1 0 0,-14-28-1 0 0,16 39-116 0 0,0-1 0 0 0,0 1-1 0 0,-1 0 1 0 0,1 0 0 0 0,-1 0 0 0 0,-1 1 0 0 0,1-1 0 0 0,0 1-1 0 0,-1 0 1 0 0,0 0 0 0 0,0 1 0 0 0,0-1 0 0 0,-1 1 0 0 0,1 0-1 0 0,-1 1 1 0 0,-9-4 0 0 0,-5 0-834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9:34.9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1 155 14283 0 0,'0'-1'93'0'0,"0"-1"1"0"0,0 1-1 0 0,0 0 1 0 0,1 0-1 0 0,-1-1 1 0 0,0 1-1 0 0,1 0 0 0 0,-1 0 1 0 0,1 0-1 0 0,-1 0 1 0 0,1 0-1 0 0,0 0 1 0 0,-1 0-1 0 0,1 0 0 0 0,0 0 1 0 0,0 0-1 0 0,0 0 1 0 0,0 0-1 0 0,0 0 0 0 0,0 0 1 0 0,0 1-1 0 0,0-1 1 0 0,0 0-1 0 0,2 0 1 0 0,32-21 835 0 0,-32 20-775 0 0,30-16 825 0 0,1 1 0 0 0,72-26 0 0 0,-82 36-1887 0 0,43-6 1 0 0,-43 10-1696 0 0,49 0 0 0 0,12 4-2653 0 0,-59-2 5080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29:36.6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1 197 5529 0 0,'1'-10'667'0'0,"0"0"-1"0"0,0-1 1 0 0,1 1-1 0 0,1 0 1 0 0,0 0-1 0 0,0 0 0 0 0,1 1 1 0 0,0-1-1 0 0,0 1 1 0 0,8-12-1 0 0,-8 16-428 0 0,0-1 0 0 0,0 0 0 0 0,0 1 0 0 0,0-1 0 0 0,1 1-1 0 0,0 0 1 0 0,0 1 0 0 0,0-1 0 0 0,1 1 0 0 0,0 0 0 0 0,0 1-1 0 0,0-1 1 0 0,0 1 0 0 0,0 0 0 0 0,0 1 0 0 0,10-3 0 0 0,-15 4-209 0 0,1 1-1 0 0,0 0 1 0 0,-1-1 0 0 0,1 1 0 0 0,-1 0 0 0 0,1 0 0 0 0,0 0 0 0 0,-1 1 0 0 0,1-1 0 0 0,-1 0 0 0 0,1 1 0 0 0,-1-1 0 0 0,1 0 0 0 0,0 1 0 0 0,-1 0 0 0 0,0-1 0 0 0,1 1 0 0 0,-1 0-1 0 0,1 0 1 0 0,-1 0 0 0 0,2 2 0 0 0,-1-1-12 0 0,0 0-1 0 0,-1 0 0 0 0,1 1 0 0 0,-1-1 0 0 0,1 1 1 0 0,-1 0-1 0 0,0-1 0 0 0,0 1 0 0 0,0 0 1 0 0,-1-1-1 0 0,2 5 0 0 0,-1 7 16 0 0,0 0-1 0 0,0 1 1 0 0,-4 25-1 0 0,3-34 23 0 0,-28 268 592 0 0,27-273-589 0 0,1 0 1 0 0,0 0-1 0 0,0 1 0 0 0,0-1 0 0 0,0 0 0 0 0,0 0 0 0 0,0 1 0 0 0,0-1 1 0 0,0 0-1 0 0,1 0 0 0 0,-1 0 0 0 0,0 1 0 0 0,1-1 0 0 0,-1 0 0 0 0,1 0 1 0 0,-1 0-1 0 0,1 0 0 0 0,0 0 0 0 0,-1 0 0 0 0,1 0 0 0 0,0 0 0 0 0,1 1 1 0 0,-1-1-2 0 0,1-1 0 0 0,-1 1 0 0 0,0-1 0 0 0,0 0 0 0 0,1 1 0 0 0,-1-1 0 0 0,0 0 0 0 0,0 0 1 0 0,1 0-1 0 0,-1 0 0 0 0,0 0 0 0 0,1 0 0 0 0,-1-1 0 0 0,0 1 0 0 0,0 0 0 0 0,0-1 0 0 0,3 0 1 0 0,6-4 192 0 0,0 0-1 0 0,0-1 1 0 0,17-13 0 0 0,-19 14-229 0 0,72-55 443 0 0,46-29-3284 0 0,-97 72-4279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9:38.02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60 5265 0 0,'7'-6'92'0'0,"1"-1"-1"0"0,-1 1 0 0 0,0-1 1 0 0,0 0-1 0 0,-1-1 1 0 0,6-8-1 0 0,-12 16-109 0 0,0 0-1 0 0,0 0 0 0 0,0 0 1 0 0,0 0-1 0 0,-1 0 1 0 0,1 0-1 0 0,0 0 0 0 0,0 0 1 0 0,0 0-1 0 0,0 0 0 0 0,0 0 1 0 0,0 0-1 0 0,0 0 1 0 0,0 0-1 0 0,0 0 0 0 0,-1 0 1 0 0,1 0-1 0 0,0 0 1 0 0,0 0-1 0 0,0-1 0 0 0,0 1 1 0 0,0 0-1 0 0,0 0 0 0 0,0 0 1 0 0,0 0-1 0 0,0 0 1 0 0,0 0-1 0 0,0 0 0 0 0,0 0 1 0 0,0 0-1 0 0,-1 0 0 0 0,1 0 1 0 0,0 0-1 0 0,0 0 1 0 0,0 0-1 0 0,0-1 0 0 0,0 1 1 0 0,0 0-1 0 0,0 0 1 0 0,0 0-1 0 0,0 0 0 0 0,0 0 1 0 0,0 0-1 0 0,0 0 0 0 0,0 0 1 0 0,0 0-1 0 0,0-1 1 0 0,0 1-1 0 0,-14 8-1520 0 0,2-2 1054 0 0,39 12 753 0 0,-13-12-280 0 0,-11-5 12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50:09.56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0 3649 0 0,'3'3'320'0'0,"-1"-3"-256"0"0,-2 2-64 0 0,2-2 0 0 0,-4 0 0 0 0,4 0 0 0 0,-1 0 0 0 0,1 0 0 0 0,-1-2 0 0 0,1 2 0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51:17.96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 11 2016 0 0,'-2'-10'0'0'0,"-1"16"0"0"0,2-3 0 0 0,0 0 0 0 0,1 0 0 0 0,0 0 0 0 0,-1 0 0 0 0,1 0 0 0 0,0 0 0 0 0,1 0 0 0 0,-1 3 0 0 0,1 0 0 0 0,0 0 0 0 0,0 0 0 0 0,-1 0 0 0 0,0 0 0 0 0,-1 8 0 0 0,-1-5 0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51:23.44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178 1 2016 0 0,'-2'4'0'0'0,"0"0"0"0"0,1 0 0 0 0,-1 0 0 0 0,1 0 0 0 0,0 0 0 0 0,0 0 0 0 0,0 5 0 0 0,0-4 0 0 0,-3 63 0 0 0,5-42 0 0 0,10 52 0 0 0,-7-52 0 0 0,4 54 0 0 0,7 218 0 0 0,-26-112 0 0 0,14 327 0 0 0,-3-496 0 0 0,-11 271 0 0 0,-10-46 0 0 0,18-203 0 0 0,-1 11 0 0 0,1-13 0 0 0,1 57 0 0 0,3-30 0 0 0,-12 106 0 0 0,2-75 0 0 0,1 246 0 0 0,8-303 0 0 0,-7 195 0 0 0,22-28 0 0 0,-14-179 0 0 0,0-1 0 0 0,-5 44 0 0 0,0 6 0 0 0,2-39 0 0 0,-2-1 0 0 0,-11 51 0 0 0,-3 27 0 0 0,7 79 0 0 0,11-162 0 0 0,1 0 0 0 0,2 0 0 0 0,8 43 0 0 0,-5-38 0 0 0,3 66 0 0 0,-19 51 0 0 0,2 62 0 0 0,9-124 0 0 0,-8 176 0 0 0,5-241 0 0 0,-16 236 0 0 0,17-223 0 0 0,-9 46 0 0 0,5-46 0 0 0,-1 46 0 0 0,7 22 0 0 0,-5-52 0 0 0,3-39 0 0 0,-1 1 0 0 0,2-1 0 0 0,1 16 0 0 0,0-19 0 0 0,-1-1 0 0 0,-1 1 0 0 0,0 0 0 0 0,-4 19 0 0 0,-2 29 0 0 0,6-56 0 0 0,1 0 0 0 0,-1-1 0 0 0,0 1 0 0 0,0 0 0 0 0,0 0 0 0 0,-4 6 0 0 0,4-8 0 0 0,-1 1 0 0 0,1-1 0 0 0,0 1 0 0 0,0-1 0 0 0,0 1 0 0 0,1 0 0 0 0,-1-1 0 0 0,1 1 0 0 0,-1 0 0 0 0,1 0 0 0 0,0-1 0 0 0,0 1 0 0 0,0 0 0 0 0,1 3 0 0 0,15-25 0 0 0,4-15 0 0 0,-14 26 0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51:24.35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14 166 1840 0 0,'-1'-9'150'0'0,"0"6"-149"0"0,1 0 0 0 0,-1 0 0 0 0,1 1 0 0 0,-1-1 0 0 0,0 0 0 0 0,0 0 0 0 0,0 1 0 0 0,0-1 0 0 0,-4-4 1331 0 0,7 3-1433 0 0,0 2 104 0 0,2-4-40 0 0,0-1 0 0 0,0 0 0 0 0,0 0 0 0 0,-1 0 1 0 0,0 0-1 0 0,0-1 0 0 0,-1 1 0 0 0,0-1 0 0 0,3-15 1 0 0,-5-2-132 0 0,0 18-510 0 0,-2 22 514 0 0,1-6 449 0 0,0 0-1 0 0,1 0 1 0 0,0 0-1 0 0,1-1 1 0 0,0 1-1 0 0,0 0 1 0 0,5 15-1 0 0,-3-13-74 0 0,-1 0-1 0 0,0 0 1 0 0,1 15-1 0 0,-1 23 357 0 0,11 65-1 0 0,-12-106-560 0 0,1 56-58 0 0,-2-41 326 0 0,3-2 861 0 0,-2-17-1108 0 0,0-1 1 0 0,0 0-1 0 0,-1 0 1 0 0,1 0 0 0 0,-1 1-1 0 0,0-1 1 0 0,0 0-1 0 0,0 1 1 0 0,0-1-1 0 0,-6 6 3189 0 0,-2-30-3248 0 0,7 16 33 0 0,0 0-1 0 0,0-1 1 0 0,1 1-1 0 0,-1-1 1 0 0,1 1-1 0 0,1-7 1 0 0,0 1-59 0 0,0-12-255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51:29.63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151 306 2320 0 0,'-6'-2'162'0'0,"0"0"0"0"0,0 1 0 0 0,1-2 0 0 0,-1 1 0 0 0,0-1 0 0 0,1 0 0 0 0,0 0-1 0 0,0 0 1 0 0,-5-5 0 0 0,-1 1 220 0 0,5 2-146 0 0,-1 0-1 0 0,1-1 1 0 0,0 1 0 0 0,0-2-1 0 0,1 1 1 0 0,0 0 0 0 0,0-1-1 0 0,0 0 1 0 0,1 0 0 0 0,0-1-1 0 0,0 1 1 0 0,1-1 0 0 0,0 1-1 0 0,1-1 1 0 0,-1 0 0 0 0,1 0-1 0 0,1-1 1 0 0,0 1 0 0 0,0 0-1 0 0,0 0 1 0 0,1-1 0 0 0,0 1-1 0 0,1 0 1 0 0,0-1 0 0 0,0 1-1 0 0,1 0 1 0 0,0 0 0 0 0,0 0 0 0 0,1 0-1 0 0,0 0 1 0 0,5-7 0 0 0,-7 13-224 0 0,0 0 0 0 0,0 1 0 0 0,0-1 0 0 0,0 1 0 0 0,0 0 0 0 0,0-1 1 0 0,1 1-1 0 0,-1 0 0 0 0,1-1 0 0 0,-1 1 0 0 0,1 0 0 0 0,-1 0 1 0 0,1 0-1 0 0,-1 1 0 0 0,1-1 0 0 0,0 0 0 0 0,0 0 0 0 0,-1 1 0 0 0,1-1 1 0 0,0 1-1 0 0,3-1 0 0 0,-2 2 23 0 0,0-1 1 0 0,0 0-1 0 0,0 1 0 0 0,0 0 0 0 0,0 0 1 0 0,0-1-1 0 0,-1 2 0 0 0,1-1 1 0 0,0 0-1 0 0,0 1 0 0 0,-1-1 1 0 0,3 3-1 0 0,6 4 46 0 0,0 1 0 0 0,-1 0 1 0 0,-1 1-1 0 0,14 17 0 0 0,-11-10-33 0 0,-1 2 1 0 0,-1-1-1 0 0,0 2 1 0 0,8 23-1 0 0,9 18-34 0 0,-8-15 56 0 0,-14-34-48 0 0,0 1 0 0 0,1-1 0 0 0,0 0 0 0 0,9 12 0 0 0,-13-20-34 0 0,1-1 1 0 0,0 0-1 0 0,0 0 1 0 0,0 0 0 0 0,0 0-1 0 0,0 0 1 0 0,0-1-1 0 0,1 0 1 0 0,0 0-1 0 0,-1 0 1 0 0,1 0-1 0 0,0 0 1 0 0,0-1-1 0 0,0 1 1 0 0,0-1-1 0 0,0 0 1 0 0,6 1-1 0 0,-6-2 20 0 0,-1 0-1 0 0,1 1 1 0 0,0-1-1 0 0,0 0 1 0 0,-1-1-1 0 0,1 1 0 0 0,0-1 1 0 0,-1 1-1 0 0,1-1 1 0 0,-1 0-1 0 0,1-1 1 0 0,-1 1-1 0 0,1-1 1 0 0,-1 1-1 0 0,0-1 1 0 0,0 0-1 0 0,4-3 1 0 0,-2 1 17 0 0,-1 0 0 0 0,0-1 0 0 0,-1 1 0 0 0,1-1 0 0 0,-1 0 0 0 0,0 0 0 0 0,0 0 0 0 0,0 0 0 0 0,-1 0 0 0 0,3-7 0 0 0,0-6 40 0 0,0-1 1 0 0,-1 0-1 0 0,-1-1 1 0 0,-1 1-1 0 0,0-31 1 0 0,-1 26-8 0 0,0 17-25 0 0,0 1-1 0 0,-1 0 1 0 0,0 0 0 0 0,0 0-1 0 0,0-1 1 0 0,-1 1-1 0 0,0 0 1 0 0,0 0-1 0 0,-4-12 1 0 0,4 17 4 0 0,0 0 0 0 0,0 0 0 0 0,1 0 0 0 0,-1 0 0 0 0,0 1-1 0 0,0-1 1 0 0,-1 0 0 0 0,1 1 0 0 0,0-1 0 0 0,0 0 0 0 0,0 1 0 0 0,0-1 0 0 0,-1 1-1 0 0,1 0 1 0 0,0-1 0 0 0,0 1 0 0 0,-1 0 0 0 0,1 0 0 0 0,0 0 0 0 0,0 0 0 0 0,-1 0 0 0 0,1 0-1 0 0,0 0 1 0 0,0 0 0 0 0,-1 1 0 0 0,1-1 0 0 0,0 0 0 0 0,-2 1 0 0 0,-41 17 931 0 0,28-11-661 0 0,-178 84 1546 0 0,53-22-746 0 0,136-67-1420 0 0,1 0 1 0 0,0 0-1 0 0,0 1 0 0 0,0 0 0 0 0,0-1 0 0 0,-5 7 0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51:32.62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18 105 2304 0 0,'-17'4'7177'0'0,"23"-11"-6987"0"0,0 1 0 0 0,0 0 0 0 0,1 1 0 0 0,0-1 0 0 0,0 1 1 0 0,0 1-1 0 0,1-1 0 0 0,-1 1 0 0 0,1 1 0 0 0,0-1 0 0 0,0 1 0 0 0,9-1 1 0 0,22-7 442 0 0,49-6 0 0 0,-57 11-367 0 0,-6 1-194 0 0,-1 2 0 0 0,28-2 1 0 0,-32 7-579 0 0,-17-2 153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51:33.04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 7 3225 0 0,'-9'-6'1236'0'0,"11"13"174"0"0,8 10-729 0 0,-4-8-504 0 0,43 64 1472 0 0,77 151-1 0 0,-111-193-1573 0 0,38 55-1 0 0,-49-80-183 0 0,4 6-35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51:33.91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 80 3225 0 0,'-1'0'240'0'0,"1"0"-134"0"0,0 0 2 0 0,0 0 0 0 0,-1 0 0 0 0,1 0 0 0 0,-1 0-1 0 0,1 0 1 0 0,-1 0 0 0 0,1 1 0 0 0,0-1 0 0 0,-1 0-1 0 0,1 0 1 0 0,0 0 0 0 0,-1 1 0 0 0,1-1 0 0 0,-1 0-1 0 0,1 1 1 0 0,0-1 0 0 0,0 0 0 0 0,-1 1 0 0 0,1-1-1 0 0,0 0 1 0 0,0 1 0 0 0,-1-1 0 0 0,1 1-1 0 0,0-1 1 0 0,0 0 0 0 0,0 1 0 0 0,0-1 0 0 0,0 1-1 0 0,-1-1 1 0 0,1 1 0 0 0,0-1 0 0 0,0 0 0 0 0,0 1-1 0 0,0-1 1 0 0,0 1 0 0 0,0-1 0 0 0,0 1 0 0 0,1-1-1 0 0,-1 1 1 0 0,0-1 0 0 0,0 0 0 0 0,0 1 0 0 0,0-1-1 0 0,1 1 1 0 0,-1-1 0 0 0,0 0 0 0 0,1 1 0 0 0,-1 0-73 0 0,0 0 0 0 0,1 0 0 0 0,-1-1 0 0 0,1 1 0 0 0,-1 0 0 0 0,0 0 0 0 0,1-1 0 0 0,0 1 1 0 0,-1 0-1 0 0,1-1 0 0 0,-1 1 0 0 0,1-1 0 0 0,0 1 0 0 0,-1-1 0 0 0,1 1 0 0 0,0-1 0 0 0,0 1 1 0 0,-1-1-1 0 0,1 0 0 0 0,0 1 0 0 0,0-1 0 0 0,0 0 0 0 0,-1 0 0 0 0,1 0 0 0 0,0 0 1 0 0,0 1-1 0 0,0-1 0 0 0,0 0 0 0 0,-1 0 0 0 0,3-1 0 0 0,10-2 217 0 0,12-4 532 0 0,0 2 0 0 0,37-4-1 0 0,-44 8-342 0 0,0 0 0 0 0,0-2-1 0 0,-1 0 1 0 0,1-1-1 0 0,-1-1 1 0 0,0-1 0 0 0,0 0-1 0 0,-1-1 1 0 0,29-17 0 0 0,-40 21-234 0 0,0 0 1 0 0,0 0-1 0 0,1 0 1 0 0,-1 1-1 0 0,1 0 1 0 0,-1 0-1 0 0,1 0 1 0 0,0 1 0 0 0,0 0-1 0 0,12-1 1 0 0,-14 2-322 0 0,0 0-1 0 0,1 1 1 0 0,-1 0 0 0 0,1 0 0 0 0,-1 0 0 0 0,0 0 0 0 0,0 0 0 0 0,1 1 0 0 0,-1 0 0 0 0,0 0 0 0 0,-1 0-1 0 0,1 1 1 0 0,0-1 0 0 0,0 1 0 0 0,4 4 0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51:34.7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1 3225 0 0,'-5'2'6293'0'0,"25"5"-5443"0"0,18 5-26 0 0,-23-6-454 0 0,0 1 0 0 0,0 0 0 0 0,0 1 0 0 0,-1 1 0 0 0,0 0 1 0 0,0 1-1 0 0,-1 1 0 0 0,-1 0 0 0 0,0 1 0 0 0,0 0 0 0 0,-1 0 0 0 0,11 18 0 0 0,20 41-110 0 0,-28-46-246 0 0,1 0-1 0 0,1 0 1 0 0,1-2 0 0 0,23 25-1 0 0,-39-46-164 0 0,1 0-1 0 0,0-1 0 0 0,1 1 0 0 0,-1-1 0 0 0,0 1 0 0 0,0-1 1 0 0,1 0-1 0 0,-1 1 0 0 0,0-1 0 0 0,1 0 0 0 0,-1-1 0 0 0,1 1 1 0 0,0 0-1 0 0,-1-1 0 0 0,1 1 0 0 0,-1-1 0 0 0,1 0 0 0 0,0 0 0 0 0,-1 0 1 0 0,5-1-1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51:34.83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6177 0 0,'0'0'0'0'0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51:35.2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114 175 3225 0 0,'-40'-23'1979'0'0,"21"13"5245"0"0,25 21-7140 0 0,0-1 1 0 0,1 0-1 0 0,1-1 0 0 0,-1 0 0 0 0,1 0 1 0 0,1 0-1 0 0,-1-1 0 0 0,2 0 0 0 0,-1-1 1 0 0,1 0-1 0 0,19 10 0 0 0,-20-13-102 0 0,1 0 0 0 0,-1-1 1 0 0,1 0-1 0 0,0 0 0 0 0,0-1 0 0 0,0-1 0 0 0,0 1 0 0 0,0-2 0 0 0,0 1 0 0 0,0-1 0 0 0,1-1 1 0 0,-1 0-1 0 0,0 0 0 0 0,11-4 0 0 0,-17 4 83 0 0,0 0 0 0 0,0 0 0 0 0,0 0 0 0 0,0-1 0 0 0,-1 1 0 0 0,1-1 0 0 0,-1 0 0 0 0,1 0-1 0 0,-1 0 1 0 0,1 0 0 0 0,-1-1 0 0 0,0 0 0 0 0,0 1 0 0 0,4-6 0 0 0,-6 6 29 0 0,0-1 0 0 0,0 1 0 0 0,0-1 0 0 0,0 0 0 0 0,0 1 0 0 0,-1-1 0 0 0,1 1 0 0 0,-1-1 0 0 0,1 0-1 0 0,-1 0 1 0 0,0 1 0 0 0,0-1 0 0 0,0 0 0 0 0,-1 0 0 0 0,1 1 0 0 0,-1-1 0 0 0,1 0 0 0 0,-1 1 0 0 0,0-1 0 0 0,0 1 0 0 0,-2-6-1 0 0,-3-4 95 0 0,-1 1-1 0 0,0-1 1 0 0,0 1-1 0 0,-1 1 0 0 0,0-1 1 0 0,-1 1-1 0 0,0 1 0 0 0,-1-1 1 0 0,0 2-1 0 0,0-1 0 0 0,-1 1 1 0 0,0 1-1 0 0,-1 0 0 0 0,-19-9 1 0 0,22 12-181 0 0,-1 0 1 0 0,1 1-1 0 0,-1 0 1 0 0,0 0-1 0 0,0 1 1 0 0,0 0-1 0 0,0 1 1 0 0,0 0-1 0 0,-1 1 1 0 0,1 0-1 0 0,0 0 1 0 0,0 1 0 0 0,0 1-1 0 0,-1 0 1 0 0,2 0-1 0 0,-1 0 1 0 0,0 2-1 0 0,0-1 1 0 0,-12 7-1 0 0,16-6-393 0 0,-9 5 138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51:35.5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34 161 3225 0 0,'-18'16'1253'0'0,"5"-5"916"0"0,11-15-1015 0 0,5-11-101 0 0,3-3-252 0 0,0 1-1 0 0,1 0 1 0 0,1 1 0 0 0,13-21 0 0 0,21-27-2815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51:36.1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53 222 3225 0 0,'-3'-2'33'0'0,"-1"-1"-1"0"0,1 1 1 0 0,0-1 0 0 0,0 1 0 0 0,0-1 0 0 0,0 0 0 0 0,0 0 0 0 0,1-1 0 0 0,-4-4-1 0 0,3 4 339 0 0,1 0-1 0 0,0 1 1 0 0,0-1-1 0 0,0 0 0 0 0,0 0 1 0 0,1 0-1 0 0,0 0 0 0 0,0 0 1 0 0,0-1-1 0 0,0 1 1 0 0,0 0-1 0 0,1 0 0 0 0,0-1 1 0 0,0 1-1 0 0,0-5 0 0 0,1 8-268 0 0,-1 0 0 0 0,0 0 0 0 0,0 0-1 0 0,1 0 1 0 0,-1 0 0 0 0,1 0-1 0 0,-1 0 1 0 0,0 0 0 0 0,1 0 0 0 0,0 1-1 0 0,-1-1 1 0 0,1 0 0 0 0,0 0-1 0 0,-1 0 1 0 0,1 1 0 0 0,0-1 0 0 0,0 0-1 0 0,-1 1 1 0 0,1-1 0 0 0,0 1 0 0 0,0-1-1 0 0,0 1 1 0 0,0-1 0 0 0,1 1-1 0 0,0-1-15 0 0,0 1 0 0 0,0 0-1 0 0,0 0 1 0 0,0 0-1 0 0,0 0 1 0 0,0 0-1 0 0,0 1 1 0 0,0-1 0 0 0,0 1-1 0 0,0-1 1 0 0,3 2-1 0 0,6 3-48 0 0,0 1 0 0 0,-1 0 0 0 0,14 11 0 0 0,-15-11 90 0 0,-2-2 38 0 0,6 5-207 0 0,-1 0-1 0 0,17 15 1 0 0,-26-22 220 0 0,-1 0 0 0 0,1 1 0 0 0,-1 0 0 0 0,0 0 0 0 0,0 0 0 0 0,0 0 0 0 0,0 0 0 0 0,0 0 0 0 0,-1 0 0 0 0,1 0 0 0 0,-1 1 0 0 0,0-1 0 0 0,0 1 0 0 0,0-1 0 0 0,0 1 0 0 0,0 4 0 0 0,2-29 3674 0 0,6-34-3377 0 0,-8 41-375 0 0,9-69 577 0 0,-9 76-801 0 0,0 0-1 0 0,1 0 1 0 0,0 0-1 0 0,1 0 0 0 0,0 0 1 0 0,0 1-1 0 0,0-1 1 0 0,8-11-1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3:45.8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 11058 0 0,'0'-1'1145'0'0,"0"0"-1040"0"0,3 119 6326 0 0,24 154-4471 0 0,45 370-566 0 0,-67-595-1675 0 0,1 38 805 0 0,-6-77-1099 0 0,0-1 0 0 0,-1 1 1 0 0,0 0-1 0 0,0-1 0 0 0,-1 1 1 0 0,0 0-1 0 0,0-1 0 0 0,-4 9 1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3:46.4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94 28 5529 0 0,'-45'-22'1565'0'0,"42"21"-1101"0"0,1 0 0 0 0,-1 0 1 0 0,0 0-1 0 0,1 1 0 0 0,-1-1 1 0 0,0 1-1 0 0,0 0 0 0 0,1 0 1 0 0,-1 0-1 0 0,0 0 0 0 0,0 0 1 0 0,1 1-1 0 0,-1-1 0 0 0,0 1 1 0 0,-5 1-1 0 0,10 0-135 0 0,0 0 1 0 0,-1 0-1 0 0,1 0 0 0 0,0 0 1 0 0,0 0-1 0 0,0-1 0 0 0,0 1 0 0 0,0-1 1 0 0,0 0-1 0 0,0 1 0 0 0,4 0 1 0 0,78 39 939 0 0,87 56-1 0 0,-66-29-1278 0 0,3-5-1 0 0,3-5 0 0 0,146 54 1 0 0,72 0-804 0 0,-329-112 818 0 0,1 0 0 0 0,-1 1 0 0 0,1-1 0 0 0,-1 0 0 0 0,1 0 0 0 0,-1 0 0 0 0,1 0 0 0 0,-1 1 0 0 0,1-1 0 0 0,-1 0 0 0 0,1 0 0 0 0,-1 1 0 0 0,1-1 0 0 0,-1 0 0 0 0,0 1 0 0 0,1-1 0 0 0,-1 0 0 0 0,1 1 0 0 0,-1-1 0 0 0,0 1 0 0 0,0-1 0 0 0,1 1 0 0 0,-1-1 0 0 0,0 1 0 0 0,0-1 0 0 0,1 1 0 0 0,-1-1 0 0 0,0 1 0 0 0,0-1 0 0 0,0 1 0 0 0,-11 12 53 0 0,-34 8-30 0 0,36-17-16 0 0,-71 35-35 0 0,-117 79-1 0 0,66-37 342 0 0,-34 26 641 0 0,137-86-747 0 0,1 2 0 0 0,1 0 0 0 0,-36 43 0 0 0,61-65-213 0 0,-12 19-990 0 0,13-20 936 0 0,0 0 1 0 0,0 1-1 0 0,0-1 1 0 0,0 0-1 0 0,-1 1 1 0 0,1-1-1 0 0,0 0 1 0 0,0 1 0 0 0,0-1-1 0 0,0 0 1 0 0,0 1-1 0 0,0-1 1 0 0,0 0-1 0 0,0 1 1 0 0,0-1-1 0 0,1 1 1 0 0,-1-1-1 0 0,0 0 1 0 0,0 1 0 0 0,0-1-1 0 0,0 0 1 0 0,0 1-1 0 0,0-1 1 0 0,1 0-1 0 0,-1 0 1 0 0,0 1-1 0 0,0-1 1 0 0,1 0-1 0 0,-1 1 1 0 0,0-1 0 0 0,0 0-1 0 0,1 0 1 0 0,-1 0-1 0 0,0 1 1 0 0,1-1-1 0 0,-1 0 1 0 0,0 0-1 0 0,1 0 1 0 0,-1 0-1 0 0,0 1 1 0 0,1-1 0 0 0,-1 0-1 0 0,0 0 1 0 0,1 0-1 0 0,-1 0 1 0 0,0 0-1 0 0,1 0 1 0 0,-1 0-1 0 0,1 0 1 0 0,-1 0 0 0 0,0 0-1 0 0,1 0 1 0 0,-1 0-1 0 0,0-1 1 0 0,1 1-1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3:46.9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17 9218 0 0,'-1'-2'161'0'0,"0"1"0"0"0,0 0 1 0 0,-1-1-1 0 0,1 1 0 0 0,0 0 0 0 0,-1 0 0 0 0,1 0 1 0 0,-1 0-1 0 0,1 0 0 0 0,-1 0 0 0 0,0 1 0 0 0,1-1 1 0 0,-1 0-1 0 0,0 1 0 0 0,1-1 0 0 0,-4 1 0 0 0,4 0-23 0 0,1 1 0 0 0,-1-1 0 0 0,0 1 0 0 0,0 0 0 0 0,1-1 0 0 0,-1 1 0 0 0,0 0 0 0 0,1 0 0 0 0,-1-1 0 0 0,0 1 0 0 0,1 0-1 0 0,-1 0 1 0 0,1 0 0 0 0,0 0 0 0 0,-1 0 0 0 0,1 0 0 0 0,0 0 0 0 0,-1 0 0 0 0,1 0 0 0 0,0 0 0 0 0,0 0 0 0 0,0 0 0 0 0,0 0 0 0 0,0 0 0 0 0,0 0-1 0 0,0 0 1 0 0,0 0 0 0 0,0 0 0 0 0,1 0 0 0 0,-1 1 0 0 0,17 139 2972 0 0,-3-30-2431 0 0,4 308-229 0 0,-7-97-34 0 0,26-4-220 0 0,77 98-328 0 0,-89-336 23 0 0,-23-74-167 0 0,7 23-410 0 0,-1-9-4790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3:47.3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13 174 1840 0 0,'-12'-4'206'0'0,"12"-1"778"0"0,22-4 980 0 0,-16 7-1897 0 0,51-14 1543 0 0,0 2 1 0 0,60-6-1 0 0,-53 10-762 0 0,135-22 2321 0 0,389-12 0 0 0,216 35-3029 0 0,-705 3-2724 0 0,-84 5 307 0 0,17-1-3030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3:48.0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1417 119 920 0 0,'7'-3'461'0'0,"0"1"0"0"0,1-1 0 0 0,-1 0 0 0 0,-1-1 0 0 0,1 0 0 0 0,0 0 0 0 0,-1 0 0 0 0,0-1 0 0 0,0 1 0 0 0,0-2 0 0 0,-1 1 0 0 0,9-10 0 0 0,-14 14-379 0 0,0 1 0 0 0,0 0 0 0 0,0-1-1 0 0,0 1 1 0 0,1 0 0 0 0,-1-1-1 0 0,0 1 1 0 0,0 0 0 0 0,0-1-1 0 0,0 1 1 0 0,0-1 0 0 0,0 1-1 0 0,0 0 1 0 0,0-1 0 0 0,0 1 0 0 0,0 0-1 0 0,0-1 1 0 0,0 1 0 0 0,-1 0-1 0 0,1-1 1 0 0,0 1 0 0 0,0 0-1 0 0,0-1 1 0 0,0 1 0 0 0,-1 0-1 0 0,1-1 1 0 0,0 1 0 0 0,0 0 0 0 0,-1 0-1 0 0,1-1 1 0 0,0 1 0 0 0,0 0-1 0 0,-1-1 1 0 0,-16-5 1483 0 0,-16 3 62 0 0,-156 6 2714 0 0,-82 0-1382 0 0,106-7-2526 0 0,-296-18 996 0 0,450 21-1438 0 0,-154-13-1362 0 0,137 14 951 0 0,-1 0 0 0 0,1 2 0 0 0,-50 10 0 0 0,62-8-1545 0 0,1 2-4293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3:48.5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95 1 6913 0 0,'-2'0'128'0'0,"0"0"0"0"0,0 0 0 0 0,0 0 0 0 0,1 1 0 0 0,-1-1 0 0 0,0 1 0 0 0,0-1 0 0 0,0 1 0 0 0,1 0 0 0 0,-1-1 0 0 0,0 1 0 0 0,1 0 0 0 0,-1 0 0 0 0,1 0 0 0 0,-1 1 0 0 0,1-1 0 0 0,0 0 0 0 0,-1 0 0 0 0,1 1 0 0 0,0-1-1 0 0,0 1 1 0 0,0-1 0 0 0,0 1 0 0 0,0 0 0 0 0,0-1 0 0 0,-1 4 0 0 0,-4 6 115 0 0,1-1 0 0 0,0 2 0 0 0,-4 11 0 0 0,1 6-28 0 0,1 1 0 0 0,2 0 0 0 0,1 0 0 0 0,1 1 0 0 0,1 40 1 0 0,20 157 1184 0 0,-8-126-763 0 0,-4-30-378 0 0,3 49 231 0 0,49 235 0 0 0,14-115-28 0 0,-33-113-275 0 0,-22-56-486 0 0,-14-24-4981 0 0,-3-31 544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3:48.9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199 124 2304 0 0,'-25'-1'1823'0'0,"0"1"-1"0"0,0 1 0 0 0,0 1 0 0 0,-31 6 1 0 0,13-2 3885 0 0,95-9-4573 0 0,73-12 0 0 0,-51 4-615 0 0,131-13-130 0 0,179-25 334 0 0,-325 40-1167 0 0,-2-2-1796 0 0,0 3-1 0 0,0 2 1 0 0,82 2 0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3:49.2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91 4145 0 0,'8'-1'500'0'0,"0"-1"1"0"0,0 1-1 0 0,-1-2 0 0 0,1 1 1 0 0,0-1-1 0 0,12-7 1 0 0,3 0 661 0 0,96-28 2304 0 0,-91 31-3575 0 0,0 2 0 0 0,39-3 0 0 0,-55 7-4158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3:49.6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1840 0 0,'11'4'11523'0'0,"-8"-3"-11169"0"0,0 1 1 0 0,-1 0-1 0 0,1 0 0 0 0,-1 0 1 0 0,1 0-1 0 0,-1 0 1 0 0,0 1-1 0 0,0-1 1 0 0,0 1-1 0 0,0-1 0 0 0,0 1 1 0 0,0 0-1 0 0,-1 0 1 0 0,1-1-1 0 0,-1 1 0 0 0,0 0 1 0 0,1 4-1 0 0,0 4 323 0 0,0 0 0 0 0,-1 0 0 0 0,-1 22 0 0 0,0-21-924 0 0,9 166 498 0 0,0 27 4 0 0,-6-111-1044 0 0,-1-63-585 0 0,-2 1 0 0 0,0 0 1 0 0,-6 33-1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3:50.1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0 236 1008 0 0,'1'-1'135'0'0,"0"0"0"0"0,0 0-1 0 0,0 0 1 0 0,0 0 0 0 0,0 1 0 0 0,0-1-1 0 0,0 0 1 0 0,0 1 0 0 0,0-1 0 0 0,0 0 0 0 0,0 1-1 0 0,1-1 1 0 0,-1 1 0 0 0,0 0 0 0 0,0-1-1 0 0,3 1 1 0 0,21-6 2558 0 0,162-22 3436 0 0,0 4-3318 0 0,378-25-1785 0 0,-49 11 1680 0 0,-259 18-823 0 0,149-5-987 0 0,-244 21-719 0 0,179 0 584 0 0,7-9-274 0 0,-1 1-513 0 0,-276 11-1099 0 0,-41 1-4787 0 0,-11-1-883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3:51.0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7834 0 0,'4'49'7313'0'0,"11"24"-3625"0"0,2 11-2393 0 0,-10-27-1069 0 0,6 44-1081 0 0,-1-34-2629 0 0,-6-42-2459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3:51.8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91 1 5985 0 0,'0'0'464'0'0,"-4"1"62"0"0,0 0-1 0 0,0 1 0 0 0,1-1 1 0 0,-1 1-1 0 0,0 0 0 0 0,1 1 1 0 0,-1-1-1 0 0,1 0 0 0 0,-5 6 1 0 0,-4 1 414 0 0,5-5-523 0 0,4-3-308 0 0,1 0 0 0 0,0 0 0 0 0,0 0 0 0 0,0 0 1 0 0,1 0-1 0 0,-1 1 0 0 0,0-1 0 0 0,0 1 0 0 0,1-1 0 0 0,-1 1 0 0 0,0 0 1 0 0,1-1-1 0 0,0 1 0 0 0,-1 0 0 0 0,1 0 0 0 0,-1 3 0 0 0,2-5-62 0 0,1 1 0 0 0,0 0 1 0 0,0-1-1 0 0,-1 1 0 0 0,1-1 0 0 0,0 1 0 0 0,0-1 0 0 0,0 1 0 0 0,0-1 0 0 0,0 0 0 0 0,0 1 0 0 0,0-1 1 0 0,0 0-1 0 0,-1 0 0 0 0,1 0 0 0 0,0 0 0 0 0,0 0 0 0 0,0 0 0 0 0,2 0 0 0 0,22 1 466 0 0,-24-1-463 0 0,18 0 211 0 0,0 2 1 0 0,-1 0 0 0 0,1 0 0 0 0,0 2 0 0 0,-1 1 0 0 0,0 0 0 0 0,33 14 0 0 0,-50-18-253 0 0,0-1 0 0 0,0 0 0 0 0,0 1 1 0 0,-1 0-1 0 0,1-1 0 0 0,0 1 0 0 0,0-1 1 0 0,0 1-1 0 0,0 0 0 0 0,-1-1 0 0 0,1 1 1 0 0,0 0-1 0 0,-1 0 0 0 0,1 0 0 0 0,-1 0 1 0 0,1 0-1 0 0,-1-1 0 0 0,1 1 0 0 0,-1 0 1 0 0,1 0-1 0 0,-1 0 0 0 0,0 0 0 0 0,0 0 1 0 0,1 0-1 0 0,-1 0 0 0 0,0 2 0 0 0,0-1-3 0 0,-1 0-1 0 0,0 1 0 0 0,1-1 0 0 0,-1 0 0 0 0,0 0 0 0 0,0 0 0 0 0,0 0 0 0 0,0 0 0 0 0,0 0 0 0 0,0 0 0 0 0,-3 3 0 0 0,-6 5 14 0 0,0 0-1 0 0,0-1 1 0 0,-14 11-1 0 0,18-16 48 0 0,-18 13 197 0 0,-19 15 337 0 0,41-30-517 0 0,-1 0 0 0 0,0 1-1 0 0,1-1 1 0 0,0 1 0 0 0,0 0-1 0 0,0 0 1 0 0,0 0 0 0 0,0 0-1 0 0,0 0 1 0 0,1 0 0 0 0,-2 5-1 0 0,3-7-67 0 0,-1 0 0 0 0,1 0 0 0 0,0 0 0 0 0,0 0 0 0 0,1 0 0 0 0,-1 0 0 0 0,0 0-1 0 0,0-1 1 0 0,0 1 0 0 0,1 0 0 0 0,-1 0 0 0 0,0 0 0 0 0,1 0 0 0 0,-1 0 0 0 0,1 0-1 0 0,-1 0 1 0 0,1 0 0 0 0,-1-1 0 0 0,1 1 0 0 0,0 0 0 0 0,-1 0 0 0 0,1-1 0 0 0,0 1 0 0 0,0 0-1 0 0,0-1 1 0 0,-1 1 0 0 0,1-1 0 0 0,0 1 0 0 0,0-1 0 0 0,0 0 0 0 0,0 1 0 0 0,0-1-1 0 0,0 0 1 0 0,0 1 0 0 0,0-1 0 0 0,0 0 0 0 0,1 0 0 0 0,44 5 17 0 0,-40-5-5 0 0,38 0 0 0 0,-30-1-23 0 0,0 1 0 0 0,0 0 0 0 0,0 1 0 0 0,0 0 0 0 0,0 1 0 0 0,0 1 0 0 0,0 0 1 0 0,24 9-1 0 0,-37-11-4 0 0,0-1 0 0 0,0 1 0 0 0,0-1 0 0 0,0 1 0 0 0,-1-1 0 0 0,1 1 0 0 0,0-1 0 0 0,0 1 0 0 0,0 0 0 0 0,-1 0 0 0 0,1-1 0 0 0,0 1 0 0 0,-1 0 0 0 0,1 0 0 0 0,0 0 0 0 0,-1 0 0 0 0,1 0 0 0 0,-1 0 0 0 0,0 0 0 0 0,1 0 0 0 0,-1 0 0 0 0,0 0 0 0 0,0 0 0 0 0,1 0 0 0 0,-1 0 0 0 0,0 0 0 0 0,0 1 0 0 0,-1 0 0 0 0,1 0 0 0 0,-1 0 0 0 0,0 0 0 0 0,0 0 0 0 0,1 0 0 0 0,-1-1 0 0 0,-1 1 0 0 0,1 0 0 0 0,0-1 0 0 0,0 1 0 0 0,-1 0 0 0 0,-2 2 0 0 0,-6 4 0 0 0,-1 0 0 0 0,0 0 0 0 0,-15 7 0 0 0,26-14 0 0 0,-54 28 62 0 0,2 2 0 0 0,-89 72 0 0 0,139-101-121 0 0,0 0 0 0 0,-1 0 0 0 0,1 1-1 0 0,0-1 1 0 0,0 1 0 0 0,0-1 0 0 0,0 1-1 0 0,0 0 1 0 0,1 0 0 0 0,0 0-1 0 0,-1 0 1 0 0,1 0 0 0 0,-1 4 0 0 0,2-6-50 0 0,0 0 0 0 0,0 0 1 0 0,0 0-1 0 0,0 0 0 0 0,0-1 0 0 0,0 1 1 0 0,0 0-1 0 0,0 0 0 0 0,0 0 1 0 0,1 0-1 0 0,-1-1 0 0 0,0 1 0 0 0,1 0 1 0 0,-1 0-1 0 0,0-1 0 0 0,1 1 1 0 0,-1 0-1 0 0,1-1 0 0 0,-1 1 0 0 0,2 1 1 0 0,0-1-199 0 0,-1 0 1 0 0,1 0 0 0 0,0 0 0 0 0,-1-1 0 0 0,1 1-1 0 0,0 0 1 0 0,0-1 0 0 0,-1 1 0 0 0,1-1-1 0 0,0 1 1 0 0,0-1 0 0 0,3 0 0 0 0,18 0-2620 0 0,-10-1 1340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3:52.1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0 3225 0 0,'-1'1'345'0'0,"-1"0"0"0"0,0-1 1 0 0,1 1-1 0 0,-1 0 1 0 0,1 0-1 0 0,0 1 0 0 0,-1-1 1 0 0,1 0-1 0 0,0 0 1 0 0,-1 1-1 0 0,1-1 0 0 0,0 1 1 0 0,0-1-1 0 0,0 1 1 0 0,0-1-1 0 0,1 1 0 0 0,-1-1 1 0 0,0 1-1 0 0,1 0 1 0 0,-1 0-1 0 0,1-1 0 0 0,-1 1 1 0 0,1 0-1 0 0,0 3 0 0 0,1-1 293 0 0,0 0 0 0 0,1 0 0 0 0,0 0 0 0 0,0 0 0 0 0,0 0 0 0 0,0-1 0 0 0,1 1 0 0 0,5 6 0 0 0,6 11-384 0 0,0 1 0 0 0,-1 1 0 0 0,-1 0 0 0 0,-1 1 0 0 0,-1 0 0 0 0,-1 0 0 0 0,-2 1 0 0 0,0 1 0 0 0,4 32 0 0 0,-5-9 304 0 0,-3 1 0 0 0,-1 0 0 0 0,-10 94 0 0 0,7-134-568 0 0,-2 19-488 0 0,-11 50-1 0 0,11-69 332 0 0,0 0 0 0 0,-1 0 0 0 0,0 0 0 0 0,-1 0 0 0 0,0 0 0 0 0,-1-1 0 0 0,0 0 0 0 0,-8 9 0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3:52.8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3225 0 0,'5'5'1403'0'0,"0"1"0"0"0,0 0-1 0 0,0 0 1 0 0,-1 1 0 0 0,4 7 0 0 0,12 39 3368 0 0,-11-16-3189 0 0,4 43 0 0 0,-4-18-779 0 0,-5-46-757 0 0,-2-8-85 0 0,0-1 0 0 0,-1 1 0 0 0,0 0 0 0 0,0 0 0 0 0,0 0 0 0 0,-1 0 0 0 0,0 0 0 0 0,-3 11 0 0 0,-2-9-1625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3:53.7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120 100 456 0 0,'-41'14'1169'0'0,"32"-11"-215"0"0,-1 1 0 0 0,0-1 0 0 0,1-1-1 0 0,-1 0 1 0 0,-19 2 0 0 0,29-4-916 0 0,0 0-1 0 0,0 0 0 0 0,0 0 1 0 0,0 0-1 0 0,0 0 1 0 0,-1 0-1 0 0,1-1 1 0 0,0 1-1 0 0,0 0 0 0 0,0 0 1 0 0,0 0-1 0 0,0 0 1 0 0,0 0-1 0 0,0 0 0 0 0,0 0 1 0 0,-1-1-1 0 0,1 1 1 0 0,0 0-1 0 0,0 0 0 0 0,0 0 1 0 0,0 0-1 0 0,0 0 1 0 0,0-1-1 0 0,0 1 0 0 0,0 0 1 0 0,0 0-1 0 0,0 0 1 0 0,0 0-1 0 0,0-1 0 0 0,0 1 1 0 0,0 0-1 0 0,0 0 1 0 0,0 0-1 0 0,0 0 1 0 0,0 0-1 0 0,0-1 0 0 0,0 1 1 0 0,1 0-1 0 0,-1 0 1 0 0,0 0-1 0 0,0 0 0 0 0,0 0 1 0 0,0 0-1 0 0,0-1 1 0 0,0 1-1 0 0,0 0 0 0 0,0 0 1 0 0,1 0-1 0 0,-1 0 1 0 0,0 0-1 0 0,0-1 67 0 0,1 1-1 0 0,-1-1 1 0 0,1 1 0 0 0,-1 0-1 0 0,1-1 1 0 0,-1 1 0 0 0,1-1 0 0 0,0 1-1 0 0,-1 0 1 0 0,1-1 0 0 0,-1 1-1 0 0,1 0 1 0 0,0 0 0 0 0,-1 0-1 0 0,1-1 1 0 0,0 1 0 0 0,-1 0-1 0 0,1 0 1 0 0,0 0 0 0 0,-1 0-1 0 0,2 0 1 0 0,36 0 370 0 0,60-7 0 0 0,1-1 60 0 0,528-32 4 0 0,-619 39-520 0 0,523-55 3187 0 0,-525 56-3180 0 0,36-5 299 0 0,0 3 0 0 0,0 1 1 0 0,0 2-1 0 0,46 8 1 0 0,-87-9-295 0 0,0 0 0 0 0,0 0 1 0 0,-1 0-1 0 0,1 0 0 0 0,0 0 1 0 0,0 1-1 0 0,0-1 1 0 0,0 0-1 0 0,0 1 0 0 0,0-1 1 0 0,0 1-1 0 0,-1-1 0 0 0,1 1 1 0 0,0-1-1 0 0,0 1 1 0 0,-1-1-1 0 0,1 1 0 0 0,0 0 1 0 0,-1-1-1 0 0,1 1 0 0 0,0 1 1 0 0,-1-1-32 0 0,0 0-1 0 0,0 0 1 0 0,0 0 0 0 0,-1-1 0 0 0,1 1-1 0 0,0 0 1 0 0,0 0 0 0 0,-1 0 0 0 0,1-1 0 0 0,-1 1-1 0 0,1 0 1 0 0,-1-1 0 0 0,1 1 0 0 0,-1 0-1 0 0,1-1 1 0 0,-1 1 0 0 0,0 0 0 0 0,1-1 0 0 0,-1 1-1 0 0,0-1 1 0 0,0 1 0 0 0,1-1 0 0 0,-2 1-1 0 0,-1 0-211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02.6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75 20 3977 0 0,'-3'0'5'0'0,"0"1"0"0"0,0-1 1 0 0,0 1-1 0 0,0 0 0 0 0,0 0 0 0 0,0 1 1 0 0,0-1-1 0 0,0 1 0 0 0,1-1 0 0 0,-1 1 0 0 0,0 0 1 0 0,-2 2-1 0 0,3-2-9 0 0,0 0 1 0 0,-1 0-1 0 0,1 0 0 0 0,-1-1 1 0 0,1 1-1 0 0,-1-1 0 0 0,0 0 1 0 0,-12 0 6050 0 0,34-11-4498 0 0,26-8-700 0 0,-23 12-545 0 0,-1 0-1 0 0,1 2 1 0 0,0 1-1 0 0,0 0 1 0 0,1 2-1 0 0,39 2 1 0 0,-61-1-466 0 0,0 0 0 0 0,0 0 1 0 0,0 1-1 0 0,0-1 0 0 0,0 0 0 0 0,0 1 1 0 0,0-1-1 0 0,0 1 0 0 0,0-1 1 0 0,0 1-1 0 0,-1-1 0 0 0,1 1 0 0 0,0 0 1 0 0,0-1-1 0 0,-1 1 0 0 0,1 0 1 0 0,0 0-1 0 0,-1 0 0 0 0,1-1 0 0 0,-1 1 1 0 0,1 0-1 0 0,-1 0 0 0 0,1 2 0 0 0,0-3 91 0 0,-1 1 1 0 0,0-1-1 0 0,0 1 0 0 0,0-1 0 0 0,0 1 0 0 0,0-1 0 0 0,0 1 0 0 0,0-1 0 0 0,0 1 0 0 0,0-1 0 0 0,0 1 0 0 0,0 0 0 0 0,0-1 0 0 0,0 1 0 0 0,0-1 0 0 0,-1 1 0 0 0,1-1 0 0 0,0 1 0 0 0,0-1 0 0 0,-1 1 0 0 0,1-1 0 0 0,0 0 0 0 0,0 1 0 0 0,-1-1 0 0 0,1 1 0 0 0,-1-1 0 0 0,1 0 0 0 0,0 1 0 0 0,-1-1 0 0 0,1 0 0 0 0,-1 1 0 0 0,1-1 0 0 0,-1 0 0 0 0,1 0 0 0 0,-1 1 0 0 0,1-1 0 0 0,-1 0 0 0 0,1 0 0 0 0,-1 0 1 0 0,1 0-1 0 0,-1 0 0 0 0,1 0 0 0 0,-2 0 0 0 0,-5 1 131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03.0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76 920 0 0,'-9'-22'2008'0'0,"-2"-8"1581"0"0,8 7 3153 0 0,4 34-1966 0 0,4 10-3423 0 0,1 3-1033 0 0,17 109 318 0 0,15 65 277 0 0,-38-197-1107 0 0,0 1-1 0 0,1 0 1 0 0,-1-1 0 0 0,1 1 0 0 0,0 0 0 0 0,-1-1 0 0 0,1 1 0 0 0,0-1 0 0 0,0 1 0 0 0,0-1 0 0 0,0 1 0 0 0,2 1 0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04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85 456 0 0,'-1'-1'152'0'0,"0"1"0"0"0,1 0-1 0 0,-1-1 1 0 0,0 0 0 0 0,1 1 0 0 0,-1-1 0 0 0,0 1-1 0 0,1-1 1 0 0,-1 0 0 0 0,1 1 0 0 0,-1-1-1 0 0,1 0 1 0 0,-1 1 0 0 0,1-1 0 0 0,0 0 0 0 0,-1 0-1 0 0,1 0 1 0 0,0 1 0 0 0,0-1 0 0 0,-1 0-1 0 0,1 0 1 0 0,0 0 0 0 0,0 0 0 0 0,0 1 0 0 0,0-2-1 0 0,2 0 133 0 0,0 0 0 0 0,0 1 0 0 0,0-1-1 0 0,0 1 1 0 0,0 0 0 0 0,0-1 0 0 0,1 1-1 0 0,-1 0 1 0 0,3-1 0 0 0,-1 1-433 0 0,24-10 838 0 0,0 2 0 0 0,2 1 1 0 0,-1 1-1 0 0,1 1 0 0 0,52-2 0 0 0,-77 7-682 0 0,27 1 681 0 0,-31 0-699 0 0,0 0-1 0 0,-1 0 0 0 0,1 0 0 0 0,0 0 0 0 0,0 0 0 0 0,-1 1 0 0 0,1-1 0 0 0,0 0 0 0 0,0 0 1 0 0,-1 1-1 0 0,1-1 0 0 0,0 0 0 0 0,-1 1 0 0 0,1-1 0 0 0,0 0 0 0 0,-1 1 0 0 0,1-1 0 0 0,-1 1 1 0 0,1-1-1 0 0,0 1 0 0 0,-1 0 0 0 0,0-1 0 0 0,1 1 0 0 0,-1 0 0 0 0,1-1 0 0 0,-1 1 0 0 0,0 0 1 0 0,1-1-1 0 0,-1 1 0 0 0,0 0 0 0 0,0-1 0 0 0,1 3 0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06.6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207 1964 3065 0 0,'-23'-59'5313'0'0,"-25"-101"0"0"0,21 29-3780 0 0,6 0 0 0 0,-5-167 1 0 0,24 227-1150 0 0,1 15 176 0 0,-3-1 0 0 0,-1 1 0 0 0,-18-71 0 0 0,17 90-313 0 0,6 30-190 0 0,-1 0 1 0 0,0-1 0 0 0,-1 1 0 0 0,0 0-1 0 0,0 0 1 0 0,0 0 0 0 0,-6-10-1 0 0,6 15 0 0 0,1 0-68 0 0,7-1 147 0 0,30-8-270 0 0,1 2 0 0 0,0 1 0 0 0,51-4 0 0 0,17-3-323 0 0,734-127-1419 0 0,-271 59 1523 0 0,-348 50 266 0 0,76-10-21 0 0,-20 3 77 0 0,19-2-2 0 0,94-17-22 0 0,-160 19 46 0 0,-45 11-3 0 0,439-52 88 0 0,-98 36 335 0 0,-413 34-374 0 0,-109 11-37 0 0,5-2 7 0 0,1 1-1 0 0,-1 1 0 0 0,1-1 1 0 0,0 1-1 0 0,-1 1 1 0 0,1 0-1 0 0,0 0 0 0 0,-1 1 1 0 0,12 3-1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07.6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289 142 2761 0 0,'-96'-41'4046'0'0,"62"28"-1621"0"0,1-2 0 0 0,-34-20 0 0 0,8-3 1482 0 0,69 41-3467 0 0,-6-3-308 0 0,0 1 1 0 0,-1 0-1 0 0,1 0 0 0 0,-1 0 1 0 0,1 0-1 0 0,-1 1 0 0 0,0-1 1 0 0,6 5-1 0 0,11 7-101 0 0,0-1-1 0 0,1-1 1 0 0,0-1-1 0 0,0-1 1 0 0,1-1-1 0 0,44 10 1 0 0,-11-1 9 0 0,8 0-8 0 0,29 10 37 0 0,-83-24-65 0 0,0 1 1 0 0,0 0 0 0 0,0 1 0 0 0,-1 0-1 0 0,0 0 1 0 0,0 1 0 0 0,11 10-1 0 0,-18-15 74 0 0,-1 0-1 0 0,0 0 1 0 0,1 0 0 0 0,-1 0-1 0 0,0 0 1 0 0,0 0-1 0 0,1 1 1 0 0,-1-1 0 0 0,0 0-1 0 0,0 0 1 0 0,0 0-1 0 0,0 0 1 0 0,0 0 0 0 0,-1 1-1 0 0,1-1 1 0 0,0 0-1 0 0,-1 0 1 0 0,1 0 0 0 0,0 0-1 0 0,-1 0 1 0 0,1 0-1 0 0,-1 0 1 0 0,0 1-1 0 0,0-1-2 0 0,-1 3-26 0 0,-1 0 0 0 0,1-1 0 0 0,-1 1 0 0 0,0-1 0 0 0,0 0 0 0 0,0 0 0 0 0,-4 3 1 0 0,-6 7 26 0 0,-8 14-21 0 0,-19 34-1 0 0,22-32 10 0 0,-25 31 1 0 0,29-42-46 0 0,7-10-11 0 0,0 1 1 0 0,0-1-1 0 0,-11 9 1 0 0,17-16-9 0 0,-2 0-3 0 0,1 1 0 0 0,0 0-1 0 0,0-1 1 0 0,0 1 0 0 0,0 0 0 0 0,0 0 0 0 0,0 0-1 0 0,1 0 1 0 0,-1 1 0 0 0,1-1 0 0 0,-1 0 0 0 0,1 1-1 0 0,0-1 1 0 0,0 1 0 0 0,0-1 0 0 0,0 1 0 0 0,-1 4-1 0 0,1-2-282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17.7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138 1 2272 0 0,'-9'6'448'0'0,"-1"-1"0"0"0,1 0 0 0 0,-1 0 0 0 0,-12 3 0 0 0,13-5 576 0 0,1 0-1 0 0,-1 1 0 0 0,1 0 0 0 0,0 0 1 0 0,0 1-1 0 0,0 0 0 0 0,-10 9 1 0 0,18-14-1001 0 0,0 0 0 0 0,0 0-1 0 0,0 0 1 0 0,0 0 0 0 0,-1 0 0 0 0,1 0 0 0 0,0 1 0 0 0,0-1 0 0 0,0 0 0 0 0,0 0 0 0 0,0 0-1 0 0,0 0 1 0 0,0 0 0 0 0,0 0 0 0 0,0 1 0 0 0,0-1 0 0 0,0 0 0 0 0,0 0 0 0 0,0 0 0 0 0,0 0 0 0 0,0 0-1 0 0,0 0 1 0 0,0 1 0 0 0,0-1 0 0 0,0 0 0 0 0,0 0 0 0 0,0 0 0 0 0,0 0 0 0 0,0 0 0 0 0,0 0 0 0 0,0 0-1 0 0,0 1 1 0 0,1-1 0 0 0,-1 0 0 0 0,0 0 0 0 0,0 0 0 0 0,0 0 0 0 0,0 0 0 0 0,0 0 0 0 0,0 0-1 0 0,0 0 1 0 0,0 0 0 0 0,0 0 0 0 0,1 1 0 0 0,-1-1 0 0 0,0 0 0 0 0,0 0 0 0 0,0 0 0 0 0,0 0 0 0 0,0 0-1 0 0,1 0 1 0 0,10 3 508 0 0,11-1-105 0 0,53-5 396 0 0,-1-5-1 0 0,89-19 1 0 0,32-4-487 0 0,-191 30-419 0 0,-1 1-53 0 0,0-1 0 0 0,1 1 0 0 0,-1 0 1 0 0,1 0-1 0 0,-1 0 0 0 0,1 1 0 0 0,4 0 1 0 0,-5 0-849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18.70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678 133 1376 0 0,'-310'37'3491'0'0,"82"-8"-2295"0"0,144-16 443 0 0,30-2 2398 0 0,54-11-4003 0 0,0 0 0 0 0,0 0 0 0 0,0 1 0 0 0,0-1 0 0 0,0 0 0 0 0,0 0 0 0 0,0 0 0 0 0,0 0 0 0 0,1 0 0 0 0,-1 0 0 0 0,0 0 0 0 0,0 0 0 0 0,0 0 0 0 0,0 0 0 0 0,0 0 0 0 0,0 1 1 0 0,0-1-1 0 0,0 0 0 0 0,0 0 0 0 0,0 0 0 0 0,0 0 0 0 0,0 0 0 0 0,0 0 0 0 0,0 0 0 0 0,0 1 0 0 0,0-1 0 0 0,0 0 0 0 0,0 0 0 0 0,0 0 0 0 0,0 0 0 0 0,0 0 0 0 0,0 0 0 0 0,0 0 1 0 0,0 1-1 0 0,0-1 0 0 0,0 0 0 0 0,0 0 0 0 0,0 0 0 0 0,0 0 0 0 0,0 0 0 0 0,0 0 0 0 0,0 0 0 0 0,-1 0 0 0 0,1 0 0 0 0,0 0 0 0 0,0 1 0 0 0,0-1 0 0 0,0 0 0 0 0,0 0 0 0 0,0 0 1 0 0,0 0-1 0 0,0 0 0 0 0,0 0 0 0 0,-1 0 0 0 0,1 0 0 0 0,0 0 0 0 0,0 0 0 0 0,0 0 0 0 0,0 0 0 0 0,0 0 0 0 0,0 0 0 0 0,0 0 0 0 0,-1 0 0 0 0,1 0 0 0 0,10 5 480 0 0,-7-4-497 0 0,-2-1 94 0 0,5 1-6 0 0,53 4 279 0 0,115-4-1 0 0,64-20 124 0 0,-21 0 58 0 0,545-44 2280 0 0,-410 15-1800 0 0,-148 18-662 0 0,-55 3-116 0 0,-90 15-213 0 0,0 2 0 0 0,88-3-1 0 0,-134 15-164 0 0,-13-2 72 0 0,1 0 1 0 0,-1 0-1 0 0,0 0 0 0 0,0 0 1 0 0,0 0-1 0 0,1 0 0 0 0,-1 0 1 0 0,0 0-1 0 0,0 0 0 0 0,0 0 1 0 0,0 0-1 0 0,1 0 0 0 0,-1 0 1 0 0,0 0-1 0 0,0 0 0 0 0,0 0 1 0 0,0 0-1 0 0,1 1 0 0 0,-1-1 1 0 0,0 0-1 0 0,0 0 0 0 0,0 0 1 0 0,0 0-1 0 0,0 0 0 0 0,1 0 1 0 0,-1 1-1 0 0,0-1 0 0 0,0 0 1 0 0,0 0-1 0 0,0 0 0 0 0,0 0 1 0 0,0 1-1 0 0,0-1 0 0 0,0 0 1 0 0,0 0-1 0 0,0 0 0 0 0,1 0 1 0 0,-1 1-1 0 0,0-1 0 0 0,0 0 1 0 0,0 0-1 0 0,0 0 0 0 0,0 1 1 0 0,0-1-1 0 0,-1 0 0 0 0,1 0 1 0 0,0 0-1 0 0,0 1 0 0 0,0-1 1 0 0,0 0-1 0 0,0 0 0 0 0,0 0 1 0 0,0 0-1 0 0,0 1 0 0 0,0-1 1 0 0,-1 0-1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19.2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8 2761 0 0,'-40'-7'15091'0'0,"41"11"-14476"0"0,3 143 2021 0 0,-3-46-2129 0 0,2-35-253 0 0,4 113 62 0 0,41 246-1 0 0,-40-385-279 0 0,17 109 91 0 0,-22-126-151 0 0,-2 1 1 0 0,0-1-1 0 0,-2 1 0 0 0,-4 29 0 0 0,0-29-1266 0 0,0-13-2335 0 0,7-13 3157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19.90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239 1206 4145 0 0,'14'10'11577'0'0,"-11"-10"-11343"0"0,-2 1-139 0 0,1-1-1 0 0,-1 0 0 0 0,0 1 0 0 0,1-1 1 0 0,-1 0-1 0 0,0 0 0 0 0,1 0 0 0 0,-1 0 0 0 0,0 0 1 0 0,1 0-1 0 0,-1 0 0 0 0,0-1 0 0 0,2 1 1 0 0,-2-2 106 0 0,-1 0 1 0 0,0 0-1 0 0,1 0 1 0 0,-1 0-1 0 0,0 0 1 0 0,0 0 0 0 0,-1 0-1 0 0,1 0 1 0 0,0 0-1 0 0,0 0 1 0 0,-1 1-1 0 0,0-1 1 0 0,1 0 0 0 0,-1 0-1 0 0,-1-1 1 0 0,0-5 84 0 0,-13-58 407 0 0,-13-75-91 0 0,1-117-296 0 0,-11-94 103 0 0,34 329-408 0 0,0 1 0 0 0,-2-1 0 0 0,0 1 0 0 0,-2 1 0 0 0,0-1 0 0 0,-1 1 0 0 0,-1 1 0 0 0,-1 0 0 0 0,-1 0 0 0 0,-15-18 0 0 0,15 23-110 0 0,7 9-189 0 0,0-1-1 0 0,0 0 1 0 0,0 0 0 0 0,1 0-1 0 0,0 0 1 0 0,0-1-1 0 0,1 1 1 0 0,-5-17 0 0 0,6 12-912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20.4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39 162 3681 0 0,'-8'1'277'0'0,"6"-2"-104"0"0,-1 1 0 0 0,1 0 1 0 0,0 0-1 0 0,0 1 0 0 0,-1-1 1 0 0,1 0-1 0 0,0 1 0 0 0,0 0 0 0 0,0-1 1 0 0,0 1-1 0 0,0 0 0 0 0,-3 1 1 0 0,45-3 2269 0 0,424-61 3824 0 0,-6 10-3954 0 0,-278 37-1882 0 0,156-4 519 0 0,-58 5-502 0 0,-174 8-194 0 0,170 13 0 0 0,-258-3-1529 0 0,-9-3-57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21.0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10 102 3225 0 0,'-2'-9'676'0'0,"-1"1"1"0"0,2-1 0 0 0,-1-1 0 0 0,1 1 0 0 0,0-16-1 0 0,6-7 11200 0 0,1 63-11721 0 0,0 1 0 0 0,-2 0 0 0 0,-1 45 0 0 0,-10 97 891 0 0,2-122-783 0 0,2-1 0 0 0,3 1-1 0 0,2 0 1 0 0,11 70 0 0 0,5-49-1107 0 0,-9-43-126 0 0,-2 0-1 0 0,-2 0 1 0 0,4 56 0 0 0,-7-72-4948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21.5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113 94 4609 0 0,'-21'-38'1275'0'0,"19"33"-365"0"0,-1-1 0 0 0,0 0 0 0 0,0 1 0 0 0,0 0 0 0 0,0 0 0 0 0,-1 0 0 0 0,0 0 0 0 0,0 1 0 0 0,-9-6 3312 0 0,16 17-3183 0 0,5 6-763 0 0,84 60-97 0 0,201 122 1 0 0,-197-136-260 0 0,62 34-534 0 0,-157-93 606 0 0,1 1 1 0 0,-1 0-1 0 0,0-1 0 0 0,0 1 0 0 0,0 0 0 0 0,0-1 1 0 0,0 1-1 0 0,0 0 0 0 0,-1 0 0 0 0,1 0 1 0 0,0 0-1 0 0,0 0 0 0 0,-1 0 0 0 0,1 0 0 0 0,0 0 1 0 0,-1 0-1 0 0,1 1 0 0 0,-1-1 0 0 0,1 2 0 0 0,-1-2-3 0 0,0 0 0 0 0,0 0-1 0 0,-1 0 1 0 0,1 0-1 0 0,0 0 1 0 0,-1 0-1 0 0,1-1 1 0 0,-1 1-1 0 0,1 0 1 0 0,-1 0-1 0 0,1 0 1 0 0,-1-1-1 0 0,1 1 1 0 0,-1 0 0 0 0,0-1-1 0 0,1 1 1 0 0,-1 0-1 0 0,0-1 1 0 0,1 1-1 0 0,-3 0 1 0 0,-5 3-70 0 0,-1 0 0 0 0,1 0 1 0 0,-1-1-1 0 0,-12 3 0 0 0,11-3 57 0 0,-51 17-61 0 0,1 2-1 0 0,2 3 1 0 0,-74 41 0 0 0,80-35 56 0 0,1 1 0 0 0,1 3 1 0 0,2 1-1 0 0,-54 55 1 0 0,85-71-762 0 0,8-5-3959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21.9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55 4609 0 0,'1'-12'214'0'0,"0"9"470"0"0,-1 0 0 0 0,0-1 0 0 0,1 1 0 0 0,-1 0 0 0 0,-1-1 0 0 0,1 1 0 0 0,0 0 0 0 0,-1-1 0 0 0,0 1 0 0 0,-1-6 0 0 0,-2 27 4123 0 0,-1 3-4020 0 0,0 17-504 0 0,1 1 0 0 0,3-1 0 0 0,4 55-1 0 0,22 116 1337 0 0,-3-45-1017 0 0,-18-122-827 0 0,4 40-3012 0 0,21 97 0 0 0,-25-158-2283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22.29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18 130 1376 0 0,'-18'6'2901'0'0,"35"-6"158"0"0,33-6-370 0 0,142-36 488 0 0,313-25 1 0 0,-381 58-4013 0 0,106-3-3789 0 0,-202 14-80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22.6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36 14 4609 0 0,'-7'-8'3856'0'0,"6"7"-3470"0"0,0 0-1 0 0,0 1 1 0 0,0-1 0 0 0,0 1-1 0 0,0-1 1 0 0,0 1-1 0 0,0 0 1 0 0,0-1 0 0 0,0 1-1 0 0,0 0 1 0 0,0 0-1 0 0,0 0 1 0 0,-1 0 0 0 0,1 0-1 0 0,0 0 1 0 0,-2 0 0 0 0,2 1-133 0 0,0 0 1 0 0,1 1 0 0 0,-1-1 0 0 0,0 0 0 0 0,0 0-1 0 0,1 1 1 0 0,-1-1 0 0 0,1 0 0 0 0,-1 1 0 0 0,1-1-1 0 0,0 1 1 0 0,-1-1 0 0 0,1 0 0 0 0,0 1 0 0 0,0-1-1 0 0,0 1 1 0 0,0-1 0 0 0,0 3 0 0 0,2 26 407 0 0,1 0-1 0 0,7 31 1 0 0,3 22-257 0 0,-1 269-19 0 0,7 59-359 0 0,7-139-197 0 0,-22-249-2867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23.4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0 5529 0 0,'-1'0'-8'0'0,"-33"9"2649"0"0,33-9-2494 0 0,0 0 1 0 0,0 0 0 0 0,0 0-1 0 0,0 1 1 0 0,0-1 0 0 0,0 1-1 0 0,0-1 1 0 0,0 0 0 0 0,1 1-1 0 0,-1 0 1 0 0,0-1 0 0 0,0 1-1 0 0,0-1 1 0 0,0 1 0 0 0,1 0 0 0 0,-1 0-1 0 0,0-1 1 0 0,1 1 0 0 0,-1 0-1 0 0,1 0 1 0 0,-1 0 0 0 0,0 0-1 0 0,1 0 1 0 0,0 0 0 0 0,-1 0-1 0 0,1 0 1 0 0,0 0 0 0 0,-1 0-1 0 0,1 1 1 0 0,1 0-61 0 0,-1-1-1 0 0,1 0 1 0 0,0 0 0 0 0,0 0-1 0 0,0 0 1 0 0,0 0 0 0 0,0 0-1 0 0,0 0 1 0 0,0-1 0 0 0,0 1 0 0 0,0 0-1 0 0,1 0 1 0 0,-1-1 0 0 0,0 1-1 0 0,0-1 1 0 0,1 1 0 0 0,-1-1-1 0 0,0 0 1 0 0,0 1 0 0 0,1-1-1 0 0,-1 0 1 0 0,0 0 0 0 0,1 0-1 0 0,1 0 1 0 0,36 1 659 0 0,-37-1-666 0 0,108-12 1165 0 0,-83 7-1098 0 0,1 2 0 0 0,0 1-1 0 0,0 1 1 0 0,43 3 0 0 0,-68-1-138 0 0,0-1 1 0 0,0 0-1 0 0,0 1 0 0 0,0 0 1 0 0,-1 0-1 0 0,1 0 0 0 0,0 0 1 0 0,-1 0-1 0 0,1 0 1 0 0,-1 1-1 0 0,1-1 0 0 0,-1 1 1 0 0,1 0-1 0 0,-1-1 0 0 0,2 4 1 0 0,-3-4-18 0 0,0 0 0 0 0,-1 1 0 0 0,1-1 0 0 0,-1 0 0 0 0,0 1-1 0 0,0-1 1 0 0,1 0 0 0 0,-1 1 0 0 0,0-1 0 0 0,0 1 0 0 0,0-1 0 0 0,0 1 0 0 0,0-1 0 0 0,-1 0 0 0 0,1 1 0 0 0,0-1 0 0 0,-1 0 0 0 0,1 1 0 0 0,-1-1 0 0 0,1 0 0 0 0,-1 1-1 0 0,1-1 1 0 0,-1 0 0 0 0,0 0 0 0 0,0 0 0 0 0,0 0 0 0 0,0 0 0 0 0,0 1 0 0 0,0-2 0 0 0,0 1 0 0 0,0 0 0 0 0,-2 1 0 0 0,-28 27-142 0 0,-66 44 0 0 0,62-48 46 0 0,-58 52 0 0 0,89-73 57 0 0,1-1 0 0 0,-1 1 0 0 0,1 0 0 0 0,0 0 0 0 0,0 1 0 0 0,0-1 0 0 0,-3 10 0 0 0,5-14 36 0 0,1 1-1 0 0,0 0 1 0 0,0 0-1 0 0,0-1 1 0 0,-1 1-1 0 0,1 0 1 0 0,0 0-1 0 0,0 0 1 0 0,0 0 0 0 0,0-1-1 0 0,1 1 1 0 0,-1 0-1 0 0,0 0 1 0 0,0 0-1 0 0,0-1 1 0 0,0 1-1 0 0,1 0 1 0 0,-1 0-1 0 0,0-1 1 0 0,1 1-1 0 0,-1 0 1 0 0,1 0-1 0 0,1 0 4 0 0,-1 0 0 0 0,0 0 0 0 0,1 0 0 0 0,-1 0-1 0 0,1 0 1 0 0,-1-1 0 0 0,1 1 0 0 0,-1 0-1 0 0,1-1 1 0 0,0 1 0 0 0,-1-1 0 0 0,1 0-1 0 0,0 0 1 0 0,-1 1 0 0 0,3-1 0 0 0,62-4 100 0 0,-54 3-60 0 0,0-1-1 0 0,0 2 1 0 0,0 0 0 0 0,23 2 0 0 0,-35-2-32 0 0,1 0 0 0 0,0 0 0 0 0,-1 0 0 0 0,1 1 0 0 0,-1-1 1 0 0,1 0-1 0 0,-1 0 0 0 0,1 0 0 0 0,0 1 0 0 0,-1-1 0 0 0,1 0 1 0 0,-1 0-1 0 0,1 1 0 0 0,-1-1 0 0 0,1 0 0 0 0,-1 1 0 0 0,0-1 1 0 0,1 1-1 0 0,-1-1 0 0 0,1 0 0 0 0,-1 1 0 0 0,0-1 0 0 0,1 1 1 0 0,-1-1-1 0 0,0 1 0 0 0,0 0 0 0 0,1-1 0 0 0,-1 1 0 0 0,0-1 1 0 0,0 2-1 0 0,0-1 1 0 0,0 1 0 0 0,0-1 0 0 0,-1 1 0 0 0,1-1 1 0 0,0 0-1 0 0,-1 1 0 0 0,0-1 0 0 0,1 0 0 0 0,-1 1 0 0 0,0-1 1 0 0,1 0-1 0 0,-3 2 0 0 0,-31 32 53 0 0,31-32-44 0 0,-50 42 172 0 0,31-28-117 0 0,0 2 0 0 0,1 0 0 0 0,1 1 1 0 0,1 1-1 0 0,1 1 0 0 0,-19 29 0 0 0,36-50-66 0 0,0 1-1 0 0,0 0 0 0 0,0 0 0 0 0,0 0 0 0 0,0 0 1 0 0,0-1-1 0 0,1 1 0 0 0,-1 0 0 0 0,1 0 1 0 0,0 0-1 0 0,-1 0 0 0 0,1 0 0 0 0,0 1 1 0 0,0-1-1 0 0,0 0 0 0 0,0 0 0 0 0,1 0 0 0 0,-1 0 1 0 0,1 0-1 0 0,-1 0 0 0 0,1 0 0 0 0,1 3 1 0 0,0-2-59 0 0,0-1 1 0 0,0 1-1 0 0,0-1 1 0 0,1 1-1 0 0,-1-1 1 0 0,1 0 0 0 0,-1 0-1 0 0,1 0 1 0 0,0-1-1 0 0,0 1 1 0 0,0-1-1 0 0,6 3 1 0 0,4 0-198 0 0,0 0 1 0 0,0-1-1 0 0,0 0 1 0 0,1-1-1 0 0,23 0 1 0 0,-15-2-748 0 0,0-1-1 0 0,-1 0 1 0 0,25-6 0 0 0,-33 4-2992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23.8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 0 6449 0 0,'-1'1'280'0'0,"0"-1"-1"0"0,0 1 0 0 0,0-1 1 0 0,0 1-1 0 0,1-1 0 0 0,-1 1 0 0 0,0 0 1 0 0,0-1-1 0 0,1 1 0 0 0,-1 0 1 0 0,0 0-1 0 0,1-1 0 0 0,-1 1 1 0 0,1 0-1 0 0,-1 0 0 0 0,1 0 0 0 0,-1 0 1 0 0,1 0-1 0 0,0-1 0 0 0,-1 1 1 0 0,1 0-1 0 0,0 0 0 0 0,0 0 1 0 0,0 0-1 0 0,0 0 0 0 0,0 0 0 0 0,0 0 1 0 0,0 0-1 0 0,0 0 0 0 0,0 2 1 0 0,9 37 5406 0 0,-3-18-4670 0 0,-1 27-368 0 0,-2 50 0 0 0,1 16-509 0 0,0 87-73 0 0,3 21-4 0 0,-5-206-66 0 0,2 11 15 0 0,-1 1 0 0 0,-1-1 1 0 0,-1 1-1 0 0,-2-1 1 0 0,-7 51-1 0 0,8-77-395 0 0,-7 16 1058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24.6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3864 0 1376 0 0,'7'17'15713'0'0,"-7"-15"-15251"0"0,-6 4 1460 0 0,-5 2-3185 0 0,3-3 1705 0 0,-1 0 0 0 0,0 0 0 0 0,0-1 0 0 0,0 0-1 0 0,0 0 1 0 0,0-1 0 0 0,-19 3 0 0 0,25-5-392 0 0,-57 12 321 0 0,-118 10-1 0 0,-65-14-622 0 0,173-8 257 0 0,-8-3-183 0 0,-147-22-1 0 0,155 15 118 0 0,-15 0-468 0 0,1 4-1 0 0,-95 7 0 0 0,-171 28-667 0 0,179-12 987 0 0,-751 64-2675 0 0,417-9 2993 0 0,371-51 1001 0 0,86-16 95 0 0,0 2 1 0 0,-91 29-1 0 0,130-34-1004 0 0,-5 4-63 0 0,-1-2-1 0 0,0 0 0 0 0,-1 0 1 0 0,1-2-1 0 0,-1 0 1 0 0,-28 2-1 0 0,41-5-262 0 0,-14-1 596 0 0,17 1-511 0 0,-1 1 0 0 0,1-1-1 0 0,0 0 1 0 0,0 0 0 0 0,-1 0 0 0 0,1 0-1 0 0,0 0 1 0 0,0-1 0 0 0,-1 1-1 0 0,1 0 1 0 0,0 0 0 0 0,0 0 0 0 0,-1 0-1 0 0,1 0 1 0 0,0 0 0 0 0,0 0-1 0 0,-1 0 1 0 0,1-1 0 0 0,0 1 0 0 0,0 0-1 0 0,-1 0 1 0 0,1 0 0 0 0,0 0-1 0 0,0-1 1 0 0,0 1 0 0 0,-1 0 0 0 0,1 0-1 0 0,0-1 1 0 0,0 1 0 0 0,0 0-1 0 0,0 0 1 0 0,0-1 0 0 0,0 1 0 0 0,0 0-1 0 0,-1 0 1 0 0,1-1 0 0 0,0 1-1 0 0,0 0 1 0 0,0 0 0 0 0,0-1 0 0 0,0 1-1 0 0,0 0 1 0 0,0 0 0 0 0,0-1-1 0 0,0 1 1 0 0,1 0 0 0 0,-1-1 0 0 0,0 1-1 0 0,0 0 1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28.1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5634 5985 0 0,'107'-6'3749'0'0,"479"-56"-98"0"0,-177 22-2894 0 0,239-36-183 0 0,-349 39 46 0 0,364-52 1249 0 0,-106 19-1766 0 0,-436 61 44 0 0,36-4 1122 0 0,-155 13-1256 0 0,-1 0 0 0 0,1 0 0 0 0,-1 0 0 0 0,1-1 0 0 0,-1 1 1 0 0,1-1-1 0 0,-1 1 0 0 0,0-1 0 0 0,1 1 0 0 0,-1-1 0 0 0,0 0 0 0 0,1 0 0 0 0,-1 0 0 0 0,0 0 0 0 0,0 0 0 0 0,0 0 0 0 0,0 0 1 0 0,0 0-1 0 0,0 0 0 0 0,0 0 0 0 0,0-1 0 0 0,0 1 0 0 0,0 0 0 0 0,0-2 0 0 0,0-2 30 0 0,0 0 1 0 0,0 0-1 0 0,0 0 0 0 0,-1-1 0 0 0,0 1 1 0 0,0-5-1 0 0,0 6-41 0 0,-3-74 793 0 0,-21-115 1 0 0,-3-38 524 0 0,24 156-1124 0 0,-34-377-54 0 0,2 226 86 0 0,-10-418 0 0 0,56 341-206 0 0,-2-114 31 0 0,-13 348-43 0 0,-2-37 11 0 0,13-183 1 0 0,8 47 10 0 0,-16 198-24 0 0,-2 0 0 0 0,-2 1 0 0 0,-16-67 0 0 0,4 46-23 0 0,-14-60-64 0 0,28 106 71 0 0,1 0-1 0 0,1 0 1 0 0,0 0 0 0 0,2 0-1 0 0,2-21 1 0 0,21-111 8 0 0,-8 58 0 0 0,7-130 0 0 0,-35-58 0 0 0,9 238 0 0 0,2 1-4 0 0,4-50 0 0 0,0 55 10 0 0,-2 0-1 0 0,-4-43 0 0 0,-1 1 83 0 0,4 52-91 0 0,-2-1 1 0 0,-4-25-1 0 0,6 46 4 0 0,0 6-9 0 0,0-1 1 0 0,0 1 0 0 0,0 0 0 0 0,0 0 0 0 0,0 0 0 0 0,0-1 0 0 0,1 1 0 0 0,-1 0 0 0 0,0 0 0 0 0,0 0-1 0 0,0-1 1 0 0,0 1 0 0 0,0 0 0 0 0,0 0 0 0 0,0-1 0 0 0,0 1 0 0 0,-1 0 0 0 0,1 0 0 0 0,0 0-1 0 0,0-1 1 0 0,0 1 0 0 0,0 0 0 0 0,0 0 0 0 0,0 0 0 0 0,0-1 0 0 0,0 1 0 0 0,0 0 0 0 0,-1 0-1 0 0,1 0 1 0 0,0 0 0 0 0,0-1 0 0 0,0 1 0 0 0,0 0 0 0 0,-1 0 0 0 0,1 0 0 0 0,0 0 0 0 0,0 0-1 0 0,0 0 1 0 0,-1 0 0 0 0,1-1 0 0 0,0 1 0 0 0,0 0 0 0 0,0 0 0 0 0,-1 0 0 0 0,1 0 0 0 0,0 0-1 0 0,0 0 1 0 0,-1 0 0 0 0,1 0 0 0 0,0 0 0 0 0,0 0 0 0 0,-1 0 0 0 0,1 0-112 0 0,-5-1 42 0 0,-28-5 56 0 0,-2 2-1 0 0,1 0 1 0 0,-38 3 0 0 0,-112 10-50 0 0,73-2 55 0 0,-528 33-94 0 0,597-37 105 0 0,-420 42-48 0 0,215-18 53 0 0,-46 11 1 0 0,77-8-14 0 0,-23 1-18 0 0,-138 15 2 0 0,329-40-43 0 0,21-2-67 0 0,-35 1 0 0 0,57-4 7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29.03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373 1 920 0 0,'26'4'14813'0'0,"-28"8"-14105"0"0,0-9-689 0 0,1 0 0 0 0,-1 0 0 0 0,0-1 0 0 0,0 1-1 0 0,0 0 1 0 0,0-1 0 0 0,0 1 0 0 0,-1-1 0 0 0,1 1 0 0 0,-3 1 0 0 0,-8 8 150 0 0,-72 110 972 0 0,61-85-915 0 0,0-1-1 0 0,-56 60 1 0 0,38-57-102 0 0,29-29-83 0 0,0 1-1 0 0,1 1 0 0 0,0 0 0 0 0,1 0 0 0 0,1 1 0 0 0,-18 28 0 0 0,27-40-15 0 0,1 0-1 0 0,-1 0 0 0 0,1 0 0 0 0,-1 0 0 0 0,1 0 0 0 0,0 0 1 0 0,-1 0-1 0 0,1 0 0 0 0,0 0 0 0 0,0 0 0 0 0,0 0 1 0 0,0 0-1 0 0,0 0 0 0 0,0 0 0 0 0,0 0 0 0 0,0 0 0 0 0,0 0 1 0 0,0 0-1 0 0,1 0 0 0 0,-1 0 0 0 0,0 0 0 0 0,1 0 1 0 0,-1 0-1 0 0,1 2 0 0 0,0-2 12 0 0,1 0 0 0 0,-1-1 1 0 0,0 1-1 0 0,0 0 0 0 0,0 0 1 0 0,1-1-1 0 0,-1 1 0 0 0,1 0 0 0 0,-1-1 1 0 0,0 0-1 0 0,1 1 0 0 0,-1-1 1 0 0,1 0-1 0 0,-1 1 0 0 0,3-1 0 0 0,9 0 151 0 0,0-1 1 0 0,0 0-1 0 0,19-5 0 0 0,-14 3-158 0 0,22 2 64 0 0,0 1-1 0 0,0 2 0 0 0,0 1 0 0 0,73 17 0 0 0,-10-2 85 0 0,-39-9 68 0 0,112 20 793 0 0,-142-14-773 0 0,-15-6-6905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29.8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130 65 6913 0 0,'-41'-26'3324'0'0,"35"20"-2725"0"0,-1 1 1 0 0,0 1 0 0 0,0 0-1 0 0,0 0 1 0 0,0 0 0 0 0,-1 1-1 0 0,-9-4 1 0 0,16 7-502 0 0,1 0 0 0 0,-1-1 0 0 0,0 1 0 0 0,1 0 0 0 0,-1 0 0 0 0,0 0 0 0 0,0-1 0 0 0,1 1 0 0 0,-1 0 0 0 0,0 0 0 0 0,1 0 0 0 0,-1 0 0 0 0,0 0 1 0 0,0 1-1 0 0,1-1 0 0 0,-1 0 0 0 0,0 0 0 0 0,1 0 0 0 0,-1 1 0 0 0,0-1 0 0 0,1 0 0 0 0,-1 1 0 0 0,0-1 0 0 0,1 0 0 0 0,-1 1 0 0 0,1-1 0 0 0,-1 1 0 0 0,0-1 0 0 0,1 1 0 0 0,-1-1 0 0 0,0 2 0 0 0,1-1-10 0 0,0 1 0 0 0,0-1-1 0 0,-1 1 1 0 0,1-1-1 0 0,0 1 1 0 0,0 0 0 0 0,1-1-1 0 0,-1 1 1 0 0,0-1-1 0 0,0 1 1 0 0,1-1 0 0 0,-1 1-1 0 0,2 2 1 0 0,23 43 806 0 0,-1-18-574 0 0,1-1-1 0 0,1 0 0 0 0,2-2 1 0 0,45 33-1 0 0,12 11-1 0 0,91 79-242 0 0,65 63 78 0 0,-216-187-145 0 0,-5-2 21 0 0,1-2-1 0 0,2-1 1 0 0,0 0-1 0 0,0-2 1 0 0,2 0-1 0 0,35 18 1 0 0,-57-35-91 0 0,-1 0 0 0 0,1 1 0 0 0,-1-1 0 0 0,0 1 0 0 0,1-1-1 0 0,-1 1 1 0 0,0 0 0 0 0,0 0 0 0 0,0 0 0 0 0,0 0 0 0 0,0 1 0 0 0,-1-1 0 0 0,1 0 0 0 0,-1 1 0 0 0,1-1 0 0 0,-1 1 0 0 0,0-1 0 0 0,0 1 0 0 0,0 0 0 0 0,0-1 0 0 0,0 1 0 0 0,-1 0-1 0 0,1 0 1 0 0,-1 0 0 0 0,0-1 0 0 0,0 1 0 0 0,0 5 0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30.5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999 162 456 0 0,'23'-48'1206'0'0,"-19"42"-750"0"0,0-1 1 0 0,-1 1-1 0 0,1-1 0 0 0,-1 0 1 0 0,0 0-1 0 0,-1 0 1 0 0,0 0-1 0 0,0-1 1 0 0,-1 1-1 0 0,1-1 0 0 0,-1-13 1 0 0,-1 20-301 0 0,0 0-1 0 0,0 1 1 0 0,0-1 0 0 0,-1 0-1 0 0,1 1 1 0 0,0-1 0 0 0,0 0-1 0 0,0 1 1 0 0,-1-1 0 0 0,1 1-1 0 0,0-1 1 0 0,-1 0 0 0 0,1 1-1 0 0,-1-1 1 0 0,1 1 0 0 0,-1-1 0 0 0,1 1-1 0 0,-1-1 1 0 0,1 1 0 0 0,-1 0-1 0 0,1-1 1 0 0,-1 1 0 0 0,1 0-1 0 0,-1-1 1 0 0,0 1 0 0 0,1 0-1 0 0,-1-1 1 0 0,1 1 0 0 0,-2 0-1 0 0,-22 4 2456 0 0,18-2-2222 0 0,0 1 0 0 0,0-1 1 0 0,1 1-1 0 0,0 1 0 0 0,-10 7 1 0 0,-19 26 684 0 0,2 2 1 0 0,-31 50-1 0 0,-6 8-963 0 0,-222 348 1696 0 0,224-333-1397 0 0,27-53-57 0 0,-87 98-1 0 0,57-76-298 0 0,40-45 115 0 0,-77 101 566 0 0,65-92-513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57.1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60 19 4145 0 0,'-3'0'194'0'0,"1"0"0"0"0,0 0-1 0 0,-1 0 1 0 0,1 0 0 0 0,0-1 0 0 0,0 1 0 0 0,0-1-1 0 0,-1 1 1 0 0,1-1 0 0 0,0 0 0 0 0,0 0 0 0 0,0 0 0 0 0,-3-2-1 0 0,-3-1 1105 0 0,-10-2 5532 0 0,26 16-3053 0 0,-5-6-3389 0 0,9 11-109 0 0,0 1 1 0 0,-2 0 0 0 0,0 1-1 0 0,-1 0 1 0 0,-1 0 0 0 0,0 1 0 0 0,8 29-1 0 0,25 143 197 0 0,-18-70-335 0 0,-17-99-197 0 0,7 41 220 0 0,-12-57-230 0 0,0-1 0 0 0,-1 1 0 0 0,0 0 0 0 0,0 0 0 0 0,0-1 0 0 0,0 1 0 0 0,-1 0 0 0 0,0 0 0 0 0,-2 8 0 0 0,-4-5-1488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57.72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50 61 2304 0 0,'-50'-5'5574'0'0,"88"-14"-229"0"0,-32 16-5373 0 0,15-5 452 0 0,0 2 0 0 0,1 0 0 0 0,-1 1 0 0 0,29-2 0 0 0,-41 6-287 0 0,-1 1-1 0 0,1 0 1 0 0,0 0 0 0 0,-1 0-1 0 0,1 1 1 0 0,0 1-1 0 0,-1 0 1 0 0,0 0 0 0 0,1 0-1 0 0,-1 1 1 0 0,0 0-1 0 0,0 1 1 0 0,11 6 0 0 0,-15-8-134 0 0,-1 1 1 0 0,1 0 0 0 0,-1 0 0 0 0,0 0-1 0 0,0 0 1 0 0,0 1 0 0 0,0-1-1 0 0,0 1 1 0 0,-1-1 0 0 0,0 1 0 0 0,0 0-1 0 0,0 0 1 0 0,0 0 0 0 0,0 0-1 0 0,-1 0 1 0 0,0 1 0 0 0,0-1 0 0 0,0 0-1 0 0,0 1 1 0 0,-1-1 0 0 0,0 1 0 0 0,1-1-1 0 0,-2 1 1 0 0,0 6 0 0 0,0-3 10 0 0,-1 0 1 0 0,-1 0 0 0 0,1 0-1 0 0,-1 0 1 0 0,0-1 0 0 0,-1 1 0 0 0,0-1-1 0 0,0 0 1 0 0,-1 0 0 0 0,1-1-1 0 0,-1 1 1 0 0,-9 7 0 0 0,0-1 292 0 0,-1 0 0 0 0,0-1 0 0 0,-1-1 0 0 0,0-1 1 0 0,0 0-1 0 0,-25 10 0 0 0,-4-2-12 0 0,-62 17 0 0 0,101-34-441 0 0,1-1-1537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58.6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34 144 3225 0 0,'-8'-39'1213'0'0,"-1"-14"2181"0"0,5 2 3677 0 0,-2 207-5342 0 0,2-77 49 0 0,9 123 0 0 0,-4-191-2488 0 0,-1 1-1 0 0,-1-1 1 0 0,-2 18 0 0 0,-2 17-2706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4:59.2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46 278 2761 0 0,'-17'-18'1886'0'0,"13"14"-229"0"0,0 0-1 0 0,1-1 1 0 0,-1 1-1 0 0,1-1 1 0 0,0 1 0 0 0,-4-9-1 0 0,7 13-1590 0 0,0 0-1 0 0,0 0 0 0 0,-1 0 0 0 0,1-1 1 0 0,0 1-1 0 0,0 0 0 0 0,0 0 0 0 0,0 0 1 0 0,0 0-1 0 0,2-4 1435 0 0,-2 4-1435 0 0,0 0 0 0 0,1 0 1 0 0,-1 0-1 0 0,0 0 0 0 0,0 0 0 0 0,0 0 1 0 0,0 0-1 0 0,1 0 0 0 0,-1 0 0 0 0,0-1 1 0 0,0 1-1 0 0,0 0 0 0 0,1 0 0 0 0,12 2 1069 0 0,12 5-372 0 0,-7 4-453 0 0,0 1 0 0 0,0 0 0 0 0,19 18 1 0 0,22 17-183 0 0,-27-26-117 0 0,7 6 29 0 0,67 34 1 0 0,-93-55-35 0 0,0 0 0 0 0,0-1 0 0 0,1 0 0 0 0,0-2 0 0 0,0 1 0 0 0,0-2 1 0 0,0 0-1 0 0,0 0 0 0 0,25-1 0 0 0,-35-1 29 0 0,0-1 1 0 0,0 1-1 0 0,1-1 0 0 0,-1 1 1 0 0,0-1-1 0 0,0 0 0 0 0,0-1 1 0 0,0 1-1 0 0,0-1 0 0 0,-1 0 1 0 0,8-4-1 0 0,-10 5-15 0 0,1-1 1 0 0,-1 0-1 0 0,1 1 1 0 0,-1-1-1 0 0,0 0 1 0 0,0 0-1 0 0,0 0 1 0 0,0 0-1 0 0,0 0 1 0 0,0 0-1 0 0,-1 0 1 0 0,1 0-1 0 0,-1 0 1 0 0,1 0-1 0 0,-1-1 1 0 0,0 1 0 0 0,0 0-1 0 0,0 0 1 0 0,0 0-1 0 0,0-1 1 0 0,0 1-1 0 0,-1 0 1 0 0,0-3-1 0 0,-30-126 956 0 0,19 86-757 0 0,1-1 0 0 0,-7-80 1 0 0,21 87-987 0 0,5 14-5837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25.2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74 107 6913 0 0,'-14'0'1907'0'0,"0"1"-1"0"0,0 0 1 0 0,-17 4-1 0 0,173-29 3632 0 0,5-1-4765 0 0,-88 11-1201 0 0,91-21 1093 0 0,-51 20-7412 0 0,-83 14 577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25.5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42 8754 0 0,'-8'-17'2307'0'0,"-1"-8"3946"0"0,24 49-1764 0 0,-5 5-4159 0 0,-1 0 0 0 0,-2 0-1 0 0,6 39 1 0 0,4 101-351 0 0,-5-42 465 0 0,-3-61-768 0 0,-2-23 367 0 0,1 61-1 0 0,-8-103-133 0 0,1 1-40 0 0,-1 0 1 0 0,0 0 0 0 0,0 0 0 0 0,0-1 0 0 0,-1 1 0 0 0,1 0 0 0 0,0 0 0 0 0,-1 0 0 0 0,1-1 0 0 0,-1 1 0 0 0,1 0 0 0 0,-1-1 0 0 0,-2 4 0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26.1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79 79 2761 0 0,'-4'0'-260'0'0,"-39"6"1802"0"0,41-6-1291 0 0,0 0 1 0 0,1 1-1 0 0,-1-1 0 0 0,0 1 1 0 0,0-1-1 0 0,1 1 1 0 0,-1 0-1 0 0,1 0 0 0 0,-1 0 1 0 0,1 0-1 0 0,-1 0 1 0 0,1 0-1 0 0,-1 0 0 0 0,1 0 1 0 0,0 0-1 0 0,0 1 0 0 0,-1-1 1 0 0,1 1-1 0 0,0-1 1 0 0,-1 3-1 0 0,2-4-178 0 0,0 1 0 0 0,1-1 1 0 0,-1 1-1 0 0,0-1 0 0 0,0 1 0 0 0,1-1 0 0 0,-1 1 1 0 0,0-1-1 0 0,0 0 0 0 0,1 1 0 0 0,-1-1 0 0 0,0 1 1 0 0,1-1-1 0 0,-1 0 0 0 0,1 1 0 0 0,-1-1 0 0 0,1 0 1 0 0,-1 1-1 0 0,0-1 0 0 0,1 0 0 0 0,-1 0 1 0 0,1 0-1 0 0,-1 1 0 0 0,1-1 0 0 0,-1 0 0 0 0,1 0 1 0 0,-1 0-1 0 0,1 0 0 0 0,0 0 0 0 0,-1 0 0 0 0,1 0 1 0 0,-1 0-1 0 0,1 0 0 0 0,-1 0 0 0 0,1 0 0 0 0,23 0 1233 0 0,-24 0-1214 0 0,64-6 1771 0 0,-2-2 0 0 0,1-4 1 0 0,86-27-1 0 0,-12 3-1354 0 0,-115 31-552 0 0,-1 1 1 0 0,27-2-1 0 0,-9 8-6237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26.7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12467 0 0,'0'0'1249'0'0,"11"26"2363"0"0,33 140-663 0 0,-34-118-2776 0 0,2 0 0 0 0,20 51 0 0 0,-3-36-395 0 0,-14-30 346 0 0,18 55 1 0 0,-29-75-1013 0 0,-1 0 1 0 0,2 24 0 0 0,-5-27-424 0 0,0 1-1 0 0,0-1 1 0 0,-1 0-1 0 0,-3 14 1 0 0,0-6-3716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27.1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239 104 2961 0 0,'-1'-3'222'0'0,"0"0"1"0"0,0 1 0 0 0,1-1-1 0 0,-1 0 1 0 0,1 0 0 0 0,-1 1-1 0 0,1-1 1 0 0,0 0 0 0 0,0 0-1 0 0,0 0 1 0 0,1 1 0 0 0,-1-1-1 0 0,0 0 1 0 0,1 0 0 0 0,0 0-1 0 0,0 1 1 0 0,0-1 0 0 0,0 1-1 0 0,0-1 1 0 0,0 0-1 0 0,1 1 1 0 0,-1 0 0 0 0,1-1-1 0 0,0 1 1 0 0,0 0 0 0 0,0 0-1 0 0,0 0 1 0 0,0 0 0 0 0,0 0-1 0 0,0 1 1 0 0,0-1 0 0 0,5-2-1 0 0,0 1 104 0 0,0 0-1 0 0,1 0 0 0 0,-1 0 0 0 0,0 1 0 0 0,1 0 0 0 0,-1 1 0 0 0,1 0 0 0 0,0 0 0 0 0,-1 0 0 0 0,1 1 1 0 0,8 1-1 0 0,-6 0-230 0 0,0 1 0 0 0,-1-1 1 0 0,1 2-1 0 0,0 0 0 0 0,-1 0 0 0 0,0 0 1 0 0,0 1-1 0 0,0 1 0 0 0,0-1 0 0 0,-1 1 1 0 0,15 12-1 0 0,-20-14-90 0 0,0-1 0 0 0,0 1 1 0 0,0 0-1 0 0,-1 0 0 0 0,0 0 0 0 0,1 0 1 0 0,-1 0-1 0 0,0 0 0 0 0,0 0 0 0 0,-1 1 1 0 0,1-1-1 0 0,-1 1 0 0 0,0 0 0 0 0,0-1 1 0 0,0 1-1 0 0,0 0 0 0 0,0 0 0 0 0,-1-1 1 0 0,0 1-1 0 0,0 0 0 0 0,0 0 0 0 0,0 0 1 0 0,-1 0-1 0 0,1-1 0 0 0,-1 1 0 0 0,0 0 1 0 0,0 0-1 0 0,0-1 0 0 0,-1 1 0 0 0,1-1 1 0 0,-1 1-1 0 0,0-1 0 0 0,-2 4 0 0 0,-5 6-128 0 0,-1-1 0 0 0,0 0 0 0 0,-1 0 0 0 0,0-1 0 0 0,-1-1 0 0 0,0 0 0 0 0,-1 0 0 0 0,0-1 0 0 0,0-1 0 0 0,-20 9 0 0 0,-9 3 395 0 0,-1-2 1 0 0,-54 15-1 0 0,-69 8-1065 0 0,151-38-4327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27.6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 59 9762 0 0,'0'-1'56'0'0,"-16"-28"835"0"0,16 28-736 0 0,-1 0 0 0 0,1 0 0 0 0,0 1 0 0 0,-1-1 0 0 0,1 0 1 0 0,0 0-1 0 0,0 0 0 0 0,-1 0 0 0 0,1 0 0 0 0,0 1 0 0 0,0-1 1 0 0,0 0-1 0 0,0 0 0 0 0,0 0 0 0 0,0 0 0 0 0,0 0 0 0 0,1 0 0 0 0,-1 0 1 0 0,0 1-1 0 0,0-1 0 0 0,1 0 0 0 0,-1 0 0 0 0,1 0 0 0 0,-1 0 1 0 0,0 1-1 0 0,1-1 0 0 0,-1 0 0 0 0,1 1 0 0 0,0-1 0 0 0,-1 0 0 0 0,1 1 1 0 0,1-2-1 0 0,-2 2-91 0 0,1 0 1 0 0,0 0-1 0 0,-1 0 1 0 0,1 0-1 0 0,0 0 1 0 0,-1 0-1 0 0,1 1 0 0 0,0-1 1 0 0,-1 0-1 0 0,1 0 1 0 0,-1 1-1 0 0,1-1 1 0 0,-1 0-1 0 0,1 1 1 0 0,-1-1-1 0 0,1 0 1 0 0,-1 1-1 0 0,1-1 1 0 0,-1 1-1 0 0,1-1 1 0 0,-1 1-1 0 0,1-1 1 0 0,-1 1-1 0 0,0-1 0 0 0,1 1 1 0 0,-1 0-1 0 0,0-1 1 0 0,0 1-1 0 0,1-1 1 0 0,-1 1-1 0 0,0 0 1 0 0,0-1-1 0 0,0 1 1 0 0,0 0-1 0 0,0-1 1 0 0,0 2-1 0 0,6 25 606 0 0,-5 4-341 0 0,-1 0 1 0 0,-2 1-1 0 0,-1-1 0 0 0,-12 56 0 0 0,-5 53-175 0 0,17-92-311 0 0,5 51 0 0 0,9-25-1661 0 0,-8-62 770 0 0,1-1 0 0 0,0 0 1 0 0,0 0-1 0 0,7 11 1 0 0,-4-9-777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28.1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67 484 6417 0 0,'-22'-43'1099'0'0,"18"33"86"0"0,-1 1 0 0 0,0-1 0 0 0,0 0 0 0 0,-1 1 0 0 0,-13-16 0 0 0,62 53 2784 0 0,23 43-2838 0 0,-35-36-922 0 0,59 52 0 0 0,-80-78-209 0 0,1-1 0 0 0,1 0 0 0 0,-1-1 0 0 0,1 0 0 0 0,1 0 0 0 0,-1-2-1 0 0,1 1 1 0 0,0-2 0 0 0,0 1 0 0 0,15 1 0 0 0,-27-6 35 0 0,1 0 0 0 0,-1 0 0 0 0,0 0 0 0 0,0 0-1 0 0,1 0 1 0 0,-1-1 0 0 0,0 1 0 0 0,1 0 0 0 0,-1-1 0 0 0,0 1 0 0 0,0-1 0 0 0,0 1 0 0 0,0-1 0 0 0,1 0-1 0 0,-1 1 1 0 0,0-1 0 0 0,0 0 0 0 0,0 0 0 0 0,0 0 0 0 0,-1 0 0 0 0,1 0 0 0 0,0 0 0 0 0,0 0 0 0 0,-1 0 0 0 0,1 0-1 0 0,0 0 1 0 0,-1 0 0 0 0,1-1 0 0 0,-1 1 0 0 0,1 0 0 0 0,-1 0 0 0 0,0-1 0 0 0,0 1 0 0 0,1 0 0 0 0,-1 0-1 0 0,0-3 1 0 0,1-8 241 0 0,1 0 0 0 0,-2 0 0 0 0,0-12 0 0 0,0 14-133 0 0,-2-69 435 0 0,3-62-208 0 0,1 91-328 0 0,9-96 60 0 0,-9 131-245 0 0,1-1-1 0 0,0 1 1 0 0,1 0 0 0 0,1 1-1 0 0,0-1 1 0 0,1 1 0 0 0,9-15-1 0 0,-6 18-1732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28.9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60 170 3225 0 0,'-5'-28'2183'0'0,"2"12"-399"0"0,0 0 0 0 0,1 1 0 0 0,0-1 0 0 0,1 0 1 0 0,1-1-1 0 0,4-29 0 0 0,-17 146-221 0 0,4 0-1 0 0,5 122 1 0 0,3-127-1159 0 0,0 339-412 0 0,-5 240-8 0 0,-8-85 815 0 0,20-414-470 0 0,5-101-7265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29.5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187 4 5065 0 0,'-35'8'1522'0'0,"-44"15"0"0"0,62-16 661 0 0,1 0 1 0 0,-23 17 3893 0 0,39-24-6012 0 0,12 3 1292 0 0,16-2-739 0 0,-28-1-604 0 0,234-13 1728 0 0,-87 2-1469 0 0,601-30 590 0 0,-717 40-712 0 0,-9 0 36 0 0,0 0 0 0 0,36-8 0 0 0,-56 9-1160 0 0,-7 5 618 0 0,-31 25-11864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29.9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 87 3225 0 0,'0'0'-16'0'0,"-1"0"-1"0"0,1 0 1 0 0,-1 0 0 0 0,1 0 0 0 0,-1 0 0 0 0,1 0 0 0 0,-1 0 0 0 0,1 0 0 0 0,-1 0-1 0 0,0 0 1 0 0,1-1 0 0 0,-1 1 0 0 0,1 0 0 0 0,-1 0 0 0 0,1 0 0 0 0,0-1 0 0 0,-1 1 0 0 0,1 0-1 0 0,-1-1 1 0 0,1 1 0 0 0,-1 0 0 0 0,1-1 0 0 0,0 1 0 0 0,-1-1 0 0 0,1 1 0 0 0,0-1-1 0 0,-1 1 1 0 0,1-1 0 0 0,0 1 0 0 0,0-1 0 0 0,-1 1 0 0 0,1-1 0 0 0,13-11 1962 0 0,30-6 1921 0 0,-6 6 38 0 0,68-11 1 0 0,-64 17-3335 0 0,65 0-1 0 0,-91 9-2479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30.3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1 4609 0 0,'-7'13'10105'0'0,"7"-12"-9756"0"0,7 19 2586 0 0,-1-5-2457 0 0,21 113 1310 0 0,16 176-1 0 0,-30-192-1393 0 0,22 156-260 0 0,36 355 412 0 0,-68-540-400 0 0,-12 118-1 0 0,-1-5-283 0 0,10-180-15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31.2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522 18 6449 0 0,'-11'0'1606'0'0,"-1"-2"0"0"0,1 1-1 0 0,-16-5 1 0 0,17 4-753 0 0,0-1 1 0 0,0 2-1 0 0,0-1 0 0 0,-18 1 0 0 0,-325 20 3779 0 0,313-19-6908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33.4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45 3225 0 0,'3'-6'-2'0'0,"6"-11"2472"0"0,-1-5 6435 0 0,-8 25-8575 0 0,1-1 1 0 0,-1 1-1 0 0,0 0 1 0 0,0-1 0 0 0,0 1-1 0 0,0 0 1 0 0,0-1-1 0 0,-2 6 1 0 0,1 17 479 0 0,65 289 1147 0 0,-40-174-1551 0 0,-6 2-1 0 0,0 267 1 0 0,-31-173 922 0 0,16-198-1703 0 0,1-22-6277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35.0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179 29 4609 0 0,'-2'-1'436'0'0,"1"1"1"0"0,-1-1-1 0 0,1 0 0 0 0,-1 1 0 0 0,1-1 1 0 0,-1 0-1 0 0,1 0 0 0 0,0 0 1 0 0,-1 0-1 0 0,1 0 0 0 0,0 0 0 0 0,0 0 1 0 0,0-1-1 0 0,0 1 0 0 0,0 0 1 0 0,0-1-1 0 0,-1-1 0 0 0,2 2-263 0 0,1 0 0 0 0,0 1 0 0 0,-1-1 0 0 0,1 0 0 0 0,0 1 0 0 0,0-1 0 0 0,0 1 0 0 0,-1-1 0 0 0,1 1 0 0 0,0-1 0 0 0,0 1 0 0 0,0 0 0 0 0,0-1 0 0 0,0 1 0 0 0,0 0 0 0 0,0 0 0 0 0,0 0 0 0 0,0-1 0 0 0,0 1 0 0 0,0 0 0 0 0,0 0 0 0 0,0 1 0 0 0,0-1 0 0 0,0 0 0 0 0,1 0 0 0 0,12 0-101 0 0,23 0 698 0 0,42 6 0 0 0,-69-5-663 0 0,-1 0 0 0 0,0 1 0 0 0,0 0 0 0 0,0 1 0 0 0,0 0 0 0 0,0 0 0 0 0,-1 1-1 0 0,0 0 1 0 0,1 1 0 0 0,7 5 0 0 0,-15-9-107 0 0,0-1 0 0 0,0 1 0 0 0,-1 0 0 0 0,1-1 0 0 0,0 1 0 0 0,-1 0 0 0 0,1 0 0 0 0,0 0 0 0 0,-1-1 0 0 0,1 1 0 0 0,-1 0 0 0 0,1 0 0 0 0,-1 0 0 0 0,1 0 0 0 0,-1 0 0 0 0,0 0 0 0 0,0 0 0 0 0,1 0 0 0 0,-1 0 0 0 0,0 0 0 0 0,0 0 0 0 0,0 0 0 0 0,0 0 0 0 0,0 1 0 0 0,-1 0 0 0 0,0 0 0 0 0,1 0 0 0 0,-1 0 0 0 0,0 0 0 0 0,0 0 0 0 0,0 0 0 0 0,0-1 0 0 0,-1 1 0 0 0,1 0 0 0 0,0-1 0 0 0,-3 3 0 0 0,-6 4 0 0 0,0 0 0 0 0,0 0 0 0 0,-16 7 0 0 0,15-8 0 0 0,-99 57 299 0 0,60-35-5 0 0,0 1 0 0 0,-64 52-1 0 0,113-81-291 0 0,0-1-1 0 0,-1 1 0 0 0,1 0 1 0 0,0 0-1 0 0,0 0 0 0 0,0 1 1 0 0,0-1-1 0 0,0 0 0 0 0,0 0 1 0 0,0 0-1 0 0,0 1 0 0 0,0-1 1 0 0,1 1-1 0 0,-1-1 0 0 0,0 0 1 0 0,1 1-1 0 0,-1-1 0 0 0,1 1 1 0 0,0 0-1 0 0,-1-1 0 0 0,1 1 1 0 0,0-1-1 0 0,0 3 0 0 0,1-3 2 0 0,-1 0-1 0 0,1 1 1 0 0,0-1-1 0 0,0 0 0 0 0,0 0 1 0 0,0 1-1 0 0,0-1 0 0 0,0 0 1 0 0,0 0-1 0 0,0 0 0 0 0,0 0 1 0 0,1-1-1 0 0,-1 1 0 0 0,0 0 1 0 0,1 0-1 0 0,-1-1 0 0 0,0 1 1 0 0,1-1-1 0 0,1 1 0 0 0,9 3 11 0 0,0-2-1 0 0,1 1 0 0 0,-1-2 0 0 0,18 1 1 0 0,31-1-13 0 0,-36-2 0 0 0,0 2 0 0 0,0 0 0 0 0,35 7 0 0 0,-60-8 0 0 0,1 0 0 0 0,-1 0 0 0 0,1 0 0 0 0,0 0 0 0 0,-1 0 0 0 0,1 0 0 0 0,0 1 0 0 0,-1-1 0 0 0,1 0 0 0 0,-1 0 0 0 0,1 1 0 0 0,-1-1 0 0 0,1 0 0 0 0,-1 0 0 0 0,1 1 0 0 0,-1-1 0 0 0,1 1 0 0 0,-1-1 0 0 0,1 1 0 0 0,-1-1 0 0 0,1 0 0 0 0,-1 1 0 0 0,0-1 0 0 0,1 1 0 0 0,-1 0 0 0 0,0-1 0 0 0,1 1 0 0 0,-1-1 0 0 0,0 1 0 0 0,0 0 0 0 0,0 1 0 0 0,0-1 0 0 0,-1 0 0 0 0,1 0 0 0 0,-1 0 0 0 0,1 0 0 0 0,-1 0 0 0 0,1 0 0 0 0,-1 0 0 0 0,0 0 0 0 0,1 0 0 0 0,-1 0 0 0 0,0-1 0 0 0,0 1 0 0 0,-2 1 0 0 0,-38 24 0 0 0,40-25 0 0 0,-49 26 27 0 0,18-12 25 0 0,2 2 0 0 0,0 1 0 0 0,-42 34 1 0 0,70-51-51 0 0,0 1 1 0 0,0-1 0 0 0,0 1 0 0 0,0 0 0 0 0,1-1-1 0 0,-1 1 1 0 0,1 0 0 0 0,-1 0 0 0 0,1 0 0 0 0,0 1-1 0 0,0-1 1 0 0,0 0 0 0 0,0 0 0 0 0,0 1-1 0 0,1-1 1 0 0,-1 0 0 0 0,1 1 0 0 0,-1-1 0 0 0,1 4-1 0 0,0-5-7 0 0,1 1 0 0 0,-1 0 1 0 0,1-1-1 0 0,0 1 0 0 0,-1-1 0 0 0,1 1 0 0 0,0 0 0 0 0,0-1 0 0 0,0 0 0 0 0,0 1 0 0 0,0-1 0 0 0,1 0 0 0 0,-1 1 0 0 0,0-1 0 0 0,1 0 0 0 0,-1 0 0 0 0,1 0 0 0 0,-1 0 0 0 0,1 0 0 0 0,-1-1 0 0 0,1 1 0 0 0,-1 0 0 0 0,1-1 0 0 0,0 1 0 0 0,0-1 0 0 0,2 1 0 0 0,15 2-70 0 0,0 0 1 0 0,0-1-1 0 0,25 0 1 0 0,-29-3 71 0 0,-1 2 0 0 0,1 0-1 0 0,0 0 1 0 0,-1 2 0 0 0,1 0 0 0 0,24 8 0 0 0,-38-11 4 0 0,0 0 1 0 0,0 1-1 0 0,0-1 1 0 0,0 0 0 0 0,0 1-1 0 0,0-1 1 0 0,-1 1-1 0 0,1-1 1 0 0,0 1-1 0 0,0-1 1 0 0,0 1-1 0 0,0 0 1 0 0,-1 0-1 0 0,1-1 1 0 0,0 1 0 0 0,-1 0-1 0 0,1 0 1 0 0,-1 0-1 0 0,1-1 1 0 0,-1 1-1 0 0,1 0 1 0 0,-1 0-1 0 0,1 0 1 0 0,-1 0-1 0 0,0 0 1 0 0,0 0 0 0 0,1 0-1 0 0,-1 0 1 0 0,0 0-1 0 0,0 0 1 0 0,0 0-1 0 0,0 0 1 0 0,0 0-1 0 0,0 0 1 0 0,-1 0-1 0 0,1 0 1 0 0,0 0 0 0 0,0 0-1 0 0,-1 0 1 0 0,1 0-1 0 0,0 0 1 0 0,-1 0-1 0 0,1 0 1 0 0,-1 0-1 0 0,0 0 1 0 0,1 0 0 0 0,-1-1-1 0 0,0 1 1 0 0,1 0-1 0 0,-1 0 1 0 0,0-1-1 0 0,-1 2 1 0 0,-6 6-6 0 0,-1 0 1 0 0,0-1 0 0 0,-18 11-1 0 0,18-12 10 0 0,-13 9-11 0 0,-31 23 17 0 0,49-35-19 0 0,0 0 0 0 0,1 0 0 0 0,-1 1 0 0 0,1-1-1 0 0,0 1 1 0 0,0 0 0 0 0,0 0 0 0 0,1 0 0 0 0,-1 0 0 0 0,-1 6-1 0 0,3-10-28 0 0,1 1 0 0 0,0-1 0 0 0,0 1 1 0 0,-1-1-1 0 0,1 1 0 0 0,0-1 0 0 0,0 1 0 0 0,0-1 0 0 0,0 1 0 0 0,0-1 0 0 0,0 1 0 0 0,0 0 0 0 0,0-1 0 0 0,0 1 0 0 0,0-1 0 0 0,0 1 0 0 0,0-1 0 0 0,0 1 0 0 0,1-1 0 0 0,-1 1 0 0 0,0 0 0 0 0,0-1 0 0 0,1 1 0 0 0,-1-1 0 0 0,0 1 0 0 0,0-1 0 0 0,1 0 0 0 0,-1 1 0 0 0,1 0 0 0 0,16 1-1370 0 0,26-14-1006 0 0,-38 10 2170 0 0,24-10-384 0 0,-25 9 561 0 0,1 0 1 0 0,0 1-1 0 0,0-1 1 0 0,1 1-1 0 0,-1 0 1 0 0,0 1-1 0 0,1-1 1 0 0,-1 1-1 0 0,1 0 1 0 0,-1 1-1 0 0,1-1 1 0 0,6 1-1 0 0,-11 1 150 0 0,1 0-1 0 0,-1 0 0 0 0,0 0 1 0 0,0 0-1 0 0,0 0 1 0 0,0 0-1 0 0,0 0 0 0 0,0 0 1 0 0,0 0-1 0 0,0 1 0 0 0,0-1 1 0 0,0 0-1 0 0,-1 1 0 0 0,1-1 1 0 0,-1 0-1 0 0,1 1 0 0 0,-1-1 1 0 0,1 1-1 0 0,-1 2 1 0 0,6 36 3051 0 0,-5-27-2229 0 0,12 81 919 0 0,18 95-1098 0 0,-20-125-631 0 0,-3 2 1 0 0,-3-1-1 0 0,-6 119 0 0 0,0-154-290 0 0,0 157 755 0 0,13-63-3561 0 0,-10-115 1743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35.6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3681 0 0,'1'4'399'0'0,"0"0"0"0"0,-1 0 0 0 0,1-1 0 0 0,-1 1 0 0 0,0 0 0 0 0,0 0 0 0 0,-1 4 0 0 0,0-3 17 0 0,1-1 0 0 0,0 0 1 0 0,0 0-1 0 0,0 0 0 0 0,0 0 0 0 0,2 8 0 0 0,6 20 1215 0 0,-2 0 1 0 0,-2 0-1 0 0,-1 1 0 0 0,-1-1 0 0 0,-4 45 0 0 0,3 38 313 0 0,8-18-876 0 0,1 34-621 0 0,-10-65-330 0 0,3 0 0 0 0,3 0 1 0 0,29 127-1 0 0,-33-186-178 0 0,1 0 0 0 0,0 0 0 0 0,0-1 0 0 0,0 1 0 0 0,1-1 0 0 0,0 1 0 0 0,0-1 1 0 0,1 0-1 0 0,-1-1 0 0 0,1 1 0 0 0,1-1 0 0 0,8 7 0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36.7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8333 97 920 0 0,'-24'13'14155'0'0,"-10"-4"-9319"0"0,-36 0-3685 0 0,65-9-576 0 0,-326 47 1534 0 0,196-24-1712 0 0,-164 7 1 0 0,-193-38 293 0 0,421 6-662 0 0,-320 5-29 0 0,169 3 0 0 0,-431 1-218 0 0,417-5 140 0 0,-715 20-242 0 0,188-12 320 0 0,468-32-264 0 0,-124-5-416 0 0,179 11 616 0 0,-22 1 96 0 0,255 14-32 0 0,-330-9-243 0 0,2-28 6 0 0,73 1-178 0 0,90 15 176 0 0,-2-9 65 0 0,95 14-347 0 0,0 5 1 0 0,-116-5-1 0 0,-174 14 446 0 0,325 4 477 0 0,1 1 0 0 0,-1 2-1 0 0,1 3 1 0 0,-69 18 0 0 0,53 1-218 0 0,46-20-126 0 0,-1 1 0 0 0,0-2 0 0 0,-23 7 0 0 0,30-13-127 0 0,8 1-278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52.8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163 168 2761 0 0,'-3'-4'273'0'0,"1"1"1"0"0,-1-1 0 0 0,0 1-1 0 0,0 0 1 0 0,0 0 0 0 0,-1 0-1 0 0,1 0 1 0 0,-1 0 0 0 0,0 1 0 0 0,1-1-1 0 0,-1 1 1 0 0,0 0 0 0 0,0 1-1 0 0,-1-1 1 0 0,1 1 0 0 0,0-1-1 0 0,-1 1 1 0 0,1 0 0 0 0,0 1-1 0 0,-8-1 1 0 0,8 1-42 0 0,1 0 1 0 0,0 1-1 0 0,0-1 0 0 0,0 1 0 0 0,0 0 1 0 0,0 0-1 0 0,0 0 0 0 0,0 0 0 0 0,0 0 1 0 0,0 1-1 0 0,0-1 0 0 0,1 1 0 0 0,-1 0 1 0 0,0 0-1 0 0,1 0 0 0 0,0 0 0 0 0,-1 0 0 0 0,1 1 1 0 0,0-1-1 0 0,0 1 0 0 0,0-1 0 0 0,1 1 1 0 0,-1 0-1 0 0,1 0 0 0 0,-1-1 0 0 0,1 1 1 0 0,0 0-1 0 0,0 0 0 0 0,-1 4 0 0 0,0 3-122 0 0,0 0 0 0 0,1 0 0 0 0,0 0-1 0 0,0 0 1 0 0,1 0 0 0 0,1 0 0 0 0,-1 0 0 0 0,2 0-1 0 0,-1 0 1 0 0,1 0 0 0 0,1-1 0 0 0,0 1 0 0 0,0-1-1 0 0,1 1 1 0 0,0-1 0 0 0,10 15 0 0 0,-10-17-39 0 0,1 0 1 0 0,0 0-1 0 0,1-1 1 0 0,-1 0-1 0 0,1 0 1 0 0,0 0-1 0 0,1-1 1 0 0,-1 0 0 0 0,1 0-1 0 0,0-1 1 0 0,0 0-1 0 0,1 0 1 0 0,-1-1-1 0 0,1 0 1 0 0,0 0-1 0 0,0 0 1 0 0,0-1-1 0 0,0-1 1 0 0,0 1-1 0 0,13 0 1 0 0,-14-2-64 0 0,1 0-1 0 0,0-1 1 0 0,0 1 0 0 0,-1-1 0 0 0,1-1-1 0 0,-1 0 1 0 0,1 0 0 0 0,-1 0-1 0 0,0-1 1 0 0,0 0 0 0 0,0 0 0 0 0,0-1-1 0 0,0 0 1 0 0,-1 0 0 0 0,1-1-1 0 0,-1 1 1 0 0,-1-1 0 0 0,1-1 0 0 0,-1 1-1 0 0,9-11 1 0 0,-8 7 5 0 0,-1 0 0 0 0,0 0 1 0 0,0-1-1 0 0,-1 1 0 0 0,0-1 0 0 0,0 0 0 0 0,-1 0 1 0 0,-1-1-1 0 0,0 1 0 0 0,0 0 0 0 0,-1-1 0 0 0,0 1 1 0 0,-1-1-1 0 0,-1-18 0 0 0,0 20 27 0 0,0 0 0 0 0,-1 0 0 0 0,0 0 0 0 0,0 1 0 0 0,-1-1 0 0 0,0 0 0 0 0,-1 1-1 0 0,0 0 1 0 0,0 0 0 0 0,-1 0 0 0 0,1 0 0 0 0,-2 1 0 0 0,1 0 0 0 0,-1 0 0 0 0,-9-8 0 0 0,5 7-26 0 0,1 1 0 0 0,-2 0 0 0 0,1 0 0 0 0,-1 1 0 0 0,0 1 0 0 0,0 0-1 0 0,0 0 1 0 0,-1 1 0 0 0,0 1 0 0 0,-21-5 0 0 0,11 5-858 0 0,0 0 0 0 0,-22 0 0 0 0,27 3-5490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53.1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76 0 4145 0 0,'-3'1'421'0'0,"0"-1"1"0"0,1 1 0 0 0,-1 0-1 0 0,0 0 1 0 0,0 1-1 0 0,1-1 1 0 0,-1 0-1 0 0,1 1 1 0 0,-1 0-1 0 0,1-1 1 0 0,-1 1-1 0 0,1 0 1 0 0,-4 5 0 0 0,1-2 132 0 0,1 0 1 0 0,0 0-1 0 0,-1 0 1 0 0,2 1-1 0 0,-5 6 1 0 0,7-9-521 0 0,0-1 0 0 0,0 1 0 0 0,0-1 1 0 0,0 1-1 0 0,1-1 0 0 0,-1 1 0 0 0,1 0 1 0 0,-1-1-1 0 0,1 1 0 0 0,0 0 0 0 0,0-1 1 0 0,0 1-1 0 0,1 0 0 0 0,-1-1 1 0 0,1 1-1 0 0,-1 0 0 0 0,1-1 0 0 0,0 1 1 0 0,0-1-1 0 0,0 1 0 0 0,0-1 0 0 0,0 1 1 0 0,1-1-1 0 0,-1 0 0 0 0,1 0 1 0 0,-1 0-1 0 0,1 0 0 0 0,0 0 0 0 0,0 0 1 0 0,0 0-1 0 0,0 0 0 0 0,0-1 0 0 0,0 1 1 0 0,1-1-1 0 0,-1 1 0 0 0,3 0 1 0 0,11 6-74 0 0,1-1 1 0 0,-1-1 0 0 0,1 0 0 0 0,24 5 0 0 0,-21-6 126 0 0,-6-2-92 0 0,-2 0 5 0 0,-1 0 1 0 0,0 0 0 0 0,0 1 0 0 0,0 1-1 0 0,15 8 1 0 0,-24-12-4 0 0,-1 0 1 0 0,1 0-1 0 0,0 0 0 0 0,-1 1 1 0 0,1-1-1 0 0,-1 0 0 0 0,0 1 1 0 0,0-1-1 0 0,1 1 0 0 0,-1 0 1 0 0,0-1-1 0 0,0 1 1 0 0,0 0-1 0 0,-1 0 0 0 0,1-1 1 0 0,0 1-1 0 0,-1 0 0 0 0,1 0 1 0 0,-1 0-1 0 0,1 0 0 0 0,-1 0 1 0 0,0 0-1 0 0,0 0 0 0 0,0 0 1 0 0,0 0-1 0 0,0 0 1 0 0,-1 0-1 0 0,1 0 0 0 0,0 0 1 0 0,-1 0-1 0 0,0-1 0 0 0,1 1 1 0 0,-1 0-1 0 0,0 0 0 0 0,0 0 1 0 0,0-1-1 0 0,0 1 0 0 0,0 0 1 0 0,-2 1-1 0 0,-9 14-108 0 0,-1 0 0 0 0,-1-1 0 0 0,0-1-1 0 0,-23 19 1 0 0,20-20-407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53.4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9674 0 0,'11'35'5183'0'0,"-2"35"-2880"0"0,2 14-1826 0 0,-1-28-5501 0 0,-7-41-395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53.6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62 67 12443 0 0,'-5'-2'327'0'0,"1"-1"0"0"0,-1 1 0 0 0,0-1 0 0 0,1 0 0 0 0,-1-1 0 0 0,1 1 0 0 0,0-1 0 0 0,0 1 0 0 0,1-1 0 0 0,-1 0 0 0 0,1-1 0 0 0,0 1 0 0 0,-5-9 0 0 0,8 13-302 0 0,0 0 1 0 0,0-1-1 0 0,0 1 0 0 0,0 0 1 0 0,-1 0-1 0 0,1-1 1 0 0,0 1-1 0 0,0 0 0 0 0,0 0 1 0 0,0-1-1 0 0,0 1 0 0 0,0 0 1 0 0,0 0-1 0 0,1-1 1 0 0,-1 1-1 0 0,0 0 0 0 0,0 0 1 0 0,0-1-1 0 0,0 1 0 0 0,0 0 1 0 0,0 0-1 0 0,0-1 1 0 0,0 1-1 0 0,1 0 0 0 0,-1 0 1 0 0,0 0-1 0 0,0-1 0 0 0,0 1 1 0 0,1 0-1 0 0,-1 0 1 0 0,0 0-1 0 0,0 0 0 0 0,0-1 1 0 0,1 1-1 0 0,-1 0 0 0 0,0 0 1 0 0,0 0-1 0 0,1 0 0 0 0,-1 0 1 0 0,0 0-1 0 0,16-1 55 0 0,14 7-1860 0 0,4 5-1589 0 0,-14-4 1627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54.1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67 5 10138 0 0,'-3'-1'430'0'0,"-1"0"0"0"0,1 0 0 0 0,0 1-1 0 0,0-1 1 0 0,0 1 0 0 0,-1-1 0 0 0,1 1 0 0 0,0 0 0 0 0,0 0-1 0 0,-1 1 1 0 0,1-1 0 0 0,-7 2 0 0 0,9-1-307 0 0,0-1 1 0 0,0 1-1 0 0,0-1 1 0 0,0 1-1 0 0,0 0 1 0 0,0 0-1 0 0,0 0 1 0 0,0-1-1 0 0,0 1 1 0 0,0 0-1 0 0,1 0 1 0 0,-1 0-1 0 0,0 0 1 0 0,1 0-1 0 0,-1 1 1 0 0,0-1-1 0 0,1 0 1 0 0,-1 0-1 0 0,1 0 1 0 0,0 0-1 0 0,-1 1 1 0 0,1-1-1 0 0,0 0 1 0 0,0 0-1 0 0,0 1 1 0 0,0-1-1 0 0,0 0 1 0 0,0 0-1 0 0,0 1 1 0 0,0-1-1 0 0,1 0 1 0 0,-1 0-1 0 0,0 1 1 0 0,1 1-1 0 0,11 37 369 0 0,1 0 0 0 0,3-1 0 0 0,35 68 0 0 0,78 101-295 0 0,-33-57-3221 0 0,-84-128-3954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54.4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11 177 7370 0 0,'-1'0'112'0'0,"1"0"1"0"0,-1-1 0 0 0,0 1-1 0 0,1-1 1 0 0,-1 1 0 0 0,0 0-1 0 0,1-1 1 0 0,-1 1 0 0 0,1-1-1 0 0,-1 0 1 0 0,1 1 0 0 0,-1-1-1 0 0,1 1 1 0 0,0-1 0 0 0,-1 0-1 0 0,1 1 1 0 0,0-1 0 0 0,-1 0-1 0 0,1 1 1 0 0,0-1 0 0 0,0 0-1 0 0,0 0 1 0 0,0 1 0 0 0,-1-1-1 0 0,1 0 1 0 0,0 0 0 0 0,0 1-1 0 0,0-1 1 0 0,1 0 0 0 0,-1 0-1 0 0,0 1 1 0 0,0-2 0 0 0,1-1 256 0 0,1-1 1 0 0,-1 1-1 0 0,1 0 1 0 0,0 0-1 0 0,-1 0 1 0 0,1 0-1 0 0,4-5 1 0 0,45-40 1733 0 0,-38 38-2873 0 0,0 2-1 0 0,1 0 0 0 0,1 0 0 0 0,-1 1 0 0 0,1 1 0 0 0,0 1 0 0 0,19-5 0 0 0,-9 2 377 0 0,-1 0 394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54.5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0 3225 0 0,'-6'5'2711'0'0,"5"-4"-2259"0"0,0 0 0 0 0,1 1 0 0 0,-1-1 0 0 0,0 0 0 0 0,1 0 0 0 0,-1 0 0 0 0,0 1 0 0 0,1-1 0 0 0,0 0 0 0 0,-1 0-1 0 0,1 1 1 0 0,-1 1 0 0 0,1 0 163 0 0,0 1-1 0 0,0-1 0 0 0,1 0 0 0 0,-1 1 0 0 0,0-1 0 0 0,1 0 1 0 0,2 6-1 0 0,2 4 426 0 0,1 1 0 0 0,13 22 0 0 0,-12-23-842 0 0,8 20-1780 0 0,-13-12-3053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54.7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61 5985 0 0,'-6'-18'536'0'0,"3"9"-432"0"0,0 0-104 0 0,2 3 0 0 0,1 3 144 0 0,0 1 8 0 0,0-1 1 0 0,0 0-1 0 0,0-1 56 0 0,1 1 16 0 0,2 3 0 0 0,-1 4 0 0 0,1 5-360 0 0,0 3-72 0 0,1 5-16 0 0,1 0 0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55.1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0 456 5529 0 0,'125'55'7760'0'0,"-46"-9"-5831"0"0,-76-44-1788 0 0,0 0 0 0 0,1 0 0 0 0,-1 0 1 0 0,0-1-1 0 0,1 1 0 0 0,-1-1 0 0 0,1 0 0 0 0,-1 0 1 0 0,1 0-1 0 0,-1 0 0 0 0,6 0 0 0 0,-8-1-43 0 0,0 0-1 0 0,0-1 1 0 0,0 1 0 0 0,0 0-1 0 0,0-1 1 0 0,0 1 0 0 0,0 0-1 0 0,0-1 1 0 0,0 1 0 0 0,0-1-1 0 0,0 0 1 0 0,0 1-1 0 0,0-1 1 0 0,-1 0 0 0 0,1 1-1 0 0,0-1 1 0 0,0 0 0 0 0,-1 0-1 0 0,1 0 1 0 0,0 0 0 0 0,-1 0-1 0 0,1 0 1 0 0,-1 0-1 0 0,1 0 1 0 0,-1 0 0 0 0,0 0-1 0 0,1 0 1 0 0,-1 0 0 0 0,0 0-1 0 0,0 0 1 0 0,0 0 0 0 0,0 0-1 0 0,0 0 1 0 0,0 0 0 0 0,0 0-1 0 0,0 0 1 0 0,0-1-1 0 0,0 1 1 0 0,-1-2 0 0 0,-4-72 867 0 0,7-104 0 0 0,0 156-1212 0 0,0 0 0 0 0,2 1 1 0 0,1-1-1 0 0,0 1 0 0 0,2 0 0 0 0,1 0 1 0 0,0 1-1 0 0,2 0 0 0 0,11-20 0 0 0,-17 35-335 0 0,0 1-1 0 0,0 0 1 0 0,0-1-1 0 0,1 1 0 0 0,5-5 1 0 0,4 1-1224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47.8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59 6449 0 0,'-2'-3'532'0'0,"0"0"0"0"0,0 0 0 0 0,1 0 0 0 0,-1 0 1 0 0,1 0-1 0 0,-1-1 0 0 0,1 1 0 0 0,0-1 0 0 0,0 1 0 0 0,1-1 0 0 0,-1 1 0 0 0,1-1 0 0 0,0 1 0 0 0,0-6 0 0 0,0 8-427 0 0,1 1-1 0 0,-1 0 1 0 0,1-1 0 0 0,-1 1 0 0 0,1 0 0 0 0,-1 0 0 0 0,1-1-1 0 0,-1 1 1 0 0,1 0 0 0 0,-1 0 0 0 0,1 0 0 0 0,0 0 0 0 0,-1-1-1 0 0,1 1 1 0 0,-1 0 0 0 0,1 0 0 0 0,-1 0 0 0 0,1 0 0 0 0,0 1 0 0 0,-1-1-1 0 0,1 0 1 0 0,-1 0 0 0 0,1 0 0 0 0,-1 0 0 0 0,1 0 0 0 0,-1 1-1 0 0,1-1 1 0 0,-1 0 0 0 0,1 1 0 0 0,-1-1 0 0 0,1 0 0 0 0,0 1-1 0 0,22 13 840 0 0,-18-11-648 0 0,25 15 139 0 0,0 3-1 0 0,-2 0 1 0 0,0 2-1 0 0,-1 1 1 0 0,-1 1-1 0 0,-2 1 0 0 0,34 46 1 0 0,-37-35-402 0 0,-2 0-1 0 0,-1 1 1 0 0,17 55 0 0 0,-20-49-2 0 0,3-1 0 0 0,31 59 0 0 0,-41-90-190 0 0,28 53-6154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48.2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118 398 3225 0 0,'-13'-11'676'0'0,"1"0"0"0"0,1-1 0 0 0,0 0 0 0 0,0-1 0 0 0,1 0 0 0 0,1 0 0 0 0,-14-29 0 0 0,20 36-391 0 0,0 0 1 0 0,1-1-1 0 0,-1 1 1 0 0,2-1 0 0 0,-1 0-1 0 0,1 0 1 0 0,0 0-1 0 0,0 1 1 0 0,1-1-1 0 0,0 0 1 0 0,0 0 0 0 0,1 0-1 0 0,0 0 1 0 0,0 0-1 0 0,0 0 1 0 0,1 1-1 0 0,0-1 1 0 0,0 1-1 0 0,1-1 1 0 0,0 1 0 0 0,4-7-1 0 0,0 3 233 0 0,0-1-1 0 0,1 1 1 0 0,0 1-1 0 0,0-1 1 0 0,1 1 0 0 0,1 1-1 0 0,-1 0 1 0 0,1 0-1 0 0,19-10 1 0 0,-26 15-458 0 0,1 1 0 0 0,0 0-1 0 0,0 1 1 0 0,1-1 0 0 0,-1 0 0 0 0,0 1 0 0 0,0 0 0 0 0,1 0-1 0 0,-1 1 1 0 0,1-1 0 0 0,-1 1 0 0 0,0 0 0 0 0,1 0 0 0 0,-1 0-1 0 0,1 1 1 0 0,-1-1 0 0 0,1 1 0 0 0,-1 0 0 0 0,0 0 0 0 0,0 1 0 0 0,0-1-1 0 0,1 1 1 0 0,-1 0 0 0 0,-1 0 0 0 0,1 1 0 0 0,0-1 0 0 0,0 1-1 0 0,-1-1 1 0 0,0 1 0 0 0,6 6 0 0 0,-6-5-49 0 0,0 1 0 0 0,0-1 0 0 0,-1 1 0 0 0,1 0 0 0 0,-1 0 0 0 0,0 0 0 0 0,0 0 0 0 0,-1 0 0 0 0,1 1 0 0 0,-1-1 0 0 0,0 1 0 0 0,-1-1 0 0 0,1 0 0 0 0,-1 1 0 0 0,0-1 0 0 0,-1 1 0 0 0,1-1 0 0 0,-3 11 0 0 0,-2 5 53 0 0,0-1 1 0 0,-1 0-1 0 0,-14 29 1 0 0,10-25-56 0 0,-1-1 0 0 0,-1 0 0 0 0,-1-1 0 0 0,-1-1 1 0 0,-1 0-1 0 0,-21 23 0 0 0,9-26 241 0 0,10-12-1523 0 0,3-7-4095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48.6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 45 7834 0 0,'-5'1'313'0'0,"1"1"0"0"0,0 0 0 0 0,-1 0 1 0 0,1 0-1 0 0,0 1 0 0 0,1-1 0 0 0,-1 1 0 0 0,0 0 1 0 0,1 0-1 0 0,-1 1 0 0 0,1-1 0 0 0,0 1 0 0 0,0-1 1 0 0,1 1-1 0 0,-1 0 0 0 0,1 0 0 0 0,0 0 0 0 0,0 0 1 0 0,0 0-1 0 0,0 1 0 0 0,1-1 0 0 0,-1 1 0 0 0,1-1 1 0 0,0 1-1 0 0,0 5 0 0 0,0 0-61 0 0,0-1 0 0 0,0 0 0 0 0,1 1 1 0 0,0-1-1 0 0,1 1 0 0 0,0-1 0 0 0,1 0 0 0 0,-1 1 0 0 0,2-1 0 0 0,-1 0 1 0 0,8 15-1 0 0,-6-16-180 0 0,1 0 0 0 0,0-1 0 0 0,1 1 1 0 0,0-1-1 0 0,0 0 0 0 0,1 0 0 0 0,-1-1 1 0 0,1 0-1 0 0,1 0 0 0 0,-1-1 0 0 0,1 1 0 0 0,0-2 1 0 0,10 5-1 0 0,-14-7-48 0 0,1 0 1 0 0,-1 0-1 0 0,0-1 1 0 0,0 0-1 0 0,1 0 1 0 0,-1 0-1 0 0,1-1 1 0 0,-1 1-1 0 0,0-1 1 0 0,1 0-1 0 0,-1 0 1 0 0,1-1-1 0 0,-1 1 1 0 0,1-1-1 0 0,-1 0 1 0 0,0 0-1 0 0,1-1 1 0 0,-1 1-1 0 0,0-1 1 0 0,0 0-1 0 0,0 0 1 0 0,0 0-1 0 0,0-1 1 0 0,-1 1-1 0 0,1-1 1 0 0,-1 0-1 0 0,1 0 0 0 0,-1 0 1 0 0,3-5-1 0 0,0 1 22 0 0,0-1 0 0 0,-1 0-1 0 0,0 0 1 0 0,-1-1 0 0 0,0 1-1 0 0,0-1 1 0 0,-1 0 0 0 0,0 0-1 0 0,-1-1 1 0 0,0 1-1 0 0,0 0 1 0 0,-1-1 0 0 0,0 1-1 0 0,-1-1 1 0 0,0 1 0 0 0,0-1-1 0 0,-1 1 1 0 0,0-1 0 0 0,-1 1-1 0 0,0 0 1 0 0,0-1 0 0 0,-1 1-1 0 0,0 0 1 0 0,-1 1-1 0 0,0-1 1 0 0,-1 1 0 0 0,1-1-1 0 0,-1 1 1 0 0,-1 1 0 0 0,0-1-1 0 0,0 1 1 0 0,0 0 0 0 0,-1 0-1 0 0,0 0 1 0 0,-11-6-1 0 0,16 11-74 0 0,-1 0 0 0 0,1 0 0 0 0,-1 1 0 0 0,0-1-1 0 0,1 1 1 0 0,-1 0 0 0 0,0 0 0 0 0,0 0 0 0 0,0 0-1 0 0,0 0 1 0 0,0 0 0 0 0,0 1 0 0 0,0 0 0 0 0,0 0-1 0 0,-1 0 1 0 0,1 0 0 0 0,0 0 0 0 0,0 0 0 0 0,0 1-1 0 0,0-1 1 0 0,0 1 0 0 0,0 0 0 0 0,0 0 0 0 0,-4 2-1 0 0,4-1-230 0 0,0 1 0 0 0,0-1 0 0 0,1 0 0 0 0,-1 1 0 0 0,1-1 0 0 0,-1 1 0 0 0,1 0 0 0 0,0 0-1 0 0,0 0 1 0 0,0 0 0 0 0,1 0 0 0 0,-1 0 0 0 0,-2 6 0 0 0,1 5-1541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49.0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115 65 3225 0 0,'2'-4'350'0'0,"1"0"1"0"0,0-1-1 0 0,-1 1 1 0 0,0 0-1 0 0,0-1 0 0 0,0 1 1 0 0,1-8-1 0 0,-3 11-145 0 0,0 0-1 0 0,0 1 1 0 0,0-1-1 0 0,0 0 0 0 0,0 0 1 0 0,0 0-1 0 0,0 0 0 0 0,0 1 1 0 0,0-1-1 0 0,0 0 1 0 0,0 0-1 0 0,-1 0 0 0 0,1 1 1 0 0,0-1-1 0 0,0 0 1 0 0,-1 0-1 0 0,1 1 0 0 0,-1-1 1 0 0,1 0-1 0 0,-1 0 1 0 0,0 0 39 0 0,0 0 0 0 0,-1 1 0 0 0,1-1 0 0 0,0 1 0 0 0,0-1 0 0 0,0 1 1 0 0,0 0-1 0 0,-1-1 0 0 0,1 1 0 0 0,0 0 0 0 0,0 0 0 0 0,-1 0 0 0 0,1 0 1 0 0,0 0-1 0 0,0 0 0 0 0,-1 0 0 0 0,1 0 0 0 0,-2 1 0 0 0,-3 0 127 0 0,0 1 0 0 0,0 1 0 0 0,1-1 0 0 0,-1 1 0 0 0,0 0 0 0 0,1 0-1 0 0,-1 1 1 0 0,1-1 0 0 0,0 1 0 0 0,0 0 0 0 0,1 1 0 0 0,-1-1 0 0 0,1 1 0 0 0,0 0 0 0 0,0 0-1 0 0,1 0 1 0 0,-6 11 0 0 0,7-13-354 0 0,1 0 0 0 0,-1 1-1 0 0,1-1 1 0 0,0 0 0 0 0,0 1 0 0 0,0-1-1 0 0,0 1 1 0 0,1 0 0 0 0,-1-1 0 0 0,1 1-1 0 0,0 0 1 0 0,0-1 0 0 0,1 8 0 0 0,0-9-4 0 0,0 1 1 0 0,0 0 0 0 0,0-1-1 0 0,0 0 1 0 0,1 1 0 0 0,-1-1-1 0 0,1 0 1 0 0,-1 0 0 0 0,1 1-1 0 0,0-1 1 0 0,0-1 0 0 0,0 1-1 0 0,0 0 1 0 0,0 0 0 0 0,0-1-1 0 0,0 1 1 0 0,0-1 0 0 0,1 0-1 0 0,-1 1 1 0 0,6 0 0 0 0,7 3-14 0 0,0-1 0 0 0,1-1 0 0 0,0 0 0 0 0,-1-1 0 0 0,25 0 0 0 0,-28-2 0 0 0,0 0 0 0 0,0 1 0 0 0,0 0 0 0 0,0 1 0 0 0,0 0 0 0 0,0 1 0 0 0,0 1 0 0 0,0 0 0 0 0,-1 0 0 0 0,15 8 0 0 0,-24-11-5 0 0,-1 1 0 0 0,1-1 1 0 0,0 0-1 0 0,-1 1 1 0 0,1-1-1 0 0,-1 1 0 0 0,1-1 1 0 0,-1 1-1 0 0,0 0 0 0 0,0 0 1 0 0,0 0-1 0 0,0-1 0 0 0,0 1 1 0 0,0 0-1 0 0,0 0 1 0 0,-1 0-1 0 0,1 0 0 0 0,-1 1 1 0 0,1-1-1 0 0,-1 3 0 0 0,0-1 27 0 0,0 0 0 0 0,-1 1 0 0 0,1-1 0 0 0,-1 0 0 0 0,0 0 1 0 0,0 0-1 0 0,-1 0 0 0 0,1 0 0 0 0,-1 0 0 0 0,-2 4 0 0 0,-1 0-222 0 0,0 0 0 0 0,-1 0 1 0 0,0 0-1 0 0,0 0 0 0 0,-1-1 0 0 0,0 0 1 0 0,0-1-1 0 0,-13 10 0 0 0,14-12-1872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49.2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 4145 0 0,'1'0'76'0'0,"0"-1"1"0"0,-1 0-1 0 0,1 1 1 0 0,0 0-1 0 0,0-1 1 0 0,0 1-1 0 0,0 0 0 0 0,0-1 1 0 0,0 1-1 0 0,0 0 1 0 0,0 0-1 0 0,0 0 1 0 0,1 0-1 0 0,-1 0 1 0 0,0 0-1 0 0,0 0 0 0 0,0 0 1 0 0,0 0-1 0 0,0 0 1 0 0,0 1-1 0 0,0-1 1 0 0,0 0-1 0 0,0 1 0 0 0,0-1 1 0 0,0 1-1 0 0,0-1 1 0 0,-1 1-1 0 0,3 1 1 0 0,-1 1 328 0 0,0 0 0 0 0,1 0 0 0 0,-1 0 1 0 0,-1 0-1 0 0,1 1 0 0 0,0-1 0 0 0,1 5 0 0 0,25 73 6317 0 0,-19-53-5595 0 0,1 0 1 0 0,1 0-1 0 0,1-1 1 0 0,17 27-1 0 0,-12-38-2881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49.4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34 106 8290 0 0,'-2'-1'334'0'0,"-1"-1"1"0"0,1 0-1 0 0,0 1 1 0 0,0-1-1 0 0,-1 0 1 0 0,1-1 0 0 0,1 1-1 0 0,-1 0 1 0 0,0-1-1 0 0,0 1 1 0 0,1-1-1 0 0,-1 1 1 0 0,1-1-1 0 0,0 0 1 0 0,0 0-1 0 0,0 1 1 0 0,0-1-1 0 0,1 0 1 0 0,-1-3-1 0 0,0 3-111 0 0,1 0 0 0 0,0 1-1 0 0,0-1 1 0 0,0 1-1 0 0,0-1 1 0 0,0 0-1 0 0,1 1 1 0 0,-1-1 0 0 0,3-4-1 0 0,-3 5-306 0 0,1 1-1 0 0,0-1 1 0 0,0 0-1 0 0,0 1 1 0 0,0-1-1 0 0,0 1 1 0 0,0-1 0 0 0,1 1-1 0 0,-1 0 1 0 0,0 0-1 0 0,1-1 1 0 0,-1 1-1 0 0,1 0 1 0 0,2-1-1 0 0,-3 1-24 0 0,0 1 0 0 0,-1 0-1 0 0,1-1 1 0 0,0 1-1 0 0,0 0 1 0 0,-1 0 0 0 0,1 0-1 0 0,0 0 1 0 0,-1 0-1 0 0,1 0 1 0 0,0 0 0 0 0,0 0-1 0 0,-1 0 1 0 0,1 0 0 0 0,0 0-1 0 0,0 0 1 0 0,-1 0-1 0 0,1 1 1 0 0,0-1 0 0 0,-1 0-1 0 0,1 0 1 0 0,0 1-1 0 0,-1-1 1 0 0,1 1 0 0 0,0-1-1 0 0,-1 0 1 0 0,1 1-1 0 0,-1-1 1 0 0,1 1 0 0 0,-1 0-1 0 0,1-1 1 0 0,-1 1-1 0 0,1-1 1 0 0,-1 1 0 0 0,0 0-1 0 0,1 0 1 0 0,4 13-341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49.7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50 11522 0 0,'-11'-50'10249'0'0,"22"60"-9957"0"0,4 9-136 0 0,-2 1-1 0 0,0 0 1 0 0,-2 0-1 0 0,0 2 1 0 0,-1-1-1 0 0,14 45 1 0 0,16 36 185 0 0,-28-79-385 0 0,7 18-687 0 0,2-1 1 0 0,29 41 0 0 0,-43-71 449 0 0,0-1 0 0 0,1 1 0 0 0,0-1 0 0 0,0-1 0 0 0,1 0 0 0 0,0 0 1 0 0,0-1-1 0 0,1 0 0 0 0,0 0 0 0 0,1-1 0 0 0,-1 0 0 0 0,1-1 0 0 0,12 4 0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49.9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62 180 3225 0 0,'-12'3'77'0'0,"-38"-2"8444"0"0,64-11-7317 0 0,-3 2-612 0 0,86-56 2296 0 0,56-22-3680 0 0,-123 71-152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50.1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0 5985 0 0,'-1'5'652'0'0,"1"-1"0"0"0,-1 0 1 0 0,1 1-1 0 0,0-1 0 0 0,0 0 0 0 0,0 1 0 0 0,1-1 0 0 0,-1 0 0 0 0,1 0 0 0 0,0 1 0 0 0,0-1 0 0 0,1 0 0 0 0,2 6 1 0 0,32 58 3846 0 0,-22-43-3677 0 0,-1-2-601 0 0,1 0-1 0 0,0-1 0 0 0,2 0 1 0 0,1-1-1 0 0,20 20 0 0 0,-24-30-2372 0 0,-1-1-1 0 0,26 18 1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50.3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83 123 8754 0 0,'-34'-50'7296'0'0,"-12"-14"-2227"0"0,46 63-5066 0 0,0 1-1 0 0,0 0 0 0 0,0 0 1 0 0,0 0-1 0 0,-1 0 1 0 0,1 0-1 0 0,0 0 1 0 0,0-1-1 0 0,0 1 0 0 0,0 0 1 0 0,-1 0-1 0 0,1 0 1 0 0,0 0-1 0 0,0-1 1 0 0,0 1-1 0 0,0 0 0 0 0,0 0 1 0 0,0 0-1 0 0,0-1 1 0 0,0 1-1 0 0,0 0 1 0 0,-1 0-1 0 0,1 0 0 0 0,0-1 1 0 0,0 1-1 0 0,0 0 1 0 0,0 0-1 0 0,0-1 1 0 0,0 1-1 0 0,0 0 0 0 0,1 0 1 0 0,-1 0-1 0 0,0-1 1 0 0,0 1-1 0 0,0 0 1 0 0,0 0-1 0 0,0 0 0 0 0,0-1 1 0 0,0 1-1 0 0,1 0 1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50.8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52 291 10594 0 0,'-24'-6'1790'0'0,"22"6"-1209"0"0,-1-1-1 0 0,1 0 0 0 0,0 0 1 0 0,-1 0-1 0 0,1 0 0 0 0,0-1 1 0 0,-1 1-1 0 0,1 0 0 0 0,0-1 1 0 0,0 0-1 0 0,-1-6 1859 0 0,15 8-1714 0 0,9 3-391 0 0,-3 3-196 0 0,0 2 0 0 0,0 0 0 0 0,0 0 1 0 0,-1 2-1 0 0,22 16 0 0 0,-21-14-112 0 0,0 0 0 0 0,1-1 1 0 0,1-1-1 0 0,24 8 0 0 0,-34-14-13 0 0,1-1 0 0 0,-1 0 0 0 0,1-1 0 0 0,0-1 0 0 0,0 0 0 0 0,20 0 0 0 0,-28-1 5 0 0,-1 0 0 0 0,1 0-1 0 0,-1-1 1 0 0,0 1 0 0 0,1-1-1 0 0,-1 0 1 0 0,0 1 0 0 0,1-1 0 0 0,-1 0-1 0 0,0 0 1 0 0,0-1 0 0 0,0 1 0 0 0,0 0-1 0 0,0-1 1 0 0,0 1 0 0 0,0-1-1 0 0,-1 1 1 0 0,1-1 0 0 0,0 0 0 0 0,-1 0-1 0 0,0 0 1 0 0,1 0 0 0 0,-1 0 0 0 0,0 0-1 0 0,0 0 1 0 0,0-1 0 0 0,0 1 0 0 0,0 0-1 0 0,-1 0 1 0 0,1-1 0 0 0,-1 1-1 0 0,1-1 1 0 0,-1 1 0 0 0,0 0 0 0 0,0-1-1 0 0,0-3 1 0 0,-2-29 123 0 0,-7-42-1 0 0,-1-27 21 0 0,10 91-1221 0 0,1-1 0 0 0,0 1 0 0 0,1 0 0 0 0,0 0 1 0 0,1 0-1 0 0,5-14 0 0 0,2 1-6246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51.3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0 417 7370 0 0,'18'-17'1724'0'0,"-1"0"0"0"0,-1-1 1 0 0,0-1-1 0 0,-2 0 0 0 0,0-1 1 0 0,-1-1-1 0 0,10-23 1 0 0,-16 25-1733 0 0,-1 1 0 0 0,0-1 0 0 0,3-26 0 0 0,-8 34 4 0 0,1 1 0 0 0,-2-1 0 0 0,1 0 0 0 0,-2 0 0 0 0,1 0 0 0 0,-2 0 0 0 0,-2-16 0 0 0,3 25 0 0 0,1 0 0 0 0,-1 0 0 0 0,0 1 1 0 0,1-1-1 0 0,-1 0 0 0 0,0 0 1 0 0,0 0-1 0 0,0 0 0 0 0,-1 1 1 0 0,1-1-1 0 0,0 1 0 0 0,-1-1 1 0 0,1 1-1 0 0,-1-1 0 0 0,1 1 1 0 0,-1 0-1 0 0,0-1 0 0 0,1 1 1 0 0,-1 0-1 0 0,0 0 0 0 0,0 0 1 0 0,0 1-1 0 0,0-1 0 0 0,0 0 1 0 0,0 1-1 0 0,0-1 0 0 0,0 1 1 0 0,0 0-1 0 0,0 0 0 0 0,0-1 1 0 0,0 1-1 0 0,0 1 0 0 0,0-1 1 0 0,0 0-1 0 0,0 0 0 0 0,0 1 1 0 0,0-1-1 0 0,-3 2 0 0 0,1-1-5 0 0,0 1 0 0 0,-1 0 0 0 0,1 0 0 0 0,0 0 0 0 0,1 0 0 0 0,-1 0 0 0 0,0 1 0 0 0,0 0-1 0 0,1 0 1 0 0,0 0 0 0 0,0 0 0 0 0,0 0 0 0 0,0 1 0 0 0,0-1 0 0 0,0 1 0 0 0,1 0 0 0 0,-3 4 0 0 0,2 4-1 0 0,-1 0 1 0 0,2 0-1 0 0,-1 0 1 0 0,2 0-1 0 0,0 0 1 0 0,0 0-1 0 0,1 0 1 0 0,0 1-1 0 0,4 16 1 0 0,-2-13-1 0 0,1 0 0 0 0,1 0-1 0 0,0-1 1 0 0,2 1 0 0 0,-1-1 0 0 0,14 24 0 0 0,-15-33 25 0 0,1 0-1 0 0,-1 0 0 0 0,1 0 1 0 0,1 0-1 0 0,-1-1 0 0 0,1 0 0 0 0,0 0 1 0 0,0 0-1 0 0,0-1 0 0 0,0 0 1 0 0,1 0-1 0 0,0-1 0 0 0,0 0 1 0 0,0 0-1 0 0,0-1 0 0 0,0 1 0 0 0,1-2 1 0 0,-1 1-1 0 0,1-1 0 0 0,-1 0 1 0 0,1 0-1 0 0,-1-1 0 0 0,11-1 0 0 0,0 0-177 0 0,0-1 0 0 0,-1 0 0 0 0,1-2 0 0 0,0 0 0 0 0,-1-1-1 0 0,0-1 1 0 0,0 0 0 0 0,29-16 0 0 0,-27 10-6825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56.2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123 2158 4609 0 0,'-3'7'683'0'0,"0"0"1"0"0,0-1-1 0 0,-1 1 0 0 0,0-1 0 0 0,0 0 1 0 0,-6 6-1 0 0,8-9-291 0 0,0-1 0 0 0,0 1 0 0 0,-1-1 0 0 0,1 0 0 0 0,0 1 0 0 0,-1-1 0 0 0,0-1 0 0 0,1 1 0 0 0,-1 0 0 0 0,0 0 0 0 0,0-1 0 0 0,0 0-1 0 0,0 0 1 0 0,0 0 0 0 0,-7 2 0 0 0,9-4-265 0 0,0 1-1 0 0,0-1 0 0 0,0 1 0 0 0,0-1 1 0 0,0 1-1 0 0,0-1 0 0 0,0 0 1 0 0,0 0-1 0 0,0 1 0 0 0,1-1 0 0 0,-1 0 1 0 0,0 0-1 0 0,0 0 0 0 0,1 0 0 0 0,-1 0 1 0 0,0 0-1 0 0,1 0 0 0 0,-1 0 1 0 0,1 0-1 0 0,-1 0 0 0 0,1-1 0 0 0,0 1 1 0 0,0 0-1 0 0,-1-2 0 0 0,-6-33 760 0 0,7 34-737 0 0,-8-54 115 0 0,2 0-1 0 0,3 0 1 0 0,2-1 0 0 0,3 1 0 0 0,2 0-1 0 0,3 0 1 0 0,15-59 0 0 0,-6 52-264 0 0,3 1 0 0 0,3 1 0 0 0,43-86 0 0 0,-44 109 0 0 0,1 2 0 0 0,2 0 0 0 0,1 1 0 0 0,2 1 0 0 0,2 1 0 0 0,40-35 0 0 0,157-117 4 0 0,-52 44-62 0 0,-88 72 55 0 0,3 4-1 0 0,180-100 1 0 0,-215 137-9 0 0,19-14 27 0 0,2 4 1 0 0,2 4 0 0 0,87-27-1 0 0,237-62-25 0 0,-142 43 34 0 0,-238 74-24 0 0,-1 0 0 0 0,1 1 0 0 0,0 2 1 0 0,24-2-1 0 0,-33 5-2 0 0,-1 0 1 0 0,0 1-1 0 0,0 1 1 0 0,0 0-1 0 0,0 0 0 0 0,0 1 1 0 0,0 0-1 0 0,-1 1 1 0 0,16 8-1 0 0,-15-8-900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56.7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298 72 456 0 0,'-14'-9'1237'0'0,"-1"0"1"0"0,1 2-1 0 0,-2 0 0 0 0,1 1 0 0 0,-1 0 1 0 0,0 1-1 0 0,-17-3 0 0 0,-8-3 3524 0 0,37 10-4192 0 0,-1 0 0 0 0,1 0 0 0 0,0 1-1 0 0,-1 0 1 0 0,1-1 0 0 0,-1 2 0 0 0,1-1 0 0 0,-1 0 0 0 0,-6 2-1 0 0,6 0-408 0 0,0-1-1 0 0,1 0 1 0 0,-1 1 0 0 0,0 0-1 0 0,0 0 1 0 0,1 1-1 0 0,-1-1 1 0 0,1 1-1 0 0,0 0 1 0 0,0 0-1 0 0,0 0 1 0 0,0 1-1 0 0,-4 5 1 0 0,7-8-145 0 0,1 0 0 0 0,0 0-1 0 0,0 0 1 0 0,0 0 0 0 0,0 0 0 0 0,0-1 0 0 0,1 1-1 0 0,-1 0 1 0 0,0 0 0 0 0,0 0 0 0 0,0 0 0 0 0,1 0-1 0 0,-1 0 1 0 0,1 0 0 0 0,-1-1 0 0 0,0 1 0 0 0,1 0-1 0 0,-1 0 1 0 0,1 0 0 0 0,0-1 0 0 0,-1 1 0 0 0,1 0-1 0 0,0-1 1 0 0,1 2 0 0 0,20 19 18 0 0,-20-20-36 0 0,62 61 62 0 0,-51-47-58 0 0,1-1 0 0 0,0-1-1 0 0,1 0 1 0 0,1-1 0 0 0,0 0-1 0 0,25 13 1 0 0,89 23-25 0 0,-128-47 24 0 0,-1 0 1 0 0,1-1-1 0 0,0 1 1 0 0,0 0-1 0 0,-1 0 1 0 0,1 0-1 0 0,-1 0 1 0 0,1 1-1 0 0,-1-1 1 0 0,1 0-1 0 0,-1 1 1 0 0,0-1-1 0 0,1 0 1 0 0,-1 1-1 0 0,0 0 1 0 0,0-1-1 0 0,0 1 1 0 0,0 0-1 0 0,-1-1 1 0 0,1 1-1 0 0,0 0 1 0 0,-1 0-1 0 0,1 0 1 0 0,-1 3-1 0 0,0-1 1 0 0,-1 0 0 0 0,0 0 0 0 0,0 0 0 0 0,0 0 0 0 0,0 0 1 0 0,-1 0-1 0 0,0 0 0 0 0,0 0 0 0 0,0-1 0 0 0,-3 5 0 0 0,-19 26 247 0 0,-2-2 1 0 0,-1-1-1 0 0,-50 46 0 0 0,33-34-185 0 0,40-39-172 0 0,0 0 0 0 0,0 1 0 0 0,0-1 0 0 0,0 1 0 0 0,1 0 1 0 0,-6 10-1 0 0,4 1-2905 0 0,3 4-3509 0 0,2-6 1371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5:57.7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134 151 1840 0 0,'-26'-21'2326'0'0,"-43"-43"0"0"0,30 18 13604 0 0,43 53-16605 0 0,-3-6 899 0 0,1 3-26 0 0,9 13-164 0 0,1-1 0 0 0,0 0 0 0 0,1 0 1 0 0,1-2-1 0 0,0 1 0 0 0,1-2 0 0 0,0 0 1 0 0,29 18-1 0 0,128 82 30 0 0,-169-111-55 0 0,0 0 1 0 0,0 0 0 0 0,0 0-1 0 0,0-1 1 0 0,0 0-1 0 0,0 1 1 0 0,0-1 0 0 0,1 0-1 0 0,-1 0 1 0 0,0-1 0 0 0,1 1-1 0 0,4 0 1 0 0,-6-2 26 0 0,0 1 0 0 0,-1-1 0 0 0,1 1 0 0 0,0-1 0 0 0,0 0 0 0 0,0 0 0 0 0,-1 0 0 0 0,1 0-1 0 0,0 0 1 0 0,-1 0 0 0 0,1 0 0 0 0,-1 0 0 0 0,1-1 0 0 0,-1 1 0 0 0,0-1 0 0 0,1 1 0 0 0,-1-1 0 0 0,0 1 0 0 0,0-1 0 0 0,0 0 0 0 0,0 1 0 0 0,1-4 0 0 0,101-216 1860 0 0,-93 198-2789 0 0,10-15-5278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5.4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20 301 6449 0 0,'0'0'499'0'0,"27"-17"5478"0"0,-9 4-5060 0 0,0 0-1 0 0,-1-1 0 0 0,-1-1 1 0 0,0-1-1 0 0,14-19 0 0 0,-22 26-878 0 0,-1 0 0 0 0,-1-1-1 0 0,0 1 1 0 0,0-1 0 0 0,-1-1 0 0 0,0 1-1 0 0,-1-1 1 0 0,0 0 0 0 0,-1 0 0 0 0,0 0-1 0 0,2-19 1 0 0,-5 28-9 0 0,0 1 0 0 0,1 0 0 0 0,-1-1 0 0 0,0 1 0 0 0,0 0 0 0 0,0 0 0 0 0,0-1 0 0 0,-1 1 0 0 0,1 0 0 0 0,0 0 1 0 0,-1-1-1 0 0,1 1 0 0 0,0 0 0 0 0,-1 0 0 0 0,1 0 0 0 0,-1 0 0 0 0,0-1 0 0 0,1 1 0 0 0,-1 0 0 0 0,0 0 0 0 0,0 0 0 0 0,0 0 0 0 0,0 1 0 0 0,1-1 0 0 0,-1 0 0 0 0,-2-1 0 0 0,1 1 10 0 0,0 1 1 0 0,0-1-1 0 0,-1 1 0 0 0,1-1 0 0 0,0 1 1 0 0,0 0-1 0 0,-1 0 0 0 0,1 0 0 0 0,0 0 1 0 0,0 0-1 0 0,-1 1 0 0 0,1-1 0 0 0,-4 2 1 0 0,-6 2 91 0 0,0 1 1 0 0,0 0 0 0 0,0 1 0 0 0,-11 7-1 0 0,15-8-119 0 0,1-1-1 0 0,-1 1 0 0 0,1 1 0 0 0,1 0 0 0 0,-1 0 1 0 0,1 0-1 0 0,0 1 0 0 0,0-1 0 0 0,1 2 0 0 0,0-1 1 0 0,0 0-1 0 0,1 1 0 0 0,0 0 0 0 0,0 0 1 0 0,1 0-1 0 0,0 1 0 0 0,0-1 0 0 0,1 1 0 0 0,0-1 1 0 0,0 1-1 0 0,1 0 0 0 0,0 0 0 0 0,1 0 0 0 0,0 0 1 0 0,1 0-1 0 0,-1-1 0 0 0,2 1 0 0 0,-1 0 0 0 0,1 0 1 0 0,0-1-1 0 0,1 1 0 0 0,0-1 0 0 0,1 0 0 0 0,5 10 1 0 0,-5-10-154 0 0,1 1 0 0 0,0-1 0 0 0,0 0 0 0 0,1 0 1 0 0,0-1-1 0 0,0 0 0 0 0,1 0 0 0 0,0 0 1 0 0,15 10-1 0 0,-18-14-52 0 0,1 0 0 0 0,0 0 0 0 0,0-1 0 0 0,1 0 0 0 0,-1 0 1 0 0,0 0-1 0 0,1 0 0 0 0,0-1 0 0 0,-1 0 0 0 0,1 0 0 0 0,-1-1 0 0 0,1 1 0 0 0,0-1 0 0 0,0-1 0 0 0,-1 1 1 0 0,1-1-1 0 0,10-2 0 0 0,9-5-5893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5.87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156 117 3225 0 0,'4'-5'225'0'0,"0"-1"0"0"0,-1 1 0 0 0,0-1 0 0 0,0 0 0 0 0,-1-1 0 0 0,1 1 0 0 0,-1 0 0 0 0,0-1 0 0 0,0-6 0 0 0,-2 11 9 0 0,1 0 0 0 0,-1 0 0 0 0,0 1 0 0 0,0-1 1 0 0,-1 0-1 0 0,1 0 0 0 0,0 0 0 0 0,-1 0 0 0 0,1 0 0 0 0,-1 1 0 0 0,1-1 0 0 0,-1 0 1 0 0,0 0-1 0 0,0 1 0 0 0,0-1 0 0 0,0 0 0 0 0,0 1 0 0 0,0-1 0 0 0,0 1 0 0 0,-1 0 1 0 0,1-1-1 0 0,0 1 0 0 0,-1 0 0 0 0,1 0 0 0 0,-1-1 0 0 0,0 1 0 0 0,1 1 1 0 0,-1-1-1 0 0,0 0 0 0 0,1 0 0 0 0,-1 1 0 0 0,0-1 0 0 0,0 1 0 0 0,0-1 0 0 0,0 1 1 0 0,-2-1-1 0 0,-1 1-1 0 0,1 0 0 0 0,-1 0 1 0 0,1 0-1 0 0,-1 1 0 0 0,1 0 1 0 0,-1 0-1 0 0,1 0 0 0 0,0 0 0 0 0,0 0 1 0 0,-1 1-1 0 0,1 0 0 0 0,0 0 1 0 0,0 0-1 0 0,1 0 0 0 0,-1 1 1 0 0,0-1-1 0 0,1 1 0 0 0,-1 0 0 0 0,1 0 1 0 0,0 1-1 0 0,0-1 0 0 0,0 1 1 0 0,1-1-1 0 0,-5 8 0 0 0,1-2-150 0 0,1 0-1 0 0,0 0 1 0 0,0 1 0 0 0,1 0-1 0 0,0 0 1 0 0,1 0 0 0 0,0 0-1 0 0,0 1 1 0 0,-1 15-1 0 0,4-24-66 0 0,0 0 0 0 0,-1 0-1 0 0,2 1 1 0 0,-1-1-1 0 0,0 0 1 0 0,0 0 0 0 0,1 1-1 0 0,-1-1 1 0 0,1 0-1 0 0,0 0 1 0 0,-1 0 0 0 0,1 0-1 0 0,2 3 1 0 0,-2-4-29 0 0,0 0-1 0 0,-1 0 1 0 0,1 0 0 0 0,0 0 0 0 0,0 0-1 0 0,0-1 1 0 0,0 1 0 0 0,0 0 0 0 0,0-1 0 0 0,0 1-1 0 0,0-1 1 0 0,0 1 0 0 0,0-1 0 0 0,1 1-1 0 0,-1-1 1 0 0,0 0 0 0 0,0 0 0 0 0,3 1 0 0 0,-1-1-84 0 0,1-1 0 0 0,-1 1 0 0 0,1-1 1 0 0,0 0-1 0 0,-1 0 0 0 0,1 0 1 0 0,-1 0-1 0 0,0-1 0 0 0,1 1 0 0 0,-1-1 1 0 0,0 0-1 0 0,0 0 0 0 0,0 0 1 0 0,0 0-1 0 0,2-3 0 0 0,3-4-24 0 0,-1 1 0 0 0,0-1-1 0 0,0 0 1 0 0,-1-1 0 0 0,9-17 0 0 0,-9 15 359 0 0,1 0-1 0 0,0 1 1 0 0,11-13 0 0 0,-18 23-192 0 0,1 1 0 0 0,-1-1 0 0 0,1 1 0 0 0,-1-1 0 0 0,1 0 0 0 0,-1 1 0 0 0,1-1 0 0 0,0 1 0 0 0,-1 0 0 0 0,1-1 0 0 0,0 1 0 0 0,-1-1 0 0 0,1 1 0 0 0,0 0 0 0 0,0 0 0 0 0,-1-1 0 0 0,1 1 0 0 0,0 0 0 0 0,0 0-1 0 0,0 0 1 0 0,-1 0 0 0 0,1 0 0 0 0,0 0 0 0 0,0 0 0 0 0,0 0 0 0 0,1 0 0 0 0,-1 1 4 0 0,1 0 0 0 0,0 0 0 0 0,-1 0 0 0 0,0 0 0 0 0,1 0 0 0 0,-1 0 0 0 0,0 0 0 0 0,1 0 0 0 0,-1 1 0 0 0,0-1 0 0 0,2 3-1 0 0,19 41 452 0 0,-13-16-475 0 0,0 1 0 0 0,-3 0 0 0 0,0 0 0 0 0,-2 0 1 0 0,-1 1-1 0 0,-2 0 0 0 0,0 0 0 0 0,-3-1 0 0 0,0 1 1 0 0,-12 53-1 0 0,1-47-1192 0 0,7-22 163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6.25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173 18 6913 0 0,'-1'-2'195'0'0,"0"1"0"0"0,0 0 0 0 0,0-1 0 0 0,0 1 0 0 0,-1 0 0 0 0,1 0 0 0 0,-1 0 0 0 0,1 0 0 0 0,-1 0 0 0 0,1 0 0 0 0,-1 0 0 0 0,1 1-1 0 0,-1-1 1 0 0,0 1 0 0 0,1-1 0 0 0,-1 1 0 0 0,0-1 0 0 0,1 1 0 0 0,-1 0 0 0 0,0 0 0 0 0,0 0 0 0 0,1 0 0 0 0,-1 0 0 0 0,0 0 0 0 0,0 0 0 0 0,1 1-1 0 0,-1-1 1 0 0,0 1 0 0 0,1-1 0 0 0,-1 1 0 0 0,0 0 0 0 0,1-1 0 0 0,-1 1 0 0 0,1 0 0 0 0,-1 0 0 0 0,-1 2 0 0 0,-7 3 124 0 0,-1 2 1 0 0,2-1-1 0 0,-1 2 1 0 0,1-1 0 0 0,-16 20-1 0 0,20-23-260 0 0,1 0-1 0 0,0 1 1 0 0,1-1-1 0 0,-1 1 1 0 0,1 0-1 0 0,0 0 1 0 0,1 1-1 0 0,-1-1 1 0 0,1 0-1 0 0,0 1 1 0 0,1-1-1 0 0,-2 13 1 0 0,3-18-107 0 0,0-1 1 0 0,0 1-1 0 0,0 0 1 0 0,0-1-1 0 0,0 1 1 0 0,0-1-1 0 0,0 1 1 0 0,0 0-1 0 0,0-1 1 0 0,0 1-1 0 0,0-1 1 0 0,0 1-1 0 0,0 0 1 0 0,0-1-1 0 0,1 1 1 0 0,-1-1-1 0 0,0 1 1 0 0,1-1-1 0 0,-1 1 1 0 0,0-1-1 0 0,1 1 1 0 0,-1-1-1 0 0,0 1 1 0 0,1-1-1 0 0,-1 1 1 0 0,1-1-1 0 0,-1 0 1 0 0,1 1-1 0 0,-1-1 1 0 0,1 0-1 0 0,-1 1 1 0 0,1-1-1 0 0,-1 0 1 0 0,2 1-1 0 0,-1-2-223 0 0,1 1-1 0 0,0 0 0 0 0,-1 0 1 0 0,1-1-1 0 0,-1 1 1 0 0,1-1-1 0 0,-1 0 0 0 0,1 1 1 0 0,-1-1-1 0 0,1 0 0 0 0,-1 0 1 0 0,2-1-1 0 0,36-34-6153 0 0,-27 19 4142 0 0,20-35 0 0 0,-5 8 6376 0 0,-27 44-3964 0 0,0-1 1 0 0,0 1 0 0 0,0 0 0 0 0,1-1 0 0 0,-1 1-1 0 0,0 0 1 0 0,0-1 0 0 0,0 1 0 0 0,1-1 129 0 0,-1 1-129 0 0,1 0 0 0 0,-1 0-1 0 0,0-1 1 0 0,1 1 0 0 0,-1 0 0 0 0,0 0 0 0 0,1 0-1 0 0,-1-1 1 0 0,1 1 0 0 0,-1 0 0 0 0,0 0-1 0 0,1 0 1 0 0,-1 0 0 0 0,1 0 0 0 0,-1 0-1 0 0,0 0 1 0 0,1 0 0 0 0,-1 0 0 0 0,1 0 0 0 0,-1 0-1 0 0,0 0 1 0 0,1 0 0 0 0,-1 0 0 0 0,1 0-1 0 0,-1 0 1 0 0,0 0 0 0 0,1 1 0 0 0,-1-1-1 0 0,1 0 1 0 0,-1 0 0 0 0,0 0 0 0 0,1 1 0 0 0,-1-1-1 0 0,0 1 131 0 0,1-1-130 0 0,-1 0-1 0 0,0 1 1 0 0,1-1 0 0 0,-1 0 0 0 0,0 1-1 0 0,0-1 1 0 0,0 0 0 0 0,0 1 0 0 0,1-1 0 0 0,-1 0-1 0 0,0 1 1 0 0,11 29 1967 0 0,-8-23-1279 0 0,1 2-389 0 0,0 0-1 0 0,1-1 1 0 0,0 1-1 0 0,0-1 1 0 0,1 0-1 0 0,0 0 1 0 0,1-1-1 0 0,-1 0 0 0 0,13 10 1 0 0,-10-11-1024 0 0,0 1 0 0 0,0-1 0 0 0,1-1 0 0 0,19 9 0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6.50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59 8290 0 0,'1'-4'92'0'0,"14"-32"1162"0"0,-15 35-1010 0 0,0 0-1 0 0,1 0 1 0 0,-1 0 0 0 0,1 0 0 0 0,-1 0-1 0 0,1 0 1 0 0,-1 0 0 0 0,1 0-1 0 0,0 0 1 0 0,0 0 0 0 0,-1 1 0 0 0,1-1-1 0 0,0 0 1 0 0,0 0 0 0 0,0 1-1 0 0,0-1 1 0 0,0 1 0 0 0,0-1 0 0 0,0 1-1 0 0,0-1 1 0 0,0 1 0 0 0,0 0 0 0 0,0-1-1 0 0,0 1 1 0 0,0 0 0 0 0,0 0-1 0 0,0-1 1 0 0,0 1 0 0 0,2 1 0 0 0,0 1 46 0 0,-1 0 0 0 0,0 1 1 0 0,0 0-1 0 0,0-1 1 0 0,0 1-1 0 0,-1 0 0 0 0,1 0 1 0 0,-1 0-1 0 0,1 0 1 0 0,-1 0-1 0 0,0 0 0 0 0,0 0 1 0 0,-1 1-1 0 0,2 5 1 0 0,0 0 122 0 0,22 78-210 0 0,-8-27-41 0 0,2-1-1 0 0,33 73 1 0 0,33 21-2996 0 0,-16-33-1970 0 0,-59-101-1561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6.6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89 86 4609 0 0,'-18'1'412'0'0,"-27"0"317"0"0,21-8 4110 0 0,24 7-4789 0 0,0 0 1 0 0,0 0-1 0 0,0 0 0 0 0,0 0 1 0 0,0 0-1 0 0,-1 0 0 0 0,1-1 0 0 0,0 1 1 0 0,0 0-1 0 0,0 0 0 0 0,0 0 1 0 0,0 0-1 0 0,0 0 0 0 0,0-1 1 0 0,0 1-1 0 0,0 0 0 0 0,0 0 1 0 0,0 0-1 0 0,0 0 0 0 0,-1-1 1 0 0,1 1-1 0 0,0 0 0 0 0,0 0 0 0 0,0 0 1 0 0,0 0-1 0 0,0-1 0 0 0,1 1 1 0 0,-1 0-1 0 0,0 0 0 0 0,0 0 1 0 0,0 0-1 0 0,0-1 0 0 0,0 1 1 0 0,0 0-1 0 0,0 0 0 0 0,0 0 1 0 0,0 0-1 0 0,0 0 0 0 0,0-1 0 0 0,1 1 1 0 0,-1 0-1 0 0,0 0 0 0 0,0 0 1 0 0,0 0-1 0 0,11-8 677 0 0,14-4-548 0 0,-24 12-96 0 0,95-40-949 0 0,-64 25-3788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6.8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47 1 3209 0 0,'-16'6'10129'0'0,"11"5"-9471"0"0,0-1 0 0 0,1 0 0 0 0,0 1 1 0 0,1 0-1 0 0,0 0 0 0 0,1 0 0 0 0,0 0 1 0 0,1 0-1 0 0,0 1 0 0 0,1-1 0 0 0,1 15 1 0 0,2 17-213 0 0,15 70 1 0 0,-14-96-882 0 0,-1-1-5843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7.04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44 262 6449 0 0,'-9'-84'6158'0'0,"-23"-93"-1"0"0,32 177-6144 0 0,0 0 0 0 0,0 0-1 0 0,0 0 1 0 0,0 0 0 0 0,0 0 0 0 0,0 0-1 0 0,0 0 1 0 0,0 0 0 0 0,-1 0 0 0 0,1 0-1 0 0,0 0 1 0 0,0 0 0 0 0,0 0 0 0 0,0 0-1 0 0,0 0 1 0 0,0 0 0 0 0,0 0 0 0 0,0 0-1 0 0,0 0 1 0 0,0 0 0 0 0,0 0 0 0 0,0 0 0 0 0,0 0-1 0 0,0 0 1 0 0,0 0 0 0 0,0 0 0 0 0,0 0-1 0 0,-1 0 1 0 0,1 0 0 0 0,0 0 0 0 0,0 0-1 0 0,0 0 1 0 0,0 0 0 0 0,0 0 0 0 0,0 0-1 0 0,0 0 1 0 0,0 0 0 0 0,0-1 0 0 0,-1 13-541 0 0,3 16-924 0 0,2-7 630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8.4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50 137 3681 0 0,'-37'-5'4430'0'0,"24"0"-184"0"0,25 19 765 0 0,5 7-3803 0 0,32 28-25 0 0,29 27-544 0 0,-68-68-598 0 0,1 0 0 0 0,-1-1 0 0 0,1 0-1 0 0,0 0 1 0 0,1-1 0 0 0,13 5 0 0 0,-24-10-17 0 0,0-1 0 0 0,0 1-1 0 0,0-1 1 0 0,1 1 0 0 0,-1-1-1 0 0,0 0 1 0 0,0 1 0 0 0,0-1-1 0 0,1 0 1 0 0,-1 0 0 0 0,0 1-1 0 0,0-1 1 0 0,1 0 0 0 0,-1-1 0 0 0,0 1-1 0 0,0 0 1 0 0,1 0 0 0 0,-1 0-1 0 0,0-1 1 0 0,0 1 0 0 0,1 0-1 0 0,-1-1 1 0 0,0 0 0 0 0,0 1-1 0 0,0-1 1 0 0,0 1 0 0 0,0-1-1 0 0,0 0 1 0 0,0 0 0 0 0,0 0-1 0 0,0 0 1 0 0,0 1 0 0 0,0-1-1 0 0,-1 0 1 0 0,1-1 0 0 0,0 1-1 0 0,-1 0 1 0 0,1 0 0 0 0,-1 0-1 0 0,1 0 1 0 0,-1 0 0 0 0,1-2-1 0 0,1-5 131 0 0,-1-1 0 0 0,0 0 0 0 0,-1 1 0 0 0,0-1 0 0 0,-1-11 0 0 0,0-6-128 0 0,2-6-402 0 0,1 0 0 0 0,2 1 1 0 0,1-1-1 0 0,17-58 1 0 0,-16 73-7092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8.75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0 439 7834 0 0,'8'0'418'0'0,"0"0"0"0"0,-1 0-1 0 0,1-1 1 0 0,-1 0 0 0 0,1-1 0 0 0,-1 0 0 0 0,1 0 0 0 0,-1 0 0 0 0,0-1 0 0 0,0 0 0 0 0,0 0 0 0 0,-1-1 0 0 0,1 0 0 0 0,-1 0-1 0 0,0-1 1 0 0,0 0 0 0 0,0 0 0 0 0,0 0 0 0 0,7-10 0 0 0,-1 1-41 0 0,-1 0 0 0 0,-1-1 0 0 0,0 0 0 0 0,-1-1 0 0 0,0 0 0 0 0,-2 0 0 0 0,8-22 0 0 0,-8 16-234 0 0,-1 0-1 0 0,5-40 0 0 0,-10 52-86 0 0,0-1-1 0 0,0 1 0 0 0,-1 0 0 0 0,-1 0 0 0 0,0 0 1 0 0,0-1-1 0 0,-1 1 0 0 0,-5-15 0 0 0,7 24-45 0 0,0 0-1 0 0,0 0 0 0 0,-1 0 1 0 0,1 1-1 0 0,0-1 1 0 0,-1 0-1 0 0,1 0 0 0 0,-1 1 1 0 0,1-1-1 0 0,-1 0 1 0 0,1 1-1 0 0,-1-1 0 0 0,1 1 1 0 0,-1-1-1 0 0,0 0 0 0 0,1 1 1 0 0,-1-1-1 0 0,0 1 1 0 0,1 0-1 0 0,-1-1 0 0 0,0 1 1 0 0,0-1-1 0 0,1 1 1 0 0,-1 0-1 0 0,0 0 0 0 0,0-1 1 0 0,0 1-1 0 0,-1 0 1 0 0,1 0 2 0 0,-1 1-1 0 0,0-1 1 0 0,0 1 0 0 0,1-1 0 0 0,-1 1 0 0 0,1 0 0 0 0,-1 0 0 0 0,1 0 0 0 0,-1 0 0 0 0,1 0 0 0 0,-1 0 0 0 0,-1 2 0 0 0,-3 3 24 0 0,0 0-1 0 0,0 1 1 0 0,1-1-1 0 0,-7 13 1 0 0,9-13-69 0 0,0-1 0 0 0,0 1 1 0 0,1 0-1 0 0,-1 0 0 0 0,1 0 1 0 0,0 0-1 0 0,1 0 1 0 0,0 1-1 0 0,0-1 0 0 0,0 0 1 0 0,1 1-1 0 0,0-1 0 0 0,0 0 1 0 0,0 1-1 0 0,1-1 0 0 0,0 0 1 0 0,0 1-1 0 0,1-1 0 0 0,0 0 1 0 0,0 0-1 0 0,0 0 0 0 0,1 0 1 0 0,0 0-1 0 0,0-1 0 0 0,0 1 1 0 0,1-1-1 0 0,0 0 0 0 0,0 0 1 0 0,0 0-1 0 0,0-1 0 0 0,1 1 1 0 0,0-1-1 0 0,0 0 0 0 0,0 0 1 0 0,0-1-1 0 0,11 5 1 0 0,-5-2-116 0 0,0-1 1 0 0,1-1 0 0 0,-1 0 0 0 0,1-1 0 0 0,0 0-1 0 0,0-1 1 0 0,1 0 0 0 0,-1-1 0 0 0,0 0 0 0 0,15-1-1 0 0,-2-3-582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1.32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19 10594 0 0,'8'-18'5717'0'0,"-6"30"-2679"0"0,0 2-2954 0 0,48 490 1936 0 0,-43-405-2252 0 0,1-36-869 0 0,3-23-5855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1.65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72 392 1376 0 0,'-32'-72'3471'0'0,"20"47"792"0"0,-15-44-1 0 0,27 69-4182 0 0,0 0 0 0 0,0 0 0 0 0,0-1 0 0 0,0 1 0 0 0,0 0 0 0 0,0 0 0 0 0,0-1 1 0 0,0 1-1 0 0,-1 0 0 0 0,1 0 0 0 0,0-1 0 0 0,0 1 0 0 0,1 0 0 0 0,-1 0 0 0 0,0-1 0 0 0,0 1 0 0 0,0 0 0 0 0,0 0 0 0 0,0-1 0 0 0,0 1 0 0 0,0 0 0 0 0,0 0 0 0 0,0 0 0 0 0,0-1 0 0 0,1 1 0 0 0,-1 0 0 0 0,0 0 0 0 0,0 0 0 0 0,0-1 0 0 0,1 1 0 0 0,-1 0 0 0 0,0 0 1 0 0,0 0-1 0 0,0 0 0 0 0,1-1 0 0 0,-1 1 0 0 0,0 0 0 0 0,0 0 0 0 0,1 0 0 0 0,-1 0 0 0 0,0 0 0 0 0,0 0 0 0 0,1 0 0 0 0,-1 0 0 0 0,0 0 0 0 0,0 0 0 0 0,1 0 0 0 0,19 3 1417 0 0,19 13-573 0 0,-6 4-278 0 0,-1 2 0 0 0,37 33 0 0 0,-44-34-532 0 0,0-1 0 0 0,1-1 0 0 0,56 30 0 0 0,-78-47-89 0 0,-1-1 0 0 0,1 1 0 0 0,0-1 0 0 0,-1 0 0 0 0,1 0 1 0 0,0 0-1 0 0,0 0 0 0 0,-1-1 0 0 0,1 0 0 0 0,0 1 0 0 0,0-1 0 0 0,0-1 1 0 0,0 1-1 0 0,0 0 0 0 0,-1-1 0 0 0,1 0 0 0 0,0 0 0 0 0,0 0 0 0 0,-1-1 1 0 0,1 1-1 0 0,6-4 0 0 0,-7 2-1 0 0,0 1 0 0 0,0-1 0 0 0,0 0 0 0 0,-1 0 0 0 0,1 0 0 0 0,0 0 0 0 0,-1-1-1 0 0,0 1 1 0 0,0-1 0 0 0,0 1 0 0 0,-1-1 0 0 0,1 0 0 0 0,-1 0 0 0 0,0 0 0 0 0,0 0 0 0 0,0 0 0 0 0,0 0 0 0 0,-1 0 0 0 0,1 0 0 0 0,-1-7 0 0 0,-2-25 87 0 0,-2 1-1 0 0,-14-61 1 0 0,-3-32-362 0 0,18 89-620 0 0,1 13-5271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2.0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0 333 8290 0 0,'1'2'146'0'0,"0"1"0"0"0,0-1 0 0 0,-1 0 0 0 0,2 0 0 0 0,-1 0 0 0 0,0 0 0 0 0,0 0 0 0 0,1 0 0 0 0,-1-1 0 0 0,1 1 0 0 0,-1 0 0 0 0,1-1 0 0 0,3 3 0 0 0,-4-3-35 0 0,0-1 0 0 0,0 0-1 0 0,0 1 1 0 0,0-1 0 0 0,0 0 0 0 0,0 0-1 0 0,0 1 1 0 0,0-1 0 0 0,0 0 0 0 0,0 0-1 0 0,0 0 1 0 0,0 0 0 0 0,0 0-1 0 0,0-1 1 0 0,0 1 0 0 0,0 0 0 0 0,0 0-1 0 0,0-1 1 0 0,0 1 0 0 0,0 0 0 0 0,0-1-1 0 0,0 1 1 0 0,0-1 0 0 0,-1 0-1 0 0,1 1 1 0 0,0-1 0 0 0,0 0 0 0 0,0 1-1 0 0,-1-1 1 0 0,1 0 0 0 0,0 0 0 0 0,-1 1-1 0 0,2-3 1 0 0,6-8 415 0 0,-1 0-1 0 0,0-1 1 0 0,-1 0 0 0 0,0 0 0 0 0,7-20-1 0 0,14-67 170 0 0,-23 86-656 0 0,-2 0 0 0 0,1 0 0 0 0,-2 0 1 0 0,1 0-1 0 0,-2-1 0 0 0,0 1 0 0 0,-1 0 1 0 0,0 0-1 0 0,-5-22 0 0 0,6 35-41 0 0,0 0 0 0 0,0-1 1 0 0,0 1-1 0 0,0 0 0 0 0,0-1 0 0 0,0 1 0 0 0,0-1 1 0 0,0 1-1 0 0,0 0 0 0 0,0-1 0 0 0,0 1 1 0 0,-1 0-1 0 0,1-1 0 0 0,0 1 0 0 0,0 0 0 0 0,0-1 1 0 0,-1 1-1 0 0,1 0 0 0 0,0 0 0 0 0,0-1 0 0 0,-1 1 1 0 0,1 0-1 0 0,0 0 0 0 0,0-1 0 0 0,-1 1 1 0 0,1 0-1 0 0,0 0 0 0 0,-1 0 0 0 0,1-1 0 0 0,-1 1 1 0 0,1 0-1 0 0,0 0 0 0 0,-1 0 0 0 0,1 0 1 0 0,0 0-1 0 0,-1 0 0 0 0,1 0 0 0 0,0 0 0 0 0,-1 0 1 0 0,1 0-1 0 0,-1 0 0 0 0,-13 15-169 0 0,-4 25-137 0 0,15-32 292 0 0,0 1 0 0 0,1-1-1 0 0,0 1 1 0 0,1 0 0 0 0,0 0-1 0 0,0 0 1 0 0,1 0 0 0 0,0 0-1 0 0,0-1 1 0 0,1 1 0 0 0,0 0-1 0 0,1 0 1 0 0,0 0 0 0 0,6 16-1 0 0,-5-18-11 0 0,1-1 0 0 0,-1 1 0 0 0,2-1 0 0 0,-1 1 0 0 0,1-1 1 0 0,-1-1-1 0 0,1 1 0 0 0,1-1 0 0 0,-1 0 0 0 0,1 0 0 0 0,0 0 0 0 0,0-1 0 0 0,1 0 0 0 0,-1 0 0 0 0,1 0 0 0 0,0-1 0 0 0,0 0 0 0 0,8 2 0 0 0,5 0-1387 0 0,2-2-4226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2.40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235 37 920 0 0,'-17'-18'268'0'0,"14"16"316"0"0,1 0 1 0 0,-1 1 0 0 0,1-1-1 0 0,-1 0 1 0 0,1 1 0 0 0,-1 0-1 0 0,0-1 1 0 0,0 1 0 0 0,0 0-1 0 0,1 0 1 0 0,-1 1 0 0 0,0-1-1 0 0,0 1 1 0 0,0-1 0 0 0,0 1-1 0 0,0 0 1 0 0,0 0 0 0 0,-5 1-1 0 0,-21 9 659 0 0,21-4-929 0 0,-1 0-1 0 0,1 0 1 0 0,1 1 0 0 0,-1 0 0 0 0,1 0 0 0 0,0 1-1 0 0,1 0 1 0 0,0 0 0 0 0,0 0 0 0 0,-5 11-1 0 0,2-2-41 0 0,1 0-1 0 0,0 0 0 0 0,1 1 0 0 0,-7 29 1 0 0,13-45-258 0 0,1 0 0 0 0,0 1 0 0 0,-1-1 0 0 0,1 0 1 0 0,0 1-1 0 0,0-1 0 0 0,1 0 0 0 0,-1 1 1 0 0,0-1-1 0 0,1 0 0 0 0,-1 1 0 0 0,1-1 1 0 0,0 0-1 0 0,0 0 0 0 0,0 0 0 0 0,0 0 0 0 0,0 0 1 0 0,0 0-1 0 0,0 0 0 0 0,1 0 0 0 0,-1 0 1 0 0,3 2-1 0 0,-2-3-47 0 0,-1 0 1 0 0,0 0-1 0 0,0-1 0 0 0,1 1 1 0 0,-1 0-1 0 0,0-1 1 0 0,1 1-1 0 0,-1-1 0 0 0,0 1 1 0 0,1-1-1 0 0,-1 0 1 0 0,1 0-1 0 0,-1 0 0 0 0,1 0 1 0 0,-1 0-1 0 0,0 0 1 0 0,1 0-1 0 0,-1 0 0 0 0,1 0 1 0 0,-1-1-1 0 0,1 1 1 0 0,-1 0-1 0 0,0-1 1 0 0,1 1-1 0 0,-1-1 0 0 0,0 0 1 0 0,0 1-1 0 0,1-1 1 0 0,-1 0-1 0 0,0 0 0 0 0,0 0 1 0 0,0 0-1 0 0,0 0 1 0 0,0 0-1 0 0,0 0 0 0 0,1-2 1 0 0,6-7-152 0 0,-1-1 0 0 0,0 0 0 0 0,-1 0 0 0 0,9-21 0 0 0,-11 21 300 0 0,1 2 0 0 0,0-1 0 0 0,0 1 0 0 0,1-1 0 0 0,0 1 0 0 0,0 1 0 0 0,9-10 0 0 0,-14 17-65 0 0,1-1 0 0 0,-1 1 0 0 0,0 0 0 0 0,1 0 0 0 0,-1 0 0 0 0,0 0 0 0 0,1 1 0 0 0,-1-1 0 0 0,1 0 0 0 0,-1 0 0 0 0,1 1 0 0 0,0-1 0 0 0,-1 1 0 0 0,1 0 0 0 0,0-1 0 0 0,-1 1 0 0 0,1 0 0 0 0,0 0 0 0 0,-1 0 0 0 0,1 0 0 0 0,0 0 0 0 0,3 1 0 0 0,-3 0 40 0 0,1 1 0 0 0,0-1 0 0 0,0 1 1 0 0,-1-1-1 0 0,1 1 0 0 0,-1 0 0 0 0,1 0 0 0 0,-1 0 1 0 0,0 0-1 0 0,0 0 0 0 0,4 5 0 0 0,1 4 190 0 0,0 0-1 0 0,0 1 0 0 0,-1-1 0 0 0,8 23 1 0 0,-5-9-116 0 0,-2 1 0 0 0,-1-1 1 0 0,-1 1-1 0 0,-1 0 1 0 0,-1 1-1 0 0,-1 36 1 0 0,-2-49-355 0 0,-1 0-1 0 0,0 0 1 0 0,-1 0 0 0 0,0 0 0 0 0,-1 0 0 0 0,-1 0 0 0 0,0-1 0 0 0,-1 0 0 0 0,-1 0-1 0 0,0 0 1 0 0,0 0 0 0 0,-1-1 0 0 0,-15 19 0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2.83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64 67 3681 0 0,'5'-6'59'0'0,"18"-27"1074"0"0,-17 5 6840 0 0,-7 28-7897 0 0,-7 5 1780 0 0,-8 9 40 0 0,7 1-1619 0 0,-1 0 0 0 0,2 0-1 0 0,0 1 1 0 0,1 0-1 0 0,1 0 1 0 0,0 1 0 0 0,1 0-1 0 0,1 0 1 0 0,1 0 0 0 0,0 0-1 0 0,1 1 1 0 0,1-1 0 0 0,0 1-1 0 0,2-1 1 0 0,2 18 0 0 0,-3-32-384 0 0,0-1 0 0 0,1 0 0 0 0,-1 0 0 0 0,1 0 1 0 0,-1 0-1 0 0,1 0 0 0 0,0 0 0 0 0,0 0 1 0 0,0 0-1 0 0,0-1 0 0 0,0 1 0 0 0,0 0 0 0 0,0 0 1 0 0,0-1-1 0 0,1 1 0 0 0,-1-1 0 0 0,1 1 1 0 0,-1-1-1 0 0,1 0 0 0 0,0 1 0 0 0,0-1 1 0 0,-1 0-1 0 0,3 1 0 0 0,-2-2 17 0 0,-1 0-1 0 0,1-1 1 0 0,-1 1-1 0 0,1 0 1 0 0,-1 0-1 0 0,1-1 1 0 0,-1 1-1 0 0,1-1 1 0 0,-1 1-1 0 0,1-1 1 0 0,-1 0-1 0 0,0 1 1 0 0,1-1 0 0 0,-1 0-1 0 0,0 0 1 0 0,0 0-1 0 0,1 0 1 0 0,-1 0-1 0 0,0 0 1 0 0,0-1-1 0 0,0 1 1 0 0,0 0-1 0 0,-1 0 1 0 0,1-1 0 0 0,0 1-1 0 0,0 0 1 0 0,-1-1-1 0 0,1 1 1 0 0,-1-1-1 0 0,1 1 1 0 0,-1-3-1 0 0,3-5-145 0 0,-1 0 0 0 0,0 0 0 0 0,0 0 0 0 0,-1-1 0 0 0,0 1 0 0 0,-1 0 0 0 0,0-1 0 0 0,-1 1 0 0 0,-1-13 0 0 0,0 11 702 0 0,1 0-1 0 0,1-1 1 0 0,0 1 0 0 0,0 0-1 0 0,4-17 1 0 0,-4 27-368 0 0,0 1 1 0 0,0-1-1 0 0,0 0 0 0 0,0 1 1 0 0,0-1-1 0 0,0 1 1 0 0,0-1-1 0 0,1 0 1 0 0,-1 1-1 0 0,0-1 0 0 0,0 1 1 0 0,1-1-1 0 0,-1 1 1 0 0,0-1-1 0 0,1 1 1 0 0,-1-1-1 0 0,1 1 0 0 0,-1-1 1 0 0,0 1-1 0 0,1-1 1 0 0,-1 1-1 0 0,1 0 0 0 0,-1-1 1 0 0,1 1-1 0 0,0 0 1 0 0,-1-1-1 0 0,1 1 1 0 0,-1 0-1 0 0,1 0 0 0 0,1-1 1 0 0,-1 2 26 0 0,0-1 1 0 0,1 0-1 0 0,-1 1 0 0 0,0-1 1 0 0,0 1-1 0 0,1-1 0 0 0,-1 1 1 0 0,0 0-1 0 0,0 0 0 0 0,0-1 1 0 0,0 1-1 0 0,0 0 0 0 0,2 2 1 0 0,33 43 1163 0 0,-30-37-1096 0 0,6 7-9 0 0,0-1 1 0 0,1 0 0 0 0,25 20-1 0 0,-33-30-375 0 0,1 0 0 0 0,0-1 0 0 0,-1 0 0 0 0,2-1 0 0 0,-1 1 0 0 0,0-1 0 0 0,1 0 0 0 0,-1-1 0 0 0,1 0 0 0 0,0 0 0 0 0,0 0-1 0 0,0-1 1 0 0,11 1 0 0 0,-17-2-79 0 0,0 0 0 0 0,0 0-1 0 0,1 0 1 0 0,-1 0-1 0 0,0 0 1 0 0,0 0-1 0 0,0-1 1 0 0,0 1 0 0 0,1 0-1 0 0,-1-1 1 0 0,0 1-1 0 0,0-1 1 0 0,0 1-1 0 0,0-1 1 0 0,0 0 0 0 0,0 0-1 0 0,1 0 1 0 0,1-4-1504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3.04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0 124 6913 0 0,'1'-26'9'0'0,"2"-26"2269"0"0,-2 47-1374 0 0,0 0 1 0 0,0 0-1 0 0,0 0 1 0 0,1 0-1 0 0,-1 0 1 0 0,1 0-1 0 0,3-6 1 0 0,-4 12-788 0 0,-1-1 0 0 0,1 0 1 0 0,-1 0-1 0 0,0 0 1 0 0,1 0-1 0 0,-1 0 1 0 0,0 0-1 0 0,1 0 1 0 0,-1 1-1 0 0,0-1 1 0 0,1 0-1 0 0,-1 0 1 0 0,0 0-1 0 0,1 1 1 0 0,-1-1-1 0 0,0 0 0 0 0,1 1 1 0 0,-1-1-1 0 0,0 0 1 0 0,0 1-1 0 0,1-1 1 0 0,-1 0-1 0 0,0 1 1 0 0,0-1-1 0 0,0 0 1 0 0,0 1-1 0 0,0-1 1 0 0,1 0-1 0 0,-1 1 1 0 0,0-1-1 0 0,0 1 0 0 0,0-1 1 0 0,0 0-1 0 0,0 1 1 0 0,0-1-1 0 0,0 1 1 0 0,0 0-1 0 0,5 20 651 0 0,9 48 278 0 0,-10-40-909 0 0,2 0 0 0 0,1 0 1 0 0,1-1-1 0 0,1 0 1 0 0,2-1-1 0 0,23 45 0 0 0,-22-52-642 0 0,60 95 1447 0 0,-48-77-3042 0 0,2-1-3373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3.37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7 377 920 0 0,'0'0'66'0'0,"-1"0"-1"0"0,1 0 1 0 0,0 0 0 0 0,0 0-1 0 0,-1 0 1 0 0,1 0 0 0 0,0-1-1 0 0,-1 1 1 0 0,1 0-1 0 0,0 0 1 0 0,0 0 0 0 0,-1 0-1 0 0,1-1 1 0 0,0 1-1 0 0,0 0 1 0 0,-1 0 0 0 0,1 0-1 0 0,0-1 1 0 0,0 1 0 0 0,0 0-1 0 0,0 0 1 0 0,-1-1-1 0 0,1 1 1 0 0,0 0 0 0 0,0-1-1 0 0,0 1 1 0 0,0 0 0 0 0,0 0-1 0 0,0-1 1 0 0,0 1-1 0 0,0 0 1 0 0,0-1 0 0 0,0 1-1 0 0,0 0 1 0 0,0-1 0 0 0,0 1-1 0 0,0 0 1 0 0,0-1-1 0 0,0 1 1 0 0,0-1 0 0 0,10-15 2183 0 0,22-14-397 0 0,192-144-469 0 0,-170 134-4282 0 0,92-52 0 0 0,-143 90 3169 0 0,1 0 0 0 0,-1 0 1 0 0,0 1-1 0 0,0 0 0 0 0,1-1 1 0 0,-1 1-1 0 0,0 0 0 0 0,1 0 1 0 0,-1 1-1 0 0,1-1 0 0 0,0 1 1 0 0,-1 0-1 0 0,1 0 0 0 0,-1 0 0 0 0,1 0 1 0 0,-1 1-1 0 0,1-1 0 0 0,-1 1 1 0 0,1 0-1 0 0,-1 0 0 0 0,1 0 1 0 0,-1 0-1 0 0,0 1 0 0 0,0-1 1 0 0,1 1-1 0 0,-1 0 0 0 0,-1 0 1 0 0,1 0-1 0 0,0 1 0 0 0,0-1 1 0 0,-1 0-1 0 0,1 1 0 0 0,-1 0 1 0 0,3 3-1 0 0,5 10 790 0 0,0 1 1 0 0,-1 1-1 0 0,0-1 1 0 0,-2 2-1 0 0,7 22 0 0 0,6 11-240 0 0,36 55 680 0 0,-29-63-4217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3.55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68 11522 0 0,'-3'-7'946'0'0,"0"1"0"0"0,0-1-1 0 0,0 0 1 0 0,-2-9 0 0 0,5 15-771 0 0,-1-1 1 0 0,1 1 0 0 0,0 0 0 0 0,0 0 0 0 0,0 0 0 0 0,0 0-1 0 0,0 0 1 0 0,0-1 0 0 0,0 1 0 0 0,0 0 0 0 0,0 0-1 0 0,1 0 1 0 0,-1 0 0 0 0,0 0 0 0 0,2-2 0 0 0,-2 2-202 0 0,1 1 0 0 0,-1-1 1 0 0,1 1-1 0 0,0 0 0 0 0,-1-1 1 0 0,1 1-1 0 0,0 0 0 0 0,-1-1 0 0 0,1 1 1 0 0,0 0-1 0 0,-1 0 0 0 0,1 0 1 0 0,0 0-1 0 0,0 0 0 0 0,-1 0 1 0 0,1 0-1 0 0,0 0 0 0 0,0 0 1 0 0,-1 0-1 0 0,1 0 0 0 0,0 0 0 0 0,-1 0 1 0 0,1 0-1 0 0,0 1 0 0 0,0-1 1 0 0,-1 0-1 0 0,1 1 0 0 0,0-1 1 0 0,4 3-662 0 0,-1-1 0 0 0,0 0 0 0 0,0 1 0 0 0,0 0 1 0 0,0 0-1 0 0,-1 0 0 0 0,5 4 0 0 0,7 9-1383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3.87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1 145 10138 0 0,'1'2'488'0'0,"1"-1"-1"0"0,0 0 1 0 0,0 0-1 0 0,0 0 1 0 0,-1 0-1 0 0,1 0 1 0 0,0-1 0 0 0,0 1-1 0 0,0 0 1 0 0,0-1-1 0 0,3 1 1 0 0,-5-1-239 0 0,11 5 315 0 0,0 0 1 0 0,-1 1-1 0 0,0 0 0 0 0,0 1 1 0 0,-1 0-1 0 0,0 1 0 0 0,0 0 1 0 0,10 11-1 0 0,-7-6-311 0 0,0-2 1 0 0,28 21-1 0 0,-25-23-12 0 0,25 16 103 0 0,-38-23-306 0 0,1-1 0 0 0,-1 0 0 0 0,1 0 0 0 0,-1 0 0 0 0,1 0 0 0 0,0 0 0 0 0,-1 0 0 0 0,1-1 1 0 0,0 1-1 0 0,0-1 0 0 0,0 0 0 0 0,3 0 0 0 0,-4-1-3 0 0,-1 0-1 0 0,0 1 1 0 0,0-1 0 0 0,0 0-1 0 0,0 0 1 0 0,0 0 0 0 0,0 0-1 0 0,0 0 1 0 0,0 0 0 0 0,0 0-1 0 0,0 0 1 0 0,0 0 0 0 0,-1-1-1 0 0,1 1 1 0 0,-1 0 0 0 0,1 0-1 0 0,-1-1 1 0 0,1 1 0 0 0,-1-1 0 0 0,1-1-1 0 0,7-38 205 0 0,-6 28-102 0 0,7-43-208 0 0,11-45 444 0 0,-17 90-860 0 0,1-1 0 0 0,0 1 0 0 0,0 1 0 0 0,1-1 0 0 0,1 1 0 0 0,10-16 0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04.17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7 220 5985 0 0,'1'1'164'0'0,"-1"0"-1"0"0,0 0 0 0 0,1 0 0 0 0,-1 0 1 0 0,1 0-1 0 0,-1 0 0 0 0,1 0 1 0 0,0-1-1 0 0,-1 1 0 0 0,1 0 1 0 0,0 0-1 0 0,0-1 0 0 0,-1 1 0 0 0,1 0 1 0 0,0-1-1 0 0,0 1 0 0 0,0-1 1 0 0,0 1-1 0 0,0-1 0 0 0,0 1 1 0 0,0-1-1 0 0,0 0 0 0 0,0 1 0 0 0,0-1 1 0 0,0 0-1 0 0,0 0 0 0 0,0 0 1 0 0,0 0-1 0 0,0 0 0 0 0,0 0 1 0 0,0 0-1 0 0,0 0 0 0 0,0 0 0 0 0,0-1 1 0 0,0 1-1 0 0,0 0 0 0 0,0-1 1 0 0,0 1-1 0 0,0 0 0 0 0,0-1 0 0 0,0 0 1 0 0,0 1-1 0 0,0-1 0 0 0,0 1 1 0 0,1-2-1 0 0,0-1 111 0 0,1 0 1 0 0,-1 0-1 0 0,0 0 1 0 0,0 0-1 0 0,-1 0 1 0 0,1 0-1 0 0,-1 0 1 0 0,1-1-1 0 0,-1 1 1 0 0,0 0-1 0 0,0-1 1 0 0,0-5-1 0 0,1-14 832 0 0,-1-43 1 0 0,-1 60-1002 0 0,-1-1 0 0 0,0 0 0 0 0,0 0 1 0 0,0 1-1 0 0,-1-1 0 0 0,0 0 0 0 0,0 1 0 0 0,-1 0 1 0 0,0-1-1 0 0,0 1 0 0 0,-4-6 0 0 0,7 12-95 0 0,0-1 0 0 0,-1 1 0 0 0,1-1 0 0 0,-1 0 0 0 0,1 1 0 0 0,-1-1-1 0 0,1 1 1 0 0,-1-1 0 0 0,1 1 0 0 0,-1-1 0 0 0,1 1 0 0 0,-1-1 0 0 0,0 1 0 0 0,1-1-1 0 0,-1 1 1 0 0,0 0 0 0 0,1-1 0 0 0,-1 1 0 0 0,0 0 0 0 0,1 0 0 0 0,-1 0-1 0 0,0 0 1 0 0,0-1 0 0 0,1 1 0 0 0,-1 0 0 0 0,0 0 0 0 0,1 0 0 0 0,-1 0 0 0 0,0 1-1 0 0,-1-1 1 0 0,1 1 18 0 0,0 0-1 0 0,0 0 0 0 0,0 0 1 0 0,0 0-1 0 0,0 0 1 0 0,0 0-1 0 0,0 0 0 0 0,0 0 1 0 0,0 0-1 0 0,1 1 1 0 0,-1-1-1 0 0,0 0 0 0 0,1 1 1 0 0,-1 1-1 0 0,-2 4 105 0 0,1 1-1 0 0,0 1 0 0 0,0-1 1 0 0,-1 11-1 0 0,3-8-99 0 0,0-1 0 0 0,1 0 1 0 0,0 1-1 0 0,0-1 0 0 0,1 0 0 0 0,0 0 0 0 0,1 0 1 0 0,0 0-1 0 0,1 0 0 0 0,0-1 0 0 0,0 1 0 0 0,1-1 1 0 0,0 0-1 0 0,9 11 0 0 0,-10-15-47 0 0,1 1 0 0 0,1-1 0 0 0,-1 1 0 0 0,1-2 0 0 0,0 1 0 0 0,0-1 0 0 0,0 1 0 0 0,1-2 0 0 0,-1 1 0 0 0,1-1 0 0 0,0 0 0 0 0,0 0 0 0 0,0-1 0 0 0,0 0 0 0 0,0 0 0 0 0,1-1 0 0 0,-1 0 0 0 0,1 0 0 0 0,-1 0 0 0 0,11-2 0 0 0,43-8-1792 0 0,-29-1-5481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11.83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88 5431 6913 0 0,'-24'-26'3531'0'0,"-26"-38"0"0"0,36 45-833 0 0,25 39 1554 0 0,8 23-2841 0 0,9 20-1220 0 0,94 142-9 0 0,29 56-198 0 0,-107-176 16 0 0,4-3 0 0 0,90 118 0 0 0,-118-175 0 0 0,1 0 0 0 0,2-2 0 0 0,0 0 0 0 0,2-2 0 0 0,0 0 0 0 0,1-2 0 0 0,1-1 0 0 0,1-1 0 0 0,0-1 0 0 0,1-2 0 0 0,1-1 0 0 0,33 10 0 0 0,-25-14 0 0 0,1-1 0 0 0,54 3 0 0 0,5 1 0 0 0,388 61 0 0 0,-365-57 2 0 0,205 2 0 0 0,123-30 59 0 0,-391 9-47 0 0,6 0 34 0 0,537-45 270 0 0,-373 15-218 0 0,215-39 134 0 0,710-110-117 0 0,-543 54-117 0 0,-437 78 158 0 0,-1-7 1 0 0,-4-8-1 0 0,-2-7 1 0 0,240-143-1 0 0,37-37-102 0 0,-334 183 5 0 0,-4-5 0 0 0,-3-5 0 0 0,-4-4-1 0 0,96-104 1 0 0,-138 122-37 0 0,85-130 0 0 0,-51 67-8 0 0,85-128 16 0 0,-151 215-25 0 0,-2 0-1 0 0,-2-2 1 0 0,-2-1-1 0 0,20-71 0 0 0,9-106 65 0 0,18-246 0 0 0,-38 245 9 0 0,-15 132 10 0 0,-4-2 1 0 0,-4 1 0 0 0,-4-1-1 0 0,-4 1 1 0 0,-20-120 0 0 0,-34-70-331 0 0,-27-153-86 0 0,36 141 452 0 0,34 231-77 0 0,-1 2 0 0 0,-44-102-1 0 0,-68-103 53 0 0,-29-66 6 0 0,143 299-106 0 0,-1 1 0 0 0,-2 1 0 0 0,0 0 0 0 0,-26-31-1 0 0,28 43-4 0 0,-1 0 0 0 0,-1 0 0 0 0,-1 2 0 0 0,0 0 0 0 0,-1 1 0 0 0,-36-22 0 0 0,-205-102-272 0 0,218 120 277 0 0,-1 2 0 0 0,-1 2 0 0 0,0 2 0 0 0,-63-11-1 0 0,-90-1-348 0 0,-290-1 0 0 0,88 48 143 0 0,213-5 193 0 0,73-7 12 0 0,-142 29 1 0 0,112-11-33 0 0,-164 9 0 0 0,283-33 4 0 0,0 1-1 0 0,0 2 1 0 0,1 0-1 0 0,-44 20 1 0 0,39-16-14 0 0,0 0-1 0 0,-51 12 1 0 0,50-18-62 0 0,-36 8-419 0 0,24-3 362 0 0,39-10 132 0 0,0 0-1 0 0,-1 1 0 0 0,1-1 0 0 0,0 0 1 0 0,0 0-1 0 0,-1 0 0 0 0,1-1 0 0 0,0 1 1 0 0,0 0-1 0 0,0-1 0 0 0,0 1 0 0 0,-1-1 1 0 0,1 0-1 0 0,0 0 0 0 0,0 0 0 0 0,0 0 1 0 0,-2-1-1 0 0,-3-16-7253 0 0,9-8 4325 0 0,14-29 2565 0 0,-11 39-226 0 0,-3 11 616 0 0,-1 0 1 0 0,2 1 0 0 0,-1-1 0 0 0,1 1-1 0 0,-1-1 1 0 0,1 1 0 0 0,0 0 0 0 0,1 0-1 0 0,-1 0 1 0 0,1 1 0 0 0,0-1-1 0 0,4-3 1 0 0,10-9 668 0 0,36-39 6302 0 0,-53 54-6859 0 0,0 0-1 0 0,1 0 1 0 0,-1 0-1 0 0,0-1 1 0 0,0 1-1 0 0,0 0 1 0 0,0-1-1 0 0,0 1 1 0 0,0-1-1 0 0,-1 1 0 0 0,1-1 1 0 0,0 1-1 0 0,-1-1 1 0 0,1 1-1 0 0,-1-1 1 0 0,1 0-1 0 0,-1-2 1 0 0,0 4-84 0 0,0 0 0 0 0,0 0-1 0 0,0-1 1 0 0,0 1 0 0 0,0 0 0 0 0,0 0 0 0 0,0 0-1 0 0,0-1 1 0 0,0 1 0 0 0,0 0 0 0 0,0 0 0 0 0,0 0-1 0 0,-1-1 1 0 0,1 1 0 0 0,0 0 0 0 0,0 0 0 0 0,0 0-1 0 0,0 0 1 0 0,0 0 0 0 0,0-1 0 0 0,-1 1 0 0 0,1 0-1 0 0,0 0 1 0 0,0 0 0 0 0,0 0 0 0 0,0 0 0 0 0,-1 0-1 0 0,1 0 1 0 0,0 0 0 0 0,0 0 0 0 0,0 0 0 0 0,-1 0-1 0 0,1 0 1 0 0,0-1 0 0 0,0 1 0 0 0,0 0 0 0 0,-1 0-1 0 0,1 1 1 0 0,0-1 0 0 0,0 0 0 0 0,0 0 0 0 0,-1 0 0 0 0,-16 11 616 0 0,-8 17-387 0 0,2 0 1 0 0,0 1-1 0 0,-21 38 0 0 0,34-48-239 0 0,1 1-1 0 0,2 0 1 0 0,-1 0-1 0 0,2 1 0 0 0,-5 30 1 0 0,1-6-27 0 0,9-42 16 0 0,0 1-1 0 0,0 0 0 0 0,0-1 1 0 0,1 1-1 0 0,-1 0 1 0 0,1 0-1 0 0,0 0 1 0 0,0 0-1 0 0,0 0 1 0 0,1-1-1 0 0,-1 1 1 0 0,1 0-1 0 0,0 0 1 0 0,0-1-1 0 0,0 1 1 0 0,1 0-1 0 0,-1-1 0 0 0,1 1 1 0 0,0-1-1 0 0,0 0 1 0 0,0 0-1 0 0,0 0 1 0 0,1 0-1 0 0,-1 0 1 0 0,1 0-1 0 0,0 0 1 0 0,0-1-1 0 0,0 1 1 0 0,0-1-1 0 0,0 0 1 0 0,0 0-1 0 0,1 0 0 0 0,4 2 1 0 0,12 3 25 0 0,-1-1 0 0 0,1 0 1 0 0,1-2-1 0 0,-1 0 0 0 0,25 1 0 0 0,10 3-2 0 0,139 23 653 0 0,-187-30-708 0 0,2 0 780 0 0,-18-1-2807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47.5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99 19 3225 0 0,'-10'0'-98'0'0,"-16"0"3091"0"0,-36 4 1 0 0,234-23 7528 0 0,-159 17-11222 0 0,1 1 0 0 0,-1 1 1 0 0,1 0-1 0 0,-1 1 0 0 0,1 0 0 0 0,-1 1 0 0 0,0 1 0 0 0,19 5 1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47.8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 21 5529 0 0,'-20'-21'11070'0'0,"20"21"-11011"0"0,0 0 16 0 0,1 1 0 0 0,0-1-1 0 0,0 0 1 0 0,-1 1 0 0 0,1-1-1 0 0,0 0 1 0 0,0 1 0 0 0,-1-1-1 0 0,1 1 1 0 0,-1-1 0 0 0,1 1 0 0 0,0-1-1 0 0,-1 1 1 0 0,1 0 0 0 0,-1-1-1 0 0,1 1 1 0 0,-1 0 0 0 0,0-1-1 0 0,1 1 1 0 0,-1 0 0 0 0,0-1 0 0 0,1 1-1 0 0,-1 0 1 0 0,0 0 0 0 0,0 1-1 0 0,6 25 495 0 0,-5-21-318 0 0,6 39 229 0 0,2 5 424 0 0,15 51 1 0 0,-19-85-1527 0 0,1-1 1 0 0,0 1 0 0 0,1-1-1 0 0,1 0 1 0 0,0-1 0 0 0,1 0 0 0 0,13 16-1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48.30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35 58 3225 0 0,'-12'1'-816'0'0,"-11"2"9959"0"0,39-8-5945 0 0,122-28 1336 0 0,3 16-7201 0 0,-115 14-380 0 0,-14 0 1480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48.53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131 0 2304 0 0,'-66'11'3712'0'0,"62"-9"-3148"0"0,0-1 1 0 0,-1 0-1 0 0,1 1 1 0 0,0 0-1 0 0,0 0 1 0 0,0 0-1 0 0,0 1 0 0 0,0-1 1 0 0,0 1-1 0 0,1 0 1 0 0,-1 0-1 0 0,-4 5 1 0 0,6-3-206 0 0,1 1 1 0 0,-1-1 0 0 0,1 0 0 0 0,0 0 0 0 0,0 0 0 0 0,1 1-1 0 0,0-1 1 0 0,0 0 0 0 0,0 0 0 0 0,0 1 0 0 0,1-1 0 0 0,2 9 0 0 0,-1 9-77 0 0,0-3-572 0 0,0 0 0 0 0,2 0 0 0 0,0 0 1 0 0,1-1-1 0 0,13 32 0 0 0,-9-27-1178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48.9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 43 6449 0 0,'-12'-3'4196'0'0,"16"-5"-1703"0"0,13-5-1052 0 0,-16 12-1548 0 0,8-3 326 0 0,-1 1-1 0 0,1 0 1 0 0,0 1-1 0 0,0 0 0 0 0,0 1 1 0 0,1-1-1 0 0,-1 2 0 0 0,0-1 1 0 0,16 2-1 0 0,9 2-53 0 0,39 10 0 0 0,-61-11-137 0 0,113 18-3215 0 0,-108-19-1894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49.2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 1 5065 0 0,'-2'4'5494'0'0,"5"17"-2941"0"0,7 19-1133 0 0,3 13-437 0 0,-7-27-1756 0 0,14 38 1 0 0,-11-41-4284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49.83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 49 3225 0 0,'-6'-2'8297'0'0,"25"-9"-2865"0"0,-12 8-7201 0 0,10-4 2346 0 0,0 2 0 0 0,0 0 1 0 0,1 1-1 0 0,0 0 1 0 0,0 2-1 0 0,0 0 1 0 0,0 1-1 0 0,34 3 0 0 0,49-5-3693 0 0,-88 2 1686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50.05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43 1 6913 0 0,'-2'0'320'0'0,"0"0"0"0"0,0 0 0 0 0,1 1 0 0 0,-1-1 0 0 0,0 1 0 0 0,0-1 0 0 0,1 1 0 0 0,-1 0 0 0 0,0 0 0 0 0,1 0 0 0 0,-1 0 0 0 0,1 0 0 0 0,-1 0 0 0 0,1 0-1 0 0,0 0 1 0 0,-1 0 0 0 0,1 1 0 0 0,0-1 0 0 0,0 0 0 0 0,0 1 0 0 0,0-1 0 0 0,0 1 0 0 0,0 0 0 0 0,0-1 0 0 0,1 1 0 0 0,-1 0 0 0 0,1-1 0 0 0,-1 1 0 0 0,1 0-1 0 0,-1 0 1 0 0,1-1 0 0 0,0 3 0 0 0,-2 9 300 0 0,1-1 0 0 0,1 1 0 0 0,1 18 0 0 0,-1-19-309 0 0,1 20-665 0 0,2 0 0 0 0,13 60 0 0 0,-9-66-6523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50.5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109 52 3225 0 0,'-30'-3'3096'0'0,"-43"-12"1"0"0,73 15-3032 0 0,0 0-1 0 0,0 0 1 0 0,0 0-1 0 0,-1 0 1 0 0,1 0 0 0 0,0 0-1 0 0,0 0 1 0 0,0 0-1 0 0,-1 0 1 0 0,1 0 0 0 0,0 0-1 0 0,0 0 1 0 0,0 0-1 0 0,-1 0 1 0 0,1 0-1 0 0,0 0 1 0 0,0 0 0 0 0,0-1-1 0 0,-1 1 259 0 0,1 0-258 0 0,0 0-1 0 0,0-1 1 0 0,-1 1 0 0 0,1 0-1 0 0,0 0 1 0 0,0 0-1 0 0,0-1 1 0 0,0 1-1 0 0,0 0 1 0 0,0 0 0 0 0,0 0-1 0 0,0 0 1 0 0,0-1-1 0 0,0 1 1 0 0,0 0 0 0 0,0 0-1 0 0,0 0 1 0 0,0-1-1 0 0,0 1 1 0 0,0 0 0 0 0,0 0-1 0 0,0-1 1 0 0,10-6 1623 0 0,16-2-331 0 0,-3 4-777 0 0,0 2 1 0 0,1 1-1 0 0,-1 1 0 0 0,34 2 0 0 0,93 17-1295 0 0,-128-15 291 0 0,-7-1-815 0 0,-1 0-332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50.7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35 0 4145 0 0,'-16'2'516'0'0,"2"7"4837"0"0,9 8-273 0 0,6 1-5051 0 0,7 54 1158 0 0,6-1-3477 0 0,-8-48-2816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51.03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0 128 6449 0 0,'6'-8'531'0'0,"1"1"-1"0"0,-1 0 0 0 0,1 0 0 0 0,0 1 1 0 0,1 0-1 0 0,-1 0 0 0 0,1 0 0 0 0,13-6 0 0 0,73-31 4543 0 0,-88 41-5044 0 0,4-2-1217 0 0,0 0-1 0 0,1 1 0 0 0,17-4 0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51.2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45 0 8610 0 0,'-1'0'313'0'0,"-1"0"0"0"0,0 0 1 0 0,1 1-1 0 0,-1-1 0 0 0,0 0 0 0 0,1 0 1 0 0,-1 1-1 0 0,0-1 0 0 0,1 1 0 0 0,-1 0 0 0 0,1-1 1 0 0,-1 1-1 0 0,1 0 0 0 0,-1 0 0 0 0,1 0 1 0 0,-1 0-1 0 0,1 0 0 0 0,0 0 0 0 0,0 0 1 0 0,-1 1-1 0 0,0 1 0 0 0,0 0-29 0 0,1 0 0 0 0,-1 0 0 0 0,1 0-1 0 0,0 1 1 0 0,0-1 0 0 0,0 0 0 0 0,0 0 0 0 0,1 1 0 0 0,-1-1 0 0 0,1 5-1 0 0,1 9-110 0 0,0-1-1 0 0,1 0 0 0 0,6 26 1 0 0,-6-35-174 0 0,23 75-1856 0 0,-17-60-2302 0 0,0 0-1559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51.6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1 132 6913 0 0,'0'-2'150'0'0,"0"0"-1"0"0,0 0 1 0 0,0-1 0 0 0,0 1-1 0 0,0 0 1 0 0,1-1-1 0 0,-1 1 1 0 0,1 0-1 0 0,-1 0 1 0 0,1 0-1 0 0,0 0 1 0 0,0-1-1 0 0,0 1 1 0 0,0 0-1 0 0,0 0 1 0 0,0 1-1 0 0,1-1 1 0 0,-1 0-1 0 0,1 0 1 0 0,-1 1-1 0 0,1-1 1 0 0,0 1-1 0 0,-1-1 1 0 0,1 1-1 0 0,0 0 1 0 0,0-1-1 0 0,4 0 1 0 0,7-6 952 0 0,0 2 1 0 0,1 0-1 0 0,14-5 1 0 0,-20 9-928 0 0,23-9 937 0 0,0 2-1 0 0,63-10 1 0 0,-67 16-1442 0 0,-1 1-1 0 0,1 2 1 0 0,0 0-1 0 0,28 5 1 0 0,-40-2-1027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51.92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1 920 0 0,'2'19'10279'0'0,"-4"42"-8251"0"0,1-19-628 0 0,0 18-374 0 0,0-14-1146 0 0,2 0 0 0 0,7 54 0 0 0,-3-73-5379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52.3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11 5985 0 0,'13'-2'8856'0'0,"71"-6"-7918"0"0,-8 12-2283 0 0,-61-2 106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6:52.55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35 3 920 0 0,'-29'-2'9747'0'0,"29"2"-9470"0"0,-1 1-1 0 0,0 0 1 0 0,1 0-1 0 0,0-1 0 0 0,-1 1 1 0 0,1 0-1 0 0,-1 0 1 0 0,1 0-1 0 0,0-1 0 0 0,0 1 1 0 0,-1 0-1 0 0,1 0 1 0 0,0 0-1 0 0,0 0 0 0 0,0 0 1 0 0,0 0-1 0 0,0-1 1 0 0,0 1-1 0 0,0 1 0 0 0,6 136 5198 0 0,7-47-11817 0 0,-7-62-245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17.91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115 21 5121 0 0,'-33'-9'455'0'0,"26"7"424"0"0,0 0 1 0 0,0 0 0 0 0,-1 1-1 0 0,-13-1 1 0 0,11 1 757 0 0,9 0-1475 0 0,0 1-1 0 0,0 0 1 0 0,0 0 0 0 0,0-1 0 0 0,0 1 0 0 0,0 0 0 0 0,1 0 0 0 0,-1 0 0 0 0,0 0-1 0 0,0 0 1 0 0,0 1 0 0 0,0-1 0 0 0,-9 5 3969 0 0,14-4-4005 0 0,9 2 126 0 0,0 0 0 0 0,0-1 0 0 0,23 0 0 0 0,-20-1-46 0 0,1 1 0 0 0,26 5 0 0 0,-26-4-639 0 0,1 0 0 0 0,0-1 0 0 0,0-1 0 0 0,27-2 0 0 0,-12 0-3430 0 0,-23 1 2400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18.36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51 1 3225 0 0,'-31'10'1294'0'0,"11"-1"2329"0"0,38-12 887 0 0,26 3-2734 0 0,-31 0-1098 0 0,41 1 232 0 0,75-3-3470 0 0,-106 2-119 0 0,-13 0-1385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18.89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 12 5065 0 0,'-21'-11'9989'0'0,"35"11"-8845"0"0,134 17-409 0 0,-85-8-4264 0 0,-48-7-1449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19.21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19 2304 0 0,'-3'0'3227'0'0,"72"-1"5715"0"0,36-5-7491 0 0,-57 4-1341 0 0,-7-4-2217 0 0,-26 3-2954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19.8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28 5 5065 0 0,'-27'6'9679'0'0,"36"-9"-7163"0"0,-4 2-2103 0 0,219-6 542 0 0,-188 7-2133 0 0,-17 0-5110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20.24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 13 4145 0 0,'-17'2'437'0'0,"-3"-1"2852"0"0,31-5 1377 0 0,-6 3-4064 0 0,-4 1-587 0 0,135-10 4707 0 0,-110 10-5238 0 0,-1 1 0 0 0,0 0 0 0 0,41 9 1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20.7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 22 3225 0 0,'-1'0'121'0'0,"1"0"0"0"0,0 0 0 0 0,-1 0 0 0 0,1 0 1 0 0,-1 0-1 0 0,1 0 0 0 0,0 0 0 0 0,-1-1 0 0 0,1 1 1 0 0,-1 0-1 0 0,1 0 0 0 0,0 0 0 0 0,-1 0 0 0 0,1 0 1 0 0,0-1-1 0 0,-1 1 0 0 0,1 0 0 0 0,0 0 0 0 0,-1 0 0 0 0,1-1 1 0 0,0 1-1 0 0,-1 0 0 0 0,1-1 0 0 0,0 1 0 0 0,0 0 1 0 0,-1-1-1 0 0,1 1 0 0 0,0 0 0 0 0,0-1 0 0 0,0 1 1 0 0,-1 0-1 0 0,1-1 0 0 0,0 1 0 0 0,0-1 0 0 0,0 1 0 0 0,0 0 1 0 0,0-1-1 0 0,15-6 3532 0 0,28 1-980 0 0,58 11-491 0 0,-51-2-3629 0 0,-35-2-3906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21.1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26 1376 0 0,'4'-2'9565'0'0,"35"-2"-6056"0"0,39-7-1103 0 0,-57 8-2655 0 0,0 0 0 0 0,0 1 0 0 0,-1 2 1 0 0,1 0-1 0 0,23 3 0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21.66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12 5529 0 0,'7'-4'9125'0'0,"17"3"-8986"0"0,-13 1 615 0 0,160-3-1307 0 0,-147 0-710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7:22.0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 25 4145 0 0,'-15'1'10423'0'0,"21"-2"-9653"0"0,120-18 2631 0 0,-37 14-4143 0 0,-76 5-123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06.49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0 336 7834 0 0,'26'3'2654'0'0,"6"0"-1486"0"0,0-2 1 0 0,-1-1 0 0 0,1-2-1 0 0,-1-1 1 0 0,1-1 0 0 0,33-9 0 0 0,183-65 1297 0 0,-103 29-1502 0 0,-79 30-834 0 0,-2-4 0 0 0,-1-2-1 0 0,119-66 1 0 0,-158 72-1281 0 0,-51 7-7168 0 0,16 8 8134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06.8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 47 5065 0 0,'8'-46'14187'0'0,"-16"65"-12775"0"0,2 5-1068 0 0,1 1-1 0 0,2 0 0 0 0,0 0 0 0 0,2 0 0 0 0,2 27 0 0 0,16 127-316 0 0,-14-151 63 0 0,1 6-78 0 0,1 0 1 0 0,2 0-1 0 0,1-1 1 0 0,1 1-1 0 0,2-2 1 0 0,1 0-1 0 0,2 0 1 0 0,1-1-1 0 0,31 46 1 0 0,-24-46-8 0 0,8 10 47 0 0,37 66-1 0 0,-61-95-42 0 0,1 1 1 0 0,-2 1-1 0 0,1-1 1 0 0,-2 1-1 0 0,0 0 1 0 0,-1 0-1 0 0,0 0 1 0 0,-1 0-1 0 0,0 29 1 0 0,-2-35-11 0 0,-1 0 0 0 0,0 0 1 0 0,0 0-1 0 0,-1-1 1 0 0,0 1-1 0 0,0 0 1 0 0,-1-1-1 0 0,0 0 0 0 0,0 0 1 0 0,-1 0-1 0 0,0 0 1 0 0,0 0-1 0 0,-9 10 1 0 0,7-8-307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10.50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272 61 3681 0 0,'-72'36'5744'0'0,"-84"58"1"0"0,153-92-5540 0 0,-1 0 95 0 0,1 1 0 0 0,-1-1-1 0 0,1 1 1 0 0,-1-1-1 0 0,1 1 1 0 0,0 0 0 0 0,0 1-1 0 0,0-1 1 0 0,0 0 0 0 0,1 1-1 0 0,-4 6 1 0 0,6-10-246 0 0,0 1 1 0 0,1-1-1 0 0,-1 1 0 0 0,0-1 1 0 0,0 1-1 0 0,1-1 1 0 0,-1 1-1 0 0,0-1 1 0 0,1 1-1 0 0,-1-1 1 0 0,0 1-1 0 0,1-1 0 0 0,-1 1 1 0 0,1-1-1 0 0,-1 1 1 0 0,1-1-1 0 0,-1 0 1 0 0,1 1-1 0 0,-1-1 0 0 0,1 0 1 0 0,-1 0-1 0 0,1 1 1 0 0,-1-1-1 0 0,1 0 1 0 0,0 0-1 0 0,-1 0 0 0 0,1 0 1 0 0,-1 0-1 0 0,1 0 1 0 0,0 0-1 0 0,-1 0 1 0 0,1 0-1 0 0,-1 0 1 0 0,1 0-1 0 0,0 0 0 0 0,0 0 1 0 0,26-1 458 0 0,-25 1-441 0 0,281-42 1094 0 0,-129 16-1065 0 0,110-24 200 0 0,69-9-69 0 0,-81 17-157 0 0,-249 41-251 0 0,-1 1 0 0 0,1-1 0 0 0,-1 0 0 0 0,1 0-1 0 0,-1 1 1 0 0,1-2 0 0 0,-1 1 0 0 0,0 0 0 0 0,1 0 0 0 0,-1-1 0 0 0,0 1 0 0 0,0-1-1 0 0,0 0 1 0 0,3-3 0 0 0,-3 2-695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38.7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47 76 1696 0 0,'-8'5'349'0'0,"5"-4"-58"0"0,1 1 1 0 0,0-1-1 0 0,-1 0 0 0 0,1 1 1 0 0,-1-1-1 0 0,0 0 0 0 0,1-1 0 0 0,-1 1 1 0 0,0 0-1 0 0,1-1 0 0 0,-1 1 1 0 0,-5-1-1 0 0,36 3 6110 0 0,5-9-3339 0 0,39-19-1941 0 0,-21 6 534 0 0,84-16-588 0 0,-76 24-8149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39.1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47 88 968 0 0,'0'-5'-65'0'0,"-2"-39"2506"0"0,2 41-1768 0 0,-1 0 0 0 0,-23-30 13053 0 0,23 34-13588 0 0,-4 14 2034 0 0,1 21-1933 0 0,3-35-45 0 0,1 2-176 0 0,-8 188 592 0 0,9-158-552 0 0,1 0 0 0 0,1 0-1 0 0,15 58 1 0 0,-11-63-31 0 0,-1 1 0 0 0,-2 0 1 0 0,0 1-1 0 0,-1 33 0 0 0,-2-49-1000 0 0,-1-8-84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39.6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22 43 5673 0 0,'-21'3'2626'0'0,"41"-5"217"0"0,42-13-245 0 0,-29 6-1624 0 0,-1 2 0 0 0,59-5 0 0 0,-54 11-578 0 0,49 5 0 0 0,-24 7-1682 0 0,-53-9 71 0 0,0 1-1 0 0,-1 0 0 0 0,0 0 0 0 0,12 7 0 0 0,-20-10 1189 0 0,0 1 1 0 0,1-1-1 0 0,-1 0 0 0 0,1 1 1 0 0,-1-1-1 0 0,0 0 0 0 0,1 1 1 0 0,-1-1-1 0 0,0 1 0 0 0,0-1 1 0 0,1 1-1 0 0,-1-1 0 0 0,0 0 1 0 0,0 1-1 0 0,1-1 0 0 0,-1 1 1 0 0,0-1-1 0 0,0 1 0 0 0,0-1 1 0 0,0 1-1 0 0,0-1 1 0 0,0 1-1 0 0,0-1 0 0 0,0 1 1 0 0,0-1-1 0 0,0 1 0 0 0,0-1 1 0 0,0 1-1 0 0,0-1 0 0 0,0 1 1 0 0,-1-1-1 0 0,1 1 0 0 0,0-1 1 0 0,0 1-1 0 0,-1-1 0 0 0,1 1 1 0 0,0-1-1 0 0,0 0 0 0 0,-1 1 1 0 0,1-1-1 0 0,0 1 1 0 0,-1-1-1 0 0,1 0 0 0 0,-1 1 1 0 0,1-1-1 0 0,0 0 0 0 0,-1 0 1 0 0,1 1-1 0 0,-1-1 0 0 0,1 0 1 0 0,-1 0-1 0 0,1 0 0 0 0,-1 1 1 0 0,1-1-1 0 0,-1 0 0 0 0,1 0 1 0 0,-1 0-1 0 0,-8 3 14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40.0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23 2304 0 0,'7'-23'8711'0'0,"-6"23"-8422"0"0,15 4 6363 0 0,-7 6-6692 0 0,-1 8 472 0 0,-1 0 0 0 0,-1 0 0 0 0,0 1 1 0 0,-1 0-1 0 0,-1 0 0 0 0,-1 0 0 0 0,1 35 0 0 0,9 46 320 0 0,-10-85-882 0 0,-2-8-246 0 0,0 0-1 0 0,1 1 1 0 0,0-1 0 0 0,1 0 0 0 0,5 11 0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40.4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19 7834 0 0,'-11'8'1288'0'0,"11"-8"-1216"0"0,0 1-1 0 0,0-1 1 0 0,0 0-1 0 0,0 1 1 0 0,1-1-1 0 0,-1 1 1 0 0,0-1-1 0 0,0 1 1 0 0,0-1-1 0 0,0 0 1 0 0,1 1-1 0 0,-1-1 1 0 0,0 1-1 0 0,0-1 1 0 0,1 0-1 0 0,-1 1 1 0 0,0-1 0 0 0,0 0-1 0 0,1 1 1 0 0,-1-1-1 0 0,1 0 1 0 0,-1 0-1 0 0,0 1 1 0 0,1-1-1 0 0,-1 0 1 0 0,0 0-1 0 0,1 1 1 0 0,-1-1-1 0 0,1 0 1 0 0,-1 0-1 0 0,1 0 1 0 0,-1 0-1 0 0,1 0 1 0 0,-1 0-1 0 0,0 0 1 0 0,1 0-1 0 0,-1 0 1 0 0,1 0 0 0 0,-1 0-1 0 0,1 0 1 0 0,20 3 640 0 0,1 0 1 0 0,-1-2-1 0 0,0 0 0 0 0,1-2 1 0 0,26-3-1 0 0,112-25-1007 0 0,-147 26-247 0 0,28-4-2975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40.8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 0 6913 0 0,'-12'1'6938'0'0,"12"0"-6734"0"0,-4 16 2070 0 0,8 28-2416 0 0,-2-36 1207 0 0,6 58 262 0 0,21 130 1977 0 0,-28-192-3242 0 0,0 0 0 0 0,-1 0 0 0 0,0-1 0 0 0,0 1 0 0 0,0 0 0 0 0,0 0 0 0 0,-1 0 0 0 0,0 0 0 0 0,0-1 0 0 0,0 1 0 0 0,-1 0 0 0 0,0-1 0 0 0,-4 9 0 0 0,-4 13-1763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43.1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27 212 5273 0 0,'-27'-3'17329'0'0,"60"9"-17531"0"0,-29-4 260 0 0,1-1 0 0 0,-1 0 0 0 0,0 0-1 0 0,0 0 1 0 0,1-1 0 0 0,-1 1 0 0 0,1-1 0 0 0,-1 0-1 0 0,8-1 1 0 0,147-49 185 0 0,95 9-223 0 0,-53 11-24 0 0,-153 24 17 0 0,1 2 0 0 0,0 2 0 0 0,49 5 0 0 0,-36-1 5 0 0,70-7 0 0 0,-9-6-18 0 0,216-32 0 0 0,-270 32 31 0 0,0 4 1 0 0,110 3-1 0 0,-16 0 3 0 0,-42-4-711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43.83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147 52 5065 0 0,'-6'-5'595'0'0,"-1"0"0"0"0,1 0 0 0 0,-1 0 0 0 0,1 1 0 0 0,-13-6 0 0 0,13 7 193 0 0,0 1-1 0 0,1-1 0 0 0,-1 1 1 0 0,-1 0-1 0 0,1 1 0 0 0,0-1 1 0 0,0 1-1 0 0,-1 1 0 0 0,1-1 1 0 0,0 1-1 0 0,-1 0 0 0 0,-10 2 1 0 0,17-2-736 0 0,0 0 0 0 0,-1 0 0 0 0,1 0 0 0 0,0 0 0 0 0,0 0 1 0 0,0 0-1 0 0,-1 0 0 0 0,1 0 0 0 0,0 0 0 0 0,0 0 0 0 0,0 0 0 0 0,-1 1 1 0 0,1-1-1 0 0,0 0 0 0 0,0 0 0 0 0,0 0 0 0 0,0 0 0 0 0,-1 0 0 0 0,1 1 1 0 0,0-1-1 0 0,0 0 0 0 0,0 0 0 0 0,0 0 0 0 0,0 1 0 0 0,0-1 1 0 0,-1 0-1 0 0,1 0 0 0 0,0 0 0 0 0,0 1 0 0 0,0-1 0 0 0,0 0 0 0 0,0 0 1 0 0,0 0-1 0 0,0 1 0 0 0,0-1 0 0 0,0 0 0 0 0,0 0 0 0 0,0 1 0 0 0,0-1 1 0 0,0 0-1 0 0,0 0 0 0 0,0 0 0 0 0,1 1 0 0 0,-1-1 0 0 0,0 0 0 0 0,0 0 1 0 0,0 0-1 0 0,0 1 0 0 0,0-1 0 0 0,7 9 985 0 0,-6-9-1026 0 0,-1 0 156 0 0,4 3-90 0 0,28 18 276 0 0,2 2-274 0 0,71 34 0 0 0,-64-38-17 0 0,-27-11-16 0 0,0-1 0 0 0,1-1 0 0 0,0 0 0 0 0,1-1 0 0 0,-1 0 0 0 0,1-1 0 0 0,0-1 0 0 0,23 1 0 0 0,-30-7 341 0 0,-19 8 16 0 0,-3 6-303 0 0,0 0 1 0 0,0 0 0 0 0,1 2-1 0 0,1-1 1 0 0,-14 20-1 0 0,-6 6 35 0 0,-4 4 55 0 0,2 1-1 0 0,-39 68 1 0 0,60-92-178 0 0,-3 7 104 0 0,8-7-2784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50.9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 27 3281 0 0,'-2'-9'4680'0'0,"2"9"-4588"0"0,-1 0 0 0 0,1 0-1 0 0,0 0 1 0 0,0 0 0 0 0,-1 0 0 0 0,15-9 5711 0 0,-8 7-5387 0 0,0 0-1 0 0,0 1 1 0 0,0 0 0 0 0,0 0-1 0 0,0 0 1 0 0,0 0 0 0 0,0 1-1 0 0,0 0 1 0 0,0 1 0 0 0,8 0-1 0 0,9 1 566 0 0,12-3-376 0 0,-23 0-751 0 0,-1 0 0 0 0,1 1 0 0 0,0 0 0 0 0,0 1 0 0 0,0 1 0 0 0,11 2 0 0 0,-22-4-70 0 0,0 1 1 0 0,-1-1 0 0 0,1 0-1 0 0,0 0 1 0 0,0 1 0 0 0,-1-1-1 0 0,1 0 1 0 0,0 1 0 0 0,0-1-1 0 0,-1 1 1 0 0,1-1 0 0 0,0 1-1 0 0,-1-1 1 0 0,1 1 0 0 0,-1-1-1 0 0,1 1 1 0 0,-1-1 0 0 0,1 1-1 0 0,-1 0 1 0 0,1 0 0 0 0,-1-1-1 0 0,1 1 1 0 0,-1 0 0 0 0,0-1-1 0 0,1 1 1 0 0,-1 0 0 0 0,0 0-1 0 0,0 0 1 0 0,0-1 0 0 0,0 1-1 0 0,0 0 1 0 0,0 0 0 0 0,0 1-1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52.52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19 6913 0 0,'0'0'529'0'0,"33"-7"1868"0"0,-18 3-1015 0 0,0 1-1 0 0,1 1 0 0 0,-1 0 1 0 0,24 1-1 0 0,28 5-1583 0 0,-58-4-819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51.43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29 2961 0 0,'9'-1'1766'0'0,"1"0"-1"0"0,0-1 1 0 0,18-7 0 0 0,26-5 1912 0 0,-45 13-3477 0 0,0 1 1 0 0,1 0 0 0 0,-1 0-1 0 0,0 1 1 0 0,0 0 0 0 0,14 3-1 0 0,52 21-5927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51.9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43 4609 0 0,'0'0'353'0'0,"3"-2"272"0"0,1 0 0 0 0,-1 0 0 0 0,1 0 0 0 0,-1 1 0 0 0,1-1 0 0 0,0 1 0 0 0,4-1-1 0 0,-3 1 57 0 0,14-6 625 0 0,0 1 0 0 0,0 1-1 0 0,32-4 1 0 0,-42 8-1486 0 0,0 1 1 0 0,0 0-1 0 0,0 0 0 0 0,11 3 1 0 0,-15-2-394 0 0,1 0 0 0 0,-1 1 0 0 0,1-1 0 0 0,-1 2 0 0 0,1-1 0 0 0,-1 0 0 0 0,7 6 1 0 0,-3-1-3339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53.6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1144 10 3225 0 0,'41'-9'18700'0'0,"-230"42"-17317"0"0,57-8-1222 0 0,-359 29 43 0 0,300-38 240 0 0,130-7-479 0 0,39-5 43 0 0,-46 2-1 0 0,67-6 18 0 0,0 0 0 0 0,0-1-1 0 0,0 0 1 0 0,0 1 0 0 0,1-1 0 0 0,-1 1 0 0 0,0-1-1 0 0,0 0 1 0 0,1 0 0 0 0,-1 1 0 0 0,1-1-1 0 0,-1 0 1 0 0,0 0 0 0 0,1 0 0 0 0,-1 0 0 0 0,0-1-1 0 0,1 1-73 0 0,0-1 0 0 0,-1 1-1 0 0,0 0 1 0 0,1 0 0 0 0,-1 0-1 0 0,0 0 1 0 0,1 0 0 0 0,-1 0-1 0 0,0 0 1 0 0,0 0 0 0 0,0 0-1 0 0,0 0 1 0 0,0 1 0 0 0,0-1-1 0 0,0 0 1 0 0,0 1 0 0 0,0-1-1 0 0,-2 0 1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39:54.5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204 36 456 0 0,'10'-3'1440'0'0,"0"0"1"0"0,-1 0-1 0 0,0-1 0 0 0,0 0 1 0 0,21-14 11234 0 0,-60 42-12281 0 0,10-7 23 0 0,0-1-1 0 0,-1-1 1 0 0,-26 14 0 0 0,13-8-276 0 0,14-9-118 0 0,9-5 17 0 0,0 0-1 0 0,1 0 1 0 0,0 1-1 0 0,-13 12 0 0 0,20-18-32 0 0,1 1 0 0 0,0 0-1 0 0,0 0 1 0 0,0 0-1 0 0,0 0 1 0 0,0 0-1 0 0,1 0 1 0 0,-1 0-1 0 0,1 0 1 0 0,0 1-1 0 0,0-1 1 0 0,0 1 0 0 0,0-1-1 0 0,1 1 1 0 0,0-1-1 0 0,-1 1 1 0 0,1-1-1 0 0,0 1 1 0 0,1-1-1 0 0,0 7 1 0 0,0-6 2 0 0,1 0 0 0 0,-1 1 1 0 0,1-1-1 0 0,0-1 0 0 0,0 1 0 0 0,0 0 1 0 0,0 0-1 0 0,1-1 0 0 0,0 1 0 0 0,-1-1 1 0 0,1 0-1 0 0,1 0 0 0 0,-1 0 0 0 0,0 0 1 0 0,1 0-1 0 0,3 2 0 0 0,10 5 79 0 0,0-1-1 0 0,26 10 0 0 0,3 3-10 0 0,9 13-42 0 0,-36-22 145 0 0,0-1 1 0 0,27 12-1 0 0,-39-21-91 0 0,0-1 0 0 0,1-1 1 0 0,-1 0-1 0 0,0 0 0 0 0,1 0 0 0 0,12-1 0 0 0,11 1-2743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1.0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8 186 11979 0 0,'-8'-185'8664'0'0,"10"209"-8143"0"0,0 0 0 0 0,1 0 0 0 0,10 35 0 0 0,26 74-630 0 0,-29-105 263 0 0,30 98-7 0 0,-5 1 0 0 0,19 140 0 0 0,-52-255-602 0 0,10 57 1088 0 0,-1-36-2611 0 0,7-6-4709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1.5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 19 3225 0 0,'-2'-2'288'0'0,"-4"-14"5944"0"0,12 17-5847 0 0,0 1-1 0 0,0 0 1 0 0,-1 0 0 0 0,1 0 0 0 0,-1 1 0 0 0,1 0-1 0 0,8 6 1 0 0,1 0 259 0 0,33 20 1094 0 0,73 60 0 0 0,-8-6-390 0 0,-2-7-738 0 0,121 109 0 0 0,-229-183-621 0 0,1 1 39 0 0,0 1-1 0 0,0 0 0 0 0,0 0 1 0 0,0 0-1 0 0,-1 1 1 0 0,3 4-1 0 0,-5-8-3 0 0,-1 0-1 0 0,1 0 1 0 0,-1 0 0 0 0,0 0-1 0 0,0 0 1 0 0,1 0-1 0 0,-1-1 1 0 0,0 1 0 0 0,0 0-1 0 0,0 0 1 0 0,0 0 0 0 0,0 0-1 0 0,0 0 1 0 0,0 0-1 0 0,-1 0 1 0 0,1 0 0 0 0,0 0-1 0 0,0 0 1 0 0,-1 0-1 0 0,1 0 1 0 0,-1 0 0 0 0,1 0-1 0 0,-1 0 1 0 0,1-1 0 0 0,-1 1-1 0 0,1 0 1 0 0,-1 0-1 0 0,0-1 1 0 0,1 1 0 0 0,-1 0-1 0 0,0-1 1 0 0,0 1-1 0 0,0 0 1 0 0,1-1 0 0 0,-1 1-1 0 0,0-1 1 0 0,0 0 0 0 0,0 1-1 0 0,0-1 1 0 0,-1 1-1 0 0,-88 42 976 0 0,19-10-771 0 0,-83 54-1 0 0,81-38-385 0 0,-69 60 1 0 0,61-30-2434 0 0,79-77 2219 0 0,0 1 1 0 0,-1-1-1 0 0,1 1 0 0 0,0 0 1 0 0,1 0-1 0 0,-1 0 0 0 0,0 0 0 0 0,1 0 1 0 0,0 0-1 0 0,-2 5 0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1.9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1 283 1376 0 0,'76'-35'6960'0'0,"32"1"-3585"0"0,118-22 0 0 0,116-4-68 0 0,-283 50-2523 0 0,563-38 2010 0 0,-209 26-2366 0 0,-354 14-323 0 0,-37 4-1916 0 0,39-2-1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2.59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1762 1 5065 0 0,'-10'3'4600'0'0,"-22"7"-1466"0"0,-258 12 3819 0 0,-144-18-4384 0 0,-94-28-2061 0 0,187 17-2820 0 0,222 8 1587 0 0,111-1-1211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3.1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23 139 3681 0 0,'-8'-35'2232'0'0,"-4"-26"1444"0"0,9 19 2080 0 0,5 182 5 0 0,19 192-4648 0 0,36 32-112 0 0,-5-187-1969 0 0,-35-134-2222 0 0,44 82 1 0 0,-47-102-3634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3.73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386 21 4609 0 0,'-28'17'2179'0'0,"21"-14"-1927"0"0,0 1 0 0 0,-1-2 0 0 0,1 1 0 0 0,-1-1 0 0 0,1 0 0 0 0,-1-1 0 0 0,0 0 0 0 0,0 0 0 0 0,0 0 0 0 0,0-1 0 0 0,-13-2-1 0 0,0-1 1536 0 0,1-2-1 0 0,-39-13 0 0 0,39 11-949 0 0,0 0-1 0 0,1 2 1 0 0,-39-6-1 0 0,38 11-4041 0 0,19 0 2994 0 0,0 0-1 0 0,1 0 1 0 0,-1 0 0 0 0,0 0-1 0 0,1 0 1 0 0,-1 0 0 0 0,1 0-1 0 0,-1 0 1 0 0,0 1 0 0 0,1-1-1 0 0,-1 0 1 0 0,0 0 0 0 0,1 0-1 0 0,-1 1 1 0 0,1-1 0 0 0,-1 0-1 0 0,1 1 1 0 0,-1-1-1 0 0,0 0 1 0 0,1 1 0 0 0,-2 1-635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4.05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 3 1840 0 0,'-7'-2'12156'0'0,"77"245"-5142"0"0,6 137-5687 0 0,28 216-1163 0 0,-59-361-111 0 0,-36-168 83 0 0,-3 0 0 0 0,-2 71 0 0 0,1 23-281 0 0,-2-143-1941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4.45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96 241 656 0 0,'-9'0'384'0'0,"1"0"0"0"0,0 0-1 0 0,-1-1 1 0 0,1 0 0 0 0,0-1 0 0 0,0 1 0 0 0,0-2-1 0 0,-14-4 1 0 0,21 7-305 0 0,1-1 0 0 0,0 1 0 0 0,-1 0 0 0 0,1 0 0 0 0,0 0 0 0 0,-1 0 0 0 0,1 0 0 0 0,0-1 0 0 0,-1 1 0 0 0,1 0 0 0 0,0 0 0 0 0,0-1 0 0 0,-1 1 0 0 0,1 0 0 0 0,0 0 0 0 0,0-1 0 0 0,-1 1 0 0 0,1 0 0 0 0,0-1 0 0 0,0 1 0 0 0,0 0 0 0 0,-1-1 0 0 0,1 1 0 0 0,0 0 0 0 0,0-1 0 0 0,0 1 0 0 0,0 0 0 0 0,0-1-1 0 0,0 1 1 0 0,0 0 0 0 0,0-1 0 0 0,0 1 0 0 0,0-1 0 0 0,10-10 1476 0 0,21-5 49 0 0,-29 15-1436 0 0,55-22 1624 0 0,2 3 1 0 0,112-24-1 0 0,127-3 1608 0 0,-236 39-2663 0 0,122-15 1124 0 0,196 1-1 0 0,-341 24-1982 0 0,-38-2-66 0 0,0 0-1 0 0,0 0 1 0 0,0 0 0 0 0,1 0-1 0 0,-1 1 1 0 0,0-1 0 0 0,0 0-1 0 0,0 0 1 0 0,0 0-1 0 0,-1 1 1 0 0,1-1 0 0 0,0 1-1 0 0,0-1 1 0 0,0 1 0 0 0,0-1-1 0 0,0 1 1 0 0,0-1-1 0 0,-1 1 1 0 0,1 0 0 0 0,0-1-1 0 0,0 1 1 0 0,-1 0-1 0 0,1 0 1 0 0,0 0 0 0 0,-1-1-1 0 0,1 1 1 0 0,-1 0 0 0 0,0 0-1 0 0,1 0 1 0 0,-1 0-1 0 0,1 0 1 0 0,-1 0 0 0 0,0 1-1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4.73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74 4577 0 0,'104'-26'7358'0'0,"-93"22"-6761"0"0,104-30 4466 0 0,-99 30-6771 0 0,0 2-1 0 0,31-2 0 0 0,-29 5-3646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5.04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10594 0 0,'0'0'1134'0'0,"2"0"-890"0"0,0 1 0 0 0,0-1 0 0 0,0 1-1 0 0,0 0 1 0 0,0-1 0 0 0,0 1 0 0 0,0 0 0 0 0,-1 0 0 0 0,1 1 0 0 0,0-1 0 0 0,0 0 0 0 0,-1 0-1 0 0,1 1 1 0 0,-1-1 0 0 0,1 1 0 0 0,1 3 0 0 0,19 29 2805 0 0,-12-7-2499 0 0,0 0 1 0 0,-2 1-1 0 0,0 0 1 0 0,4 46-1 0 0,1-5-164 0 0,20 93 192 0 0,58 268 604 0 0,-67-301-927 0 0,-22-116-358 0 0,-1 0-1 0 0,-1 0 1 0 0,0 0 0 0 0,-1 0-1 0 0,0 0 1 0 0,-1 0 0 0 0,0 0 0 0 0,-5 12-1 0 0,2-15-1775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5.8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10 267 10594 0 0,'-10'-4'4368'0'0,"36"-6"-3069"0"0,43-8-514 0 0,461-56 1430 0 0,-358 61-1823 0 0,263-16 87 0 0,-118 18 29 0 0,808-14 377 0 0,398-17-3 0 0,-1449 38-917 0 0,-33 3-288 0 0,0-2 0 0 0,0-2 0 0 0,71-17 1 0 0,-96 16-4810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6.45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83 61 6449 0 0,'-45'-33'-370'0'0,"8"5"4076"0"0,43 41 438 0 0,5 37-2374 0 0,50 401 2125 0 0,-42-267-3637 0 0,50 206 0 0 0,76 110 146 0 0,22 94 287 0 0,-48-8 331 0 0,-99-486-812 0 0,24 196 865 0 0,-35-230-974 0 0,-8-53-369 0 0,0 1 0 0 0,0-1-1 0 0,-1 0 1 0 0,-1 0 0 0 0,0 0 0 0 0,-5 22-1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7.20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 6913 0 0,'0'-1'121'0'0,"0"1"-1"0"0,0-1 0 0 0,0 1 1 0 0,0-1-1 0 0,0 0 0 0 0,0 1 1 0 0,0-1-1 0 0,1 1 0 0 0,-1-1 1 0 0,0 1-1 0 0,0-1 0 0 0,1 1 1 0 0,-1 0-1 0 0,0-1 0 0 0,1 1 1 0 0,-1-1-1 0 0,0 1 0 0 0,1-1 0 0 0,-1 1 1 0 0,1 0-1 0 0,-1-1 0 0 0,0 1 1 0 0,1 0-1 0 0,-1 0 0 0 0,1-1 1 0 0,-1 1-1 0 0,1 0 0 0 0,-1 0 1 0 0,1 0-1 0 0,-1-1 0 0 0,1 1 1 0 0,0 0-1 0 0,-1 0 0 0 0,1 0 0 0 0,-1 0 1 0 0,1 0-1 0 0,-1 0 0 0 0,1 0 1 0 0,-1 0-1 0 0,2 0 0 0 0,0 0 196 0 0,0 0 0 0 0,0 0 0 0 0,0 0 0 0 0,0 0 0 0 0,0 0 0 0 0,0 0-1 0 0,0 0 1 0 0,0 0 0 0 0,0 1 0 0 0,0-1 0 0 0,0 1 0 0 0,3 1 0 0 0,0 2-7 0 0,0 1 1 0 0,0 0 0 0 0,-1-1-1 0 0,1 2 1 0 0,-1-1 0 0 0,-1 0-1 0 0,1 1 1 0 0,-1 0 0 0 0,0 0-1 0 0,3 6 1 0 0,22 68 770 0 0,-25-67-876 0 0,34 124 696 0 0,-32-111-2033 0 0,3 40-1 0 0,-8-61 300 0 0,0 1 1 0 0,0-1-1 0 0,0 1 0 0 0,-1-1 1 0 0,0 1-1 0 0,-2 6 0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7.51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132 193 3225 0 0,'2'-11'369'0'0,"1"0"0"0"0,0 0 0 0 0,1 0 1 0 0,0 1-1 0 0,1-1 0 0 0,0 1 0 0 0,1 0 1 0 0,0 0-1 0 0,0 1 0 0 0,1 0 0 0 0,0 0 1 0 0,1 0-1 0 0,12-10 0 0 0,-14 14-36 0 0,-1 0-1 0 0,1 1 1 0 0,0 0 0 0 0,0 0-1 0 0,1 1 1 0 0,-1-1-1 0 0,1 1 1 0 0,-1 1-1 0 0,1-1 1 0 0,8-1 0 0 0,-10 4-174 0 0,-1-1 1 0 0,1 1-1 0 0,0 0 0 0 0,-1 0 1 0 0,1 0-1 0 0,-1 0 1 0 0,1 1-1 0 0,-1 0 1 0 0,1 0-1 0 0,-1 0 1 0 0,0 1-1 0 0,1-1 1 0 0,-1 1-1 0 0,0 0 1 0 0,0 0-1 0 0,0 0 1 0 0,4 4-1 0 0,-6-4-133 0 0,1 0 1 0 0,0 0-1 0 0,-1 0 0 0 0,0 1 0 0 0,1-1 0 0 0,-1 1 1 0 0,0 0-1 0 0,0-1 0 0 0,-1 1 0 0 0,1 0 0 0 0,-1 0 1 0 0,1 0-1 0 0,-1 0 0 0 0,0 0 0 0 0,0 1 0 0 0,0-1 1 0 0,0 4-1 0 0,0-1-53 0 0,-1 0 0 0 0,0 0 0 0 0,0 0-1 0 0,-1 0 1 0 0,0-1 0 0 0,0 1 0 0 0,0 0 0 0 0,-1 0 0 0 0,-2 5 0 0 0,-1 3 71 0 0,-1-1 1 0 0,-1 0-1 0 0,0-1 0 0 0,-1 0 0 0 0,0 0 0 0 0,-1-1 1 0 0,-12 13-1 0 0,7-10 289 0 0,-1-1 0 0 0,0-1 0 0 0,-1-1 1 0 0,0 0-1 0 0,-1-1 0 0 0,-24 11 0 0 0,31-16-257 0 0,-1-1-1 0 0,-1 0 1 0 0,1-1-1 0 0,-1 0 1 0 0,1 0 0 0 0,-1-2-1 0 0,0 1 1 0 0,0-1-1 0 0,1-1 1 0 0,-1 0 0 0 0,-19-3-1 0 0,4-7-948 0 0,16 2-23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8.01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 1 7370 0 0,'-5'0'12952'0'0,"11"12"-11054"0"0,-1 1-3942 0 0,27 60 2813 0 0,-18-44-932 0 0,-1 0 1 0 0,-2 1 0 0 0,-1 1-1 0 0,-1 0 1 0 0,5 35 0 0 0,-13-62-359 0 0,-1-1 0 0 0,0 1 0 0 0,0-1 0 0 0,0 1 0 0 0,0 0-1 0 0,0-1 1 0 0,-1 1 0 0 0,0-1 0 0 0,0 1 0 0 0,-2 6 0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8.2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1 176 3225 0 0,'1'-5'120'0'0,"-1"-1"1"0"0,2 1 0 0 0,-1-1-1 0 0,1 1 1 0 0,-1 0 0 0 0,1-1-1 0 0,1 1 1 0 0,-1 0-1 0 0,1 0 1 0 0,0 1 0 0 0,0-1-1 0 0,0 1 1 0 0,1-1 0 0 0,-1 1-1 0 0,1 0 1 0 0,0 0 0 0 0,1 0-1 0 0,-1 1 1 0 0,6-4-1 0 0,7-5 1138 0 0,1 2 0 0 0,-1-1 0 0 0,39-14 0 0 0,-44 21-575 0 0,0 0 1 0 0,0 0-1 0 0,1 1 0 0 0,0 1 1 0 0,-1 0-1 0 0,19 0 0 0 0,-27 2-438 0 0,1 1-1 0 0,0-1 0 0 0,0 1 0 0 0,0 0 1 0 0,0 0-1 0 0,0 0 0 0 0,-1 0 0 0 0,9 5 1 0 0,-10-5-171 0 0,-1 1 1 0 0,0-1-1 0 0,1 1 1 0 0,-1-1-1 0 0,0 1 1 0 0,0 0-1 0 0,-1 0 1 0 0,1 0-1 0 0,0 0 1 0 0,0 0-1 0 0,-1 1 1 0 0,0-1-1 0 0,1 0 1 0 0,-1 1-1 0 0,0-1 1 0 0,0 1 0 0 0,1 2-1 0 0,-1 1-38 0 0,-1 0-1 0 0,0 0 1 0 0,1 0-1 0 0,-2-1 1 0 0,1 1-1 0 0,-1 0 1 0 0,1 0-1 0 0,-2-1 1 0 0,1 1-1 0 0,-1-1 1 0 0,1 1-1 0 0,-2-1 1 0 0,1 1-1 0 0,-1-1 1 0 0,1 0-1 0 0,-1 0 1 0 0,-7 8-1 0 0,-2 3-57 0 0,-2 1 1 0 0,0-2-1 0 0,-24 22 0 0 0,12-15 43 0 0,-1-1 0 0 0,-1-1 0 0 0,-38 19 0 0 0,-2-8-6209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8.76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51 11 11058 0 0,'6'-11'5725'0'0,"-3"18"-2887"0"0,-2 14-2102 0 0,-1-20-757 0 0,-2 38 313 0 0,-2 0 0 0 0,-2 0-1 0 0,-11 42 1 0 0,6-34-462 0 0,-6 64 0 0 0,13-34-1917 0 0,5-42-4810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9.11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1 252 5065 0 0,'2'-4'201'0'0,"0"0"1"0"0,0 1-1 0 0,0-1 0 0 0,1 1 1 0 0,-1 0-1 0 0,1-1 0 0 0,0 1 1 0 0,0 0-1 0 0,0 1 0 0 0,0-1 1 0 0,1 0-1 0 0,-1 1 0 0 0,1 0 0 0 0,-1 0 1 0 0,1 0-1 0 0,0 0 0 0 0,0 1 1 0 0,0-1-1 0 0,0 1 0 0 0,0 0 1 0 0,7-1-1 0 0,-1 0 511 0 0,0 0 0 0 0,0 1 0 0 0,0 0 1 0 0,0 1-1 0 0,0 0 0 0 0,0 0 0 0 0,0 1 0 0 0,12 2 0 0 0,-15-1-419 0 0,-1 1-1 0 0,1-1 1 0 0,-1 1-1 0 0,0 0 1 0 0,0 0-1 0 0,0 1 0 0 0,0-1 1 0 0,0 1-1 0 0,-1 1 1 0 0,6 5-1 0 0,2 3 238 0 0,-1 2-1 0 0,13 20 1 0 0,-16-23-394 0 0,-1 1 1 0 0,2-1-1 0 0,0-1 1 0 0,20 19-1 0 0,-29-29-109 0 0,1 0 0 0 0,-1 1-1 0 0,0-1 1 0 0,1 0 0 0 0,-1 0-1 0 0,0 0 1 0 0,1-1 0 0 0,-1 1 0 0 0,1 0-1 0 0,-1 0 1 0 0,1-1 0 0 0,0 1-1 0 0,-1-1 1 0 0,1 0 0 0 0,0 1-1 0 0,-1-1 1 0 0,1 0 0 0 0,0 0 0 0 0,-1 0-1 0 0,1 0 1 0 0,0 0 0 0 0,-1 0-1 0 0,1-1 1 0 0,0 1 0 0 0,-1-1 0 0 0,1 1-1 0 0,1-1 1 0 0,0-1 33 0 0,-1 0 0 0 0,0 0 0 0 0,0 0 0 0 0,-1 0 1 0 0,1-1-1 0 0,0 1 0 0 0,-1-1 0 0 0,1 1 0 0 0,-1-1 0 0 0,0 1 0 0 0,1-1 0 0 0,-2 0 1 0 0,1 1-1 0 0,0-1 0 0 0,0-5 0 0 0,30-193 1069 0 0,-15 79-2603 0 0,-14 102-1544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9.6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97 6 10594 0 0,'-2'-1'217'0'0,"-1"0"0"0"0,0 0-1 0 0,0 1 1 0 0,0-1 0 0 0,0 0-1 0 0,1 1 1 0 0,-1 0 0 0 0,0 0-1 0 0,0 0 1 0 0,0 0 0 0 0,0 0-1 0 0,0 0 1 0 0,0 1 0 0 0,0-1 0 0 0,0 1-1 0 0,-4 2 1 0 0,5-2-22 0 0,0 1 1 0 0,0 0-1 0 0,0-1 1 0 0,0 1-1 0 0,0 0 1 0 0,0 0-1 0 0,1 0 1 0 0,-1 1-1 0 0,1-1 1 0 0,0 0-1 0 0,-1 0 1 0 0,1 1-1 0 0,0-1 0 0 0,0 1 1 0 0,0-1-1 0 0,1 1 1 0 0,-1 0-1 0 0,0 4 1 0 0,-3 27 456 0 0,2-1-1 0 0,1 1 1 0 0,5 54 0 0 0,1 22-1263 0 0,-6-92-505 0 0,0 1-1 0 0,-1 0 1 0 0,-8 31-1 0 0,6-34-4651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0:59.9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88 5529 0 0,'0'-2'164'0'0,"-1"0"0"0"0,1 0 0 0 0,0 0 0 0 0,0 0 0 0 0,0 0 0 0 0,0 0 0 0 0,1 0 0 0 0,-1 0 0 0 0,1 0 1 0 0,-1 0-1 0 0,1 0 0 0 0,-1 0 0 0 0,1 0 0 0 0,0 0 0 0 0,0 0 0 0 0,0 0 0 0 0,0 1 0 0 0,1-1 0 0 0,-1 0 0 0 0,0 1 0 0 0,1-1 0 0 0,-1 1 0 0 0,1-1 0 0 0,-1 1 0 0 0,1 0 0 0 0,-1-1 0 0 0,1 1 0 0 0,0 0 0 0 0,0 0 0 0 0,0 1 0 0 0,0-1 0 0 0,0 0 0 0 0,0 0 0 0 0,2 0 0 0 0,0 0 89 0 0,0 1 0 0 0,-1-1 0 0 0,1 0-1 0 0,0 1 1 0 0,0 0 0 0 0,-1 0-1 0 0,1 0 1 0 0,0 0 0 0 0,0 1 0 0 0,-1-1-1 0 0,1 1 1 0 0,0 0 0 0 0,-1 0-1 0 0,1 1 1 0 0,-1-1 0 0 0,1 1 0 0 0,-1-1-1 0 0,0 1 1 0 0,1 0 0 0 0,-1 0-1 0 0,4 4 1 0 0,9 7 257 0 0,-1 1-1 0 0,25 30 1 0 0,-13-14 46 0 0,16 10 630 0 0,58 43 0 0 0,-101-83-1152 0 0,0 1-1 0 0,0-1 1 0 0,0 0-1 0 0,1 0 0 0 0,-1 0 1 0 0,0 1-1 0 0,0-1 1 0 0,1 0-1 0 0,-1 0 1 0 0,0 0-1 0 0,0 1 1 0 0,1-1-1 0 0,-1 0 0 0 0,0 0 1 0 0,1 0-1 0 0,-1 0 1 0 0,0 0-1 0 0,0 0 1 0 0,1 0-1 0 0,-1 0 1 0 0,0 0-1 0 0,1 0 1 0 0,-1 0-1 0 0,0 0 0 0 0,1 0 1 0 0,-1 0-1 0 0,0 0 1 0 0,1 0-1 0 0,-1 0 1 0 0,0 0-1 0 0,1 0 1 0 0,-1 0-1 0 0,0-1 0 0 0,0 1 1 0 0,1 0-1 0 0,-1 0 1 0 0,0 0-1 0 0,0 0 1 0 0,1-1-1 0 0,2-15 625 0 0,-10-31-129 0 0,5 37-248 0 0,-11-59 652 0 0,1 2-1302 0 0,6 22-6239 0 0,6 24-1143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1.55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 17 9218 0 0,'-6'-16'6344'0'0,"13"30"-5309"0"0,-2 0 0 0 0,1 0 1 0 0,-2 0-1 0 0,5 26 0 0 0,6 17-306 0 0,10 10-192 0 0,49 91 0 0 0,-11-26-430 0 0,-57-117-138 0 0,0 0 0 0 0,-1 1 1 0 0,-1 0-1 0 0,0 0 1 0 0,1 16-1 0 0,-4-21-836 0 0,-1 0-1 0 0,0-1 0 0 0,0 1 1 0 0,-1-1-1 0 0,-3 12 0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1.7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1 226 1840 0 0,'3'-9'292'0'0,"1"1"0"0"0,0-1 0 0 0,0 1 1 0 0,1 0-1 0 0,0 0 0 0 0,0 0 0 0 0,1 1 0 0 0,0 0 0 0 0,0 0 0 0 0,0 0 0 0 0,1 1 0 0 0,0 0 0 0 0,1 0 0 0 0,8-5 0 0 0,9-5 1387 0 0,1 1 0 0 0,1 1 0 0 0,31-11 0 0 0,25-5 945 0 0,-74 27-2551 0 0,0 1 0 0 0,1 0 1 0 0,-1 0-1 0 0,0 1 0 0 0,1 1 1 0 0,-1-1-1 0 0,12 2 0 0 0,-20-1-187 0 0,0 0 0 0 0,0 0-1 0 0,1 1 1 0 0,-1-1 0 0 0,0 0-1 0 0,0 1 1 0 0,1-1 0 0 0,-1 1-1 0 0,0-1 1 0 0,0 1 0 0 0,0 0-1 0 0,0 0 1 0 0,0-1-1 0 0,0 1 1 0 0,0 0 0 0 0,0 0-1 0 0,0 0 1 0 0,0 0 0 0 0,0 0-1 0 0,-1 0 1 0 0,1 0 0 0 0,0 0-1 0 0,-1 0 1 0 0,1 0 0 0 0,-1 1-1 0 0,1-1 1 0 0,0 2-1 0 0,1 12-1027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1.94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0 139 6913 0 0,'76'-44'3081'0'0,"-37"25"-3557"0"0,0 1 0 0 0,1 3 0 0 0,74-20 0 0 0,-74 27 476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2.2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132 1 5529 0 0,'-6'1'408'0'0,"1"0"-1"0"0,-1 0 0 0 0,0 1 1 0 0,1 0-1 0 0,0 0 1 0 0,-1 0-1 0 0,1 1 0 0 0,0 0 1 0 0,0 0-1 0 0,0 0 0 0 0,1 0 1 0 0,-1 1-1 0 0,1 0 1 0 0,0 0-1 0 0,-5 6 0 0 0,4-3-43 0 0,0 0 0 0 0,0 0 0 0 0,1 1 0 0 0,0 0 0 0 0,0 0 0 0 0,1 0 0 0 0,0 1 0 0 0,0-1 0 0 0,-2 14 0 0 0,3-12-170 0 0,1 0-1 0 0,0 0 1 0 0,0 1-1 0 0,1-1 1 0 0,0 0-1 0 0,1 0 1 0 0,0 1-1 0 0,1-1 1 0 0,0 0-1 0 0,0 0 1 0 0,1-1 0 0 0,1 1-1 0 0,-1 0 1 0 0,2-1-1 0 0,-1 0 1 0 0,1 0-1 0 0,12 16 1 0 0,-10-18-68 0 0,-1-1 1 0 0,1 0-1 0 0,1 0 1 0 0,-1-1-1 0 0,1 1 1 0 0,0-2-1 0 0,0 1 0 0 0,0-1 1 0 0,1 0-1 0 0,8 2 1 0 0,-14-5-107 0 0,-1 0-1 0 0,1-1 1 0 0,0 1 0 0 0,-1-1 0 0 0,1 1-1 0 0,-1-1 1 0 0,1 0 0 0 0,0 0 0 0 0,-1 0-1 0 0,1 0 1 0 0,0-1 0 0 0,-1 1 0 0 0,1-1 0 0 0,-1 1-1 0 0,1-1 1 0 0,0 0 0 0 0,-1 0 0 0 0,0 0-1 0 0,1 0 1 0 0,-1-1 0 0 0,0 1 0 0 0,1-1-1 0 0,-1 1 1 0 0,0-1 0 0 0,0 0 0 0 0,0 0-1 0 0,-1 1 1 0 0,1-2 0 0 0,0 1 0 0 0,-1 0-1 0 0,1 0 1 0 0,-1 0 0 0 0,0-1 0 0 0,0 1 0 0 0,0-1-1 0 0,0 1 1 0 0,0-1 0 0 0,1-3 0 0 0,0-4 32 0 0,0 0 1 0 0,-1-1 0 0 0,0 0 0 0 0,0 1-1 0 0,-1-1 1 0 0,0 0 0 0 0,-1 0 0 0 0,-1 1-1 0 0,1-1 1 0 0,-2 1 0 0 0,1-1 0 0 0,-7-14-1 0 0,-2-1-262 0 0,-1 0 0 0 0,0 1 0 0 0,-25-35 0 0 0,29 49-680 0 0,1 1-1 0 0,-1 1 1 0 0,-13-12 0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2.53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0 266 6913 0 0,'5'1'430'0'0,"0"-1"0"0"0,0 1-1 0 0,-1 0 1 0 0,1 0-1 0 0,0 1 1 0 0,-1-1 0 0 0,1 1-1 0 0,-1 0 1 0 0,1 1-1 0 0,-1-1 1 0 0,0 1 0 0 0,0-1-1 0 0,0 1 1 0 0,0 0-1 0 0,-1 1 1 0 0,1-1 0 0 0,-1 1-1 0 0,0-1 1 0 0,0 1-1 0 0,0 0 1 0 0,0 0-1 0 0,-1 0 1 0 0,1 1 0 0 0,-1-1-1 0 0,0 1 1 0 0,-1-1-1 0 0,1 1 1 0 0,-1-1 0 0 0,0 1-1 0 0,0 0 1 0 0,0 7-1 0 0,-14-38 1883 0 0,9 5-2236 0 0,1-1 0 0 0,1 1 1 0 0,1 0-1 0 0,1-1 1 0 0,0 1-1 0 0,2-1 0 0 0,5-26 1 0 0,-3 31-630 0 0,0-1 1 0 0,1 1-1 0 0,1 0 0 0 0,0 0 1 0 0,12-20-1 0 0,-2 13-6791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3.05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124 25 6913 0 0,'-36'-21'4412'0'0,"35"20"-4187"0"0,0 1 0 0 0,0-1 0 0 0,0 1 0 0 0,-1 0 0 0 0,1 0 0 0 0,0-1 0 0 0,0 1 0 0 0,0 0 0 0 0,-1 0 1 0 0,1 0-1 0 0,0 0 0 0 0,0 0 0 0 0,0 0 0 0 0,-1 0 0 0 0,1 1 0 0 0,0-1 0 0 0,0 0 0 0 0,0 1 1 0 0,0-1-1 0 0,0 1 0 0 0,-1-1 0 0 0,1 1 0 0 0,0 0 0 0 0,0-1 0 0 0,0 1 0 0 0,1 0 0 0 0,-1 0 1 0 0,0-1-1 0 0,0 1 0 0 0,0 0 0 0 0,0 1 0 0 0,-7 10-34 0 0,2-1 1 0 0,-1 2-1 0 0,2-1 0 0 0,0 0 1 0 0,0 1-1 0 0,1 0 0 0 0,0 0 1 0 0,1 0-1 0 0,1 1 0 0 0,0-1 1 0 0,1 24-1 0 0,1-30-185 0 0,0 0 1 0 0,1 0-1 0 0,0 1 1 0 0,0-1-1 0 0,1 0 0 0 0,0 0 1 0 0,0-1-1 0 0,0 1 1 0 0,1 0-1 0 0,0-1 0 0 0,1 1 1 0 0,-1-1-1 0 0,1 0 1 0 0,0 0-1 0 0,1-1 1 0 0,-1 1-1 0 0,1-1 0 0 0,0 0 1 0 0,1 0-1 0 0,-1 0 1 0 0,1-1-1 0 0,0 0 0 0 0,11 6 1 0 0,-15-9-63 0 0,0 0 1 0 0,0 0 0 0 0,0-1-1 0 0,0 1 1 0 0,1 0 0 0 0,-1-1-1 0 0,0 0 1 0 0,0 1 0 0 0,0-1-1 0 0,1 0 1 0 0,-1 0 0 0 0,0 0-1 0 0,0 0 1 0 0,1-1 0 0 0,-1 1-1 0 0,0-1 1 0 0,0 1 0 0 0,0-1-1 0 0,1 0 1 0 0,-1 0 0 0 0,0 0-1 0 0,0 0 1 0 0,0 0 0 0 0,-1 0-1 0 0,1 0 1 0 0,0-1 0 0 0,0 1-1 0 0,-1-1 1 0 0,1 1 0 0 0,0-1-1 0 0,-1 0 1 0 0,0 0 0 0 0,1 1-1 0 0,-1-1 1 0 0,0 0 0 0 0,1-3-1 0 0,5-8-155 0 0,0-1 1 0 0,-1-1-1 0 0,-1 1 0 0 0,5-19 0 0 0,-6 18 259 0 0,2-4-78 0 0,-4 9 23 0 0,1 1 0 0 0,0 0-1 0 0,0 0 1 0 0,1 0 0 0 0,0 1 0 0 0,6-11 0 0 0,-9 19 7 0 0,-1 0 0 0 0,0-1 0 0 0,1 1 0 0 0,-1 0 0 0 0,0 0 0 0 0,1-1 0 0 0,-1 1 0 0 0,0 0 0 0 0,1 0 0 0 0,-1-1 0 0 0,1 1 0 0 0,-1 0 0 0 0,0 0 0 0 0,1 0 0 0 0,-1 0 0 0 0,1-1 0 0 0,-1 1 0 0 0,1 0 0 0 0,-1 0 0 0 0,1 0 0 0 0,-1 0 0 0 0,0 0 0 0 0,1 0 0 0 0,-1 0 0 0 0,1 0 0 0 0,-1 1 0 0 0,1-1 0 0 0,-1 0 0 0 0,1 0 0 0 0,-1 0 0 0 0,0 0 0 0 0,1 1 0 0 0,-1-1 0 0 0,1 0 0 0 0,-1 0 0 0 0,0 1 0 0 0,1-1 0 0 0,-1 0 0 0 0,0 0 0 0 0,1 1 0 0 0,-1-1 0 0 0,0 0 0 0 0,0 1 0 0 0,1-1 0 0 0,-1 1 0 0 0,0-1 0 0 0,0 0 0 0 0,1 1 0 0 0,-1-1 0 0 0,0 1 0 0 0,0 0 0 0 0,15 29 0 0 0,-11-20 0 0 0,3 2 69 0 0,1-1 1 0 0,0 0-1 0 0,0 0 0 0 0,1-1 1 0 0,0 0-1 0 0,1-1 1 0 0,0 0-1 0 0,1-1 0 0 0,-1 0 1 0 0,16 9-1 0 0,-19-13-22 0 0,0 0 1 0 0,0-1-1 0 0,1 1 0 0 0,-1-2 0 0 0,1 1 0 0 0,-1-1 0 0 0,1 0 0 0 0,0 0 1 0 0,0-1-1 0 0,0 0 0 0 0,0-1 0 0 0,0 0 0 0 0,0 0 0 0 0,0 0 0 0 0,0-1 0 0 0,0-1 1 0 0,0 1-1 0 0,12-5 0 0 0,-18 5 23 0 0,1 0 0 0 0,0 0 0 0 0,0-1 1 0 0,0 0-1 0 0,-1 1 0 0 0,1-1 0 0 0,-1 0 1 0 0,0 0-1 0 0,1-1 0 0 0,-1 1 0 0 0,0 0 0 0 0,0-1 1 0 0,0 1-1 0 0,-1-1 0 0 0,1 0 0 0 0,-1 1 1 0 0,1-1-1 0 0,-1 0 0 0 0,0 0 0 0 0,0 0 0 0 0,0 0 1 0 0,0 0-1 0 0,0-6 0 0 0,-1 3-222 0 0,1 1-1 0 0,-1 0 1 0 0,-1-1 0 0 0,1 1-1 0 0,-2-9 1 0 0,-12-24-5608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3.48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367 22 4609 0 0,'-3'-3'327'0'0,"-1"1"0"0"0,0-1 1 0 0,0 1-1 0 0,0 0 0 0 0,0 0 0 0 0,0 1 1 0 0,0-1-1 0 0,0 1 0 0 0,-1 0 0 0 0,1 0 0 0 0,0 1 1 0 0,-1-1-1 0 0,1 1 0 0 0,-7 0 0 0 0,-3 0 545 0 0,0 1 0 0 0,0 0-1 0 0,-18 5 1 0 0,19-2-690 0 0,1 0-1 0 0,-1 1 1 0 0,1 0 0 0 0,0 1-1 0 0,0 1 1 0 0,1 0-1 0 0,0 0 1 0 0,0 1 0 0 0,1 1-1 0 0,0 0 1 0 0,0 0-1 0 0,-15 21 1 0 0,17-22-76 0 0,2 1 1 0 0,-1 0-1 0 0,1 0 1 0 0,1 1-1 0 0,0 0 0 0 0,0 0 1 0 0,1 0-1 0 0,0 1 1 0 0,1-1-1 0 0,0 1 1 0 0,1 0-1 0 0,0 0 0 0 0,0 0 1 0 0,1 0-1 0 0,1 21 1 0 0,1-28-194 0 0,-1-1-1 0 0,1 0 1 0 0,0 1 0 0 0,0-1 0 0 0,0 1 0 0 0,0-1 0 0 0,0 0 0 0 0,1 0-1 0 0,-1 0 1 0 0,1 0 0 0 0,0 0 0 0 0,0 0 0 0 0,0 0 0 0 0,1 0 0 0 0,-1-1 0 0 0,0 1-1 0 0,1-1 1 0 0,0 0 0 0 0,0 0 0 0 0,-1 0 0 0 0,1 0 0 0 0,1 0 0 0 0,-1 0 0 0 0,0-1-1 0 0,0 0 1 0 0,0 0 0 0 0,1 1 0 0 0,-1-2 0 0 0,1 1 0 0 0,-1 0 0 0 0,1-1-1 0 0,-1 0 1 0 0,1 1 0 0 0,-1-1 0 0 0,1-1 0 0 0,-1 1 0 0 0,1 0 0 0 0,-1-1 0 0 0,0 0-1 0 0,1 0 1 0 0,-1 0 0 0 0,0 0 0 0 0,1-1 0 0 0,3-1 0 0 0,6-4-69 0 0,0-1 0 0 0,0 0 0 0 0,-1-1 0 0 0,0 0 1 0 0,0-1-1 0 0,-1 0 0 0 0,-1-1 0 0 0,0 0 0 0 0,0-1 0 0 0,8-13 0 0 0,4-12 1508 0 0,-1 0-1 0 0,18-50 0 0 0,-36 82-1106 0 0,8-13 1374 0 0,-11 18-1558 0 0,0 0 0 0 0,0 0 1 0 0,0-1-1 0 0,1 1 0 0 0,-1 0 0 0 0,0 0 0 0 0,1 0 1 0 0,-1 0-1 0 0,0-1 0 0 0,0 1 0 0 0,1 0 0 0 0,-1 0 1 0 0,0 0-1 0 0,1 0 0 0 0,-1 0 0 0 0,0 0 0 0 0,1 0 1 0 0,-1 0-1 0 0,0 0 0 0 0,1 0 0 0 0,-1 0 0 0 0,0 0 1 0 0,1 0-1 0 0,-1 0 0 0 0,0 0 0 0 0,1 0 0 0 0,-1 0 1 0 0,0 1-1 0 0,0-1 0 0 0,1 0 0 0 0,1 2 87 0 0,0 0-1 0 0,-1 1 1 0 0,1-1-1 0 0,-1 0 1 0 0,1 1-1 0 0,-1-1 1 0 0,0 1-1 0 0,0-1 1 0 0,0 1-1 0 0,1 4 1 0 0,15 58 339 0 0,-13-46-741 0 0,1-1-1 0 0,0 0 1 0 0,13 29 0 0 0,-6-25-642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3.77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1 246 1840 0 0,'10'-4'919'0'0,"1"1"-1"0"0,0 0 0 0 0,0 0 1 0 0,0 1-1 0 0,1 1 0 0 0,-1 0 1 0 0,0 0-1 0 0,0 1 1 0 0,1 1-1 0 0,-1 0 0 0 0,0 0 1 0 0,15 5-1 0 0,-15-2 2249 0 0,-15-22-195 0 0,5 3-2576 0 0,0 0 1 0 0,1 0-1 0 0,1 0 1 0 0,0 1 0 0 0,1-1-1 0 0,10-24 1 0 0,-12 33-645 0 0,1-1 0 0 0,0 1 1 0 0,0 1-1 0 0,0-1 0 0 0,1 0 1 0 0,-1 1-1 0 0,1 0 0 0 0,1 0 1 0 0,-1 0-1 0 0,1 0 1 0 0,0 0-1 0 0,0 1 0 0 0,0 0 1 0 0,0 0-1 0 0,1 1 0 0 0,0 0 1 0 0,10-5-1 0 0,-12 7 242 0 0,0 0 0 0 0,0 1 1 0 0,1-1-1 0 0,-1 1 0 0 0,0 0 0 0 0,8 1 0 0 0,-11-1 3 0 0,7 2-57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4.22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260 511 3225 0 0,'-2'-3'328'0'0,"-2"0"0"0"0,1-1 0 0 0,0 2 0 0 0,-1-1 1 0 0,1 0-1 0 0,-1 1 0 0 0,0-1 0 0 0,0 1 0 0 0,0 0 0 0 0,0 0 1 0 0,0 1-1 0 0,0-1 0 0 0,0 1 0 0 0,-1 0 0 0 0,1 0 0 0 0,0 1 0 0 0,-1-1 1 0 0,1 1-1 0 0,-1 0 0 0 0,1 0 0 0 0,-1 0 0 0 0,1 1 0 0 0,0-1 1 0 0,-9 3-1 0 0,4 0 40 0 0,0-1 1 0 0,0 1-1 0 0,1 0 1 0 0,-1 1-1 0 0,1 0 0 0 0,0 1 1 0 0,0-1-1 0 0,0 2 1 0 0,0-1-1 0 0,1 1 1 0 0,-8 7-1 0 0,11-8-291 0 0,-1 1 0 0 0,1-1-1 0 0,0 1 1 0 0,0 0 0 0 0,0 0 0 0 0,1 0-1 0 0,0 1 1 0 0,0-1 0 0 0,1 1-1 0 0,0 0 1 0 0,0-1 0 0 0,0 1 0 0 0,1 0-1 0 0,0 0 1 0 0,0 0 0 0 0,1 8 0 0 0,0-10-118 0 0,1-1-1 0 0,0 1 1 0 0,0-1 0 0 0,0 0 0 0 0,0 1 0 0 0,1-1 0 0 0,-1 0-1 0 0,1 0 1 0 0,0 0 0 0 0,0 0 0 0 0,1 0 0 0 0,-1-1 0 0 0,1 1-1 0 0,0-1 1 0 0,0 1 0 0 0,0-1 0 0 0,0 0 0 0 0,1 0 0 0 0,-1 0 0 0 0,1-1-1 0 0,0 1 1 0 0,0-1 0 0 0,0 0 0 0 0,0 0 0 0 0,0 0 0 0 0,6 1-1 0 0,-2-1-142 0 0,0 0 0 0 0,-1 0-1 0 0,1-1 1 0 0,0 0 0 0 0,0-1-1 0 0,0 0 1 0 0,0 0 0 0 0,0-1-1 0 0,0 0 1 0 0,-1 0 0 0 0,1 0-1 0 0,0-1 1 0 0,-1-1 0 0 0,1 1-1 0 0,-1-1 1 0 0,0 0 0 0 0,0-1-1 0 0,0 0 1 0 0,0 0 0 0 0,0 0-1 0 0,6-7 1 0 0,-1 1-42 0 0,0 0 1 0 0,-1-1-1 0 0,0-1 0 0 0,-1 1 1 0 0,0-2-1 0 0,-1 1 0 0 0,-1-2 1 0 0,0 1-1 0 0,11-26 0 0 0,-2-9 349 0 0,-2 0 0 0 0,-2-1-1 0 0,-3-1 1 0 0,-1 0 0 0 0,3-85 0 0 0,-12 118 522 0 0,0-1 1 0 0,-1 0 0 0 0,-5-30 0 0 0,5 44-321 0 0,0 0 0 0 0,0-1-1 0 0,0 1 1 0 0,0-1 0 0 0,-1 1 0 0 0,0 0 0 0 0,0 0 0 0 0,0 0 0 0 0,0 0-1 0 0,-1 0 1 0 0,1 1 0 0 0,-1-1 0 0 0,0 1 0 0 0,0-1 0 0 0,-1 1 0 0 0,1 0 0 0 0,-1 0-1 0 0,1 1 1 0 0,-9-5 0 0 0,10 6-201 0 0,1 0 0 0 0,-1 0 0 0 0,0 1 0 0 0,0-1 0 0 0,0 1-1 0 0,1-1 1 0 0,-1 1 0 0 0,0 0 0 0 0,0 0 0 0 0,0 0 0 0 0,0 0 0 0 0,0 0 0 0 0,0 0 0 0 0,0 1-1 0 0,0-1 1 0 0,1 0 0 0 0,-1 1 0 0 0,0 0 0 0 0,0-1 0 0 0,-2 2 0 0 0,1 0-53 0 0,1 0 1 0 0,-1 0 0 0 0,1 0-1 0 0,0 0 1 0 0,0 1-1 0 0,0-1 1 0 0,0 1 0 0 0,0-1-1 0 0,0 1 1 0 0,1 0-1 0 0,-3 3 1 0 0,0 4-31 0 0,1-1-1 0 0,0 1 1 0 0,0-1-1 0 0,1 1 1 0 0,0 0-1 0 0,0 17 1 0 0,4 23 81 0 0,3-1 0 0 0,2 1 0 0 0,2-2 0 0 0,20 64 0 0 0,-12-47-44 0 0,35 119-301 0 0,-26-106-6270 0 0,-10-30-930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5.1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 3 5985 0 0,'3'-2'2245'0'0,"-3"2"-2212"0"0,7 8 2085 0 0,3 10 721 0 0,-5 5-1769 0 0,-1 0-1 0 0,-1 1 0 0 0,-2-1 1 0 0,0 0-1 0 0,-3 34 0 0 0,1-18-639 0 0,-15 190-387 0 0,-9-78-5608 0 0,23-143 5552 0 0,-1-4 13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5.5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0 172 1368 0 0,'2'-7'49'0'0,"1"0"-1"0"0,0 1 1 0 0,1 0-1 0 0,-1-1 1 0 0,9-10-1 0 0,-4 8 732 0 0,0 0-1 0 0,1 1 1 0 0,0 0-1 0 0,0 0 1 0 0,16-9-1 0 0,-8 7 634 0 0,1 0-1 0 0,0 2 0 0 0,0 0 0 0 0,1 1 1 0 0,28-7-1 0 0,-41 12-1046 0 0,0 1 0 0 0,0 0-1 0 0,0 0 1 0 0,0 1 0 0 0,0 0 0 0 0,0 0 0 0 0,0 0 0 0 0,10 3 0 0 0,-15-3-302 0 0,1 1 0 0 0,-1-1 1 0 0,1 1-1 0 0,0-1 1 0 0,-1 1-1 0 0,1 0 0 0 0,-1 0 1 0 0,0 0-1 0 0,1 0 0 0 0,-1 0 1 0 0,0 0-1 0 0,0 0 1 0 0,1 0-1 0 0,-1 0 0 0 0,0 0 1 0 0,0 1-1 0 0,0-1 0 0 0,0 1 1 0 0,-1-1-1 0 0,1 0 1 0 0,0 1-1 0 0,0 0 0 0 0,-1-1 1 0 0,1 1-1 0 0,-1-1 1 0 0,0 1-1 0 0,1 0 0 0 0,-1-1 1 0 0,0 1-1 0 0,0 0 0 0 0,0-1 1 0 0,0 1-1 0 0,0 0 1 0 0,-1-1-1 0 0,0 4 0 0 0,-2 9 54 0 0,0 0 0 0 0,-2-1 0 0 0,0 1 0 0 0,0-1 0 0 0,-13 22 0 0 0,11-23-118 0 0,0 2 0 0 0,1-1 0 0 0,1 1-1 0 0,0-1 1 0 0,-5 23 0 0 0,10-33-19 0 0,-1 0 0 0 0,1-1 0 0 0,0 1 1 0 0,0 0-1 0 0,0 0 0 0 0,0-1 0 0 0,0 1 0 0 0,1 0 0 0 0,-1 0 0 0 0,1-1 0 0 0,-1 1 0 0 0,1-1 0 0 0,0 1 1 0 0,0 0-1 0 0,0-1 0 0 0,1 1 0 0 0,-1-1 0 0 0,1 0 0 0 0,-1 0 0 0 0,1 1 0 0 0,2 1 0 0 0,2 1-50 0 0,0-1 0 0 0,0 0 1 0 0,0 0-1 0 0,0-1 0 0 0,1 0 0 0 0,8 4 0 0 0,-10-6 89 0 0,-1 0-1 0 0,1 1 1 0 0,-1 0 0 0 0,0 0 0 0 0,1 0-1 0 0,-1 1 1 0 0,0-1 0 0 0,0 1-1 0 0,-1 0 1 0 0,1 0 0 0 0,0 0 0 0 0,-1 1-1 0 0,0-1 1 0 0,0 1 0 0 0,0 0 0 0 0,4 6-1 0 0,-6-6 10 0 0,-1-1 0 0 0,1 0 0 0 0,-1 0 0 0 0,0 1 0 0 0,0-1 0 0 0,0 0 0 0 0,0 1 0 0 0,-1-1 0 0 0,1 0 0 0 0,-1 1 0 0 0,0-1 0 0 0,0 0-1 0 0,0 0 1 0 0,0 0 0 0 0,-1 0 0 0 0,1 0 0 0 0,-1 0 0 0 0,0 0 0 0 0,0 0 0 0 0,0-1 0 0 0,-4 5 0 0 0,-6 7 81 0 0,-1-1 1 0 0,-23 18-1 0 0,32-28-117 0 0,-30 24-1620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5.71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8754 0 0,'3'3'404'0'0,"1"0"1"0"0,-1 0-1 0 0,0 0 1 0 0,0 0-1 0 0,0 1 0 0 0,0-1 1 0 0,0 1-1 0 0,-1-1 1 0 0,1 1-1 0 0,-1 0 0 0 0,0 0 1 0 0,-1 0-1 0 0,1 0 1 0 0,-1 1-1 0 0,1-1 1 0 0,-1 0-1 0 0,0 1 0 0 0,0 7 1 0 0,1 4 196 0 0,-1-1 0 0 0,0 1 0 0 0,-1-1 0 0 0,-2 20 0 0 0,-5 4-1547 0 0,5-32-30 0 0,1-1 1 0 0,-1 1 0 0 0,-1 0-1 0 0,1-1 1 0 0,-1 0-1 0 0,-6 11 1 0 0,6-16 916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5.8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0 180 4145 0 0,'2'-53'-544'0'0,"-1"33"3151"0"0,2 0-1 0 0,0 0 1 0 0,1 1 0 0 0,7-23-1 0 0,-5 37-2192 0 0,0 12-454 0 0,7 28-545 0 0,-3-10 622 0 0,4-4-37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6.21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145 6 7834 0 0,'-1'-1'154'0'0,"0"1"0"0"0,0-1 0 0 0,0 0 0 0 0,0 1 0 0 0,0-1 0 0 0,0 1 0 0 0,0 0 0 0 0,0-1 0 0 0,0 1 0 0 0,0 0 1 0 0,-1-1-1 0 0,1 1 0 0 0,0 0 0 0 0,0 0 0 0 0,0 0 0 0 0,0 0 0 0 0,-1 0 0 0 0,1 0 0 0 0,0 1 0 0 0,0-1 0 0 0,0 0 0 0 0,-2 1 0 0 0,0 0 141 0 0,1 1-1 0 0,-1-1 0 0 0,0 1 0 0 0,1 0 0 0 0,-1 0 1 0 0,1 0-1 0 0,-1 0 0 0 0,-2 4 0 0 0,-4 5 731 0 0,0 1 0 0 0,-14 24 0 0 0,21-31-831 0 0,-7 10 130 0 0,1 0 0 0 0,1 0 0 0 0,0 1 0 0 0,-5 19 0 0 0,11-30-305 0 0,-1-1-1 0 0,1 0 1 0 0,1 1 0 0 0,-1-1-1 0 0,1 1 1 0 0,-1-1 0 0 0,1 1-1 0 0,0-1 1 0 0,1 1-1 0 0,-1-1 1 0 0,1 1 0 0 0,0-1-1 0 0,0 1 1 0 0,1-1 0 0 0,-1 0-1 0 0,1 0 1 0 0,0 1 0 0 0,0-1-1 0 0,0-1 1 0 0,0 1-1 0 0,4 4 1 0 0,-5-7-56 0 0,-1 0 0 0 0,1 0 1 0 0,0-1-1 0 0,0 1 0 0 0,0 0 0 0 0,0 0 0 0 0,0-1 0 0 0,0 1 1 0 0,0 0-1 0 0,1-1 0 0 0,-1 1 0 0 0,0-1 0 0 0,0 1 0 0 0,0-1 0 0 0,0 0 1 0 0,1 0-1 0 0,-1 1 0 0 0,0-1 0 0 0,0 0 0 0 0,1 0 0 0 0,-1 0 1 0 0,2 0-1 0 0,0-1-25 0 0,-1 0 0 0 0,1 0 1 0 0,-1 0-1 0 0,0 0 0 0 0,1 0 1 0 0,-1 0-1 0 0,0-1 0 0 0,1 1 0 0 0,-1-1 1 0 0,2-2-1 0 0,6-5-132 0 0,-1-1 0 0 0,-1 0 0 0 0,11-17 1 0 0,-14 21 150 0 0,15-26 8 0 0,-14 21 330 0 0,0 1-1 0 0,1 1 1 0 0,0-1-1 0 0,0 1 1 0 0,1 0-1 0 0,17-15 1 0 0,-24 24-233 0 0,0-1-1 0 0,1 0 1 0 0,-1 1 0 0 0,1-1 0 0 0,-1 1 0 0 0,1-1 0 0 0,-1 1 0 0 0,1 0 0 0 0,-1-1-1 0 0,1 1 1 0 0,-1 0 0 0 0,1 0 0 0 0,-1 0 0 0 0,1 0 0 0 0,-1 1 0 0 0,1-1 0 0 0,-1 0-1 0 0,1 0 1 0 0,-1 1 0 0 0,1-1 0 0 0,-1 1 0 0 0,1 0 0 0 0,-1-1 0 0 0,0 1 0 0 0,1 0-1 0 0,-1 0 1 0 0,0 0 0 0 0,0 0 0 0 0,1 0 0 0 0,-1 0 0 0 0,0 0 0 0 0,0 0-1 0 0,0 0 1 0 0,1 3 0 0 0,6 6-92 0 0,-1 0-1 0 0,-1 0 0 0 0,8 16 1 0 0,-7-13-85 0 0,-1-3-474 0 0,1 1 0 0 0,0 0 0 0 0,11 11 0 0 0,-1-4-298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6.5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246 84 2304 0 0,'-3'-5'492'0'0,"1"-1"0"0"0,-1 1 0 0 0,0 0 0 0 0,0 1-1 0 0,0-1 1 0 0,0 0 0 0 0,-1 1 0 0 0,0 0 0 0 0,0 0-1 0 0,0 0 1 0 0,-1 0 0 0 0,1 1 0 0 0,-1-1-1 0 0,0 1 1 0 0,0 1 0 0 0,0-1 0 0 0,0 0 0 0 0,0 1-1 0 0,-1 0 1 0 0,1 1 0 0 0,-1-1 0 0 0,0 1-1 0 0,1 0 1 0 0,-1 0 0 0 0,0 1 0 0 0,1 0 0 0 0,-1 0-1 0 0,0 0 1 0 0,1 0 0 0 0,-1 1 0 0 0,-11 3 0 0 0,11-2-262 0 0,0 0 0 0 0,0 1 0 0 0,0 0 0 0 0,0 0 0 0 0,0 0 0 0 0,0 1 0 0 0,1 0 0 0 0,0 0 0 0 0,0 0 0 0 0,0 1 0 0 0,-5 5 0 0 0,8-8-190 0 0,1 0 0 0 0,0 0 1 0 0,-1 0-1 0 0,1-1 0 0 0,0 1 0 0 0,0 0 0 0 0,0 0 1 0 0,0 1-1 0 0,1-1 0 0 0,-1 0 0 0 0,1 0 1 0 0,-1 0-1 0 0,1 0 0 0 0,0 1 0 0 0,-1-1 1 0 0,1 0-1 0 0,1 0 0 0 0,-1 3 0 0 0,1-1-14 0 0,0 0 0 0 0,0 1 0 0 0,0-1 0 0 0,1 0 0 0 0,0 0 0 0 0,0 0 1 0 0,0 0-1 0 0,4 6 0 0 0,6 5-57 0 0,0-1 1 0 0,1-1-1 0 0,20 18 1 0 0,-22-21 48 0 0,7 5-26 0 0,29 30-96 0 0,-44-42 79 0 0,0 0 0 0 0,-1 1 0 0 0,1-1 0 0 0,0 1 0 0 0,-1 0 0 0 0,0 0 0 0 0,0 0 0 0 0,0 0 0 0 0,-1 0 0 0 0,1 0 0 0 0,0 6 0 0 0,-2-8-8 0 0,0 0 0 0 0,0 1 0 0 0,0-1 0 0 0,0 0 0 0 0,-1 0 1 0 0,1 1-1 0 0,-1-1 0 0 0,0 0 0 0 0,1 0 0 0 0,-1 0 0 0 0,0 0 1 0 0,0 0-1 0 0,0 0 0 0 0,-1 0 0 0 0,1 0 0 0 0,0-1 0 0 0,-1 1 1 0 0,-2 2-1 0 0,0 0-358 0 0,0 0 0 0 0,-1 0 0 0 0,0 0 0 0 0,0-1 0 0 0,0 0 0 0 0,-5 3 0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6.77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1 250 2761 0 0,'17'-4'646'0'0,"0"0"0"0"0,0-1 0 0 0,0-1 0 0 0,-1 0 0 0 0,0-2 0 0 0,0 1 0 0 0,-1-2 0 0 0,0 0 0 0 0,0-1 1 0 0,-1 0-1 0 0,0-2 0 0 0,-1 1 0 0 0,0-2 0 0 0,-1 1 0 0 0,-1-2 0 0 0,12-15 0 0 0,-22 27-550 0 0,0 1-1 0 0,0-1 1 0 0,0 0-1 0 0,0 0 1 0 0,0 0-1 0 0,0 0 1 0 0,0 0-1 0 0,-1 0 1 0 0,1 0-1 0 0,0 0 1 0 0,-1 0-1 0 0,0 0 1 0 0,0-1-1 0 0,0 1 1 0 0,0 0-1 0 0,0 0 1 0 0,0 0-1 0 0,0 0 1 0 0,0 0-1 0 0,-1 0 0 0 0,1-1 1 0 0,-2-1-1 0 0,0 2 30 0 0,1 0 0 0 0,-1 0 0 0 0,1 0 0 0 0,-1 0-1 0 0,0 0 1 0 0,0 1 0 0 0,0-1 0 0 0,0 1-1 0 0,0-1 1 0 0,0 1 0 0 0,-1 0 0 0 0,1 0 0 0 0,0 0-1 0 0,-1 0 1 0 0,1 0 0 0 0,-3 0 0 0 0,-4-1 118 0 0,0 0 0 0 0,0 1 0 0 0,1 0 0 0 0,-1 1 0 0 0,0 0 0 0 0,0 0 0 0 0,0 1 0 0 0,0 0 0 0 0,-15 4 0 0 0,19-3-179 0 0,0 0 0 0 0,1 0 0 0 0,-1 0 0 0 0,1 1 0 0 0,0-1 0 0 0,-1 1 0 0 0,1 0 0 0 0,0 1 0 0 0,1-1 0 0 0,-1 0 1 0 0,1 1-1 0 0,-1 0 0 0 0,1 0 0 0 0,-5 8 0 0 0,7-10-61 0 0,0 1 0 0 0,0-1 0 0 0,0 0 1 0 0,1 0-1 0 0,-1 1 0 0 0,0-1 1 0 0,1 0-1 0 0,0 1 0 0 0,-1-1 1 0 0,1 0-1 0 0,0 1 0 0 0,0-1 0 0 0,1 1 1 0 0,-1-1-1 0 0,0 0 0 0 0,1 1 1 0 0,-1-1-1 0 0,1 0 0 0 0,0 1 0 0 0,0-1 1 0 0,0 0-1 0 0,0 0 0 0 0,0 0 1 0 0,0 0-1 0 0,1 0 0 0 0,-1 0 1 0 0,1 0-1 0 0,-1 0 0 0 0,1-1 0 0 0,0 1 1 0 0,0-1-1 0 0,0 1 0 0 0,2 1 1 0 0,4 3-95 0 0,1-1 0 0 0,1 0 0 0 0,-1 0 0 0 0,1-1 1 0 0,-1 0-1 0 0,1 0 0 0 0,0-1 0 0 0,12 2 0 0 0,32 3-1920 0 0,-2-3-3680 0 0,-20-3 64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7.20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55 583 1928 0 0,'80'-35'91'0'0,"-63"24"619"0"0,-1-1-1 0 0,1 0 1 0 0,-2-1-1 0 0,0-1 1 0 0,-1 0-1 0 0,15-20 0 0 0,-15 11 1878 0 0,-14 23-2459 0 0,0 0 1 0 0,0-1-1 0 0,0 1 0 0 0,0-1 1 0 0,0 1-1 0 0,0 0 1 0 0,0-1-1 0 0,0 1 0 0 0,0-1 1 0 0,0 1-1 0 0,0-1 1 0 0,0 1-1 0 0,0 0 0 0 0,0-1 1 0 0,0 1-1 0 0,0-1 1 0 0,-1 1-1 0 0,1 0 0 0 0,0-1 1 0 0,0 1-1 0 0,-1 0 1 0 0,1-1-1 0 0,0 1 0 0 0,0 0 1 0 0,-1-1-1 0 0,1 1 0 0 0,0 0 1 0 0,-1 0-1 0 0,1-1 1 0 0,-1 1-1 0 0,-2-1 318 0 0,0 0 0 0 0,0 1 0 0 0,0-1 0 0 0,-1 1 1 0 0,1 0-1 0 0,0 0 0 0 0,0 0 0 0 0,0 1 0 0 0,-1-1 0 0 0,1 1 0 0 0,-5 1 0 0 0,-7 2-77 0 0,0 0 0 0 0,1 1 0 0 0,-1 1 0 0 0,1 1 0 0 0,0 0 0 0 0,1 1 0 0 0,-20 14 0 0 0,25-16-341 0 0,0 0 0 0 0,1 0 0 0 0,0 1 0 0 0,0 0 0 0 0,0 1 0 0 0,1-1 0 0 0,0 1 0 0 0,1 0 0 0 0,-1 1 0 0 0,2-1 0 0 0,-1 1 0 0 0,-6 18 0 0 0,10-22-62 0 0,0-1 0 0 0,1 1 0 0 0,-1 0-1 0 0,1 0 1 0 0,0 0 0 0 0,0 0 0 0 0,0 0 0 0 0,0 0 0 0 0,1 0 0 0 0,0 0 0 0 0,0-1 0 0 0,1 1 0 0 0,-1 0 0 0 0,1-1 0 0 0,0 1 0 0 0,0-1 0 0 0,1 1 0 0 0,-1-1 0 0 0,1 0-1 0 0,0 0 1 0 0,0 0 0 0 0,0-1 0 0 0,0 1 0 0 0,8 5 0 0 0,-7-6-209 0 0,0 0-1 0 0,0 0 1 0 0,0-1-1 0 0,0 0 1 0 0,0 0-1 0 0,0 0 1 0 0,1 0-1 0 0,-1-1 1 0 0,1 0-1 0 0,0 0 1 0 0,-1 0-1 0 0,1 0 1 0 0,0-1-1 0 0,-1 1 0 0 0,1-1 1 0 0,0 0-1 0 0,0-1 1 0 0,-1 1-1 0 0,1-1 1 0 0,0 0-1 0 0,-1 0 1 0 0,1-1-1 0 0,-1 1 1 0 0,1-1-1 0 0,6-4 1 0 0,0-1-337 0 0,-1-1 1 0 0,1 0-1 0 0,-1 0 1 0 0,-1-1-1 0 0,0-1 1 0 0,0 1-1 0 0,-1-1 0 0 0,0-1 1 0 0,-1 0-1 0 0,0 0 1 0 0,0 0-1 0 0,-1-1 1 0 0,-1 0-1 0 0,7-22 0 0 0,2-13 548 0 0,-3 0-1 0 0,9-78 1 0 0,-18 107 380 0 0,12-118 2086 0 0,-13 115-1412 0 0,-1 1 0 0 0,-1-1 0 0 0,-1 0 0 0 0,-6-31 0 0 0,8 50-838 0 0,-1 1-1 0 0,1 0 0 0 0,0-1 1 0 0,0 1-1 0 0,-1-1 1 0 0,1 1-1 0 0,0 0 1 0 0,-1-1-1 0 0,0 1 1 0 0,1 0-1 0 0,-1-1 1 0 0,0 1-1 0 0,0 0 1 0 0,1 0-1 0 0,-1 0 1 0 0,0 0-1 0 0,0 0 1 0 0,0 0-1 0 0,0 0 1 0 0,0 0-1 0 0,-1 0 1 0 0,1 0-1 0 0,0 1 1 0 0,0-1-1 0 0,-1 0 1 0 0,1 1-1 0 0,0-1 1 0 0,-1 1-1 0 0,1-1 1 0 0,0 1-1 0 0,-3-1 0 0 0,3 2-74 0 0,-1 0-1 0 0,1-1 0 0 0,-1 1 1 0 0,1 0-1 0 0,-1 0 0 0 0,1 0 0 0 0,-1 0 1 0 0,1 0-1 0 0,0 0 0 0 0,0 0 1 0 0,0 1-1 0 0,-1-1 0 0 0,1 0 1 0 0,0 1-1 0 0,0-1 0 0 0,1 1 0 0 0,-1-1 1 0 0,0 1-1 0 0,1-1 0 0 0,-1 1 1 0 0,0 0-1 0 0,1-1 0 0 0,0 1 0 0 0,-1 0 1 0 0,1-1-1 0 0,0 3 0 0 0,-2 12-41 0 0,1 1 0 0 0,0-1-1 0 0,1 1 1 0 0,1-1 0 0 0,1 1-1 0 0,0-1 1 0 0,5 17 0 0 0,38 114 192 0 0,-35-116-181 0 0,109 285-2141 0 0,-103-280-5756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7.3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 11058 0 0,'3'6'985'0'0,"-2"-5"-793"0"0,5 8 3208 0 0,-3-6-2183 0 0,0 2-137 0 0,3-1-24 0 0,-1 2-8 0 0,1-1 1 0 0,0-1-1049 0 0,-3-1-201 0 0,0 0-47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8.54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175 216 5985 0 0,'-23'1'880'0'0,"-1"1"0"0"0,-42 10-1 0 0,5 0 2420 0 0,132-10 389 0 0,421-39 41 0 0,-270 21-2908 0 0,60-9 120 0 0,163-21 222 0 0,-199 23-882 0 0,133-4-153 0 0,-162 13-36 0 0,-83 8 8 0 0,-69 5-1 0 0,0-3 1 0 0,114-23 0 0 0,-172 26-82 0 0,-5 1-5 0 0,1-1 0 0 0,-1 1 0 0 0,1-1 0 0 0,-1 0 0 0 0,0 0 0 0 0,1 0-1 0 0,-1 0 1 0 0,0 0 0 0 0,0 0 0 0 0,3-2 0 0 0,-7 1-107 0 0,2 2 98 0 0,1 0 0 0 0,-1 0 1 0 0,0 0-1 0 0,0 0 0 0 0,0-1 1 0 0,0 1-1 0 0,0 0 0 0 0,0 0 1 0 0,-1 0-1 0 0,1 0 1 0 0,0-1-1 0 0,0 1 0 0 0,0 0 1 0 0,0 0-1 0 0,0 0 0 0 0,0 0 1 0 0,0-1-1 0 0,0 1 0 0 0,0 0 1 0 0,0 0-1 0 0,0 0 0 0 0,-1 0 1 0 0,1 0-1 0 0,0 0 1 0 0,0-1-1 0 0,0 1 0 0 0,0 0 1 0 0,0 0-1 0 0,0 0 0 0 0,-1 0 1 0 0,1 0-1 0 0,0 0 0 0 0,0 0 1 0 0,0 0-1 0 0,0 0 0 0 0,-1 0 1 0 0,1 0-1 0 0,0 0 1 0 0,0 0-1 0 0,0 0 0 0 0,0 0 1 0 0,-1 0-1 0 0,1 0 0 0 0,0 0 1 0 0,0 0-1 0 0,0 0 0 0 0,0 0 1 0 0,-1 0-1 0 0,1 0 0 0 0,0 0 1 0 0,0 0-1 0 0,0 0 1 0 0,0 0-1 0 0,0 0 0 0 0,-1 0 1 0 0,1 1-1 0 0,0-1 0 0 0,0 0 1 0 0,93 518 279 0 0,-31-190-387 0 0,-37-185 110 0 0,40 212 175 0 0,-57-319-20 0 0,2 0 0 0 0,2 0-1 0 0,0-2 1 0 0,3 1-1 0 0,1-2 1 0 0,27 43-1 0 0,-43-75-161 0 0,1 0 0 0 0,0 0 0 0 0,-1 0 0 0 0,1 0 0 0 0,-1 0 0 0 0,1 0 0 0 0,-1 0 0 0 0,0 0 0 0 0,1 0 0 0 0,-1 0 0 0 0,0 0 0 0 0,0 0 0 0 0,0 0 0 0 0,0 0 0 0 0,0 0 0 0 0,0 0 0 0 0,0 0 0 0 0,0 0 0 0 0,0 1 0 0 0,0-1 0 0 0,-1 0 0 0 0,1 0 0 0 0,0 0 0 0 0,-1 0 0 0 0,1 0 0 0 0,-1 0 0 0 0,0 1 0 0 0,-11-23-880 0 0,8 14 472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3T22:41:08.95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36 25 7370 0 0,'-35'-6'14354'0'0,"53"7"-13772"0"0,-13 1-531 0 0,1-1 1 0 0,-1 1-1 0 0,0 0 0 0 0,0 0 0 0 0,1 1 1 0 0,-1-1-1 0 0,-1 1 0 0 0,1 0 1 0 0,0 0-1 0 0,-1 1 0 0 0,1 0 0 0 0,-1-1 1 0 0,0 2-1 0 0,0-1 0 0 0,4 7 0 0 0,3 4-52 0 0,-1 1-1 0 0,0 0 0 0 0,8 20 1 0 0,-2 0 166 0 0,5 8-145 0 0,36 60 0 0 0,-50-92-17 0 0,2 0 0 0 0,-1-1 1 0 0,1-1-1 0 0,0 1 0 0 0,1-2 1 0 0,1 1-1 0 0,-1-1 1 0 0,2-1-1 0 0,20 13 0 0 0,-30-19-1 0 0,1-1 0 0 0,0 0-1 0 0,0 0 1 0 0,0 0 0 0 0,0 0-1 0 0,0 0 1 0 0,0-1 0 0 0,0 1-1 0 0,0-1 1 0 0,0 0 0 0 0,0 0 0 0 0,0 0-1 0 0,0 0 1 0 0,0 0 0 0 0,0-1-1 0 0,0 1 1 0 0,0-1 0 0 0,0 0-1 0 0,0 0 1 0 0,0 0 0 0 0,0-1-1 0 0,-1 1 1 0 0,1 0 0 0 0,0-1-1 0 0,-1 0 1 0 0,5-3 0 0 0,3-4 179 0 0,-1-1 1 0 0,0 0-1 0 0,0-1 0 0 0,13-21 1 0 0,-8 11 56 0 0,12-14 170 0 0,-1-2 0 0 0,-3-1 1 0 0,0 0-1 0 0,16-46 0 0 0,-34 72-738 0 0,-1 1 0 0 0,-1-1 1 0 0,2-22-1 0 0,2-10-626 0 0,-6 44 932 0 0,0 0 0 0 0,0-1 0 0 0,0 1 0 0 0,0 0 0 0 0,0 0 1 0 0,0-1-1 0 0,0 1 0 0 0,0 0 0 0 0,0 0 0 0 0,0-1 1 0 0,0 1-1 0 0,0 0 0 0 0,0 0 0 0 0,0-1 0 0 0,1 1 0 0 0,-1 0 1 0 0,0 0-1 0 0,0-1 0 0 0,0 1 0 0 0,0 0 0 0 0,1 0 1 0 0,-1 0-1 0 0,0-1 0 0 0,0 1 0 0 0,1 0 0 0 0,-1 0 0 0 0,0 0 1 0 0,0 0-1 0 0,1 0 0 0 0,-1 0 0 0 0,0-1 0 0 0,0 1 0 0 0,1 0 1 0 0,-1 0-1 0 0,0 0 0 0 0,0 0 0 0 0,1 0 0 0 0,-1 0 1 0 0,0 0-1 0 0,1 0 0 0 0,-1 0 0 0 0,0 0 0 0 0,0 0 0 0 0,1 0 1 0 0,-1 1-1 0 0,0-1 0 0 0,0 0 0 0 0,1 0 0 0 0,-1 0 1 0 0,0 0-1 0 0,0 0 0 0 0,1 0 0 0 0,-1 1 0 0 0,0-1 0 0 0,0 0 1 0 0,1 0-1 0 0,-1 0 0 0 0,0 1 0 0 0,0-1 0 0 0,0 0 1 0 0,0 0-1 0 0,1 1 0 0 0,-1-1 0 0 0,0 0 0 0 0,7 7-65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2.1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54 116 8754 0 0,'-6'-8'572'0'0,"0"-1"-1"0"0,1 0 1 0 0,0 0 0 0 0,1-1 0 0 0,0 1-1 0 0,0-1 1 0 0,1 0 0 0 0,0 0 0 0 0,-1-11-1 0 0,2 11 65 0 0,0 9-324 0 0,-1 9-276 0 0,1 11-185 0 0,3 407-924 0 0,2-283 1083 0 0,8 73 279 0 0,9 0-1 0 0,59 262 1 0 0,89 543 3318 0 0,-160-866-3454 0 0,-13-91-2744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2.83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0 478 6913 0 0,'0'-1'131'0'0,"1"1"-1"0"0,-1-1 0 0 0,1 0 0 0 0,0 1 0 0 0,-1-1 0 0 0,1 0 0 0 0,-1 1 1 0 0,1-1-1 0 0,0 1 0 0 0,-1 0 0 0 0,1-1 0 0 0,0 1 0 0 0,0-1 0 0 0,-1 1 0 0 0,1 0 1 0 0,0 0-1 0 0,0-1 0 0 0,-1 1 0 0 0,1 0 0 0 0,0 0 0 0 0,0 0 0 0 0,1 0 0 0 0,31-9-194 0 0,29-2 202 0 0,1 3 0 0 0,78 0 0 0 0,15-1 402 0 0,134-18 790 0 0,196-22 851 0 0,352-50-54 0 0,1390-109-1128 0 0,-245 167 1602 0 0,-1573 67-2598 0 0,-238 3-5801 0 0,-128-20-327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3.75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5981 1 12443 0 0,'1'21'769'0'0,"1"0"0"0"0,1 0 0 0 0,1-1 0 0 0,1 1 0 0 0,7 21 0 0 0,45 98 689 0 0,-27-77-1280 0 0,1 2-164 0 0,45 133 0 0 0,68 537-56 0 0,-69-288 31 0 0,-45-254-258 0 0,5 209 0 0 0,-10-79 55 0 0,-17-259 753 0 0,3-1-1 0 0,2-1 1 0 0,3 0 0 0 0,3-1 0 0 0,45 100 0 0 0,-52-137-516 0 0,-1 0 1 0 0,-2 1-1 0 0,0 0 1 0 0,-2 0 0 0 0,0 1-1 0 0,2 28 1 0 0,-8-54-53 0 0,-1 1-1 0 0,0 1 1 0 0,0-1 0 0 0,0 0-1 0 0,0 0 1 0 0,1 0 0 0 0,-1 0 0 0 0,0 0-1 0 0,-1 0 1 0 0,1 0 0 0 0,0 0-1 0 0,0 0 1 0 0,0 0 0 0 0,-1 0-1 0 0,1 0 1 0 0,0 0 0 0 0,-1 0 0 0 0,1 0-1 0 0,-1 0 1 0 0,1-1 0 0 0,-1 1-1 0 0,1 0 1 0 0,-1 0 0 0 0,0 0-1 0 0,0-1 1 0 0,1 1 0 0 0,-1 0 0 0 0,-2 1-1 0 0,1-2-20 0 0,-1 1 1 0 0,0 0-1 0 0,-1-1 0 0 0,1 0 0 0 0,0 0 0 0 0,0 0 0 0 0,0 0 1 0 0,-4-1-1 0 0,-6 0-74 0 0,-169 1-58 0 0,-22-2 308 0 0,-244-44-1508 0 0,-141-7 192 0 0,552 52 1167 0 0,-577-9-353 0 0,310 13-356 0 0,-655 16-67 0 0,3 53 2309 0 0,6-11 368 0 0,566-46-165 0 0,-208 44-1617 0 0,528-45-740 0 0,-109 41 0 0 0,20-5-302 0 0,123-45 130 0 0,17-6-3932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4.74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1 6449 0 0,'-4'5'5094'0'0,"4"-5"-4990"0"0,1 18 995 0 0,7 20-882 0 0,-3-24 27 0 0,0-1 0 0 0,2 0-1 0 0,8 14 1 0 0,14 28 1239 0 0,-20-28-1006 0 0,0 1 0 0 0,-2 0 0 0 0,-1 0 0 0 0,3 40 0 0 0,-1 118 100 0 0,-7-134-452 0 0,109 1733 70 0 0,-43-1133 1794 0 0,-54-578-1523 0 0,3 0-1 0 0,3-1 1 0 0,32 78-1 0 0,-15-31-374 0 0,-34-115-1661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6.0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 33 5985 0 0,'-23'-32'12404'0'0,"26"40"-10219"0"0,3 5-2308 0 0,10 33 566 0 0,-1 2-1 0 0,-2 0 1 0 0,-3 0-1 0 0,7 76 1 0 0,12 60-1505 0 0,-22-156-131 0 0,0-1 1 0 0,2 1-1 0 0,1-1 1 0 0,20 36-1 0 0,-27-55-195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6.3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31 320 1840 0 0,'-3'-25'258'0'0,"-4"-72"3151"0"0,7 86-3003 0 0,0-1 0 0 0,1 1 0 0 0,0-1 0 0 0,1 1 1 0 0,0 0-1 0 0,5-13 0 0 0,-4 18-293 0 0,0 0 0 0 0,0 0 0 0 0,1 1 0 0 0,0-1 0 0 0,0 1 1 0 0,1 0-1 0 0,-1 0 0 0 0,1 1 0 0 0,0-1 0 0 0,0 1 0 0 0,1 0 0 0 0,-1 0 0 0 0,1 1 1 0 0,0-1-1 0 0,0 1 0 0 0,0 1 0 0 0,0-1 0 0 0,9-2 0 0 0,3 0 18 0 0,0 0 0 0 0,0 2-1 0 0,1-1 1 0 0,-1 2 0 0 0,26 0 0 0 0,-21 2 174 0 0,1 1 1 0 0,-1 1 0 0 0,30 7 0 0 0,-47-8-290 0 0,-1 0 0 0 0,1 1 0 0 0,0-1 0 0 0,-1 1 0 0 0,1 1 1 0 0,-1-1-1 0 0,1 1 0 0 0,-1 0 0 0 0,0 0 0 0 0,0 0 0 0 0,-1 1 0 0 0,1 0 1 0 0,-1 0-1 0 0,0 0 0 0 0,0 0 0 0 0,0 1 0 0 0,0 0 0 0 0,4 7 0 0 0,-7-9 21 0 0,0 1 0 0 0,0 0 0 0 0,-1-1 0 0 0,1 1 0 0 0,-1 0 0 0 0,0-1 0 0 0,0 1 0 0 0,0 0 0 0 0,0-1-1 0 0,-1 1 1 0 0,1 0 0 0 0,-1-1 0 0 0,0 1 0 0 0,0-1 0 0 0,-1 1 0 0 0,1-1 0 0 0,-1 0 0 0 0,1 1 0 0 0,-1-1-1 0 0,0 0 1 0 0,0 0 0 0 0,-1 0 0 0 0,-2 3 0 0 0,-6 8 205 0 0,-1-2 0 0 0,-1 1 0 0 0,-20 15 0 0 0,17-16-122 0 0,-1 0-1 0 0,-1-1 1 0 0,0-1 0 0 0,0 0-1 0 0,-1-1 1 0 0,0-1 0 0 0,-40 10-1 0 0,43-14-233 0 0,0-2 1 0 0,0 1-1 0 0,0-2 0 0 0,-1 0 0 0 0,1-1 0 0 0,0-1 0 0 0,0 0 0 0 0,0-1 0 0 0,0-1 0 0 0,-27-8 0 0 0,31 7-5071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7.0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57 3225 0 0,'0'-5'859'0'0,"-1"0"131"0"0,1-1-1 0 0,0 0 1 0 0,1 0 0 0 0,0 1-1 0 0,-1-1 1 0 0,2 1 0 0 0,1-7-1 0 0,2 41 2672 0 0,0-3-3320 0 0,-3-12-261 0 0,31 261 1506 0 0,-28-215-2538 0 0,-4 0 0 0 0,-9 96-1 0 0,-4-97-4886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7.3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19 206 3681 0 0,'-19'-9'5449'0'0,"28"16"-3942"0"0,23 20-776 0 0,-2 1 1 0 0,-1 2-1 0 0,-1 1 0 0 0,27 38 0 0 0,-52-66-706 0 0,18 24 39 0 0,2-1 0 0 0,1-1-1 0 0,28 23 1 0 0,-40-38-64 0 0,-1-1 0 0 0,2-1 0 0 0,-1 0-1 0 0,1-1 1 0 0,0 0 0 0 0,1-1 0 0 0,0-1 0 0 0,-1 0-1 0 0,28 5 1 0 0,-39-9 52 0 0,1 0 0 0 0,0-1-1 0 0,0 1 1 0 0,0-1 0 0 0,-1 0 0 0 0,1 0-1 0 0,0 0 1 0 0,0 0 0 0 0,0-1 0 0 0,0 1-1 0 0,-1-1 1 0 0,1 1 0 0 0,0-1 0 0 0,-1 0-1 0 0,1 0 1 0 0,0 0 0 0 0,-1-1 0 0 0,1 1-1 0 0,-1-1 1 0 0,4-2 0 0 0,-4 2 104 0 0,0-1 0 0 0,-1 0 1 0 0,1 0-1 0 0,0 0 0 0 0,-1 0 0 0 0,0-1 0 0 0,1 1 0 0 0,-1 0 1 0 0,-1 0-1 0 0,1-1 0 0 0,0 1 0 0 0,-1-1 0 0 0,0 1 1 0 0,0 0-1 0 0,0-1 0 0 0,0-4 0 0 0,-15-148 3291 0 0,0 7-2813 0 0,3 17-578 0 0,2 76-6297 0 0,4 27-734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1.5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73 2761 0 0,'0'0'47'0'0,"0"0"0"0"0,-1 0 0 0 0,1 0 1 0 0,0-1-1 0 0,0 1 0 0 0,0 0 0 0 0,0 0 1 0 0,0 0-1 0 0,-1 0 0 0 0,1 0 142 0 0,0 0-142 0 0,0-1 1 0 0,0 1-1 0 0,0 0 0 0 0,0 0 0 0 0,0 0 1 0 0,-1 0-1 0 0,1 0 0 0 0,0 0 0 0 0,0-1 1 0 0,0 1-1 0 0,0 0 0 0 0,0 0 0 0 0,0 0 1 0 0,0 0-1 0 0,0 0 0 0 0,0-1 0 0 0,0 1 1 0 0,0 0-1 0 0,0 0 0 0 0,0 0 0 0 0,0 0 1 0 0,0 0-1 0 0,0-1 0 0 0,0 1 0 0 0,0 0 1 0 0,0 0-1 0 0,0 0 0 0 0,1 0 0 0 0,-1 0 1 0 0,0-1-1 0 0,0 1 0 0 0,0 0 142 0 0,0 0-142 0 0,1 0 1 0 0,10-7 1295 0 0,12-3 22 0 0,-23 10-1363 0 0,41-12 1064 0 0,1 1 0 0 0,1 2 0 0 0,57-5-1 0 0,-50 11-2896 0 0,55 3-1 0 0,-48 4-5089 0 0,-52-3 6442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1.8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143 1 2761 0 0,'-11'1'683'0'0,"-1"0"-1"0"0,0 0 1 0 0,1 2 0 0 0,-1-1 0 0 0,-21 9 0 0 0,30-9-444 0 0,0-1 0 0 0,0 1 0 0 0,0 0 0 0 0,0 0 0 0 0,0 0 0 0 0,0 0 0 0 0,0 1 0 0 0,1-1 0 0 0,-1 1 0 0 0,1 0 0 0 0,0 0 0 0 0,-1 0 1 0 0,1 0-1 0 0,1 0 0 0 0,-1 0 0 0 0,0 0 0 0 0,1 0 0 0 0,0 1 0 0 0,0-1 0 0 0,0 1 0 0 0,0-1 0 0 0,0 1 0 0 0,0 5 0 0 0,0 14 154 0 0,1 0 0 0 0,0 0 0 0 0,2 0 0 0 0,5 25-1 0 0,26 91-635 0 0,-31-128 114 0 0,7 22-263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2.1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69 7370 0 0,'0'0'62'0'0,"0"1"1"0"0,-1-1 0 0 0,1 0 0 0 0,0 0 0 0 0,0 0 0 0 0,-1 0 0 0 0,1 0 0 0 0,0 0 0 0 0,-1 0-1 0 0,1 0 1 0 0,0 0 0 0 0,0 1 0 0 0,-1-1 0 0 0,1 0 0 0 0,0 0 0 0 0,-1-1 0 0 0,1 1-1 0 0,0 0 1 0 0,0 0 0 0 0,-1 0 0 0 0,1 0 0 0 0,0 0 0 0 0,-1 0 0 0 0,1 0 0 0 0,0 0-1 0 0,0 0 1 0 0,-1-1 0 0 0,1 1 0 0 0,0 0 0 0 0,0 0 0 0 0,-1 0 0 0 0,1-1 0 0 0,0 1 0 0 0,0 0-1 0 0,0 0 1 0 0,-1 0 0 0 0,1-1 0 0 0,0 1 0 0 0,0 0 0 0 0,0 0 0 0 0,0-1 0 0 0,0 1-1 0 0,0 0 1 0 0,-1-1 0 0 0,1 1 0 0 0,0 0 0 0 0,0 0 0 0 0,0-1 0 0 0,0 1 0 0 0,0 0 0 0 0,0-1-1 0 0,0 1 1 0 0,16-15 2401 0 0,30-10 133 0 0,-32 20-2482 0 0,1 0 0 0 0,0 1 0 0 0,0 1 1 0 0,0 1-1 0 0,1 0 0 0 0,-1 1 0 0 0,18 0 0 0 0,2 3-1604 0 0,0 2 1 0 0,35 7 0 0 0,-48-6-3057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2.4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77 45 3225 0 0,'-6'-2'643'0'0,"0"0"0"0"0,1 0 0 0 0,0-1 1 0 0,-1 0-1 0 0,1 0 0 0 0,0 0 1 0 0,1 0-1 0 0,-7-6 0 0 0,-9-6 3831 0 0,20 15-4341 0 0,-1 1 1 0 0,1-1-1 0 0,0 0 0 0 0,0 1 0 0 0,-1-1 0 0 0,1 0 1 0 0,0 1-1 0 0,0-1 0 0 0,-1 1 0 0 0,1-1 0 0 0,0 0 1 0 0,0 1-1 0 0,0-1 0 0 0,0 1 0 0 0,0-1 0 0 0,0 1 1 0 0,0-1-1 0 0,0 1 0 0 0,0-1 0 0 0,0 0 0 0 0,0 1 0 0 0,0-1 1 0 0,0 1-1 0 0,0-1 0 0 0,0 1 0 0 0,0-1 0 0 0,0 0 1 0 0,0 1-1 0 0,1-1 0 0 0,-1 1 0 0 0,0-1 0 0 0,1 1 1 0 0,3 25 166 0 0,-3-23-67 0 0,26 124 570 0 0,-6-42-7008 0 0,-12-53 600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2.7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80 90 1376 0 0,'-6'0'143'0'0,"0"0"-1"0"0,0 0 1 0 0,0 0 0 0 0,0-1-1 0 0,0 0 1 0 0,0 0-1 0 0,0 0 1 0 0,-7-3 0 0 0,12 3-8 0 0,0 1 0 0 0,0-1 0 0 0,0 1 1 0 0,0-1-1 0 0,-1 0 0 0 0,1 1 0 0 0,0-1 1 0 0,0 0-1 0 0,0 0 0 0 0,1 0 1 0 0,-1 1-1 0 0,0-1 0 0 0,0 0 0 0 0,0 0 1 0 0,1-1-1 0 0,-1 1 0 0 0,0 0 0 0 0,0-1 1 0 0,1 0 26 0 0,0 1 0 0 0,0 0 0 0 0,0-1 0 0 0,0 1-1 0 0,0-1 1 0 0,0 1 0 0 0,1 0 0 0 0,-1-1 0 0 0,0 1 0 0 0,1 0 0 0 0,-1-1 0 0 0,1 1 0 0 0,-1 0 0 0 0,1 0 0 0 0,0 0 0 0 0,0-1 0 0 0,-1 1 0 0 0,1 0 0 0 0,0 0 0 0 0,0 0 0 0 0,1-1 0 0 0,3-2 26 0 0,-1 1 0 0 0,1-1 0 0 0,-1 1 0 0 0,1 0 0 0 0,0 0 0 0 0,1 1 0 0 0,-1-1 0 0 0,0 1 0 0 0,1 0 0 0 0,-1 1 0 0 0,1-1 0 0 0,-1 1 0 0 0,1 0 0 0 0,0 1 0 0 0,8-1 0 0 0,11 1-360 0 0,-1 0 0 0 0,30 6 0 0 0,-48-6-258 0 0,0 1-1 0 0,0 0 1 0 0,0 0-1 0 0,0 0 1 0 0,0 1 0 0 0,0 0-1 0 0,0 0 1 0 0,-1 1-1 0 0,1 0 1 0 0,-1 0-1 0 0,9 6 1 0 0,-5 1 383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2.9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 15 1840 0 0,'-10'-15'9049'0'0,"22"48"-8112"0"0,-1 0-1 0 0,9 56 1 0 0,-4-14-1453 0 0,-8-41-120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3.28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97 3225 0 0,'1'-2'110'0'0,"-1"1"1"0"0,1-1-1 0 0,0 1 1 0 0,-1-1-1 0 0,1 1 1 0 0,0 0 0 0 0,0-1-1 0 0,0 1 1 0 0,0 0-1 0 0,0 0 1 0 0,0 0-1 0 0,0 0 1 0 0,0 0-1 0 0,1 0 1 0 0,-1 0 0 0 0,0 0-1 0 0,3-1 1 0 0,27-16 1348 0 0,-25 15-1073 0 0,12-5 370 0 0,0 0 0 0 0,1 1 0 0 0,36-8 0 0 0,-30 10-731 0 0,0 1-1 0 0,1 1 1 0 0,-1 1-1 0 0,0 2 1 0 0,27 2 0 0 0,-31 1-906 0 0,-3 0-2509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3.5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27 6 5529 0 0,'0'0'223'0'0,"-1"-1"1"0"0,1 1-1 0 0,-1-1 0 0 0,0 1 0 0 0,1-1 0 0 0,-1 1 1 0 0,0 0-1 0 0,1-1 0 0 0,-1 1 0 0 0,0 0 1 0 0,1-1-1 0 0,-1 1 0 0 0,0 0 0 0 0,1 0 0 0 0,-1 0 1 0 0,0 0-1 0 0,0 0 0 0 0,1 0 0 0 0,-1 0 1 0 0,0 0-1 0 0,1 0 0 0 0,-1 0 0 0 0,0 0 0 0 0,0 0 1 0 0,1 0-1 0 0,-1 0 0 0 0,0 1 0 0 0,1-1 0 0 0,-1 0 1 0 0,0 1-1 0 0,1-1 0 0 0,-1 0 0 0 0,0 1 1 0 0,0 0-1 0 0,0 2 21 0 0,1-1 0 0 0,-1 0 0 0 0,1 1 0 0 0,0-1 0 0 0,0 0 0 0 0,0 1 0 0 0,0-1 0 0 0,0 0 0 0 0,1 4 0 0 0,0 7-640 0 0,5 58-356 0 0,18 74 1 0 0,-21-126 21 0 0,3 14-4069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3.7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28 456 0 0,'-1'0'5555'0'0,"4"-1"-5400"0"0,99-20 3453 0 0,-87 19-3615 0 0,0 0-1 0 0,0 1 1 0 0,-1 1 0 0 0,1 0-1 0 0,19 3 1 0 0,-18 1-3490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4.0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28 14 2761 0 0,'-10'-6'-171'0'0,"-4"-1"2340"0"0,14 7-2087 0 0,0 1 0 0 0,-1 0 0 0 0,1-1 1 0 0,0 1-1 0 0,-1-1 0 0 0,1 1 1 0 0,0 0-1 0 0,-1-1 0 0 0,1 1 0 0 0,0 0 1 0 0,0-1-1 0 0,0 1 0 0 0,0 0 0 0 0,0-1 1 0 0,0 1-1 0 0,0 0 0 0 0,0-1 1 0 0,0 1-1 0 0,0 0 0 0 0,0-1 0 0 0,0 1 1 0 0,0 0-1 0 0,1-1 0 0 0,-1 1 1 0 0,0-1-1 0 0,1 2 0 0 0,0 6 308 0 0,39 264 5944 0 0,-38-246-6579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5.0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12 7370 0 0,'19'-4'6377'0'0,"-1"1"-6175"0"0,0 1 0 0 0,0 1 0 0 0,1 0 1 0 0,18 2-1 0 0,16 10-1194 0 0,-34-6-19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5.3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97 7370 0 0,'52'-34'3520'0'0,"-23"20"-2573"0"0,55-20-1 0 0,-71 30-1348 0 0,0 1 0 0 0,1 0 0 0 0,26-1-1 0 0,-22 4-3657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5.76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49 4609 0 0,'8'-5'623'0'0,"0"-1"0"0"0,0 1 1 0 0,1 0-1 0 0,-1 1 0 0 0,1 0 0 0 0,1 1 0 0 0,-1 0 0 0 0,14-3 1 0 0,-14 4-1090 0 0,0 0 0 0 0,0 0 0 0 0,0 1 0 0 0,0 1 0 0 0,15 0 0 0 0,-11 2-2731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6.1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57 5985 0 0,'38'-15'3115'0'0,"-12"8"-2693"0"0,-9-1-119 0 0,2 2 0 0 0,-1 0 0 0 0,31-6 1 0 0,-39 11-569 0 0,-1 0 0 0 0,1 1 1 0 0,-1 0-1 0 0,1 0 0 0 0,-1 1 1 0 0,1 0-1 0 0,-1 1 1 0 0,0 0-1 0 0,12 4 0 0 0,-9-1-773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6.3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31 6913 0 0,'0'0'35'0'0,"0"0"-1"0"0,0 1 1 0 0,0-1-1 0 0,0 0 0 0 0,0 0 1 0 0,0 0-1 0 0,0 0 0 0 0,0 0 1 0 0,0 0-1 0 0,0 0 0 0 0,0 0 1 0 0,0 1-1 0 0,0-1 1 0 0,0 0-1 0 0,0 0 0 0 0,0 0 1 0 0,0 0-1 0 0,0 0 0 0 0,0 0 1 0 0,0 0-1 0 0,0 1 0 0 0,0-1 1 0 0,0 0-1 0 0,0 0 1 0 0,0 0-1 0 0,0 0 0 0 0,0 0 1 0 0,0 0-1 0 0,0 0 0 0 0,0 0 1 0 0,0 1-1 0 0,1-1 0 0 0,-1 0 1 0 0,0 0-1 0 0,0 0 1 0 0,0 0-1 0 0,0 0 0 0 0,0 0 1 0 0,0 0-1 0 0,0 0 0 0 0,0 0 1 0 0,0 0-1 0 0,1 0 0 0 0,-1 0 1 0 0,0 0-1 0 0,0 0 1 0 0,0 0-1 0 0,0 0 0 0 0,0 0 1 0 0,0 0-1 0 0,0 0 0 0 0,1 0 1 0 0,-1 0-1 0 0,0 0 0 0 0,0 0 1 0 0,0 0-1 0 0,0 0 1 0 0,0 0-1 0 0,0 0 0 0 0,0 0 1 0 0,1 0-1 0 0,-1 0 0 0 0,0 0 1 0 0,0 0-1 0 0,0 0 0 0 0,0 0 1 0 0,18-2 1283 0 0,18-4 392 0 0,-8-2-1364 0 0,-12 3-53 0 0,-1 1-1 0 0,1 0 1 0 0,21-1-1 0 0,-28 4-899 0 0,-1 1 0 0 0,0 1 0 0 0,0 0 0 0 0,0 0 0 0 0,12 3 0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6.69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96 1840 0 0,'29'-15'5764'0'0,"-1"2"-4259"0"0,66-32 2102 0 0,-83 40-3673 0 0,1 1 0 0 0,0 1 0 0 0,0-1 0 0 0,0 2-1 0 0,0 0 1 0 0,18-1 0 0 0,-15 6-2233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6.93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8290 0 0,'0'2'182'0'0,"1"0"0"0"0,0 0 1 0 0,0 0-1 0 0,0 0 0 0 0,0 0 0 0 0,0 0 1 0 0,0 0-1 0 0,1 0 0 0 0,-1 0 0 0 0,1-1 1 0 0,-1 1-1 0 0,1-1 0 0 0,0 1 1 0 0,-1-1-1 0 0,1 0 0 0 0,0 1 0 0 0,0-1 1 0 0,0 0-1 0 0,0 0 0 0 0,0 0 0 0 0,0 0 1 0 0,0-1-1 0 0,0 1 0 0 0,1-1 0 0 0,-1 1 1 0 0,0-1-1 0 0,0 0 0 0 0,0 0 1 0 0,3 0-1 0 0,32-3 1242 0 0,-6-9-3811 0 0,-20 7-881 0 0,-2 0-170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2.8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371 51 1376 0 0,'-1'-4'237'0'0,"-1"1"0"0"0,1 0 1 0 0,-1 0-1 0 0,0 0 0 0 0,0 0 0 0 0,0 1 0 0 0,0-1 0 0 0,-1 1 0 0 0,1-1 0 0 0,-1 1 0 0 0,1-1 0 0 0,-1 1 1 0 0,0 0-1 0 0,0 1 0 0 0,0-1 0 0 0,0 0 0 0 0,0 1 0 0 0,0-1 0 0 0,-1 1 0 0 0,1 0 0 0 0,0 0 0 0 0,-1 1 0 0 0,1-1 1 0 0,-1 1-1 0 0,1-1 0 0 0,-1 1 0 0 0,1 0 0 0 0,0 0 0 0 0,-1 1 0 0 0,1-1 0 0 0,-1 1 0 0 0,1-1 0 0 0,-1 1 0 0 0,1 0 1 0 0,0 1-1 0 0,0-1 0 0 0,0 0 0 0 0,-1 1 0 0 0,1 0 0 0 0,1 0 0 0 0,-1 0 0 0 0,0 0 0 0 0,0 0 0 0 0,1 0 1 0 0,-4 5-1 0 0,-26 24 653 0 0,-126 139 1148 0 0,152-160-2020 0 0,0 0-1 0 0,1-1 1 0 0,0 2-1 0 0,0-1 1 0 0,1 0-1 0 0,1 1 1 0 0,0 0-1 0 0,0 0 1 0 0,1 0-1 0 0,1 0 1 0 0,-1 20-1 0 0,1 2 33 0 0,3 1 0 0 0,8 54 0 0 0,-9-77-72 0 0,1 0 1 0 0,1-1-1 0 0,0 1 0 0 0,1-1 0 0 0,0 0 0 0 0,0 0 0 0 0,1 0 0 0 0,0 0 0 0 0,1-1 1 0 0,0 0-1 0 0,0 0 0 0 0,1 0 0 0 0,0-1 0 0 0,16 13 0 0 0,-13-13-7 0 0,0-1 0 0 0,1 0 0 0 0,0-1 1 0 0,0 0-1 0 0,0-1 0 0 0,1 0 0 0 0,0-1 0 0 0,0 0 0 0 0,0-1 0 0 0,0-1 0 0 0,1 1 0 0 0,20-1 0 0 0,-13-1 84 0 0,-1 0-1 0 0,1-2 1 0 0,-1-1-1 0 0,0 0 1 0 0,0-2-1 0 0,0 0 1 0 0,0-1 0 0 0,0 0-1 0 0,-1-2 1 0 0,0 0-1 0 0,-1-1 1 0 0,1-1-1 0 0,-1-1 1 0 0,-1 0-1 0 0,0-1 1 0 0,-1-1 0 0 0,0 0-1 0 0,0-1 1 0 0,-2-1-1 0 0,20-24 1 0 0,-20 20 98 0 0,-1 0 1 0 0,-1 0 0 0 0,-1-1-1 0 0,-1 0 1 0 0,-1-1 0 0 0,0 0-1 0 0,-1 0 1 0 0,-2-1 0 0 0,6-31-1 0 0,-9 41-82 0 0,-1 1 0 0 0,0-1 0 0 0,-1 1 0 0 0,0-1-1 0 0,-1 0 1 0 0,0 1 0 0 0,-1-1 0 0 0,0 1 0 0 0,0-1-1 0 0,-1 1 1 0 0,-1 0 0 0 0,1 0 0 0 0,-2 0 0 0 0,1 1-1 0 0,-1-1 1 0 0,-1 1 0 0 0,0 0 0 0 0,0 1-1 0 0,-1-1 1 0 0,-13-13 0 0 0,3 8-167 0 0,0 1 0 0 0,0 1 0 0 0,-1 1 1 0 0,-36-18-1 0 0,43 24 23 0 0,0 1 1 0 0,0 0 0 0 0,0 0-1 0 0,-1 1 1 0 0,0 0 0 0 0,1 1-1 0 0,-1 1 1 0 0,0 0 0 0 0,0 0-1 0 0,-14 2 1 0 0,9 2-795 0 0,1 5-192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3.6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327 191 2761 0 0,'-10'-2'321'0'0,"0"1"1"0"0,0 0 0 0 0,0 1 0 0 0,0 0 0 0 0,0 1 0 0 0,0 0 0 0 0,0 1-1 0 0,0 0 1 0 0,0 0 0 0 0,0 1 0 0 0,1 0 0 0 0,-1 1 0 0 0,-13 7 0 0 0,8-3-46 0 0,-1 0 0 0 0,2 1 0 0 0,-1 1 1 0 0,2 1-1 0 0,-1 0 0 0 0,1 0 0 0 0,-13 17 1 0 0,20-20-239 0 0,0 1 0 0 0,1 0 0 0 0,0 0 0 0 0,0 0 0 0 0,1 1-1 0 0,0 0 1 0 0,1 0 0 0 0,0 0 0 0 0,1 0 0 0 0,0 0 0 0 0,0 0 0 0 0,1 1 0 0 0,1-1 0 0 0,-1 1 0 0 0,2-1 0 0 0,0 1 0 0 0,0-1 0 0 0,5 19 0 0 0,-4-18-77 0 0,1 0 0 0 0,0-1 0 0 0,0 0 0 0 0,2 0 0 0 0,-1 0-1 0 0,1 0 1 0 0,0 0 0 0 0,1-1 0 0 0,0 0 0 0 0,1 0 0 0 0,0-1 0 0 0,0 0 0 0 0,1 0-1 0 0,0-1 1 0 0,0 0 0 0 0,1 0 0 0 0,16 10 0 0 0,-8-10-156 0 0,0-1 0 0 0,1 0 0 0 0,-1-1 0 0 0,1-1 0 0 0,0-1 0 0 0,0 0 0 0 0,0-1 1 0 0,1-1-1 0 0,-1-1 0 0 0,0-1 0 0 0,23-3 0 0 0,-15 0 176 0 0,0-1 1 0 0,0-1 0 0 0,0-1-1 0 0,-1-2 1 0 0,-1 0 0 0 0,1-1-1 0 0,26-17 1 0 0,-42 21 163 0 0,1 0-1 0 0,-1-1 1 0 0,-1 0-1 0 0,1 0 1 0 0,-1-1 0 0 0,0 0-1 0 0,-1-1 1 0 0,0 0-1 0 0,0 0 1 0 0,-1-1-1 0 0,6-11 1 0 0,-6 7 200 0 0,0 0-1 0 0,-1-1 1 0 0,0 0 0 0 0,-1 1-1 0 0,-1-1 1 0 0,-1-1 0 0 0,2-24 0 0 0,-4 16 143 0 0,-1 0 1 0 0,-1 0 0 0 0,-1 1 0 0 0,-1-1-1 0 0,-1 1 1 0 0,-1 0 0 0 0,-1 0 0 0 0,0 1-1 0 0,-2 0 1 0 0,-20-35 0 0 0,25 49-413 0 0,-2 1-1 0 0,1-1 1 0 0,-1 1 0 0 0,0 0 0 0 0,0 1-1 0 0,0 0 1 0 0,-1 0 0 0 0,0 0-1 0 0,-1 0 1 0 0,1 1 0 0 0,-1 1 0 0 0,0-1-1 0 0,0 1 1 0 0,0 1 0 0 0,-1-1 0 0 0,0 1-1 0 0,1 1 1 0 0,-1 0 0 0 0,0 0-1 0 0,-14-1 1 0 0,12 3-310 0 0,1 0-1 0 0,0 0 1 0 0,0 1 0 0 0,-1 1-1 0 0,1-1 1 0 0,0 2 0 0 0,0-1-1 0 0,0 1 1 0 0,1 1-1 0 0,-1 0 1 0 0,1 0 0 0 0,0 1-1 0 0,0 0 1 0 0,0 1 0 0 0,1-1-1 0 0,0 2 1 0 0,-15 13-1 0 0,12-7-758 0 0,0 1-1 0 0,0-1 0 0 0,1 2 1 0 0,-9 17-1 0 0,8-10 790 0 0,1 0-1 0 0,1 1 1 0 0,1 0-1 0 0,-8 38 1 0 0,11-35 188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4.2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252 199 1840 0 0,'-3'-1'124'0'0,"0"-1"1"0"0,1 1-1 0 0,-1-1 0 0 0,0 1 0 0 0,1-1 0 0 0,-1 0 0 0 0,1 0 0 0 0,0 0 0 0 0,-1 0 0 0 0,1 0 0 0 0,-2-3 0 0 0,-25-35 2551 0 0,13 18-1539 0 0,15 20-967 0 0,-1-1 0 0 0,1 1 1 0 0,-1 0-1 0 0,0 0 0 0 0,0 0 0 0 0,0 0 0 0 0,0 0 0 0 0,0 0 0 0 0,0 1 1 0 0,-1-1-1 0 0,1 1 0 0 0,0-1 0 0 0,-1 1 0 0 0,1 0 0 0 0,-1 0 1 0 0,0 0-1 0 0,1 0 0 0 0,-1 0 0 0 0,0 1 0 0 0,1-1 0 0 0,-1 1 0 0 0,0 0 1 0 0,0 0-1 0 0,1 0 0 0 0,-1 0 0 0 0,0 0 0 0 0,0 1 0 0 0,1-1 0 0 0,-1 1 1 0 0,0 0-1 0 0,1-1 0 0 0,-1 1 0 0 0,1 1 0 0 0,-1-1 0 0 0,1 0 0 0 0,-1 0 1 0 0,1 1-1 0 0,0 0 0 0 0,-4 3 0 0 0,-1 1-57 0 0,0 1 0 0 0,1 0 0 0 0,0 1-1 0 0,1-1 1 0 0,0 1 0 0 0,0 0 0 0 0,0 0 0 0 0,1 0 0 0 0,1 1 0 0 0,-6 15 0 0 0,5-4-180 0 0,0 0 0 0 0,2 0 0 0 0,0 0 1 0 0,1 0-1 0 0,1 1 0 0 0,3 26 1 0 0,4 6-639 0 0,16 61 0 0 0,-15-80-152 0 0,26 64 0 0 0,-28-84 480 0 0,1 0 0 0 0,0-1-1 0 0,1 1 1 0 0,0-2 0 0 0,1 1 0 0 0,22 22-1 0 0,-27-31 273 0 0,0 0 0 0 0,0-1 0 0 0,1 1-1 0 0,-1-1 1 0 0,1 0 0 0 0,0 0 0 0 0,0-1-1 0 0,0 0 1 0 0,0 1 0 0 0,1-1 0 0 0,-1-1-1 0 0,1 1 1 0 0,-1-1 0 0 0,1 0 0 0 0,10 0-1 0 0,-8-1 89 0 0,-1-1-1 0 0,1 0 1 0 0,-1 0-1 0 0,1-1 0 0 0,-1 0 1 0 0,0 0-1 0 0,0-1 0 0 0,0 0 1 0 0,0 0-1 0 0,12-8 0 0 0,-7 3 122 0 0,-1 0 0 0 0,0-1 0 0 0,0-1-1 0 0,-1 0 1 0 0,0 0 0 0 0,-1-1-1 0 0,0 0 1 0 0,0-1 0 0 0,-1 0 0 0 0,-1 0-1 0 0,0-1 1 0 0,5-14 0 0 0,6-31 1369 0 0,-3-1 0 0 0,-2 0 1 0 0,7-100-1 0 0,-18 144-1237 0 0,-1 0 0 0 0,-1 0 0 0 0,0-1 0 0 0,-1 1 0 0 0,-1 0-1 0 0,0 0 1 0 0,-7-23 0 0 0,6 31-192 0 0,1 0 0 0 0,-1 1 0 0 0,0-1 0 0 0,-1 0 0 0 0,0 1 0 0 0,0 0-1 0 0,0 0 1 0 0,-1 0 0 0 0,1 1 0 0 0,-1 0 0 0 0,-1-1 0 0 0,1 2 0 0 0,-1-1 0 0 0,0 1 0 0 0,0-1-1 0 0,0 2 1 0 0,-11-6 0 0 0,-13-3-177 0 0,-1 1 0 0 0,1 2 0 0 0,-2 1 0 0 0,-46-6-1 0 0,50 14-1335 0 0,10 3-2534 0 0,4 3-620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5.0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288 84 3225 0 0,'-1'-5'396'0'0,"-1"0"1"0"0,0 0-1 0 0,-1 1 0 0 0,1-1 1 0 0,-1 0-1 0 0,0 1 1 0 0,0 0-1 0 0,0-1 1 0 0,-1 1-1 0 0,0 1 1 0 0,1-1-1 0 0,-1 0 0 0 0,0 1 1 0 0,-1 0-1 0 0,1 0 1 0 0,-1 0-1 0 0,1 0 1 0 0,-9-2-1 0 0,9 3-211 0 0,0 1 0 0 0,0 0 0 0 0,-1 0 0 0 0,1 0 1 0 0,-1 1-1 0 0,1 0 0 0 0,0 0 0 0 0,-1 0 0 0 0,1 0 0 0 0,-1 0 0 0 0,1 1 0 0 0,0 0 0 0 0,-1 0 0 0 0,1 0 0 0 0,0 1 0 0 0,0-1 0 0 0,-1 1 1 0 0,2 0-1 0 0,-1 0 0 0 0,0 0 0 0 0,0 1 0 0 0,-4 3 0 0 0,-3 4-133 0 0,1 1 0 0 0,0-1-1 0 0,1 2 1 0 0,0 0 0 0 0,0 0 0 0 0,1 0 0 0 0,1 1 0 0 0,0 0 0 0 0,1 1 0 0 0,0 0-1 0 0,1 0 1 0 0,1 0 0 0 0,0 0 0 0 0,1 1 0 0 0,0-1 0 0 0,2 1 0 0 0,-1 0 0 0 0,2 0-1 0 0,0-1 1 0 0,2 17 0 0 0,-1-16-87 0 0,2 0 0 0 0,-1 0 0 0 0,2 0 0 0 0,0 0 0 0 0,1 0 1 0 0,0-1-1 0 0,1 0 0 0 0,13 22 0 0 0,-13-26 2 0 0,1-1-1 0 0,0 0 1 0 0,0 0 0 0 0,1 0 0 0 0,0-1 0 0 0,0 0 0 0 0,1-1 0 0 0,0 0-1 0 0,1 0 1 0 0,-1-1 0 0 0,1 0 0 0 0,11 4 0 0 0,-9-4-81 0 0,0-2 0 0 0,0 0 0 0 0,0 0 0 0 0,0-1-1 0 0,0 0 1 0 0,1-1 0 0 0,0-1 0 0 0,-1 0 0 0 0,14-1 0 0 0,-19 0 101 0 0,0-1 1 0 0,0 0 0 0 0,1-1-1 0 0,-1 0 1 0 0,0 0-1 0 0,-1-1 1 0 0,1 1 0 0 0,0-1-1 0 0,-1-1 1 0 0,1 1-1 0 0,-1-1 1 0 0,0-1 0 0 0,0 1-1 0 0,-1-1 1 0 0,0 0-1 0 0,1 0 1 0 0,4-6 0 0 0,26-38 650 0 0,49-86-1 0 0,-53 83 89 0 0,-31 50-695 0 0,6-9 76 0 0,0-1 0 0 0,-1 1 0 0 0,0-1 0 0 0,-1 0 0 0 0,4-14 0 0 0,-8 23-106 0 0,-1-1 0 0 0,1 1-1 0 0,-1 0 1 0 0,0 0-1 0 0,1 0 1 0 0,-1-1-1 0 0,-1 1 1 0 0,1 0 0 0 0,0 0-1 0 0,-1-1 1 0 0,0 1-1 0 0,0 0 1 0 0,0 0 0 0 0,0 0-1 0 0,0 0 1 0 0,0 0-1 0 0,-1 0 1 0 0,1 0-1 0 0,-1 1 1 0 0,0-1 0 0 0,0 0-1 0 0,0 1 1 0 0,0-1-1 0 0,-1 1 1 0 0,-4-4 0 0 0,-7-3 1 0 0,-1 0 0 0 0,1 1-1 0 0,-1 0 1 0 0,-1 2 0 0 0,1 0 0 0 0,-23-6 0 0 0,-24-9-761 0 0,38 11 32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5.6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66 1376 0 0,'-17'-4'886'0'0,"27"-3"1498"0"0,33-8 1261 0 0,-41 14-3688 0 0,32-9 1231 0 0,0 2 0 0 0,36-3 0 0 0,25 3-3315 0 0,-80 6-1445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5.84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66 18 6449 0 0,'-23'-7'708'0'0,"18"5"381"0"0,-1 0 0 0 0,1 0 0 0 0,-1 1 0 0 0,1-1 0 0 0,-9 1 0 0 0,13 4-781 0 0,1 0 0 0 0,-1 1 0 0 0,1-1 0 0 0,0 1 0 0 0,1-1 0 0 0,-1 0 0 0 0,2 6 0 0 0,-2-5-205 0 0,15 84-111 0 0,-7-50-2902 0 0,-5-28 1250 0 0,4 21-3355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6.24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 11 2304 0 0,'-21'10'1917'0'0,"31"-10"154"0"0,-4-1-1551 0 0,64-3 2768 0 0,-5 0-2607 0 0,-1-3-3763 0 0,-40 2-232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6.4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45 0 6449 0 0,'-3'1'294'0'0,"0"0"0"0"0,0 1 0 0 0,0-1-1 0 0,0 0 1 0 0,0 1 0 0 0,0 0 0 0 0,1 0-1 0 0,-1 0 1 0 0,1 0 0 0 0,-1 0 0 0 0,1 1-1 0 0,-4 4 1 0 0,5-4-26 0 0,0 0-1 0 0,0 0 0 0 0,0 0 1 0 0,1 0-1 0 0,-1 0 1 0 0,1 0-1 0 0,0 0 0 0 0,0 0 1 0 0,0 0-1 0 0,0 0 1 0 0,0 0-1 0 0,1 0 0 0 0,0 0 1 0 0,1 5-1 0 0,40 182-1393 0 0,-35-154-160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6.91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5529 0 0,'0'0'423'0'0,"21"3"2488"0"0,76 15 450 0 0,3 1-2480 0 0,-77-16-2538 0 0,0-1 0 0 0,30-1 0 0 0,-37-2-1852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7.16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 1 4145 0 0,'-2'0'281'0'0,"0"1"0"0"0,1 0-1 0 0,-1 0 1 0 0,0 0 0 0 0,0 0 0 0 0,1 0 0 0 0,-1 0-1 0 0,1 1 1 0 0,-1-1 0 0 0,1 0 0 0 0,0 1 0 0 0,-1-1 0 0 0,1 1-1 0 0,0-1 1 0 0,0 1 0 0 0,0 0 0 0 0,0 0 0 0 0,0-1 0 0 0,0 1-1 0 0,1 0 1 0 0,-1 0 0 0 0,1 0 0 0 0,-1 0 0 0 0,1 0 0 0 0,0 0-1 0 0,-1 2 1 0 0,1 6 180 0 0,0 0 0 0 0,1 0 0 0 0,-1 0 0 0 0,4 10-1 0 0,-1 6-76 0 0,5 67 54 0 0,5 62-1840 0 0,-9-53-3303 0 0,-3-47 1552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7.6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56 4145 0 0,'47'-26'4593'0'0,"-36"21"-4046"0"0,0 0 0 0 0,1 0-1 0 0,0 1 1 0 0,0 1 0 0 0,13-2 0 0 0,-19 4-770 0 0,-1 0 0 0 0,1 0 0 0 0,0 1-1 0 0,0 0 1 0 0,0 1 0 0 0,0-1 0 0 0,0 1 0 0 0,0 0 0 0 0,0 0-1 0 0,-1 1 1 0 0,1 0 0 0 0,10 5 0 0 0,-7-2-3206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7.82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 0 5529 0 0,'-3'4'460'0'0,"0"0"1"0"0,1 0-1 0 0,-1 0 0 0 0,1 0 0 0 0,0 1 0 0 0,0-1 1 0 0,1 0-1 0 0,-1 1 0 0 0,1 0 0 0 0,0-1 1 0 0,0 1-1 0 0,0 0 0 0 0,1 6 0 0 0,1 71 1362 0 0,0-66-1682 0 0,6 77-1542 0 0,-3-61-3128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8.9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293 70 2761 0 0,'0'-2'133'0'0,"-1"1"0"0"0,1 0 0 0 0,-1 0 1 0 0,0 0-1 0 0,1 0 0 0 0,-1 0 0 0 0,0 0 1 0 0,0 1-1 0 0,0-1 0 0 0,0 0 1 0 0,0 0-1 0 0,0 1 0 0 0,0-1 0 0 0,0 0 1 0 0,0 1-1 0 0,0-1 0 0 0,0 1 0 0 0,-1-1 1 0 0,1 1-1 0 0,0 0 0 0 0,0 0 1 0 0,-2-1-1 0 0,-1 1 20 0 0,1 0 0 0 0,0 0 0 0 0,0 1 0 0 0,0-1 0 0 0,-1 1 0 0 0,1 0 1 0 0,0 0-1 0 0,-5 2 0 0 0,-1 1 5 0 0,0 1 0 0 0,-1 0 0 0 0,2 1 0 0 0,-13 9 0 0 0,-2 7 103 0 0,2 0 0 0 0,0 2 1 0 0,2 0-1 0 0,1 1 1 0 0,1 1-1 0 0,1 0 0 0 0,-18 41 1 0 0,32-61-259 0 0,0-1 0 0 0,0 0 0 0 0,1 1 0 0 0,0 0-1 0 0,0-1 1 0 0,0 1 0 0 0,1-1 0 0 0,0 1 0 0 0,0 0 0 0 0,1-1 0 0 0,-1 1 0 0 0,1 0 0 0 0,0-1 0 0 0,1 1 0 0 0,-1-1 0 0 0,1 1 0 0 0,0-1-1 0 0,0 0 1 0 0,6 9 0 0 0,5 7-33 0 0,1-1-1 0 0,1 0 0 0 0,22 23 1 0 0,-21-25-21 0 0,-1-2-110 0 0,1-2-1 0 0,1 0 1 0 0,0 0-1 0 0,1-2 1 0 0,0 0-1 0 0,1-1 1 0 0,0-1-1 0 0,1-1 1 0 0,0-1-1 0 0,0 0 1 0 0,1-1-1 0 0,0-2 1 0 0,0 0-1 0 0,0-1 1 0 0,1-1-1 0 0,0-1 1 0 0,-1-1-1 0 0,1-1 1 0 0,0-1-1 0 0,-1-1 1 0 0,1-1-1 0 0,25-6 1 0 0,-35 4 365 0 0,0 1 0 0 0,-1-2 0 0 0,1 1 0 0 0,-2-2 0 0 0,1 1 1 0 0,-1-2-1 0 0,0 1 0 0 0,0-1 0 0 0,-1-1 0 0 0,0 0 0 0 0,0 0 0 0 0,-1-1 0 0 0,0 0 0 0 0,-1 0 0 0 0,0-1 0 0 0,8-18 1 0 0,-6 11 226 0 0,-1 0 1 0 0,-1-1 0 0 0,-1 1 0 0 0,0-2 0 0 0,-1 1 0 0 0,-1-1 0 0 0,-1 1 0 0 0,-1-1-1 0 0,-1-37 1 0 0,-2 44-215 0 0,-1-1 0 0 0,0 0 0 0 0,-1 1 0 0 0,-1 0 0 0 0,0 0 0 0 0,0 0 0 0 0,-2 0 0 0 0,1 0 0 0 0,-2 1 0 0 0,0 0 0 0 0,0 0 0 0 0,-1 1 0 0 0,0 0 0 0 0,-14-13 0 0 0,8 10-153 0 0,-1 0 0 0 0,-1 1 1 0 0,0 1-1 0 0,-1 0 0 0 0,0 2 0 0 0,-1 0 0 0 0,0 0 0 0 0,-1 2 0 0 0,-22-7 0 0 0,33 12-220 0 0,0 1 0 0 0,-1 0 0 0 0,1 0 0 0 0,-1 1 0 0 0,1 0 1 0 0,-1 1-1 0 0,0 0 0 0 0,-17 2 0 0 0,3 2-922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9.1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1 146 2240 0 0,'0'-2'220'0'0,"1"-1"0"0"0,0 0-1 0 0,0 0 1 0 0,0 1-1 0 0,0-1 1 0 0,0 1-1 0 0,0-1 1 0 0,1 1 0 0 0,-1-1-1 0 0,1 1 1 0 0,0 0-1 0 0,-1 0 1 0 0,1 0-1 0 0,3-2 1 0 0,34-31 4494 0 0,-30 28-4189 0 0,3-3 286 0 0,0 0 0 0 0,1 1 0 0 0,22-13 0 0 0,-29 20-870 0 0,0-1 0 0 0,0 1 0 0 0,0 0 0 0 0,-1 1 1 0 0,2-1-1 0 0,-1 1 0 0 0,0 0 0 0 0,0 1 0 0 0,0-1 1 0 0,0 1-1 0 0,1 1 0 0 0,7 0 0 0 0,-1 2-886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9.6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 46 1376 0 0,'-2'1'167'0'0,"-9"1"2415"0"0,14-4-2507 0 0,7-3-106 0 0,0 0 1 0 0,0 1 0 0 0,1 0-1 0 0,-1 1 1 0 0,1 0 0 0 0,13-1-1 0 0,32-10 136 0 0,-48 10 996 0 0,-7 3-1021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0.1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372 73 456 0 0,'-5'-2'349'0'0,"0"-1"0"0"0,0 1 0 0 0,0 1 0 0 0,0-1 0 0 0,-1 1 0 0 0,1 0 0 0 0,0 0 0 0 0,0 0 0 0 0,-1 1 0 0 0,1-1 0 0 0,0 2 0 0 0,-7-1-1 0 0,-2 2 331 0 0,-1 0-1 0 0,1 0 0 0 0,-18 7 1 0 0,19-5-447 0 0,1 1 1 0 0,-1 1-1 0 0,1 0 0 0 0,1 0 1 0 0,-1 2-1 0 0,1-1 1 0 0,0 1-1 0 0,1 1 1 0 0,0 0-1 0 0,1 0 0 0 0,-1 1 1 0 0,2 0-1 0 0,-1 1 1 0 0,-8 16-1 0 0,9-14-216 0 0,0 1-1 0 0,1 0 1 0 0,1 1-1 0 0,1-1 0 0 0,0 1 1 0 0,1 0-1 0 0,0 0 1 0 0,1 1-1 0 0,1-1 1 0 0,1 1-1 0 0,0-1 1 0 0,2 20-1 0 0,-1-27-66 0 0,1 0 0 0 0,0 0 1 0 0,1 1-1 0 0,0-1 0 0 0,0-1 0 0 0,1 1 0 0 0,0 0 0 0 0,0-1 0 0 0,1 1 1 0 0,-1-1-1 0 0,2 0 0 0 0,-1 0 0 0 0,1-1 0 0 0,0 1 0 0 0,1-1 0 0 0,-1 0 1 0 0,1 0-1 0 0,0-1 0 0 0,1 0 0 0 0,11 7 0 0 0,-6-5-58 0 0,0-1 0 0 0,0-1 0 0 0,1 0 0 0 0,-1-1 1 0 0,1-1-1 0 0,0 0 0 0 0,1 0 0 0 0,-1-1 0 0 0,0-1 0 0 0,1 0 0 0 0,24-2 0 0 0,-13-1 205 0 0,0-2 0 0 0,0 0 0 0 0,-1-2 0 0 0,1 0 0 0 0,-1-2 0 0 0,0-1 1 0 0,-1-1-1 0 0,38-21 0 0 0,-47 23 106 0 0,-1-1 0 0 0,0 0 0 0 0,-1-1 0 0 0,0 0 0 0 0,0 0 0 0 0,-1-2 0 0 0,-1 1 0 0 0,0-1 0 0 0,0-1 0 0 0,-1 0 0 0 0,-1 0 0 0 0,0-1 0 0 0,-1 0 0 0 0,0 0 0 0 0,5-19 0 0 0,-10 23-25 0 0,0 0 0 0 0,-1 0 0 0 0,0 0 0 0 0,0 0 0 0 0,-1-1 0 0 0,-1 1 0 0 0,1 0 0 0 0,-2 0 0 0 0,1-1 0 0 0,-2 1 0 0 0,1 0 0 0 0,-1 1 0 0 0,-1-1-1 0 0,0 0 1 0 0,0 1 0 0 0,-1 0 0 0 0,0 0 0 0 0,0 0 0 0 0,-1 1 0 0 0,0 0 0 0 0,-14-15 0 0 0,10 13-221 0 0,0 1 0 0 0,0 0-1 0 0,-1 0 1 0 0,0 1 0 0 0,0 1-1 0 0,-1 0 1 0 0,0 0-1 0 0,0 1 1 0 0,-1 0 0 0 0,1 1-1 0 0,-1 1 1 0 0,-1 0 0 0 0,1 1-1 0 0,0 0 1 0 0,-1 1 0 0 0,-17 0-1 0 0,-4 6-5173 0 0,20 0 447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1.0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269 33 920 0 0,'-1'-1'115'0'0,"0"-1"1"0"0,1 0-1 0 0,-1 0 0 0 0,0 0 1 0 0,0 0-1 0 0,0 0 0 0 0,-1 1 0 0 0,1-1 1 0 0,0 0-1 0 0,-1 1 0 0 0,1-1 1 0 0,-1 1-1 0 0,1 0 0 0 0,-1-1 0 0 0,0 1 1 0 0,0 0-1 0 0,1 0 0 0 0,-1 0 0 0 0,0 0 1 0 0,-4-1-1 0 0,3 2 31 0 0,0 0-1 0 0,0-1 1 0 0,0 1 0 0 0,0 0 0 0 0,0 1-1 0 0,0-1 1 0 0,0 0 0 0 0,0 1-1 0 0,0 0 1 0 0,0 0 0 0 0,0 0-1 0 0,-5 2 1 0 0,0 1 94 0 0,0 1 0 0 0,0 0 0 0 0,1 0 0 0 0,0 1 0 0 0,-1 0 0 0 0,2 0 0 0 0,-1 0 0 0 0,-8 12 0 0 0,-2 6-69 0 0,2-1 0 0 0,0 2 0 0 0,2 0 0 0 0,1 1 0 0 0,1 0 0 0 0,-13 46 0 0 0,21-62-175 0 0,0 0 1 0 0,1 1-1 0 0,1-1 0 0 0,0 1 0 0 0,0-1 1 0 0,1 1-1 0 0,0-1 0 0 0,1 1 0 0 0,0 0 1 0 0,1-1-1 0 0,0 0 0 0 0,1 1 1 0 0,0-1-1 0 0,0 0 0 0 0,1 0 0 0 0,1-1 1 0 0,-1 1-1 0 0,1-1 0 0 0,1 0 1 0 0,13 16-1 0 0,-12-18-87 0 0,0-1 1 0 0,1 0 0 0 0,0 0-1 0 0,0-1 1 0 0,0 0-1 0 0,1 0 1 0 0,-1-1 0 0 0,1 0-1 0 0,0-1 1 0 0,0 0 0 0 0,1 0-1 0 0,-1-1 1 0 0,1 0-1 0 0,11 1 1 0 0,-5-2 113 0 0,-1 0 0 0 0,1-1 0 0 0,0-1 0 0 0,-1 0 0 0 0,1-1-1 0 0,0 0 1 0 0,-1-2 0 0 0,16-4 0 0 0,-19 3 187 0 0,0 0 0 0 0,-1-1-1 0 0,0 0 1 0 0,1 0 0 0 0,-2-1-1 0 0,1-1 1 0 0,-1 0-1 0 0,0 0 1 0 0,-1-1 0 0 0,0 0-1 0 0,-1-1 1 0 0,1 0 0 0 0,-2 0-1 0 0,1-1 1 0 0,-2 0 0 0 0,1 0-1 0 0,-2 0 1 0 0,1-1 0 0 0,-2 0-1 0 0,1 0 1 0 0,-2 0 0 0 0,1-1-1 0 0,-2 1 1 0 0,0-1 0 0 0,0 0-1 0 0,-1 0 1 0 0,-1 0 0 0 0,-1-20-1 0 0,-1 20-14 0 0,0 1 0 0 0,-1-1 1 0 0,0 0-1 0 0,-1 1 0 0 0,0 0 0 0 0,-1 0 0 0 0,-1 0 0 0 0,0 0 0 0 0,0 1 1 0 0,-1 0-1 0 0,-12-14 0 0 0,12 17-260 0 0,0 1 1 0 0,-1 0-1 0 0,0 0 0 0 0,0 1 1 0 0,-1 0-1 0 0,0 0 0 0 0,0 1 1 0 0,0 0-1 0 0,-1 1 1 0 0,1 0-1 0 0,-1 1 0 0 0,0 0 1 0 0,0 0-1 0 0,-17-2 1 0 0,1 3-3556 0 0,2 1-1200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1.25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1 163 920 0 0,'2'-4'496'0'0,"0"0"0"0"0,1 0 0 0 0,-1 0-1 0 0,1 1 1 0 0,0-1 0 0 0,0 1 0 0 0,0 0-1 0 0,1 0 1 0 0,5-5 0 0 0,1 0 309 0 0,2-5 129 0 0,5-4 157 0 0,1 0 0 0 0,24-17 1 0 0,-37 29-1208 0 0,2 2-1 0 0,-1-1 1 0 0,0 0 0 0 0,1 1 0 0 0,-1 0-1 0 0,1 1 1 0 0,0 0 0 0 0,0 0-1 0 0,0 0 1 0 0,0 1 0 0 0,0 0 0 0 0,9 0-1 0 0,-6 1-3301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2.1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219 128 1376 0 0,'-3'-1'123'0'0,"0"0"-1"0"0,1 1 0 0 0,-1 0 0 0 0,0-1 1 0 0,0 1-1 0 0,0 0 0 0 0,1 1 0 0 0,-1-1 1 0 0,0 0-1 0 0,0 1 0 0 0,1-1 0 0 0,-1 1 1 0 0,0 0-1 0 0,-4 2 0 0 0,-36 19 973 0 0,33-16-990 0 0,0 0 0 0 0,0 1 0 0 0,1 0 0 0 0,0 1 0 0 0,1 0 0 0 0,-1 0 0 0 0,1 1-1 0 0,1 0 1 0 0,0 0 0 0 0,0 1 0 0 0,1 0 0 0 0,-6 12 0 0 0,9-14-37 0 0,0 0-1 0 0,0 0 1 0 0,1 0-1 0 0,0 1 1 0 0,0 0-1 0 0,1-1 1 0 0,0 1 0 0 0,1-1-1 0 0,0 1 1 0 0,0 0-1 0 0,1 0 1 0 0,0-1-1 0 0,0 1 1 0 0,1-1-1 0 0,0 1 1 0 0,7 15-1 0 0,0-3-110 0 0,1 0-1 0 0,1-1 1 0 0,2 0-1 0 0,0-1 1 0 0,0 0-1 0 0,2-1 0 0 0,0-1 1 0 0,1 0-1 0 0,1-2 1 0 0,28 22-1 0 0,-34-29 12 0 0,0-1 0 0 0,0-1-1 0 0,1 0 1 0 0,-1-1 0 0 0,1 0 0 0 0,0 0-1 0 0,1-2 1 0 0,24 5 0 0 0,-28-7 28 0 0,0 0 1 0 0,1-1-1 0 0,-1 0 1 0 0,1-1-1 0 0,-1 0 1 0 0,1 0-1 0 0,-1-1 1 0 0,0 0-1 0 0,0-1 1 0 0,0 0-1 0 0,0 0 1 0 0,0-1-1 0 0,9-6 1 0 0,-10 6 133 0 0,-2-1 0 0 0,1 0 0 0 0,-1-1 0 0 0,1 0 0 0 0,-1 0 0 0 0,-1 0 0 0 0,1 0 0 0 0,-1-1 0 0 0,0 0 0 0 0,-1 0 0 0 0,0 0 0 0 0,0-1 0 0 0,0 1 0 0 0,-1-1 0 0 0,0 0 0 0 0,-1 0 0 0 0,2-10 0 0 0,2-13 568 0 0,-2-1 0 0 0,-1 0 1 0 0,-1-37-1 0 0,-1 45-17 0 0,-1-2-113 0 0,-1-109 2462 0 0,0 117-2760 0 0,-1 1-1 0 0,0 0 0 0 0,-2 0 0 0 0,0 1 0 0 0,-11-29 0 0 0,13 39-330 0 0,-2 1 0 0 0,1-1 0 0 0,0 0 0 0 0,-1 1-1 0 0,0 0 1 0 0,0 0 0 0 0,-1 0 0 0 0,-8-7 0 0 0,10 10-148 0 0,1 0 1 0 0,-1 0-1 0 0,1 1 1 0 0,-1-1-1 0 0,0 0 1 0 0,0 1-1 0 0,1 0 1 0 0,-1 0-1 0 0,0 0 1 0 0,0 0-1 0 0,0 0 1 0 0,0 1-1 0 0,0-1 1 0 0,0 1-1 0 0,-1 0 1 0 0,1 0-1 0 0,0 0 1 0 0,0 0-1 0 0,0 1 1 0 0,-5 0-1 0 0,-4 5-1006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2.51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61 38 2761 0 0,'-5'1'299'0'0,"0"0"0"0"0,0 0 1 0 0,-1 0-1 0 0,1-1 1 0 0,0 1-1 0 0,0-1 0 0 0,-1-1 1 0 0,1 1-1 0 0,-8-2 1 0 0,36-10 4858 0 0,1 4-4257 0 0,0 2 0 0 0,28-5 0 0 0,-33 9-1050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5.09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1524 1 2304 0 0,'0'0'1577'0'0,"-10"7"2646"0"0,-52 10-3470 0 0,-79 26 1136 0 0,77-22-1608 0 0,0-3 0 0 0,-2-2 0 0 0,-75 7 0 0 0,47-13 322 0 0,-156-5 0 0 0,196-9-431 0 0,0-2-1 0 0,-63-15 1 0 0,-102-36-191 0 0,127 31-270 0 0,79 22-337 0 0,-1 1 0 0 0,1 0 1 0 0,0 1-1 0 0,-15 0 0 0 0,13 2-3167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5.5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1 6913 0 0,'-1'1'25'0'0,"0"0"1"0"0,0 0-1 0 0,0 0 0 0 0,0 1 0 0 0,0-1 0 0 0,1 0 0 0 0,-1 1 0 0 0,0-1 0 0 0,1 0 0 0 0,-1 1 0 0 0,1-1 0 0 0,-1 1 0 0 0,1-1 0 0 0,0 1 0 0 0,0 2 0 0 0,-2 31-495 0 0,2-21 598 0 0,-6 134 380 0 0,7 0 0 0 0,33 245 0 0 0,-1-167-86 0 0,84 723-925 0 0,-47-412 1128 0 0,-10-117 102 0 0,-33-228-87 0 0,3 44 187 0 0,-29-208-3843 0 0,-5 54-1 0 0,2-67 2154 0 0,1-6-778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7.60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 6 920 0 0,'-1'-1'121'0'0,"1"1"1"0"0,0 0-1 0 0,-1-1 0 0 0,1 1 1 0 0,-1-1-1 0 0,1 1 0 0 0,-1 0 0 0 0,1-1 1 0 0,0 1-1 0 0,-1 0 0 0 0,0-1 1 0 0,1 1-1 0 0,-1 0 0 0 0,1 0 0 0 0,-1 0 1 0 0,1-1-1 0 0,-1 1 0 0 0,1 0 0 0 0,-1 0 1 0 0,0 0-1 0 0,1 0 0 0 0,-1 0 1 0 0,1 0-1 0 0,-1 0 0 0 0,1 0 0 0 0,-1 0 1 0 0,0 1-1 0 0,1-1 0 0 0,-1 0 0 0 0,1 0 1 0 0,-1 0-1 0 0,1 1 0 0 0,-1-1 1 0 0,1 0-1 0 0,-1 0 0 0 0,1 1 0 0 0,-1-1 1 0 0,1 1-1 0 0,-1-1 0 0 0,1 0 1 0 0,0 1-1 0 0,-1-1 0 0 0,1 1 0 0 0,0-1 1 0 0,-1 1-1 0 0,1-1 0 0 0,0 1 0 0 0,0-1 1 0 0,-1 1-1 0 0,1-1 0 0 0,0 1 1 0 0,0 0-1 0 0,-7 20 2951 0 0,7-8-4117 0 0,6 40 1799 0 0,3 1-1 0 0,18 59 1 0 0,-3-12 237 0 0,-19-71-616 0 0,-1 1 1 0 0,-1 49 0 0 0,0-74-2537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8.3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20 129 456 0 0,'-20'2'3216'0'0,"34"-1"-427"0"0,892-17 4225 0 0,-445-33-5218 0 0,-124-11 249 0 0,-333 59-2355 0 0,37-5 695 0 0,-39 6-1041 0 0,0 0 0 0 0,0 0 1 0 0,1 1-1 0 0,-1-1 0 0 0,0 0 1 0 0,0 1-1 0 0,0-1 0 0 0,0 1 1 0 0,0 0-1 0 0,2 1 0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9.91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33 920 0 0,'0'-2'172'0'0,"0"0"-1"0"0,1 0 1 0 0,-1 0 0 0 0,1 0-1 0 0,-1 0 1 0 0,1 0-1 0 0,0 0 1 0 0,0 0 0 0 0,0 0-1 0 0,0 0 1 0 0,0 0-1 0 0,0 0 1 0 0,1 0-1 0 0,2-2 1 0 0,-3 8 203 0 0,1 0 0 0 0,-1 0 0 0 0,1 0 0 0 0,-1 0 0 0 0,-1 0 1 0 0,1 0-1 0 0,0 7 0 0 0,53 482 2557 0 0,-50-428-2539 0 0,-2-35 744 0 0,0 1 1 0 0,-5 47-1 0 0,2-51-3268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20.4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83 456 0 0,'9'-35'703'0'0,"8"-13"10899"0"0,-18 68-10702 0 0,0-10-758 0 0,-2 74 343 0 0,3 1 0 0 0,22 162-1 0 0,-6-98-202 0 0,86 539-50 0 0,-14-125-184 0 0,-56-163 59 0 0,-26-304-14 0 0,-4-34 171 0 0,-1-19-5059 0 0,0-26-140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21.3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0 415 2304 0 0,'24'-10'342'0'0,"0"0"0"0"0,0 2 0 0 0,1 0 0 0 0,0 2 0 0 0,0 1 0 0 0,30-3 0 0 0,159 1 3029 0 0,-129 7-2918 0 0,398-36 243 0 0,-2-37 0 0 0,-151 32-696 0 0,-178 24 0 0 0,291-10 0 0 0,-275 20 0 0 0,17 1 0 0 0,268-24 0 0 0,-196-16 431 0 0,182-21-155 0 0,60 65-774 0 0,0 36 708 0 0,-394-26-141 0 0,332-1 2375 0 0,-96-6-1556 0 0,-217 10 93 0 0,234 53 1 0 0,-185-28-580 0 0,-135-29-576 0 0,-1-2 0 0 0,54 1-1 0 0,-71-6 40 0 0,0-1 0 0 0,0-1 0 0 0,0-1 0 0 0,0-1 0 0 0,-1 0 0 0 0,26-10 0 0 0,-36 10-1508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23.1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11 297 2761 0 0,'-10'-3'2446'0'0,"19"-4"-1363"0"0,24-6-578 0 0,-33 13-491 0 0,53-14 403 0 0,-1 2-1 0 0,2 2 0 0 0,-1 3 1 0 0,68-1-1 0 0,111-17-481 0 0,202-53-391 0 0,-216 25-228 0 0,-155 35 938 0 0,1 2 1 0 0,1 3-1 0 0,78-5 0 0 0,-138 18-173 0 0,0-1 94 0 0,0 1-1 0 0,0-1 1 0 0,0 1-1 0 0,0 1 0 0 0,0-1 1 0 0,0 0-1 0 0,0 1 1 0 0,0 0-1 0 0,0 0 1 0 0,0 1-1 0 0,-1 0 1 0 0,1-1-1 0 0,4 4 0 0 0,-10-2 202 0 0,-1 0-1 0 0,-1 0 1 0 0,1-1-1 0 0,0 1 1 0 0,-1 0-1 0 0,0-1 0 0 0,1 0 1 0 0,-1 1-1 0 0,-4 1 1 0 0,2 1 197 0 0,-9 6-328 0 0,1 1 0 0 0,1 0 0 0 0,0 1 0 0 0,1 1 0 0 0,0 0 1 0 0,1 0-1 0 0,0 1 0 0 0,2 0 0 0 0,0 1 0 0 0,0 0 0 0 0,1 0 0 0 0,1 1 0 0 0,-4 19 0 0 0,1 10-246 0 0,2 0 0 0 0,2 0-1 0 0,1 0 1 0 0,6 70 0 0 0,31 186-33 0 0,-5-75 21 0 0,33 353-115 0 0,-11 63-215 0 0,-30-322 69 0 0,128 755-1341 0 0,-125-949 1406 0 0,105 465-2207 0 0,-115-547 2246 0 0,-4-8 168 0 0,2-1 1 0 0,2 0-1 0 0,23 48 1 0 0,-33-75 77 0 0,0 0-1 0 0,-1 0 1 0 0,0 0 0 0 0,0 0 0 0 0,-1 0-1 0 0,0 1 1 0 0,-1-1 0 0 0,0 0-1 0 0,-2 15 1 0 0,2 23 647 0 0,1-33-527 0 0,0-3-116 0 0,0 1 0 0 0,-1 0 0 0 0,-2 18 0 0 0,2-28-38 0 0,0 0-1 0 0,0 0 1 0 0,-1 0 0 0 0,1 0-1 0 0,-1 0 1 0 0,1-1-1 0 0,-1 1 1 0 0,0 0 0 0 0,0 0-1 0 0,0 0 1 0 0,0-1-1 0 0,0 1 1 0 0,0 0-1 0 0,0-1 1 0 0,0 1 0 0 0,-1-1-1 0 0,1 1 1 0 0,-1-1-1 0 0,1 0 1 0 0,-1 1 0 0 0,1-1-1 0 0,-1 0 1 0 0,0 0-1 0 0,0 0 1 0 0,1 0-1 0 0,-1-1 1 0 0,-3 2 0 0 0,-1-1 32 0 0,0-1 1 0 0,1 0 0 0 0,-1 0 0 0 0,0-1 0 0 0,1 0 0 0 0,-1 0 0 0 0,1 0-1 0 0,-1 0 1 0 0,1-1 0 0 0,-1 0 0 0 0,1 0 0 0 0,-6-3 0 0 0,-59-37 355 0 0,69 41-417 0 0,-18-10-10 0 0,-1 0-1 0 0,0 1 1 0 0,-1 1 0 0 0,0 1-1 0 0,-33-8 1 0 0,-113-15-19 0 0,62 22-63 0 0,68 7 31 0 0,0-2-1 0 0,-46-10 1 0 0,53 9 48 0 0,1 1 0 0 0,-1 2 0 0 0,0 1 0 0 0,1 1 0 0 0,-39 5 0 0 0,-58 0 0 0 0,51-7-2247 0 0,-118 12 1 0 0,160-9 414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28.2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181 101 2713 0 0,'-163'61'6546'0'0,"147"-51"-6555"0"0,15-7-273 0 0,18-11 56 0 0,34-14 690 0 0,1 2 1 0 0,0 3-1 0 0,78-15 1 0 0,-112 29-441 0 0,-1 1 1 0 0,1 0 0 0 0,24 2 0 0 0,-27 1 34 0 0,1-2 1 0 0,-1 1-1 0 0,1-2 0 0 0,27-6 1 0 0,-3-1 438 0 0,1 1 0 0 0,66-4 0 0 0,-65 9 217 0 0,0-2-1 0 0,58-14 1 0 0,-81 17-95 0 0,-19 2-567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36.6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12 188 1840 0 0,'-5'-5'1722'0'0,"5"5"-1622"0"0,-1 0 0 0 0,1-1 0 0 0,0 1-1 0 0,0 0 1 0 0,-1 0 0 0 0,1 0 0 0 0,0 0 0 0 0,-1 0 0 0 0,1 0 0 0 0,0-1 0 0 0,0 1 0 0 0,-1 0 0 0 0,1-1 200 0 0,-1 1-200 0 0,1 0-1 0 0,0 0 1 0 0,0-1 0 0 0,0 1 0 0 0,0 0 0 0 0,-1 0 0 0 0,1-1 0 0 0,0 1 0 0 0,0 0 0 0 0,0-1 0 0 0,0 1 0 0 0,0 0 0 0 0,0 0 0 0 0,0-1 0 0 0,0 1 0 0 0,0 0-1 0 0,0-1 1 0 0,0 1 0 0 0,0 0 0 0 0,0-1 0 0 0,0 1 0 0 0,0 0 0 0 0,0-1 0 0 0,0 1 0 0 0,0 0 0 0 0,0 0 0 0 0,0-1 0 0 0,1 1 0 0 0,-1 0 0 0 0,0-1-1 0 0,0 1 1 0 0,0 0 0 0 0,1-1 200 0 0,-1 1-200 0 0,0 0 0 0 0,1-1 0 0 0,6-4 144 0 0,0 0 0 0 0,1 0 0 0 0,-1 1 0 0 0,1 0-1 0 0,0 0 1 0 0,1 1 0 0 0,-1 0 0 0 0,0 1 0 0 0,1-1 0 0 0,12 0 0 0 0,16-2 643 0 0,46 1 0 0 0,-17 1-752 0 0,216-32 741 0 0,13-1-639 0 0,-12 7-322 0 0,-251 22-548 0 0,-13-2-3983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37.1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54 2761 0 0,'-11'-31'838'0'0,"10"30"-607"0"0,1-1-1 0 0,-1 1 1 0 0,1 0-1 0 0,-1-1 1 0 0,0 1-1 0 0,1 0 1 0 0,-1 0-1 0 0,0-1 1 0 0,0 1-1 0 0,0 0 1 0 0,0 0-1 0 0,0 0 1 0 0,0 0 0 0 0,0 0-1 0 0,0 0 1 0 0,-1 1-1 0 0,1-1 1 0 0,0 0-1 0 0,-2 0 1 0 0,9 41 3834 0 0,-3-21-3514 0 0,-1 0-1 0 0,-1 27 1 0 0,-1-33-527 0 0,0-1-1 0 0,0 1 0 0 0,2 0 0 0 0,-1-1 0 0 0,2 1 0 0 0,5 19 1 0 0,-8-31-20 0 0,23 57 139 0 0,-2 0 1 0 0,-4 2-1 0 0,14 82 0 0 0,-15-13-162 0 0,-7-38-47 0 0,39 166-1 0 0,-46-252 216 0 0,-1 1 0 0 0,1-1 0 0 0,0 1 0 0 0,0-1 0 0 0,0 0 0 0 0,1 0 0 0 0,0 0 0 0 0,0 0 0 0 0,1 0 0 0 0,-1 0 0 0 0,1-1 0 0 0,5 6 0 0 0,-3-9 921 0 0,-6-1-1106 0 0,1 0-1 0 0,-1 0 1 0 0,0 0 0 0 0,0 0-1 0 0,0 0 1 0 0,0 0 0 0 0,1 0-1 0 0,-1-1 1 0 0,0 1 0 0 0,0 1-1 0 0,0-1 1 0 0,0 0 0 0 0,0 0-1 0 0,1 0 1 0 0,-1 0 0 0 0,0 0-1 0 0,0 0 1 0 0,0 0 0 0 0,0 0-1 0 0,1 0 1 0 0,-1 0 0 0 0,0 0-1 0 0,0 0 1 0 0,0 0 0 0 0,0 0-1 0 0,0 1 1 0 0,0-1 0 0 0,1 0-1 0 0,-1 0 1 0 0,0 0-1 0 0,0 0 1 0 0,0 0 0 0 0,0 0-1 0 0,0 1 1 0 0,0-1 0 0 0,0 0-1 0 0,0 0 1 0 0,0 0 0 0 0,0 0-1 0 0,0 0 1 0 0,0 1 0 0 0,0-1-1 0 0,0 0 1 0 0,0 0 0 0 0,0 0-1 0 0,0 0 1 0 0,0 1 0 0 0,0-1-1 0 0,0 0 1 0 0,0 0 0 0 0,0 0-1 0 0,0 0 1 0 0,0 1 0 0 0,0-1-1 0 0,0 0 1 0 0,0 0 0 0 0,0 0-1 0 0,0 0 1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1.9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48 4425 0 0,'-19'-3'7831'0'0,"48"3"-5624"0"0,37-4-3404 0 0,-50 2 1822 0 0,148-18-896 0 0,-96 4-5079 0 0,-57 13 1777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2.2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6 3225 0 0,'-25'-5'5032'0'0,"25"24"-2761"0"0,5 35-1169 0 0,3 0 1 0 0,18 64-1 0 0,18 31-2174 0 0,-34-115-3513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2.6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73 3225 0 0,'32'-5'3913'0'0,"26"-15"-783"0"0,62-14 0 0 0,-97 29-3370 0 0,0 2 0 0 0,0 0 0 0 0,1 1 0 0 0,-1 1-1 0 0,46 5 1 0 0,-53-2-1115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2.9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1 6913 0 0,'-1'1'320'0'0,"-1"0"0"0"0,1 0 0 0 0,0 0 0 0 0,0 0 0 0 0,-1 0 0 0 0,1 0 0 0 0,0 0-1 0 0,0 1 1 0 0,1-1 0 0 0,-1 0 0 0 0,0 1 0 0 0,0-1 0 0 0,1 1 0 0 0,-1-1 0 0 0,0 1-1 0 0,1-1 1 0 0,0 1 0 0 0,-1-1 0 0 0,1 1 0 0 0,0 0 0 0 0,0 2 0 0 0,2 43-999 0 0,0-20 1114 0 0,-2 46-1005 0 0,3 0-1 0 0,18 101 1 0 0,-14-140-3776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3.3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45 3225 0 0,'-18'0'333'0'0,"16"0"-13"0"0,-1 0 0 0 0,0 0 1 0 0,1 0-1 0 0,-1 0 0 0 0,0-1 1 0 0,0 1-1 0 0,1-1 0 0 0,-1 1 1 0 0,0-1-1 0 0,-3-2 1 0 0,6 3-249 0 0,0-1 0 0 0,0 1 0 0 0,0-1 0 0 0,0 1 0 0 0,0-1 0 0 0,0 1 0 0 0,0-1 0 0 0,1 1 0 0 0,-1-1 0 0 0,0 1 0 0 0,0-1 0 0 0,1 1 0 0 0,-1-1 0 0 0,0 1 0 0 0,1 0 1 0 0,-1-1-1 0 0,0 1 0 0 0,1-1 0 0 0,-1 1 0 0 0,0 0 0 0 0,1-1 0 0 0,-1 1 0 0 0,1 0 0 0 0,-1 0 0 0 0,1-1 0 0 0,-1 1 0 0 0,1 0 0 0 0,-1 0 0 0 0,1 0 0 0 0,-1-1 0 0 0,1 1 0 0 0,-1 0 1 0 0,1 0-1 0 0,-1 0 0 0 0,1 0 0 0 0,0 0 0 0 0,21-7 1214 0 0,3 4-581 0 0,0 0 0 0 0,0 1-1 0 0,31 2 1 0 0,-31 1-2018 0 0,0-1 0 0 0,1-2 0 0 0,31-5-1 0 0,-40 4-1957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3.5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0 5985 0 0,'0'0'173'0'0,"-1"0"0"0"0,0 0 0 0 0,1 0 0 0 0,-1 0 0 0 0,1 0 0 0 0,-1 0 0 0 0,0 0 0 0 0,1 0 0 0 0,-1 0 0 0 0,1 0 0 0 0,-1 1 0 0 0,1-1 1 0 0,-1 0-1 0 0,0 0 0 0 0,1 1 0 0 0,-1-1 0 0 0,1 0 0 0 0,-1 0 0 0 0,1 1 0 0 0,-1-1 0 0 0,1 1 0 0 0,0-1 0 0 0,-1 0 0 0 0,1 1 0 0 0,-1-1 0 0 0,1 1 0 0 0,0-1 0 0 0,-1 1 0 0 0,1-1 0 0 0,0 1 0 0 0,0-1 0 0 0,-1 1 0 0 0,1-1 0 0 0,0 1 0 0 0,0 0 0 0 0,0-1 0 0 0,0 1 0 0 0,0-1 0 0 0,0 1 0 0 0,0 0 0 0 0,0-1 0 0 0,0 1 0 0 0,0-1 0 0 0,0 1 0 0 0,0-1 0 0 0,0 1 0 0 0,0 0 0 0 0,0-1 0 0 0,1 1 0 0 0,-1-1 0 0 0,0 1 0 0 0,0-1 0 0 0,1 1 0 0 0,-1-1 0 0 0,0 1 0 0 0,1 0 0 0 0,1 5-1605 0 0,22 80 2436 0 0,-10-40-1943 0 0,8 54-1 0 0,-12-28-1711 0 0,-5-31 1284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3.9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94 3681 0 0,'-1'1'4292'0'0,"20"-9"-2026"0"0,76-32 82 0 0,46 3-2698 0 0,-114 31-1465 0 0,-12 2-2086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4.2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86 0 2761 0 0,'-27'9'869'0'0,"-8"4"6301"0"0,34-12-6919 0 0,-1 0 1 0 0,1 0-1 0 0,0 1 0 0 0,-1-1 1 0 0,1 0-1 0 0,0 0 0 0 0,0 1 1 0 0,-1-1-1 0 0,1 1 0 0 0,0-1 1 0 0,1 1-1 0 0,-1-1 0 0 0,0 1 1 0 0,0 0-1 0 0,1-1 0 0 0,-1 1 1 0 0,1 0-1 0 0,-1 2 0 0 0,-1 12-29 0 0,0-1 1 0 0,2 1-1 0 0,0-1 0 0 0,0 0 0 0 0,4 19 0 0 0,1-7-886 0 0,1-1 0 0 0,2 1 0 0 0,0-1 0 0 0,14 27 0 0 0,-10-27-449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4.5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1 109 2761 0 0,'0'-2'188'0'0,"0"1"0"0"0,0 0 0 0 0,-1-1 1 0 0,1 1-1 0 0,0-1 0 0 0,0 1 1 0 0,0-1-1 0 0,0 1 0 0 0,0 0 1 0 0,1-1-1 0 0,-1 1 0 0 0,0-1 0 0 0,1 1 1 0 0,-1 0-1 0 0,1-1 0 0 0,-1 1 1 0 0,1 0-1 0 0,0-1 0 0 0,1 0 0 0 0,0-2 204 0 0,1 1 0 0 0,0-1 0 0 0,0 1 0 0 0,1 0 0 0 0,-1 0 0 0 0,5-3 0 0 0,3-1 353 0 0,-1 1 1 0 0,1 1 0 0 0,0-1 0 0 0,11-3 0 0 0,-7 4-658 0 0,-1 1 1 0 0,1 1-1 0 0,0 0 1 0 0,0 1-1 0 0,25-1 1 0 0,-24 4-4953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6.0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39 456 0 0,'8'-6'3764'0'0,"16"-1"-2788"0"0,-19 6-521 0 0,74-20-21 0 0,-73 19-410 0 0,1 1 1 0 0,0 1-1 0 0,-1-1 1 0 0,1 1-1 0 0,0 0 1 0 0,0 1-1 0 0,-1-1 0 0 0,1 1 1 0 0,11 4-1 0 0,-17-5-24 0 0,0 0-1 0 0,0 1 1 0 0,0-1-1 0 0,1 1 0 0 0,-1-1 1 0 0,0 1-1 0 0,-1 0 1 0 0,1-1-1 0 0,0 1 0 0 0,0 0 1 0 0,0 0-1 0 0,0 0 0 0 0,0-1 1 0 0,-1 1-1 0 0,1 0 1 0 0,0 0-1 0 0,-1 0 0 0 0,1 0 1 0 0,-1 0-1 0 0,1 0 1 0 0,-1 2-1 0 0,2 7-66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6.4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45 1376 0 0,'0'0'66'0'0,"17"-3"4532"0"0,75-29-891 0 0,-49 24-4772 0 0,-32 6-2080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6.7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35 4145 0 0,'2'-3'44'0'0,"1"1"0"0"0,-1-1 0 0 0,1 1 0 0 0,-1-1 0 0 0,1 1 1 0 0,0 0-1 0 0,0 0 0 0 0,0 0 0 0 0,0 0 0 0 0,0 0 0 0 0,0 1 0 0 0,1 0 0 0 0,-1-1 1 0 0,1 1-1 0 0,-1 0 0 0 0,1 1 0 0 0,6-2 0 0 0,-6 2 3 0 0,1-1 0 0 0,-1 0-1 0 0,1 1 1 0 0,-1 0 0 0 0,0 0 0 0 0,1 0 0 0 0,-1 1 0 0 0,0 0-1 0 0,1-1 1 0 0,-1 2 0 0 0,0-1 0 0 0,0 0 0 0 0,0 1-1 0 0,7 3 1 0 0,-9-3-43 0 0,-1-1 0 0 0,0 0 0 0 0,1 1 0 0 0,-1-1 0 0 0,0 1 0 0 0,0 0 0 0 0,0-1 0 0 0,0 1 0 0 0,0 0 0 0 0,0 0 0 0 0,-1 0 0 0 0,1-1 0 0 0,-1 1 0 0 0,1 0 0 0 0,-1 3 0 0 0,2 4-4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1.3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105 152 4145 0 0,'-6'2'174'0'0,"0"1"0"0"0,0 0-1 0 0,0 0 1 0 0,0 0 0 0 0,0 0 0 0 0,1 1 0 0 0,-1 0 0 0 0,1 0 0 0 0,0 1-1 0 0,1-1 1 0 0,-1 1 0 0 0,1 0 0 0 0,0 0 0 0 0,0 1 0 0 0,0-1 0 0 0,1 1-1 0 0,0 0 1 0 0,0 0 0 0 0,0 0 0 0 0,1 0 0 0 0,0 1 0 0 0,0-1 0 0 0,0 1 0 0 0,1-1-1 0 0,0 1 1 0 0,1-1 0 0 0,-1 1 0 0 0,1 0 0 0 0,1 7 0 0 0,2 17 39 0 0,2 1 0 0 0,1-2 0 0 0,1 1 0 0 0,2-1 0 0 0,1 0 0 0 0,1 0 0 0 0,1-1 0 0 0,2-1 0 0 0,1 0 0 0 0,1-1 0 0 0,2-1 1 0 0,30 37-1 0 0,-42-57-97 0 0,1 1 0 0 0,-1-1 0 0 0,1 0 0 0 0,0-1 0 0 0,1 0 1 0 0,-1 0-1 0 0,1 0 0 0 0,0-1 0 0 0,0 0 0 0 0,0-1 0 0 0,1 0 0 0 0,-1 0 1 0 0,1-1-1 0 0,11 2 0 0 0,-9-3 32 0 0,-1 0 1 0 0,0-1-1 0 0,1-1 1 0 0,-1 0-1 0 0,1 0 1 0 0,-1-1-1 0 0,0 0 1 0 0,0-1-1 0 0,0 0 1 0 0,0 0-1 0 0,-1-1 1 0 0,11-6-1 0 0,-9 4-69 0 0,1 1 0 0 0,-2-2 0 0 0,1 0 0 0 0,-1 0 0 0 0,0-1 0 0 0,-1 0 0 0 0,1 0 0 0 0,-2-1 0 0 0,1-1 0 0 0,-1 1 0 0 0,-1-1 0 0 0,0-1 0 0 0,0 1 0 0 0,-1-1 0 0 0,0 0 0 0 0,-1-1 0 0 0,0 1-1 0 0,-1-1 1 0 0,-1 0 0 0 0,1 0 0 0 0,-2-1 0 0 0,0 1 0 0 0,0-1 0 0 0,-1-15 0 0 0,-1-5 290 0 0,-1 0 0 0 0,-2 0 0 0 0,-1 1-1 0 0,-2-1 1 0 0,-9-31 0 0 0,9 48-262 0 0,0-1 0 0 0,-1 1 1 0 0,0 1-1 0 0,-1-1 0 0 0,-1 1 0 0 0,0 1 0 0 0,-2 0 1 0 0,1 0-1 0 0,-1 1 0 0 0,-1 0 0 0 0,-17-14 1 0 0,13 15-8 0 0,0 0 1 0 0,0 1 0 0 0,-1 0 0 0 0,-30-13 0 0 0,41 21-116 0 0,-1 0 0 0 0,0 1 0 0 0,0 0 0 0 0,0 0-1 0 0,0 0 1 0 0,0 1 0 0 0,0 0 0 0 0,0 0 0 0 0,0 1 0 0 0,0 0 0 0 0,-1 0 0 0 0,1 1 0 0 0,0 0 0 0 0,0 0 0 0 0,0 0 0 0 0,-9 4 0 0 0,13-4-143 0 0,0 1 0 0 0,0 0 1 0 0,0 0-1 0 0,0 0 0 0 0,0 0 1 0 0,0 0-1 0 0,1 1 0 0 0,-1-1 1 0 0,1 1-1 0 0,0 0 0 0 0,-4 5 1 0 0,-8 22-3883 0 0,9-17-1791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1.7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91 920 0 0,'32'-6'6314'0'0,"2"-3"-4367"0"0,177-51-4492 0 0,-182 49 2478 0 0,-16 6 67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2.0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6 4609 0 0,'-3'-1'562'0'0,"1"0"0"0"0,-1 0 1 0 0,0 0-1 0 0,0 1 0 0 0,0-1 1 0 0,0 1-1 0 0,0-1 0 0 0,0 1 0 0 0,0 0 1 0 0,1 0-1 0 0,-4 1 0 0 0,5 0-430 0 0,0-1 0 0 0,0 1 1 0 0,0-1-1 0 0,0 1 0 0 0,0 0 0 0 0,0-1 1 0 0,0 1-1 0 0,0 0 0 0 0,1 0 0 0 0,-1 0 1 0 0,0 0-1 0 0,0 0 0 0 0,1 0 0 0 0,-1 0 0 0 0,1 0 1 0 0,-1 0-1 0 0,1 0 0 0 0,-1 0 0 0 0,1 0 1 0 0,0 0-1 0 0,0 0 0 0 0,-1 0 0 0 0,1 1 1 0 0,0-1-1 0 0,0 0 0 0 0,0 0 0 0 0,0 0 0 0 0,0 0 1 0 0,0 0-1 0 0,1 1 0 0 0,-1 0 0 0 0,15 150 1534 0 0,-10-119-3212 0 0,11 33 1 0 0,-7-38-3679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2.7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301 26 5529 0 0,'-8'-4'213'0'0,"-2"0"0"0"0,1 0 0 0 0,0 1 0 0 0,-1 0 0 0 0,1 1-1 0 0,-1 0 1 0 0,0 1 0 0 0,1-1 0 0 0,-1 2 0 0 0,0 0 0 0 0,0 0 0 0 0,-15 2-1 0 0,18 0-72 0 0,1-1-1 0 0,-1 1 1 0 0,1 0-1 0 0,-1 1 1 0 0,1-1-1 0 0,0 1 1 0 0,0 0-1 0 0,0 1 1 0 0,1 0-1 0 0,-1-1 1 0 0,1 2-1 0 0,0-1 1 0 0,0 1-1 0 0,0 0 1 0 0,1 0-1 0 0,-1 0 1 0 0,1 0-1 0 0,1 1 1 0 0,-5 6-1 0 0,0 4-97 0 0,0 0 0 0 0,2 1 0 0 0,0 0-1 0 0,0 0 1 0 0,2 0 0 0 0,0 0 0 0 0,1 1-1 0 0,1 0 1 0 0,0-1 0 0 0,1 1 0 0 0,3 31-1 0 0,0-34-146 0 0,1 0 0 0 0,0 0-1 0 0,1 0 1 0 0,0-1 0 0 0,2 1-1 0 0,-1-1 1 0 0,2-1 0 0 0,0 1-1 0 0,0-1 1 0 0,1 0 0 0 0,1-1-1 0 0,0 0 1 0 0,1 0 0 0 0,12 11-1 0 0,-6-7 51 0 0,1-1 0 0 0,0-1 0 0 0,1-1 0 0 0,1-1 0 0 0,0 0 0 0 0,0-1 0 0 0,33 12-1 0 0,-42-19-102 0 0,0-1 0 0 0,-1-1 0 0 0,1 1 0 0 0,0-2 0 0 0,0 1-1 0 0,1-1 1 0 0,-1-1 0 0 0,0 0 0 0 0,0 0 0 0 0,0-1 0 0 0,0-1 0 0 0,0 1-1 0 0,0-2 1 0 0,0 1 0 0 0,0-1 0 0 0,-1-1 0 0 0,1 0 0 0 0,15-8-1 0 0,-10 2 222 0 0,0-1-1 0 0,0 0 1 0 0,-1 0-1 0 0,-1-1 1 0 0,0-1-1 0 0,-1 0 1 0 0,0-1-1 0 0,-1-1 1 0 0,0 0-1 0 0,13-26 1 0 0,-18 31 17 0 0,-1 0-1 0 0,-1-1 1 0 0,0 1-1 0 0,-1-1 1 0 0,0 0 0 0 0,0 0-1 0 0,-1 0 1 0 0,0-1 0 0 0,-1 1-1 0 0,-1 0 1 0 0,0-1-1 0 0,0 1 1 0 0,-1 0 0 0 0,-1 0-1 0 0,1-1 1 0 0,-2 1 0 0 0,0 0-1 0 0,-4-11 1 0 0,-2 1 230 0 0,-1 0 1 0 0,-1 0-1 0 0,0 1 1 0 0,-2 1-1 0 0,0 0 1 0 0,-1 1-1 0 0,-22-22 1 0 0,29 33-288 0 0,-1 0 0 0 0,1 1 1 0 0,-1 0-1 0 0,-1 1 0 0 0,1 0 0 0 0,-1 0 1 0 0,0 1-1 0 0,0 0 0 0 0,0 0 0 0 0,-16-3 1 0 0,17 5-366 0 0,0 1 1 0 0,0 0 0 0 0,0 1-1 0 0,1 0 1 0 0,-1 0 0 0 0,0 1-1 0 0,0 0 1 0 0,0 1 0 0 0,-8 2-1 0 0,-4 2-3145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2.9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1 100 6913 0 0,'12'-6'741'0'0,"0"1"0"0"0,0-2-1 0 0,0 1 1 0 0,13-11 0 0 0,-12 8-360 0 0,1 0 0 0 0,21-10 0 0 0,-26 16-1149 0 0,1 0 0 0 0,0 0 1 0 0,0 1-1 0 0,13-1 0 0 0,17-4-1136 0 0,-38 6 1904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3.1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71 0 2817 0 0,'-18'6'165'0'0,"-17"6"210"0"0,17-1 2611 0 0,18-9-2714 0 0,1 1 0 0 0,-1-1 0 0 0,1 1 1 0 0,0 0-1 0 0,0-1 0 0 0,-1 1 1 0 0,2-1-1 0 0,-1 0 0 0 0,0 1 0 0 0,3 3 1 0 0,2 5-18 0 0,4 22-342 0 0,-4-13-273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3.9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262 33 2304 0 0,'-15'-8'1608'0'0,"7"4"-735"0"0,0-1 0 0 0,-1 2-1 0 0,0-1 1 0 0,-12-3 0 0 0,17 7-632 0 0,0-1 0 0 0,-1 1 0 0 0,1 0 0 0 0,0 0 0 0 0,0 0 0 0 0,0 0 0 0 0,0 1 0 0 0,0 0-1 0 0,0-1 1 0 0,1 1 0 0 0,-1 1 0 0 0,0-1 0 0 0,-7 4 0 0 0,3-1-151 0 0,0 0-1 0 0,0 0 1 0 0,0 1 0 0 0,0 0-1 0 0,1 0 1 0 0,0 1 0 0 0,0 0-1 0 0,1 0 1 0 0,-1 1 0 0 0,1 0-1 0 0,1 0 1 0 0,-1 0-1 0 0,1 1 1 0 0,0 0 0 0 0,1 0-1 0 0,0 0 1 0 0,0 0 0 0 0,1 1-1 0 0,0-1 1 0 0,1 1 0 0 0,-1 0-1 0 0,2 0 1 0 0,-1 0-1 0 0,1 0 1 0 0,1 0 0 0 0,0 0-1 0 0,1 14 1 0 0,0 7-190 0 0,2 0 0 0 0,2 0 1 0 0,0 0-1 0 0,15 43 0 0 0,-16-62 39 0 0,0-1 0 0 0,1 1 0 0 0,0-1-1 0 0,1-1 1 0 0,0 1 0 0 0,1-1 0 0 0,-1 0 0 0 0,2 0 0 0 0,-1-1-1 0 0,1 0 1 0 0,1 0 0 0 0,-1-1 0 0 0,1 0 0 0 0,1-1 0 0 0,12 8-1 0 0,-11-9 74 0 0,-1 0-1 0 0,1 0 1 0 0,0-1-1 0 0,1-1 1 0 0,-1 1-1 0 0,1-2 0 0 0,-1 0 1 0 0,1 0-1 0 0,0-1 1 0 0,0 0-1 0 0,0-1 1 0 0,0-1-1 0 0,23-3 0 0 0,-27 2 78 0 0,0 0-1 0 0,0-1 0 0 0,-1 0 0 0 0,1 0 0 0 0,-1-1 0 0 0,0 0 0 0 0,1 0 1 0 0,-2-1-1 0 0,1 0 0 0 0,-1 0 0 0 0,1 0 0 0 0,-1-1 0 0 0,-1 0 0 0 0,1 0 1 0 0,-1 0-1 0 0,0-1 0 0 0,0 0 0 0 0,-1 0 0 0 0,0 0 0 0 0,-1 0 0 0 0,4-9 0 0 0,-2 2 161 0 0,-1-1-1 0 0,0 1 0 0 0,-1-1 0 0 0,0 0 0 0 0,-2-1 1 0 0,1 1-1 0 0,-2 0 0 0 0,0 0 0 0 0,-1 0 0 0 0,0-1 0 0 0,-6-21 1 0 0,0 7-277 0 0,-2 1 0 0 0,-1 0 0 0 0,-1 0 1 0 0,-26-45-1 0 0,36 72-232 0 0,-17-28 101 0 0,6 17-1205 0 0,0 7-3321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4.2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1 137 8290 0 0,'8'-2'518'0'0,"1"0"0"0"0,-1 0 0 0 0,0-1 0 0 0,0-1 0 0 0,0 1 0 0 0,0-1 0 0 0,0 0 0 0 0,-1-1 0 0 0,13-10 0 0 0,-2 4-26 0 0,24-20-28 0 0,4-2-2705 0 0,-14 16-4686 0 0,-29 16 6766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4.4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1 8754 0 0,'-29'13'9345'0'0,"33"-10"-9113"0"0,1 3-342 0 0,0-1-1 0 0,0 1 1 0 0,0 0 0 0 0,-1 0 0 0 0,0 1 0 0 0,0-1 0 0 0,-1 1 0 0 0,0 0 0 0 0,0 0 0 0 0,4 15 0 0 0,1 12-2449 0 0,5 40 0 0 0,-4-19-4 0 0,-1-17 2033 0 0,-1 2 391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5.0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324 74 5529 0 0,'-2'-4'133'0'0,"0"0"-1"0"0,0 0 1 0 0,0 0-1 0 0,-1 1 1 0 0,0-1-1 0 0,0 1 1 0 0,0 0-1 0 0,0-1 1 0 0,0 1 0 0 0,-1 1-1 0 0,1-1 1 0 0,-1 0-1 0 0,0 1 1 0 0,0 0-1 0 0,0 0 1 0 0,0 0-1 0 0,0 1 1 0 0,0-1-1 0 0,0 1 1 0 0,-1 0-1 0 0,1 0 1 0 0,0 0 0 0 0,-1 1-1 0 0,1-1 1 0 0,-1 1-1 0 0,1 0 1 0 0,0 0-1 0 0,-1 1 1 0 0,1 0-1 0 0,-1-1 1 0 0,1 1-1 0 0,0 1 1 0 0,-6 1-1 0 0,0 3-122 0 0,0 0-1 0 0,0 1 0 0 0,1 0 0 0 0,0 1 0 0 0,0 0 0 0 0,1 0 1 0 0,-1 1-1 0 0,2 0 0 0 0,0 0 0 0 0,0 1 0 0 0,0 0 0 0 0,-6 14 0 0 0,-1 5 325 0 0,1 1 0 0 0,1 0 0 0 0,-10 39 0 0 0,18-54-308 0 0,1 0-1 0 0,0 1 1 0 0,0-1-1 0 0,2 1 1 0 0,0-1-1 0 0,1 1 1 0 0,0-1-1 0 0,1 1 1 0 0,4 17-1 0 0,-2-23-51 0 0,-1 0 0 0 0,2 0 0 0 0,0-1 0 0 0,0 1 0 0 0,0-1 0 0 0,1 0 0 0 0,1 0 0 0 0,0-1 0 0 0,0 0 0 0 0,0 0 0 0 0,1 0 0 0 0,0 0 0 0 0,1-1-1 0 0,14 11 1 0 0,-4-6-156 0 0,0-1-1 0 0,1-1 1 0 0,0-1-1 0 0,0 0 1 0 0,1-2-1 0 0,0 0 1 0 0,1-1-1 0 0,-1-1 1 0 0,1-1-1 0 0,36 2 0 0 0,-37-5 389 0 0,0 0-1 0 0,0-1 0 0 0,0-2 1 0 0,0 0-1 0 0,0-1 0 0 0,0-1 1 0 0,0 0-1 0 0,-1-2 1 0 0,1 0-1 0 0,-1-2 0 0 0,22-11 1 0 0,-30 12-83 0 0,-1 0 1 0 0,0-1 0 0 0,0 0 0 0 0,-1-1 0 0 0,0 0 0 0 0,-1 0-1 0 0,0 0 1 0 0,0-1 0 0 0,-1-1 0 0 0,0 1 0 0 0,-1-1 0 0 0,0-1 0 0 0,-1 1-1 0 0,0-1 1 0 0,-1 1 0 0 0,0-1 0 0 0,-1-1 0 0 0,0 1 0 0 0,-1 0-1 0 0,1-16 1 0 0,-1-5 581 0 0,-1 0 0 0 0,-2 0 1 0 0,-2 0-1 0 0,0 0 0 0 0,-3 1 0 0 0,-14-51 0 0 0,18 75-709 0 0,0 1-1 0 0,0-1 1 0 0,-1 1 0 0 0,-1 0 0 0 0,1 0 0 0 0,-1 0-1 0 0,0 1 1 0 0,0 0 0 0 0,-1-1 0 0 0,0 1-1 0 0,0 1 1 0 0,-9-8 0 0 0,8 8-593 0 0,-1 0 0 0 0,-1 0 0 0 0,1 1 0 0 0,-1 0 0 0 0,1 1 0 0 0,-17-6 0 0 0,-1 2-5034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5.2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84 920 0 0,'-2'-4'3927'0'0,"2"3"-3861"0"0,7-8 2268 0 0,9-5 206 0 0,-4 6-1606 0 0,0 1 0 0 0,0 0-1 0 0,1 1 1 0 0,0 1 0 0 0,1 0 0 0 0,21-5-1 0 0,-24 7-1213 0 0,-1 1 0 0 0,1 1 0 0 0,0 0-1 0 0,-1 1 1 0 0,16 1 0 0 0,-14 0-5032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5.5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1 6449 0 0,'-1'1'311'0'0,"0"0"0"0"0,0 0 0 0 0,0 0 0 0 0,1 0-1 0 0,-1 0 1 0 0,0 0 0 0 0,1 0 0 0 0,-1 0 0 0 0,1 0 0 0 0,-1 1-1 0 0,1-1 1 0 0,0 0 0 0 0,-1 0 0 0 0,1 1 0 0 0,0-1 0 0 0,0 0-1 0 0,0 0 1 0 0,0 1 0 0 0,0-1 0 0 0,0 0 0 0 0,1 3-1 0 0,4 26 2657 0 0,14 24 81 0 0,-12-34-3317 0 0,0 1 0 0 0,-1 0-1 0 0,5 32 1 0 0,-8-27-6298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8.1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245 1 456 0 0,'-21'11'1183'0'0,"0"1"-1"0"0,1 1 1 0 0,0 1 0 0 0,-32 28-1 0 0,43-33-704 0 0,0 0-1 0 0,0 1 0 0 0,0 0 0 0 0,1 0 0 0 0,1 1 1 0 0,-10 18-1 0 0,9-14-388 0 0,2 0 0 0 0,0 0 0 0 0,1 0 0 0 0,0 1 0 0 0,1 0 0 0 0,1 0 0 0 0,1 0 0 0 0,0 0 0 0 0,1 0 0 0 0,1 1 0 0 0,0-1 0 0 0,1 0 0 0 0,1 0 0 0 0,4 19 0 0 0,1-7-46 0 0,1-1-1 0 0,1 0 1 0 0,2 0-1 0 0,21 41 1 0 0,-25-56-43 0 0,1-1 0 0 0,0 1 0 0 0,0-1 0 0 0,2 0 0 0 0,-1-1 0 0 0,1 0 0 0 0,0-1 0 0 0,1 0 0 0 0,0 0 0 0 0,1-1 0 0 0,18 9 0 0 0,-2-3 126 0 0,73 34 204 0 0,-88-42-350 0 0,1-2 0 0 0,0 1 0 0 0,0-2 0 0 0,0 0 0 0 0,22 2 0 0 0,-28-5 75 0 0,0-1 0 0 0,0 0-1 0 0,0 0 1 0 0,0-1-1 0 0,0 0 1 0 0,0 0 0 0 0,-1-1-1 0 0,1 0 1 0 0,-1 0 0 0 0,1-1-1 0 0,-1 0 1 0 0,0 0-1 0 0,-1 0 1 0 0,1-1 0 0 0,-1 0-1 0 0,0-1 1 0 0,0 1-1 0 0,0-1 1 0 0,-1 0 0 0 0,0-1-1 0 0,0 1 1 0 0,3-8-1 0 0,1 0 239 0 0,0 0 0 0 0,-2-1 0 0 0,0 0 0 0 0,-1 0 0 0 0,0-1 0 0 0,-1 0 0 0 0,-1 0 0 0 0,0 0-1 0 0,2-31 1 0 0,-6 33-76 0 0,-1 0-1 0 0,0 0 1 0 0,-1 0-1 0 0,-1 0 0 0 0,-6-21 1 0 0,-28-69 917 0 0,14 45-878 0 0,16 37-200 0 0,-2 0 1 0 0,0 0-1 0 0,-2 1 0 0 0,0 1 0 0 0,-19-27 1 0 0,25 40-38 0 0,-1 0 0 0 0,0 0-1 0 0,-1 1 1 0 0,1 0 0 0 0,-1 0 0 0 0,-1 1 0 0 0,1 0 0 0 0,-1 0 0 0 0,1 0 0 0 0,-2 1-1 0 0,1 0 1 0 0,0 1 0 0 0,-1 0 0 0 0,1 0 0 0 0,-1 1 0 0 0,-18-3 0 0 0,26 5-39 0 0,-4-1-118 0 0,-1 1 0 0 0,1-1 0 0 0,0 1 0 0 0,-1 0 0 0 0,1 1 0 0 0,-10 1 0 0 0,13-2-224 0 0,0 1 0 0 0,0 0 0 0 0,0 0 0 0 0,0 0 0 0 0,0 0 0 0 0,0 0 1 0 0,0 0-1 0 0,0 1 0 0 0,0-1 0 0 0,1 1 0 0 0,-1-1 0 0 0,-1 3 0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9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338 69 456 0 0,'-13'-9'1753'0'0,"7"4"-1342"0"0,0 1 0 0 0,0 0 0 0 0,0 0 0 0 0,0 0-1 0 0,-1 1 1 0 0,0 0 0 0 0,0 0 0 0 0,0 1-1 0 0,0 0 1 0 0,0 0 0 0 0,0 1 0 0 0,0-1 0 0 0,-15 1-1 0 0,15 1-22 0 0,-1 0 0 0 0,0 1-1 0 0,0 0 1 0 0,0 1-1 0 0,0-1 1 0 0,1 2 0 0 0,-1-1-1 0 0,1 1 1 0 0,-1 0-1 0 0,1 0 1 0 0,0 1 0 0 0,-8 5-1 0 0,7-3-195 0 0,1 1 0 0 0,-1-1 0 0 0,1 1 0 0 0,0 1 0 0 0,1-1 0 0 0,0 1 0 0 0,0 0 0 0 0,-9 17 0 0 0,8-10-207 0 0,1 0-1 0 0,0 0 1 0 0,1 1 0 0 0,0 0-1 0 0,2 0 1 0 0,0 0 0 0 0,0 0-1 0 0,2 0 1 0 0,0 1 0 0 0,0-1-1 0 0,4 29 1 0 0,0-35 1 0 0,0 1 0 0 0,0-1 1 0 0,1 0-1 0 0,0 0 0 0 0,0 0 0 0 0,1 0 0 0 0,1-1 0 0 0,0 0 1 0 0,0 0-1 0 0,0 0 0 0 0,10 8 0 0 0,9 9-100 0 0,1-1-1 0 0,29 22 1 0 0,-41-36-58 0 0,2 0 1 0 0,-1 0-1 0 0,2-2 1 0 0,-1 0 0 0 0,1-1-1 0 0,0-1 1 0 0,1 0-1 0 0,0-1 1 0 0,26 5 0 0 0,-34-9 247 0 0,0-1-1 0 0,-1 0 1 0 0,1-1 0 0 0,0 0 0 0 0,-1 0 0 0 0,1-1-1 0 0,-1 0 1 0 0,1-1 0 0 0,-1 0 0 0 0,1 0 0 0 0,-1-1 0 0 0,0 0-1 0 0,0-1 1 0 0,0 0 0 0 0,0 0 0 0 0,-1-1 0 0 0,0 0 0 0 0,0-1-1 0 0,14-12 1 0 0,-12 6 116 0 0,0 0-1 0 0,0 0 1 0 0,-2-1-1 0 0,1 0 0 0 0,-2-1 1 0 0,0 1-1 0 0,0-2 1 0 0,-1 1-1 0 0,-1-1 0 0 0,0 0 1 0 0,-2 0-1 0 0,1 0 1 0 0,-2 0-1 0 0,0-1 1 0 0,0-26-1 0 0,-2 19 117 0 0,-1 0-1 0 0,0 1 1 0 0,-2-1 0 0 0,-1 0 0 0 0,0 1 0 0 0,-2 0-1 0 0,-1 0 1 0 0,0 0 0 0 0,-2 1 0 0 0,-12-22-1 0 0,18 36-315 0 0,-1 1 0 0 0,-1-1 0 0 0,1 1 0 0 0,-1 0 0 0 0,0 1-1 0 0,0-1 1 0 0,-1 1 0 0 0,0 0 0 0 0,0 1 0 0 0,0-1 0 0 0,0 1 0 0 0,-1 0-1 0 0,1 1 1 0 0,-1-1 0 0 0,0 1 0 0 0,0 1 0 0 0,0-1 0 0 0,-1 1-1 0 0,1 1 1 0 0,-1-1 0 0 0,-13 0 0 0 0,14 2-337 0 0,0 0-1 0 0,0 1 1 0 0,0 0-1 0 0,0 0 1 0 0,0 1-1 0 0,-8 2 1 0 0,7-1-497 0 0,1 0 1 0 0,0 1 0 0 0,0 0-1 0 0,0 0 1 0 0,1 0 0 0 0,-7 6-1 0 0,-4 4-4258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9.8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275 252 2304 0 0,'-44'-38'3001'0'0,"37"31"-2410"0"0,0 1-1 0 0,-1-1 1 0 0,0 1-1 0 0,0 0 1 0 0,-12-6-1 0 0,17 10-525 0 0,-1 1 0 0 0,1 0 0 0 0,-1 0 0 0 0,1 0 0 0 0,-1 0 0 0 0,1 1-1 0 0,-1-1 1 0 0,1 1 0 0 0,-1 0 0 0 0,0 0 0 0 0,1 0 0 0 0,-1 1 0 0 0,1-1 0 0 0,-1 1 0 0 0,1 0 0 0 0,-1 0-1 0 0,1 0 1 0 0,0 0 0 0 0,-5 3 0 0 0,2-1-9 0 0,-1 0-1 0 0,1 1 1 0 0,0 0-1 0 0,0 0 1 0 0,0 0-1 0 0,1 1 1 0 0,0 0-1 0 0,-1 0 1 0 0,2 0-1 0 0,-1 1 1 0 0,1 0-1 0 0,-1 0 1 0 0,2 0-1 0 0,-1 0 1 0 0,1 0-1 0 0,0 1 1 0 0,0 0-1 0 0,0-1 1 0 0,1 1-1 0 0,0 0 1 0 0,1 0-1 0 0,0 0 1 0 0,0 0-1 0 0,0 1 1 0 0,1-1-1 0 0,0 0 1 0 0,0 0-1 0 0,1 0 1 0 0,0 1-1 0 0,0-1 1 0 0,1 0-1 0 0,0 0 1 0 0,0 0-1 0 0,0-1 1 0 0,1 1-1 0 0,4 8 1 0 0,3 3-64 0 0,2 1 0 0 0,-1-1 0 0 0,2-1 0 0 0,0 0 0 0 0,1-1 0 0 0,1 0 0 0 0,0-1 0 0 0,35 26 0 0 0,-35-31-10 0 0,0 0 1 0 0,0-1-1 0 0,1-1 0 0 0,0-1 1 0 0,0 0-1 0 0,1 0 1 0 0,0-2-1 0 0,0 0 1 0 0,1-1-1 0 0,-1-1 1 0 0,24 1-1 0 0,-30-4 84 0 0,0-1 0 0 0,-1 0 0 0 0,1-1 0 0 0,-1 0 0 0 0,1-1 0 0 0,-1 0 0 0 0,0-1-1 0 0,0 0 1 0 0,0 0 0 0 0,-1-1 0 0 0,1-1 0 0 0,-1 1 0 0 0,0-1 0 0 0,-1-1 0 0 0,1 0 0 0 0,-1 0 0 0 0,-1-1 0 0 0,13-15 0 0 0,-4 3 249 0 0,-1 0 0 0 0,-1-2 0 0 0,-1 1 0 0 0,-1-1 1 0 0,-1-1-1 0 0,-1 0 0 0 0,7-25 0 0 0,-15 37-170 0 0,0 0 0 0 0,-1 0-1 0 0,0 0 1 0 0,0 0-1 0 0,-1 0 1 0 0,-1 0 0 0 0,0 0-1 0 0,0 0 1 0 0,-1 1 0 0 0,-1-1-1 0 0,1 0 1 0 0,-2 1-1 0 0,1 0 1 0 0,-2-1 0 0 0,-8-15-1 0 0,3 8-2 0 0,-1 0-1 0 0,-1 1 0 0 0,0 0 1 0 0,-1 1-1 0 0,-1 1 0 0 0,0 0 1 0 0,-25-20-1 0 0,34 32-149 0 0,1 0 0 0 0,-1 0 0 0 0,0 0 0 0 0,1 0 0 0 0,-1 1 0 0 0,-1 0 0 0 0,-7-3 0 0 0,-12 4-1563 0 0,22 2 1044 0 0,1-1 0 0 0,0 1 0 0 0,-1 0 0 0 0,1-1 0 0 0,0 1 0 0 0,0 0 1 0 0,0 0-1 0 0,-1 1 0 0 0,-1 0 0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0.4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286 136 2304 0 0,'-8'-4'549'0'0,"0"0"0"0"0,-1 1 0 0 0,1 0 0 0 0,-1 0-1 0 0,0 1 1 0 0,0 0 0 0 0,0 0 0 0 0,0 1-1 0 0,0 0 1 0 0,-14 1 0 0 0,16 1-309 0 0,1 0 1 0 0,0 0-1 0 0,0 1 0 0 0,0 0 1 0 0,0 0-1 0 0,0 0 0 0 0,0 1 1 0 0,0 0-1 0 0,1 0 0 0 0,-1 0 1 0 0,1 1-1 0 0,0-1 1 0 0,0 1-1 0 0,0 1 0 0 0,-8 8 1 0 0,4-1-219 0 0,1 0 1 0 0,-1 1-1 0 0,2 0 0 0 0,0 0 1 0 0,0 1-1 0 0,2-1 1 0 0,-1 1-1 0 0,2 1 1 0 0,0-1-1 0 0,0 1 1 0 0,2-1-1 0 0,0 1 1 0 0,0 0-1 0 0,1 0 1 0 0,1 0-1 0 0,1 0 0 0 0,3 21 1 0 0,-2-20-203 0 0,1-2-1 0 0,0 1 1 0 0,1 0 0 0 0,0-1 0 0 0,2 1-1 0 0,-1-1 1 0 0,2 0 0 0 0,0-1-1 0 0,0 0 1 0 0,2 0 0 0 0,-1 0 0 0 0,2-1-1 0 0,-1-1 1 0 0,2 0 0 0 0,-1 0 0 0 0,1-1-1 0 0,15 10 1 0 0,2-2-123 0 0,1-1 0 0 0,0-2-1 0 0,2-1 1 0 0,0-1 0 0 0,0-1 0 0 0,1-2 0 0 0,0-2 0 0 0,51 7-1 0 0,-73-14 267 0 0,0 0-1 0 0,1-1 1 0 0,-1-1-1 0 0,0 0 0 0 0,0 0 1 0 0,0-1-1 0 0,0 0 1 0 0,-1-1-1 0 0,1 0 1 0 0,-1-1-1 0 0,1 0 0 0 0,-1 0 1 0 0,0-1-1 0 0,0 0 1 0 0,9-8-1 0 0,-11 8 182 0 0,-1 0-1 0 0,0-1 1 0 0,0 0 0 0 0,-1 0-1 0 0,0 0 1 0 0,0-1-1 0 0,0 1 1 0 0,-1-1 0 0 0,0 0-1 0 0,0-1 1 0 0,-1 1 0 0 0,0-1-1 0 0,0 1 1 0 0,0-1-1 0 0,-1 0 1 0 0,-1 0 0 0 0,1 0-1 0 0,-1 0 1 0 0,-1-11 0 0 0,-1-13 969 0 0,-2 0 1 0 0,-1 1-1 0 0,-1-1 1 0 0,-13-38 0 0 0,-48-119 2179 0 0,57 167-2954 0 0,-1 0-1 0 0,0 0 0 0 0,-28-39 1 0 0,32 53-531 0 0,0 0 0 0 0,-1 0 1 0 0,0 0-1 0 0,0 1 1 0 0,-1 0-1 0 0,0 1 1 0 0,0-1-1 0 0,-1 2 1 0 0,0-1-1 0 0,0 1 0 0 0,-17-7 1 0 0,9 7-5900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6.3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 5529 0 0,'0'0'156'0'0,"0"1"0"0"0,0-1-1 0 0,0 1 1 0 0,-1-1 0 0 0,1 1-1 0 0,0-1 1 0 0,0 1 0 0 0,0-1-1 0 0,1 1 1 0 0,-1 0 0 0 0,0-1-1 0 0,0 1 1 0 0,0-1 0 0 0,0 1-1 0 0,0-1 1 0 0,1 1 0 0 0,-1-1-1 0 0,0 0 1 0 0,0 1 0 0 0,1-1-1 0 0,-1 1 1 0 0,0-1 0 0 0,1 1-1 0 0,-1-1 1 0 0,0 0 0 0 0,1 1-1 0 0,-1-1 1 0 0,1 0 0 0 0,-1 1-1 0 0,1-1 1 0 0,-1 0 0 0 0,1 0-1 0 0,-1 1 1 0 0,0-1 0 0 0,1 0-1 0 0,0 0 1 0 0,-1 0 0 0 0,1 0-1 0 0,-1 0 1 0 0,1 1 0 0 0,0-1 0 0 0,24 8 1138 0 0,-18-9-1155 0 0,0 0 1 0 0,0 0 0 0 0,0-1 0 0 0,0 0 0 0 0,0 0 0 0 0,0 0 0 0 0,8-5-1 0 0,-7 3-362 0 0,0 1-1 0 0,1 0 1 0 0,15-3-1 0 0,-21 5-291 0 0,1 1 0 0 0,0 0 0 0 0,-1-1-1 0 0,1 2 1 0 0,0-1 0 0 0,-1 0 0 0 0,7 2 0 0 0,1 2-3573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6.8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 1840 0 0,'46'-7'4013'0'0,"-39"5"-3997"0"0,0 0 0 0 0,-1 1-1 0 0,1 0 1 0 0,0 0-1 0 0,0 1 1 0 0,-1 0-1 0 0,1 0 1 0 0,11 2-1 0 0,39 18-84 0 0,-46-15 2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7.4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79 4145 0 0,'0'-3'316'0'0,"1"1"-1"0"0,0-1 1 0 0,0 1 0 0 0,0 0 0 0 0,0 0-1 0 0,1-1 1 0 0,-1 1 0 0 0,0 0 0 0 0,1 0-1 0 0,0 0 1 0 0,-1 0 0 0 0,1 0 0 0 0,4-2-1 0 0,28-21 458 0 0,-24 20-888 0 0,23-9 689 0 0,-31 13-836 0 0,0 1-1 0 0,0 0 0 0 0,0 0 1 0 0,0 0-1 0 0,-1 0 0 0 0,1 0 1 0 0,0 0-1 0 0,0 0 0 0 0,0 1 1 0 0,-1-1-1 0 0,3 1 0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7.8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0 102 6449 0 0,'26'-20'2826'0'0,"-6"7"-2784"0"0,-8 4-181 0 0,1 1 0 0 0,0 0 0 0 0,0 1 0 0 0,0 0 0 0 0,1 1 0 0 0,0 1 0 0 0,0 0 0 0 0,20-4 0 0 0,-25 7 127 0 0,-1-1-48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17.9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26 282 1376 0 0,'-11'-40'1418'0'0,"7"29"-683"0"0,1 0 0 0 0,1 1-1 0 0,0-1 1 0 0,-2-16 164 0 0,6 30-666 0 0,-1-1 0 0 0,1 1 0 0 0,-1 0-1 0 0,0 0 1 0 0,0 0 0 0 0,0 0 0 0 0,-1 1 0 0 0,1-1 0 0 0,0 3 0 0 0,39 216 2340 0 0,-31-191-2481 0 0,0-1 1 0 0,2 0-1 0 0,2-1 0 0 0,0 0 1 0 0,20 29-1 0 0,-12-23-80 0 0,2-1 1 0 0,1-2-1 0 0,2 0 1 0 0,1-2-1 0 0,54 48 1 0 0,-79-76 4 0 0,0 0 0 0 0,1-1 0 0 0,-1 1 1 0 0,0-1-1 0 0,1 1 0 0 0,0-1 1 0 0,-1 0-1 0 0,1 0 0 0 0,0 0 1 0 0,-1 0-1 0 0,1-1 0 0 0,0 1 0 0 0,0-1 1 0 0,-1 1-1 0 0,1-1 0 0 0,5 0 1 0 0,-6-1-6 0 0,-1 1 1 0 0,1-1 0 0 0,0 0-1 0 0,0 0 1 0 0,-1 0 0 0 0,1 0 0 0 0,-1 0-1 0 0,1 0 1 0 0,-1 0 0 0 0,1 0-1 0 0,-1-1 1 0 0,0 1 0 0 0,1 0-1 0 0,-1-1 1 0 0,0 1 0 0 0,0-1-1 0 0,0 1 1 0 0,0-1 0 0 0,0 0 0 0 0,-1 0-1 0 0,1 1 1 0 0,0-1 0 0 0,-1 0-1 0 0,0 0 1 0 0,1-3 0 0 0,4-20 73 0 0,-1 0 1 0 0,-1 0 0 0 0,-1 0-1 0 0,-3-29 1 0 0,-13-104-491 0 0,0-22-847 0 0,14 178 1253 0 0,-1-2-12 0 0,1 0 0 0 0,0 1 1 0 0,0-1-1 0 0,1 0 0 0 0,-1 0 1 0 0,1 1-1 0 0,0-1 0 0 0,0 0 1 0 0,0 1-1 0 0,0-1 0 0 0,2-3 0 0 0,10 37 106 0 0,1 16 246 0 0,-5-12 124 0 0,19 46 0 0 0,-24-71-434 0 0,0-1-1 0 0,0 0 0 0 0,1 0 1 0 0,0 0-1 0 0,1 0 1 0 0,-1-1-1 0 0,1 0 0 0 0,1 0 1 0 0,0 0-1 0 0,9 6 0 0 0,-12-10 13 0 0,-1 0 0 0 0,1-1 0 0 0,0 0 0 0 0,1 0 0 0 0,-1 0-1 0 0,0 0 1 0 0,1-1 0 0 0,-1 1 0 0 0,1-1 0 0 0,-1 0 0 0 0,1-1-1 0 0,-1 1 1 0 0,1-1 0 0 0,0 0 0 0 0,-1 0 0 0 0,1 0 0 0 0,0-1-1 0 0,-1 1 1 0 0,1-1 0 0 0,-1 0 0 0 0,1-1 0 0 0,-1 1-1 0 0,0-1 1 0 0,1 0 0 0 0,-1 0 0 0 0,0 0 0 0 0,0 0 0 0 0,0-1-1 0 0,-1 0 1 0 0,1 0 0 0 0,0 0 0 0 0,4-5 0 0 0,0-1 111 0 0,0 1 0 0 0,-1-2 1 0 0,0 1-1 0 0,0-1 0 0 0,-1 0 1 0 0,-1 0-1 0 0,1-1 0 0 0,-2 0 1 0 0,1 0-1 0 0,-2 0 0 0 0,5-21 1 0 0,-3 5-156 0 0,-2-1 1 0 0,-1 0-1 0 0,-2 0 1 0 0,0 0-1 0 0,-2 1 1 0 0,-1-1-1 0 0,-2 0 1 0 0,0 1 0 0 0,-2 0-1 0 0,0 0 1 0 0,-18-38-1 0 0,-1 21-1189 0 0,3 20-4239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18.4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266 6 920 0 0,'-7'-2'86'0'0,"0"1"-1"0"0,0 0 0 0 0,0 0 1 0 0,0 0-1 0 0,1 1 0 0 0,-1 0 1 0 0,0 1-1 0 0,0-1 0 0 0,0 1 1 0 0,0 1-1 0 0,0-1 0 0 0,1 1 1 0 0,-1 0-1 0 0,1 0 0 0 0,-1 1 1 0 0,1 0-1 0 0,0 0 1 0 0,0 1-1 0 0,0 0 0 0 0,1 0 1 0 0,-1 0-1 0 0,1 0 0 0 0,-8 10 1 0 0,1-2-10 0 0,2 1 1 0 0,0 1-1 0 0,0 0 0 0 0,2 0 1 0 0,-1 1-1 0 0,2 0 1 0 0,0 0-1 0 0,1 1 1 0 0,0 0-1 0 0,2 0 1 0 0,0 0-1 0 0,0 1 1 0 0,2 0-1 0 0,0-1 1 0 0,0 1-1 0 0,2 0 0 0 0,3 30 1 0 0,-2-41-90 0 0,0 0-1 0 0,0-1 1 0 0,1 1 0 0 0,0-1-1 0 0,0 1 1 0 0,1-1 0 0 0,-1 0-1 0 0,6 8 1 0 0,-7-12 9 0 0,0 0 0 0 0,0 0 0 0 0,0 0 0 0 0,0 0 0 0 0,0 0 0 0 0,0 0 0 0 0,0 0 0 0 0,0 0 0 0 0,0 0 0 0 0,0-1 0 0 0,0 1 0 0 0,1-1 0 0 0,-1 1 0 0 0,0-1 0 0 0,0 1 0 0 0,1-1 0 0 0,-1 1 0 0 0,0-1 0 0 0,1 0 0 0 0,-1 0 0 0 0,0 0 0 0 0,1 0 0 0 0,-1 0 0 0 0,0 0 0 0 0,1 0 0 0 0,-1 0 0 0 0,1-1 0 0 0,-1 1 0 0 0,0 0 0 0 0,0-1 0 0 0,1 1 0 0 0,-1-1 0 0 0,0 1 0 0 0,0-1 0 0 0,0 0 0 0 0,1 0 0 0 0,-1 1 0 0 0,0-1 0 0 0,0 0 0 0 0,0 0 0 0 0,1-1 0 0 0,14-14 25 0 0,-1 0 1 0 0,0-1-1 0 0,-1-1 1 0 0,-1 0-1 0 0,-1 0 1 0 0,0-2-1 0 0,-1 1 1 0 0,-2-1-1 0 0,15-41 1 0 0,-21 47 112 0 0,0 0 0 0 0,-1-1 0 0 0,0-16 0 0 0,-2 18 763 0 0,1 0 0 0 0,1 0 0 0 0,6-25 0 0 0,1 69 1804 0 0,-6 2-2263 0 0,-2-8-194 0 0,2 0-1 0 0,1 0 0 0 0,1-1 1 0 0,12 38-1 0 0,-15-56-384 0 0,1 0 0 0 0,0 0 0 0 0,0 0-1 0 0,0 0 1 0 0,1-1 0 0 0,-1 1 0 0 0,2-1 0 0 0,-1 0 0 0 0,0 0 0 0 0,1-1 0 0 0,0 1-1 0 0,0-1 1 0 0,0 0 0 0 0,1 0 0 0 0,-1-1 0 0 0,1 1 0 0 0,0-1 0 0 0,0-1 0 0 0,0 1-1 0 0,0-1 1 0 0,0 0 0 0 0,11 2 0 0 0,15-4-1626 0 0,-16-3 773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18.7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49 3681 0 0,'0'-3'169'0'0,"-5"-27"-19"0"0,5 29-19 0 0,0 1 1 0 0,0-1-1 0 0,-1 0 0 0 0,1 1 0 0 0,0-1 0 0 0,0 0 0 0 0,0 1 1 0 0,-1-1-1 0 0,1 0 0 0 0,0 1 0 0 0,0-1 0 0 0,-1 0 0 0 0,1 1 1 0 0,-1-1-1 0 0,1 1 0 0 0,-1-1 0 0 0,1 1 0 0 0,-1-1 0 0 0,1 1 1 0 0,-1-1-1 0 0,1 1 0 0 0,-1 0 0 0 0,1-1 0 0 0,-1 1 0 0 0,0 0 1 0 0,1-1-1 0 0,-1 1 0 0 0,0 0 0 0 0,1 0 0 0 0,-1 0 0 0 0,0-1 1 0 0,1 1-1 0 0,-1 0 0 0 0,0 0 0 0 0,1 0 0 0 0,-1 0 0 0 0,-1 0 1 0 0,1 1 14 0 0,0 0 0 0 0,0 0 0 0 0,0 0 0 0 0,0-1 0 0 0,0 1 0 0 0,0 0 0 0 0,1 0 0 0 0,-1 0 0 0 0,0 0 0 0 0,0 0 0 0 0,1 0 0 0 0,-1 1 0 0 0,1-1 0 0 0,-1 0 0 0 0,1 0 0 0 0,-1 0 0 0 0,1 1 0 0 0,0-1 0 0 0,-1 2 0 0 0,-2 29 187 0 0,2-26-250 0 0,0 20 196 0 0,1 1 0 0 0,1-1 0 0 0,2 0 0 0 0,0 0 0 0 0,2-1 0 0 0,14 47 0 0 0,67 144 450 0 0,-75-190-829 0 0,-1-5-384 0 0,0 0 0 0 0,15 21 0 0 0,-22-36 39 0 0,1-1 1 0 0,-1 0-1 0 0,2 0 0 0 0,-1 0 0 0 0,0 0 0 0 0,1-1 0 0 0,0 0 1 0 0,0 0-1 0 0,0 0 0 0 0,1 0 0 0 0,-1-1 0 0 0,10 4 0 0 0,-6-5-734 0 0,2-3-1309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18.9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0 238 3137 0 0,'5'-38'59'0'0,"10"-82"1151"0"0,-12 41 4842 0 0,-5 82-4725 0 0,-3 12 201 0 0,-3 21 29 0 0,4-7-1025 0 0,3 1 1 0 0,0-1-1 0 0,2 0 1 0 0,1 1-1 0 0,1-1 1 0 0,8 31-1 0 0,6 6-1376 0 0,36 96 0 0 0,-41-129-5247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2.1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54 116 8754 0 0,'-6'-8'572'0'0,"0"-1"-1"0"0,1 0 1 0 0,0 0 0 0 0,1-1 0 0 0,0 1-1 0 0,0-1 1 0 0,1 0 0 0 0,0 0 0 0 0,-1-11-1 0 0,2 11 65 0 0,0 9-324 0 0,-1 9-276 0 0,1 11-185 0 0,3 407-924 0 0,2-283 1083 0 0,8 73 279 0 0,9 0-1 0 0,59 262 1 0 0,89 543 3318 0 0,-160-866-3454 0 0,-13-91-2744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2.83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0 478 6913 0 0,'0'-1'131'0'0,"1"1"-1"0"0,-1-1 0 0 0,1 0 0 0 0,0 1 0 0 0,-1-1 0 0 0,1 0 0 0 0,-1 1 1 0 0,1-1-1 0 0,0 1 0 0 0,-1 0 0 0 0,1-1 0 0 0,0 1 0 0 0,0-1 0 0 0,-1 1 0 0 0,1 0 1 0 0,0 0-1 0 0,0-1 0 0 0,-1 1 0 0 0,1 0 0 0 0,0 0 0 0 0,0 0 0 0 0,1 0 0 0 0,31-9-194 0 0,29-2 202 0 0,1 3 0 0 0,78 0 0 0 0,15-1 402 0 0,134-18 790 0 0,196-22 851 0 0,352-50-54 0 0,1390-109-1128 0 0,-245 167 1602 0 0,-1573 67-2598 0 0,-238 3-5801 0 0,-128-20-327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3.75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5981 1 12443 0 0,'1'21'769'0'0,"1"0"0"0"0,1 0 0 0 0,1-1 0 0 0,1 1 0 0 0,7 21 0 0 0,45 98 689 0 0,-27-77-1280 0 0,1 2-164 0 0,45 133 0 0 0,68 537-56 0 0,-69-288 31 0 0,-45-254-258 0 0,5 209 0 0 0,-10-79 55 0 0,-17-259 753 0 0,3-1-1 0 0,2-1 1 0 0,3 0 0 0 0,3-1 0 0 0,45 100 0 0 0,-52-137-516 0 0,-1 0 1 0 0,-2 1-1 0 0,0 0 1 0 0,-2 0 0 0 0,0 1-1 0 0,2 28 1 0 0,-8-54-53 0 0,-1 1-1 0 0,0 1 1 0 0,0-1 0 0 0,0 0-1 0 0,0 0 1 0 0,1 0 0 0 0,-1 0 0 0 0,0 0-1 0 0,-1 0 1 0 0,1 0 0 0 0,0 0-1 0 0,0 0 1 0 0,0 0 0 0 0,-1 0-1 0 0,1 0 1 0 0,0 0 0 0 0,-1 0 0 0 0,1 0-1 0 0,-1 0 1 0 0,1-1 0 0 0,-1 1-1 0 0,1 0 1 0 0,-1 0 0 0 0,0 0-1 0 0,0-1 1 0 0,1 1 0 0 0,-1 0 0 0 0,-2 1-1 0 0,1-2-20 0 0,-1 1 1 0 0,0 0-1 0 0,-1-1 0 0 0,1 0 0 0 0,0 0 0 0 0,0 0 0 0 0,0 0 1 0 0,-4-1-1 0 0,-6 0-74 0 0,-169 1-58 0 0,-22-2 308 0 0,-244-44-1508 0 0,-141-7 192 0 0,552 52 1167 0 0,-577-9-353 0 0,310 13-356 0 0,-655 16-67 0 0,3 53 2309 0 0,6-11 368 0 0,566-46-165 0 0,-208 44-1617 0 0,528-45-740 0 0,-109 41 0 0 0,20-5-302 0 0,123-45 130 0 0,17-6-3932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4.74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5 1 6449 0 0,'-4'5'5094'0'0,"4"-5"-4990"0"0,1 18 995 0 0,7 20-882 0 0,-3-24 27 0 0,0-1 0 0 0,2 0-1 0 0,8 14 1 0 0,14 28 1239 0 0,-20-28-1006 0 0,0 1 0 0 0,-2 0 0 0 0,-1 0 0 0 0,3 40 0 0 0,-1 118 100 0 0,-7-134-452 0 0,109 1733 70 0 0,-43-1133 1794 0 0,-54-578-1523 0 0,3 0-1 0 0,3-1 1 0 0,32 78-1 0 0,-15-31-374 0 0,-34-115-1661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6.00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24 33 5985 0 0,'-23'-32'12404'0'0,"26"40"-10219"0"0,3 5-2308 0 0,10 33 566 0 0,-1 2-1 0 0,-2 0 1 0 0,-3 0-1 0 0,7 76 1 0 0,12 60-1505 0 0,-22-156-131 0 0,0-1 1 0 0,2 1-1 0 0,1-1 1 0 0,20 36-1 0 0,-27-55-195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6.3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31 320 1840 0 0,'-3'-25'258'0'0,"-4"-72"3151"0"0,7 86-3003 0 0,0-1 0 0 0,1 1 0 0 0,0-1 0 0 0,1 1 1 0 0,0 0-1 0 0,5-13 0 0 0,-4 18-293 0 0,0 0 0 0 0,0 0 0 0 0,1 1 0 0 0,0-1 0 0 0,0 1 1 0 0,1 0-1 0 0,-1 0 0 0 0,1 1 0 0 0,0-1 0 0 0,0 1 0 0 0,1 0 0 0 0,-1 0 0 0 0,1 1 1 0 0,0-1-1 0 0,0 1 0 0 0,0 1 0 0 0,0-1 0 0 0,9-2 0 0 0,3 0 18 0 0,0 0 0 0 0,0 2-1 0 0,1-1 1 0 0,-1 2 0 0 0,26 0 0 0 0,-21 2 174 0 0,1 1 1 0 0,-1 1 0 0 0,30 7 0 0 0,-47-8-290 0 0,-1 0 0 0 0,1 1 0 0 0,0-1 0 0 0,-1 1 0 0 0,1 1 1 0 0,-1-1-1 0 0,1 1 0 0 0,-1 0 0 0 0,0 0 0 0 0,0 0 0 0 0,-1 1 0 0 0,1 0 1 0 0,-1 0-1 0 0,0 0 0 0 0,0 0 0 0 0,0 1 0 0 0,0 0 0 0 0,4 7 0 0 0,-7-9 21 0 0,0 1 0 0 0,0 0 0 0 0,-1-1 0 0 0,1 1 0 0 0,-1 0 0 0 0,0-1 0 0 0,0 1 0 0 0,0 0 0 0 0,0-1-1 0 0,-1 1 1 0 0,1 0 0 0 0,-1-1 0 0 0,0 1 0 0 0,0-1 0 0 0,-1 1 0 0 0,1-1 0 0 0,-1 0 0 0 0,1 1 0 0 0,-1-1-1 0 0,0 0 1 0 0,0 0 0 0 0,-1 0 0 0 0,-2 3 0 0 0,-6 8 205 0 0,-1-2 0 0 0,-1 1 0 0 0,-20 15 0 0 0,17-16-122 0 0,-1 0-1 0 0,-1-1 1 0 0,0-1 0 0 0,0 0-1 0 0,-1-1 1 0 0,0-1 0 0 0,-40 10-1 0 0,43-14-233 0 0,0-2 1 0 0,0 1-1 0 0,0-2 0 0 0,-1 0 0 0 0,1-1 0 0 0,0-1 0 0 0,0 0 0 0 0,0-1 0 0 0,0-1 0 0 0,-27-8 0 0 0,31 7-5071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7.0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57 3225 0 0,'0'-5'859'0'0,"-1"0"131"0"0,1-1-1 0 0,0 0 1 0 0,1 0 0 0 0,0 1-1 0 0,-1-1 1 0 0,2 1 0 0 0,1-7-1 0 0,2 41 2672 0 0,0-3-3320 0 0,-3-12-261 0 0,31 261 1506 0 0,-28-215-2538 0 0,-4 0 0 0 0,-9 96-1 0 0,-4-97-4886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47.38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19 206 3681 0 0,'-19'-9'5449'0'0,"28"16"-3942"0"0,23 20-776 0 0,-2 1 1 0 0,-1 2-1 0 0,-1 1 0 0 0,27 38 0 0 0,-52-66-706 0 0,18 24 39 0 0,2-1 0 0 0,1-1-1 0 0,28 23 1 0 0,-40-38-64 0 0,-1-1 0 0 0,2-1 0 0 0,-1 0-1 0 0,1-1 1 0 0,0 0 0 0 0,1-1 0 0 0,0-1 0 0 0,-1 0-1 0 0,28 5 1 0 0,-39-9 52 0 0,1 0 0 0 0,0-1-1 0 0,0 1 1 0 0,0-1 0 0 0,-1 0 0 0 0,1 0-1 0 0,0 0 1 0 0,0 0 0 0 0,0-1 0 0 0,0 1-1 0 0,-1-1 1 0 0,1 1 0 0 0,0-1 0 0 0,-1 0-1 0 0,1 0 1 0 0,0 0 0 0 0,-1-1 0 0 0,1 1-1 0 0,-1-1 1 0 0,4-2 0 0 0,-4 2 104 0 0,0-1 0 0 0,-1 0 1 0 0,1 0-1 0 0,0 0 0 0 0,-1 0 0 0 0,0-1 0 0 0,1 1 0 0 0,-1 0 1 0 0,-1 0-1 0 0,1-1 0 0 0,0 1 0 0 0,-1-1 0 0 0,0 1 1 0 0,0 0-1 0 0,0-1 0 0 0,0-4 0 0 0,-15-148 3291 0 0,0 7-2813 0 0,3 17-578 0 0,2 76-6297 0 0,4 27-734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1.5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 73 2761 0 0,'0'0'47'0'0,"0"0"0"0"0,-1 0 0 0 0,1 0 1 0 0,0-1-1 0 0,0 1 0 0 0,0 0 0 0 0,0 0 1 0 0,0 0-1 0 0,-1 0 0 0 0,1 0 142 0 0,0 0-142 0 0,0-1 1 0 0,0 1-1 0 0,0 0 0 0 0,0 0 0 0 0,0 0 1 0 0,-1 0-1 0 0,1 0 0 0 0,0 0 0 0 0,0-1 1 0 0,0 1-1 0 0,0 0 0 0 0,0 0 0 0 0,0 0 1 0 0,0 0-1 0 0,0 0 0 0 0,0-1 0 0 0,0 1 1 0 0,0 0-1 0 0,0 0 0 0 0,0 0 0 0 0,0 0 1 0 0,0 0-1 0 0,0-1 0 0 0,0 1 0 0 0,0 0 1 0 0,0 0-1 0 0,0 0 0 0 0,1 0 0 0 0,-1 0 1 0 0,0-1-1 0 0,0 1 0 0 0,0 0 142 0 0,0 0-142 0 0,1 0 1 0 0,10-7 1295 0 0,12-3 22 0 0,-23 10-1363 0 0,41-12 1064 0 0,1 1 0 0 0,1 2 0 0 0,57-5-1 0 0,-50 11-2896 0 0,55 3-1 0 0,-48 4-5089 0 0,-52-3 6442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1.8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143 1 2761 0 0,'-11'1'683'0'0,"-1"0"-1"0"0,0 0 1 0 0,1 2 0 0 0,-1-1 0 0 0,-21 9 0 0 0,30-9-444 0 0,0-1 0 0 0,0 1 0 0 0,0 0 0 0 0,0 0 0 0 0,0 0 0 0 0,0 0 0 0 0,0 1 0 0 0,1-1 0 0 0,-1 1 0 0 0,1 0 0 0 0,0 0 0 0 0,-1 0 1 0 0,1 0-1 0 0,1 0 0 0 0,-1 0 0 0 0,0 0 0 0 0,1 0 0 0 0,0 1 0 0 0,0-1 0 0 0,0 1 0 0 0,0-1 0 0 0,0 1 0 0 0,0 5 0 0 0,0 14 154 0 0,1 0 0 0 0,0 0 0 0 0,2 0 0 0 0,5 25-1 0 0,26 91-635 0 0,-31-128 114 0 0,7 22-263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2.13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69 7370 0 0,'0'0'62'0'0,"0"1"1"0"0,-1-1 0 0 0,1 0 0 0 0,0 0 0 0 0,0 0 0 0 0,-1 0 0 0 0,1 0 0 0 0,0 0 0 0 0,-1 0-1 0 0,1 0 1 0 0,0 0 0 0 0,0 1 0 0 0,-1-1 0 0 0,1 0 0 0 0,0 0 0 0 0,-1-1 0 0 0,1 1-1 0 0,0 0 1 0 0,0 0 0 0 0,-1 0 0 0 0,1 0 0 0 0,0 0 0 0 0,-1 0 0 0 0,1 0 0 0 0,0 0-1 0 0,0 0 1 0 0,-1-1 0 0 0,1 1 0 0 0,0 0 0 0 0,0 0 0 0 0,-1 0 0 0 0,1-1 0 0 0,0 1 0 0 0,0 0-1 0 0,0 0 1 0 0,-1 0 0 0 0,1-1 0 0 0,0 1 0 0 0,0 0 0 0 0,0 0 0 0 0,0-1 0 0 0,0 1-1 0 0,0 0 1 0 0,-1-1 0 0 0,1 1 0 0 0,0 0 0 0 0,0 0 0 0 0,0-1 0 0 0,0 1 0 0 0,0 0 0 0 0,0-1-1 0 0,0 1 1 0 0,16-15 2401 0 0,30-10 133 0 0,-32 20-2482 0 0,1 0 0 0 0,0 1 0 0 0,0 1 1 0 0,0 1-1 0 0,1 0 0 0 0,-1 1 0 0 0,18 0 0 0 0,2 3-1604 0 0,0 2 1 0 0,35 7 0 0 0,-48-6-3057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2.40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77 45 3225 0 0,'-6'-2'643'0'0,"0"0"0"0"0,1 0 0 0 0,0-1 1 0 0,-1 0-1 0 0,1 0 0 0 0,0 0 1 0 0,1 0-1 0 0,-7-6 0 0 0,-9-6 3831 0 0,20 15-4341 0 0,-1 1 1 0 0,1-1-1 0 0,0 0 0 0 0,0 1 0 0 0,-1-1 0 0 0,1 0 1 0 0,0 1-1 0 0,0-1 0 0 0,-1 1 0 0 0,1-1 0 0 0,0 0 1 0 0,0 1-1 0 0,0-1 0 0 0,0 1 0 0 0,0-1 0 0 0,0 1 1 0 0,0-1-1 0 0,0 1 0 0 0,0-1 0 0 0,0 0 0 0 0,0 1 0 0 0,0-1 1 0 0,0 1-1 0 0,0-1 0 0 0,0 1 0 0 0,0-1 0 0 0,0 0 1 0 0,0 1-1 0 0,1-1 0 0 0,-1 1 0 0 0,0-1 0 0 0,1 1 1 0 0,3 25 166 0 0,-3-23-67 0 0,26 124 570 0 0,-6-42-7008 0 0,-12-53 600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2.72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80 90 1376 0 0,'-6'0'143'0'0,"0"0"-1"0"0,0 0 1 0 0,0 0 0 0 0,0-1-1 0 0,0 0 1 0 0,0 0-1 0 0,0 0 1 0 0,-7-3 0 0 0,12 3-8 0 0,0 1 0 0 0,0-1 0 0 0,0 1 1 0 0,0-1-1 0 0,-1 0 0 0 0,1 1 0 0 0,0-1 1 0 0,0 0-1 0 0,0 0 0 0 0,1 0 1 0 0,-1 1-1 0 0,0-1 0 0 0,0 0 0 0 0,0 0 1 0 0,1-1-1 0 0,-1 1 0 0 0,0 0 0 0 0,0-1 1 0 0,1 0 26 0 0,0 1 0 0 0,0 0 0 0 0,0-1 0 0 0,0 1-1 0 0,0-1 1 0 0,0 1 0 0 0,1 0 0 0 0,-1-1 0 0 0,0 1 0 0 0,1 0 0 0 0,-1-1 0 0 0,1 1 0 0 0,-1 0 0 0 0,1 0 0 0 0,0 0 0 0 0,0-1 0 0 0,-1 1 0 0 0,1 0 0 0 0,0 0 0 0 0,0 0 0 0 0,1-1 0 0 0,3-2 26 0 0,-1 1 0 0 0,1-1 0 0 0,-1 1 0 0 0,1 0 0 0 0,0 0 0 0 0,1 1 0 0 0,-1-1 0 0 0,0 1 0 0 0,1 0 0 0 0,-1 1 0 0 0,1-1 0 0 0,-1 1 0 0 0,1 0 0 0 0,0 1 0 0 0,8-1 0 0 0,11 1-360 0 0,-1 0 0 0 0,30 6 0 0 0,-48-6-258 0 0,0 1-1 0 0,0 0 1 0 0,0 0-1 0 0,0 0 1 0 0,0 1 0 0 0,0 0-1 0 0,0 0 1 0 0,-1 1-1 0 0,1 0 1 0 0,-1 0-1 0 0,9 6 1 0 0,-5 1 383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2.98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10 15 1840 0 0,'-10'-15'9049'0'0,"22"48"-8112"0"0,-1 0-1 0 0,9 56 1 0 0,-4-14-1453 0 0,-8-41-120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3.28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97 3225 0 0,'1'-2'110'0'0,"-1"1"1"0"0,1-1-1 0 0,0 1 1 0 0,-1-1-1 0 0,1 1 1 0 0,0 0 0 0 0,0-1-1 0 0,0 1 1 0 0,0 0-1 0 0,0 0 1 0 0,0 0-1 0 0,0 0 1 0 0,0 0-1 0 0,1 0 1 0 0,-1 0 0 0 0,0 0-1 0 0,3-1 1 0 0,27-16 1348 0 0,-25 15-1073 0 0,12-5 370 0 0,0 0 0 0 0,1 1 0 0 0,36-8 0 0 0,-30 10-731 0 0,0 1-1 0 0,1 1 1 0 0,-1 1-1 0 0,0 2 1 0 0,27 2 0 0 0,-31 1-906 0 0,-3 0-2509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3.5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27 6 5529 0 0,'0'0'223'0'0,"-1"-1"1"0"0,1 1-1 0 0,-1-1 0 0 0,0 1 0 0 0,1-1 0 0 0,-1 1 1 0 0,0 0-1 0 0,1-1 0 0 0,-1 1 0 0 0,0 0 1 0 0,1-1-1 0 0,-1 1 0 0 0,0 0 0 0 0,1 0 0 0 0,-1 0 1 0 0,0 0-1 0 0,0 0 0 0 0,1 0 0 0 0,-1 0 1 0 0,0 0-1 0 0,1 0 0 0 0,-1 0 0 0 0,0 0 0 0 0,0 0 1 0 0,1 0-1 0 0,-1 0 0 0 0,0 1 0 0 0,1-1 0 0 0,-1 0 1 0 0,0 1-1 0 0,1-1 0 0 0,-1 0 0 0 0,0 1 1 0 0,0 0-1 0 0,0 2 21 0 0,1-1 0 0 0,-1 0 0 0 0,1 1 0 0 0,0-1 0 0 0,0 0 0 0 0,0 1 0 0 0,0-1 0 0 0,0 0 0 0 0,1 4 0 0 0,0 7-640 0 0,5 58-356 0 0,18 74 1 0 0,-21-126 21 0 0,3 14-4069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3.78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28 456 0 0,'-1'0'5555'0'0,"4"-1"-5400"0"0,99-20 3453 0 0,-87 19-3615 0 0,0 0-1 0 0,0 1 1 0 0,-1 1 0 0 0,1 0-1 0 0,19 3 1 0 0,-18 1-3490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4.06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28 14 2761 0 0,'-10'-6'-171'0'0,"-4"-1"2340"0"0,14 7-2087 0 0,0 1 0 0 0,-1 0 0 0 0,1-1 1 0 0,0 1-1 0 0,-1-1 0 0 0,1 1 1 0 0,0 0-1 0 0,-1-1 0 0 0,1 1 0 0 0,0 0 1 0 0,0-1-1 0 0,0 1 0 0 0,0 0 0 0 0,0-1 1 0 0,0 1-1 0 0,0 0 0 0 0,0-1 1 0 0,0 1-1 0 0,0 0 0 0 0,0-1 0 0 0,0 1 1 0 0,0 0-1 0 0,1-1 0 0 0,-1 1 1 0 0,0-1-1 0 0,1 2 0 0 0,0 6 308 0 0,39 264 5944 0 0,-38-246-6579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5.09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12 7370 0 0,'19'-4'6377'0'0,"-1"1"-6175"0"0,0 1 0 0 0,0 1 0 0 0,1 0 1 0 0,18 2-1 0 0,16 10-1194 0 0,-34-6-19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5.3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97 7370 0 0,'52'-34'3520'0'0,"-23"20"-2573"0"0,55-20-1 0 0,-71 30-1348 0 0,0 1 0 0 0,1 0 0 0 0,26-1-1 0 0,-22 4-3657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5.76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49 4609 0 0,'8'-5'623'0'0,"0"-1"0"0"0,0 1 1 0 0,1 0-1 0 0,-1 1 0 0 0,1 0 0 0 0,1 1 0 0 0,-1 0 0 0 0,14-3 1 0 0,-14 4-1090 0 0,0 0 0 0 0,0 0 0 0 0,0 1 0 0 0,0 1 0 0 0,15 0 0 0 0,-11 2-2731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6.10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57 5985 0 0,'38'-15'3115'0'0,"-12"8"-2693"0"0,-9-1-119 0 0,2 2 0 0 0,-1 0 0 0 0,31-6 1 0 0,-39 11-569 0 0,-1 0 0 0 0,1 1 1 0 0,-1 0-1 0 0,1 0 0 0 0,-1 1 1 0 0,1 0-1 0 0,-1 1 1 0 0,0 0-1 0 0,12 4 0 0 0,-9-1-773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6.3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31 6913 0 0,'0'0'35'0'0,"0"0"-1"0"0,0 1 1 0 0,0-1-1 0 0,0 0 0 0 0,0 0 1 0 0,0 0-1 0 0,0 0 0 0 0,0 0 1 0 0,0 0-1 0 0,0 0 0 0 0,0 0 1 0 0,0 1-1 0 0,0-1 1 0 0,0 0-1 0 0,0 0 0 0 0,0 0 1 0 0,0 0-1 0 0,0 0 0 0 0,0 0 1 0 0,0 0-1 0 0,0 1 0 0 0,0-1 1 0 0,0 0-1 0 0,0 0 1 0 0,0 0-1 0 0,0 0 0 0 0,0 0 1 0 0,0 0-1 0 0,0 0 0 0 0,0 0 1 0 0,0 1-1 0 0,1-1 0 0 0,-1 0 1 0 0,0 0-1 0 0,0 0 1 0 0,0 0-1 0 0,0 0 0 0 0,0 0 1 0 0,0 0-1 0 0,0 0 0 0 0,0 0 1 0 0,0 0-1 0 0,1 0 0 0 0,-1 0 1 0 0,0 0-1 0 0,0 0 1 0 0,0 0-1 0 0,0 0 0 0 0,0 0 1 0 0,0 0-1 0 0,0 0 0 0 0,1 0 1 0 0,-1 0-1 0 0,0 0 0 0 0,0 0 1 0 0,0 0-1 0 0,0 0 1 0 0,0 0-1 0 0,0 0 0 0 0,0 0 1 0 0,1 0-1 0 0,-1 0 0 0 0,0 0 1 0 0,0 0-1 0 0,0 0 0 0 0,0 0 1 0 0,18-2 1283 0 0,18-4 392 0 0,-8-2-1364 0 0,-12 3-53 0 0,-1 1-1 0 0,1 0 1 0 0,21-1-1 0 0,-28 4-899 0 0,-1 1 0 0 0,0 1 0 0 0,0 0 0 0 0,0 0 0 0 0,12 3 0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6.69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96 1840 0 0,'29'-15'5764'0'0,"-1"2"-4259"0"0,66-32 2102 0 0,-83 40-3673 0 0,1 1 0 0 0,0 1 0 0 0,0-1 0 0 0,0 2-1 0 0,0 0 1 0 0,18-1 0 0 0,-15 6-2233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3:56.93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0 8290 0 0,'0'2'182'0'0,"1"0"0"0"0,0 0 1 0 0,0 0-1 0 0,0 0 0 0 0,0 0 0 0 0,0 0 1 0 0,0 0-1 0 0,1 0 0 0 0,-1 0 0 0 0,1-1 1 0 0,-1 1-1 0 0,1-1 0 0 0,0 1 1 0 0,-1-1-1 0 0,1 0 0 0 0,0 1 0 0 0,0-1 1 0 0,0 0-1 0 0,0 0 0 0 0,0 0 0 0 0,0 0 1 0 0,0-1-1 0 0,0 1 0 0 0,1-1 0 0 0,-1 1 1 0 0,0-1-1 0 0,0 0 0 0 0,0 0 1 0 0,3 0-1 0 0,32-3 1242 0 0,-6-9-3811 0 0,-20 7-881 0 0,-2 0-170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2.89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371 51 1376 0 0,'-1'-4'237'0'0,"-1"1"0"0"0,1 0 1 0 0,-1 0-1 0 0,0 0 0 0 0,0 0 0 0 0,0 1 0 0 0,0-1 0 0 0,-1 1 0 0 0,1-1 0 0 0,-1 1 0 0 0,1-1 0 0 0,-1 1 1 0 0,0 0-1 0 0,0 1 0 0 0,0-1 0 0 0,0 0 0 0 0,0 1 0 0 0,0-1 0 0 0,-1 1 0 0 0,1 0 0 0 0,0 0 0 0 0,-1 1 0 0 0,1-1 1 0 0,-1 1-1 0 0,1-1 0 0 0,-1 1 0 0 0,1 0 0 0 0,0 0 0 0 0,-1 1 0 0 0,1-1 0 0 0,-1 1 0 0 0,1-1 0 0 0,-1 1 0 0 0,1 0 1 0 0,0 1-1 0 0,0-1 0 0 0,0 0 0 0 0,-1 1 0 0 0,1 0 0 0 0,1 0 0 0 0,-1 0 0 0 0,0 0 0 0 0,0 0 0 0 0,1 0 1 0 0,-4 5-1 0 0,-26 24 653 0 0,-126 139 1148 0 0,152-160-2020 0 0,0 0-1 0 0,1-1 1 0 0,0 2-1 0 0,0-1 1 0 0,1 0-1 0 0,1 1 1 0 0,0 0-1 0 0,0 0 1 0 0,1 0-1 0 0,1 0 1 0 0,-1 20-1 0 0,1 2 33 0 0,3 1 0 0 0,8 54 0 0 0,-9-77-72 0 0,1 0 1 0 0,1-1-1 0 0,0 1 0 0 0,1-1 0 0 0,0 0 0 0 0,0 0 0 0 0,1 0 0 0 0,0 0 0 0 0,1-1 1 0 0,0 0-1 0 0,0 0 0 0 0,1 0 0 0 0,0-1 0 0 0,16 13 0 0 0,-13-13-7 0 0,0-1 0 0 0,1 0 0 0 0,0-1 1 0 0,0 0-1 0 0,0-1 0 0 0,1 0 0 0 0,0-1 0 0 0,0 0 0 0 0,0-1 0 0 0,0-1 0 0 0,1 1 0 0 0,20-1 0 0 0,-13-1 84 0 0,-1 0-1 0 0,1-2 1 0 0,-1-1-1 0 0,0 0 1 0 0,0-2-1 0 0,0 0 1 0 0,0-1 0 0 0,0 0-1 0 0,-1-2 1 0 0,0 0-1 0 0,-1-1 1 0 0,1-1-1 0 0,-1-1 1 0 0,-1 0-1 0 0,0-1 1 0 0,-1-1 0 0 0,0 0-1 0 0,0-1 1 0 0,-2-1-1 0 0,20-24 1 0 0,-20 20 98 0 0,-1 0 1 0 0,-1 0 0 0 0,-1-1-1 0 0,-1 0 1 0 0,-1-1 0 0 0,0 0-1 0 0,-1 0 1 0 0,-2-1 0 0 0,6-31-1 0 0,-9 41-82 0 0,-1 1 0 0 0,0-1 0 0 0,-1 1 0 0 0,0-1-1 0 0,-1 0 1 0 0,0 1 0 0 0,-1-1 0 0 0,0 1 0 0 0,0-1-1 0 0,-1 1 1 0 0,-1 0 0 0 0,1 0 0 0 0,-2 0 0 0 0,1 1-1 0 0,-1-1 1 0 0,-1 1 0 0 0,0 0 0 0 0,0 1-1 0 0,-1-1 1 0 0,-13-13 0 0 0,3 8-167 0 0,0 1 0 0 0,0 1 0 0 0,-1 1 1 0 0,-36-18-1 0 0,43 24 23 0 0,0 1 1 0 0,0 0 0 0 0,0 0-1 0 0,-1 1 1 0 0,0 0 0 0 0,1 1-1 0 0,-1 1 1 0 0,0 0 0 0 0,0 0-1 0 0,-14 2 1 0 0,9 2-795 0 0,1 5-192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3.60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327 191 2761 0 0,'-10'-2'321'0'0,"0"1"1"0"0,0 0 0 0 0,0 1 0 0 0,0 0 0 0 0,0 1 0 0 0,0 0 0 0 0,0 1-1 0 0,0 0 1 0 0,0 0 0 0 0,0 1 0 0 0,1 0 0 0 0,-1 1 0 0 0,-13 7 0 0 0,8-3-46 0 0,-1 0 0 0 0,2 1 0 0 0,-1 1 1 0 0,2 1-1 0 0,-1 0 0 0 0,1 0 0 0 0,-13 17 1 0 0,20-20-239 0 0,0 1 0 0 0,1 0 0 0 0,0 0 0 0 0,0 0 0 0 0,1 1-1 0 0,0 0 1 0 0,1 0 0 0 0,0 0 0 0 0,1 0 0 0 0,0 0 0 0 0,0 0 0 0 0,1 1 0 0 0,1-1 0 0 0,-1 1 0 0 0,2-1 0 0 0,0 1 0 0 0,0-1 0 0 0,5 19 0 0 0,-4-18-77 0 0,1 0 0 0 0,0-1 0 0 0,0 0 0 0 0,2 0 0 0 0,-1 0-1 0 0,1 0 1 0 0,0 0 0 0 0,1-1 0 0 0,0 0 0 0 0,1 0 0 0 0,0-1 0 0 0,0 0 0 0 0,1 0-1 0 0,0-1 1 0 0,0 0 0 0 0,1 0 0 0 0,16 10 0 0 0,-8-10-156 0 0,0-1 0 0 0,1 0 0 0 0,-1-1 0 0 0,1-1 0 0 0,0-1 0 0 0,0 0 0 0 0,0-1 1 0 0,1-1-1 0 0,-1-1 0 0 0,0-1 0 0 0,23-3 0 0 0,-15 0 176 0 0,0-1 1 0 0,0-1 0 0 0,0-1-1 0 0,-1-2 1 0 0,-1 0 0 0 0,1-1-1 0 0,26-17 1 0 0,-42 21 163 0 0,1 0-1 0 0,-1-1 1 0 0,-1 0-1 0 0,1 0 1 0 0,-1-1 0 0 0,0 0-1 0 0,-1-1 1 0 0,0 0-1 0 0,0 0 1 0 0,-1-1-1 0 0,6-11 1 0 0,-6 7 200 0 0,0 0-1 0 0,-1-1 1 0 0,0 0 0 0 0,-1 1-1 0 0,-1-1 1 0 0,-1-1 0 0 0,2-24 0 0 0,-4 16 143 0 0,-1 0 1 0 0,-1 0 0 0 0,-1 1 0 0 0,-1-1-1 0 0,-1 1 1 0 0,-1 0 0 0 0,-1 0 0 0 0,0 1-1 0 0,-2 0 1 0 0,-20-35 0 0 0,25 49-413 0 0,-2 1-1 0 0,1-1 1 0 0,-1 1 0 0 0,0 0 0 0 0,0 1-1 0 0,0 0 1 0 0,-1 0 0 0 0,0 0-1 0 0,-1 0 1 0 0,1 1 0 0 0,-1 1 0 0 0,0-1-1 0 0,0 1 1 0 0,0 1 0 0 0,-1-1 0 0 0,0 1-1 0 0,1 1 1 0 0,-1 0 0 0 0,0 0-1 0 0,-14-1 1 0 0,12 3-310 0 0,1 0-1 0 0,0 0 1 0 0,0 1 0 0 0,-1 1-1 0 0,1-1 1 0 0,0 2 0 0 0,0-1-1 0 0,0 1 1 0 0,1 1-1 0 0,-1 0 1 0 0,1 0 0 0 0,0 1-1 0 0,0 0 1 0 0,0 1 0 0 0,1-1-1 0 0,0 2 1 0 0,-15 13-1 0 0,12-7-758 0 0,0 1-1 0 0,0-1 0 0 0,1 2 1 0 0,-9 17-1 0 0,8-10 790 0 0,1 0-1 0 0,1 1 1 0 0,1 0-1 0 0,-8 38 1 0 0,11-35 188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4.215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252 199 1840 0 0,'-3'-1'124'0'0,"0"-1"1"0"0,1 1-1 0 0,-1-1 0 0 0,0 1 0 0 0,1-1 0 0 0,-1 0 0 0 0,1 0 0 0 0,0 0 0 0 0,-1 0 0 0 0,1 0 0 0 0,-2-3 0 0 0,-25-35 2551 0 0,13 18-1539 0 0,15 20-967 0 0,-1-1 0 0 0,1 1 1 0 0,-1 0-1 0 0,0 0 0 0 0,0 0 0 0 0,0 0 0 0 0,0 0 0 0 0,0 0 0 0 0,0 1 1 0 0,-1-1-1 0 0,1 1 0 0 0,0-1 0 0 0,-1 1 0 0 0,1 0 0 0 0,-1 0 1 0 0,0 0-1 0 0,1 0 0 0 0,-1 0 0 0 0,0 1 0 0 0,1-1 0 0 0,-1 1 0 0 0,0 0 1 0 0,0 0-1 0 0,1 0 0 0 0,-1 0 0 0 0,0 0 0 0 0,0 1 0 0 0,1-1 0 0 0,-1 1 1 0 0,0 0-1 0 0,1-1 0 0 0,-1 1 0 0 0,1 1 0 0 0,-1-1 0 0 0,1 0 0 0 0,-1 0 1 0 0,1 1-1 0 0,0 0 0 0 0,-4 3 0 0 0,-1 1-57 0 0,0 1 0 0 0,1 0 0 0 0,0 1-1 0 0,1-1 1 0 0,0 1 0 0 0,0 0 0 0 0,0 0 0 0 0,1 0 0 0 0,1 1 0 0 0,-6 15 0 0 0,5-4-180 0 0,0 0 0 0 0,2 0 0 0 0,0 0 1 0 0,1 0-1 0 0,1 1 0 0 0,3 26 1 0 0,4 6-639 0 0,16 61 0 0 0,-15-80-152 0 0,26 64 0 0 0,-28-84 480 0 0,1 0 0 0 0,0-1-1 0 0,1 1 1 0 0,0-2 0 0 0,1 1 0 0 0,22 22-1 0 0,-27-31 273 0 0,0 0 0 0 0,0-1 0 0 0,1 1-1 0 0,-1-1 1 0 0,1 0 0 0 0,0 0 0 0 0,0-1-1 0 0,0 0 1 0 0,0 1 0 0 0,1-1 0 0 0,-1-1-1 0 0,1 1 1 0 0,-1-1 0 0 0,1 0 0 0 0,10 0-1 0 0,-8-1 89 0 0,-1-1-1 0 0,1 0 1 0 0,-1 0-1 0 0,1-1 0 0 0,-1 0 1 0 0,0 0-1 0 0,0-1 0 0 0,0 0 1 0 0,0 0-1 0 0,12-8 0 0 0,-7 3 122 0 0,-1 0 0 0 0,0-1 0 0 0,0-1-1 0 0,-1 0 1 0 0,0 0 0 0 0,-1-1-1 0 0,0 0 1 0 0,0-1 0 0 0,-1 0 0 0 0,-1 0-1 0 0,0-1 1 0 0,5-14 0 0 0,6-31 1369 0 0,-3-1 0 0 0,-2 0 1 0 0,7-100-1 0 0,-18 144-1237 0 0,-1 0 0 0 0,-1 0 0 0 0,0-1 0 0 0,-1 1 0 0 0,-1 0-1 0 0,0 0 1 0 0,-7-23 0 0 0,6 31-192 0 0,1 0 0 0 0,-1 1 0 0 0,0-1 0 0 0,-1 0 0 0 0,0 1 0 0 0,0 0-1 0 0,0 0 1 0 0,-1 0 0 0 0,1 1 0 0 0,-1 0 0 0 0,-1-1 0 0 0,1 2 0 0 0,-1-1 0 0 0,0 1 0 0 0,0-1-1 0 0,0 2 1 0 0,-11-6 0 0 0,-13-3-177 0 0,-1 1 0 0 0,1 2 0 0 0,-2 1 0 0 0,-46-6-1 0 0,50 14-1335 0 0,10 3-2534 0 0,4 3-620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5.03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288 84 3225 0 0,'-1'-5'396'0'0,"-1"0"1"0"0,0 0-1 0 0,-1 1 0 0 0,1-1 1 0 0,-1 0-1 0 0,0 1 1 0 0,0 0-1 0 0,0-1 1 0 0,-1 1-1 0 0,0 1 1 0 0,1-1-1 0 0,-1 0 0 0 0,0 1 1 0 0,-1 0-1 0 0,1 0 1 0 0,-1 0-1 0 0,1 0 1 0 0,-9-2-1 0 0,9 3-211 0 0,0 1 0 0 0,0 0 0 0 0,-1 0 0 0 0,1 0 1 0 0,-1 1-1 0 0,1 0 0 0 0,0 0 0 0 0,-1 0 0 0 0,1 0 0 0 0,-1 0 0 0 0,1 1 0 0 0,0 0 0 0 0,-1 0 0 0 0,1 0 0 0 0,0 1 0 0 0,0-1 0 0 0,-1 1 1 0 0,2 0-1 0 0,-1 0 0 0 0,0 0 0 0 0,0 1 0 0 0,-4 3 0 0 0,-3 4-133 0 0,1 1 0 0 0,0-1-1 0 0,1 2 1 0 0,0 0 0 0 0,0 0 0 0 0,1 0 0 0 0,1 1 0 0 0,0 0 0 0 0,1 1 0 0 0,0 0-1 0 0,1 0 1 0 0,1 0 0 0 0,0 0 0 0 0,1 1 0 0 0,0-1 0 0 0,2 1 0 0 0,-1 0 0 0 0,2 0-1 0 0,0-1 1 0 0,2 17 0 0 0,-1-16-87 0 0,2 0 0 0 0,-1 0 0 0 0,2 0 0 0 0,0 0 0 0 0,1 0 1 0 0,0-1-1 0 0,1 0 0 0 0,13 22 0 0 0,-13-26 2 0 0,1-1-1 0 0,0 0 1 0 0,0 0 0 0 0,1 0 0 0 0,0-1 0 0 0,0 0 0 0 0,1-1 0 0 0,0 0-1 0 0,1 0 1 0 0,-1-1 0 0 0,1 0 0 0 0,11 4 0 0 0,-9-4-81 0 0,0-2 0 0 0,0 0 0 0 0,0 0 0 0 0,0-1-1 0 0,0 0 1 0 0,1-1 0 0 0,0-1 0 0 0,-1 0 0 0 0,14-1 0 0 0,-19 0 101 0 0,0-1 1 0 0,0 0 0 0 0,1-1-1 0 0,-1 0 1 0 0,0 0-1 0 0,-1-1 1 0 0,1 1 0 0 0,0-1-1 0 0,-1-1 1 0 0,1 1-1 0 0,-1-1 1 0 0,0-1 0 0 0,0 1-1 0 0,-1-1 1 0 0,0 0-1 0 0,1 0 1 0 0,4-6 0 0 0,26-38 650 0 0,49-86-1 0 0,-53 83 89 0 0,-31 50-695 0 0,6-9 76 0 0,0-1 0 0 0,-1 1 0 0 0,0-1 0 0 0,-1 0 0 0 0,4-14 0 0 0,-8 23-106 0 0,-1-1 0 0 0,1 1-1 0 0,-1 0 1 0 0,0 0-1 0 0,1 0 1 0 0,-1-1-1 0 0,-1 1 1 0 0,1 0 0 0 0,0 0-1 0 0,-1-1 1 0 0,0 1-1 0 0,0 0 1 0 0,0 0 0 0 0,0 0-1 0 0,0 0 1 0 0,0 0-1 0 0,-1 0 1 0 0,1 0-1 0 0,-1 1 1 0 0,0-1 0 0 0,0 0-1 0 0,0 1 1 0 0,0-1-1 0 0,-1 1 1 0 0,-4-4 0 0 0,-7-3 1 0 0,-1 0 0 0 0,1 1-1 0 0,-1 0 1 0 0,-1 2 0 0 0,1 0 0 0 0,-23-6 0 0 0,-24-9-761 0 0,38 11 32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5.62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66 1376 0 0,'-17'-4'886'0'0,"27"-3"1498"0"0,33-8 1261 0 0,-41 14-3688 0 0,32-9 1231 0 0,0 2 0 0 0,36-3 0 0 0,25 3-3315 0 0,-80 6-1445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5.84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66 18 6449 0 0,'-23'-7'708'0'0,"18"5"381"0"0,-1 0 0 0 0,1 0 0 0 0,-1 1 0 0 0,1-1 0 0 0,-9 1 0 0 0,13 4-781 0 0,1 0 0 0 0,-1 1 0 0 0,1-1 0 0 0,0 1 0 0 0,1-1 0 0 0,-1 0 0 0 0,2 6 0 0 0,-2-5-205 0 0,15 84-111 0 0,-7-50-2902 0 0,-5-28 1250 0 0,4 21-3355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6.24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 11 2304 0 0,'-21'10'1917'0'0,"31"-10"154"0"0,-4-1-1551 0 0,64-3 2768 0 0,-5 0-2607 0 0,-1-3-3763 0 0,-40 2-232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6.48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45 0 6449 0 0,'-3'1'294'0'0,"0"0"0"0"0,0 1 0 0 0,0-1-1 0 0,0 0 1 0 0,0 1 0 0 0,0 0 0 0 0,1 0-1 0 0,-1 0 1 0 0,1 0 0 0 0,-1 0 0 0 0,1 1-1 0 0,-4 4 1 0 0,5-4-26 0 0,0 0-1 0 0,0 0 0 0 0,0 0 1 0 0,1 0-1 0 0,-1 0 1 0 0,1 0-1 0 0,0 0 0 0 0,0 0 1 0 0,0 0-1 0 0,0 0 1 0 0,0 0-1 0 0,1 0 0 0 0,0 0 1 0 0,1 5-1 0 0,40 182-1393 0 0,-35-154-160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6.91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1 5529 0 0,'0'0'423'0'0,"21"3"2488"0"0,76 15 450 0 0,3 1-2480 0 0,-77-16-2538 0 0,0-1 0 0 0,30-1 0 0 0,-37-2-1852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7.16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 1 4145 0 0,'-2'0'281'0'0,"0"1"0"0"0,1 0-1 0 0,-1 0 1 0 0,0 0 0 0 0,0 0 0 0 0,1 0 0 0 0,-1 0-1 0 0,1 1 1 0 0,-1-1 0 0 0,1 0 0 0 0,0 1 0 0 0,-1-1 0 0 0,1 1-1 0 0,0-1 1 0 0,0 1 0 0 0,0 0 0 0 0,0 0 0 0 0,0-1 0 0 0,0 1-1 0 0,1 0 1 0 0,-1 0 0 0 0,1 0 0 0 0,-1 0 0 0 0,1 0 0 0 0,0 0-1 0 0,-1 2 1 0 0,1 6 180 0 0,0 0 0 0 0,1 0 0 0 0,-1 0 0 0 0,4 10-1 0 0,-1 6-76 0 0,5 67 54 0 0,5 62-1840 0 0,-9-53-3303 0 0,-3-47 1552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7.62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56 4145 0 0,'47'-26'4593'0'0,"-36"21"-4046"0"0,0 0 0 0 0,1 0-1 0 0,0 1 1 0 0,0 1 0 0 0,13-2 0 0 0,-19 4-770 0 0,-1 0 0 0 0,1 0 0 0 0,0 1-1 0 0,0 0 1 0 0,0 1 0 0 0,0-1 0 0 0,0 1 0 0 0,0 0 0 0 0,0 0-1 0 0,-1 1 1 0 0,1 0 0 0 0,10 5 0 0 0,-7-2-3206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7.827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25 0 5529 0 0,'-3'4'460'0'0,"0"0"1"0"0,1 0-1 0 0,-1 0 0 0 0,1 0 0 0 0,0 1 0 0 0,0-1 1 0 0,1 0-1 0 0,-1 1 0 0 0,1 0 0 0 0,0-1 1 0 0,0 1-1 0 0,0 0 0 0 0,1 6 0 0 0,1 71 1362 0 0,0-66-1682 0 0,6 77-1542 0 0,-3-61-3128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8.92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293 70 2761 0 0,'0'-2'133'0'0,"-1"1"0"0"0,1 0 0 0 0,-1 0 1 0 0,0 0-1 0 0,1 0 0 0 0,-1 0 0 0 0,0 0 1 0 0,0 1-1 0 0,0-1 0 0 0,0 0 1 0 0,0 0-1 0 0,0 1 0 0 0,0-1 0 0 0,0 0 1 0 0,0 1-1 0 0,0-1 0 0 0,0 1 0 0 0,-1-1 1 0 0,1 1-1 0 0,0 0 0 0 0,0 0 1 0 0,-2-1-1 0 0,-1 1 20 0 0,1 0 0 0 0,0 0 0 0 0,0 1 0 0 0,0-1 0 0 0,-1 1 0 0 0,1 0 1 0 0,0 0-1 0 0,-5 2 0 0 0,-1 1 5 0 0,0 1 0 0 0,-1 0 0 0 0,2 1 0 0 0,-13 9 0 0 0,-2 7 103 0 0,2 0 0 0 0,0 2 1 0 0,2 0-1 0 0,1 1 1 0 0,1 1-1 0 0,1 0 0 0 0,-18 41 1 0 0,32-61-259 0 0,0-1 0 0 0,0 0 0 0 0,1 1 0 0 0,0 0-1 0 0,0-1 1 0 0,0 1 0 0 0,1-1 0 0 0,0 1 0 0 0,0 0 0 0 0,1-1 0 0 0,-1 1 0 0 0,1 0 0 0 0,0-1 0 0 0,1 1 0 0 0,-1-1 0 0 0,1 1 0 0 0,0-1-1 0 0,0 0 1 0 0,6 9 0 0 0,5 7-33 0 0,1-1-1 0 0,1 0 0 0 0,22 23 1 0 0,-21-25-21 0 0,-1-2-110 0 0,1-2-1 0 0,1 0 1 0 0,0 0-1 0 0,1-2 1 0 0,0 0-1 0 0,1-1 1 0 0,0-1-1 0 0,1-1 1 0 0,0-1-1 0 0,0 0 1 0 0,1-1-1 0 0,0-2 1 0 0,0 0-1 0 0,0-1 1 0 0,1-1-1 0 0,0-1 1 0 0,-1-1-1 0 0,1-1 1 0 0,0-1-1 0 0,-1-1 1 0 0,1-1-1 0 0,25-6 1 0 0,-35 4 365 0 0,0 1 0 0 0,-1-2 0 0 0,1 1 0 0 0,-2-2 0 0 0,1 1 1 0 0,-1-2-1 0 0,0 1 0 0 0,0-1 0 0 0,-1-1 0 0 0,0 0 0 0 0,0 0 0 0 0,-1-1 0 0 0,0 0 0 0 0,-1 0 0 0 0,0-1 0 0 0,8-18 1 0 0,-6 11 226 0 0,-1 0 1 0 0,-1-1 0 0 0,-1 1 0 0 0,0-2 0 0 0,-1 1 0 0 0,-1-1 0 0 0,-1 1 0 0 0,-1-1-1 0 0,-1-37 1 0 0,-2 44-215 0 0,-1-1 0 0 0,0 0 0 0 0,-1 1 0 0 0,-1 0 0 0 0,0 0 0 0 0,0 0 0 0 0,-2 0 0 0 0,1 0 0 0 0,-2 1 0 0 0,0 0 0 0 0,0 0 0 0 0,-1 1 0 0 0,0 0 0 0 0,-14-13 0 0 0,8 10-153 0 0,-1 0 0 0 0,-1 1 1 0 0,0 1-1 0 0,-1 0 0 0 0,0 2 0 0 0,-1 0 0 0 0,0 0 0 0 0,-1 2 0 0 0,-22-7 0 0 0,33 12-220 0 0,0 1 0 0 0,-1 0 0 0 0,1 0 0 0 0,-1 1 0 0 0,1 0 1 0 0,-1 1-1 0 0,0 0 0 0 0,-17 2 0 0 0,3 2-922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9.169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1 146 2240 0 0,'0'-2'220'0'0,"1"-1"0"0"0,0 0-1 0 0,0 0 1 0 0,0 1-1 0 0,0-1 1 0 0,0 1-1 0 0,0-1 1 0 0,1 1 0 0 0,-1-1-1 0 0,1 1 1 0 0,0 0-1 0 0,-1 0 1 0 0,1 0-1 0 0,3-2 1 0 0,34-31 4494 0 0,-30 28-4189 0 0,3-3 286 0 0,0 0 0 0 0,1 1 0 0 0,22-13 0 0 0,-29 20-870 0 0,0-1 0 0 0,0 1 0 0 0,0 0 0 0 0,-1 1 1 0 0,2-1-1 0 0,-1 1 0 0 0,0 0 0 0 0,0 1 0 0 0,0-1 1 0 0,0 1-1 0 0,1 1 0 0 0,7 0 0 0 0,-1 2-886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09.67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14 46 1376 0 0,'-2'1'167'0'0,"-9"1"2415"0"0,14-4-2507 0 0,7-3-106 0 0,0 0 1 0 0,0 1 0 0 0,1 0-1 0 0,-1 1 1 0 0,1 0 0 0 0,13-1-1 0 0,32-10 136 0 0,-48 10 996 0 0,-7 3-1021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0.19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372 73 456 0 0,'-5'-2'349'0'0,"0"-1"0"0"0,0 1 0 0 0,0 1 0 0 0,0-1 0 0 0,-1 1 0 0 0,1 0 0 0 0,0 0 0 0 0,0 0 0 0 0,-1 1 0 0 0,1-1 0 0 0,0 2 0 0 0,-7-1-1 0 0,-2 2 331 0 0,-1 0-1 0 0,1 0 0 0 0,-18 7 1 0 0,19-5-447 0 0,1 1 1 0 0,-1 1-1 0 0,1 0 0 0 0,1 0 1 0 0,-1 2-1 0 0,1-1 1 0 0,0 1-1 0 0,1 1 1 0 0,0 0-1 0 0,1 0 0 0 0,-1 1 1 0 0,2 0-1 0 0,-1 1 1 0 0,-8 16-1 0 0,9-14-216 0 0,0 1-1 0 0,1 0 1 0 0,1 1-1 0 0,1-1 0 0 0,0 1 1 0 0,1 0-1 0 0,0 0 1 0 0,1 1-1 0 0,1-1 1 0 0,1 1-1 0 0,0-1 1 0 0,2 20-1 0 0,-1-27-66 0 0,1 0 0 0 0,0 0 1 0 0,1 1-1 0 0,0-1 0 0 0,0-1 0 0 0,1 1 0 0 0,0 0 0 0 0,0-1 0 0 0,1 1 1 0 0,-1-1-1 0 0,2 0 0 0 0,-1 0 0 0 0,1-1 0 0 0,0 1 0 0 0,1-1 0 0 0,-1 0 1 0 0,1 0-1 0 0,0-1 0 0 0,1 0 0 0 0,11 7 0 0 0,-6-5-58 0 0,0-1 0 0 0,0-1 0 0 0,1 0 0 0 0,-1-1 1 0 0,1-1-1 0 0,0 0 0 0 0,1 0 0 0 0,-1-1 0 0 0,0-1 0 0 0,1 0 0 0 0,24-2 0 0 0,-13-1 205 0 0,0-2 0 0 0,0 0 0 0 0,-1-2 0 0 0,1 0 0 0 0,-1-2 0 0 0,0-1 1 0 0,-1-1-1 0 0,38-21 0 0 0,-47 23 106 0 0,-1-1 0 0 0,0 0 0 0 0,-1-1 0 0 0,0 0 0 0 0,0 0 0 0 0,-1-2 0 0 0,-1 1 0 0 0,0-1 0 0 0,0-1 0 0 0,-1 0 0 0 0,-1 0 0 0 0,0-1 0 0 0,-1 0 0 0 0,0 0 0 0 0,5-19 0 0 0,-10 23-25 0 0,0 0 0 0 0,-1 0 0 0 0,0 0 0 0 0,0 0 0 0 0,-1-1 0 0 0,-1 1 0 0 0,1 0 0 0 0,-2 0 0 0 0,1-1 0 0 0,-2 1 0 0 0,1 0 0 0 0,-1 1 0 0 0,-1-1-1 0 0,0 0 1 0 0,0 1 0 0 0,-1 0 0 0 0,0 0 0 0 0,0 0 0 0 0,-1 1 0 0 0,0 0 0 0 0,-14-15 0 0 0,10 13-221 0 0,0 1 0 0 0,0 0-1 0 0,-1 0 1 0 0,0 1 0 0 0,0 1-1 0 0,-1 0 1 0 0,0 0-1 0 0,0 1 1 0 0,-1 0 0 0 0,1 1-1 0 0,-1 1 1 0 0,-1 0 0 0 0,1 1-1 0 0,0 0 1 0 0,-1 1 0 0 0,-17 0-1 0 0,-4 6-5173 0 0,20 0 447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1.01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269 33 920 0 0,'-1'-1'115'0'0,"0"-1"1"0"0,1 0-1 0 0,-1 0 0 0 0,0 0 1 0 0,0 0-1 0 0,0 0 0 0 0,-1 1 0 0 0,1-1 1 0 0,0 0-1 0 0,-1 1 0 0 0,1-1 1 0 0,-1 1-1 0 0,1 0 0 0 0,-1-1 0 0 0,0 1 1 0 0,0 0-1 0 0,1 0 0 0 0,-1 0 0 0 0,0 0 1 0 0,-4-1-1 0 0,3 2 31 0 0,0 0-1 0 0,0-1 1 0 0,0 1 0 0 0,0 0 0 0 0,0 1-1 0 0,0-1 1 0 0,0 0 0 0 0,0 1-1 0 0,0 0 1 0 0,0 0 0 0 0,0 0-1 0 0,-5 2 1 0 0,0 1 94 0 0,0 1 0 0 0,0 0 0 0 0,1 0 0 0 0,0 1 0 0 0,-1 0 0 0 0,2 0 0 0 0,-1 0 0 0 0,-8 12 0 0 0,-2 6-69 0 0,2-1 0 0 0,0 2 0 0 0,2 0 0 0 0,1 1 0 0 0,1 0 0 0 0,-13 46 0 0 0,21-62-175 0 0,0 0 1 0 0,1 1-1 0 0,1-1 0 0 0,0 1 0 0 0,0-1 1 0 0,1 1-1 0 0,0-1 0 0 0,1 1 0 0 0,0 0 1 0 0,1-1-1 0 0,0 0 0 0 0,1 1 1 0 0,0-1-1 0 0,0 0 0 0 0,1 0 0 0 0,1-1 1 0 0,-1 1-1 0 0,1-1 0 0 0,1 0 1 0 0,13 16-1 0 0,-12-18-87 0 0,0-1 1 0 0,1 0 0 0 0,0 0-1 0 0,0-1 1 0 0,0 0-1 0 0,1 0 1 0 0,-1-1 0 0 0,1 0-1 0 0,0-1 1 0 0,0 0 0 0 0,1 0-1 0 0,-1-1 1 0 0,1 0-1 0 0,11 1 1 0 0,-5-2 113 0 0,-1 0 0 0 0,1-1 0 0 0,0-1 0 0 0,-1 0 0 0 0,1-1-1 0 0,0 0 1 0 0,-1-2 0 0 0,16-4 0 0 0,-19 3 187 0 0,0 0 0 0 0,-1-1-1 0 0,0 0 1 0 0,1 0 0 0 0,-2-1-1 0 0,1-1 1 0 0,-1 0-1 0 0,0 0 1 0 0,-1-1 0 0 0,0 0-1 0 0,-1-1 1 0 0,1 0 0 0 0,-2 0-1 0 0,1-1 1 0 0,-2 0 0 0 0,1 0-1 0 0,-2 0 1 0 0,1-1 0 0 0,-2 0-1 0 0,1 0 1 0 0,-2 0 0 0 0,1-1-1 0 0,-2 1 1 0 0,0-1 0 0 0,0 0-1 0 0,-1 0 1 0 0,-1 0 0 0 0,-1-20-1 0 0,-1 20-14 0 0,0 1 0 0 0,-1-1 1 0 0,0 0-1 0 0,-1 1 0 0 0,0 0 0 0 0,-1 0 0 0 0,-1 0 0 0 0,0 0 0 0 0,0 1 1 0 0,-1 0-1 0 0,-12-14 0 0 0,12 17-260 0 0,0 1 1 0 0,-1 0-1 0 0,0 0 0 0 0,0 1 1 0 0,-1 0-1 0 0,0 0 0 0 0,0 1 1 0 0,0 0-1 0 0,-1 1 1 0 0,1 0-1 0 0,-1 1 0 0 0,0 0 1 0 0,0 0-1 0 0,-17-2 1 0 0,1 3-3556 0 0,2 1-1200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1.25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1 163 920 0 0,'2'-4'496'0'0,"0"0"0"0"0,1 0 0 0 0,-1 0-1 0 0,1 1 1 0 0,0-1 0 0 0,0 1 0 0 0,0 0-1 0 0,1 0 1 0 0,5-5 0 0 0,1 0 309 0 0,2-5 129 0 0,5-4 157 0 0,1 0 0 0 0,24-17 1 0 0,-37 29-1208 0 0,2 2-1 0 0,-1-1 1 0 0,0 0 0 0 0,1 1 0 0 0,-1 0-1 0 0,1 1 1 0 0,0 0 0 0 0,0 0-1 0 0,0 0 1 0 0,0 1 0 0 0,0 0 0 0 0,9 0-1 0 0,-6 1-3301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2.146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219 128 1376 0 0,'-3'-1'123'0'0,"0"0"-1"0"0,1 1 0 0 0,-1 0 0 0 0,0-1 1 0 0,0 1-1 0 0,0 0 0 0 0,1 1 0 0 0,-1-1 1 0 0,0 0-1 0 0,0 1 0 0 0,1-1 0 0 0,-1 1 1 0 0,0 0-1 0 0,-4 2 0 0 0,-36 19 973 0 0,33-16-990 0 0,0 0 0 0 0,0 1 0 0 0,1 0 0 0 0,0 1 0 0 0,1 0 0 0 0,-1 0 0 0 0,1 1-1 0 0,1 0 1 0 0,0 0 0 0 0,0 1 0 0 0,1 0 0 0 0,-6 12 0 0 0,9-14-37 0 0,0 0-1 0 0,0 0 1 0 0,1 0-1 0 0,0 1 1 0 0,0 0-1 0 0,1-1 1 0 0,0 1 0 0 0,1-1-1 0 0,0 1 1 0 0,0 0-1 0 0,1 0 1 0 0,0-1-1 0 0,0 1 1 0 0,1-1-1 0 0,0 1 1 0 0,7 15-1 0 0,0-3-110 0 0,1 0-1 0 0,1-1 1 0 0,2 0-1 0 0,0-1 1 0 0,0 0-1 0 0,2-1 0 0 0,0-1 1 0 0,1 0-1 0 0,1-2 1 0 0,28 22-1 0 0,-34-29 12 0 0,0-1 0 0 0,0-1-1 0 0,1 0 1 0 0,-1-1 0 0 0,1 0 0 0 0,0 0-1 0 0,1-2 1 0 0,24 5 0 0 0,-28-7 28 0 0,0 0 1 0 0,1-1-1 0 0,-1 0 1 0 0,1-1-1 0 0,-1 0 1 0 0,1 0-1 0 0,-1-1 1 0 0,0 0-1 0 0,0-1 1 0 0,0 0-1 0 0,0 0 1 0 0,0-1-1 0 0,9-6 1 0 0,-10 6 133 0 0,-2-1 0 0 0,1 0 0 0 0,-1-1 0 0 0,1 0 0 0 0,-1 0 0 0 0,-1 0 0 0 0,1 0 0 0 0,-1-1 0 0 0,0 0 0 0 0,-1 0 0 0 0,0 0 0 0 0,0-1 0 0 0,0 1 0 0 0,-1-1 0 0 0,0 0 0 0 0,-1 0 0 0 0,2-10 0 0 0,2-13 568 0 0,-2-1 0 0 0,-1 0 1 0 0,-1-37-1 0 0,-1 45-17 0 0,-1-2-113 0 0,-1-109 2462 0 0,0 117-2760 0 0,-1 1-1 0 0,0 0 0 0 0,-2 0 0 0 0,0 1 0 0 0,-11-29 0 0 0,13 39-330 0 0,-2 1 0 0 0,1-1 0 0 0,0 0 0 0 0,-1 1-1 0 0,0 0 1 0 0,0 0 0 0 0,-1 0 0 0 0,-8-7 0 0 0,10 10-148 0 0,1 0 1 0 0,-1 0-1 0 0,1 1 1 0 0,-1-1-1 0 0,0 0 1 0 0,0 1-1 0 0,1 0 1 0 0,-1 0-1 0 0,0 0 1 0 0,0 0-1 0 0,0 0 1 0 0,0 1-1 0 0,0-1 1 0 0,0 1-1 0 0,-1 0 1 0 0,1 0-1 0 0,0 0 1 0 0,0 0-1 0 0,0 1 1 0 0,-5 0-1 0 0,-4 5-1006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2.510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61 38 2761 0 0,'-5'1'299'0'0,"0"0"0"0"0,0 0 1 0 0,-1 0-1 0 0,1-1 1 0 0,0 1-1 0 0,0-1 0 0 0,-1-1 1 0 0,1 1-1 0 0,-8-2 1 0 0,36-10 4858 0 0,1 4-4257 0 0,0 2 0 0 0,28-5 0 0 0,-33 9-1050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5.09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1524 1 2304 0 0,'0'0'1577'0'0,"-10"7"2646"0"0,-52 10-3470 0 0,-79 26 1136 0 0,77-22-1608 0 0,0-3 0 0 0,-2-2 0 0 0,-75 7 0 0 0,47-13 322 0 0,-156-5 0 0 0,196-9-431 0 0,0-2-1 0 0,-63-15 1 0 0,-102-36-191 0 0,127 31-270 0 0,79 22-337 0 0,-1 1 0 0 0,1 0 1 0 0,0 1-1 0 0,-15 0 0 0 0,13 2-3167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5.594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18 1 6913 0 0,'-1'1'25'0'0,"0"0"1"0"0,0 0-1 0 0,0 0 0 0 0,0 1 0 0 0,0-1 0 0 0,1 0 0 0 0,-1 1 0 0 0,0-1 0 0 0,1 0 0 0 0,-1 1 0 0 0,1-1 0 0 0,-1 1 0 0 0,1-1 0 0 0,0 1 0 0 0,0 2 0 0 0,-2 31-495 0 0,2-21 598 0 0,-6 134 380 0 0,7 0 0 0 0,33 245 0 0 0,-1-167-86 0 0,84 723-925 0 0,-47-412 1128 0 0,-10-117 102 0 0,-33-228-87 0 0,3 44 187 0 0,-29-208-3843 0 0,-5 54-1 0 0,2-67 2154 0 0,1-6-778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7.608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32 6 920 0 0,'-1'-1'121'0'0,"1"1"1"0"0,0 0-1 0 0,-1-1 0 0 0,1 1 1 0 0,-1-1-1 0 0,1 1 0 0 0,-1 0 0 0 0,1-1 1 0 0,0 1-1 0 0,-1 0 0 0 0,0-1 1 0 0,1 1-1 0 0,-1 0 0 0 0,1 0 0 0 0,-1 0 1 0 0,1-1-1 0 0,-1 1 0 0 0,1 0 0 0 0,-1 0 1 0 0,0 0-1 0 0,1 0 0 0 0,-1 0 1 0 0,1 0-1 0 0,-1 0 0 0 0,1 0 0 0 0,-1 0 1 0 0,0 1-1 0 0,1-1 0 0 0,-1 0 0 0 0,1 0 1 0 0,-1 0-1 0 0,1 1 0 0 0,-1-1 1 0 0,1 0-1 0 0,-1 0 0 0 0,1 1 0 0 0,-1-1 1 0 0,1 1-1 0 0,-1-1 0 0 0,1 0 1 0 0,0 1-1 0 0,-1-1 0 0 0,1 1 0 0 0,0-1 1 0 0,-1 1-1 0 0,1-1 0 0 0,0 1 0 0 0,0-1 1 0 0,-1 1-1 0 0,1-1 0 0 0,0 1 1 0 0,0 0-1 0 0,-7 20 2951 0 0,7-8-4117 0 0,6 40 1799 0 0,3 1-1 0 0,18 59 1 0 0,-3-12 237 0 0,-19-71-616 0 0,-1 1 1 0 0,-1 49 0 0 0,0-74-2537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8.34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20 129 456 0 0,'-20'2'3216'0'0,"34"-1"-427"0"0,892-17 4225 0 0,-445-33-5218 0 0,-124-11 249 0 0,-333 59-2355 0 0,37-5 695 0 0,-39 6-1041 0 0,0 0 0 0 0,0 0 1 0 0,1 1-1 0 0,-1-1 0 0 0,0 0 1 0 0,0 1-1 0 0,0-1 0 0 0,0 1 1 0 0,0 0-1 0 0,2 1 0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19.91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33 920 0 0,'0'-2'172'0'0,"0"0"-1"0"0,1 0 1 0 0,-1 0 0 0 0,1 0-1 0 0,-1 0 1 0 0,1 0-1 0 0,0 0 1 0 0,0 0 0 0 0,0 0-1 0 0,0 0 1 0 0,0 0-1 0 0,0 0 1 0 0,1 0-1 0 0,2-2 1 0 0,-3 8 203 0 0,1 0 0 0 0,-1 0 0 0 0,1 0 0 0 0,-1 0 0 0 0,-1 0 1 0 0,1 0-1 0 0,0 7 0 0 0,53 482 2557 0 0,-50-428-2539 0 0,-2-35 744 0 0,0 1 1 0 0,-5 47-1 0 0,2-51-3268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20.472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 83 456 0 0,'9'-35'703'0'0,"8"-13"10899"0"0,-18 68-10702 0 0,0-10-758 0 0,-2 74 343 0 0,3 1 0 0 0,22 162-1 0 0,-6-98-202 0 0,86 539-50 0 0,-14-125-184 0 0,-56-163 59 0 0,-26-304-14 0 0,-4-34 171 0 0,-1-19-5059 0 0,0-26-140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21.321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0 415 2304 0 0,'24'-10'342'0'0,"0"0"0"0"0,0 2 0 0 0,1 0 0 0 0,0 2 0 0 0,0 1 0 0 0,30-3 0 0 0,159 1 3029 0 0,-129 7-2918 0 0,398-36 243 0 0,-2-37 0 0 0,-151 32-696 0 0,-178 24 0 0 0,291-10 0 0 0,-275 20 0 0 0,17 1 0 0 0,268-24 0 0 0,-196-16 431 0 0,182-21-155 0 0,60 65-774 0 0,0 36 708 0 0,-394-26-141 0 0,332-1 2375 0 0,-96-6-1556 0 0,-217 10 93 0 0,234 53 1 0 0,-185-28-580 0 0,-135-29-576 0 0,-1-2 0 0 0,54 1-1 0 0,-71-6 40 0 0,0-1 0 0 0,0-1 0 0 0,0-1 0 0 0,0-1 0 0 0,-1 0 0 0 0,26-10 0 0 0,-36 10-1508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23.173"/>
    </inkml:context>
    <inkml:brush xml:id="br0">
      <inkml:brushProperty name="width" value="0.1" units="cm"/>
      <inkml:brushProperty name="height" value="0.1" units="cm"/>
      <inkml:brushProperty name="color" value="#CC0066"/>
    </inkml:brush>
  </inkml:definitions>
  <inkml:trace contextRef="#ctx0" brushRef="#br0">11 297 2761 0 0,'-10'-3'2446'0'0,"19"-4"-1363"0"0,24-6-578 0 0,-33 13-491 0 0,53-14 403 0 0,-1 2-1 0 0,2 2 0 0 0,-1 3 1 0 0,68-1-1 0 0,111-17-481 0 0,202-53-391 0 0,-216 25-228 0 0,-155 35 938 0 0,1 2 1 0 0,1 3-1 0 0,78-5 0 0 0,-138 18-173 0 0,0-1 94 0 0,0 1-1 0 0,0-1 1 0 0,0 1-1 0 0,0 1 0 0 0,0-1 1 0 0,0 0-1 0 0,0 1 1 0 0,0 0-1 0 0,0 0 1 0 0,0 1-1 0 0,-1 0 1 0 0,1-1-1 0 0,4 4 0 0 0,-10-2 202 0 0,-1 0-1 0 0,-1 0 1 0 0,1-1-1 0 0,0 1 1 0 0,-1 0-1 0 0,0-1 0 0 0,1 0 1 0 0,-1 1-1 0 0,-4 1 1 0 0,2 1 197 0 0,-9 6-328 0 0,1 1 0 0 0,1 0 0 0 0,0 1 0 0 0,1 1 0 0 0,0 0 1 0 0,1 0-1 0 0,0 1 0 0 0,2 0 0 0 0,0 1 0 0 0,0 0 0 0 0,1 0 0 0 0,1 1 0 0 0,-4 19 0 0 0,1 10-246 0 0,2 0 0 0 0,2 0-1 0 0,1 0 1 0 0,6 70 0 0 0,31 186-33 0 0,-5-75 21 0 0,33 353-115 0 0,-11 63-215 0 0,-30-322 69 0 0,128 755-1341 0 0,-125-949 1406 0 0,105 465-2207 0 0,-115-547 2246 0 0,-4-8 168 0 0,2-1 1 0 0,2 0-1 0 0,23 48 1 0 0,-33-75 77 0 0,0 0-1 0 0,-1 0 1 0 0,0 0 0 0 0,0 0 0 0 0,-1 0-1 0 0,0 1 1 0 0,-1-1 0 0 0,0 0-1 0 0,-2 15 1 0 0,2 23 647 0 0,1-33-527 0 0,0-3-116 0 0,0 1 0 0 0,-1 0 0 0 0,-2 18 0 0 0,2-28-38 0 0,0 0-1 0 0,0 0 1 0 0,-1 0 0 0 0,1 0-1 0 0,-1 0 1 0 0,1-1-1 0 0,-1 1 1 0 0,0 0 0 0 0,0 0-1 0 0,0 0 1 0 0,0-1-1 0 0,0 1 1 0 0,0 0-1 0 0,0-1 1 0 0,0 1 0 0 0,-1-1-1 0 0,1 1 1 0 0,-1-1-1 0 0,1 0 1 0 0,-1 1 0 0 0,1-1-1 0 0,-1 0 1 0 0,0 0-1 0 0,0 0 1 0 0,1 0-1 0 0,-1-1 1 0 0,-3 2 0 0 0,-1-1 32 0 0,0-1 1 0 0,1 0 0 0 0,-1 0 0 0 0,0-1 0 0 0,1 0 0 0 0,-1 0 0 0 0,1 0-1 0 0,-1 0 1 0 0,1-1 0 0 0,-1 0 0 0 0,1 0 0 0 0,-6-3 0 0 0,-59-37 355 0 0,69 41-417 0 0,-18-10-10 0 0,-1 0-1 0 0,0 1 1 0 0,-1 1 0 0 0,0 1-1 0 0,-33-8 1 0 0,-113-15-19 0 0,62 22-63 0 0,68 7 31 0 0,0-2-1 0 0,-46-10 1 0 0,53 9 48 0 0,1 1 0 0 0,-1 2 0 0 0,0 1 0 0 0,1 1 0 0 0,-39 5 0 0 0,-58 0 0 0 0,51-7-2247 0 0,-118 12 1 0 0,160-9 414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28.2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181 101 2713 0 0,'-163'61'6546'0'0,"147"-51"-6555"0"0,15-7-273 0 0,18-11 56 0 0,34-14 690 0 0,1 2 1 0 0,0 3-1 0 0,78-15 1 0 0,-112 29-441 0 0,-1 1 1 0 0,1 0 0 0 0,24 2 0 0 0,-27 1 34 0 0,1-2 1 0 0,-1 1-1 0 0,1-2 0 0 0,27-6 1 0 0,-3-1 438 0 0,1 1 0 0 0,66-4 0 0 0,-65 9 217 0 0,0-2-1 0 0,58-14 1 0 0,-81 17-95 0 0,-19 2-567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36.6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12 188 1840 0 0,'-5'-5'1722'0'0,"5"5"-1622"0"0,-1 0 0 0 0,1-1 0 0 0,0 1-1 0 0,0 0 1 0 0,-1 0 0 0 0,1 0 0 0 0,0 0 0 0 0,-1 0 0 0 0,1 0 0 0 0,0-1 0 0 0,0 1 0 0 0,-1 0 0 0 0,1-1 200 0 0,-1 1-200 0 0,1 0-1 0 0,0 0 1 0 0,0-1 0 0 0,0 1 0 0 0,0 0 0 0 0,-1 0 0 0 0,1-1 0 0 0,0 1 0 0 0,0 0 0 0 0,0-1 0 0 0,0 1 0 0 0,0 0 0 0 0,0 0 0 0 0,0-1 0 0 0,0 1 0 0 0,0 0-1 0 0,0-1 1 0 0,0 1 0 0 0,0 0 0 0 0,0-1 0 0 0,0 1 0 0 0,0 0 0 0 0,0-1 0 0 0,0 1 0 0 0,0 0 0 0 0,0 0 0 0 0,0-1 0 0 0,1 1 0 0 0,-1 0 0 0 0,0-1-1 0 0,0 1 1 0 0,0 0 0 0 0,1-1 200 0 0,-1 1-200 0 0,0 0 0 0 0,1-1 0 0 0,6-4 144 0 0,0 0 0 0 0,1 0 0 0 0,-1 1 0 0 0,1 0-1 0 0,0 0 1 0 0,1 1 0 0 0,-1 0 0 0 0,0 1 0 0 0,1-1 0 0 0,12 0 0 0 0,16-2 643 0 0,46 1 0 0 0,-17 1-752 0 0,216-32 741 0 0,13-1-639 0 0,-12 7-322 0 0,-251 22-548 0 0,-13-2-3983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37.1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54 2761 0 0,'-11'-31'838'0'0,"10"30"-607"0"0,1-1-1 0 0,-1 1 1 0 0,1 0-1 0 0,-1-1 1 0 0,0 1-1 0 0,1 0 1 0 0,-1 0-1 0 0,0-1 1 0 0,0 1-1 0 0,0 0 1 0 0,0 0-1 0 0,0 0 1 0 0,0 0 0 0 0,0 0-1 0 0,0 0 1 0 0,-1 1-1 0 0,1-1 1 0 0,0 0-1 0 0,-2 0 1 0 0,9 41 3834 0 0,-3-21-3514 0 0,-1 0-1 0 0,-1 27 1 0 0,-1-33-527 0 0,0-1-1 0 0,0 1 0 0 0,2 0 0 0 0,-1-1 0 0 0,2 1 0 0 0,5 19 1 0 0,-8-31-20 0 0,23 57 139 0 0,-2 0 1 0 0,-4 2-1 0 0,14 82 0 0 0,-15-13-162 0 0,-7-38-47 0 0,39 166-1 0 0,-46-252 216 0 0,-1 1 0 0 0,1-1 0 0 0,0 1 0 0 0,0-1 0 0 0,0 0 0 0 0,1 0 0 0 0,0 0 0 0 0,0 0 0 0 0,1 0 0 0 0,-1 0 0 0 0,1-1 0 0 0,5 6 0 0 0,-3-9 921 0 0,-6-1-1106 0 0,1 0-1 0 0,-1 0 1 0 0,0 0 0 0 0,0 0-1 0 0,0 0 1 0 0,0 0 0 0 0,1 0-1 0 0,-1-1 1 0 0,0 1 0 0 0,0 1-1 0 0,0-1 1 0 0,0 0 0 0 0,0 0-1 0 0,1 0 1 0 0,-1 0 0 0 0,0 0-1 0 0,0 0 1 0 0,0 0 0 0 0,0 0-1 0 0,1 0 1 0 0,-1 0 0 0 0,0 0-1 0 0,0 0 1 0 0,0 0 0 0 0,0 0-1 0 0,0 1 1 0 0,0-1 0 0 0,1 0-1 0 0,-1 0 1 0 0,0 0-1 0 0,0 0 1 0 0,0 0 0 0 0,0 0-1 0 0,0 1 1 0 0,0-1 0 0 0,0 0-1 0 0,0 0 1 0 0,0 0 0 0 0,0 0-1 0 0,0 0 1 0 0,0 1 0 0 0,0-1-1 0 0,0 0 1 0 0,0 0 0 0 0,0 0-1 0 0,0 0 1 0 0,0 1 0 0 0,0-1-1 0 0,0 0 1 0 0,0 0 0 0 0,0 0-1 0 0,0 0 1 0 0,0 1 0 0 0,0-1-1 0 0,0 0 1 0 0,0 0 0 0 0,0 0-1 0 0,0 0 1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1.9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48 4425 0 0,'-19'-3'7831'0'0,"48"3"-5624"0"0,37-4-3404 0 0,-50 2 1822 0 0,148-18-896 0 0,-96 4-5079 0 0,-57 13 1777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2.2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6 3225 0 0,'-25'-5'5032'0'0,"25"24"-2761"0"0,5 35-1169 0 0,3 0 1 0 0,18 64-1 0 0,18 31-2174 0 0,-34-115-3513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2.6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73 3225 0 0,'32'-5'3913'0'0,"26"-15"-783"0"0,62-14 0 0 0,-97 29-3370 0 0,0 2 0 0 0,0 0 0 0 0,1 1 0 0 0,-1 1-1 0 0,46 5 1 0 0,-53-2-1115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2.9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1 6913 0 0,'-1'1'320'0'0,"-1"0"0"0"0,1 0 0 0 0,0 0 0 0 0,0 0 0 0 0,-1 0 0 0 0,1 0 0 0 0,0 0-1 0 0,0 1 1 0 0,1-1 0 0 0,-1 0 0 0 0,0 1 0 0 0,0-1 0 0 0,1 1 0 0 0,-1-1 0 0 0,0 1-1 0 0,1-1 1 0 0,0 1 0 0 0,-1-1 0 0 0,1 1 0 0 0,0 0 0 0 0,0 2 0 0 0,2 43-999 0 0,0-20 1114 0 0,-2 46-1005 0 0,3 0-1 0 0,18 101 1 0 0,-14-140-3776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3.3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45 3225 0 0,'-18'0'333'0'0,"16"0"-13"0"0,-1 0 0 0 0,0 0 1 0 0,1 0-1 0 0,-1 0 0 0 0,0-1 1 0 0,0 1-1 0 0,1-1 0 0 0,-1 1 1 0 0,0-1-1 0 0,-3-2 1 0 0,6 3-249 0 0,0-1 0 0 0,0 1 0 0 0,0-1 0 0 0,0 1 0 0 0,0-1 0 0 0,0 1 0 0 0,0-1 0 0 0,1 1 0 0 0,-1-1 0 0 0,0 1 0 0 0,0-1 0 0 0,1 1 0 0 0,-1-1 0 0 0,0 1 0 0 0,1 0 1 0 0,-1-1-1 0 0,0 1 0 0 0,1-1 0 0 0,-1 1 0 0 0,0 0 0 0 0,1-1 0 0 0,-1 1 0 0 0,1 0 0 0 0,-1 0 0 0 0,1-1 0 0 0,-1 1 0 0 0,1 0 0 0 0,-1 0 0 0 0,1 0 0 0 0,-1-1 0 0 0,1 1 0 0 0,-1 0 1 0 0,1 0-1 0 0,-1 0 0 0 0,1 0 0 0 0,0 0 0 0 0,21-7 1214 0 0,3 4-581 0 0,0 0 0 0 0,0 1-1 0 0,31 2 1 0 0,-31 1-2018 0 0,0-1 0 0 0,1-2 0 0 0,31-5-1 0 0,-40 4-1957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3.5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0 5985 0 0,'0'0'173'0'0,"-1"0"0"0"0,0 0 0 0 0,1 0 0 0 0,-1 0 0 0 0,1 0 0 0 0,-1 0 0 0 0,0 0 0 0 0,1 0 0 0 0,-1 0 0 0 0,1 0 0 0 0,-1 1 0 0 0,1-1 1 0 0,-1 0-1 0 0,0 0 0 0 0,1 1 0 0 0,-1-1 0 0 0,1 0 0 0 0,-1 0 0 0 0,1 1 0 0 0,-1-1 0 0 0,1 1 0 0 0,0-1 0 0 0,-1 0 0 0 0,1 1 0 0 0,-1-1 0 0 0,1 1 0 0 0,0-1 0 0 0,-1 1 0 0 0,1-1 0 0 0,0 1 0 0 0,0-1 0 0 0,-1 1 0 0 0,1-1 0 0 0,0 1 0 0 0,0 0 0 0 0,0-1 0 0 0,0 1 0 0 0,0-1 0 0 0,0 1 0 0 0,0 0 0 0 0,0-1 0 0 0,0 1 0 0 0,0-1 0 0 0,0 1 0 0 0,0-1 0 0 0,0 1 0 0 0,0 0 0 0 0,0-1 0 0 0,1 1 0 0 0,-1-1 0 0 0,0 1 0 0 0,0-1 0 0 0,1 1 0 0 0,-1-1 0 0 0,0 1 0 0 0,1 0 0 0 0,1 5-1605 0 0,22 80 2436 0 0,-10-40-1943 0 0,8 54-1 0 0,-12-28-1711 0 0,-5-31 1284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3.9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94 3681 0 0,'-1'1'4292'0'0,"20"-9"-2026"0"0,76-32 82 0 0,46 3-2698 0 0,-114 31-1465 0 0,-12 2-2086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4.2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86 0 2761 0 0,'-27'9'869'0'0,"-8"4"6301"0"0,34-12-6919 0 0,-1 0 1 0 0,1 0-1 0 0,0 1 0 0 0,-1-1 1 0 0,1 0-1 0 0,0 0 0 0 0,0 1 1 0 0,-1-1-1 0 0,1 1 0 0 0,0-1 1 0 0,1 1-1 0 0,-1-1 0 0 0,0 1 1 0 0,0 0-1 0 0,1-1 0 0 0,-1 1 1 0 0,1 0-1 0 0,-1 2 0 0 0,-1 12-29 0 0,0-1 1 0 0,2 1-1 0 0,0-1 0 0 0,0 0 0 0 0,4 19 0 0 0,1-7-886 0 0,1-1 0 0 0,2 1 0 0 0,0-1 0 0 0,14 27 0 0 0,-10-27-449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4.5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1 109 2761 0 0,'0'-2'188'0'0,"0"1"0"0"0,0 0 0 0 0,-1-1 1 0 0,1 1-1 0 0,0-1 0 0 0,0 1 1 0 0,0-1-1 0 0,0 1 0 0 0,0 0 1 0 0,1-1-1 0 0,-1 1 0 0 0,0-1 0 0 0,1 1 1 0 0,-1 0-1 0 0,1-1 0 0 0,-1 1 1 0 0,1 0-1 0 0,0-1 0 0 0,1 0 0 0 0,0-2 204 0 0,1 1 0 0 0,0-1 0 0 0,0 1 0 0 0,1 0 0 0 0,-1 0 0 0 0,5-3 0 0 0,3-1 353 0 0,-1 1 1 0 0,1 1 0 0 0,0-1 0 0 0,11-3 0 0 0,-7 4-658 0 0,-1 1 1 0 0,1 1-1 0 0,0 0 1 0 0,0 1-1 0 0,25-1 1 0 0,-24 4-4953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6.0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39 456 0 0,'8'-6'3764'0'0,"16"-1"-2788"0"0,-19 6-521 0 0,74-20-21 0 0,-73 19-410 0 0,1 1 1 0 0,0 1-1 0 0,-1-1 1 0 0,1 1-1 0 0,0 0 1 0 0,0 1-1 0 0,-1-1 0 0 0,1 1 1 0 0,11 4-1 0 0,-17-5-24 0 0,0 0-1 0 0,0 1 1 0 0,0-1-1 0 0,1 1 0 0 0,-1-1 1 0 0,0 1-1 0 0,-1 0 1 0 0,1-1-1 0 0,0 1 0 0 0,0 0 1 0 0,0 0-1 0 0,0 0 0 0 0,0-1 1 0 0,-1 1-1 0 0,1 0 1 0 0,0 0-1 0 0,-1 0 0 0 0,1 0 1 0 0,-1 0-1 0 0,1 0 1 0 0,-1 2-1 0 0,2 7-66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6.4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45 1376 0 0,'0'0'66'0'0,"17"-3"4532"0"0,75-29-891 0 0,-49 24-4772 0 0,-32 6-2080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6.7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35 4145 0 0,'2'-3'44'0'0,"1"1"0"0"0,-1-1 0 0 0,1 1 0 0 0,-1-1 0 0 0,1 1 1 0 0,0 0-1 0 0,0 0 0 0 0,0 0 0 0 0,0 0 0 0 0,0 0 0 0 0,0 1 0 0 0,1 0 0 0 0,-1-1 1 0 0,1 1-1 0 0,-1 0 0 0 0,1 1 0 0 0,6-2 0 0 0,-6 2 3 0 0,1-1 0 0 0,-1 0-1 0 0,1 1 1 0 0,-1 0 0 0 0,0 0 0 0 0,1 0 0 0 0,-1 1 0 0 0,0 0-1 0 0,1-1 1 0 0,-1 2 0 0 0,0-1 0 0 0,0 0 0 0 0,0 1-1 0 0,7 3 1 0 0,-9-3-43 0 0,-1-1 0 0 0,0 0 0 0 0,1 1 0 0 0,-1-1 0 0 0,0 1 0 0 0,0 0 0 0 0,0-1 0 0 0,0 1 0 0 0,0 0 0 0 0,0 0 0 0 0,-1 0 0 0 0,1-1 0 0 0,-1 1 0 0 0,1 0 0 0 0,-1 3 0 0 0,2 4-4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1.3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105 152 4145 0 0,'-6'2'174'0'0,"0"1"0"0"0,0 0-1 0 0,0 0 1 0 0,0 0 0 0 0,0 0 0 0 0,1 1 0 0 0,-1 0 0 0 0,1 0 0 0 0,0 1-1 0 0,1-1 1 0 0,-1 1 0 0 0,1 0 0 0 0,0 0 0 0 0,0 1 0 0 0,0-1 0 0 0,1 1-1 0 0,0 0 1 0 0,0 0 0 0 0,0 0 0 0 0,1 0 0 0 0,0 1 0 0 0,0-1 0 0 0,0 1 0 0 0,1-1-1 0 0,0 1 1 0 0,1-1 0 0 0,-1 1 0 0 0,1 0 0 0 0,1 7 0 0 0,2 17 39 0 0,2 1 0 0 0,1-2 0 0 0,1 1 0 0 0,2-1 0 0 0,1 0 0 0 0,1 0 0 0 0,1-1 0 0 0,2-1 0 0 0,1 0 0 0 0,1-1 0 0 0,2-1 1 0 0,30 37-1 0 0,-42-57-97 0 0,1 1 0 0 0,-1-1 0 0 0,1 0 0 0 0,0-1 0 0 0,1 0 1 0 0,-1 0-1 0 0,1 0 0 0 0,0-1 0 0 0,0 0 0 0 0,0-1 0 0 0,1 0 0 0 0,-1 0 1 0 0,1-1-1 0 0,11 2 0 0 0,-9-3 32 0 0,-1 0 1 0 0,0-1-1 0 0,1-1 1 0 0,-1 0-1 0 0,1 0 1 0 0,-1-1-1 0 0,0 0 1 0 0,0-1-1 0 0,0 0 1 0 0,0 0-1 0 0,-1-1 1 0 0,11-6-1 0 0,-9 4-69 0 0,1 1 0 0 0,-2-2 0 0 0,1 0 0 0 0,-1 0 0 0 0,0-1 0 0 0,-1 0 0 0 0,1 0 0 0 0,-2-1 0 0 0,1-1 0 0 0,-1 1 0 0 0,-1-1 0 0 0,0-1 0 0 0,0 1 0 0 0,-1-1 0 0 0,0 0 0 0 0,-1-1 0 0 0,0 1-1 0 0,-1-1 1 0 0,-1 0 0 0 0,1 0 0 0 0,-2-1 0 0 0,0 1 0 0 0,0-1 0 0 0,-1-15 0 0 0,-1-5 290 0 0,-1 0 0 0 0,-2 0 0 0 0,-1 1-1 0 0,-2-1 1 0 0,-9-31 0 0 0,9 48-262 0 0,0-1 0 0 0,-1 1 1 0 0,0 1-1 0 0,-1-1 0 0 0,-1 1 0 0 0,0 1 0 0 0,-2 0 1 0 0,1 0-1 0 0,-1 1 0 0 0,-1 0 0 0 0,-17-14 1 0 0,13 15-8 0 0,0 0 1 0 0,0 1 0 0 0,-1 0 0 0 0,-30-13 0 0 0,41 21-116 0 0,-1 0 0 0 0,0 1 0 0 0,0 0 0 0 0,0 0-1 0 0,0 0 1 0 0,0 1 0 0 0,0 0 0 0 0,0 0 0 0 0,0 1 0 0 0,0 0 0 0 0,-1 0 0 0 0,1 1 0 0 0,0 0 0 0 0,0 0 0 0 0,0 0 0 0 0,-9 4 0 0 0,13-4-143 0 0,0 1 0 0 0,0 0 1 0 0,0 0-1 0 0,0 0 0 0 0,0 0 1 0 0,0 0-1 0 0,1 1 0 0 0,-1-1 1 0 0,1 1-1 0 0,0 0 0 0 0,-4 5 1 0 0,-8 22-3883 0 0,9-17-1791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1.7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91 920 0 0,'32'-6'6314'0'0,"2"-3"-4367"0"0,177-51-4492 0 0,-182 49 2478 0 0,-16 6 67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2.0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6 4609 0 0,'-3'-1'562'0'0,"1"0"0"0"0,-1 0 1 0 0,0 0-1 0 0,0 1 0 0 0,0-1 1 0 0,0 1-1 0 0,0-1 0 0 0,0 1 0 0 0,0 0 1 0 0,1 0-1 0 0,-4 1 0 0 0,5 0-430 0 0,0-1 0 0 0,0 1 1 0 0,0-1-1 0 0,0 1 0 0 0,0 0 0 0 0,0-1 1 0 0,0 1-1 0 0,0 0 0 0 0,1 0 0 0 0,-1 0 1 0 0,0 0-1 0 0,0 0 0 0 0,1 0 0 0 0,-1 0 0 0 0,1 0 1 0 0,-1 0-1 0 0,1 0 0 0 0,-1 0 0 0 0,1 0 1 0 0,0 0-1 0 0,0 0 0 0 0,-1 0 0 0 0,1 1 1 0 0,0-1-1 0 0,0 0 0 0 0,0 0 0 0 0,0 0 0 0 0,0 0 1 0 0,0 0-1 0 0,1 1 0 0 0,-1 0 0 0 0,15 150 1534 0 0,-10-119-3212 0 0,11 33 1 0 0,-7-38-3679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2.7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301 26 5529 0 0,'-8'-4'213'0'0,"-2"0"0"0"0,1 0 0 0 0,0 1 0 0 0,-1 0 0 0 0,1 1-1 0 0,-1 0 1 0 0,0 1 0 0 0,1-1 0 0 0,-1 2 0 0 0,0 0 0 0 0,0 0 0 0 0,-15 2-1 0 0,18 0-72 0 0,1-1-1 0 0,-1 1 1 0 0,1 0-1 0 0,-1 1 1 0 0,1-1-1 0 0,0 1 1 0 0,0 0-1 0 0,0 1 1 0 0,1 0-1 0 0,-1-1 1 0 0,1 2-1 0 0,0-1 1 0 0,0 1-1 0 0,0 0 1 0 0,1 0-1 0 0,-1 0 1 0 0,1 0-1 0 0,1 1 1 0 0,-5 6-1 0 0,0 4-97 0 0,0 0 0 0 0,2 1 0 0 0,0 0-1 0 0,0 0 1 0 0,2 0 0 0 0,0 0 0 0 0,1 1-1 0 0,1 0 1 0 0,0-1 0 0 0,1 1 0 0 0,3 31-1 0 0,0-34-146 0 0,1 0 0 0 0,0 0-1 0 0,1 0 1 0 0,0-1 0 0 0,2 1-1 0 0,-1-1 1 0 0,2-1 0 0 0,0 1-1 0 0,0-1 1 0 0,1 0 0 0 0,1-1-1 0 0,0 0 1 0 0,1 0 0 0 0,12 11-1 0 0,-6-7 51 0 0,1-1 0 0 0,0-1 0 0 0,1-1 0 0 0,1-1 0 0 0,0 0 0 0 0,0-1 0 0 0,33 12-1 0 0,-42-19-102 0 0,0-1 0 0 0,-1-1 0 0 0,1 1 0 0 0,0-2 0 0 0,0 1-1 0 0,1-1 1 0 0,-1-1 0 0 0,0 0 0 0 0,0 0 0 0 0,0-1 0 0 0,0-1 0 0 0,0 1-1 0 0,0-2 1 0 0,0 1 0 0 0,0-1 0 0 0,-1-1 0 0 0,1 0 0 0 0,15-8-1 0 0,-10 2 222 0 0,0-1-1 0 0,0 0 1 0 0,-1 0-1 0 0,-1-1 1 0 0,0-1-1 0 0,-1 0 1 0 0,0-1-1 0 0,-1-1 1 0 0,0 0-1 0 0,13-26 1 0 0,-18 31 17 0 0,-1 0-1 0 0,-1-1 1 0 0,0 1-1 0 0,-1-1 1 0 0,0 0 0 0 0,0 0-1 0 0,-1 0 1 0 0,0-1 0 0 0,-1 1-1 0 0,-1 0 1 0 0,0-1-1 0 0,0 1 1 0 0,-1 0 0 0 0,-1 0-1 0 0,1-1 1 0 0,-2 1 0 0 0,0 0-1 0 0,-4-11 1 0 0,-2 1 230 0 0,-1 0 1 0 0,-1 0-1 0 0,0 1 1 0 0,-2 1-1 0 0,0 0 1 0 0,-1 1-1 0 0,-22-22 1 0 0,29 33-288 0 0,-1 0 0 0 0,1 1 1 0 0,-1 0-1 0 0,-1 1 0 0 0,1 0 0 0 0,-1 0 1 0 0,0 1-1 0 0,0 0 0 0 0,0 0 0 0 0,-16-3 1 0 0,17 5-366 0 0,0 1 1 0 0,0 0 0 0 0,0 1-1 0 0,1 0 1 0 0,-1 0 0 0 0,0 1-1 0 0,0 0 1 0 0,0 1 0 0 0,-8 2-1 0 0,-4 2-3145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2.9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1 100 6913 0 0,'12'-6'741'0'0,"0"1"0"0"0,0-2-1 0 0,0 1 1 0 0,13-11 0 0 0,-12 8-360 0 0,1 0 0 0 0,21-10 0 0 0,-26 16-1149 0 0,1 0 0 0 0,0 0 1 0 0,0 1-1 0 0,13-1 0 0 0,17-4-1136 0 0,-38 6 1904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3.1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71 0 2817 0 0,'-18'6'165'0'0,"-17"6"210"0"0,17-1 2611 0 0,18-9-2714 0 0,1 1 0 0 0,-1-1 0 0 0,1 1 1 0 0,0 0-1 0 0,0-1 0 0 0,-1 1 1 0 0,2-1-1 0 0,-1 0 0 0 0,0 1 0 0 0,3 3 1 0 0,2 5-18 0 0,4 22-342 0 0,-4-13-273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3.9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262 33 2304 0 0,'-15'-8'1608'0'0,"7"4"-735"0"0,0-1 0 0 0,-1 2-1 0 0,0-1 1 0 0,-12-3 0 0 0,17 7-632 0 0,0-1 0 0 0,-1 1 0 0 0,1 0 0 0 0,0 0 0 0 0,0 0 0 0 0,0 0 0 0 0,0 1 0 0 0,0 0-1 0 0,0-1 1 0 0,1 1 0 0 0,-1 1 0 0 0,0-1 0 0 0,-7 4 0 0 0,3-1-151 0 0,0 0-1 0 0,0 0 1 0 0,0 1 0 0 0,0 0-1 0 0,1 0 1 0 0,0 1 0 0 0,0 0-1 0 0,1 0 1 0 0,-1 1 0 0 0,1 0-1 0 0,1 0 1 0 0,-1 0-1 0 0,1 1 1 0 0,0 0 0 0 0,1 0-1 0 0,0 0 1 0 0,0 0 0 0 0,1 1-1 0 0,0-1 1 0 0,1 1 0 0 0,-1 0-1 0 0,2 0 1 0 0,-1 0-1 0 0,1 0 1 0 0,1 0 0 0 0,0 0-1 0 0,1 14 1 0 0,0 7-190 0 0,2 0 0 0 0,2 0 1 0 0,0 0-1 0 0,15 43 0 0 0,-16-62 39 0 0,0-1 0 0 0,1 1 0 0 0,0-1-1 0 0,1-1 1 0 0,0 1 0 0 0,1-1 0 0 0,-1 0 0 0 0,2 0 0 0 0,-1-1-1 0 0,1 0 1 0 0,1 0 0 0 0,-1-1 0 0 0,1 0 0 0 0,1-1 0 0 0,12 8-1 0 0,-11-9 74 0 0,-1 0-1 0 0,1 0 1 0 0,0-1-1 0 0,1-1 1 0 0,-1 1-1 0 0,1-2 0 0 0,-1 0 1 0 0,1 0-1 0 0,0-1 1 0 0,0 0-1 0 0,0-1 1 0 0,0-1-1 0 0,23-3 0 0 0,-27 2 78 0 0,0 0-1 0 0,0-1 0 0 0,-1 0 0 0 0,1 0 0 0 0,-1-1 0 0 0,0 0 0 0 0,1 0 1 0 0,-2-1-1 0 0,1 0 0 0 0,-1 0 0 0 0,1 0 0 0 0,-1-1 0 0 0,-1 0 0 0 0,1 0 1 0 0,-1 0-1 0 0,0-1 0 0 0,0 0 0 0 0,-1 0 0 0 0,0 0 0 0 0,-1 0 0 0 0,4-9 0 0 0,-2 2 161 0 0,-1-1-1 0 0,0 1 0 0 0,-1-1 0 0 0,0 0 0 0 0,-2-1 1 0 0,1 1-1 0 0,-2 0 0 0 0,0 0 0 0 0,-1 0 0 0 0,0-1 0 0 0,-6-21 1 0 0,0 7-277 0 0,-2 1 0 0 0,-1 0 0 0 0,-1 0 1 0 0,-26-45-1 0 0,36 72-232 0 0,-17-28 101 0 0,6 17-1205 0 0,0 7-3321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4.2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1 137 8290 0 0,'8'-2'518'0'0,"1"0"0"0"0,-1 0 0 0 0,0-1 0 0 0,0-1 0 0 0,0 1 0 0 0,0-1 0 0 0,0 0 0 0 0,-1-1 0 0 0,13-10 0 0 0,-2 4-26 0 0,24-20-28 0 0,4-2-2705 0 0,-14 16-4686 0 0,-29 16 6766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4.4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1 8754 0 0,'-29'13'9345'0'0,"33"-10"-9113"0"0,1 3-342 0 0,0-1-1 0 0,0 1 1 0 0,0 0 0 0 0,-1 0 0 0 0,0 1 0 0 0,0-1 0 0 0,-1 1 0 0 0,0 0 0 0 0,0 0 0 0 0,4 15 0 0 0,1 12-2449 0 0,5 40 0 0 0,-4-19-4 0 0,-1-17 2033 0 0,-1 2 391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5.0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324 74 5529 0 0,'-2'-4'133'0'0,"0"0"-1"0"0,0 0 1 0 0,0 0-1 0 0,-1 1 1 0 0,0-1-1 0 0,0 1 1 0 0,0 0-1 0 0,0-1 1 0 0,0 1 0 0 0,-1 1-1 0 0,1-1 1 0 0,-1 0-1 0 0,0 1 1 0 0,0 0-1 0 0,0 0 1 0 0,0 0-1 0 0,0 1 1 0 0,0-1-1 0 0,0 1 1 0 0,-1 0-1 0 0,1 0 1 0 0,0 0 0 0 0,-1 1-1 0 0,1-1 1 0 0,-1 1-1 0 0,1 0 1 0 0,0 0-1 0 0,-1 1 1 0 0,1 0-1 0 0,-1-1 1 0 0,1 1-1 0 0,0 1 1 0 0,-6 1-1 0 0,0 3-122 0 0,0 0-1 0 0,0 1 0 0 0,1 0 0 0 0,0 1 0 0 0,0 0 0 0 0,1 0 1 0 0,-1 1-1 0 0,2 0 0 0 0,0 0 0 0 0,0 1 0 0 0,0 0 0 0 0,-6 14 0 0 0,-1 5 325 0 0,1 1 0 0 0,1 0 0 0 0,-10 39 0 0 0,18-54-308 0 0,1 0-1 0 0,0 1 1 0 0,0-1-1 0 0,2 1 1 0 0,0-1-1 0 0,1 1 1 0 0,0-1-1 0 0,1 1 1 0 0,4 17-1 0 0,-2-23-51 0 0,-1 0 0 0 0,2 0 0 0 0,0-1 0 0 0,0 1 0 0 0,0-1 0 0 0,1 0 0 0 0,1 0 0 0 0,0-1 0 0 0,0 0 0 0 0,0 0 0 0 0,1 0 0 0 0,0 0 0 0 0,1-1-1 0 0,14 11 1 0 0,-4-6-156 0 0,0-1-1 0 0,1-1 1 0 0,0-1-1 0 0,0 0 1 0 0,1-2-1 0 0,0 0 1 0 0,1-1-1 0 0,-1-1 1 0 0,1-1-1 0 0,36 2 0 0 0,-37-5 389 0 0,0 0-1 0 0,0-1 0 0 0,0-2 1 0 0,0 0-1 0 0,0-1 0 0 0,0-1 1 0 0,0 0-1 0 0,-1-2 1 0 0,1 0-1 0 0,-1-2 0 0 0,22-11 1 0 0,-30 12-83 0 0,-1 0 1 0 0,0-1 0 0 0,0 0 0 0 0,-1-1 0 0 0,0 0 0 0 0,-1 0-1 0 0,0 0 1 0 0,0-1 0 0 0,-1-1 0 0 0,0 1 0 0 0,-1-1 0 0 0,0-1 0 0 0,-1 1-1 0 0,0-1 1 0 0,-1 1 0 0 0,0-1 0 0 0,-1-1 0 0 0,0 1 0 0 0,-1 0-1 0 0,1-16 1 0 0,-1-5 581 0 0,-1 0 0 0 0,-2 0 1 0 0,-2 0-1 0 0,0 0 0 0 0,-3 1 0 0 0,-14-51 0 0 0,18 75-709 0 0,0 1-1 0 0,0-1 1 0 0,-1 1 0 0 0,-1 0 0 0 0,1 0 0 0 0,-1 0-1 0 0,0 1 1 0 0,0 0 0 0 0,-1-1 0 0 0,0 1-1 0 0,0 1 1 0 0,-9-8 0 0 0,8 8-593 0 0,-1 0 0 0 0,-1 0 0 0 0,1 1 0 0 0,-1 0 0 0 0,1 1 0 0 0,-17-6 0 0 0,-1 2-5034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5.2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84 920 0 0,'-2'-4'3927'0'0,"2"3"-3861"0"0,7-8 2268 0 0,9-5 206 0 0,-4 6-1606 0 0,0 1 0 0 0,0 0-1 0 0,1 1 1 0 0,0 1 0 0 0,1 0 0 0 0,21-5-1 0 0,-24 7-1213 0 0,-1 1 0 0 0,1 1 0 0 0,0 0-1 0 0,-1 1 1 0 0,16 1 0 0 0,-14 0-5032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5.5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1 6449 0 0,'-1'1'311'0'0,"0"0"0"0"0,0 0 0 0 0,0 0 0 0 0,1 0-1 0 0,-1 0 1 0 0,0 0 0 0 0,1 0 0 0 0,-1 0 0 0 0,1 0 0 0 0,-1 1-1 0 0,1-1 1 0 0,0 0 0 0 0,-1 0 0 0 0,1 1 0 0 0,0-1 0 0 0,0 0-1 0 0,0 0 1 0 0,0 1 0 0 0,0-1 0 0 0,0 0 0 0 0,1 3-1 0 0,4 26 2657 0 0,14 24 81 0 0,-12-34-3317 0 0,0 1 0 0 0,-1 0-1 0 0,5 32 1 0 0,-8-27-6298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8.1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245 1 456 0 0,'-21'11'1183'0'0,"0"1"-1"0"0,1 1 1 0 0,0 1 0 0 0,-32 28-1 0 0,43-33-704 0 0,0 0-1 0 0,0 1 0 0 0,0 0 0 0 0,1 0 0 0 0,1 1 1 0 0,-10 18-1 0 0,9-14-388 0 0,2 0 0 0 0,0 0 0 0 0,1 0 0 0 0,0 1 0 0 0,1 0 0 0 0,1 0 0 0 0,1 0 0 0 0,0 0 0 0 0,1 0 0 0 0,1 1 0 0 0,0-1 0 0 0,1 0 0 0 0,1 0 0 0 0,4 19 0 0 0,1-7-46 0 0,1-1-1 0 0,1 0 1 0 0,2 0-1 0 0,21 41 1 0 0,-25-56-43 0 0,1-1 0 0 0,0 1 0 0 0,0-1 0 0 0,2 0 0 0 0,-1-1 0 0 0,1 0 0 0 0,0-1 0 0 0,1 0 0 0 0,0 0 0 0 0,1-1 0 0 0,18 9 0 0 0,-2-3 126 0 0,73 34 204 0 0,-88-42-350 0 0,1-2 0 0 0,0 1 0 0 0,0-2 0 0 0,0 0 0 0 0,22 2 0 0 0,-28-5 75 0 0,0-1 0 0 0,0 0-1 0 0,0 0 1 0 0,0-1-1 0 0,0 0 1 0 0,0 0 0 0 0,-1-1-1 0 0,1 0 1 0 0,-1 0 0 0 0,1-1-1 0 0,-1 0 1 0 0,0 0-1 0 0,-1 0 1 0 0,1-1 0 0 0,-1 0-1 0 0,0-1 1 0 0,0 1-1 0 0,0-1 1 0 0,-1 0 0 0 0,0-1-1 0 0,0 1 1 0 0,3-8-1 0 0,1 0 239 0 0,0 0 0 0 0,-2-1 0 0 0,0 0 0 0 0,-1 0 0 0 0,0-1 0 0 0,-1 0 0 0 0,-1 0 0 0 0,0 0-1 0 0,2-31 1 0 0,-6 33-76 0 0,-1 0-1 0 0,0 0 1 0 0,-1 0-1 0 0,-1 0 0 0 0,-6-21 1 0 0,-28-69 917 0 0,14 45-878 0 0,16 37-200 0 0,-2 0 1 0 0,0 0-1 0 0,-2 1 0 0 0,0 1 0 0 0,-19-27 1 0 0,25 40-38 0 0,-1 0 0 0 0,0 0-1 0 0,-1 1 1 0 0,1 0 0 0 0,-1 0 0 0 0,-1 1 0 0 0,1 0 0 0 0,-1 0 0 0 0,1 0 0 0 0,-2 1-1 0 0,1 0 1 0 0,0 1 0 0 0,-1 0 0 0 0,1 0 0 0 0,-1 1 0 0 0,-18-3 0 0 0,26 5-39 0 0,-4-1-118 0 0,-1 1 0 0 0,1-1 0 0 0,0 1 0 0 0,-1 0 0 0 0,1 1 0 0 0,-10 1 0 0 0,13-2-224 0 0,0 1 0 0 0,0 0 0 0 0,0 0 0 0 0,0 0 0 0 0,0 0 0 0 0,0 0 1 0 0,0 0-1 0 0,0 1 0 0 0,0-1 0 0 0,1 1 0 0 0,-1-1 0 0 0,-1 3 0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9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338 69 456 0 0,'-13'-9'1753'0'0,"7"4"-1342"0"0,0 1 0 0 0,0 0 0 0 0,0 0 0 0 0,0 0-1 0 0,-1 1 1 0 0,0 0 0 0 0,0 0 0 0 0,0 1-1 0 0,0 0 1 0 0,0 0 0 0 0,0 1 0 0 0,0-1 0 0 0,-15 1-1 0 0,15 1-22 0 0,-1 0 0 0 0,0 1-1 0 0,0 0 1 0 0,0 1-1 0 0,0-1 1 0 0,1 2 0 0 0,-1-1-1 0 0,1 1 1 0 0,-1 0-1 0 0,1 0 1 0 0,0 1 0 0 0,-8 5-1 0 0,7-3-195 0 0,1 1 0 0 0,-1-1 0 0 0,1 1 0 0 0,0 1 0 0 0,1-1 0 0 0,0 1 0 0 0,0 0 0 0 0,-9 17 0 0 0,8-10-207 0 0,1 0-1 0 0,0 0 1 0 0,1 1 0 0 0,0 0-1 0 0,2 0 1 0 0,0 0 0 0 0,0 0-1 0 0,2 0 1 0 0,0 1 0 0 0,0-1-1 0 0,4 29 1 0 0,0-35 1 0 0,0 1 0 0 0,0-1 1 0 0,1 0-1 0 0,0 0 0 0 0,0 0 0 0 0,1 0 0 0 0,1-1 0 0 0,0 0 1 0 0,0 0-1 0 0,0 0 0 0 0,10 8 0 0 0,9 9-100 0 0,1-1-1 0 0,29 22 1 0 0,-41-36-58 0 0,2 0 1 0 0,-1 0-1 0 0,2-2 1 0 0,-1 0 0 0 0,1-1-1 0 0,0-1 1 0 0,1 0-1 0 0,0-1 1 0 0,26 5 0 0 0,-34-9 247 0 0,0-1-1 0 0,-1 0 1 0 0,1-1 0 0 0,0 0 0 0 0,-1 0 0 0 0,1-1-1 0 0,-1 0 1 0 0,1-1 0 0 0,-1 0 0 0 0,1 0 0 0 0,-1-1 0 0 0,0 0-1 0 0,0-1 1 0 0,0 0 0 0 0,0 0 0 0 0,-1-1 0 0 0,0 0 0 0 0,0-1-1 0 0,14-12 1 0 0,-12 6 116 0 0,0 0-1 0 0,0 0 1 0 0,-2-1-1 0 0,1 0 0 0 0,-2-1 1 0 0,0 1-1 0 0,0-2 1 0 0,-1 1-1 0 0,-1-1 0 0 0,0 0 1 0 0,-2 0-1 0 0,1 0 1 0 0,-2 0-1 0 0,0-1 1 0 0,0-26-1 0 0,-2 19 117 0 0,-1 0-1 0 0,0 1 1 0 0,-2-1 0 0 0,-1 0 0 0 0,0 1 0 0 0,-2 0-1 0 0,-1 0 1 0 0,0 0 0 0 0,-2 1 0 0 0,-12-22-1 0 0,18 36-315 0 0,-1 1 0 0 0,-1-1 0 0 0,1 1 0 0 0,-1 0 0 0 0,0 1-1 0 0,0-1 1 0 0,-1 1 0 0 0,0 0 0 0 0,0 1 0 0 0,0-1 0 0 0,0 1 0 0 0,-1 0-1 0 0,1 1 1 0 0,-1-1 0 0 0,0 1 0 0 0,0 1 0 0 0,0-1 0 0 0,-1 1-1 0 0,1 1 1 0 0,-1-1 0 0 0,-13 0 0 0 0,14 2-337 0 0,0 0-1 0 0,0 1 1 0 0,0 0-1 0 0,0 0 1 0 0,0 1-1 0 0,-8 2 1 0 0,7-1-497 0 0,1 0 1 0 0,0 1 0 0 0,0 0-1 0 0,0 0 1 0 0,1 0 0 0 0,-7 6-1 0 0,-4 4-4258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49.8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275 252 2304 0 0,'-44'-38'3001'0'0,"37"31"-2410"0"0,0 1-1 0 0,-1-1 1 0 0,0 1-1 0 0,0 0 1 0 0,-12-6-1 0 0,17 10-525 0 0,-1 1 0 0 0,1 0 0 0 0,-1 0 0 0 0,1 0 0 0 0,-1 0 0 0 0,1 1-1 0 0,-1-1 1 0 0,1 1 0 0 0,-1 0 0 0 0,0 0 0 0 0,1 0 0 0 0,-1 1 0 0 0,1-1 0 0 0,-1 1 0 0 0,1 0 0 0 0,-1 0-1 0 0,1 0 1 0 0,0 0 0 0 0,-5 3 0 0 0,2-1-9 0 0,-1 0-1 0 0,1 1 1 0 0,0 0-1 0 0,0 0 1 0 0,0 0-1 0 0,1 1 1 0 0,0 0-1 0 0,-1 0 1 0 0,2 0-1 0 0,-1 1 1 0 0,1 0-1 0 0,-1 0 1 0 0,2 0-1 0 0,-1 0 1 0 0,1 0-1 0 0,0 1 1 0 0,0 0-1 0 0,0-1 1 0 0,1 1-1 0 0,0 0 1 0 0,1 0-1 0 0,0 0 1 0 0,0 0-1 0 0,0 1 1 0 0,1-1-1 0 0,0 0 1 0 0,0 0-1 0 0,1 0 1 0 0,0 1-1 0 0,0-1 1 0 0,1 0-1 0 0,0 0 1 0 0,0 0-1 0 0,0-1 1 0 0,1 1-1 0 0,4 8 1 0 0,3 3-64 0 0,2 1 0 0 0,-1-1 0 0 0,2-1 0 0 0,0 0 0 0 0,1-1 0 0 0,1 0 0 0 0,0-1 0 0 0,35 26 0 0 0,-35-31-10 0 0,0 0 1 0 0,0-1-1 0 0,1-1 0 0 0,0-1 1 0 0,0 0-1 0 0,1 0 1 0 0,0-2-1 0 0,0 0 1 0 0,1-1-1 0 0,-1-1 1 0 0,24 1-1 0 0,-30-4 84 0 0,0-1 0 0 0,-1 0 0 0 0,1-1 0 0 0,-1 0 0 0 0,1-1 0 0 0,-1 0 0 0 0,0-1-1 0 0,0 0 1 0 0,0 0 0 0 0,-1-1 0 0 0,1-1 0 0 0,-1 1 0 0 0,0-1 0 0 0,-1-1 0 0 0,1 0 0 0 0,-1 0 0 0 0,-1-1 0 0 0,13-15 0 0 0,-4 3 249 0 0,-1 0 0 0 0,-1-2 0 0 0,-1 1 0 0 0,-1-1 1 0 0,-1-1-1 0 0,-1 0 0 0 0,7-25 0 0 0,-15 37-170 0 0,0 0 0 0 0,-1 0-1 0 0,0 0 1 0 0,0 0-1 0 0,-1 0 1 0 0,-1 0 0 0 0,0 0-1 0 0,0 0 1 0 0,-1 1 0 0 0,-1-1-1 0 0,1 0 1 0 0,-2 1-1 0 0,1 0 1 0 0,-2-1 0 0 0,-8-15-1 0 0,3 8-2 0 0,-1 0-1 0 0,-1 1 0 0 0,0 0 1 0 0,-1 1-1 0 0,-1 1 0 0 0,0 0 1 0 0,-25-20-1 0 0,34 32-149 0 0,1 0 0 0 0,-1 0 0 0 0,0 0 0 0 0,1 0 0 0 0,-1 1 0 0 0,-1 0 0 0 0,-7-3 0 0 0,-12 4-1563 0 0,22 2 1044 0 0,1-1 0 0 0,0 1 0 0 0,-1 0 0 0 0,1-1 0 0 0,0 1 0 0 0,0 0 1 0 0,0 0-1 0 0,-1 1 0 0 0,-1 0 0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0.4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286 136 2304 0 0,'-8'-4'549'0'0,"0"0"0"0"0,-1 1 0 0 0,1 0 0 0 0,-1 0-1 0 0,0 1 1 0 0,0 0 0 0 0,0 0 0 0 0,0 1-1 0 0,0 0 1 0 0,-14 1 0 0 0,16 1-309 0 0,1 0 1 0 0,0 0-1 0 0,0 1 0 0 0,0 0 1 0 0,0 0-1 0 0,0 0 0 0 0,0 1 1 0 0,0 0-1 0 0,1 0 0 0 0,-1 0 1 0 0,1 1-1 0 0,0-1 1 0 0,0 1-1 0 0,0 1 0 0 0,-8 8 1 0 0,4-1-219 0 0,1 0 1 0 0,-1 1-1 0 0,2 0 0 0 0,0 0 1 0 0,0 1-1 0 0,2-1 1 0 0,-1 1-1 0 0,2 1 1 0 0,0-1-1 0 0,0 1 1 0 0,2-1-1 0 0,0 1 1 0 0,0 0-1 0 0,1 0 1 0 0,1 0-1 0 0,1 0 0 0 0,3 21 1 0 0,-2-20-203 0 0,1-2-1 0 0,0 1 1 0 0,1 0 0 0 0,0-1 0 0 0,2 1-1 0 0,-1-1 1 0 0,2 0 0 0 0,0-1-1 0 0,0 0 1 0 0,2 0 0 0 0,-1 0 0 0 0,2-1-1 0 0,-1-1 1 0 0,2 0 0 0 0,-1 0 0 0 0,1-1-1 0 0,15 10 1 0 0,2-2-123 0 0,1-1 0 0 0,0-2-1 0 0,2-1 1 0 0,0-1 0 0 0,0-1 0 0 0,1-2 0 0 0,0-2 0 0 0,51 7-1 0 0,-73-14 267 0 0,0 0-1 0 0,1-1 1 0 0,-1-1-1 0 0,0 0 0 0 0,0 0 1 0 0,0-1-1 0 0,0 0 1 0 0,-1-1-1 0 0,1 0 1 0 0,-1-1-1 0 0,1 0 0 0 0,-1 0 1 0 0,0-1-1 0 0,0 0 1 0 0,9-8-1 0 0,-11 8 182 0 0,-1 0-1 0 0,0-1 1 0 0,0 0 0 0 0,-1 0-1 0 0,0 0 1 0 0,0-1-1 0 0,0 1 1 0 0,-1-1 0 0 0,0 0-1 0 0,0-1 1 0 0,-1 1 0 0 0,0-1-1 0 0,0 1 1 0 0,0-1-1 0 0,-1 0 1 0 0,-1 0 0 0 0,1 0-1 0 0,-1 0 1 0 0,-1-11 0 0 0,-1-13 969 0 0,-2 0 1 0 0,-1 1-1 0 0,-1-1 1 0 0,-13-38 0 0 0,-48-119 2179 0 0,57 167-2954 0 0,-1 0-1 0 0,0 0 0 0 0,-28-39 1 0 0,32 53-531 0 0,0 0 0 0 0,-1 0 1 0 0,0 0-1 0 0,0 1 1 0 0,-1 0-1 0 0,0 1 1 0 0,0-1-1 0 0,-1 2 1 0 0,0-1-1 0 0,0 1 0 0 0,-17-7 1 0 0,9 7-5900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6.3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 5529 0 0,'0'0'156'0'0,"0"1"0"0"0,0-1-1 0 0,0 1 1 0 0,-1-1 0 0 0,1 1-1 0 0,0-1 1 0 0,0 1 0 0 0,0-1-1 0 0,1 1 1 0 0,-1 0 0 0 0,0-1-1 0 0,0 1 1 0 0,0-1 0 0 0,0 1-1 0 0,0-1 1 0 0,1 1 0 0 0,-1-1-1 0 0,0 0 1 0 0,0 1 0 0 0,1-1-1 0 0,-1 1 1 0 0,0-1 0 0 0,1 1-1 0 0,-1-1 1 0 0,0 0 0 0 0,1 1-1 0 0,-1-1 1 0 0,1 0 0 0 0,-1 1-1 0 0,1-1 1 0 0,-1 0 0 0 0,1 0-1 0 0,-1 1 1 0 0,0-1 0 0 0,1 0-1 0 0,0 0 1 0 0,-1 0 0 0 0,1 0-1 0 0,-1 0 1 0 0,1 1 0 0 0,0-1 0 0 0,24 8 1138 0 0,-18-9-1155 0 0,0 0 1 0 0,0 0 0 0 0,0-1 0 0 0,0 0 0 0 0,0 0 0 0 0,0 0 0 0 0,8-5-1 0 0,-7 3-362 0 0,0 1-1 0 0,1 0 1 0 0,15-3-1 0 0,-21 5-291 0 0,1 1 0 0 0,0 0 0 0 0,-1-1-1 0 0,1 2 1 0 0,0-1 0 0 0,-1 0 0 0 0,7 2 0 0 0,1 2-3573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6.8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 1840 0 0,'46'-7'4013'0'0,"-39"5"-3997"0"0,0 0 0 0 0,-1 1-1 0 0,1 0 1 0 0,0 0-1 0 0,0 1 1 0 0,-1 0-1 0 0,1 0 1 0 0,11 2-1 0 0,39 18-84 0 0,-46-15 2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7.4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79 4145 0 0,'0'-3'316'0'0,"1"1"-1"0"0,0-1 1 0 0,0 1 0 0 0,0 0 0 0 0,0 0-1 0 0,1-1 1 0 0,-1 1 0 0 0,0 0 0 0 0,1 0-1 0 0,0 0 1 0 0,-1 0 0 0 0,1 0 0 0 0,4-2-1 0 0,28-21 458 0 0,-24 20-888 0 0,23-9 689 0 0,-31 13-836 0 0,0 1-1 0 0,0 0 0 0 0,0 0 1 0 0,0 0-1 0 0,-1 0 0 0 0,1 0 1 0 0,0 0-1 0 0,0 0 0 0 0,0 1 1 0 0,-1-1-1 0 0,3 1 0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4:57.8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0 102 6449 0 0,'26'-20'2826'0'0,"-6"7"-2784"0"0,-8 4-181 0 0,1 1 0 0 0,0 0 0 0 0,0 1 0 0 0,0 0 0 0 0,1 1 0 0 0,0 1 0 0 0,0 0 0 0 0,20-4 0 0 0,-25 7 127 0 0,-1-1-48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17.9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26 282 1376 0 0,'-11'-40'1418'0'0,"7"29"-683"0"0,1 0 0 0 0,1 1-1 0 0,0-1 1 0 0,-2-16 164 0 0,6 30-666 0 0,-1-1 0 0 0,1 1 0 0 0,-1 0-1 0 0,0 0 1 0 0,0 0 0 0 0,0 0 0 0 0,-1 1 0 0 0,1-1 0 0 0,0 3 0 0 0,39 216 2340 0 0,-31-191-2481 0 0,0-1 1 0 0,2 0-1 0 0,2-1 0 0 0,0 0 1 0 0,20 29-1 0 0,-12-23-80 0 0,2-1 1 0 0,1-2-1 0 0,2 0 1 0 0,1-2-1 0 0,54 48 1 0 0,-79-76 4 0 0,0 0 0 0 0,1-1 0 0 0,-1 1 1 0 0,0-1-1 0 0,1 1 0 0 0,0-1 1 0 0,-1 0-1 0 0,1 0 0 0 0,0 0 1 0 0,-1 0-1 0 0,1-1 0 0 0,0 1 0 0 0,0-1 1 0 0,-1 1-1 0 0,1-1 0 0 0,5 0 1 0 0,-6-1-6 0 0,-1 1 1 0 0,1-1 0 0 0,0 0-1 0 0,0 0 1 0 0,-1 0 0 0 0,1 0 0 0 0,-1 0-1 0 0,1 0 1 0 0,-1 0 0 0 0,1 0-1 0 0,-1-1 1 0 0,0 1 0 0 0,1 0-1 0 0,-1-1 1 0 0,0 1 0 0 0,0-1-1 0 0,0 1 1 0 0,0-1 0 0 0,0 0 0 0 0,-1 0-1 0 0,1 1 1 0 0,0-1 0 0 0,-1 0-1 0 0,0 0 1 0 0,1-3 0 0 0,4-20 73 0 0,-1 0 1 0 0,-1 0 0 0 0,-1 0-1 0 0,-3-29 1 0 0,-13-104-491 0 0,0-22-847 0 0,14 178 1253 0 0,-1-2-12 0 0,1 0 0 0 0,0 1 1 0 0,0-1-1 0 0,1 0 0 0 0,-1 0 1 0 0,1 1-1 0 0,0-1 0 0 0,0 0 1 0 0,0 1-1 0 0,0-1 0 0 0,2-3 0 0 0,10 37 106 0 0,1 16 246 0 0,-5-12 124 0 0,19 46 0 0 0,-24-71-434 0 0,0-1-1 0 0,0 0 0 0 0,1 0 1 0 0,0 0-1 0 0,1 0 1 0 0,-1-1-1 0 0,1 0 0 0 0,1 0 1 0 0,0 0-1 0 0,9 6 0 0 0,-12-10 13 0 0,-1 0 0 0 0,1-1 0 0 0,0 0 0 0 0,1 0 0 0 0,-1 0-1 0 0,0 0 1 0 0,1-1 0 0 0,-1 1 0 0 0,1-1 0 0 0,-1 0 0 0 0,1-1-1 0 0,-1 1 1 0 0,1-1 0 0 0,0 0 0 0 0,-1 0 0 0 0,1 0 0 0 0,0-1-1 0 0,-1 1 1 0 0,1-1 0 0 0,-1 0 0 0 0,1-1 0 0 0,-1 1-1 0 0,0-1 1 0 0,1 0 0 0 0,-1 0 0 0 0,0 0 0 0 0,0 0 0 0 0,0-1-1 0 0,-1 0 1 0 0,1 0 0 0 0,0 0 0 0 0,4-5 0 0 0,0-1 111 0 0,0 1 0 0 0,-1-2 1 0 0,0 1-1 0 0,0-1 0 0 0,-1 0 1 0 0,-1 0-1 0 0,1-1 0 0 0,-2 0 1 0 0,1 0-1 0 0,-2 0 0 0 0,5-21 1 0 0,-3 5-156 0 0,-2-1 1 0 0,-1 0-1 0 0,-2 0 1 0 0,0 0-1 0 0,-2 1 1 0 0,-1-1-1 0 0,-2 0 1 0 0,0 1 0 0 0,-2 0-1 0 0,0 0 1 0 0,-18-38-1 0 0,-1 21-1189 0 0,3 20-4239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18.4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266 6 920 0 0,'-7'-2'86'0'0,"0"1"-1"0"0,0 0 0 0 0,0 0 1 0 0,0 0-1 0 0,1 1 0 0 0,-1 0 1 0 0,0 1-1 0 0,0-1 0 0 0,0 1 1 0 0,0 1-1 0 0,0-1 0 0 0,1 1 1 0 0,-1 0-1 0 0,1 0 0 0 0,-1 1 1 0 0,1 0-1 0 0,0 0 1 0 0,0 1-1 0 0,0 0 0 0 0,1 0 1 0 0,-1 0-1 0 0,1 0 0 0 0,-8 10 1 0 0,1-2-10 0 0,2 1 1 0 0,0 1-1 0 0,0 0 0 0 0,2 0 1 0 0,-1 1-1 0 0,2 0 1 0 0,0 0-1 0 0,1 1 1 0 0,0 0-1 0 0,2 0 1 0 0,0 0-1 0 0,0 1 1 0 0,2 0-1 0 0,0-1 1 0 0,0 1-1 0 0,2 0 0 0 0,3 30 1 0 0,-2-41-90 0 0,0 0-1 0 0,0-1 1 0 0,1 1 0 0 0,0-1-1 0 0,0 1 1 0 0,1-1 0 0 0,-1 0-1 0 0,6 8 1 0 0,-7-12 9 0 0,0 0 0 0 0,0 0 0 0 0,0 0 0 0 0,0 0 0 0 0,0 0 0 0 0,0 0 0 0 0,0 0 0 0 0,0 0 0 0 0,0 0 0 0 0,0-1 0 0 0,0 1 0 0 0,1-1 0 0 0,-1 1 0 0 0,0-1 0 0 0,0 1 0 0 0,1-1 0 0 0,-1 1 0 0 0,0-1 0 0 0,1 0 0 0 0,-1 0 0 0 0,0 0 0 0 0,1 0 0 0 0,-1 0 0 0 0,0 0 0 0 0,1 0 0 0 0,-1 0 0 0 0,1-1 0 0 0,-1 1 0 0 0,0 0 0 0 0,0-1 0 0 0,1 1 0 0 0,-1-1 0 0 0,0 1 0 0 0,0-1 0 0 0,0 0 0 0 0,1 0 0 0 0,-1 1 0 0 0,0-1 0 0 0,0 0 0 0 0,0 0 0 0 0,1-1 0 0 0,14-14 25 0 0,-1 0 1 0 0,0-1-1 0 0,-1-1 1 0 0,-1 0-1 0 0,-1 0 1 0 0,0-2-1 0 0,-1 1 1 0 0,-2-1-1 0 0,15-41 1 0 0,-21 47 112 0 0,0 0 0 0 0,-1-1 0 0 0,0-16 0 0 0,-2 18 763 0 0,1 0 0 0 0,1 0 0 0 0,6-25 0 0 0,1 69 1804 0 0,-6 2-2263 0 0,-2-8-194 0 0,2 0-1 0 0,1 0 0 0 0,1-1 1 0 0,12 38-1 0 0,-15-56-384 0 0,1 0 0 0 0,0 0 0 0 0,0 0-1 0 0,0 0 1 0 0,1-1 0 0 0,-1 1 0 0 0,2-1 0 0 0,-1 0 0 0 0,0 0 0 0 0,1-1 0 0 0,0 1-1 0 0,0-1 1 0 0,0 0 0 0 0,1 0 0 0 0,-1-1 0 0 0,1 1 0 0 0,0-1 0 0 0,0-1 0 0 0,0 1-1 0 0,0-1 1 0 0,0 0 0 0 0,11 2 0 0 0,15-4-1626 0 0,-16-3 773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18.7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49 3681 0 0,'0'-3'169'0'0,"-5"-27"-19"0"0,5 29-19 0 0,0 1 1 0 0,0-1-1 0 0,-1 0 0 0 0,1 1 0 0 0,0-1 0 0 0,0 0 0 0 0,0 1 1 0 0,-1-1-1 0 0,1 0 0 0 0,0 1 0 0 0,0-1 0 0 0,-1 0 0 0 0,1 1 1 0 0,-1-1-1 0 0,1 1 0 0 0,-1-1 0 0 0,1 1 0 0 0,-1-1 0 0 0,1 1 1 0 0,-1-1-1 0 0,1 1 0 0 0,-1 0 0 0 0,1-1 0 0 0,-1 1 0 0 0,0 0 1 0 0,1-1-1 0 0,-1 1 0 0 0,0 0 0 0 0,1 0 0 0 0,-1 0 0 0 0,0-1 1 0 0,1 1-1 0 0,-1 0 0 0 0,0 0 0 0 0,1 0 0 0 0,-1 0 0 0 0,-1 0 1 0 0,1 1 14 0 0,0 0 0 0 0,0 0 0 0 0,0 0 0 0 0,0-1 0 0 0,0 1 0 0 0,0 0 0 0 0,1 0 0 0 0,-1 0 0 0 0,0 0 0 0 0,0 0 0 0 0,1 0 0 0 0,-1 1 0 0 0,1-1 0 0 0,-1 0 0 0 0,1 0 0 0 0,-1 0 0 0 0,1 1 0 0 0,0-1 0 0 0,-1 2 0 0 0,-2 29 187 0 0,2-26-250 0 0,0 20 196 0 0,1 1 0 0 0,1-1 0 0 0,2 0 0 0 0,0 0 0 0 0,2-1 0 0 0,14 47 0 0 0,67 144 450 0 0,-75-190-829 0 0,-1-5-384 0 0,0 0 0 0 0,15 21 0 0 0,-22-36 39 0 0,1-1 1 0 0,-1 0-1 0 0,2 0 0 0 0,-1 0 0 0 0,0 0 0 0 0,1-1 0 0 0,0 0 1 0 0,0 0-1 0 0,0 0 0 0 0,1 0 0 0 0,-1-1 0 0 0,10 4 0 0 0,-6-5-734 0 0,2-3-1309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18.9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0 238 3137 0 0,'5'-38'59'0'0,"10"-82"1151"0"0,-12 41 4842 0 0,-5 82-4725 0 0,-3 12 201 0 0,-3 21 29 0 0,4-7-1025 0 0,3 1 1 0 0,0-1-1 0 0,2 0 1 0 0,1 1-1 0 0,1-1 1 0 0,8 31-1 0 0,6 6-1376 0 0,36 96 0 0 0,-41-129-5247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44.8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66 58 8866 0 0,'-15'-34'2040'0'0,"15"32"-1796"0"0,-1 1 0 0 0,0-1 1 0 0,0 1-1 0 0,0-1 0 0 0,0 1 0 0 0,0-1 1 0 0,0 1-1 0 0,0 0 0 0 0,0 0 1 0 0,0-1-1 0 0,-1 1 0 0 0,1 0 1 0 0,0 0-1 0 0,-1 0 0 0 0,1 0 0 0 0,-1 1 1 0 0,1-1-1 0 0,-4-1 0 0 0,4 3-141 0 0,-1-1 0 0 0,1 1 0 0 0,0-1 0 0 0,0 1 0 0 0,0 0 0 0 0,0 0 0 0 0,0-1 0 0 0,0 1 0 0 0,0 0 0 0 0,0 0 0 0 0,0 0 0 0 0,0 0-1 0 0,0 0 1 0 0,1 0 0 0 0,-1 0 0 0 0,0 1 0 0 0,1-1 0 0 0,-1 0 0 0 0,1 0 0 0 0,-1 1 0 0 0,1-1 0 0 0,0 0 0 0 0,-1 0 0 0 0,1 1 0 0 0,0 1 0 0 0,-5 36 1224 0 0,20 441 161 0 0,39-4-1403 0 0,-52-456-60 0 0,31 181 268 0 0,-15-98 266 0 0,7 114-1 0 0,-25-211-542 0 0,0 0-1 0 0,0 0 0 0 0,0 1 0 0 0,-1-1 0 0 0,1 0 1 0 0,-2 0-1 0 0,-2 9 0 0 0,3-13-282 0 0,0 0 0 0 0,0 0 1 0 0,0 0-1 0 0,0 0 0 0 0,0-1 0 0 0,0 1 0 0 0,-1 0 0 0 0,1-1 1 0 0,-1 1-1 0 0,-1 1 0 0 0,-6 2-3531 0 0,7-4 2848 0 0,-1 0 0 0 0,1 0 1 0 0,0 0-1 0 0,-1 0 1 0 0,-4 0-1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45.0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57 6913 0 0,'74'-23'5820'0'0,"86"-2"-1835"0"0,-123 20-4837 0 0,-15 1-4836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45.4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42 8754 0 0,'4'-2'217'0'0,"-1"0"1"0"0,1 1-1 0 0,0-1 0 0 0,0 1 1 0 0,-1 0-1 0 0,1 0 1 0 0,0 0-1 0 0,0 0 0 0 0,5 0 1 0 0,6-1 96 0 0,30-8 1402 0 0,86-6 0 0 0,-107 15-2104 0 0,0 1-1 0 0,-1 2 1 0 0,1 0-1 0 0,-1 1 0 0 0,37 10 1 0 0,-39-6 360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45.8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 7834 0 0,'0'-2'1014'0'0,"5"-1"-205"0"0,18-3 369 0 0,28-4 646 0 0,-47 9-1801 0 0,0 0 1 0 0,1 1 0 0 0,-1 0 0 0 0,0 0 0 0 0,1 0-1 0 0,-1 0 1 0 0,0 1 0 0 0,0 0 0 0 0,1-1 0 0 0,-1 2-1 0 0,0-1 1 0 0,0 0 0 0 0,0 1 0 0 0,0 0-1 0 0,0 0 1 0 0,0 0 0 0 0,-1 0 0 0 0,1 0 0 0 0,-1 1-1 0 0,1 0 1 0 0,-1 0 0 0 0,0 0 0 0 0,5 7-1 0 0,0 2-89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46.0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 4609 0 0,'1'-2'261'0'0,"1"0"0"0"0,0 0 0 0 0,-1 0-1 0 0,1 0 1 0 0,0 0 0 0 0,0 0 0 0 0,0 0 0 0 0,1 1 0 0 0,-1-1 0 0 0,0 1 0 0 0,1 0-1 0 0,-1 0 1 0 0,5-2 0 0 0,-3 1 13 0 0,3-2 216 0 0,0 1 0 0 0,0 0 1 0 0,0 0-1 0 0,1 1 0 0 0,7-2 0 0 0,11 4-543 0 0,-24 0-269 0 0,0 1 1 0 0,1-1-1 0 0,-1 1 1 0 0,0 0 0 0 0,0 0-1 0 0,0 0 1 0 0,0 0-1 0 0,-1 0 1 0 0,1 1-1 0 0,2 1 1 0 0,2 3-1077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46.4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1 4145 0 0,'-2'0'210'0'0,"-19"7"-42"0"0,20-7-37 0 0,0 0-1 0 0,0 0 0 0 0,0 0 0 0 0,1 1 0 0 0,-1-1 0 0 0,0 1 0 0 0,0-1 1 0 0,1 0-1 0 0,-1 1 0 0 0,0-1 0 0 0,1 1 0 0 0,-1-1 0 0 0,0 1 1 0 0,1 0-1 0 0,-1-1 0 0 0,1 1 0 0 0,-1 0 0 0 0,1-1 0 0 0,-1 1 1 0 0,1 0-1 0 0,-1 1 0 0 0,2-2 26 0 0,-1 1 0 0 0,0-1 0 0 0,1 1 0 0 0,0-1 1 0 0,-1 1-1 0 0,1-1 0 0 0,-1 0 0 0 0,1 1 0 0 0,-1-1 0 0 0,1 0 0 0 0,0 0 1 0 0,-1 0-1 0 0,1 1 0 0 0,0-1 0 0 0,-1 0 0 0 0,1 0 0 0 0,-1 0 0 0 0,1 0 0 0 0,0 0 1 0 0,-1 0-1 0 0,1 0 0 0 0,0 0 0 0 0,-1 0 0 0 0,2-1 0 0 0,15 0 806 0 0,-17 1-987 0 0,55-4 2373 0 0,111-8 1656 0 0,83 13-2236 0 0,-205 2-1665 0 0,-7-2-90 0 0,-1 1 0 0 0,1 3 0 0 0,-1 0 0 0 0,0 3 0 0 0,39 13 0 0 0,-54-9-652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46.8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0 2761 0 0,'-5'8'5603'0'0,"1"14"-4429"0"0,4-21-1133 0 0,-9 60 1673 0 0,3 1 0 0 0,2 0-1 0 0,3 1 1 0 0,9 73 0 0 0,7-26-875 0 0,40 156 0 0 0,3-1-625 0 0,-14-63-82 0 0,-20-131-2662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47.0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65 9218 0 0,'-14'4'-803'0'0,"1"0"4115"0"0,32-10 3597 0 0,143-42-3266 0 0,-107 37-5469 0 0,1 5-3386 0 0,-32 5-1339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49.6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381 55 920 0 0,'5'-22'4366'0'0,"-4"21"-4220"0"0,-1-1-1 0 0,0 1 1 0 0,0-1-1 0 0,0 1 1 0 0,0 0-1 0 0,0-1 1 0 0,0 1-1 0 0,0 0 1 0 0,-1-1-1 0 0,1 1 0 0 0,0 0 1 0 0,-1-1-1 0 0,1 1 1 0 0,-1 0-1 0 0,0 0 1 0 0,1-1-1 0 0,-1 1 1 0 0,0 0-1 0 0,0 0 1 0 0,-1-2-1 0 0,0 2 7 0 0,1 1-1 0 0,0-1 1 0 0,0 1-1 0 0,-1-1 1 0 0,1 1 0 0 0,0 0-1 0 0,-1 0 1 0 0,1 0 0 0 0,-1 0-1 0 0,1 0 1 0 0,0 0-1 0 0,-1 0 1 0 0,1 0 0 0 0,0 0-1 0 0,-1 0 1 0 0,1 1-1 0 0,0-1 1 0 0,-1 1 0 0 0,1-1-1 0 0,0 1 1 0 0,-1-1 0 0 0,1 1-1 0 0,0 0 1 0 0,0-1-1 0 0,0 1 1 0 0,-1 1 0 0 0,-20 13 972 0 0,1 0 0 0 0,-35 33 0 0 0,47-39-902 0 0,1 0 0 0 0,-1 1 1 0 0,1 0-1 0 0,1 0 0 0 0,0 1 0 0 0,1 0 1 0 0,-10 21-1 0 0,16-30-239 0 0,-1 0 0 0 0,1 0 0 0 0,0 0-1 0 0,0 0 1 0 0,0 0 0 0 0,0 0 0 0 0,0 0 0 0 0,0 0 0 0 0,0 0 0 0 0,1 0-1 0 0,-1 0 1 0 0,1 0 0 0 0,-1 0 0 0 0,1 0 0 0 0,0-1 0 0 0,0 1-1 0 0,0 0 1 0 0,0 0 0 0 0,0-1 0 0 0,0 1 0 0 0,0 0 0 0 0,1-1-1 0 0,-1 1 1 0 0,1-1 0 0 0,1 2 0 0 0,8 6-116 0 0,0 0-1 0 0,21 12 1 0 0,-5-3-106 0 0,-16-9 179 0 0,0 0 1 0 0,-1 0 0 0 0,0 1 0 0 0,-1 0 0 0 0,13 19 0 0 0,-20-27 86 0 0,-1 0 0 0 0,0 0 0 0 0,1 0 0 0 0,-1 1 1 0 0,0-1-1 0 0,0 0 0 0 0,0 1 0 0 0,0-1 0 0 0,0 0 0 0 0,-1 1 0 0 0,1-1 0 0 0,-1 1 0 0 0,1-1 1 0 0,-1 1-1 0 0,0-1 0 0 0,0 1 0 0 0,0-1 0 0 0,-1 1 0 0 0,1-1 0 0 0,0 1 0 0 0,-1-1 0 0 0,0 1 1 0 0,1-1-1 0 0,-1 1 0 0 0,0-1 0 0 0,0 0 0 0 0,-1 0 0 0 0,1 1 0 0 0,0-1 0 0 0,-1 0 0 0 0,1 0 1 0 0,-1 0-1 0 0,0-1 0 0 0,1 1 0 0 0,-1 0 0 0 0,0-1 0 0 0,0 1 0 0 0,-3 1 0 0 0,-9 6 478 0 0,-1-1 0 0 0,0 0-1 0 0,-1-1 1 0 0,0-1 0 0 0,0 0 0 0 0,0-1-1 0 0,-28 4 1 0 0,33-7-646 0 0,1 0 1 0 0,-1-2-1 0 0,0 1 0 0 0,1-1 0 0 0,-1-1 1 0 0,1 0-1 0 0,-1 0 0 0 0,1-1 0 0 0,-1 0 0 0 0,1-1 1 0 0,0 0-1 0 0,0-1 0 0 0,-14-7 0 0 0,8 1-6813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50.8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183 29 4609 0 0,'17'-28'7254'0'0,"-25"42"-5884"0"0,-21 34-461 0 0,2 2 0 0 0,2 1-1 0 0,-26 79 1 0 0,36-82-834 0 0,2 0 0 0 0,2 1 0 0 0,3 0 0 0 0,2 1 0 0 0,1 0 0 0 0,3 0 0 0 0,6 66 0 0 0,5-34-46 0 0,3-2-1 0 0,4 1 1 0 0,3-2 0 0 0,4 0 0 0 0,3-2 0 0 0,4 0-1 0 0,3-3 1 0 0,3 0 0 0 0,69 103 0 0 0,-87-151 56 0 0,1 0 0 0 0,1-2 0 0 0,1 0 0 0 0,1-1 0 0 0,1-2 0 0 0,1 0 0 0 0,33 22 0 0 0,-39-32-32 0 0,1 0 1 0 0,1-1-1 0 0,-1-2 0 0 0,2 1 1 0 0,-1-2-1 0 0,1-1 0 0 0,0 0 1 0 0,0-2-1 0 0,0 0 0 0 0,1-2 1 0 0,29 1-1 0 0,49-10-2207 0 0,-31 2 669 0 0,-54 3 1163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51.9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149 217 1376 0 0,'-34'3'1138'0'0,"26"-2"328"0"0,0 1 0 0 0,1 0-1 0 0,0 1 1 0 0,-12 5-1 0 0,56-13 3789 0 0,-10 2-4203 0 0,17-4-470 0 0,-1 1 0 0 0,1 2-1 0 0,0 2 1 0 0,70 5 0 0 0,-80 0-537 0 0,1-2 1 0 0,0-2-1 0 0,0-1 0 0 0,-1-2 1 0 0,1-1-1 0 0,35-10 0 0 0,-70 14-44 0 0,1 1 0 0 0,-1 0 0 0 0,1 0 0 0 0,-1 0 0 0 0,0 0 0 0 0,1 0-1 0 0,-1 0 1 0 0,0 0 0 0 0,1-1 0 0 0,-1 1 0 0 0,0 0 0 0 0,1 0-1 0 0,-1-1 1 0 0,0 1 0 0 0,1 0 0 0 0,-1 0 0 0 0,0-1 0 0 0,1 1 0 0 0,-1 0-1 0 0,0-1 1 0 0,0 1 0 0 0,0 0 0 0 0,1-1 0 0 0,-1 1 0 0 0,0 0-1 0 0,0-1 1 0 0,0 1 0 0 0,0-1 0 0 0,0 1 0 0 0,0 0 0 0 0,0-1 0 0 0,0 1-1 0 0,0-1 1 0 0,0 0 0 0 0,-7-15-21 0 0,-18-10-30 0 0,-4 6-138 0 0,-2 2 0 0 0,0 1 0 0 0,-1 1 0 0 0,-1 2 0 0 0,0 1 0 0 0,-1 2 0 0 0,-64-13 0 0 0,83 22 198 0 0,1 2 0 0 0,0-1 0 0 0,0 2 0 0 0,0 0 0 0 0,0 0 0 0 0,0 2 1 0 0,0-1-1 0 0,1 2 0 0 0,-1 0 0 0 0,1 1 0 0 0,0 0 0 0 0,0 1 0 0 0,0 0 0 0 0,1 1 0 0 0,0 0 1 0 0,0 1-1 0 0,-19 18 0 0 0,22-19-2 0 0,1 1 0 0 0,0 0 0 0 0,1 1 0 0 0,0 0 0 0 0,0 0 1 0 0,1 0-1 0 0,0 1 0 0 0,0 0 0 0 0,1 0 0 0 0,1 1 0 0 0,0 0 0 0 0,0-1 1 0 0,1 1-1 0 0,0 0 0 0 0,1 1 0 0 0,0-1 0 0 0,1 0 0 0 0,0 0 0 0 0,1 1 0 0 0,0-1 1 0 0,1 1-1 0 0,3 16 0 0 0,-2-17 23 0 0,1 0 0 0 0,0 0-1 0 0,1-1 1 0 0,0 1 0 0 0,0-1 0 0 0,1 0 0 0 0,0 0 0 0 0,1-1 0 0 0,0 1-1 0 0,0-1 1 0 0,1-1 0 0 0,1 1 0 0 0,-1-1 0 0 0,1 0 0 0 0,1-1 0 0 0,-1 0-1 0 0,1 0 1 0 0,0-1 0 0 0,1 0 0 0 0,0 0 0 0 0,0-1 0 0 0,0-1-1 0 0,0 0 1 0 0,1 0 0 0 0,15 3 0 0 0,-3-2 245 0 0,0-1 1 0 0,1-1-1 0 0,-1 0 0 0 0,1-2 0 0 0,0-1 1 0 0,-1-1-1 0 0,46-8 0 0 0,-26 0-37 0 0,-1-3-1 0 0,0-1 1 0 0,56-26 0 0 0,-29 11-1519 0 0,-52 22 833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54.1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117 356 1840 0 0,'-5'-4'441'0'0,"1"1"0"0"0,-1 0 0 0 0,0 1 0 0 0,0-1 0 0 0,0 1-1 0 0,0 0 1 0 0,0 0 0 0 0,-11-2 0 0 0,12 3 27 0 0,-1 0-1 0 0,1 0 1 0 0,-1-1-1 0 0,1 1 1 0 0,0-1-1 0 0,0 0 1 0 0,0 0-1 0 0,0 0 1 0 0,0-1-1 0 0,0 1 1 0 0,0-1-1 0 0,1 0 1 0 0,-5-5-1 0 0,8 8-376 0 0,0-1-1 0 0,-1 1 0 0 0,1 0 1 0 0,0-1-1 0 0,0 1 0 0 0,0 0 0 0 0,0-1 1 0 0,0 1-1 0 0,0 0 0 0 0,0-1 1 0 0,0 1-1 0 0,1-1 0 0 0,-1 1 1 0 0,0 0-1 0 0,0-1 0 0 0,0 1 0 0 0,0 0 1 0 0,0-1-1 0 0,1 1 0 0 0,-1 0 1 0 0,0 0-1 0 0,0-1 0 0 0,0 1 1 0 0,1 0-1 0 0,-1 0 0 0 0,0-1 0 0 0,0 1 1 0 0,1 0-1 0 0,-1 0 0 0 0,0-1 1 0 0,1 1-1 0 0,-1 0 0 0 0,0 0 1 0 0,1 0-1 0 0,-1 0 0 0 0,0 0 1 0 0,1 0-1 0 0,-1-1 0 0 0,0 1 0 0 0,1 0 1 0 0,-1 0-1 0 0,0 0 0 0 0,1 0 1 0 0,-1 0-1 0 0,1 0 0 0 0,-1 0 1 0 0,0 1-1 0 0,1-1 0 0 0,-1 0 0 0 0,0 0 1 0 0,3 1 1114 0 0,1 1-844 0 0,2 2-279 0 0,0 0-1 0 0,-1 0 1 0 0,0 1-1 0 0,0-1 1 0 0,0 1-1 0 0,0 0 0 0 0,7 11 1 0 0,28 50 947 0 0,-29-46-682 0 0,26 37 0 0 0,2-13-325 0 0,1-1-1 0 0,84 68 0 0 0,-123-110-10 0 0,0 0 0 0 0,1 0-1 0 0,-1 0 1 0 0,0 0 0 0 0,1 0-1 0 0,-1 0 1 0 0,1 0 0 0 0,-1-1-1 0 0,1 1 1 0 0,-1-1-1 0 0,1 1 1 0 0,0-1 0 0 0,-1 1-1 0 0,1-1 1 0 0,0 0 0 0 0,-1 0-1 0 0,1 0 1 0 0,1 0 0 0 0,-1 0 14 0 0,-1-1 0 0 0,0 1-1 0 0,0-1 1 0 0,0 1 0 0 0,0-1 0 0 0,0 0 0 0 0,1 1 0 0 0,-1-1 0 0 0,0 0 0 0 0,-1 0 0 0 0,1 0 0 0 0,0 0 0 0 0,0 0 0 0 0,0 0 0 0 0,0 0 0 0 0,-1 0 0 0 0,1 0 0 0 0,0-2 0 0 0,3-6 138 0 0,-1-1 1 0 0,0 1-1 0 0,-1-1 0 0 0,0 0 0 0 0,1-9 0 0 0,-1 0-42 0 0,13-42 135 0 0,23-65 0 0 0,-21 76-195 0 0,-2-1 1 0 0,12-72-1 0 0,-26 108-56 0 0,-1-1-1 0 0,0 1 1 0 0,-1-1-1 0 0,-3-15 1 0 0,-1-34-721 0 0,7 47-1729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54.9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109 210 3225 0 0,'-7'1'57'0'0,"-59"15"1550"0"0,62-15-1093 0 0,0 1 0 0 0,0 0 1 0 0,0 0-1 0 0,0 0 0 0 0,1 0 1 0 0,-1 1-1 0 0,-5 4 0 0 0,9-6-427 0 0,0-1-1 0 0,1 1 0 0 0,-1-1 0 0 0,0 0 0 0 0,1 1 1 0 0,-1-1-1 0 0,0 1 0 0 0,1-1 0 0 0,-1 1 1 0 0,0-1-1 0 0,1 0 0 0 0,-1 1 0 0 0,1-1 1 0 0,-1 0-1 0 0,1 0 0 0 0,-1 1 0 0 0,0-1 1 0 0,1 0-1 0 0,-1 0 0 0 0,1 1 0 0 0,-1-1 1 0 0,1 0-1 0 0,0 0 0 0 0,-1 0 0 0 0,1 0 1 0 0,-1 0-1 0 0,1 0 0 0 0,-1 0 0 0 0,2 0 1 0 0,19 4 163 0 0,39-3 653 0 0,-1-2 0 0 0,77-11 1 0 0,119-32-100 0 0,-148 24-641 0 0,372-80 1296 0 0,-324 65-1140 0 0,-86 18-311 0 0,44-9 17 0 0,-99 24-53 0 0,1 0 0 0 0,0 1 0 0 0,-1 1 0 0 0,1 0 0 0 0,23 4 0 0 0,-16 3-814 0 0,-13-3-66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56.2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30 408 6449 0 0,'-4'-4'199'0'0,"1"0"0"0"0,0 0-1 0 0,0 0 1 0 0,1 0-1 0 0,-1-1 1 0 0,1 1 0 0 0,-3-8-1 0 0,4 9 192 0 0,0 1 0 0 0,1-1 0 0 0,-1 1 0 0 0,0-1 0 0 0,1 0 0 0 0,0 0 1 0 0,-1 1-1 0 0,1-1 0 0 0,0 0 0 0 0,1 1 0 0 0,-1-1 0 0 0,0 0 0 0 0,1 0 0 0 0,-1 1 0 0 0,3-5 0 0 0,-3 7-287 0 0,1 0 1 0 0,-1 0-1 0 0,1 0 0 0 0,0 0 0 0 0,-1 0 0 0 0,1 0 1 0 0,0 0-1 0 0,-1 0 0 0 0,1 0 0 0 0,0 0 1 0 0,-1 1-1 0 0,1-1 0 0 0,-1 0 0 0 0,1 0 0 0 0,0 1 1 0 0,-1-1-1 0 0,1 0 0 0 0,-1 1 0 0 0,1-1 1 0 0,-1 1-1 0 0,1-1 0 0 0,-1 1 0 0 0,1-1 1 0 0,-1 1-1 0 0,0-1 0 0 0,1 1 0 0 0,-1-1 0 0 0,1 2 1 0 0,15 16 341 0 0,35 51-312 0 0,46 55 282 0 0,-82-108-375 0 0,0-1 1 0 0,1-1-1 0 0,0 0 0 0 0,2-1 1 0 0,26 16-1 0 0,18 0 75 0 0,-58-28-101 0 0,0 1-1 0 0,0-1 1 0 0,1 0 0 0 0,-1 0 0 0 0,0 0 0 0 0,0-1 0 0 0,1 1 0 0 0,-1-1 0 0 0,0 0 0 0 0,0-1 0 0 0,1 1 0 0 0,-1-1-1 0 0,7-1 1 0 0,-10 1 31 0 0,0 0 0 0 0,0 0 0 0 0,0 1 0 0 0,0-1 0 0 0,0 0 0 0 0,0 0-1 0 0,0 0 1 0 0,-1-1 0 0 0,1 1 0 0 0,0 0 0 0 0,-1 0 0 0 0,1 0 0 0 0,-1-1 0 0 0,1 1-1 0 0,-1 0 1 0 0,0 0 0 0 0,1-1 0 0 0,-1 1 0 0 0,0 0 0 0 0,0-2 0 0 0,2-35 433 0 0,-2 25-198 0 0,6-284 1759 0 0,-3 253-2044 0 0,-2 4-116 0 0,3 0-1 0 0,0 0 1 0 0,3 1 0 0 0,15-50 0 0 0,-19 81-1066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56.5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0 138 3225 0 0,'9'-6'1219'0'0,"0"-1"-1"0"0,0 1 1 0 0,0 0 0 0 0,1 1 0 0 0,0 0 0 0 0,11-3 0 0 0,19-11 1016 0 0,6-11-86 0 0,-34 22-1865 0 0,0 0-1 0 0,0 0 1 0 0,23-9 0 0 0,-28 15-880 0 0,1 1 0 0 0,0 1 1 0 0,-1-1-1 0 0,1 1 0 0 0,-1 0 0 0 0,1 1 1 0 0,0 0-1 0 0,-1 0 0 0 0,8 2 0 0 0,0 0-3729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56.8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0 920 0 0,'3'1'455'0'0,"-1"-1"0"0"0,0 1 0 0 0,1 0 0 0 0,-1-1 0 0 0,0 1 0 0 0,0 0 0 0 0,1 0 0 0 0,-1 1-1 0 0,0-1 1 0 0,0 0 0 0 0,0 1 0 0 0,-1-1 0 0 0,1 1 0 0 0,0 0 0 0 0,0-1 0 0 0,-1 1 0 0 0,1 0 0 0 0,-1 0 0 0 0,0 0 0 0 0,1 0 0 0 0,1 4-1 0 0,22 55 3449 0 0,-21-48-3072 0 0,3 5-258 0 0,-1 1 1 0 0,4 19-1 0 0,-7-21-679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5:58.8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60 920 0 0,'-1'-3'12265'0'0,"13"7"-9717"0"0,-9-3-2510 0 0,0 0-1 0 0,0 1 1 0 0,0-1-1 0 0,0 1 0 0 0,0 0 1 0 0,-1 0-1 0 0,1 0 1 0 0,-1 0-1 0 0,1 0 0 0 0,2 4 1 0 0,4 9 102 0 0,-1 0-1 0 0,0 1 1 0 0,-1 0 0 0 0,8 31 0 0 0,-9-29-93 0 0,0 0-1 0 0,1-1 1 0 0,0 0 0 0 0,13 20 0 0 0,-15-29-14 0 0,-3-4-12 0 0,0 0 0 0 0,0-1 0 0 0,1 0 1 0 0,-1 1-1 0 0,1-1 0 0 0,0 0 1 0 0,0 0-1 0 0,0 0 0 0 0,6 4 1 0 0,-3-17 271 0 0,23-108 441 0 0,-23 85-579 0 0,2 0 0 0 0,1 0 1 0 0,18-44-1 0 0,-25 73-130 0 0,-1 1 0 0 0,1 0-1 0 0,0 0 1 0 0,-1 0 0 0 0,1 0 0 0 0,1 0-1 0 0,-1 1 1 0 0,0-1 0 0 0,1 1 0 0 0,-1-1 0 0 0,5-2-1 0 0,-6 4-16 0 0,0 1 0 0 0,0-1 0 0 0,1 1 0 0 0,-1 0-1 0 0,0-1 1 0 0,0 1 0 0 0,1 0 0 0 0,-1 0 0 0 0,0 0-1 0 0,1 0 1 0 0,-1 0 0 0 0,0 0 0 0 0,1 0 0 0 0,-1 1-1 0 0,0-1 1 0 0,0 0 0 0 0,1 1 0 0 0,-1-1 0 0 0,0 1-1 0 0,0-1 1 0 0,0 1 0 0 0,0-1 0 0 0,1 1 0 0 0,-1 0-1 0 0,0 0 1 0 0,0 0 0 0 0,0-1 0 0 0,-1 1 0 0 0,1 0-1 0 0,0 0 1 0 0,0 0 0 0 0,0 2 0 0 0,170 207-74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0.0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1 120 6913 0 0,'24'-8'1225'0'0,"158"-38"5696"0"0,3 10-5777 0 0,-65 18-1285 0 0,-69 10-4549 0 0,-34 5-201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0.4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8290 0 0,'14'24'6627'0'0,"-1"15"-3344"0"0,8 52-1675 0 0,-11-45-516 0 0,18 76-314 0 0,45 174-563 0 0,-71-290-632 0 0,-1 0 1 0 0,0 0-1 0 0,0 0 1 0 0,0 0-1 0 0,-1 8 0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0.9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67 1376 0 0,'-10'-18'-330'0'0,"3"-12"4134"0"0,7 29-3621 0 0,0 0 0 0 0,0 1 0 0 0,0-1 0 0 0,0 0 0 0 0,0 0 0 0 0,0 1 0 0 0,0-1 0 0 0,1 0 0 0 0,-1 0 0 0 0,0 1 0 0 0,0-1 0 0 0,1 0 0 0 0,-1 1 0 0 0,0-1 0 0 0,1 1 0 0 0,-1-1 0 0 0,1 0 1 0 0,-1 1-1 0 0,1-1 0 0 0,-1 1 0 0 0,1-1 0 0 0,-1 1 0 0 0,1-1 0 0 0,0 1 0 0 0,1-1 29 0 0,-1 1 0 0 0,1-1 0 0 0,0 1 0 0 0,-1 0 0 0 0,1 0 0 0 0,0 0 0 0 0,-1 0 0 0 0,1 0 0 0 0,0 0 0 0 0,-1 0 0 0 0,1 1 0 0 0,-1-1 1 0 0,1 1-1 0 0,0-1 0 0 0,2 2 0 0 0,17 7 845 0 0,0 1 1 0 0,0 1-1 0 0,-1 1 1 0 0,31 23-1 0 0,67 67 249 0 0,-97-82-1208 0 0,-2 2-1 0 0,0 0 1 0 0,-2 1-1 0 0,0 1 0 0 0,-1 0 1 0 0,-2 1-1 0 0,-1 1 1 0 0,0 0-1 0 0,-2 1 1 0 0,10 39-1 0 0,-11-25-72 0 0,-2 0 1 0 0,-1 0-1 0 0,-3 1 0 0 0,-1-1 0 0 0,-2 1 0 0 0,-8 68 0 0 0,1-65 12 0 0,-1 0-1 0 0,-2 0 0 0 0,-30 83 1 0 0,28-102-302 0 0,0 0 1 0 0,-2 0 0 0 0,0-1 0 0 0,-2-1 0 0 0,-1-1-1 0 0,-1 0 1 0 0,-30 32 0 0 0,28-36-6465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5.6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45 198 456 0 0,'1'-12'419'0'0,"-1"0"0"0"0,0 0 0 0 0,-3-22 1 0 0,-1 15 1793 0 0,-1 1 0 0 0,0 0 1 0 0,-12-27-1 0 0,12 31-1549 0 0,-1 0 4847 0 0,5 36-1405 0 0,37 327-3131 0 0,-25-291-1062 0 0,2-2 0 0 0,3 0 0 0 0,2 0-1 0 0,28 58 1 0 0,-12-35-2752 0 0,-26-54-4053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5.8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67 2304 0 0,'-1'0'98'0'0,"1"0"0"0"0,-1 0-1 0 0,1 0 1 0 0,-1 0 0 0 0,1 0-1 0 0,-1 0 1 0 0,1 0-1 0 0,-1 0 1 0 0,1 0 0 0 0,-1 0-1 0 0,1 0 1 0 0,-1 0 0 0 0,1-1-1 0 0,-1 1 1 0 0,1 0-1 0 0,0 0 1 0 0,-1-1 0 0 0,1 1-1 0 0,-1 0 1 0 0,1-1 0 0 0,0 1-1 0 0,-1 0 1 0 0,1-1-1 0 0,0 1 1 0 0,-1 0 0 0 0,1-1-1 0 0,0 1 1 0 0,0-1 0 0 0,-1 1-1 0 0,1-1 1 0 0,0 1-1 0 0,0-1 1 0 0,0 1 0 0 0,0 0-1 0 0,0-1 1 0 0,0 1-1 0 0,-1-1 1 0 0,1 1 0 0 0,0-1-1 0 0,0 1 1 0 0,0-1 0 0 0,1 1-1 0 0,-1-1 1 0 0,0 1-1 0 0,0-1 1 0 0,0 1 0 0 0,0-1-1 0 0,0 1 1 0 0,0-1 0 0 0,1 1-1 0 0,-1-1 1 0 0,0 1-1 0 0,0 0 1 0 0,1-1 0 0 0,-1 1-1 0 0,0-1 1 0 0,1 1 0 0 0,0-1-1 0 0,1-2 218 0 0,-1 0 0 0 0,2 0 0 0 0,-1 0 1 0 0,0 1-1 0 0,0-1 0 0 0,1 1 0 0 0,3-4 0 0 0,34-11-730 0 0,-27 12-3226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6.1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99 3225 0 0,'-1'0'35'0'0,"-1"-1"0"0"0,1 1 0 0 0,-1 0 0 0 0,1-1 0 0 0,-1 1 0 0 0,1-1 0 0 0,-1 0 0 0 0,1 1 0 0 0,-1-1 0 0 0,1 0 0 0 0,0 0 0 0 0,-1 0 0 0 0,1 0 0 0 0,0 0 0 0 0,0 0 0 0 0,0 0 0 0 0,0 0 0 0 0,0-1 0 0 0,0 1 0 0 0,0 0 0 0 0,0-2 0 0 0,1 1 123 0 0,0 0 0 0 0,1 0 0 0 0,-1 0 0 0 0,1 1 0 0 0,0-1 0 0 0,0 0 0 0 0,-1 0 0 0 0,1 1 0 0 0,0-1 0 0 0,1 0 0 0 0,-1 1 0 0 0,0-1 0 0 0,0 1 0 0 0,1 0 0 0 0,-1-1 0 0 0,1 1 0 0 0,2-2 0 0 0,3-2 173 0 0,0-1 0 0 0,1 2-1 0 0,0-1 1 0 0,-1 1 0 0 0,2 0 0 0 0,-1 1 0 0 0,0 0 0 0 0,1 0 0 0 0,-1 1 0 0 0,1 0 0 0 0,17-2-1 0 0,-6 2-331 0 0,-1 1 0 0 0,0 1-1 0 0,0 1 1 0 0,30 5-1 0 0,-20 0 2 0 0,-1 4 0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6.7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32 4201 0 0,'0'-2'285'0'0,"0"-1"-1"0"0,1 1 1 0 0,-1 0-1 0 0,1 0 1 0 0,0 0 0 0 0,0 0-1 0 0,0 0 1 0 0,0 0 0 0 0,0 0-1 0 0,0 0 1 0 0,1 0-1 0 0,-1 0 1 0 0,4-3 358 0 0,-10 32 950 0 0,-2 7-1054 0 0,3-20-392 0 0,1-1 0 0 0,0 1-1 0 0,2 0 1 0 0,-1 0 0 0 0,2 0 0 0 0,0 0 0 0 0,1 14 0 0 0,0-26-141 0 0,0 0 1 0 0,-1 0 0 0 0,1 0 0 0 0,0-1-1 0 0,0 1 1 0 0,0 0 0 0 0,1-1-1 0 0,-1 1 1 0 0,0 0 0 0 0,0-1 0 0 0,1 0-1 0 0,-1 1 1 0 0,1-1 0 0 0,-1 0 0 0 0,1 0-1 0 0,0 1 1 0 0,0-2 0 0 0,-1 1 0 0 0,3 1-1 0 0,44 13 62 0 0,-11-4 39 0 0,-33-9-92 0 0,1 0 1 0 0,-1 1-1 0 0,1-1 0 0 0,-1 1 1 0 0,0 0-1 0 0,0 0 0 0 0,-1 1 1 0 0,1-1-1 0 0,-1 1 1 0 0,1 0-1 0 0,-1 0 0 0 0,0 0 1 0 0,4 8-1 0 0,-6-10 30 0 0,0 1 0 0 0,0-1 0 0 0,-1 1 0 0 0,1-1 0 0 0,-1 1 0 0 0,1-1 0 0 0,-1 1 0 0 0,0 0 0 0 0,0-1 0 0 0,0 1 1 0 0,0-1-1 0 0,-1 1 0 0 0,1 0 0 0 0,-1-1 0 0 0,1 1 0 0 0,-1-1 0 0 0,0 1 0 0 0,0-1 0 0 0,0 0 0 0 0,0 1 0 0 0,-1-1 0 0 0,1 0 0 0 0,-1 0 0 0 0,1 0 0 0 0,-1 0 0 0 0,0 0 0 0 0,-3 3 0 0 0,2-2 154 0 0,0 0-1 0 0,-1 0 0 0 0,0 0 1 0 0,0 0-1 0 0,0-1 1 0 0,0 0-1 0 0,0 0 0 0 0,0 0 1 0 0,-6 2-1 0 0,-12-1-4448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8.0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31 9218 0 0,'0'-1'216'0'0,"1"0"0"0"0,-1-1 1 0 0,1 1-1 0 0,0 0 0 0 0,-1 0 0 0 0,1-1 0 0 0,0 1 0 0 0,0 0 1 0 0,0 0-1 0 0,0 0 0 0 0,0 0 0 0 0,0 0 0 0 0,0 0 1 0 0,0 0-1 0 0,0 1 0 0 0,0-1 0 0 0,0 0 0 0 0,0 0 1 0 0,1 1-1 0 0,-1-1 0 0 0,0 1 0 0 0,1-1 0 0 0,-1 1 0 0 0,2-1 1 0 0,34-7 102 0 0,-34 8-549 0 0,0 0 0 0 0,0 0 0 0 0,1 0 0 0 0,-1 1 0 0 0,0-1 0 0 0,0 1 0 0 0,0 0 0 0 0,3 1 0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8.2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80 6913 0 0,'0'0'12'0'0,"0"-1"0"0"0,0 1-1 0 0,0 0 1 0 0,-1 0 0 0 0,1 0-1 0 0,0 0 1 0 0,0 0 0 0 0,0 0-1 0 0,0 0 1 0 0,0-1 0 0 0,-1 1-1 0 0,1 0 1 0 0,0 0 0 0 0,0 0-1 0 0,0 0 1 0 0,0-1 0 0 0,0 1-1 0 0,0 0 1 0 0,0 0 0 0 0,0 0-1 0 0,0 0 1 0 0,-1-1 0 0 0,1 1-1 0 0,0 0 1 0 0,0 0 0 0 0,0 0-1 0 0,0-1 1 0 0,0 1 0 0 0,0 0-1 0 0,0 0 1 0 0,0 0 0 0 0,0-1-1 0 0,1 1 1 0 0,-1 0 0 0 0,0 0-1 0 0,0 0 1 0 0,0 0 0 0 0,0-1-1 0 0,0 1 1 0 0,0 0 0 0 0,0 0-1 0 0,0 0 1 0 0,0 0 0 0 0,1-1-1 0 0,-1 1 1 0 0,0 0 0 0 0,0 0-1 0 0,13-11 678 0 0,21-7 795 0 0,-31 16-1251 0 0,81-31-122 0 0,-68 26-43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8.5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 28 3681 0 0,'-21'-10'539'0'0,"-7"-8"8873"0"0,31 32-5221 0 0,2 24-3872 0 0,-5-30 188 0 0,7 107 1256 0 0,-6-77-1650 0 0,1-1 1 0 0,2 0-1 0 0,10 40 1 0 0,13 15-1082 0 0,-7-29-2489 0 0,-12-35-2630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8.9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57 102 6449 0 0,'-1'-1'97'0'0,"1"1"0"0"0,-1 0 0 0 0,1-1 0 0 0,0 1-1 0 0,-1-1 1 0 0,1 1 0 0 0,-1 0 0 0 0,1-1 0 0 0,-1 1-1 0 0,1 0 1 0 0,-1 0 0 0 0,0-1 0 0 0,1 1 0 0 0,-1 0-1 0 0,1 0 1 0 0,-1 0 0 0 0,1 0 0 0 0,-1 0 0 0 0,0 0 0 0 0,1 0-1 0 0,-1 0 1 0 0,1 0 0 0 0,-1 0 0 0 0,1 0 0 0 0,-1 0-1 0 0,0 0 1 0 0,1 0 0 0 0,-1 0 0 0 0,1 1 0 0 0,-1-1-1 0 0,0 0 1 0 0,-14 18 2145 0 0,-1 25-444 0 0,13-32-1771 0 0,2 0 0 0 0,-1 0 0 0 0,1 0 0 0 0,1 1-1 0 0,0-1 1 0 0,1 0 0 0 0,0 0 0 0 0,0 0 0 0 0,1 0 0 0 0,1 0 0 0 0,0 0 0 0 0,0 0 0 0 0,1-1 0 0 0,0 1 0 0 0,1-1-1 0 0,0 0 1 0 0,1-1 0 0 0,0 1 0 0 0,1-1 0 0 0,0 0 0 0 0,0-1 0 0 0,1 0 0 0 0,0 0 0 0 0,0 0 0 0 0,1-1 0 0 0,0 0 0 0 0,0-1-1 0 0,0 0 1 0 0,1 0 0 0 0,0-1 0 0 0,0-1 0 0 0,1 0 0 0 0,-1 0 0 0 0,1 0 0 0 0,0-2 0 0 0,0 1 0 0 0,0-1 0 0 0,12 0-1 0 0,-10-2 98 0 0,-1 0 0 0 0,0-1 0 0 0,0 0 0 0 0,0-1-1 0 0,0 0 1 0 0,0-1 0 0 0,0-1 0 0 0,-1 0-1 0 0,1 0 1 0 0,-1-1 0 0 0,16-10 0 0 0,-22 13-5 0 0,0-1 0 0 0,-1-1-1 0 0,1 1 1 0 0,-1-1 0 0 0,0 1 0 0 0,0-1 0 0 0,0-1 0 0 0,-1 1 0 0 0,1 0 0 0 0,-1-1 0 0 0,0 0 0 0 0,0 1 0 0 0,-1-1 0 0 0,1 0 0 0 0,-1-1 0 0 0,0 1 0 0 0,-1 0 0 0 0,1 0 0 0 0,-1-1 0 0 0,0 1 0 0 0,-1-1-1 0 0,1 0 1 0 0,-1 1 0 0 0,0-1 0 0 0,0 1 0 0 0,-1-1 0 0 0,-1-7 0 0 0,-1 2-10 0 0,0 0-1 0 0,-1 0 1 0 0,0 1 0 0 0,-1-1-1 0 0,0 1 1 0 0,-1 0 0 0 0,0 1-1 0 0,-1-1 1 0 0,0 1-1 0 0,0 0 1 0 0,-1 1 0 0 0,0 0-1 0 0,0 0 1 0 0,-13-8 0 0 0,-14-9-658 0 0,-2 1 1 0 0,-58-26-1 0 0,35 18-1318 0 0,37 20 413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9.1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40 4145 0 0,'43'-14'6500'0'0,"-34"12"-5353"0"0,51-15 3917 0 0,-50 14-5052 0 0,0 2-1 0 0,-1-1 0 0 0,1 2 1 0 0,13-1-1 0 0,-10 2-849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9.3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 8 8610 0 0,'-18'-8'8502'0'0,"17"13"-7756"0"0,-1 32-161 0 0,2 0 0 0 0,1 0 0 0 0,11 68 0 0 0,-8-78-943 0 0,0 2-1286 0 0,2-1-4934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09.8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9 123 3225 0 0,'-2'-3'272'0'0,"1"0"0"0"0,0 0 0 0 0,0 0 0 0 0,0 0 0 0 0,0 0 0 0 0,1-1-1 0 0,-1 1 1 0 0,1 0 0 0 0,0-1 0 0 0,0 1 0 0 0,0 0 0 0 0,0-1 0 0 0,1 1 0 0 0,-1 0 0 0 0,1 0 0 0 0,0-1 0 0 0,0 1 0 0 0,0 0 0 0 0,0 0 0 0 0,1 0 0 0 0,-1 0 0 0 0,1 0 0 0 0,0 0 0 0 0,0 1 0 0 0,0-1 0 0 0,0 0 0 0 0,0 1 0 0 0,1 0 0 0 0,-1-1 0 0 0,1 1 0 0 0,-1 0 0 0 0,5-2 0 0 0,-3 1-105 0 0,0 0-1 0 0,0 1 1 0 0,1-1 0 0 0,-1 1-1 0 0,1 0 1 0 0,-1 0 0 0 0,1 1-1 0 0,0 0 1 0 0,-1-1 0 0 0,1 2 0 0 0,0-1-1 0 0,0 0 1 0 0,0 1 0 0 0,0 0-1 0 0,0 0 1 0 0,0 0 0 0 0,0 1 0 0 0,0 0-1 0 0,-1 0 1 0 0,1 0 0 0 0,8 3-1 0 0,-10-1-112 0 0,1-1 0 0 0,-1 0 0 0 0,0 1-1 0 0,0-1 1 0 0,0 1 0 0 0,-1 0-1 0 0,1 0 1 0 0,0 0 0 0 0,-1 0 0 0 0,0 1-1 0 0,0-1 1 0 0,0 1 0 0 0,0-1-1 0 0,-1 1 1 0 0,1 0 0 0 0,-1 0 0 0 0,1 4-1 0 0,2 10-67 0 0,-1 0 0 0 0,2 28 0 0 0,-3-24 50 0 0,-2-9-37 0 0,0 0 0 0 0,-1 0 1 0 0,0-1-1 0 0,-1 1 0 0 0,0 0 1 0 0,-5 13-1 0 0,-6 39 56 0 0,13-65-4 0 0,0 1-1 0 0,-1 0 0 0 0,1 0 1 0 0,0-1-1 0 0,0 1 1 0 0,0 0-1 0 0,0-1 0 0 0,0 1 1 0 0,0 0-1 0 0,1 0 1 0 0,-1-1-1 0 0,0 1 0 0 0,0 0 1 0 0,0-1-1 0 0,1 1 1 0 0,-1 0-1 0 0,0-1 0 0 0,1 1 1 0 0,-1 0-1 0 0,0-1 1 0 0,1 1-1 0 0,-1-1 0 0 0,1 1 1 0 0,-1-1-1 0 0,1 1 1 0 0,-1-1-1 0 0,1 1 0 0 0,0-1 1 0 0,0 1-1 0 0,1 0 30 0 0,0-1 0 0 0,-1 0 0 0 0,1 1 0 0 0,0-1 0 0 0,0 0 0 0 0,-1 0-1 0 0,1 0 1 0 0,0-1 0 0 0,-1 1 0 0 0,1 0 0 0 0,0-1 0 0 0,2 0 0 0 0,46-22 992 0 0,-48 22-1033 0 0,74-46 521 0 0,-28 11-6413 0 0,-20 15-688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12.4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175 112 4145 0 0,'-1'-43'1616'0'0,"2"37"-1059"0"0,-1 0 0 0 0,0-1 0 0 0,0 1 0 0 0,0 0 0 0 0,-1-1 0 0 0,0 1 0 0 0,-1 0 0 0 0,-1-7 0 0 0,3 13-502 0 0,0 0-1 0 0,-1-1 0 0 0,1 1 1 0 0,0 0-1 0 0,0-1 0 0 0,0 1 1 0 0,0 0-1 0 0,0 0 1 0 0,-1-1-1 0 0,1 1 0 0 0,0 0 1 0 0,0 0-1 0 0,-1-1 0 0 0,1 1 1 0 0,0 0-1 0 0,0 0 0 0 0,-1 0 1 0 0,1 0-1 0 0,0-1 1 0 0,0 1-1 0 0,-1 0 0 0 0,1 0 1 0 0,0 0-1 0 0,-1 0 0 0 0,1 0 1 0 0,0 0-1 0 0,-1 0 0 0 0,1 0 1 0 0,0 0-1 0 0,-1 0 1 0 0,1 0-1 0 0,0 0 0 0 0,0 0 1 0 0,-1 0-1 0 0,1 0 0 0 0,0 0 1 0 0,-1 0-1 0 0,1 0 0 0 0,-14 11 731 0 0,-7 19-305 0 0,8-4-320 0 0,1 2 1 0 0,2-1-1 0 0,0 2 0 0 0,-6 32 1 0 0,-15 121 211 0 0,28-165-335 0 0,-23 264 269 0 0,25-223-304 0 0,2 0 1 0 0,17 105-1 0 0,-13-139 5 0 0,2 0-1 0 0,0 0 0 0 0,2-1 0 0 0,0 0 1 0 0,2 0-1 0 0,0-1 0 0 0,2-1 1 0 0,0 0-1 0 0,1-1 0 0 0,2 0 1 0 0,0-1-1 0 0,1-1 0 0 0,31 27 0 0 0,-18-18 55 0 0,4 6 226 0 0,3-1 0 0 0,0-2 0 0 0,2-1 1 0 0,79 43-1 0 0,-81-57-249 0 0,27 14 6 0 0,-59-26-530 0 0,0 0 0 0 0,-1 1 0 0 0,1-1 0 0 0,0 1 0 0 0,4 5 0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13.5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30 181 920 0 0,'-29'-6'8611'0'0,"44"7"-6746"0"0,-14-1-1931 0 0,37 2 1672 0 0,1-2 0 0 0,41-5 0 0 0,26-1-444 0 0,-44 9-1080 0 0,-37-2-1197 0 0,1 0 0 0 0,39-4 0 0 0,-62 2 913 0 0,-1 0-1 0 0,0 0 1 0 0,1 0 0 0 0,-1 0-1 0 0,0-1 1 0 0,0 1 0 0 0,0-1-1 0 0,0 1 1 0 0,0-1 0 0 0,0 0-1 0 0,0 1 1 0 0,-1-1 0 0 0,1 0-1 0 0,0 0 1 0 0,-1 0 0 0 0,0-1 0 0 0,1 1-1 0 0,-1 0 1 0 0,0 0 0 0 0,0-1-1 0 0,0 1 1 0 0,-1-1 0 0 0,1 1-1 0 0,0-4 1 0 0,0 3-38 0 0,0 1 0 0 0,-1-1-1 0 0,1 0 1 0 0,-1 0 0 0 0,0-1 0 0 0,1 1 0 0 0,-1 0-1 0 0,-1 0 1 0 0,1 0 0 0 0,0 0 0 0 0,-1 0-1 0 0,1 0 1 0 0,-1 0 0 0 0,0 0 0 0 0,0 0 0 0 0,0 1-1 0 0,-1-1 1 0 0,1 0 0 0 0,-3-4 0 0 0,-2 2 669 0 0,0 0 1 0 0,-1 1-1 0 0,1-1 1 0 0,-1 1-1 0 0,0 0 1 0 0,0 1-1 0 0,0 0 1 0 0,0 0-1 0 0,-1 1 1 0 0,-14-4-1 0 0,-7 1 2246 0 0,-44-2 0 0 0,67 7-2623 0 0,-4 0 290 0 0,0 1 0 0 0,0 0 0 0 0,0 0 1 0 0,0 1-1 0 0,0 0 0 0 0,1 1 0 0 0,-1 0 0 0 0,-16 9 0 0 0,12-5-163 0 0,0 0 0 0 0,0 1-1 0 0,1 1 1 0 0,-23 20 0 0 0,30-22-176 0 0,0 0 1 0 0,0 0-1 0 0,1 1 1 0 0,0-1-1 0 0,0 1 1 0 0,1 1-1 0 0,0-1 1 0 0,1 1-1 0 0,0-1 1 0 0,0 1-1 0 0,1 0 1 0 0,0 0-1 0 0,0 0 0 0 0,0 13 1 0 0,1-6-1 0 0,1-1 1 0 0,0 1-1 0 0,1 0 1 0 0,1-1-1 0 0,0 0 1 0 0,1 1-1 0 0,9 25 1 0 0,-10-35 23 0 0,1 0-1 0 0,0 0 1 0 0,0 0 0 0 0,0-1 0 0 0,1 1-1 0 0,0-1 1 0 0,0 0 0 0 0,0 0-1 0 0,1 0 1 0 0,-1-1 0 0 0,1 1 0 0 0,11 6-1 0 0,-7-6 71 0 0,0 0 0 0 0,0 0 0 0 0,1-1 0 0 0,0 0 0 0 0,0-1 0 0 0,0 0 0 0 0,15 2 0 0 0,-1-3 80 0 0,0 0 1 0 0,0-2-1 0 0,0 0 0 0 0,0-2 1 0 0,0 0-1 0 0,32-8 0 0 0,-36 4-69 0 0,1 0 0 0 0,-1-1 0 0 0,0 0 0 0 0,-1-2 0 0 0,29-17 0 0 0,6-14-6663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14.9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236 171 2761 0 0,'-74'15'2319'0'0,"41"-8"-135"0"0,-1-1 0 0 0,-61 3 0 0 0,165-18 614 0 0,-25 2-2298 0 0,470-89 2319 0 0,-379 57-2176 0 0,-93 24-382 0 0,1 2 0 0 0,1 3 0 0 0,56-7 0 0 0,-94 16-206 0 0,0 1-1 0 0,0 0 0 0 0,0 0 1 0 0,0 1-1 0 0,0-1 1 0 0,10 4-1 0 0,-16-4-90 0 0,0 0 0 0 0,0 1 0 0 0,0-1 0 0 0,0 1 0 0 0,0-1 0 0 0,0 1 0 0 0,0-1 0 0 0,0 1 0 0 0,0 0 0 0 0,0-1 0 0 0,-1 1 0 0 0,1 0 0 0 0,0 0 0 0 0,0 0 0 0 0,-1 0 0 0 0,1-1 0 0 0,0 1 0 0 0,0 2 0 0 0,-1-1-175 0 0,1-1 0 0 0,-1 1 0 0 0,0-1 1 0 0,0 1-1 0 0,0 0 0 0 0,0-1 0 0 0,0 1 1 0 0,-1-1-1 0 0,1 1 0 0 0,0 0 0 0 0,-1-1 1 0 0,1 1-1 0 0,-1-1 0 0 0,1 1 1 0 0,-1-1-1 0 0,0 1 0 0 0,-1 0 0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18.4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43 3681 0 0,'-3'-42'15519'0'0,"-5"63"-16283"0"0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19.0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91 55 3225 0 0,'-21'-19'585'0'0,"18"17"-40"0"0,0-1-1 0 0,0 1 1 0 0,1 0-1 0 0,-1 0 1 0 0,-1 1-1 0 0,1-1 1 0 0,0 1-1 0 0,0-1 1 0 0,0 1-1 0 0,-6-1 0 0 0,8 2-397 0 0,-1 1 0 0 0,1-1-1 0 0,0 1 1 0 0,0 0 0 0 0,-1-1-1 0 0,1 1 1 0 0,0 0 0 0 0,0 0-1 0 0,0 0 1 0 0,0 0 0 0 0,0 0-1 0 0,0 0 1 0 0,0 0 0 0 0,0 0-1 0 0,1 0 1 0 0,-1 0 0 0 0,0 1-1 0 0,1-1 1 0 0,-1 0 0 0 0,1 0-1 0 0,-1 1 1 0 0,1-1 0 0 0,-1 0-1 0 0,1 2 1 0 0,-8 35 270 0 0,7-21-411 0 0,1 0 0 0 0,1 0 0 0 0,1 0 0 0 0,1 0 0 0 0,0-1 0 0 0,1 1 0 0 0,1-1 0 0 0,0 0 0 0 0,1 0 0 0 0,1-1 0 0 0,0 1 0 0 0,1-1 0 0 0,1-1 0 0 0,0 0 0 0 0,15 17 0 0 0,-21-28-8 0 0,1 1 1 0 0,-1-1-1 0 0,1 0 0 0 0,0 0 1 0 0,0 0-1 0 0,1-1 0 0 0,-1 1 0 0 0,1-1 1 0 0,-1 0-1 0 0,1 0 0 0 0,0-1 1 0 0,-1 1-1 0 0,1-1 0 0 0,0 0 1 0 0,0 0-1 0 0,0-1 0 0 0,0 1 0 0 0,0-1 1 0 0,8-1-1 0 0,-9 1 70 0 0,-1-1-1 0 0,1 1 1 0 0,-1-1-1 0 0,1 0 1 0 0,0-1-1 0 0,-1 1 1 0 0,0 0-1 0 0,1-1 1 0 0,-1 0-1 0 0,0 0 1 0 0,0 0-1 0 0,0 0 0 0 0,0 0 1 0 0,0 0-1 0 0,0-1 1 0 0,-1 0-1 0 0,1 1 1 0 0,-1-1-1 0 0,0 0 1 0 0,0 0-1 0 0,0 0 1 0 0,0-1-1 0 0,0 1 1 0 0,-1 0-1 0 0,1-1 1 0 0,1-6-1 0 0,-2 4 64 0 0,-1 1-1 0 0,1-1 0 0 0,-1 1 1 0 0,0-1-1 0 0,-1 1 0 0 0,1-1 1 0 0,-1 1-1 0 0,0-1 1 0 0,-1 1-1 0 0,1 0 0 0 0,-1 0 1 0 0,0 0-1 0 0,-5-9 0 0 0,-5-8 727 0 0,-25-34-1 0 0,21 33-574 0 0,-56-76 161 0 0,37 61-2775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19.5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7 124 2304 0 0,'-1'-3'279'0'0,"0"-1"0"0"0,0 1-1 0 0,0-1 1 0 0,0 0-1 0 0,0 1 1 0 0,1-1 0 0 0,0 0-1 0 0,0 1 1 0 0,0-1-1 0 0,0 0 1 0 0,0 0 0 0 0,1 1-1 0 0,0-1 1 0 0,0 1-1 0 0,0-1 1 0 0,0 1 0 0 0,0-1-1 0 0,1 1 1 0 0,-1-1-1 0 0,1 1 1 0 0,0 0-1 0 0,0 0 1 0 0,0 0 0 0 0,1 0-1 0 0,-1 0 1 0 0,1 1-1 0 0,0-1 1 0 0,-1 1 0 0 0,1-1-1 0 0,0 1 1 0 0,0 0-1 0 0,1 0 1 0 0,-1 0 0 0 0,0 1-1 0 0,1-1 1 0 0,-1 1-1 0 0,0 0 1 0 0,7-2-1 0 0,-5 2-80 0 0,0-1-1 0 0,0 1 0 0 0,0-1 0 0 0,0 2 0 0 0,0-1 0 0 0,0 0 0 0 0,0 1 0 0 0,0 0 0 0 0,9 1 1 0 0,-12 0-169 0 0,0-1 0 0 0,0 1 0 0 0,0-1 1 0 0,-1 1-1 0 0,1 0 0 0 0,0 0 1 0 0,-1 0-1 0 0,1 0 0 0 0,-1 0 0 0 0,1 0 1 0 0,-1 1-1 0 0,1-1 0 0 0,-1 0 1 0 0,0 1-1 0 0,0-1 0 0 0,1 1 1 0 0,-1-1-1 0 0,0 1 0 0 0,-1 0 0 0 0,1-1 1 0 0,0 1-1 0 0,0 0 0 0 0,-1 0 1 0 0,1-1-1 0 0,-1 1 0 0 0,1 0 1 0 0,-1 0-1 0 0,0 0 0 0 0,0 2 0 0 0,3 35 52 0 0,-3 0 0 0 0,-4 42-1 0 0,-1 17 808 0 0,5-98-875 0 0,0 1 1 0 0,0-1-1 0 0,0 1 1 0 0,0-1-1 0 0,0 1 1 0 0,0-1-1 0 0,0 1 1 0 0,0-1-1 0 0,0 1 1 0 0,1 0-1 0 0,-1-1 1 0 0,0 1-1 0 0,0-1 1 0 0,0 0-1 0 0,1 1 0 0 0,-1-1 1 0 0,0 1-1 0 0,0-1 1 0 0,1 1-1 0 0,-1-1 1 0 0,0 1-1 0 0,1-1 1 0 0,-1 0-1 0 0,1 1 1 0 0,-1-1-1 0 0,0 0 1 0 0,1 1-1 0 0,-1-1 1 0 0,1 0-1 0 0,-1 0 0 0 0,1 0 1 0 0,-1 1-1 0 0,1-1 1 0 0,0 0-1 0 0,22-5 2 0 0,17-20-478 0 0,20-23-3753 0 0,-42 35-650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19.9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205 47 920 0 0,'-29'-17'4526'0'0,"22"13"-3270"0"0,0-1 0 0 0,-1 1 0 0 0,1 0 0 0 0,-1 1 0 0 0,0 0-1 0 0,-11-3 1 0 0,16 6-1124 0 0,1-1-1 0 0,-1 1 1 0 0,0 0-1 0 0,0 0 1 0 0,1 1-1 0 0,-1-1 1 0 0,0 1-1 0 0,1-1 0 0 0,-1 1 1 0 0,0 0-1 0 0,1 0 1 0 0,-1 0-1 0 0,1 0 1 0 0,-1 0-1 0 0,1 0 1 0 0,-1 1-1 0 0,1 0 1 0 0,0-1-1 0 0,0 1 0 0 0,0 0 1 0 0,0 0-1 0 0,0 0 1 0 0,0 0-1 0 0,-2 4 1 0 0,-2 4-128 0 0,-1 1 0 0 0,2 0 1 0 0,-1 0-1 0 0,1 0 0 0 0,1 1 1 0 0,0 0-1 0 0,1 0 0 0 0,0 0 1 0 0,1 0-1 0 0,0 0 0 0 0,1 1 1 0 0,1-1-1 0 0,0 0 0 0 0,0 1 0 0 0,1-1 1 0 0,1 0-1 0 0,0 1 0 0 0,4 12 1 0 0,-4-15-4 0 0,1-1 0 0 0,1 0 0 0 0,0 0 0 0 0,0 0 0 0 0,0 0 0 0 0,1-1 0 0 0,0 0 0 0 0,1 1 0 0 0,0-2 0 0 0,10 11 1 0 0,-11-13-2 0 0,0-1 0 0 0,1 1 0 0 0,0-2 0 0 0,-1 1 0 0 0,1 0 0 0 0,0-1 0 0 0,1 0 1 0 0,-1-1-1 0 0,0 1 0 0 0,1-1 0 0 0,0-1 0 0 0,-1 1 0 0 0,1-1 0 0 0,0 0 1 0 0,13 0-1 0 0,-12-1 91 0 0,1-1 1 0 0,0 0 0 0 0,0-1-1 0 0,15-4 1 0 0,-22 6-64 0 0,1-1-1 0 0,0 0 1 0 0,-1 0 0 0 0,1 0-1 0 0,0-1 1 0 0,-1 1 0 0 0,1 0-1 0 0,-1-1 1 0 0,0 0 0 0 0,1 1-1 0 0,-1-1 1 0 0,0 0 0 0 0,0 0 0 0 0,0 0-1 0 0,0-1 1 0 0,-1 1 0 0 0,1 0-1 0 0,1-4 1 0 0,-2 4 1 0 0,-1 0 0 0 0,0 1 0 0 0,0-1 0 0 0,0 1 0 0 0,0-1 0 0 0,0 1 0 0 0,0-1 0 0 0,0 1 0 0 0,0-1 1 0 0,-1 0-1 0 0,1 1 0 0 0,-1-1 0 0 0,1 1 0 0 0,-1-1 0 0 0,0 1 0 0 0,1 0 0 0 0,-1-1 0 0 0,0 1 0 0 0,0 0 0 0 0,0-1 0 0 0,0 1 0 0 0,0 0 0 0 0,0 0 0 0 0,0 0 0 0 0,-1 0 0 0 0,1 0 1 0 0,0 0-1 0 0,0 0 0 0 0,-1 1 0 0 0,1-1 0 0 0,-1 0 0 0 0,1 1 0 0 0,-1-1 0 0 0,-2 0 0 0 0,-3-2 2 0 0,0 1 1 0 0,0 0 0 0 0,0 0-1 0 0,-1 1 1 0 0,1 0-1 0 0,-9 0 1 0 0,0 2-886 0 0,0 0 1 0 0,0 2-1 0 0,-26 6 1 0 0,21-3-5189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20.4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130 64 456 0 0,'-49'23'1312'0'0,"38"-20"-92"0"0,0 0 1 0 0,0 0-1 0 0,0-1 0 0 0,0 0 1 0 0,-15-1 1198 0 0,72-19 1694 0 0,173-41-92 0 0,-69 37-9492 0 0,-124 20-95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23.5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32 3225 0 0,'-1'-3'830'0'0,"0"1"0"0"0,-1 0 0 0 0,1-1 0 0 0,0 1 0 0 0,-1 0 0 0 0,0 0 0 0 0,1 0 0 0 0,-1 0 0 0 0,0 0 0 0 0,0 0 0 0 0,0 1 0 0 0,0-1 0 0 0,-4-1 0 0 0,6 2-696 0 0,-1 1 0 0 0,1 0 0 0 0,-1 0 1 0 0,0 0-1 0 0,1 0 0 0 0,-1 0 0 0 0,0-1 0 0 0,1 1 1 0 0,-1 0-1 0 0,0 0 0 0 0,1 1 0 0 0,-1-1 0 0 0,0 0 1 0 0,1 0-1 0 0,-1 0 0 0 0,1 0 0 0 0,-1 0 0 0 0,0 1 1 0 0,0 0-1 0 0,-11 15-6095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24.1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66 2761 0 0,'-10'4'4762'0'0,"13"-3"-4598"0"0,-1-1 1 0 0,1 0-1 0 0,-1 0 1 0 0,0 0 0 0 0,1 0-1 0 0,-1 0 1 0 0,0-1 0 0 0,1 1-1 0 0,-1 0 1 0 0,0-1-1 0 0,3-1 1 0 0,46-21 910 0 0,-39 16-614 0 0,2 1 0 0 0,-1 0-1 0 0,1 1 1 0 0,0 0 0 0 0,0 1 0 0 0,0 0-1 0 0,28-2 1 0 0,-40 6-437 0 0,0 0 0 0 0,0 1 0 0 0,-1-1 0 0 0,1 0 0 0 0,0 1 0 0 0,0 0 0 0 0,0-1 0 0 0,0 1-1 0 0,-1 0 1 0 0,1 0 0 0 0,0 0 0 0 0,0 0 0 0 0,-1 0 0 0 0,1 0 0 0 0,-1 1 0 0 0,1-1 0 0 0,-1 0 0 0 0,0 1 0 0 0,0-1 0 0 0,1 1 0 0 0,-1 0 0 0 0,0-1 0 0 0,0 1-1 0 0,0 0 1 0 0,-1 0 0 0 0,1-1 0 0 0,0 1 0 0 0,-1 0 0 0 0,1 3 0 0 0,2 8 280 0 0,0 1 0 0 0,-1 0-1 0 0,0 19 1 0 0,2 6 82 0 0,19 66 814 0 0,15 93-31 0 0,-34-175-1456 0 0,4 32-260 0 0,0-19-5649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24.6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125 110 1376 0 0,'-22'-28'13012'0'0,"22"28"-12959"0"0,0 0-1 0 0,0-1 1 0 0,1 1 0 0 0,-1 0-1 0 0,0 0 1 0 0,0-1 0 0 0,0 1-1 0 0,0 0 1 0 0,0 0-1 0 0,0 0 1 0 0,1-1 0 0 0,-1 1-1 0 0,0 0 1 0 0,0 0-1 0 0,0 0 1 0 0,0-1 0 0 0,1 1-1 0 0,-1 0 1 0 0,0 0-1 0 0,0 0 1 0 0,1 0 0 0 0,-1 0-1 0 0,0 0 1 0 0,0-1 0 0 0,0 1-1 0 0,1 0 1 0 0,-1 0-1 0 0,0 0 1 0 0,1 0 0 0 0,-1 0-1 0 0,0 0 1 0 0,0 0-1 0 0,1 0 1 0 0,-1 0 0 0 0,0 0-1 0 0,0 0 1 0 0,1 0 0 0 0,-1 0-142 0 0,-1 9-3071 0 0,1-7 3167 0 0,-1-1 0 0 0,1 1 0 0 0,-1-1 0 0 0,1 1 0 0 0,-1-1 0 0 0,0 0 0 0 0,0 1 0 0 0,1-1-1 0 0,-1 0 1 0 0,0 1 0 0 0,0-1 0 0 0,0 0 0 0 0,-1 0 0 0 0,1 0 0 0 0,-2 2 0 0 0,-33 16 485 0 0,-2 0-471 0 0,38-22 602 0 0,0-1 0 0 0,0 1 1 0 0,-1-1-1 0 0,1 1 0 0 0,-1-1 0 0 0,1 1 1 0 0,-1 0-1 0 0,-2-7 0 0 0,-5 4-550 0 0,1 0 262 0 0,16 1-8 0 0,5-1-262 0 0,32-12-629 0 0,1 2 0 0 0,0 1 0 0 0,2 3 0 0 0,70-8 0 0 0,-80 14-5746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27.9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69 36 2761 0 0,'-69'-5'10526'0'0,"96"4"-8160"0"0,-1-2 0 0 0,34-8 0 0 0,-31 5-1616 0 0,59-4-1 0 0,-78 10-744 0 0,-1 0 0 0 0,1 1 0 0 0,-1 0-1 0 0,0 0 1 0 0,0 1 0 0 0,1 0 0 0 0,-1 1-1 0 0,-1 0 1 0 0,1 0 0 0 0,13 8 0 0 0,-8-1-2855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28.3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37 4145 0 0,'-18'-36'12487'0'0,"25"92"-6916"0"0,17 35-5280 0 0,-3-17-244 0 0,-11-33-128 0 0,2 7-164 0 0,-2 1 0 0 0,5 66 0 0 0,-14-107-863 0 0,-1-1 0 0 0,-1 1-1 0 0,0 0 1 0 0,0 0 0 0 0,0-1 0 0 0,-1 1 0 0 0,-5 13 0 0 0,-4 8-3542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16:26:28.9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6 6913 0 0,'-41'-5'11176'0'0,"64"20"-10462"0"0,0 2-1 0 0,-1 1 1 0 0,0 0 0 0 0,28 34-1 0 0,-18-15-655 0 0,49 74 0 0 0,-57-70-54 0 0,-2 0 1 0 0,-2 2-1 0 0,-1 0 1 0 0,13 51-1 0 0,33 187-70 0 0,-64-275 52 0 0,9 47-84 0 0,-3 1 0 0 0,1 84 0 0 0,-8-122-38 0 0,-1 0-1 0 0,-1 0 0 0 0,0 0 0 0 0,-1 0 1 0 0,-1-1-1 0 0,0 1 0 0 0,-1-1 0 0 0,-1 0 1 0 0,0 0-1 0 0,-1-1 0 0 0,-1 0 0 0 0,0 0 1 0 0,-12 15-1 0 0,-14 8-1690 0 0,-4 1-4627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9/24/2025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507CDC32-7118-F327-10D8-684D0987D38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B28EC842-D04A-6575-9ECB-6E83323114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72D6B511-309B-7D14-69BB-3F390774C64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57200" y="722313"/>
            <a:ext cx="6400800" cy="3600450"/>
          </a:xfrm>
          <a:ln/>
        </p:spPr>
      </p:sp>
      <p:sp>
        <p:nvSpPr>
          <p:cNvPr id="31747" name="Rectangle 3">
            <a:extLst>
              <a:ext uri="{FF2B5EF4-FFF2-40B4-BE49-F238E27FC236}">
                <a16:creationId xmlns:a16="http://schemas.microsoft.com/office/drawing/2014/main" id="{76F6CFB7-B225-CCC6-93EE-56F4A221C6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>
            <a:extLst>
              <a:ext uri="{FF2B5EF4-FFF2-40B4-BE49-F238E27FC236}">
                <a16:creationId xmlns:a16="http://schemas.microsoft.com/office/drawing/2014/main" id="{49FB0FE7-85F9-6C05-CB54-6AE75BAC6AD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3" name="Rectangle 3">
            <a:extLst>
              <a:ext uri="{FF2B5EF4-FFF2-40B4-BE49-F238E27FC236}">
                <a16:creationId xmlns:a16="http://schemas.microsoft.com/office/drawing/2014/main" id="{B427E330-B7A4-32F7-DE96-8F59E3C9C09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DDE795-76F5-ED47-7388-A43F4A8F6B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1D51B-644D-5959-8FB4-EE9694CB61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09CD9926-94D6-4100-8273-E75A6AC34B12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83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096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914400" y="1981200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6197600" y="1981200"/>
            <a:ext cx="5080000" cy="4114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41842-D2A5-F130-2BA9-799E4CA55C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B81121-7AF5-23CE-D373-C0E5C79B7D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7DA6A130-848D-4112-B760-C0CE2DB21B00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3987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096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idx="1"/>
          </p:nvPr>
        </p:nvSpPr>
        <p:spPr>
          <a:xfrm>
            <a:off x="914400" y="1981200"/>
            <a:ext cx="10363200" cy="4114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0DF6A4-83B8-305E-071A-397D26DCA81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373ED5-FC4E-3119-0090-CBD6314335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32EED685-F88C-4A75-8BBC-E74E7252C62D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814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dgm">
  <p:cSld name="Title and Diagram or Organizatio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096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martArt Placeholder 2"/>
          <p:cNvSpPr>
            <a:spLocks noGrp="1"/>
          </p:cNvSpPr>
          <p:nvPr>
            <p:ph type="dgm" idx="1"/>
          </p:nvPr>
        </p:nvSpPr>
        <p:spPr>
          <a:xfrm>
            <a:off x="914400" y="1981200"/>
            <a:ext cx="10363200" cy="4114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A84ACC-E3D7-3008-A7D7-066A6B7BF7A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1D16F4-18FC-2328-6BEE-8F191A9CB7F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C1EC1E37-5732-4C54-ADCF-A9A2A96640D9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11470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_VMYPLXnd7E?feature=oembed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4.png"/><Relationship Id="rId42" Type="http://schemas.openxmlformats.org/officeDocument/2006/relationships/customXml" Target="../ink/ink21.xml"/><Relationship Id="rId47" Type="http://schemas.openxmlformats.org/officeDocument/2006/relationships/image" Target="../media/image27.png"/><Relationship Id="rId63" Type="http://schemas.openxmlformats.org/officeDocument/2006/relationships/image" Target="../media/image35.png"/><Relationship Id="rId68" Type="http://schemas.openxmlformats.org/officeDocument/2006/relationships/customXml" Target="../ink/ink34.xml"/><Relationship Id="rId16" Type="http://schemas.openxmlformats.org/officeDocument/2006/relationships/customXml" Target="../ink/ink8.xml"/><Relationship Id="rId11" Type="http://schemas.openxmlformats.org/officeDocument/2006/relationships/image" Target="../media/image9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22.png"/><Relationship Id="rId40" Type="http://schemas.openxmlformats.org/officeDocument/2006/relationships/customXml" Target="../ink/ink20.xml"/><Relationship Id="rId45" Type="http://schemas.openxmlformats.org/officeDocument/2006/relationships/image" Target="../media/image26.png"/><Relationship Id="rId53" Type="http://schemas.openxmlformats.org/officeDocument/2006/relationships/image" Target="../media/image30.png"/><Relationship Id="rId58" Type="http://schemas.openxmlformats.org/officeDocument/2006/relationships/customXml" Target="../ink/ink29.xml"/><Relationship Id="rId66" Type="http://schemas.openxmlformats.org/officeDocument/2006/relationships/customXml" Target="../ink/ink33.xml"/><Relationship Id="rId74" Type="http://schemas.openxmlformats.org/officeDocument/2006/relationships/customXml" Target="../ink/ink37.xml"/><Relationship Id="rId5" Type="http://schemas.openxmlformats.org/officeDocument/2006/relationships/image" Target="../media/image6.png"/><Relationship Id="rId61" Type="http://schemas.openxmlformats.org/officeDocument/2006/relationships/image" Target="../media/image34.png"/><Relationship Id="rId19" Type="http://schemas.openxmlformats.org/officeDocument/2006/relationships/image" Target="../media/image13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7.png"/><Relationship Id="rId30" Type="http://schemas.openxmlformats.org/officeDocument/2006/relationships/customXml" Target="../ink/ink15.xml"/><Relationship Id="rId35" Type="http://schemas.openxmlformats.org/officeDocument/2006/relationships/image" Target="../media/image21.png"/><Relationship Id="rId43" Type="http://schemas.openxmlformats.org/officeDocument/2006/relationships/image" Target="../media/image25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69" Type="http://schemas.openxmlformats.org/officeDocument/2006/relationships/image" Target="../media/image38.png"/><Relationship Id="rId77" Type="http://schemas.openxmlformats.org/officeDocument/2006/relationships/image" Target="../media/image42.png"/><Relationship Id="rId8" Type="http://schemas.openxmlformats.org/officeDocument/2006/relationships/customXml" Target="../ink/ink4.xml"/><Relationship Id="rId51" Type="http://schemas.openxmlformats.org/officeDocument/2006/relationships/image" Target="../media/image29.png"/><Relationship Id="rId72" Type="http://schemas.openxmlformats.org/officeDocument/2006/relationships/customXml" Target="../ink/ink36.xml"/><Relationship Id="rId3" Type="http://schemas.openxmlformats.org/officeDocument/2006/relationships/image" Target="../media/image5.png"/><Relationship Id="rId12" Type="http://schemas.openxmlformats.org/officeDocument/2006/relationships/customXml" Target="../ink/ink6.xml"/><Relationship Id="rId17" Type="http://schemas.openxmlformats.org/officeDocument/2006/relationships/image" Target="../media/image12.png"/><Relationship Id="rId25" Type="http://schemas.openxmlformats.org/officeDocument/2006/relationships/image" Target="../media/image16.png"/><Relationship Id="rId33" Type="http://schemas.openxmlformats.org/officeDocument/2006/relationships/image" Target="../media/image20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3.png"/><Relationship Id="rId67" Type="http://schemas.openxmlformats.org/officeDocument/2006/relationships/image" Target="../media/image37.png"/><Relationship Id="rId20" Type="http://schemas.openxmlformats.org/officeDocument/2006/relationships/customXml" Target="../ink/ink10.xml"/><Relationship Id="rId41" Type="http://schemas.openxmlformats.org/officeDocument/2006/relationships/image" Target="../media/image24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5.xml"/><Relationship Id="rId75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5" Type="http://schemas.openxmlformats.org/officeDocument/2006/relationships/image" Target="../media/image11.png"/><Relationship Id="rId23" Type="http://schemas.openxmlformats.org/officeDocument/2006/relationships/image" Target="../media/image15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8.png"/><Relationship Id="rId57" Type="http://schemas.openxmlformats.org/officeDocument/2006/relationships/image" Target="../media/image32.png"/><Relationship Id="rId10" Type="http://schemas.openxmlformats.org/officeDocument/2006/relationships/customXml" Target="../ink/ink5.xml"/><Relationship Id="rId31" Type="http://schemas.openxmlformats.org/officeDocument/2006/relationships/image" Target="../media/image19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6.png"/><Relationship Id="rId73" Type="http://schemas.openxmlformats.org/officeDocument/2006/relationships/image" Target="../media/image40.png"/><Relationship Id="rId4" Type="http://schemas.openxmlformats.org/officeDocument/2006/relationships/customXml" Target="../ink/ink2.xml"/><Relationship Id="rId9" Type="http://schemas.openxmlformats.org/officeDocument/2006/relationships/image" Target="../media/image8.png"/><Relationship Id="rId13" Type="http://schemas.openxmlformats.org/officeDocument/2006/relationships/image" Target="../media/image10.png"/><Relationship Id="rId18" Type="http://schemas.openxmlformats.org/officeDocument/2006/relationships/customXml" Target="../ink/ink9.xml"/><Relationship Id="rId39" Type="http://schemas.openxmlformats.org/officeDocument/2006/relationships/image" Target="../media/image23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31.png"/><Relationship Id="rId76" Type="http://schemas.openxmlformats.org/officeDocument/2006/relationships/customXml" Target="../ink/ink38.xml"/><Relationship Id="rId7" Type="http://schemas.openxmlformats.org/officeDocument/2006/relationships/image" Target="../media/image7.png"/><Relationship Id="rId71" Type="http://schemas.openxmlformats.org/officeDocument/2006/relationships/image" Target="../media/image39.png"/><Relationship Id="rId2" Type="http://schemas.openxmlformats.org/officeDocument/2006/relationships/customXml" Target="../ink/ink1.xml"/><Relationship Id="rId29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96.xml"/><Relationship Id="rId21" Type="http://schemas.openxmlformats.org/officeDocument/2006/relationships/customXml" Target="../ink/ink48.xml"/><Relationship Id="rId42" Type="http://schemas.openxmlformats.org/officeDocument/2006/relationships/image" Target="../media/image63.png"/><Relationship Id="rId63" Type="http://schemas.openxmlformats.org/officeDocument/2006/relationships/customXml" Target="../ink/ink69.xml"/><Relationship Id="rId84" Type="http://schemas.openxmlformats.org/officeDocument/2006/relationships/image" Target="../media/image84.png"/><Relationship Id="rId138" Type="http://schemas.openxmlformats.org/officeDocument/2006/relationships/image" Target="../media/image111.png"/><Relationship Id="rId107" Type="http://schemas.openxmlformats.org/officeDocument/2006/relationships/customXml" Target="../ink/ink91.xml"/><Relationship Id="rId11" Type="http://schemas.openxmlformats.org/officeDocument/2006/relationships/customXml" Target="../ink/ink43.xml"/><Relationship Id="rId32" Type="http://schemas.openxmlformats.org/officeDocument/2006/relationships/image" Target="../media/image58.png"/><Relationship Id="rId53" Type="http://schemas.openxmlformats.org/officeDocument/2006/relationships/customXml" Target="../ink/ink64.xml"/><Relationship Id="rId74" Type="http://schemas.openxmlformats.org/officeDocument/2006/relationships/image" Target="../media/image79.png"/><Relationship Id="rId128" Type="http://schemas.openxmlformats.org/officeDocument/2006/relationships/image" Target="../media/image106.png"/><Relationship Id="rId149" Type="http://schemas.openxmlformats.org/officeDocument/2006/relationships/customXml" Target="../ink/ink112.xml"/><Relationship Id="rId5" Type="http://schemas.openxmlformats.org/officeDocument/2006/relationships/customXml" Target="../ink/ink40.xml"/><Relationship Id="rId95" Type="http://schemas.openxmlformats.org/officeDocument/2006/relationships/customXml" Target="../ink/ink85.xml"/><Relationship Id="rId22" Type="http://schemas.openxmlformats.org/officeDocument/2006/relationships/image" Target="../media/image53.png"/><Relationship Id="rId27" Type="http://schemas.openxmlformats.org/officeDocument/2006/relationships/customXml" Target="../ink/ink51.xml"/><Relationship Id="rId43" Type="http://schemas.openxmlformats.org/officeDocument/2006/relationships/customXml" Target="../ink/ink59.xml"/><Relationship Id="rId48" Type="http://schemas.openxmlformats.org/officeDocument/2006/relationships/image" Target="../media/image66.png"/><Relationship Id="rId64" Type="http://schemas.openxmlformats.org/officeDocument/2006/relationships/image" Target="../media/image74.png"/><Relationship Id="rId69" Type="http://schemas.openxmlformats.org/officeDocument/2006/relationships/customXml" Target="../ink/ink72.xml"/><Relationship Id="rId113" Type="http://schemas.openxmlformats.org/officeDocument/2006/relationships/customXml" Target="../ink/ink94.xml"/><Relationship Id="rId118" Type="http://schemas.openxmlformats.org/officeDocument/2006/relationships/image" Target="../media/image101.png"/><Relationship Id="rId134" Type="http://schemas.openxmlformats.org/officeDocument/2006/relationships/image" Target="../media/image109.png"/><Relationship Id="rId139" Type="http://schemas.openxmlformats.org/officeDocument/2006/relationships/customXml" Target="../ink/ink107.xml"/><Relationship Id="rId80" Type="http://schemas.openxmlformats.org/officeDocument/2006/relationships/image" Target="../media/image82.png"/><Relationship Id="rId85" Type="http://schemas.openxmlformats.org/officeDocument/2006/relationships/customXml" Target="../ink/ink80.xml"/><Relationship Id="rId150" Type="http://schemas.openxmlformats.org/officeDocument/2006/relationships/image" Target="../media/image117.png"/><Relationship Id="rId155" Type="http://schemas.openxmlformats.org/officeDocument/2006/relationships/customXml" Target="../ink/ink115.xml"/><Relationship Id="rId12" Type="http://schemas.openxmlformats.org/officeDocument/2006/relationships/image" Target="../media/image48.png"/><Relationship Id="rId17" Type="http://schemas.openxmlformats.org/officeDocument/2006/relationships/customXml" Target="../ink/ink46.xml"/><Relationship Id="rId33" Type="http://schemas.openxmlformats.org/officeDocument/2006/relationships/customXml" Target="../ink/ink54.xml"/><Relationship Id="rId38" Type="http://schemas.openxmlformats.org/officeDocument/2006/relationships/image" Target="../media/image61.png"/><Relationship Id="rId59" Type="http://schemas.openxmlformats.org/officeDocument/2006/relationships/customXml" Target="../ink/ink67.xml"/><Relationship Id="rId103" Type="http://schemas.openxmlformats.org/officeDocument/2006/relationships/customXml" Target="../ink/ink89.xml"/><Relationship Id="rId108" Type="http://schemas.openxmlformats.org/officeDocument/2006/relationships/image" Target="../media/image96.png"/><Relationship Id="rId124" Type="http://schemas.openxmlformats.org/officeDocument/2006/relationships/image" Target="../media/image104.png"/><Relationship Id="rId129" Type="http://schemas.openxmlformats.org/officeDocument/2006/relationships/customXml" Target="../ink/ink102.xml"/><Relationship Id="rId54" Type="http://schemas.openxmlformats.org/officeDocument/2006/relationships/image" Target="../media/image69.png"/><Relationship Id="rId70" Type="http://schemas.openxmlformats.org/officeDocument/2006/relationships/image" Target="../media/image77.png"/><Relationship Id="rId75" Type="http://schemas.openxmlformats.org/officeDocument/2006/relationships/customXml" Target="../ink/ink75.xml"/><Relationship Id="rId91" Type="http://schemas.openxmlformats.org/officeDocument/2006/relationships/customXml" Target="../ink/ink83.xml"/><Relationship Id="rId96" Type="http://schemas.openxmlformats.org/officeDocument/2006/relationships/image" Target="../media/image90.png"/><Relationship Id="rId140" Type="http://schemas.openxmlformats.org/officeDocument/2006/relationships/image" Target="../media/image112.png"/><Relationship Id="rId145" Type="http://schemas.openxmlformats.org/officeDocument/2006/relationships/customXml" Target="../ink/ink1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23" Type="http://schemas.openxmlformats.org/officeDocument/2006/relationships/customXml" Target="../ink/ink49.xml"/><Relationship Id="rId28" Type="http://schemas.openxmlformats.org/officeDocument/2006/relationships/image" Target="../media/image56.png"/><Relationship Id="rId49" Type="http://schemas.openxmlformats.org/officeDocument/2006/relationships/customXml" Target="../ink/ink62.xml"/><Relationship Id="rId114" Type="http://schemas.openxmlformats.org/officeDocument/2006/relationships/image" Target="../media/image99.png"/><Relationship Id="rId119" Type="http://schemas.openxmlformats.org/officeDocument/2006/relationships/customXml" Target="../ink/ink97.xml"/><Relationship Id="rId44" Type="http://schemas.openxmlformats.org/officeDocument/2006/relationships/image" Target="../media/image64.png"/><Relationship Id="rId60" Type="http://schemas.openxmlformats.org/officeDocument/2006/relationships/image" Target="../media/image72.png"/><Relationship Id="rId65" Type="http://schemas.openxmlformats.org/officeDocument/2006/relationships/customXml" Target="../ink/ink70.xml"/><Relationship Id="rId81" Type="http://schemas.openxmlformats.org/officeDocument/2006/relationships/customXml" Target="../ink/ink78.xml"/><Relationship Id="rId86" Type="http://schemas.openxmlformats.org/officeDocument/2006/relationships/image" Target="../media/image85.png"/><Relationship Id="rId130" Type="http://schemas.openxmlformats.org/officeDocument/2006/relationships/image" Target="../media/image107.png"/><Relationship Id="rId135" Type="http://schemas.openxmlformats.org/officeDocument/2006/relationships/customXml" Target="../ink/ink105.xml"/><Relationship Id="rId151" Type="http://schemas.openxmlformats.org/officeDocument/2006/relationships/customXml" Target="../ink/ink113.xml"/><Relationship Id="rId156" Type="http://schemas.openxmlformats.org/officeDocument/2006/relationships/image" Target="../media/image120.png"/><Relationship Id="rId13" Type="http://schemas.openxmlformats.org/officeDocument/2006/relationships/customXml" Target="../ink/ink44.xml"/><Relationship Id="rId18" Type="http://schemas.openxmlformats.org/officeDocument/2006/relationships/image" Target="../media/image51.png"/><Relationship Id="rId39" Type="http://schemas.openxmlformats.org/officeDocument/2006/relationships/customXml" Target="../ink/ink57.xml"/><Relationship Id="rId109" Type="http://schemas.openxmlformats.org/officeDocument/2006/relationships/customXml" Target="../ink/ink92.xml"/><Relationship Id="rId34" Type="http://schemas.openxmlformats.org/officeDocument/2006/relationships/image" Target="../media/image59.png"/><Relationship Id="rId50" Type="http://schemas.openxmlformats.org/officeDocument/2006/relationships/image" Target="../media/image67.png"/><Relationship Id="rId55" Type="http://schemas.openxmlformats.org/officeDocument/2006/relationships/customXml" Target="../ink/ink65.xml"/><Relationship Id="rId76" Type="http://schemas.openxmlformats.org/officeDocument/2006/relationships/image" Target="../media/image80.png"/><Relationship Id="rId97" Type="http://schemas.openxmlformats.org/officeDocument/2006/relationships/customXml" Target="../ink/ink86.xml"/><Relationship Id="rId104" Type="http://schemas.openxmlformats.org/officeDocument/2006/relationships/image" Target="../media/image94.png"/><Relationship Id="rId120" Type="http://schemas.openxmlformats.org/officeDocument/2006/relationships/image" Target="../media/image102.png"/><Relationship Id="rId125" Type="http://schemas.openxmlformats.org/officeDocument/2006/relationships/customXml" Target="../ink/ink100.xml"/><Relationship Id="rId141" Type="http://schemas.openxmlformats.org/officeDocument/2006/relationships/customXml" Target="../ink/ink108.xml"/><Relationship Id="rId146" Type="http://schemas.openxmlformats.org/officeDocument/2006/relationships/image" Target="../media/image115.png"/><Relationship Id="rId7" Type="http://schemas.openxmlformats.org/officeDocument/2006/relationships/customXml" Target="../ink/ink41.xml"/><Relationship Id="rId71" Type="http://schemas.openxmlformats.org/officeDocument/2006/relationships/customXml" Target="../ink/ink73.xml"/><Relationship Id="rId92" Type="http://schemas.openxmlformats.org/officeDocument/2006/relationships/image" Target="../media/image88.png"/><Relationship Id="rId2" Type="http://schemas.openxmlformats.org/officeDocument/2006/relationships/image" Target="../media/image43.png"/><Relationship Id="rId29" Type="http://schemas.openxmlformats.org/officeDocument/2006/relationships/customXml" Target="../ink/ink52.xml"/><Relationship Id="rId24" Type="http://schemas.openxmlformats.org/officeDocument/2006/relationships/image" Target="../media/image54.png"/><Relationship Id="rId40" Type="http://schemas.openxmlformats.org/officeDocument/2006/relationships/image" Target="../media/image62.png"/><Relationship Id="rId45" Type="http://schemas.openxmlformats.org/officeDocument/2006/relationships/customXml" Target="../ink/ink60.xml"/><Relationship Id="rId66" Type="http://schemas.openxmlformats.org/officeDocument/2006/relationships/image" Target="../media/image75.png"/><Relationship Id="rId87" Type="http://schemas.openxmlformats.org/officeDocument/2006/relationships/customXml" Target="../ink/ink81.xml"/><Relationship Id="rId110" Type="http://schemas.openxmlformats.org/officeDocument/2006/relationships/image" Target="../media/image97.png"/><Relationship Id="rId115" Type="http://schemas.openxmlformats.org/officeDocument/2006/relationships/customXml" Target="../ink/ink95.xml"/><Relationship Id="rId131" Type="http://schemas.openxmlformats.org/officeDocument/2006/relationships/customXml" Target="../ink/ink103.xml"/><Relationship Id="rId136" Type="http://schemas.openxmlformats.org/officeDocument/2006/relationships/image" Target="../media/image110.png"/><Relationship Id="rId61" Type="http://schemas.openxmlformats.org/officeDocument/2006/relationships/customXml" Target="../ink/ink68.xml"/><Relationship Id="rId82" Type="http://schemas.openxmlformats.org/officeDocument/2006/relationships/image" Target="../media/image83.png"/><Relationship Id="rId152" Type="http://schemas.openxmlformats.org/officeDocument/2006/relationships/image" Target="../media/image118.png"/><Relationship Id="rId19" Type="http://schemas.openxmlformats.org/officeDocument/2006/relationships/customXml" Target="../ink/ink47.xml"/><Relationship Id="rId14" Type="http://schemas.openxmlformats.org/officeDocument/2006/relationships/image" Target="../media/image49.png"/><Relationship Id="rId30" Type="http://schemas.openxmlformats.org/officeDocument/2006/relationships/image" Target="../media/image57.png"/><Relationship Id="rId35" Type="http://schemas.openxmlformats.org/officeDocument/2006/relationships/customXml" Target="../ink/ink55.xml"/><Relationship Id="rId56" Type="http://schemas.openxmlformats.org/officeDocument/2006/relationships/image" Target="../media/image70.png"/><Relationship Id="rId77" Type="http://schemas.openxmlformats.org/officeDocument/2006/relationships/customXml" Target="../ink/ink76.xml"/><Relationship Id="rId100" Type="http://schemas.openxmlformats.org/officeDocument/2006/relationships/image" Target="../media/image92.png"/><Relationship Id="rId105" Type="http://schemas.openxmlformats.org/officeDocument/2006/relationships/customXml" Target="../ink/ink90.xml"/><Relationship Id="rId126" Type="http://schemas.openxmlformats.org/officeDocument/2006/relationships/image" Target="../media/image105.png"/><Relationship Id="rId147" Type="http://schemas.openxmlformats.org/officeDocument/2006/relationships/customXml" Target="../ink/ink111.xml"/><Relationship Id="rId8" Type="http://schemas.openxmlformats.org/officeDocument/2006/relationships/image" Target="../media/image46.png"/><Relationship Id="rId51" Type="http://schemas.openxmlformats.org/officeDocument/2006/relationships/customXml" Target="../ink/ink63.xml"/><Relationship Id="rId72" Type="http://schemas.openxmlformats.org/officeDocument/2006/relationships/image" Target="../media/image78.png"/><Relationship Id="rId93" Type="http://schemas.openxmlformats.org/officeDocument/2006/relationships/customXml" Target="../ink/ink84.xml"/><Relationship Id="rId98" Type="http://schemas.openxmlformats.org/officeDocument/2006/relationships/image" Target="../media/image91.png"/><Relationship Id="rId121" Type="http://schemas.openxmlformats.org/officeDocument/2006/relationships/customXml" Target="../ink/ink98.xml"/><Relationship Id="rId142" Type="http://schemas.openxmlformats.org/officeDocument/2006/relationships/image" Target="../media/image113.png"/><Relationship Id="rId3" Type="http://schemas.openxmlformats.org/officeDocument/2006/relationships/customXml" Target="../ink/ink39.xml"/><Relationship Id="rId25" Type="http://schemas.openxmlformats.org/officeDocument/2006/relationships/customXml" Target="../ink/ink50.xml"/><Relationship Id="rId46" Type="http://schemas.openxmlformats.org/officeDocument/2006/relationships/image" Target="../media/image65.png"/><Relationship Id="rId67" Type="http://schemas.openxmlformats.org/officeDocument/2006/relationships/customXml" Target="../ink/ink71.xml"/><Relationship Id="rId116" Type="http://schemas.openxmlformats.org/officeDocument/2006/relationships/image" Target="../media/image100.png"/><Relationship Id="rId137" Type="http://schemas.openxmlformats.org/officeDocument/2006/relationships/customXml" Target="../ink/ink106.xml"/><Relationship Id="rId20" Type="http://schemas.openxmlformats.org/officeDocument/2006/relationships/image" Target="../media/image52.png"/><Relationship Id="rId41" Type="http://schemas.openxmlformats.org/officeDocument/2006/relationships/customXml" Target="../ink/ink58.xml"/><Relationship Id="rId62" Type="http://schemas.openxmlformats.org/officeDocument/2006/relationships/image" Target="../media/image73.png"/><Relationship Id="rId83" Type="http://schemas.openxmlformats.org/officeDocument/2006/relationships/customXml" Target="../ink/ink79.xml"/><Relationship Id="rId88" Type="http://schemas.openxmlformats.org/officeDocument/2006/relationships/image" Target="../media/image86.png"/><Relationship Id="rId111" Type="http://schemas.openxmlformats.org/officeDocument/2006/relationships/customXml" Target="../ink/ink93.xml"/><Relationship Id="rId132" Type="http://schemas.openxmlformats.org/officeDocument/2006/relationships/image" Target="../media/image108.png"/><Relationship Id="rId153" Type="http://schemas.openxmlformats.org/officeDocument/2006/relationships/customXml" Target="../ink/ink114.xml"/><Relationship Id="rId15" Type="http://schemas.openxmlformats.org/officeDocument/2006/relationships/customXml" Target="../ink/ink45.xml"/><Relationship Id="rId36" Type="http://schemas.openxmlformats.org/officeDocument/2006/relationships/image" Target="../media/image60.png"/><Relationship Id="rId57" Type="http://schemas.openxmlformats.org/officeDocument/2006/relationships/customXml" Target="../ink/ink66.xml"/><Relationship Id="rId106" Type="http://schemas.openxmlformats.org/officeDocument/2006/relationships/image" Target="../media/image95.png"/><Relationship Id="rId127" Type="http://schemas.openxmlformats.org/officeDocument/2006/relationships/customXml" Target="../ink/ink101.xml"/><Relationship Id="rId10" Type="http://schemas.openxmlformats.org/officeDocument/2006/relationships/image" Target="../media/image47.png"/><Relationship Id="rId31" Type="http://schemas.openxmlformats.org/officeDocument/2006/relationships/customXml" Target="../ink/ink53.xml"/><Relationship Id="rId52" Type="http://schemas.openxmlformats.org/officeDocument/2006/relationships/image" Target="../media/image68.png"/><Relationship Id="rId73" Type="http://schemas.openxmlformats.org/officeDocument/2006/relationships/customXml" Target="../ink/ink74.xml"/><Relationship Id="rId78" Type="http://schemas.openxmlformats.org/officeDocument/2006/relationships/image" Target="../media/image81.png"/><Relationship Id="rId94" Type="http://schemas.openxmlformats.org/officeDocument/2006/relationships/image" Target="../media/image89.png"/><Relationship Id="rId99" Type="http://schemas.openxmlformats.org/officeDocument/2006/relationships/customXml" Target="../ink/ink87.xml"/><Relationship Id="rId101" Type="http://schemas.openxmlformats.org/officeDocument/2006/relationships/customXml" Target="../ink/ink88.xml"/><Relationship Id="rId122" Type="http://schemas.openxmlformats.org/officeDocument/2006/relationships/image" Target="../media/image103.png"/><Relationship Id="rId143" Type="http://schemas.openxmlformats.org/officeDocument/2006/relationships/customXml" Target="../ink/ink109.xml"/><Relationship Id="rId148" Type="http://schemas.openxmlformats.org/officeDocument/2006/relationships/image" Target="../media/image116.png"/><Relationship Id="rId4" Type="http://schemas.openxmlformats.org/officeDocument/2006/relationships/image" Target="../media/image44.png"/><Relationship Id="rId9" Type="http://schemas.openxmlformats.org/officeDocument/2006/relationships/customXml" Target="../ink/ink42.xml"/><Relationship Id="rId26" Type="http://schemas.openxmlformats.org/officeDocument/2006/relationships/image" Target="../media/image55.png"/><Relationship Id="rId47" Type="http://schemas.openxmlformats.org/officeDocument/2006/relationships/customXml" Target="../ink/ink61.xml"/><Relationship Id="rId68" Type="http://schemas.openxmlformats.org/officeDocument/2006/relationships/image" Target="../media/image76.png"/><Relationship Id="rId89" Type="http://schemas.openxmlformats.org/officeDocument/2006/relationships/customXml" Target="../ink/ink82.xml"/><Relationship Id="rId112" Type="http://schemas.openxmlformats.org/officeDocument/2006/relationships/image" Target="../media/image98.png"/><Relationship Id="rId133" Type="http://schemas.openxmlformats.org/officeDocument/2006/relationships/customXml" Target="../ink/ink104.xml"/><Relationship Id="rId154" Type="http://schemas.openxmlformats.org/officeDocument/2006/relationships/image" Target="../media/image119.png"/><Relationship Id="rId16" Type="http://schemas.openxmlformats.org/officeDocument/2006/relationships/image" Target="../media/image50.png"/><Relationship Id="rId37" Type="http://schemas.openxmlformats.org/officeDocument/2006/relationships/customXml" Target="../ink/ink56.xml"/><Relationship Id="rId58" Type="http://schemas.openxmlformats.org/officeDocument/2006/relationships/image" Target="../media/image71.png"/><Relationship Id="rId79" Type="http://schemas.openxmlformats.org/officeDocument/2006/relationships/customXml" Target="../ink/ink77.xml"/><Relationship Id="rId102" Type="http://schemas.openxmlformats.org/officeDocument/2006/relationships/image" Target="../media/image93.png"/><Relationship Id="rId123" Type="http://schemas.openxmlformats.org/officeDocument/2006/relationships/customXml" Target="../ink/ink99.xml"/><Relationship Id="rId144" Type="http://schemas.openxmlformats.org/officeDocument/2006/relationships/image" Target="../media/image114.png"/><Relationship Id="rId90" Type="http://schemas.openxmlformats.org/officeDocument/2006/relationships/image" Target="../media/image8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28.xml"/><Relationship Id="rId21" Type="http://schemas.openxmlformats.org/officeDocument/2006/relationships/image" Target="../media/image130.png"/><Relationship Id="rId42" Type="http://schemas.openxmlformats.org/officeDocument/2006/relationships/customXml" Target="../ink/ink136.xml"/><Relationship Id="rId47" Type="http://schemas.openxmlformats.org/officeDocument/2006/relationships/image" Target="../media/image143.png"/><Relationship Id="rId63" Type="http://schemas.openxmlformats.org/officeDocument/2006/relationships/image" Target="../media/image151.png"/><Relationship Id="rId68" Type="http://schemas.openxmlformats.org/officeDocument/2006/relationships/customXml" Target="../ink/ink149.xml"/><Relationship Id="rId84" Type="http://schemas.openxmlformats.org/officeDocument/2006/relationships/customXml" Target="../ink/ink157.xml"/><Relationship Id="rId89" Type="http://schemas.openxmlformats.org/officeDocument/2006/relationships/image" Target="../media/image164.png"/><Relationship Id="rId16" Type="http://schemas.openxmlformats.org/officeDocument/2006/relationships/customXml" Target="../ink/ink123.xml"/><Relationship Id="rId107" Type="http://schemas.openxmlformats.org/officeDocument/2006/relationships/image" Target="../media/image173.png"/><Relationship Id="rId11" Type="http://schemas.openxmlformats.org/officeDocument/2006/relationships/image" Target="../media/image125.png"/><Relationship Id="rId32" Type="http://schemas.openxmlformats.org/officeDocument/2006/relationships/customXml" Target="../ink/ink131.xml"/><Relationship Id="rId37" Type="http://schemas.openxmlformats.org/officeDocument/2006/relationships/image" Target="../media/image138.png"/><Relationship Id="rId53" Type="http://schemas.openxmlformats.org/officeDocument/2006/relationships/image" Target="../media/image146.png"/><Relationship Id="rId58" Type="http://schemas.openxmlformats.org/officeDocument/2006/relationships/customXml" Target="../ink/ink144.xml"/><Relationship Id="rId74" Type="http://schemas.openxmlformats.org/officeDocument/2006/relationships/customXml" Target="../ink/ink152.xml"/><Relationship Id="rId79" Type="http://schemas.openxmlformats.org/officeDocument/2006/relationships/image" Target="../media/image159.png"/><Relationship Id="rId102" Type="http://schemas.openxmlformats.org/officeDocument/2006/relationships/customXml" Target="../ink/ink166.xml"/><Relationship Id="rId5" Type="http://schemas.openxmlformats.org/officeDocument/2006/relationships/image" Target="../media/image122.png"/><Relationship Id="rId90" Type="http://schemas.openxmlformats.org/officeDocument/2006/relationships/customXml" Target="../ink/ink160.xml"/><Relationship Id="rId95" Type="http://schemas.openxmlformats.org/officeDocument/2006/relationships/image" Target="../media/image167.png"/><Relationship Id="rId22" Type="http://schemas.openxmlformats.org/officeDocument/2006/relationships/customXml" Target="../ink/ink126.xml"/><Relationship Id="rId27" Type="http://schemas.openxmlformats.org/officeDocument/2006/relationships/image" Target="../media/image133.png"/><Relationship Id="rId43" Type="http://schemas.openxmlformats.org/officeDocument/2006/relationships/image" Target="../media/image141.png"/><Relationship Id="rId48" Type="http://schemas.openxmlformats.org/officeDocument/2006/relationships/customXml" Target="../ink/ink139.xml"/><Relationship Id="rId64" Type="http://schemas.openxmlformats.org/officeDocument/2006/relationships/customXml" Target="../ink/ink147.xml"/><Relationship Id="rId69" Type="http://schemas.openxmlformats.org/officeDocument/2006/relationships/image" Target="../media/image154.png"/><Relationship Id="rId80" Type="http://schemas.openxmlformats.org/officeDocument/2006/relationships/customXml" Target="../ink/ink155.xml"/><Relationship Id="rId85" Type="http://schemas.openxmlformats.org/officeDocument/2006/relationships/image" Target="../media/image162.png"/><Relationship Id="rId12" Type="http://schemas.openxmlformats.org/officeDocument/2006/relationships/customXml" Target="../ink/ink121.xml"/><Relationship Id="rId17" Type="http://schemas.openxmlformats.org/officeDocument/2006/relationships/image" Target="../media/image128.png"/><Relationship Id="rId33" Type="http://schemas.openxmlformats.org/officeDocument/2006/relationships/image" Target="../media/image136.png"/><Relationship Id="rId38" Type="http://schemas.openxmlformats.org/officeDocument/2006/relationships/customXml" Target="../ink/ink134.xml"/><Relationship Id="rId59" Type="http://schemas.openxmlformats.org/officeDocument/2006/relationships/image" Target="../media/image149.png"/><Relationship Id="rId103" Type="http://schemas.openxmlformats.org/officeDocument/2006/relationships/image" Target="../media/image171.png"/><Relationship Id="rId108" Type="http://schemas.openxmlformats.org/officeDocument/2006/relationships/customXml" Target="../ink/ink169.xml"/><Relationship Id="rId54" Type="http://schemas.openxmlformats.org/officeDocument/2006/relationships/customXml" Target="../ink/ink142.xml"/><Relationship Id="rId70" Type="http://schemas.openxmlformats.org/officeDocument/2006/relationships/customXml" Target="../ink/ink150.xml"/><Relationship Id="rId75" Type="http://schemas.openxmlformats.org/officeDocument/2006/relationships/image" Target="../media/image157.png"/><Relationship Id="rId91" Type="http://schemas.openxmlformats.org/officeDocument/2006/relationships/image" Target="../media/image165.png"/><Relationship Id="rId96" Type="http://schemas.openxmlformats.org/officeDocument/2006/relationships/customXml" Target="../ink/ink16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8.xml"/><Relationship Id="rId15" Type="http://schemas.openxmlformats.org/officeDocument/2006/relationships/image" Target="../media/image127.png"/><Relationship Id="rId23" Type="http://schemas.openxmlformats.org/officeDocument/2006/relationships/image" Target="../media/image131.png"/><Relationship Id="rId28" Type="http://schemas.openxmlformats.org/officeDocument/2006/relationships/customXml" Target="../ink/ink129.xml"/><Relationship Id="rId36" Type="http://schemas.openxmlformats.org/officeDocument/2006/relationships/customXml" Target="../ink/ink133.xml"/><Relationship Id="rId49" Type="http://schemas.openxmlformats.org/officeDocument/2006/relationships/image" Target="../media/image144.png"/><Relationship Id="rId57" Type="http://schemas.openxmlformats.org/officeDocument/2006/relationships/image" Target="../media/image148.png"/><Relationship Id="rId106" Type="http://schemas.openxmlformats.org/officeDocument/2006/relationships/customXml" Target="../ink/ink168.xml"/><Relationship Id="rId10" Type="http://schemas.openxmlformats.org/officeDocument/2006/relationships/customXml" Target="../ink/ink120.xml"/><Relationship Id="rId31" Type="http://schemas.openxmlformats.org/officeDocument/2006/relationships/image" Target="../media/image135.png"/><Relationship Id="rId44" Type="http://schemas.openxmlformats.org/officeDocument/2006/relationships/customXml" Target="../ink/ink137.xml"/><Relationship Id="rId52" Type="http://schemas.openxmlformats.org/officeDocument/2006/relationships/customXml" Target="../ink/ink141.xml"/><Relationship Id="rId60" Type="http://schemas.openxmlformats.org/officeDocument/2006/relationships/customXml" Target="../ink/ink145.xml"/><Relationship Id="rId65" Type="http://schemas.openxmlformats.org/officeDocument/2006/relationships/image" Target="../media/image152.png"/><Relationship Id="rId73" Type="http://schemas.openxmlformats.org/officeDocument/2006/relationships/image" Target="../media/image156.png"/><Relationship Id="rId78" Type="http://schemas.openxmlformats.org/officeDocument/2006/relationships/customXml" Target="../ink/ink154.xml"/><Relationship Id="rId81" Type="http://schemas.openxmlformats.org/officeDocument/2006/relationships/image" Target="../media/image160.png"/><Relationship Id="rId86" Type="http://schemas.openxmlformats.org/officeDocument/2006/relationships/customXml" Target="../ink/ink158.xml"/><Relationship Id="rId94" Type="http://schemas.openxmlformats.org/officeDocument/2006/relationships/customXml" Target="../ink/ink162.xml"/><Relationship Id="rId99" Type="http://schemas.openxmlformats.org/officeDocument/2006/relationships/image" Target="../media/image169.png"/><Relationship Id="rId101" Type="http://schemas.openxmlformats.org/officeDocument/2006/relationships/image" Target="../media/image170.png"/><Relationship Id="rId4" Type="http://schemas.openxmlformats.org/officeDocument/2006/relationships/customXml" Target="../ink/ink117.xml"/><Relationship Id="rId9" Type="http://schemas.openxmlformats.org/officeDocument/2006/relationships/image" Target="../media/image124.png"/><Relationship Id="rId13" Type="http://schemas.openxmlformats.org/officeDocument/2006/relationships/image" Target="../media/image126.png"/><Relationship Id="rId18" Type="http://schemas.openxmlformats.org/officeDocument/2006/relationships/customXml" Target="../ink/ink124.xml"/><Relationship Id="rId39" Type="http://schemas.openxmlformats.org/officeDocument/2006/relationships/image" Target="../media/image139.png"/><Relationship Id="rId109" Type="http://schemas.openxmlformats.org/officeDocument/2006/relationships/image" Target="../media/image174.png"/><Relationship Id="rId34" Type="http://schemas.openxmlformats.org/officeDocument/2006/relationships/customXml" Target="../ink/ink132.xml"/><Relationship Id="rId50" Type="http://schemas.openxmlformats.org/officeDocument/2006/relationships/customXml" Target="../ink/ink140.xml"/><Relationship Id="rId55" Type="http://schemas.openxmlformats.org/officeDocument/2006/relationships/image" Target="../media/image147.png"/><Relationship Id="rId76" Type="http://schemas.openxmlformats.org/officeDocument/2006/relationships/customXml" Target="../ink/ink153.xml"/><Relationship Id="rId97" Type="http://schemas.openxmlformats.org/officeDocument/2006/relationships/image" Target="../media/image168.png"/><Relationship Id="rId104" Type="http://schemas.openxmlformats.org/officeDocument/2006/relationships/customXml" Target="../ink/ink167.xml"/><Relationship Id="rId7" Type="http://schemas.openxmlformats.org/officeDocument/2006/relationships/image" Target="../media/image123.png"/><Relationship Id="rId71" Type="http://schemas.openxmlformats.org/officeDocument/2006/relationships/image" Target="../media/image155.png"/><Relationship Id="rId92" Type="http://schemas.openxmlformats.org/officeDocument/2006/relationships/customXml" Target="../ink/ink161.xml"/><Relationship Id="rId2" Type="http://schemas.openxmlformats.org/officeDocument/2006/relationships/customXml" Target="../ink/ink116.xml"/><Relationship Id="rId29" Type="http://schemas.openxmlformats.org/officeDocument/2006/relationships/image" Target="../media/image134.png"/><Relationship Id="rId24" Type="http://schemas.openxmlformats.org/officeDocument/2006/relationships/customXml" Target="../ink/ink127.xml"/><Relationship Id="rId40" Type="http://schemas.openxmlformats.org/officeDocument/2006/relationships/customXml" Target="../ink/ink135.xml"/><Relationship Id="rId45" Type="http://schemas.openxmlformats.org/officeDocument/2006/relationships/image" Target="../media/image142.png"/><Relationship Id="rId66" Type="http://schemas.openxmlformats.org/officeDocument/2006/relationships/customXml" Target="../ink/ink148.xml"/><Relationship Id="rId87" Type="http://schemas.openxmlformats.org/officeDocument/2006/relationships/image" Target="../media/image163.png"/><Relationship Id="rId110" Type="http://schemas.openxmlformats.org/officeDocument/2006/relationships/customXml" Target="../ink/ink170.xml"/><Relationship Id="rId61" Type="http://schemas.openxmlformats.org/officeDocument/2006/relationships/image" Target="../media/image150.png"/><Relationship Id="rId82" Type="http://schemas.openxmlformats.org/officeDocument/2006/relationships/customXml" Target="../ink/ink156.xml"/><Relationship Id="rId19" Type="http://schemas.openxmlformats.org/officeDocument/2006/relationships/image" Target="../media/image129.png"/><Relationship Id="rId14" Type="http://schemas.openxmlformats.org/officeDocument/2006/relationships/customXml" Target="../ink/ink122.xml"/><Relationship Id="rId30" Type="http://schemas.openxmlformats.org/officeDocument/2006/relationships/customXml" Target="../ink/ink130.xml"/><Relationship Id="rId35" Type="http://schemas.openxmlformats.org/officeDocument/2006/relationships/image" Target="../media/image137.png"/><Relationship Id="rId56" Type="http://schemas.openxmlformats.org/officeDocument/2006/relationships/customXml" Target="../ink/ink143.xml"/><Relationship Id="rId77" Type="http://schemas.openxmlformats.org/officeDocument/2006/relationships/image" Target="../media/image158.png"/><Relationship Id="rId100" Type="http://schemas.openxmlformats.org/officeDocument/2006/relationships/customXml" Target="../ink/ink165.xml"/><Relationship Id="rId105" Type="http://schemas.openxmlformats.org/officeDocument/2006/relationships/image" Target="../media/image172.png"/><Relationship Id="rId8" Type="http://schemas.openxmlformats.org/officeDocument/2006/relationships/customXml" Target="../ink/ink119.xml"/><Relationship Id="rId51" Type="http://schemas.openxmlformats.org/officeDocument/2006/relationships/image" Target="../media/image145.png"/><Relationship Id="rId72" Type="http://schemas.openxmlformats.org/officeDocument/2006/relationships/customXml" Target="../ink/ink151.xml"/><Relationship Id="rId93" Type="http://schemas.openxmlformats.org/officeDocument/2006/relationships/image" Target="../media/image166.png"/><Relationship Id="rId98" Type="http://schemas.openxmlformats.org/officeDocument/2006/relationships/customXml" Target="../ink/ink164.xml"/><Relationship Id="rId3" Type="http://schemas.openxmlformats.org/officeDocument/2006/relationships/image" Target="../media/image121.png"/><Relationship Id="rId25" Type="http://schemas.openxmlformats.org/officeDocument/2006/relationships/image" Target="../media/image132.png"/><Relationship Id="rId46" Type="http://schemas.openxmlformats.org/officeDocument/2006/relationships/customXml" Target="../ink/ink138.xml"/><Relationship Id="rId67" Type="http://schemas.openxmlformats.org/officeDocument/2006/relationships/image" Target="../media/image153.png"/><Relationship Id="rId20" Type="http://schemas.openxmlformats.org/officeDocument/2006/relationships/customXml" Target="../ink/ink125.xml"/><Relationship Id="rId41" Type="http://schemas.openxmlformats.org/officeDocument/2006/relationships/image" Target="../media/image140.png"/><Relationship Id="rId62" Type="http://schemas.openxmlformats.org/officeDocument/2006/relationships/customXml" Target="../ink/ink146.xml"/><Relationship Id="rId83" Type="http://schemas.openxmlformats.org/officeDocument/2006/relationships/image" Target="../media/image161.png"/><Relationship Id="rId88" Type="http://schemas.openxmlformats.org/officeDocument/2006/relationships/customXml" Target="../ink/ink159.xml"/><Relationship Id="rId111" Type="http://schemas.openxmlformats.org/officeDocument/2006/relationships/image" Target="../media/image17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173.xml"/><Relationship Id="rId13" Type="http://schemas.openxmlformats.org/officeDocument/2006/relationships/image" Target="../media/image182.png"/><Relationship Id="rId3" Type="http://schemas.openxmlformats.org/officeDocument/2006/relationships/image" Target="../media/image177.png"/><Relationship Id="rId7" Type="http://schemas.openxmlformats.org/officeDocument/2006/relationships/image" Target="../media/image179.png"/><Relationship Id="rId12" Type="http://schemas.openxmlformats.org/officeDocument/2006/relationships/customXml" Target="../ink/ink175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customXml" Target="../ink/ink172.xml"/><Relationship Id="rId11" Type="http://schemas.openxmlformats.org/officeDocument/2006/relationships/image" Target="../media/image181.png"/><Relationship Id="rId5" Type="http://schemas.openxmlformats.org/officeDocument/2006/relationships/image" Target="../media/image178.png"/><Relationship Id="rId10" Type="http://schemas.openxmlformats.org/officeDocument/2006/relationships/customXml" Target="../ink/ink174.xml"/><Relationship Id="rId4" Type="http://schemas.openxmlformats.org/officeDocument/2006/relationships/customXml" Target="../ink/ink171.xml"/><Relationship Id="rId9" Type="http://schemas.openxmlformats.org/officeDocument/2006/relationships/image" Target="../media/image18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4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91.png"/><Relationship Id="rId18" Type="http://schemas.openxmlformats.org/officeDocument/2006/relationships/customXml" Target="../ink/ink183.xml"/><Relationship Id="rId26" Type="http://schemas.openxmlformats.org/officeDocument/2006/relationships/customXml" Target="../ink/ink187.xml"/><Relationship Id="rId39" Type="http://schemas.openxmlformats.org/officeDocument/2006/relationships/image" Target="../media/image204.png"/><Relationship Id="rId21" Type="http://schemas.openxmlformats.org/officeDocument/2006/relationships/image" Target="../media/image195.png"/><Relationship Id="rId34" Type="http://schemas.openxmlformats.org/officeDocument/2006/relationships/customXml" Target="../ink/ink191.xml"/><Relationship Id="rId42" Type="http://schemas.openxmlformats.org/officeDocument/2006/relationships/customXml" Target="../ink/ink195.xml"/><Relationship Id="rId47" Type="http://schemas.openxmlformats.org/officeDocument/2006/relationships/image" Target="../media/image208.png"/><Relationship Id="rId50" Type="http://schemas.openxmlformats.org/officeDocument/2006/relationships/customXml" Target="../ink/ink199.xml"/><Relationship Id="rId7" Type="http://schemas.openxmlformats.org/officeDocument/2006/relationships/image" Target="../media/image188.png"/><Relationship Id="rId2" Type="http://schemas.openxmlformats.org/officeDocument/2006/relationships/image" Target="../media/image185.wmf"/><Relationship Id="rId16" Type="http://schemas.openxmlformats.org/officeDocument/2006/relationships/customXml" Target="../ink/ink182.xml"/><Relationship Id="rId29" Type="http://schemas.openxmlformats.org/officeDocument/2006/relationships/image" Target="../media/image199.png"/><Relationship Id="rId11" Type="http://schemas.openxmlformats.org/officeDocument/2006/relationships/image" Target="../media/image190.png"/><Relationship Id="rId24" Type="http://schemas.openxmlformats.org/officeDocument/2006/relationships/customXml" Target="../ink/ink186.xml"/><Relationship Id="rId32" Type="http://schemas.openxmlformats.org/officeDocument/2006/relationships/customXml" Target="../ink/ink190.xml"/><Relationship Id="rId37" Type="http://schemas.openxmlformats.org/officeDocument/2006/relationships/image" Target="../media/image203.png"/><Relationship Id="rId40" Type="http://schemas.openxmlformats.org/officeDocument/2006/relationships/customXml" Target="../ink/ink194.xml"/><Relationship Id="rId45" Type="http://schemas.openxmlformats.org/officeDocument/2006/relationships/image" Target="../media/image207.png"/><Relationship Id="rId5" Type="http://schemas.openxmlformats.org/officeDocument/2006/relationships/image" Target="../media/image187.png"/><Relationship Id="rId15" Type="http://schemas.openxmlformats.org/officeDocument/2006/relationships/image" Target="../media/image192.png"/><Relationship Id="rId23" Type="http://schemas.openxmlformats.org/officeDocument/2006/relationships/image" Target="../media/image196.png"/><Relationship Id="rId28" Type="http://schemas.openxmlformats.org/officeDocument/2006/relationships/customXml" Target="../ink/ink188.xml"/><Relationship Id="rId36" Type="http://schemas.openxmlformats.org/officeDocument/2006/relationships/customXml" Target="../ink/ink192.xml"/><Relationship Id="rId49" Type="http://schemas.openxmlformats.org/officeDocument/2006/relationships/image" Target="../media/image209.png"/><Relationship Id="rId10" Type="http://schemas.openxmlformats.org/officeDocument/2006/relationships/customXml" Target="../ink/ink179.xml"/><Relationship Id="rId19" Type="http://schemas.openxmlformats.org/officeDocument/2006/relationships/image" Target="../media/image194.png"/><Relationship Id="rId31" Type="http://schemas.openxmlformats.org/officeDocument/2006/relationships/image" Target="../media/image200.png"/><Relationship Id="rId44" Type="http://schemas.openxmlformats.org/officeDocument/2006/relationships/customXml" Target="../ink/ink196.xml"/><Relationship Id="rId4" Type="http://schemas.openxmlformats.org/officeDocument/2006/relationships/customXml" Target="../ink/ink176.xml"/><Relationship Id="rId9" Type="http://schemas.openxmlformats.org/officeDocument/2006/relationships/image" Target="../media/image189.png"/><Relationship Id="rId14" Type="http://schemas.openxmlformats.org/officeDocument/2006/relationships/customXml" Target="../ink/ink181.xml"/><Relationship Id="rId22" Type="http://schemas.openxmlformats.org/officeDocument/2006/relationships/customXml" Target="../ink/ink185.xml"/><Relationship Id="rId27" Type="http://schemas.openxmlformats.org/officeDocument/2006/relationships/image" Target="../media/image198.png"/><Relationship Id="rId30" Type="http://schemas.openxmlformats.org/officeDocument/2006/relationships/customXml" Target="../ink/ink189.xml"/><Relationship Id="rId35" Type="http://schemas.openxmlformats.org/officeDocument/2006/relationships/image" Target="../media/image202.png"/><Relationship Id="rId43" Type="http://schemas.openxmlformats.org/officeDocument/2006/relationships/image" Target="../media/image206.png"/><Relationship Id="rId48" Type="http://schemas.openxmlformats.org/officeDocument/2006/relationships/customXml" Target="../ink/ink198.xml"/><Relationship Id="rId8" Type="http://schemas.openxmlformats.org/officeDocument/2006/relationships/customXml" Target="../ink/ink178.xml"/><Relationship Id="rId51" Type="http://schemas.openxmlformats.org/officeDocument/2006/relationships/image" Target="../media/image210.png"/><Relationship Id="rId3" Type="http://schemas.openxmlformats.org/officeDocument/2006/relationships/image" Target="../media/image186.png"/><Relationship Id="rId12" Type="http://schemas.openxmlformats.org/officeDocument/2006/relationships/customXml" Target="../ink/ink180.xml"/><Relationship Id="rId17" Type="http://schemas.openxmlformats.org/officeDocument/2006/relationships/image" Target="../media/image193.png"/><Relationship Id="rId25" Type="http://schemas.openxmlformats.org/officeDocument/2006/relationships/image" Target="../media/image197.png"/><Relationship Id="rId33" Type="http://schemas.openxmlformats.org/officeDocument/2006/relationships/image" Target="../media/image201.png"/><Relationship Id="rId38" Type="http://schemas.openxmlformats.org/officeDocument/2006/relationships/customXml" Target="../ink/ink193.xml"/><Relationship Id="rId46" Type="http://schemas.openxmlformats.org/officeDocument/2006/relationships/customXml" Target="../ink/ink197.xml"/><Relationship Id="rId20" Type="http://schemas.openxmlformats.org/officeDocument/2006/relationships/customXml" Target="../ink/ink184.xml"/><Relationship Id="rId41" Type="http://schemas.openxmlformats.org/officeDocument/2006/relationships/image" Target="../media/image205.png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177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57.xml"/><Relationship Id="rId21" Type="http://schemas.openxmlformats.org/officeDocument/2006/relationships/customXml" Target="../ink/ink209.xml"/><Relationship Id="rId42" Type="http://schemas.openxmlformats.org/officeDocument/2006/relationships/image" Target="../media/image230.png"/><Relationship Id="rId63" Type="http://schemas.openxmlformats.org/officeDocument/2006/relationships/customXml" Target="../ink/ink230.xml"/><Relationship Id="rId84" Type="http://schemas.openxmlformats.org/officeDocument/2006/relationships/image" Target="../media/image251.png"/><Relationship Id="rId138" Type="http://schemas.openxmlformats.org/officeDocument/2006/relationships/image" Target="../media/image278.png"/><Relationship Id="rId159" Type="http://schemas.openxmlformats.org/officeDocument/2006/relationships/customXml" Target="../ink/ink278.xml"/><Relationship Id="rId170" Type="http://schemas.openxmlformats.org/officeDocument/2006/relationships/image" Target="../media/image294.png"/><Relationship Id="rId191" Type="http://schemas.openxmlformats.org/officeDocument/2006/relationships/customXml" Target="../ink/ink294.xml"/><Relationship Id="rId205" Type="http://schemas.openxmlformats.org/officeDocument/2006/relationships/customXml" Target="../ink/ink301.xml"/><Relationship Id="rId226" Type="http://schemas.openxmlformats.org/officeDocument/2006/relationships/image" Target="../media/image322.png"/><Relationship Id="rId247" Type="http://schemas.openxmlformats.org/officeDocument/2006/relationships/customXml" Target="../ink/ink322.xml"/><Relationship Id="rId107" Type="http://schemas.openxmlformats.org/officeDocument/2006/relationships/customXml" Target="../ink/ink252.xml"/><Relationship Id="rId11" Type="http://schemas.openxmlformats.org/officeDocument/2006/relationships/customXml" Target="../ink/ink204.xml"/><Relationship Id="rId32" Type="http://schemas.openxmlformats.org/officeDocument/2006/relationships/image" Target="../media/image225.png"/><Relationship Id="rId53" Type="http://schemas.openxmlformats.org/officeDocument/2006/relationships/customXml" Target="../ink/ink225.xml"/><Relationship Id="rId74" Type="http://schemas.openxmlformats.org/officeDocument/2006/relationships/image" Target="../media/image246.png"/><Relationship Id="rId128" Type="http://schemas.openxmlformats.org/officeDocument/2006/relationships/image" Target="../media/image273.png"/><Relationship Id="rId149" Type="http://schemas.openxmlformats.org/officeDocument/2006/relationships/customXml" Target="../ink/ink273.xml"/><Relationship Id="rId5" Type="http://schemas.openxmlformats.org/officeDocument/2006/relationships/customXml" Target="../ink/ink201.xml"/><Relationship Id="rId95" Type="http://schemas.openxmlformats.org/officeDocument/2006/relationships/customXml" Target="../ink/ink246.xml"/><Relationship Id="rId160" Type="http://schemas.openxmlformats.org/officeDocument/2006/relationships/image" Target="../media/image289.png"/><Relationship Id="rId181" Type="http://schemas.openxmlformats.org/officeDocument/2006/relationships/customXml" Target="../ink/ink289.xml"/><Relationship Id="rId216" Type="http://schemas.openxmlformats.org/officeDocument/2006/relationships/image" Target="../media/image317.png"/><Relationship Id="rId237" Type="http://schemas.openxmlformats.org/officeDocument/2006/relationships/customXml" Target="../ink/ink317.xml"/><Relationship Id="rId258" Type="http://schemas.openxmlformats.org/officeDocument/2006/relationships/image" Target="../media/image338.png"/><Relationship Id="rId22" Type="http://schemas.openxmlformats.org/officeDocument/2006/relationships/image" Target="../media/image220.png"/><Relationship Id="rId43" Type="http://schemas.openxmlformats.org/officeDocument/2006/relationships/customXml" Target="../ink/ink220.xml"/><Relationship Id="rId64" Type="http://schemas.openxmlformats.org/officeDocument/2006/relationships/image" Target="../media/image241.png"/><Relationship Id="rId118" Type="http://schemas.openxmlformats.org/officeDocument/2006/relationships/image" Target="../media/image268.png"/><Relationship Id="rId139" Type="http://schemas.openxmlformats.org/officeDocument/2006/relationships/customXml" Target="../ink/ink268.xml"/><Relationship Id="rId85" Type="http://schemas.openxmlformats.org/officeDocument/2006/relationships/customXml" Target="../ink/ink241.xml"/><Relationship Id="rId150" Type="http://schemas.openxmlformats.org/officeDocument/2006/relationships/image" Target="../media/image284.png"/><Relationship Id="rId171" Type="http://schemas.openxmlformats.org/officeDocument/2006/relationships/customXml" Target="../ink/ink284.xml"/><Relationship Id="rId192" Type="http://schemas.openxmlformats.org/officeDocument/2006/relationships/image" Target="../media/image305.png"/><Relationship Id="rId206" Type="http://schemas.openxmlformats.org/officeDocument/2006/relationships/image" Target="../media/image312.png"/><Relationship Id="rId227" Type="http://schemas.openxmlformats.org/officeDocument/2006/relationships/customXml" Target="../ink/ink312.xml"/><Relationship Id="rId248" Type="http://schemas.openxmlformats.org/officeDocument/2006/relationships/image" Target="../media/image333.png"/><Relationship Id="rId12" Type="http://schemas.openxmlformats.org/officeDocument/2006/relationships/image" Target="../media/image215.png"/><Relationship Id="rId33" Type="http://schemas.openxmlformats.org/officeDocument/2006/relationships/customXml" Target="../ink/ink215.xml"/><Relationship Id="rId108" Type="http://schemas.openxmlformats.org/officeDocument/2006/relationships/image" Target="../media/image263.png"/><Relationship Id="rId129" Type="http://schemas.openxmlformats.org/officeDocument/2006/relationships/customXml" Target="../ink/ink263.xml"/><Relationship Id="rId54" Type="http://schemas.openxmlformats.org/officeDocument/2006/relationships/image" Target="../media/image236.png"/><Relationship Id="rId75" Type="http://schemas.openxmlformats.org/officeDocument/2006/relationships/customXml" Target="../ink/ink236.xml"/><Relationship Id="rId96" Type="http://schemas.openxmlformats.org/officeDocument/2006/relationships/image" Target="../media/image257.png"/><Relationship Id="rId140" Type="http://schemas.openxmlformats.org/officeDocument/2006/relationships/image" Target="../media/image279.png"/><Relationship Id="rId161" Type="http://schemas.openxmlformats.org/officeDocument/2006/relationships/customXml" Target="../ink/ink279.xml"/><Relationship Id="rId182" Type="http://schemas.openxmlformats.org/officeDocument/2006/relationships/image" Target="../media/image300.png"/><Relationship Id="rId217" Type="http://schemas.openxmlformats.org/officeDocument/2006/relationships/customXml" Target="../ink/ink307.xml"/><Relationship Id="rId6" Type="http://schemas.openxmlformats.org/officeDocument/2006/relationships/image" Target="../media/image212.png"/><Relationship Id="rId238" Type="http://schemas.openxmlformats.org/officeDocument/2006/relationships/image" Target="../media/image328.png"/><Relationship Id="rId259" Type="http://schemas.openxmlformats.org/officeDocument/2006/relationships/customXml" Target="../ink/ink328.xml"/><Relationship Id="rId23" Type="http://schemas.openxmlformats.org/officeDocument/2006/relationships/customXml" Target="../ink/ink210.xml"/><Relationship Id="rId119" Type="http://schemas.openxmlformats.org/officeDocument/2006/relationships/customXml" Target="../ink/ink258.xml"/><Relationship Id="rId44" Type="http://schemas.openxmlformats.org/officeDocument/2006/relationships/image" Target="../media/image231.png"/><Relationship Id="rId65" Type="http://schemas.openxmlformats.org/officeDocument/2006/relationships/customXml" Target="../ink/ink231.xml"/><Relationship Id="rId86" Type="http://schemas.openxmlformats.org/officeDocument/2006/relationships/image" Target="../media/image252.png"/><Relationship Id="rId130" Type="http://schemas.openxmlformats.org/officeDocument/2006/relationships/image" Target="../media/image274.png"/><Relationship Id="rId151" Type="http://schemas.openxmlformats.org/officeDocument/2006/relationships/customXml" Target="../ink/ink274.xml"/><Relationship Id="rId172" Type="http://schemas.openxmlformats.org/officeDocument/2006/relationships/image" Target="../media/image295.png"/><Relationship Id="rId193" Type="http://schemas.openxmlformats.org/officeDocument/2006/relationships/customXml" Target="../ink/ink295.xml"/><Relationship Id="rId207" Type="http://schemas.openxmlformats.org/officeDocument/2006/relationships/customXml" Target="../ink/ink302.xml"/><Relationship Id="rId228" Type="http://schemas.openxmlformats.org/officeDocument/2006/relationships/image" Target="../media/image323.png"/><Relationship Id="rId249" Type="http://schemas.openxmlformats.org/officeDocument/2006/relationships/customXml" Target="../ink/ink323.xml"/><Relationship Id="rId13" Type="http://schemas.openxmlformats.org/officeDocument/2006/relationships/customXml" Target="../ink/ink205.xml"/><Relationship Id="rId109" Type="http://schemas.openxmlformats.org/officeDocument/2006/relationships/customXml" Target="../ink/ink253.xml"/><Relationship Id="rId260" Type="http://schemas.openxmlformats.org/officeDocument/2006/relationships/image" Target="../media/image339.png"/><Relationship Id="rId34" Type="http://schemas.openxmlformats.org/officeDocument/2006/relationships/image" Target="../media/image226.png"/><Relationship Id="rId55" Type="http://schemas.openxmlformats.org/officeDocument/2006/relationships/customXml" Target="../ink/ink226.xml"/><Relationship Id="rId76" Type="http://schemas.openxmlformats.org/officeDocument/2006/relationships/image" Target="../media/image247.png"/><Relationship Id="rId97" Type="http://schemas.openxmlformats.org/officeDocument/2006/relationships/customXml" Target="../ink/ink247.xml"/><Relationship Id="rId120" Type="http://schemas.openxmlformats.org/officeDocument/2006/relationships/image" Target="../media/image269.png"/><Relationship Id="rId141" Type="http://schemas.openxmlformats.org/officeDocument/2006/relationships/customXml" Target="../ink/ink269.xml"/><Relationship Id="rId7" Type="http://schemas.openxmlformats.org/officeDocument/2006/relationships/customXml" Target="../ink/ink202.xml"/><Relationship Id="rId162" Type="http://schemas.openxmlformats.org/officeDocument/2006/relationships/image" Target="../media/image290.png"/><Relationship Id="rId183" Type="http://schemas.openxmlformats.org/officeDocument/2006/relationships/customXml" Target="../ink/ink290.xml"/><Relationship Id="rId218" Type="http://schemas.openxmlformats.org/officeDocument/2006/relationships/image" Target="../media/image318.png"/><Relationship Id="rId239" Type="http://schemas.openxmlformats.org/officeDocument/2006/relationships/customXml" Target="../ink/ink318.xml"/><Relationship Id="rId250" Type="http://schemas.openxmlformats.org/officeDocument/2006/relationships/image" Target="../media/image334.png"/><Relationship Id="rId24" Type="http://schemas.openxmlformats.org/officeDocument/2006/relationships/image" Target="../media/image221.png"/><Relationship Id="rId45" Type="http://schemas.openxmlformats.org/officeDocument/2006/relationships/customXml" Target="../ink/ink221.xml"/><Relationship Id="rId66" Type="http://schemas.openxmlformats.org/officeDocument/2006/relationships/image" Target="../media/image242.png"/><Relationship Id="rId87" Type="http://schemas.openxmlformats.org/officeDocument/2006/relationships/customXml" Target="../ink/ink242.xml"/><Relationship Id="rId110" Type="http://schemas.openxmlformats.org/officeDocument/2006/relationships/image" Target="../media/image264.png"/><Relationship Id="rId131" Type="http://schemas.openxmlformats.org/officeDocument/2006/relationships/customXml" Target="../ink/ink264.xml"/><Relationship Id="rId152" Type="http://schemas.openxmlformats.org/officeDocument/2006/relationships/image" Target="../media/image285.png"/><Relationship Id="rId173" Type="http://schemas.openxmlformats.org/officeDocument/2006/relationships/customXml" Target="../ink/ink285.xml"/><Relationship Id="rId194" Type="http://schemas.openxmlformats.org/officeDocument/2006/relationships/image" Target="../media/image306.png"/><Relationship Id="rId208" Type="http://schemas.openxmlformats.org/officeDocument/2006/relationships/image" Target="../media/image313.png"/><Relationship Id="rId229" Type="http://schemas.openxmlformats.org/officeDocument/2006/relationships/customXml" Target="../ink/ink313.xml"/><Relationship Id="rId240" Type="http://schemas.openxmlformats.org/officeDocument/2006/relationships/image" Target="../media/image329.png"/><Relationship Id="rId14" Type="http://schemas.openxmlformats.org/officeDocument/2006/relationships/image" Target="../media/image216.png"/><Relationship Id="rId35" Type="http://schemas.openxmlformats.org/officeDocument/2006/relationships/customXml" Target="../ink/ink216.xml"/><Relationship Id="rId56" Type="http://schemas.openxmlformats.org/officeDocument/2006/relationships/image" Target="../media/image237.png"/><Relationship Id="rId77" Type="http://schemas.openxmlformats.org/officeDocument/2006/relationships/customXml" Target="../ink/ink237.xml"/><Relationship Id="rId100" Type="http://schemas.openxmlformats.org/officeDocument/2006/relationships/image" Target="../media/image259.png"/><Relationship Id="rId8" Type="http://schemas.openxmlformats.org/officeDocument/2006/relationships/image" Target="../media/image213.png"/><Relationship Id="rId98" Type="http://schemas.openxmlformats.org/officeDocument/2006/relationships/image" Target="../media/image258.png"/><Relationship Id="rId121" Type="http://schemas.openxmlformats.org/officeDocument/2006/relationships/customXml" Target="../ink/ink259.xml"/><Relationship Id="rId142" Type="http://schemas.openxmlformats.org/officeDocument/2006/relationships/image" Target="../media/image280.png"/><Relationship Id="rId163" Type="http://schemas.openxmlformats.org/officeDocument/2006/relationships/customXml" Target="../ink/ink280.xml"/><Relationship Id="rId184" Type="http://schemas.openxmlformats.org/officeDocument/2006/relationships/image" Target="../media/image301.png"/><Relationship Id="rId219" Type="http://schemas.openxmlformats.org/officeDocument/2006/relationships/customXml" Target="../ink/ink308.xml"/><Relationship Id="rId230" Type="http://schemas.openxmlformats.org/officeDocument/2006/relationships/image" Target="../media/image324.png"/><Relationship Id="rId251" Type="http://schemas.openxmlformats.org/officeDocument/2006/relationships/customXml" Target="../ink/ink324.xml"/><Relationship Id="rId25" Type="http://schemas.openxmlformats.org/officeDocument/2006/relationships/customXml" Target="../ink/ink211.xml"/><Relationship Id="rId46" Type="http://schemas.openxmlformats.org/officeDocument/2006/relationships/image" Target="../media/image232.png"/><Relationship Id="rId67" Type="http://schemas.openxmlformats.org/officeDocument/2006/relationships/customXml" Target="../ink/ink232.xml"/><Relationship Id="rId88" Type="http://schemas.openxmlformats.org/officeDocument/2006/relationships/image" Target="../media/image253.png"/><Relationship Id="rId111" Type="http://schemas.openxmlformats.org/officeDocument/2006/relationships/customXml" Target="../ink/ink254.xml"/><Relationship Id="rId132" Type="http://schemas.openxmlformats.org/officeDocument/2006/relationships/image" Target="../media/image275.png"/><Relationship Id="rId153" Type="http://schemas.openxmlformats.org/officeDocument/2006/relationships/customXml" Target="../ink/ink275.xml"/><Relationship Id="rId174" Type="http://schemas.openxmlformats.org/officeDocument/2006/relationships/image" Target="../media/image296.png"/><Relationship Id="rId195" Type="http://schemas.openxmlformats.org/officeDocument/2006/relationships/customXml" Target="../ink/ink296.xml"/><Relationship Id="rId209" Type="http://schemas.openxmlformats.org/officeDocument/2006/relationships/customXml" Target="../ink/ink303.xml"/><Relationship Id="rId220" Type="http://schemas.openxmlformats.org/officeDocument/2006/relationships/image" Target="../media/image319.png"/><Relationship Id="rId241" Type="http://schemas.openxmlformats.org/officeDocument/2006/relationships/customXml" Target="../ink/ink319.xml"/><Relationship Id="rId15" Type="http://schemas.openxmlformats.org/officeDocument/2006/relationships/customXml" Target="../ink/ink206.xml"/><Relationship Id="rId36" Type="http://schemas.openxmlformats.org/officeDocument/2006/relationships/image" Target="../media/image227.png"/><Relationship Id="rId57" Type="http://schemas.openxmlformats.org/officeDocument/2006/relationships/customXml" Target="../ink/ink227.xml"/><Relationship Id="rId78" Type="http://schemas.openxmlformats.org/officeDocument/2006/relationships/image" Target="../media/image248.png"/><Relationship Id="rId99" Type="http://schemas.openxmlformats.org/officeDocument/2006/relationships/customXml" Target="../ink/ink248.xml"/><Relationship Id="rId101" Type="http://schemas.openxmlformats.org/officeDocument/2006/relationships/customXml" Target="../ink/ink249.xml"/><Relationship Id="rId122" Type="http://schemas.openxmlformats.org/officeDocument/2006/relationships/image" Target="../media/image270.png"/><Relationship Id="rId143" Type="http://schemas.openxmlformats.org/officeDocument/2006/relationships/customXml" Target="../ink/ink270.xml"/><Relationship Id="rId164" Type="http://schemas.openxmlformats.org/officeDocument/2006/relationships/image" Target="../media/image291.png"/><Relationship Id="rId185" Type="http://schemas.openxmlformats.org/officeDocument/2006/relationships/customXml" Target="../ink/ink291.xml"/><Relationship Id="rId9" Type="http://schemas.openxmlformats.org/officeDocument/2006/relationships/customXml" Target="../ink/ink203.xml"/><Relationship Id="rId210" Type="http://schemas.openxmlformats.org/officeDocument/2006/relationships/image" Target="../media/image314.png"/><Relationship Id="rId26" Type="http://schemas.openxmlformats.org/officeDocument/2006/relationships/image" Target="../media/image222.png"/><Relationship Id="rId231" Type="http://schemas.openxmlformats.org/officeDocument/2006/relationships/customXml" Target="../ink/ink314.xml"/><Relationship Id="rId252" Type="http://schemas.openxmlformats.org/officeDocument/2006/relationships/image" Target="../media/image335.png"/><Relationship Id="rId47" Type="http://schemas.openxmlformats.org/officeDocument/2006/relationships/customXml" Target="../ink/ink222.xml"/><Relationship Id="rId68" Type="http://schemas.openxmlformats.org/officeDocument/2006/relationships/image" Target="../media/image243.png"/><Relationship Id="rId89" Type="http://schemas.openxmlformats.org/officeDocument/2006/relationships/customXml" Target="../ink/ink243.xml"/><Relationship Id="rId112" Type="http://schemas.openxmlformats.org/officeDocument/2006/relationships/image" Target="../media/image265.png"/><Relationship Id="rId133" Type="http://schemas.openxmlformats.org/officeDocument/2006/relationships/customXml" Target="../ink/ink265.xml"/><Relationship Id="rId154" Type="http://schemas.openxmlformats.org/officeDocument/2006/relationships/image" Target="../media/image286.png"/><Relationship Id="rId175" Type="http://schemas.openxmlformats.org/officeDocument/2006/relationships/customXml" Target="../ink/ink286.xml"/><Relationship Id="rId196" Type="http://schemas.openxmlformats.org/officeDocument/2006/relationships/image" Target="../media/image307.png"/><Relationship Id="rId200" Type="http://schemas.openxmlformats.org/officeDocument/2006/relationships/image" Target="../media/image309.png"/><Relationship Id="rId16" Type="http://schemas.openxmlformats.org/officeDocument/2006/relationships/image" Target="../media/image217.png"/><Relationship Id="rId221" Type="http://schemas.openxmlformats.org/officeDocument/2006/relationships/customXml" Target="../ink/ink309.xml"/><Relationship Id="rId242" Type="http://schemas.openxmlformats.org/officeDocument/2006/relationships/image" Target="../media/image330.png"/><Relationship Id="rId37" Type="http://schemas.openxmlformats.org/officeDocument/2006/relationships/customXml" Target="../ink/ink217.xml"/><Relationship Id="rId58" Type="http://schemas.openxmlformats.org/officeDocument/2006/relationships/image" Target="../media/image238.png"/><Relationship Id="rId79" Type="http://schemas.openxmlformats.org/officeDocument/2006/relationships/customXml" Target="../ink/ink238.xml"/><Relationship Id="rId102" Type="http://schemas.openxmlformats.org/officeDocument/2006/relationships/image" Target="../media/image260.png"/><Relationship Id="rId123" Type="http://schemas.openxmlformats.org/officeDocument/2006/relationships/customXml" Target="../ink/ink260.xml"/><Relationship Id="rId144" Type="http://schemas.openxmlformats.org/officeDocument/2006/relationships/image" Target="../media/image281.png"/><Relationship Id="rId90" Type="http://schemas.openxmlformats.org/officeDocument/2006/relationships/image" Target="../media/image254.png"/><Relationship Id="rId165" Type="http://schemas.openxmlformats.org/officeDocument/2006/relationships/customXml" Target="../ink/ink281.xml"/><Relationship Id="rId186" Type="http://schemas.openxmlformats.org/officeDocument/2006/relationships/image" Target="../media/image302.png"/><Relationship Id="rId211" Type="http://schemas.openxmlformats.org/officeDocument/2006/relationships/customXml" Target="../ink/ink304.xml"/><Relationship Id="rId232" Type="http://schemas.openxmlformats.org/officeDocument/2006/relationships/image" Target="../media/image325.png"/><Relationship Id="rId253" Type="http://schemas.openxmlformats.org/officeDocument/2006/relationships/customXml" Target="../ink/ink325.xml"/><Relationship Id="rId27" Type="http://schemas.openxmlformats.org/officeDocument/2006/relationships/customXml" Target="../ink/ink212.xml"/><Relationship Id="rId48" Type="http://schemas.openxmlformats.org/officeDocument/2006/relationships/image" Target="../media/image233.png"/><Relationship Id="rId69" Type="http://schemas.openxmlformats.org/officeDocument/2006/relationships/customXml" Target="../ink/ink233.xml"/><Relationship Id="rId113" Type="http://schemas.openxmlformats.org/officeDocument/2006/relationships/customXml" Target="../ink/ink255.xml"/><Relationship Id="rId134" Type="http://schemas.openxmlformats.org/officeDocument/2006/relationships/image" Target="../media/image276.png"/><Relationship Id="rId80" Type="http://schemas.openxmlformats.org/officeDocument/2006/relationships/image" Target="../media/image249.png"/><Relationship Id="rId155" Type="http://schemas.openxmlformats.org/officeDocument/2006/relationships/customXml" Target="../ink/ink276.xml"/><Relationship Id="rId176" Type="http://schemas.openxmlformats.org/officeDocument/2006/relationships/image" Target="../media/image297.png"/><Relationship Id="rId197" Type="http://schemas.openxmlformats.org/officeDocument/2006/relationships/customXml" Target="../ink/ink297.xml"/><Relationship Id="rId201" Type="http://schemas.openxmlformats.org/officeDocument/2006/relationships/customXml" Target="../ink/ink299.xml"/><Relationship Id="rId222" Type="http://schemas.openxmlformats.org/officeDocument/2006/relationships/image" Target="../media/image320.png"/><Relationship Id="rId243" Type="http://schemas.openxmlformats.org/officeDocument/2006/relationships/customXml" Target="../ink/ink320.xml"/><Relationship Id="rId17" Type="http://schemas.openxmlformats.org/officeDocument/2006/relationships/customXml" Target="../ink/ink207.xml"/><Relationship Id="rId38" Type="http://schemas.openxmlformats.org/officeDocument/2006/relationships/image" Target="../media/image228.png"/><Relationship Id="rId59" Type="http://schemas.openxmlformats.org/officeDocument/2006/relationships/customXml" Target="../ink/ink228.xml"/><Relationship Id="rId103" Type="http://schemas.openxmlformats.org/officeDocument/2006/relationships/customXml" Target="../ink/ink250.xml"/><Relationship Id="rId124" Type="http://schemas.openxmlformats.org/officeDocument/2006/relationships/image" Target="../media/image271.png"/><Relationship Id="rId70" Type="http://schemas.openxmlformats.org/officeDocument/2006/relationships/image" Target="../media/image244.png"/><Relationship Id="rId91" Type="http://schemas.openxmlformats.org/officeDocument/2006/relationships/customXml" Target="../ink/ink244.xml"/><Relationship Id="rId145" Type="http://schemas.openxmlformats.org/officeDocument/2006/relationships/customXml" Target="../ink/ink271.xml"/><Relationship Id="rId166" Type="http://schemas.openxmlformats.org/officeDocument/2006/relationships/image" Target="../media/image292.png"/><Relationship Id="rId187" Type="http://schemas.openxmlformats.org/officeDocument/2006/relationships/customXml" Target="../ink/ink292.xml"/><Relationship Id="rId1" Type="http://schemas.openxmlformats.org/officeDocument/2006/relationships/slideLayout" Target="../slideLayouts/slideLayout7.xml"/><Relationship Id="rId212" Type="http://schemas.openxmlformats.org/officeDocument/2006/relationships/image" Target="../media/image315.png"/><Relationship Id="rId233" Type="http://schemas.openxmlformats.org/officeDocument/2006/relationships/customXml" Target="../ink/ink315.xml"/><Relationship Id="rId254" Type="http://schemas.openxmlformats.org/officeDocument/2006/relationships/image" Target="../media/image336.png"/><Relationship Id="rId28" Type="http://schemas.openxmlformats.org/officeDocument/2006/relationships/image" Target="../media/image223.png"/><Relationship Id="rId49" Type="http://schemas.openxmlformats.org/officeDocument/2006/relationships/customXml" Target="../ink/ink223.xml"/><Relationship Id="rId114" Type="http://schemas.openxmlformats.org/officeDocument/2006/relationships/image" Target="../media/image266.png"/><Relationship Id="rId60" Type="http://schemas.openxmlformats.org/officeDocument/2006/relationships/image" Target="../media/image239.png"/><Relationship Id="rId81" Type="http://schemas.openxmlformats.org/officeDocument/2006/relationships/customXml" Target="../ink/ink239.xml"/><Relationship Id="rId135" Type="http://schemas.openxmlformats.org/officeDocument/2006/relationships/customXml" Target="../ink/ink266.xml"/><Relationship Id="rId156" Type="http://schemas.openxmlformats.org/officeDocument/2006/relationships/image" Target="../media/image287.png"/><Relationship Id="rId177" Type="http://schemas.openxmlformats.org/officeDocument/2006/relationships/customXml" Target="../ink/ink287.xml"/><Relationship Id="rId198" Type="http://schemas.openxmlformats.org/officeDocument/2006/relationships/image" Target="../media/image308.png"/><Relationship Id="rId202" Type="http://schemas.openxmlformats.org/officeDocument/2006/relationships/image" Target="../media/image310.png"/><Relationship Id="rId223" Type="http://schemas.openxmlformats.org/officeDocument/2006/relationships/customXml" Target="../ink/ink310.xml"/><Relationship Id="rId244" Type="http://schemas.openxmlformats.org/officeDocument/2006/relationships/image" Target="../media/image331.png"/><Relationship Id="rId18" Type="http://schemas.openxmlformats.org/officeDocument/2006/relationships/image" Target="../media/image218.png"/><Relationship Id="rId39" Type="http://schemas.openxmlformats.org/officeDocument/2006/relationships/customXml" Target="../ink/ink218.xml"/><Relationship Id="rId50" Type="http://schemas.openxmlformats.org/officeDocument/2006/relationships/image" Target="../media/image234.png"/><Relationship Id="rId104" Type="http://schemas.openxmlformats.org/officeDocument/2006/relationships/image" Target="../media/image261.png"/><Relationship Id="rId125" Type="http://schemas.openxmlformats.org/officeDocument/2006/relationships/customXml" Target="../ink/ink261.xml"/><Relationship Id="rId146" Type="http://schemas.openxmlformats.org/officeDocument/2006/relationships/image" Target="../media/image282.png"/><Relationship Id="rId167" Type="http://schemas.openxmlformats.org/officeDocument/2006/relationships/customXml" Target="../ink/ink282.xml"/><Relationship Id="rId188" Type="http://schemas.openxmlformats.org/officeDocument/2006/relationships/image" Target="../media/image303.png"/><Relationship Id="rId71" Type="http://schemas.openxmlformats.org/officeDocument/2006/relationships/customXml" Target="../ink/ink234.xml"/><Relationship Id="rId92" Type="http://schemas.openxmlformats.org/officeDocument/2006/relationships/image" Target="../media/image255.png"/><Relationship Id="rId213" Type="http://schemas.openxmlformats.org/officeDocument/2006/relationships/customXml" Target="../ink/ink305.xml"/><Relationship Id="rId234" Type="http://schemas.openxmlformats.org/officeDocument/2006/relationships/image" Target="../media/image326.png"/><Relationship Id="rId2" Type="http://schemas.openxmlformats.org/officeDocument/2006/relationships/image" Target="../media/image186.png"/><Relationship Id="rId29" Type="http://schemas.openxmlformats.org/officeDocument/2006/relationships/customXml" Target="../ink/ink213.xml"/><Relationship Id="rId255" Type="http://schemas.openxmlformats.org/officeDocument/2006/relationships/customXml" Target="../ink/ink326.xml"/><Relationship Id="rId40" Type="http://schemas.openxmlformats.org/officeDocument/2006/relationships/image" Target="../media/image229.png"/><Relationship Id="rId115" Type="http://schemas.openxmlformats.org/officeDocument/2006/relationships/customXml" Target="../ink/ink256.xml"/><Relationship Id="rId136" Type="http://schemas.openxmlformats.org/officeDocument/2006/relationships/image" Target="../media/image277.png"/><Relationship Id="rId157" Type="http://schemas.openxmlformats.org/officeDocument/2006/relationships/customXml" Target="../ink/ink277.xml"/><Relationship Id="rId178" Type="http://schemas.openxmlformats.org/officeDocument/2006/relationships/image" Target="../media/image298.png"/><Relationship Id="rId61" Type="http://schemas.openxmlformats.org/officeDocument/2006/relationships/customXml" Target="../ink/ink229.xml"/><Relationship Id="rId82" Type="http://schemas.openxmlformats.org/officeDocument/2006/relationships/image" Target="../media/image250.png"/><Relationship Id="rId199" Type="http://schemas.openxmlformats.org/officeDocument/2006/relationships/customXml" Target="../ink/ink298.xml"/><Relationship Id="rId203" Type="http://schemas.openxmlformats.org/officeDocument/2006/relationships/customXml" Target="../ink/ink300.xml"/><Relationship Id="rId19" Type="http://schemas.openxmlformats.org/officeDocument/2006/relationships/customXml" Target="../ink/ink208.xml"/><Relationship Id="rId224" Type="http://schemas.openxmlformats.org/officeDocument/2006/relationships/image" Target="../media/image321.png"/><Relationship Id="rId245" Type="http://schemas.openxmlformats.org/officeDocument/2006/relationships/customXml" Target="../ink/ink321.xml"/><Relationship Id="rId30" Type="http://schemas.openxmlformats.org/officeDocument/2006/relationships/image" Target="../media/image224.png"/><Relationship Id="rId105" Type="http://schemas.openxmlformats.org/officeDocument/2006/relationships/customXml" Target="../ink/ink251.xml"/><Relationship Id="rId126" Type="http://schemas.openxmlformats.org/officeDocument/2006/relationships/image" Target="../media/image272.png"/><Relationship Id="rId147" Type="http://schemas.openxmlformats.org/officeDocument/2006/relationships/customXml" Target="../ink/ink272.xml"/><Relationship Id="rId168" Type="http://schemas.openxmlformats.org/officeDocument/2006/relationships/image" Target="../media/image293.png"/><Relationship Id="rId51" Type="http://schemas.openxmlformats.org/officeDocument/2006/relationships/customXml" Target="../ink/ink224.xml"/><Relationship Id="rId72" Type="http://schemas.openxmlformats.org/officeDocument/2006/relationships/image" Target="../media/image245.png"/><Relationship Id="rId93" Type="http://schemas.openxmlformats.org/officeDocument/2006/relationships/customXml" Target="../ink/ink245.xml"/><Relationship Id="rId189" Type="http://schemas.openxmlformats.org/officeDocument/2006/relationships/customXml" Target="../ink/ink293.xml"/><Relationship Id="rId3" Type="http://schemas.openxmlformats.org/officeDocument/2006/relationships/customXml" Target="../ink/ink200.xml"/><Relationship Id="rId214" Type="http://schemas.openxmlformats.org/officeDocument/2006/relationships/image" Target="../media/image316.png"/><Relationship Id="rId235" Type="http://schemas.openxmlformats.org/officeDocument/2006/relationships/customXml" Target="../ink/ink316.xml"/><Relationship Id="rId256" Type="http://schemas.openxmlformats.org/officeDocument/2006/relationships/image" Target="../media/image337.png"/><Relationship Id="rId116" Type="http://schemas.openxmlformats.org/officeDocument/2006/relationships/image" Target="../media/image267.png"/><Relationship Id="rId137" Type="http://schemas.openxmlformats.org/officeDocument/2006/relationships/customXml" Target="../ink/ink267.xml"/><Relationship Id="rId158" Type="http://schemas.openxmlformats.org/officeDocument/2006/relationships/image" Target="../media/image288.png"/><Relationship Id="rId20" Type="http://schemas.openxmlformats.org/officeDocument/2006/relationships/image" Target="../media/image219.png"/><Relationship Id="rId41" Type="http://schemas.openxmlformats.org/officeDocument/2006/relationships/customXml" Target="../ink/ink219.xml"/><Relationship Id="rId62" Type="http://schemas.openxmlformats.org/officeDocument/2006/relationships/image" Target="../media/image240.png"/><Relationship Id="rId83" Type="http://schemas.openxmlformats.org/officeDocument/2006/relationships/customXml" Target="../ink/ink240.xml"/><Relationship Id="rId179" Type="http://schemas.openxmlformats.org/officeDocument/2006/relationships/customXml" Target="../ink/ink288.xml"/><Relationship Id="rId190" Type="http://schemas.openxmlformats.org/officeDocument/2006/relationships/image" Target="../media/image304.png"/><Relationship Id="rId204" Type="http://schemas.openxmlformats.org/officeDocument/2006/relationships/image" Target="../media/image311.png"/><Relationship Id="rId225" Type="http://schemas.openxmlformats.org/officeDocument/2006/relationships/customXml" Target="../ink/ink311.xml"/><Relationship Id="rId246" Type="http://schemas.openxmlformats.org/officeDocument/2006/relationships/image" Target="../media/image332.png"/><Relationship Id="rId106" Type="http://schemas.openxmlformats.org/officeDocument/2006/relationships/image" Target="../media/image262.png"/><Relationship Id="rId127" Type="http://schemas.openxmlformats.org/officeDocument/2006/relationships/customXml" Target="../ink/ink262.xml"/><Relationship Id="rId10" Type="http://schemas.openxmlformats.org/officeDocument/2006/relationships/image" Target="../media/image214.png"/><Relationship Id="rId31" Type="http://schemas.openxmlformats.org/officeDocument/2006/relationships/customXml" Target="../ink/ink214.xml"/><Relationship Id="rId52" Type="http://schemas.openxmlformats.org/officeDocument/2006/relationships/image" Target="../media/image235.png"/><Relationship Id="rId73" Type="http://schemas.openxmlformats.org/officeDocument/2006/relationships/customXml" Target="../ink/ink235.xml"/><Relationship Id="rId94" Type="http://schemas.openxmlformats.org/officeDocument/2006/relationships/image" Target="../media/image256.png"/><Relationship Id="rId148" Type="http://schemas.openxmlformats.org/officeDocument/2006/relationships/image" Target="../media/image283.png"/><Relationship Id="rId169" Type="http://schemas.openxmlformats.org/officeDocument/2006/relationships/customXml" Target="../ink/ink283.xml"/><Relationship Id="rId4" Type="http://schemas.openxmlformats.org/officeDocument/2006/relationships/image" Target="../media/image211.png"/><Relationship Id="rId180" Type="http://schemas.openxmlformats.org/officeDocument/2006/relationships/image" Target="../media/image299.png"/><Relationship Id="rId215" Type="http://schemas.openxmlformats.org/officeDocument/2006/relationships/customXml" Target="../ink/ink306.xml"/><Relationship Id="rId236" Type="http://schemas.openxmlformats.org/officeDocument/2006/relationships/image" Target="../media/image327.png"/><Relationship Id="rId257" Type="http://schemas.openxmlformats.org/officeDocument/2006/relationships/customXml" Target="../ink/ink32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7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6.png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86.xml"/><Relationship Id="rId21" Type="http://schemas.openxmlformats.org/officeDocument/2006/relationships/customXml" Target="../ink/ink338.xml"/><Relationship Id="rId42" Type="http://schemas.openxmlformats.org/officeDocument/2006/relationships/image" Target="../media/image360.png"/><Relationship Id="rId63" Type="http://schemas.openxmlformats.org/officeDocument/2006/relationships/customXml" Target="../ink/ink359.xml"/><Relationship Id="rId84" Type="http://schemas.openxmlformats.org/officeDocument/2006/relationships/image" Target="../media/image381.png"/><Relationship Id="rId138" Type="http://schemas.openxmlformats.org/officeDocument/2006/relationships/image" Target="../media/image408.png"/><Relationship Id="rId16" Type="http://schemas.openxmlformats.org/officeDocument/2006/relationships/image" Target="../media/image347.png"/><Relationship Id="rId107" Type="http://schemas.openxmlformats.org/officeDocument/2006/relationships/customXml" Target="../ink/ink381.xml"/><Relationship Id="rId11" Type="http://schemas.openxmlformats.org/officeDocument/2006/relationships/customXml" Target="../ink/ink333.xml"/><Relationship Id="rId32" Type="http://schemas.openxmlformats.org/officeDocument/2006/relationships/image" Target="../media/image355.png"/><Relationship Id="rId37" Type="http://schemas.openxmlformats.org/officeDocument/2006/relationships/customXml" Target="../ink/ink346.xml"/><Relationship Id="rId53" Type="http://schemas.openxmlformats.org/officeDocument/2006/relationships/customXml" Target="../ink/ink354.xml"/><Relationship Id="rId58" Type="http://schemas.openxmlformats.org/officeDocument/2006/relationships/image" Target="../media/image368.png"/><Relationship Id="rId74" Type="http://schemas.openxmlformats.org/officeDocument/2006/relationships/image" Target="../media/image376.png"/><Relationship Id="rId79" Type="http://schemas.openxmlformats.org/officeDocument/2006/relationships/customXml" Target="../ink/ink367.xml"/><Relationship Id="rId102" Type="http://schemas.openxmlformats.org/officeDocument/2006/relationships/image" Target="../media/image390.png"/><Relationship Id="rId123" Type="http://schemas.openxmlformats.org/officeDocument/2006/relationships/customXml" Target="../ink/ink389.xml"/><Relationship Id="rId128" Type="http://schemas.openxmlformats.org/officeDocument/2006/relationships/image" Target="../media/image403.png"/><Relationship Id="rId5" Type="http://schemas.openxmlformats.org/officeDocument/2006/relationships/customXml" Target="../ink/ink330.xml"/><Relationship Id="rId90" Type="http://schemas.openxmlformats.org/officeDocument/2006/relationships/image" Target="../media/image384.png"/><Relationship Id="rId95" Type="http://schemas.openxmlformats.org/officeDocument/2006/relationships/customXml" Target="../ink/ink375.xml"/><Relationship Id="rId22" Type="http://schemas.openxmlformats.org/officeDocument/2006/relationships/image" Target="../media/image350.png"/><Relationship Id="rId27" Type="http://schemas.openxmlformats.org/officeDocument/2006/relationships/customXml" Target="../ink/ink341.xml"/><Relationship Id="rId43" Type="http://schemas.openxmlformats.org/officeDocument/2006/relationships/customXml" Target="../ink/ink349.xml"/><Relationship Id="rId48" Type="http://schemas.openxmlformats.org/officeDocument/2006/relationships/image" Target="../media/image363.png"/><Relationship Id="rId64" Type="http://schemas.openxmlformats.org/officeDocument/2006/relationships/image" Target="../media/image371.png"/><Relationship Id="rId69" Type="http://schemas.openxmlformats.org/officeDocument/2006/relationships/customXml" Target="../ink/ink362.xml"/><Relationship Id="rId113" Type="http://schemas.openxmlformats.org/officeDocument/2006/relationships/customXml" Target="../ink/ink384.xml"/><Relationship Id="rId118" Type="http://schemas.openxmlformats.org/officeDocument/2006/relationships/image" Target="../media/image398.png"/><Relationship Id="rId134" Type="http://schemas.openxmlformats.org/officeDocument/2006/relationships/image" Target="../media/image406.png"/><Relationship Id="rId80" Type="http://schemas.openxmlformats.org/officeDocument/2006/relationships/image" Target="../media/image379.png"/><Relationship Id="rId85" Type="http://schemas.openxmlformats.org/officeDocument/2006/relationships/customXml" Target="../ink/ink370.xml"/><Relationship Id="rId12" Type="http://schemas.openxmlformats.org/officeDocument/2006/relationships/image" Target="../media/image345.png"/><Relationship Id="rId17" Type="http://schemas.openxmlformats.org/officeDocument/2006/relationships/customXml" Target="../ink/ink336.xml"/><Relationship Id="rId33" Type="http://schemas.openxmlformats.org/officeDocument/2006/relationships/customXml" Target="../ink/ink344.xml"/><Relationship Id="rId38" Type="http://schemas.openxmlformats.org/officeDocument/2006/relationships/image" Target="../media/image358.png"/><Relationship Id="rId59" Type="http://schemas.openxmlformats.org/officeDocument/2006/relationships/customXml" Target="../ink/ink357.xml"/><Relationship Id="rId103" Type="http://schemas.openxmlformats.org/officeDocument/2006/relationships/customXml" Target="../ink/ink379.xml"/><Relationship Id="rId108" Type="http://schemas.openxmlformats.org/officeDocument/2006/relationships/image" Target="../media/image393.png"/><Relationship Id="rId124" Type="http://schemas.openxmlformats.org/officeDocument/2006/relationships/image" Target="../media/image401.png"/><Relationship Id="rId129" Type="http://schemas.openxmlformats.org/officeDocument/2006/relationships/customXml" Target="../ink/ink392.xml"/><Relationship Id="rId54" Type="http://schemas.openxmlformats.org/officeDocument/2006/relationships/image" Target="../media/image366.png"/><Relationship Id="rId70" Type="http://schemas.openxmlformats.org/officeDocument/2006/relationships/image" Target="../media/image374.png"/><Relationship Id="rId75" Type="http://schemas.openxmlformats.org/officeDocument/2006/relationships/customXml" Target="../ink/ink365.xml"/><Relationship Id="rId91" Type="http://schemas.openxmlformats.org/officeDocument/2006/relationships/customXml" Target="../ink/ink373.xml"/><Relationship Id="rId96" Type="http://schemas.openxmlformats.org/officeDocument/2006/relationships/image" Target="../media/image38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2.png"/><Relationship Id="rId23" Type="http://schemas.openxmlformats.org/officeDocument/2006/relationships/customXml" Target="../ink/ink339.xml"/><Relationship Id="rId28" Type="http://schemas.openxmlformats.org/officeDocument/2006/relationships/image" Target="../media/image353.png"/><Relationship Id="rId49" Type="http://schemas.openxmlformats.org/officeDocument/2006/relationships/customXml" Target="../ink/ink352.xml"/><Relationship Id="rId114" Type="http://schemas.openxmlformats.org/officeDocument/2006/relationships/image" Target="../media/image396.png"/><Relationship Id="rId119" Type="http://schemas.openxmlformats.org/officeDocument/2006/relationships/customXml" Target="../ink/ink387.xml"/><Relationship Id="rId44" Type="http://schemas.openxmlformats.org/officeDocument/2006/relationships/image" Target="../media/image361.png"/><Relationship Id="rId60" Type="http://schemas.openxmlformats.org/officeDocument/2006/relationships/image" Target="../media/image369.png"/><Relationship Id="rId65" Type="http://schemas.openxmlformats.org/officeDocument/2006/relationships/customXml" Target="../ink/ink360.xml"/><Relationship Id="rId81" Type="http://schemas.openxmlformats.org/officeDocument/2006/relationships/customXml" Target="../ink/ink368.xml"/><Relationship Id="rId86" Type="http://schemas.openxmlformats.org/officeDocument/2006/relationships/image" Target="../media/image382.png"/><Relationship Id="rId130" Type="http://schemas.openxmlformats.org/officeDocument/2006/relationships/image" Target="../media/image404.png"/><Relationship Id="rId135" Type="http://schemas.openxmlformats.org/officeDocument/2006/relationships/customXml" Target="../ink/ink395.xml"/><Relationship Id="rId13" Type="http://schemas.openxmlformats.org/officeDocument/2006/relationships/customXml" Target="../ink/ink334.xml"/><Relationship Id="rId18" Type="http://schemas.openxmlformats.org/officeDocument/2006/relationships/image" Target="../media/image348.png"/><Relationship Id="rId39" Type="http://schemas.openxmlformats.org/officeDocument/2006/relationships/customXml" Target="../ink/ink347.xml"/><Relationship Id="rId109" Type="http://schemas.openxmlformats.org/officeDocument/2006/relationships/customXml" Target="../ink/ink382.xml"/><Relationship Id="rId34" Type="http://schemas.openxmlformats.org/officeDocument/2006/relationships/image" Target="../media/image356.png"/><Relationship Id="rId50" Type="http://schemas.openxmlformats.org/officeDocument/2006/relationships/image" Target="../media/image364.png"/><Relationship Id="rId55" Type="http://schemas.openxmlformats.org/officeDocument/2006/relationships/customXml" Target="../ink/ink355.xml"/><Relationship Id="rId76" Type="http://schemas.openxmlformats.org/officeDocument/2006/relationships/image" Target="../media/image377.png"/><Relationship Id="rId97" Type="http://schemas.openxmlformats.org/officeDocument/2006/relationships/customXml" Target="../ink/ink376.xml"/><Relationship Id="rId104" Type="http://schemas.openxmlformats.org/officeDocument/2006/relationships/image" Target="../media/image391.png"/><Relationship Id="rId120" Type="http://schemas.openxmlformats.org/officeDocument/2006/relationships/image" Target="../media/image399.png"/><Relationship Id="rId125" Type="http://schemas.openxmlformats.org/officeDocument/2006/relationships/customXml" Target="../ink/ink390.xml"/><Relationship Id="rId7" Type="http://schemas.openxmlformats.org/officeDocument/2006/relationships/customXml" Target="../ink/ink331.xml"/><Relationship Id="rId71" Type="http://schemas.openxmlformats.org/officeDocument/2006/relationships/customXml" Target="../ink/ink363.xml"/><Relationship Id="rId92" Type="http://schemas.openxmlformats.org/officeDocument/2006/relationships/image" Target="../media/image385.png"/><Relationship Id="rId2" Type="http://schemas.openxmlformats.org/officeDocument/2006/relationships/image" Target="../media/image186.png"/><Relationship Id="rId29" Type="http://schemas.openxmlformats.org/officeDocument/2006/relationships/customXml" Target="../ink/ink342.xml"/><Relationship Id="rId24" Type="http://schemas.openxmlformats.org/officeDocument/2006/relationships/image" Target="../media/image351.png"/><Relationship Id="rId40" Type="http://schemas.openxmlformats.org/officeDocument/2006/relationships/image" Target="../media/image359.png"/><Relationship Id="rId45" Type="http://schemas.openxmlformats.org/officeDocument/2006/relationships/customXml" Target="../ink/ink350.xml"/><Relationship Id="rId66" Type="http://schemas.openxmlformats.org/officeDocument/2006/relationships/image" Target="../media/image372.png"/><Relationship Id="rId87" Type="http://schemas.openxmlformats.org/officeDocument/2006/relationships/customXml" Target="../ink/ink371.xml"/><Relationship Id="rId110" Type="http://schemas.openxmlformats.org/officeDocument/2006/relationships/image" Target="../media/image394.png"/><Relationship Id="rId115" Type="http://schemas.openxmlformats.org/officeDocument/2006/relationships/customXml" Target="../ink/ink385.xml"/><Relationship Id="rId131" Type="http://schemas.openxmlformats.org/officeDocument/2006/relationships/customXml" Target="../ink/ink393.xml"/><Relationship Id="rId136" Type="http://schemas.openxmlformats.org/officeDocument/2006/relationships/image" Target="../media/image407.png"/><Relationship Id="rId61" Type="http://schemas.openxmlformats.org/officeDocument/2006/relationships/customXml" Target="../ink/ink358.xml"/><Relationship Id="rId82" Type="http://schemas.openxmlformats.org/officeDocument/2006/relationships/image" Target="../media/image380.png"/><Relationship Id="rId19" Type="http://schemas.openxmlformats.org/officeDocument/2006/relationships/customXml" Target="../ink/ink337.xml"/><Relationship Id="rId14" Type="http://schemas.openxmlformats.org/officeDocument/2006/relationships/image" Target="../media/image346.png"/><Relationship Id="rId30" Type="http://schemas.openxmlformats.org/officeDocument/2006/relationships/image" Target="../media/image354.png"/><Relationship Id="rId35" Type="http://schemas.openxmlformats.org/officeDocument/2006/relationships/customXml" Target="../ink/ink345.xml"/><Relationship Id="rId56" Type="http://schemas.openxmlformats.org/officeDocument/2006/relationships/image" Target="../media/image367.png"/><Relationship Id="rId77" Type="http://schemas.openxmlformats.org/officeDocument/2006/relationships/customXml" Target="../ink/ink366.xml"/><Relationship Id="rId100" Type="http://schemas.openxmlformats.org/officeDocument/2006/relationships/image" Target="../media/image389.png"/><Relationship Id="rId105" Type="http://schemas.openxmlformats.org/officeDocument/2006/relationships/customXml" Target="../ink/ink380.xml"/><Relationship Id="rId126" Type="http://schemas.openxmlformats.org/officeDocument/2006/relationships/image" Target="../media/image402.png"/><Relationship Id="rId8" Type="http://schemas.openxmlformats.org/officeDocument/2006/relationships/image" Target="../media/image343.png"/><Relationship Id="rId51" Type="http://schemas.openxmlformats.org/officeDocument/2006/relationships/customXml" Target="../ink/ink353.xml"/><Relationship Id="rId72" Type="http://schemas.openxmlformats.org/officeDocument/2006/relationships/image" Target="../media/image375.png"/><Relationship Id="rId93" Type="http://schemas.openxmlformats.org/officeDocument/2006/relationships/customXml" Target="../ink/ink374.xml"/><Relationship Id="rId98" Type="http://schemas.openxmlformats.org/officeDocument/2006/relationships/image" Target="../media/image388.png"/><Relationship Id="rId121" Type="http://schemas.openxmlformats.org/officeDocument/2006/relationships/customXml" Target="../ink/ink388.xml"/><Relationship Id="rId3" Type="http://schemas.openxmlformats.org/officeDocument/2006/relationships/customXml" Target="../ink/ink329.xml"/><Relationship Id="rId25" Type="http://schemas.openxmlformats.org/officeDocument/2006/relationships/customXml" Target="../ink/ink340.xml"/><Relationship Id="rId46" Type="http://schemas.openxmlformats.org/officeDocument/2006/relationships/image" Target="../media/image362.png"/><Relationship Id="rId67" Type="http://schemas.openxmlformats.org/officeDocument/2006/relationships/customXml" Target="../ink/ink361.xml"/><Relationship Id="rId116" Type="http://schemas.openxmlformats.org/officeDocument/2006/relationships/image" Target="../media/image397.png"/><Relationship Id="rId137" Type="http://schemas.openxmlformats.org/officeDocument/2006/relationships/customXml" Target="../ink/ink396.xml"/><Relationship Id="rId20" Type="http://schemas.openxmlformats.org/officeDocument/2006/relationships/image" Target="../media/image349.png"/><Relationship Id="rId41" Type="http://schemas.openxmlformats.org/officeDocument/2006/relationships/customXml" Target="../ink/ink348.xml"/><Relationship Id="rId62" Type="http://schemas.openxmlformats.org/officeDocument/2006/relationships/image" Target="../media/image370.png"/><Relationship Id="rId83" Type="http://schemas.openxmlformats.org/officeDocument/2006/relationships/customXml" Target="../ink/ink369.xml"/><Relationship Id="rId88" Type="http://schemas.openxmlformats.org/officeDocument/2006/relationships/image" Target="../media/image383.png"/><Relationship Id="rId111" Type="http://schemas.openxmlformats.org/officeDocument/2006/relationships/customXml" Target="../ink/ink383.xml"/><Relationship Id="rId132" Type="http://schemas.openxmlformats.org/officeDocument/2006/relationships/image" Target="../media/image405.png"/><Relationship Id="rId15" Type="http://schemas.openxmlformats.org/officeDocument/2006/relationships/customXml" Target="../ink/ink335.xml"/><Relationship Id="rId36" Type="http://schemas.openxmlformats.org/officeDocument/2006/relationships/image" Target="../media/image357.png"/><Relationship Id="rId57" Type="http://schemas.openxmlformats.org/officeDocument/2006/relationships/customXml" Target="../ink/ink356.xml"/><Relationship Id="rId106" Type="http://schemas.openxmlformats.org/officeDocument/2006/relationships/image" Target="../media/image392.png"/><Relationship Id="rId127" Type="http://schemas.openxmlformats.org/officeDocument/2006/relationships/customXml" Target="../ink/ink391.xml"/><Relationship Id="rId10" Type="http://schemas.openxmlformats.org/officeDocument/2006/relationships/image" Target="../media/image344.png"/><Relationship Id="rId31" Type="http://schemas.openxmlformats.org/officeDocument/2006/relationships/customXml" Target="../ink/ink343.xml"/><Relationship Id="rId52" Type="http://schemas.openxmlformats.org/officeDocument/2006/relationships/image" Target="../media/image365.png"/><Relationship Id="rId73" Type="http://schemas.openxmlformats.org/officeDocument/2006/relationships/customXml" Target="../ink/ink364.xml"/><Relationship Id="rId78" Type="http://schemas.openxmlformats.org/officeDocument/2006/relationships/image" Target="../media/image378.png"/><Relationship Id="rId94" Type="http://schemas.openxmlformats.org/officeDocument/2006/relationships/image" Target="../media/image386.png"/><Relationship Id="rId99" Type="http://schemas.openxmlformats.org/officeDocument/2006/relationships/customXml" Target="../ink/ink377.xml"/><Relationship Id="rId101" Type="http://schemas.openxmlformats.org/officeDocument/2006/relationships/customXml" Target="../ink/ink378.xml"/><Relationship Id="rId122" Type="http://schemas.openxmlformats.org/officeDocument/2006/relationships/image" Target="../media/image400.png"/><Relationship Id="rId4" Type="http://schemas.openxmlformats.org/officeDocument/2006/relationships/image" Target="../media/image341.png"/><Relationship Id="rId9" Type="http://schemas.openxmlformats.org/officeDocument/2006/relationships/customXml" Target="../ink/ink332.xml"/><Relationship Id="rId26" Type="http://schemas.openxmlformats.org/officeDocument/2006/relationships/image" Target="../media/image352.png"/><Relationship Id="rId47" Type="http://schemas.openxmlformats.org/officeDocument/2006/relationships/customXml" Target="../ink/ink351.xml"/><Relationship Id="rId68" Type="http://schemas.openxmlformats.org/officeDocument/2006/relationships/image" Target="../media/image373.png"/><Relationship Id="rId89" Type="http://schemas.openxmlformats.org/officeDocument/2006/relationships/customXml" Target="../ink/ink372.xml"/><Relationship Id="rId112" Type="http://schemas.openxmlformats.org/officeDocument/2006/relationships/image" Target="../media/image395.png"/><Relationship Id="rId133" Type="http://schemas.openxmlformats.org/officeDocument/2006/relationships/customXml" Target="../ink/ink39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1.png"/><Relationship Id="rId13" Type="http://schemas.openxmlformats.org/officeDocument/2006/relationships/customXml" Target="../ink/ink402.xml"/><Relationship Id="rId18" Type="http://schemas.openxmlformats.org/officeDocument/2006/relationships/image" Target="../media/image416.png"/><Relationship Id="rId3" Type="http://schemas.openxmlformats.org/officeDocument/2006/relationships/customXml" Target="../ink/ink397.xml"/><Relationship Id="rId7" Type="http://schemas.openxmlformats.org/officeDocument/2006/relationships/customXml" Target="../ink/ink399.xml"/><Relationship Id="rId12" Type="http://schemas.openxmlformats.org/officeDocument/2006/relationships/image" Target="../media/image413.png"/><Relationship Id="rId17" Type="http://schemas.openxmlformats.org/officeDocument/2006/relationships/customXml" Target="../ink/ink404.xml"/><Relationship Id="rId2" Type="http://schemas.openxmlformats.org/officeDocument/2006/relationships/image" Target="../media/image186.png"/><Relationship Id="rId16" Type="http://schemas.openxmlformats.org/officeDocument/2006/relationships/image" Target="../media/image415.png"/><Relationship Id="rId20" Type="http://schemas.openxmlformats.org/officeDocument/2006/relationships/image" Target="../media/image41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10.png"/><Relationship Id="rId11" Type="http://schemas.openxmlformats.org/officeDocument/2006/relationships/customXml" Target="../ink/ink401.xml"/><Relationship Id="rId5" Type="http://schemas.openxmlformats.org/officeDocument/2006/relationships/customXml" Target="../ink/ink398.xml"/><Relationship Id="rId15" Type="http://schemas.openxmlformats.org/officeDocument/2006/relationships/customXml" Target="../ink/ink403.xml"/><Relationship Id="rId10" Type="http://schemas.openxmlformats.org/officeDocument/2006/relationships/image" Target="../media/image412.png"/><Relationship Id="rId19" Type="http://schemas.openxmlformats.org/officeDocument/2006/relationships/customXml" Target="../ink/ink405.xml"/><Relationship Id="rId4" Type="http://schemas.openxmlformats.org/officeDocument/2006/relationships/image" Target="../media/image409.png"/><Relationship Id="rId9" Type="http://schemas.openxmlformats.org/officeDocument/2006/relationships/customXml" Target="../ink/ink400.xml"/><Relationship Id="rId14" Type="http://schemas.openxmlformats.org/officeDocument/2006/relationships/image" Target="../media/image4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186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6" Type="http://schemas.openxmlformats.org/officeDocument/2006/relationships/image" Target="../media/image431.png"/><Relationship Id="rId117" Type="http://schemas.openxmlformats.org/officeDocument/2006/relationships/customXml" Target="../ink/ink463.xml"/><Relationship Id="rId21" Type="http://schemas.openxmlformats.org/officeDocument/2006/relationships/customXml" Target="../ink/ink415.xml"/><Relationship Id="rId42" Type="http://schemas.openxmlformats.org/officeDocument/2006/relationships/image" Target="../media/image439.png"/><Relationship Id="rId47" Type="http://schemas.openxmlformats.org/officeDocument/2006/relationships/customXml" Target="../ink/ink428.xml"/><Relationship Id="rId63" Type="http://schemas.openxmlformats.org/officeDocument/2006/relationships/customXml" Target="../ink/ink436.xml"/><Relationship Id="rId68" Type="http://schemas.openxmlformats.org/officeDocument/2006/relationships/image" Target="../media/image452.png"/><Relationship Id="rId84" Type="http://schemas.openxmlformats.org/officeDocument/2006/relationships/image" Target="../media/image460.png"/><Relationship Id="rId89" Type="http://schemas.openxmlformats.org/officeDocument/2006/relationships/customXml" Target="../ink/ink449.xml"/><Relationship Id="rId112" Type="http://schemas.openxmlformats.org/officeDocument/2006/relationships/image" Target="../media/image474.png"/><Relationship Id="rId16" Type="http://schemas.openxmlformats.org/officeDocument/2006/relationships/image" Target="../media/image426.png"/><Relationship Id="rId107" Type="http://schemas.openxmlformats.org/officeDocument/2006/relationships/customXml" Target="../ink/ink458.xml"/><Relationship Id="rId11" Type="http://schemas.openxmlformats.org/officeDocument/2006/relationships/customXml" Target="../ink/ink410.xml"/><Relationship Id="rId32" Type="http://schemas.openxmlformats.org/officeDocument/2006/relationships/image" Target="../media/image434.png"/><Relationship Id="rId37" Type="http://schemas.openxmlformats.org/officeDocument/2006/relationships/customXml" Target="../ink/ink423.xml"/><Relationship Id="rId53" Type="http://schemas.openxmlformats.org/officeDocument/2006/relationships/customXml" Target="../ink/ink431.xml"/><Relationship Id="rId58" Type="http://schemas.openxmlformats.org/officeDocument/2006/relationships/image" Target="../media/image447.png"/><Relationship Id="rId74" Type="http://schemas.openxmlformats.org/officeDocument/2006/relationships/image" Target="../media/image455.png"/><Relationship Id="rId79" Type="http://schemas.openxmlformats.org/officeDocument/2006/relationships/customXml" Target="../ink/ink444.xml"/><Relationship Id="rId102" Type="http://schemas.openxmlformats.org/officeDocument/2006/relationships/image" Target="../media/image469.png"/><Relationship Id="rId5" Type="http://schemas.openxmlformats.org/officeDocument/2006/relationships/customXml" Target="../ink/ink407.xml"/><Relationship Id="rId90" Type="http://schemas.openxmlformats.org/officeDocument/2006/relationships/image" Target="../media/image463.png"/><Relationship Id="rId95" Type="http://schemas.openxmlformats.org/officeDocument/2006/relationships/customXml" Target="../ink/ink452.xml"/><Relationship Id="rId22" Type="http://schemas.openxmlformats.org/officeDocument/2006/relationships/image" Target="../media/image429.png"/><Relationship Id="rId27" Type="http://schemas.openxmlformats.org/officeDocument/2006/relationships/customXml" Target="../ink/ink418.xml"/><Relationship Id="rId43" Type="http://schemas.openxmlformats.org/officeDocument/2006/relationships/customXml" Target="../ink/ink426.xml"/><Relationship Id="rId48" Type="http://schemas.openxmlformats.org/officeDocument/2006/relationships/image" Target="../media/image442.png"/><Relationship Id="rId64" Type="http://schemas.openxmlformats.org/officeDocument/2006/relationships/image" Target="../media/image450.png"/><Relationship Id="rId69" Type="http://schemas.openxmlformats.org/officeDocument/2006/relationships/customXml" Target="../ink/ink439.xml"/><Relationship Id="rId113" Type="http://schemas.openxmlformats.org/officeDocument/2006/relationships/customXml" Target="../ink/ink461.xml"/><Relationship Id="rId118" Type="http://schemas.openxmlformats.org/officeDocument/2006/relationships/image" Target="../media/image477.png"/><Relationship Id="rId80" Type="http://schemas.openxmlformats.org/officeDocument/2006/relationships/image" Target="../media/image458.png"/><Relationship Id="rId85" Type="http://schemas.openxmlformats.org/officeDocument/2006/relationships/customXml" Target="../ink/ink447.xml"/><Relationship Id="rId12" Type="http://schemas.openxmlformats.org/officeDocument/2006/relationships/image" Target="../media/image424.png"/><Relationship Id="rId17" Type="http://schemas.openxmlformats.org/officeDocument/2006/relationships/customXml" Target="../ink/ink413.xml"/><Relationship Id="rId33" Type="http://schemas.openxmlformats.org/officeDocument/2006/relationships/customXml" Target="../ink/ink421.xml"/><Relationship Id="rId38" Type="http://schemas.openxmlformats.org/officeDocument/2006/relationships/image" Target="../media/image437.png"/><Relationship Id="rId59" Type="http://schemas.openxmlformats.org/officeDocument/2006/relationships/customXml" Target="../ink/ink434.xml"/><Relationship Id="rId103" Type="http://schemas.openxmlformats.org/officeDocument/2006/relationships/customXml" Target="../ink/ink456.xml"/><Relationship Id="rId108" Type="http://schemas.openxmlformats.org/officeDocument/2006/relationships/image" Target="../media/image472.png"/><Relationship Id="rId54" Type="http://schemas.openxmlformats.org/officeDocument/2006/relationships/image" Target="../media/image445.png"/><Relationship Id="rId70" Type="http://schemas.openxmlformats.org/officeDocument/2006/relationships/image" Target="../media/image453.png"/><Relationship Id="rId75" Type="http://schemas.openxmlformats.org/officeDocument/2006/relationships/customXml" Target="../ink/ink442.xml"/><Relationship Id="rId91" Type="http://schemas.openxmlformats.org/officeDocument/2006/relationships/customXml" Target="../ink/ink450.xml"/><Relationship Id="rId96" Type="http://schemas.openxmlformats.org/officeDocument/2006/relationships/image" Target="../media/image46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1.png"/><Relationship Id="rId23" Type="http://schemas.openxmlformats.org/officeDocument/2006/relationships/customXml" Target="../ink/ink416.xml"/><Relationship Id="rId28" Type="http://schemas.openxmlformats.org/officeDocument/2006/relationships/image" Target="../media/image432.png"/><Relationship Id="rId49" Type="http://schemas.openxmlformats.org/officeDocument/2006/relationships/customXml" Target="../ink/ink429.xml"/><Relationship Id="rId114" Type="http://schemas.openxmlformats.org/officeDocument/2006/relationships/image" Target="../media/image475.png"/><Relationship Id="rId119" Type="http://schemas.openxmlformats.org/officeDocument/2006/relationships/customXml" Target="../ink/ink464.xml"/><Relationship Id="rId44" Type="http://schemas.openxmlformats.org/officeDocument/2006/relationships/image" Target="../media/image440.png"/><Relationship Id="rId60" Type="http://schemas.openxmlformats.org/officeDocument/2006/relationships/image" Target="../media/image448.png"/><Relationship Id="rId65" Type="http://schemas.openxmlformats.org/officeDocument/2006/relationships/customXml" Target="../ink/ink437.xml"/><Relationship Id="rId81" Type="http://schemas.openxmlformats.org/officeDocument/2006/relationships/customXml" Target="../ink/ink445.xml"/><Relationship Id="rId86" Type="http://schemas.openxmlformats.org/officeDocument/2006/relationships/image" Target="../media/image461.png"/><Relationship Id="rId4" Type="http://schemas.openxmlformats.org/officeDocument/2006/relationships/image" Target="../media/image420.png"/><Relationship Id="rId9" Type="http://schemas.openxmlformats.org/officeDocument/2006/relationships/customXml" Target="../ink/ink409.xml"/><Relationship Id="rId13" Type="http://schemas.openxmlformats.org/officeDocument/2006/relationships/customXml" Target="../ink/ink411.xml"/><Relationship Id="rId18" Type="http://schemas.openxmlformats.org/officeDocument/2006/relationships/image" Target="../media/image427.png"/><Relationship Id="rId39" Type="http://schemas.openxmlformats.org/officeDocument/2006/relationships/customXml" Target="../ink/ink424.xml"/><Relationship Id="rId109" Type="http://schemas.openxmlformats.org/officeDocument/2006/relationships/customXml" Target="../ink/ink459.xml"/><Relationship Id="rId34" Type="http://schemas.openxmlformats.org/officeDocument/2006/relationships/image" Target="../media/image435.png"/><Relationship Id="rId50" Type="http://schemas.openxmlformats.org/officeDocument/2006/relationships/image" Target="../media/image443.png"/><Relationship Id="rId55" Type="http://schemas.openxmlformats.org/officeDocument/2006/relationships/customXml" Target="../ink/ink432.xml"/><Relationship Id="rId76" Type="http://schemas.openxmlformats.org/officeDocument/2006/relationships/image" Target="../media/image456.png"/><Relationship Id="rId97" Type="http://schemas.openxmlformats.org/officeDocument/2006/relationships/customXml" Target="../ink/ink453.xml"/><Relationship Id="rId104" Type="http://schemas.openxmlformats.org/officeDocument/2006/relationships/image" Target="../media/image470.png"/><Relationship Id="rId120" Type="http://schemas.openxmlformats.org/officeDocument/2006/relationships/image" Target="../media/image478.png"/><Relationship Id="rId7" Type="http://schemas.openxmlformats.org/officeDocument/2006/relationships/customXml" Target="../ink/ink408.xml"/><Relationship Id="rId71" Type="http://schemas.openxmlformats.org/officeDocument/2006/relationships/customXml" Target="../ink/ink440.xml"/><Relationship Id="rId92" Type="http://schemas.openxmlformats.org/officeDocument/2006/relationships/image" Target="../media/image464.png"/><Relationship Id="rId2" Type="http://schemas.openxmlformats.org/officeDocument/2006/relationships/image" Target="../media/image418.png"/><Relationship Id="rId29" Type="http://schemas.openxmlformats.org/officeDocument/2006/relationships/customXml" Target="../ink/ink419.xml"/><Relationship Id="rId24" Type="http://schemas.openxmlformats.org/officeDocument/2006/relationships/image" Target="../media/image430.png"/><Relationship Id="rId40" Type="http://schemas.openxmlformats.org/officeDocument/2006/relationships/image" Target="../media/image438.png"/><Relationship Id="rId45" Type="http://schemas.openxmlformats.org/officeDocument/2006/relationships/customXml" Target="../ink/ink427.xml"/><Relationship Id="rId66" Type="http://schemas.openxmlformats.org/officeDocument/2006/relationships/image" Target="../media/image451.png"/><Relationship Id="rId87" Type="http://schemas.openxmlformats.org/officeDocument/2006/relationships/customXml" Target="../ink/ink448.xml"/><Relationship Id="rId110" Type="http://schemas.openxmlformats.org/officeDocument/2006/relationships/image" Target="../media/image473.png"/><Relationship Id="rId115" Type="http://schemas.openxmlformats.org/officeDocument/2006/relationships/customXml" Target="../ink/ink462.xml"/><Relationship Id="rId61" Type="http://schemas.openxmlformats.org/officeDocument/2006/relationships/customXml" Target="../ink/ink435.xml"/><Relationship Id="rId82" Type="http://schemas.openxmlformats.org/officeDocument/2006/relationships/image" Target="../media/image459.png"/><Relationship Id="rId19" Type="http://schemas.openxmlformats.org/officeDocument/2006/relationships/customXml" Target="../ink/ink414.xml"/><Relationship Id="rId14" Type="http://schemas.openxmlformats.org/officeDocument/2006/relationships/image" Target="../media/image425.png"/><Relationship Id="rId30" Type="http://schemas.openxmlformats.org/officeDocument/2006/relationships/image" Target="../media/image433.png"/><Relationship Id="rId35" Type="http://schemas.openxmlformats.org/officeDocument/2006/relationships/customXml" Target="../ink/ink422.xml"/><Relationship Id="rId56" Type="http://schemas.openxmlformats.org/officeDocument/2006/relationships/image" Target="../media/image446.png"/><Relationship Id="rId77" Type="http://schemas.openxmlformats.org/officeDocument/2006/relationships/customXml" Target="../ink/ink443.xml"/><Relationship Id="rId100" Type="http://schemas.openxmlformats.org/officeDocument/2006/relationships/image" Target="../media/image468.png"/><Relationship Id="rId105" Type="http://schemas.openxmlformats.org/officeDocument/2006/relationships/customXml" Target="../ink/ink457.xml"/><Relationship Id="rId8" Type="http://schemas.openxmlformats.org/officeDocument/2006/relationships/image" Target="../media/image422.png"/><Relationship Id="rId51" Type="http://schemas.openxmlformats.org/officeDocument/2006/relationships/customXml" Target="../ink/ink430.xml"/><Relationship Id="rId72" Type="http://schemas.openxmlformats.org/officeDocument/2006/relationships/image" Target="../media/image454.png"/><Relationship Id="rId93" Type="http://schemas.openxmlformats.org/officeDocument/2006/relationships/customXml" Target="../ink/ink451.xml"/><Relationship Id="rId98" Type="http://schemas.openxmlformats.org/officeDocument/2006/relationships/image" Target="../media/image467.png"/><Relationship Id="rId121" Type="http://schemas.openxmlformats.org/officeDocument/2006/relationships/customXml" Target="../ink/ink465.xml"/><Relationship Id="rId3" Type="http://schemas.openxmlformats.org/officeDocument/2006/relationships/customXml" Target="../ink/ink406.xml"/><Relationship Id="rId25" Type="http://schemas.openxmlformats.org/officeDocument/2006/relationships/customXml" Target="../ink/ink417.xml"/><Relationship Id="rId46" Type="http://schemas.openxmlformats.org/officeDocument/2006/relationships/image" Target="../media/image441.png"/><Relationship Id="rId67" Type="http://schemas.openxmlformats.org/officeDocument/2006/relationships/customXml" Target="../ink/ink438.xml"/><Relationship Id="rId116" Type="http://schemas.openxmlformats.org/officeDocument/2006/relationships/image" Target="../media/image476.png"/><Relationship Id="rId20" Type="http://schemas.openxmlformats.org/officeDocument/2006/relationships/image" Target="../media/image428.png"/><Relationship Id="rId41" Type="http://schemas.openxmlformats.org/officeDocument/2006/relationships/customXml" Target="../ink/ink425.xml"/><Relationship Id="rId62" Type="http://schemas.openxmlformats.org/officeDocument/2006/relationships/image" Target="../media/image449.png"/><Relationship Id="rId83" Type="http://schemas.openxmlformats.org/officeDocument/2006/relationships/customXml" Target="../ink/ink446.xml"/><Relationship Id="rId88" Type="http://schemas.openxmlformats.org/officeDocument/2006/relationships/image" Target="../media/image462.png"/><Relationship Id="rId111" Type="http://schemas.openxmlformats.org/officeDocument/2006/relationships/customXml" Target="../ink/ink460.xml"/><Relationship Id="rId15" Type="http://schemas.openxmlformats.org/officeDocument/2006/relationships/customXml" Target="../ink/ink412.xml"/><Relationship Id="rId36" Type="http://schemas.openxmlformats.org/officeDocument/2006/relationships/image" Target="../media/image436.png"/><Relationship Id="rId57" Type="http://schemas.openxmlformats.org/officeDocument/2006/relationships/customXml" Target="../ink/ink433.xml"/><Relationship Id="rId106" Type="http://schemas.openxmlformats.org/officeDocument/2006/relationships/image" Target="../media/image471.png"/><Relationship Id="rId10" Type="http://schemas.openxmlformats.org/officeDocument/2006/relationships/image" Target="../media/image423.png"/><Relationship Id="rId31" Type="http://schemas.openxmlformats.org/officeDocument/2006/relationships/customXml" Target="../ink/ink420.xml"/><Relationship Id="rId52" Type="http://schemas.openxmlformats.org/officeDocument/2006/relationships/image" Target="../media/image444.png"/><Relationship Id="rId73" Type="http://schemas.openxmlformats.org/officeDocument/2006/relationships/customXml" Target="../ink/ink441.xml"/><Relationship Id="rId78" Type="http://schemas.openxmlformats.org/officeDocument/2006/relationships/image" Target="../media/image457.png"/><Relationship Id="rId94" Type="http://schemas.openxmlformats.org/officeDocument/2006/relationships/image" Target="../media/image465.png"/><Relationship Id="rId99" Type="http://schemas.openxmlformats.org/officeDocument/2006/relationships/customXml" Target="../ink/ink454.xml"/><Relationship Id="rId101" Type="http://schemas.openxmlformats.org/officeDocument/2006/relationships/customXml" Target="../ink/ink455.xml"/><Relationship Id="rId122" Type="http://schemas.openxmlformats.org/officeDocument/2006/relationships/image" Target="../media/image479.png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38.png"/><Relationship Id="rId21" Type="http://schemas.openxmlformats.org/officeDocument/2006/relationships/image" Target="../media/image490.png"/><Relationship Id="rId42" Type="http://schemas.openxmlformats.org/officeDocument/2006/relationships/customXml" Target="../ink/ink485.xml"/><Relationship Id="rId63" Type="http://schemas.openxmlformats.org/officeDocument/2006/relationships/image" Target="../media/image511.png"/><Relationship Id="rId84" Type="http://schemas.openxmlformats.org/officeDocument/2006/relationships/customXml" Target="../ink/ink506.xml"/><Relationship Id="rId138" Type="http://schemas.openxmlformats.org/officeDocument/2006/relationships/customXml" Target="../ink/ink533.xml"/><Relationship Id="rId159" Type="http://schemas.openxmlformats.org/officeDocument/2006/relationships/image" Target="../media/image559.png"/><Relationship Id="rId170" Type="http://schemas.openxmlformats.org/officeDocument/2006/relationships/customXml" Target="../ink/ink549.xml"/><Relationship Id="rId191" Type="http://schemas.openxmlformats.org/officeDocument/2006/relationships/image" Target="../media/image575.png"/><Relationship Id="rId205" Type="http://schemas.openxmlformats.org/officeDocument/2006/relationships/image" Target="../media/image582.png"/><Relationship Id="rId107" Type="http://schemas.openxmlformats.org/officeDocument/2006/relationships/image" Target="../media/image533.png"/><Relationship Id="rId11" Type="http://schemas.openxmlformats.org/officeDocument/2006/relationships/image" Target="../media/image485.png"/><Relationship Id="rId32" Type="http://schemas.openxmlformats.org/officeDocument/2006/relationships/customXml" Target="../ink/ink480.xml"/><Relationship Id="rId53" Type="http://schemas.openxmlformats.org/officeDocument/2006/relationships/image" Target="../media/image506.png"/><Relationship Id="rId74" Type="http://schemas.openxmlformats.org/officeDocument/2006/relationships/customXml" Target="../ink/ink501.xml"/><Relationship Id="rId128" Type="http://schemas.openxmlformats.org/officeDocument/2006/relationships/customXml" Target="../ink/ink528.xml"/><Relationship Id="rId149" Type="http://schemas.openxmlformats.org/officeDocument/2006/relationships/image" Target="../media/image554.png"/><Relationship Id="rId5" Type="http://schemas.openxmlformats.org/officeDocument/2006/relationships/image" Target="../media/image482.png"/><Relationship Id="rId95" Type="http://schemas.openxmlformats.org/officeDocument/2006/relationships/image" Target="../media/image527.png"/><Relationship Id="rId160" Type="http://schemas.openxmlformats.org/officeDocument/2006/relationships/customXml" Target="../ink/ink544.xml"/><Relationship Id="rId181" Type="http://schemas.openxmlformats.org/officeDocument/2006/relationships/image" Target="../media/image570.png"/><Relationship Id="rId216" Type="http://schemas.openxmlformats.org/officeDocument/2006/relationships/customXml" Target="../ink/ink572.xml"/><Relationship Id="rId22" Type="http://schemas.openxmlformats.org/officeDocument/2006/relationships/customXml" Target="../ink/ink475.xml"/><Relationship Id="rId43" Type="http://schemas.openxmlformats.org/officeDocument/2006/relationships/image" Target="../media/image501.png"/><Relationship Id="rId64" Type="http://schemas.openxmlformats.org/officeDocument/2006/relationships/customXml" Target="../ink/ink496.xml"/><Relationship Id="rId118" Type="http://schemas.openxmlformats.org/officeDocument/2006/relationships/customXml" Target="../ink/ink523.xml"/><Relationship Id="rId139" Type="http://schemas.openxmlformats.org/officeDocument/2006/relationships/image" Target="../media/image549.png"/><Relationship Id="rId85" Type="http://schemas.openxmlformats.org/officeDocument/2006/relationships/image" Target="../media/image522.png"/><Relationship Id="rId150" Type="http://schemas.openxmlformats.org/officeDocument/2006/relationships/customXml" Target="../ink/ink539.xml"/><Relationship Id="rId171" Type="http://schemas.openxmlformats.org/officeDocument/2006/relationships/image" Target="../media/image565.png"/><Relationship Id="rId192" Type="http://schemas.openxmlformats.org/officeDocument/2006/relationships/customXml" Target="../ink/ink560.xml"/><Relationship Id="rId206" Type="http://schemas.openxmlformats.org/officeDocument/2006/relationships/customXml" Target="../ink/ink567.xml"/><Relationship Id="rId12" Type="http://schemas.openxmlformats.org/officeDocument/2006/relationships/customXml" Target="../ink/ink470.xml"/><Relationship Id="rId33" Type="http://schemas.openxmlformats.org/officeDocument/2006/relationships/image" Target="../media/image496.png"/><Relationship Id="rId108" Type="http://schemas.openxmlformats.org/officeDocument/2006/relationships/customXml" Target="../ink/ink518.xml"/><Relationship Id="rId129" Type="http://schemas.openxmlformats.org/officeDocument/2006/relationships/image" Target="../media/image544.png"/><Relationship Id="rId54" Type="http://schemas.openxmlformats.org/officeDocument/2006/relationships/customXml" Target="../ink/ink491.xml"/><Relationship Id="rId75" Type="http://schemas.openxmlformats.org/officeDocument/2006/relationships/image" Target="../media/image517.png"/><Relationship Id="rId96" Type="http://schemas.openxmlformats.org/officeDocument/2006/relationships/customXml" Target="../ink/ink512.xml"/><Relationship Id="rId140" Type="http://schemas.openxmlformats.org/officeDocument/2006/relationships/customXml" Target="../ink/ink534.xml"/><Relationship Id="rId161" Type="http://schemas.openxmlformats.org/officeDocument/2006/relationships/image" Target="../media/image560.png"/><Relationship Id="rId182" Type="http://schemas.openxmlformats.org/officeDocument/2006/relationships/customXml" Target="../ink/ink555.xml"/><Relationship Id="rId217" Type="http://schemas.openxmlformats.org/officeDocument/2006/relationships/image" Target="../media/image588.png"/><Relationship Id="rId6" Type="http://schemas.openxmlformats.org/officeDocument/2006/relationships/customXml" Target="../ink/ink467.xml"/><Relationship Id="rId23" Type="http://schemas.openxmlformats.org/officeDocument/2006/relationships/image" Target="../media/image491.png"/><Relationship Id="rId119" Type="http://schemas.openxmlformats.org/officeDocument/2006/relationships/image" Target="../media/image539.png"/><Relationship Id="rId44" Type="http://schemas.openxmlformats.org/officeDocument/2006/relationships/customXml" Target="../ink/ink486.xml"/><Relationship Id="rId65" Type="http://schemas.openxmlformats.org/officeDocument/2006/relationships/image" Target="../media/image512.png"/><Relationship Id="rId86" Type="http://schemas.openxmlformats.org/officeDocument/2006/relationships/customXml" Target="../ink/ink507.xml"/><Relationship Id="rId130" Type="http://schemas.openxmlformats.org/officeDocument/2006/relationships/customXml" Target="../ink/ink529.xml"/><Relationship Id="rId151" Type="http://schemas.openxmlformats.org/officeDocument/2006/relationships/image" Target="../media/image555.png"/><Relationship Id="rId172" Type="http://schemas.openxmlformats.org/officeDocument/2006/relationships/customXml" Target="../ink/ink550.xml"/><Relationship Id="rId193" Type="http://schemas.openxmlformats.org/officeDocument/2006/relationships/image" Target="../media/image576.png"/><Relationship Id="rId207" Type="http://schemas.openxmlformats.org/officeDocument/2006/relationships/image" Target="../media/image583.png"/><Relationship Id="rId13" Type="http://schemas.openxmlformats.org/officeDocument/2006/relationships/image" Target="../media/image486.png"/><Relationship Id="rId109" Type="http://schemas.openxmlformats.org/officeDocument/2006/relationships/image" Target="../media/image534.png"/><Relationship Id="rId34" Type="http://schemas.openxmlformats.org/officeDocument/2006/relationships/customXml" Target="../ink/ink481.xml"/><Relationship Id="rId55" Type="http://schemas.openxmlformats.org/officeDocument/2006/relationships/image" Target="../media/image507.png"/><Relationship Id="rId76" Type="http://schemas.openxmlformats.org/officeDocument/2006/relationships/customXml" Target="../ink/ink502.xml"/><Relationship Id="rId97" Type="http://schemas.openxmlformats.org/officeDocument/2006/relationships/image" Target="../media/image528.png"/><Relationship Id="rId120" Type="http://schemas.openxmlformats.org/officeDocument/2006/relationships/customXml" Target="../ink/ink524.xml"/><Relationship Id="rId141" Type="http://schemas.openxmlformats.org/officeDocument/2006/relationships/image" Target="../media/image550.png"/><Relationship Id="rId7" Type="http://schemas.openxmlformats.org/officeDocument/2006/relationships/image" Target="../media/image483.png"/><Relationship Id="rId162" Type="http://schemas.openxmlformats.org/officeDocument/2006/relationships/customXml" Target="../ink/ink545.xml"/><Relationship Id="rId183" Type="http://schemas.openxmlformats.org/officeDocument/2006/relationships/image" Target="../media/image571.png"/><Relationship Id="rId24" Type="http://schemas.openxmlformats.org/officeDocument/2006/relationships/customXml" Target="../ink/ink476.xml"/><Relationship Id="rId45" Type="http://schemas.openxmlformats.org/officeDocument/2006/relationships/image" Target="../media/image502.png"/><Relationship Id="rId66" Type="http://schemas.openxmlformats.org/officeDocument/2006/relationships/customXml" Target="../ink/ink497.xml"/><Relationship Id="rId87" Type="http://schemas.openxmlformats.org/officeDocument/2006/relationships/image" Target="../media/image523.png"/><Relationship Id="rId110" Type="http://schemas.openxmlformats.org/officeDocument/2006/relationships/customXml" Target="../ink/ink519.xml"/><Relationship Id="rId131" Type="http://schemas.openxmlformats.org/officeDocument/2006/relationships/image" Target="../media/image545.png"/><Relationship Id="rId152" Type="http://schemas.openxmlformats.org/officeDocument/2006/relationships/customXml" Target="../ink/ink540.xml"/><Relationship Id="rId173" Type="http://schemas.openxmlformats.org/officeDocument/2006/relationships/image" Target="../media/image566.png"/><Relationship Id="rId194" Type="http://schemas.openxmlformats.org/officeDocument/2006/relationships/customXml" Target="../ink/ink561.xml"/><Relationship Id="rId208" Type="http://schemas.openxmlformats.org/officeDocument/2006/relationships/customXml" Target="../ink/ink568.xml"/><Relationship Id="rId14" Type="http://schemas.openxmlformats.org/officeDocument/2006/relationships/customXml" Target="../ink/ink471.xml"/><Relationship Id="rId30" Type="http://schemas.openxmlformats.org/officeDocument/2006/relationships/customXml" Target="../ink/ink479.xml"/><Relationship Id="rId35" Type="http://schemas.openxmlformats.org/officeDocument/2006/relationships/image" Target="../media/image497.png"/><Relationship Id="rId56" Type="http://schemas.openxmlformats.org/officeDocument/2006/relationships/customXml" Target="../ink/ink492.xml"/><Relationship Id="rId77" Type="http://schemas.openxmlformats.org/officeDocument/2006/relationships/image" Target="../media/image518.png"/><Relationship Id="rId100" Type="http://schemas.openxmlformats.org/officeDocument/2006/relationships/customXml" Target="../ink/ink514.xml"/><Relationship Id="rId105" Type="http://schemas.openxmlformats.org/officeDocument/2006/relationships/image" Target="../media/image532.png"/><Relationship Id="rId126" Type="http://schemas.openxmlformats.org/officeDocument/2006/relationships/customXml" Target="../ink/ink527.xml"/><Relationship Id="rId147" Type="http://schemas.openxmlformats.org/officeDocument/2006/relationships/image" Target="../media/image553.png"/><Relationship Id="rId168" Type="http://schemas.openxmlformats.org/officeDocument/2006/relationships/customXml" Target="../ink/ink548.xml"/><Relationship Id="rId8" Type="http://schemas.openxmlformats.org/officeDocument/2006/relationships/customXml" Target="../ink/ink468.xml"/><Relationship Id="rId51" Type="http://schemas.openxmlformats.org/officeDocument/2006/relationships/image" Target="../media/image505.png"/><Relationship Id="rId72" Type="http://schemas.openxmlformats.org/officeDocument/2006/relationships/customXml" Target="../ink/ink500.xml"/><Relationship Id="rId93" Type="http://schemas.openxmlformats.org/officeDocument/2006/relationships/image" Target="../media/image526.png"/><Relationship Id="rId98" Type="http://schemas.openxmlformats.org/officeDocument/2006/relationships/customXml" Target="../ink/ink513.xml"/><Relationship Id="rId121" Type="http://schemas.openxmlformats.org/officeDocument/2006/relationships/image" Target="../media/image540.png"/><Relationship Id="rId142" Type="http://schemas.openxmlformats.org/officeDocument/2006/relationships/customXml" Target="../ink/ink535.xml"/><Relationship Id="rId163" Type="http://schemas.openxmlformats.org/officeDocument/2006/relationships/image" Target="../media/image561.png"/><Relationship Id="rId184" Type="http://schemas.openxmlformats.org/officeDocument/2006/relationships/customXml" Target="../ink/ink556.xml"/><Relationship Id="rId189" Type="http://schemas.openxmlformats.org/officeDocument/2006/relationships/image" Target="../media/image574.png"/><Relationship Id="rId3" Type="http://schemas.openxmlformats.org/officeDocument/2006/relationships/image" Target="../media/image480.png"/><Relationship Id="rId214" Type="http://schemas.openxmlformats.org/officeDocument/2006/relationships/customXml" Target="../ink/ink571.xml"/><Relationship Id="rId25" Type="http://schemas.openxmlformats.org/officeDocument/2006/relationships/image" Target="../media/image492.png"/><Relationship Id="rId46" Type="http://schemas.openxmlformats.org/officeDocument/2006/relationships/customXml" Target="../ink/ink487.xml"/><Relationship Id="rId67" Type="http://schemas.openxmlformats.org/officeDocument/2006/relationships/image" Target="../media/image513.png"/><Relationship Id="rId116" Type="http://schemas.openxmlformats.org/officeDocument/2006/relationships/customXml" Target="../ink/ink522.xml"/><Relationship Id="rId137" Type="http://schemas.openxmlformats.org/officeDocument/2006/relationships/image" Target="../media/image548.png"/><Relationship Id="rId158" Type="http://schemas.openxmlformats.org/officeDocument/2006/relationships/customXml" Target="../ink/ink543.xml"/><Relationship Id="rId20" Type="http://schemas.openxmlformats.org/officeDocument/2006/relationships/customXml" Target="../ink/ink474.xml"/><Relationship Id="rId41" Type="http://schemas.openxmlformats.org/officeDocument/2006/relationships/image" Target="../media/image500.png"/><Relationship Id="rId62" Type="http://schemas.openxmlformats.org/officeDocument/2006/relationships/customXml" Target="../ink/ink495.xml"/><Relationship Id="rId83" Type="http://schemas.openxmlformats.org/officeDocument/2006/relationships/image" Target="../media/image521.png"/><Relationship Id="rId88" Type="http://schemas.openxmlformats.org/officeDocument/2006/relationships/customXml" Target="../ink/ink508.xml"/><Relationship Id="rId111" Type="http://schemas.openxmlformats.org/officeDocument/2006/relationships/image" Target="../media/image535.png"/><Relationship Id="rId132" Type="http://schemas.openxmlformats.org/officeDocument/2006/relationships/customXml" Target="../ink/ink530.xml"/><Relationship Id="rId153" Type="http://schemas.openxmlformats.org/officeDocument/2006/relationships/image" Target="../media/image556.png"/><Relationship Id="rId174" Type="http://schemas.openxmlformats.org/officeDocument/2006/relationships/customXml" Target="../ink/ink551.xml"/><Relationship Id="rId179" Type="http://schemas.openxmlformats.org/officeDocument/2006/relationships/image" Target="../media/image569.png"/><Relationship Id="rId195" Type="http://schemas.openxmlformats.org/officeDocument/2006/relationships/image" Target="../media/image577.png"/><Relationship Id="rId209" Type="http://schemas.openxmlformats.org/officeDocument/2006/relationships/image" Target="../media/image584.png"/><Relationship Id="rId190" Type="http://schemas.openxmlformats.org/officeDocument/2006/relationships/customXml" Target="../ink/ink559.xml"/><Relationship Id="rId204" Type="http://schemas.openxmlformats.org/officeDocument/2006/relationships/customXml" Target="../ink/ink566.xml"/><Relationship Id="rId15" Type="http://schemas.openxmlformats.org/officeDocument/2006/relationships/image" Target="../media/image487.png"/><Relationship Id="rId36" Type="http://schemas.openxmlformats.org/officeDocument/2006/relationships/customXml" Target="../ink/ink482.xml"/><Relationship Id="rId57" Type="http://schemas.openxmlformats.org/officeDocument/2006/relationships/image" Target="../media/image508.png"/><Relationship Id="rId106" Type="http://schemas.openxmlformats.org/officeDocument/2006/relationships/customXml" Target="../ink/ink517.xml"/><Relationship Id="rId127" Type="http://schemas.openxmlformats.org/officeDocument/2006/relationships/image" Target="../media/image543.png"/><Relationship Id="rId10" Type="http://schemas.openxmlformats.org/officeDocument/2006/relationships/customXml" Target="../ink/ink469.xml"/><Relationship Id="rId31" Type="http://schemas.openxmlformats.org/officeDocument/2006/relationships/image" Target="../media/image495.png"/><Relationship Id="rId52" Type="http://schemas.openxmlformats.org/officeDocument/2006/relationships/customXml" Target="../ink/ink490.xml"/><Relationship Id="rId73" Type="http://schemas.openxmlformats.org/officeDocument/2006/relationships/image" Target="../media/image516.png"/><Relationship Id="rId78" Type="http://schemas.openxmlformats.org/officeDocument/2006/relationships/customXml" Target="../ink/ink503.xml"/><Relationship Id="rId94" Type="http://schemas.openxmlformats.org/officeDocument/2006/relationships/customXml" Target="../ink/ink511.xml"/><Relationship Id="rId99" Type="http://schemas.openxmlformats.org/officeDocument/2006/relationships/image" Target="../media/image529.png"/><Relationship Id="rId101" Type="http://schemas.openxmlformats.org/officeDocument/2006/relationships/image" Target="../media/image530.png"/><Relationship Id="rId122" Type="http://schemas.openxmlformats.org/officeDocument/2006/relationships/customXml" Target="../ink/ink525.xml"/><Relationship Id="rId143" Type="http://schemas.openxmlformats.org/officeDocument/2006/relationships/image" Target="../media/image551.png"/><Relationship Id="rId148" Type="http://schemas.openxmlformats.org/officeDocument/2006/relationships/customXml" Target="../ink/ink538.xml"/><Relationship Id="rId164" Type="http://schemas.openxmlformats.org/officeDocument/2006/relationships/customXml" Target="../ink/ink546.xml"/><Relationship Id="rId169" Type="http://schemas.openxmlformats.org/officeDocument/2006/relationships/image" Target="../media/image564.png"/><Relationship Id="rId185" Type="http://schemas.openxmlformats.org/officeDocument/2006/relationships/image" Target="../media/image572.png"/><Relationship Id="rId4" Type="http://schemas.openxmlformats.org/officeDocument/2006/relationships/customXml" Target="../ink/ink466.xml"/><Relationship Id="rId9" Type="http://schemas.openxmlformats.org/officeDocument/2006/relationships/image" Target="../media/image484.png"/><Relationship Id="rId180" Type="http://schemas.openxmlformats.org/officeDocument/2006/relationships/customXml" Target="../ink/ink554.xml"/><Relationship Id="rId210" Type="http://schemas.openxmlformats.org/officeDocument/2006/relationships/customXml" Target="../ink/ink569.xml"/><Relationship Id="rId215" Type="http://schemas.openxmlformats.org/officeDocument/2006/relationships/image" Target="../media/image587.png"/><Relationship Id="rId26" Type="http://schemas.openxmlformats.org/officeDocument/2006/relationships/customXml" Target="../ink/ink477.xml"/><Relationship Id="rId47" Type="http://schemas.openxmlformats.org/officeDocument/2006/relationships/image" Target="../media/image503.png"/><Relationship Id="rId68" Type="http://schemas.openxmlformats.org/officeDocument/2006/relationships/customXml" Target="../ink/ink498.xml"/><Relationship Id="rId89" Type="http://schemas.openxmlformats.org/officeDocument/2006/relationships/image" Target="../media/image524.png"/><Relationship Id="rId112" Type="http://schemas.openxmlformats.org/officeDocument/2006/relationships/customXml" Target="../ink/ink520.xml"/><Relationship Id="rId133" Type="http://schemas.openxmlformats.org/officeDocument/2006/relationships/image" Target="../media/image546.png"/><Relationship Id="rId154" Type="http://schemas.openxmlformats.org/officeDocument/2006/relationships/customXml" Target="../ink/ink541.xml"/><Relationship Id="rId175" Type="http://schemas.openxmlformats.org/officeDocument/2006/relationships/image" Target="../media/image567.png"/><Relationship Id="rId196" Type="http://schemas.openxmlformats.org/officeDocument/2006/relationships/customXml" Target="../ink/ink562.xml"/><Relationship Id="rId200" Type="http://schemas.openxmlformats.org/officeDocument/2006/relationships/customXml" Target="../ink/ink564.xml"/><Relationship Id="rId16" Type="http://schemas.openxmlformats.org/officeDocument/2006/relationships/customXml" Target="../ink/ink472.xml"/><Relationship Id="rId37" Type="http://schemas.openxmlformats.org/officeDocument/2006/relationships/image" Target="../media/image498.png"/><Relationship Id="rId58" Type="http://schemas.openxmlformats.org/officeDocument/2006/relationships/customXml" Target="../ink/ink493.xml"/><Relationship Id="rId79" Type="http://schemas.openxmlformats.org/officeDocument/2006/relationships/image" Target="../media/image519.png"/><Relationship Id="rId102" Type="http://schemas.openxmlformats.org/officeDocument/2006/relationships/customXml" Target="../ink/ink515.xml"/><Relationship Id="rId123" Type="http://schemas.openxmlformats.org/officeDocument/2006/relationships/image" Target="../media/image541.png"/><Relationship Id="rId144" Type="http://schemas.openxmlformats.org/officeDocument/2006/relationships/customXml" Target="../ink/ink536.xml"/><Relationship Id="rId90" Type="http://schemas.openxmlformats.org/officeDocument/2006/relationships/customXml" Target="../ink/ink509.xml"/><Relationship Id="rId165" Type="http://schemas.openxmlformats.org/officeDocument/2006/relationships/image" Target="../media/image562.png"/><Relationship Id="rId186" Type="http://schemas.openxmlformats.org/officeDocument/2006/relationships/customXml" Target="../ink/ink557.xml"/><Relationship Id="rId211" Type="http://schemas.openxmlformats.org/officeDocument/2006/relationships/image" Target="../media/image585.png"/><Relationship Id="rId27" Type="http://schemas.openxmlformats.org/officeDocument/2006/relationships/image" Target="../media/image493.png"/><Relationship Id="rId48" Type="http://schemas.openxmlformats.org/officeDocument/2006/relationships/customXml" Target="../ink/ink488.xml"/><Relationship Id="rId69" Type="http://schemas.openxmlformats.org/officeDocument/2006/relationships/image" Target="../media/image514.png"/><Relationship Id="rId113" Type="http://schemas.openxmlformats.org/officeDocument/2006/relationships/image" Target="../media/image536.png"/><Relationship Id="rId134" Type="http://schemas.openxmlformats.org/officeDocument/2006/relationships/customXml" Target="../ink/ink531.xml"/><Relationship Id="rId80" Type="http://schemas.openxmlformats.org/officeDocument/2006/relationships/customXml" Target="../ink/ink504.xml"/><Relationship Id="rId155" Type="http://schemas.openxmlformats.org/officeDocument/2006/relationships/image" Target="../media/image557.png"/><Relationship Id="rId176" Type="http://schemas.openxmlformats.org/officeDocument/2006/relationships/customXml" Target="../ink/ink552.xml"/><Relationship Id="rId197" Type="http://schemas.openxmlformats.org/officeDocument/2006/relationships/image" Target="../media/image578.png"/><Relationship Id="rId201" Type="http://schemas.openxmlformats.org/officeDocument/2006/relationships/image" Target="../media/image580.png"/><Relationship Id="rId17" Type="http://schemas.openxmlformats.org/officeDocument/2006/relationships/image" Target="../media/image488.png"/><Relationship Id="rId38" Type="http://schemas.openxmlformats.org/officeDocument/2006/relationships/customXml" Target="../ink/ink483.xml"/><Relationship Id="rId59" Type="http://schemas.openxmlformats.org/officeDocument/2006/relationships/image" Target="../media/image509.png"/><Relationship Id="rId103" Type="http://schemas.openxmlformats.org/officeDocument/2006/relationships/image" Target="../media/image531.png"/><Relationship Id="rId124" Type="http://schemas.openxmlformats.org/officeDocument/2006/relationships/customXml" Target="../ink/ink526.xml"/><Relationship Id="rId70" Type="http://schemas.openxmlformats.org/officeDocument/2006/relationships/customXml" Target="../ink/ink499.xml"/><Relationship Id="rId91" Type="http://schemas.openxmlformats.org/officeDocument/2006/relationships/image" Target="../media/image525.png"/><Relationship Id="rId145" Type="http://schemas.openxmlformats.org/officeDocument/2006/relationships/image" Target="../media/image552.png"/><Relationship Id="rId166" Type="http://schemas.openxmlformats.org/officeDocument/2006/relationships/customXml" Target="../ink/ink547.xml"/><Relationship Id="rId187" Type="http://schemas.openxmlformats.org/officeDocument/2006/relationships/image" Target="../media/image573.png"/><Relationship Id="rId1" Type="http://schemas.openxmlformats.org/officeDocument/2006/relationships/slideLayout" Target="../slideLayouts/slideLayout6.xml"/><Relationship Id="rId212" Type="http://schemas.openxmlformats.org/officeDocument/2006/relationships/customXml" Target="../ink/ink570.xml"/><Relationship Id="rId28" Type="http://schemas.openxmlformats.org/officeDocument/2006/relationships/customXml" Target="../ink/ink478.xml"/><Relationship Id="rId49" Type="http://schemas.openxmlformats.org/officeDocument/2006/relationships/image" Target="../media/image504.png"/><Relationship Id="rId114" Type="http://schemas.openxmlformats.org/officeDocument/2006/relationships/customXml" Target="../ink/ink521.xml"/><Relationship Id="rId60" Type="http://schemas.openxmlformats.org/officeDocument/2006/relationships/customXml" Target="../ink/ink494.xml"/><Relationship Id="rId81" Type="http://schemas.openxmlformats.org/officeDocument/2006/relationships/image" Target="../media/image520.png"/><Relationship Id="rId135" Type="http://schemas.openxmlformats.org/officeDocument/2006/relationships/image" Target="../media/image547.png"/><Relationship Id="rId156" Type="http://schemas.openxmlformats.org/officeDocument/2006/relationships/customXml" Target="../ink/ink542.xml"/><Relationship Id="rId177" Type="http://schemas.openxmlformats.org/officeDocument/2006/relationships/image" Target="../media/image568.png"/><Relationship Id="rId198" Type="http://schemas.openxmlformats.org/officeDocument/2006/relationships/customXml" Target="../ink/ink563.xml"/><Relationship Id="rId202" Type="http://schemas.openxmlformats.org/officeDocument/2006/relationships/customXml" Target="../ink/ink565.xml"/><Relationship Id="rId18" Type="http://schemas.openxmlformats.org/officeDocument/2006/relationships/customXml" Target="../ink/ink473.xml"/><Relationship Id="rId39" Type="http://schemas.openxmlformats.org/officeDocument/2006/relationships/image" Target="../media/image499.png"/><Relationship Id="rId50" Type="http://schemas.openxmlformats.org/officeDocument/2006/relationships/customXml" Target="../ink/ink489.xml"/><Relationship Id="rId104" Type="http://schemas.openxmlformats.org/officeDocument/2006/relationships/customXml" Target="../ink/ink516.xml"/><Relationship Id="rId125" Type="http://schemas.openxmlformats.org/officeDocument/2006/relationships/image" Target="../media/image542.png"/><Relationship Id="rId146" Type="http://schemas.openxmlformats.org/officeDocument/2006/relationships/customXml" Target="../ink/ink537.xml"/><Relationship Id="rId167" Type="http://schemas.openxmlformats.org/officeDocument/2006/relationships/image" Target="../media/image563.png"/><Relationship Id="rId188" Type="http://schemas.openxmlformats.org/officeDocument/2006/relationships/customXml" Target="../ink/ink558.xml"/><Relationship Id="rId71" Type="http://schemas.openxmlformats.org/officeDocument/2006/relationships/image" Target="../media/image515.png"/><Relationship Id="rId92" Type="http://schemas.openxmlformats.org/officeDocument/2006/relationships/customXml" Target="../ink/ink510.xml"/><Relationship Id="rId213" Type="http://schemas.openxmlformats.org/officeDocument/2006/relationships/image" Target="../media/image586.png"/><Relationship Id="rId2" Type="http://schemas.openxmlformats.org/officeDocument/2006/relationships/image" Target="../media/image419.png"/><Relationship Id="rId29" Type="http://schemas.openxmlformats.org/officeDocument/2006/relationships/image" Target="../media/image494.png"/><Relationship Id="rId40" Type="http://schemas.openxmlformats.org/officeDocument/2006/relationships/customXml" Target="../ink/ink484.xml"/><Relationship Id="rId115" Type="http://schemas.openxmlformats.org/officeDocument/2006/relationships/image" Target="../media/image537.png"/><Relationship Id="rId136" Type="http://schemas.openxmlformats.org/officeDocument/2006/relationships/customXml" Target="../ink/ink532.xml"/><Relationship Id="rId157" Type="http://schemas.openxmlformats.org/officeDocument/2006/relationships/image" Target="../media/image558.png"/><Relationship Id="rId178" Type="http://schemas.openxmlformats.org/officeDocument/2006/relationships/customXml" Target="../ink/ink553.xml"/><Relationship Id="rId61" Type="http://schemas.openxmlformats.org/officeDocument/2006/relationships/image" Target="../media/image510.png"/><Relationship Id="rId82" Type="http://schemas.openxmlformats.org/officeDocument/2006/relationships/customXml" Target="../ink/ink505.xml"/><Relationship Id="rId199" Type="http://schemas.openxmlformats.org/officeDocument/2006/relationships/image" Target="../media/image579.png"/><Relationship Id="rId203" Type="http://schemas.openxmlformats.org/officeDocument/2006/relationships/image" Target="../media/image581.png"/><Relationship Id="rId19" Type="http://schemas.openxmlformats.org/officeDocument/2006/relationships/image" Target="../media/image489.png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46.png"/><Relationship Id="rId21" Type="http://schemas.openxmlformats.org/officeDocument/2006/relationships/image" Target="../media/image598.png"/><Relationship Id="rId42" Type="http://schemas.openxmlformats.org/officeDocument/2006/relationships/customXml" Target="../ink/ink592.xml"/><Relationship Id="rId63" Type="http://schemas.openxmlformats.org/officeDocument/2006/relationships/image" Target="../media/image619.png"/><Relationship Id="rId84" Type="http://schemas.openxmlformats.org/officeDocument/2006/relationships/customXml" Target="../ink/ink613.xml"/><Relationship Id="rId138" Type="http://schemas.openxmlformats.org/officeDocument/2006/relationships/customXml" Target="../ink/ink640.xml"/><Relationship Id="rId159" Type="http://schemas.openxmlformats.org/officeDocument/2006/relationships/image" Target="../media/image667.png"/><Relationship Id="rId170" Type="http://schemas.openxmlformats.org/officeDocument/2006/relationships/customXml" Target="../ink/ink656.xml"/><Relationship Id="rId191" Type="http://schemas.openxmlformats.org/officeDocument/2006/relationships/image" Target="../media/image683.png"/><Relationship Id="rId205" Type="http://schemas.openxmlformats.org/officeDocument/2006/relationships/image" Target="../media/image690.png"/><Relationship Id="rId226" Type="http://schemas.openxmlformats.org/officeDocument/2006/relationships/customXml" Target="../ink/ink684.xml"/><Relationship Id="rId107" Type="http://schemas.openxmlformats.org/officeDocument/2006/relationships/image" Target="../media/image641.png"/><Relationship Id="rId11" Type="http://schemas.openxmlformats.org/officeDocument/2006/relationships/image" Target="../media/image593.png"/><Relationship Id="rId32" Type="http://schemas.openxmlformats.org/officeDocument/2006/relationships/customXml" Target="../ink/ink587.xml"/><Relationship Id="rId53" Type="http://schemas.openxmlformats.org/officeDocument/2006/relationships/image" Target="../media/image614.png"/><Relationship Id="rId74" Type="http://schemas.openxmlformats.org/officeDocument/2006/relationships/customXml" Target="../ink/ink608.xml"/><Relationship Id="rId128" Type="http://schemas.openxmlformats.org/officeDocument/2006/relationships/customXml" Target="../ink/ink635.xml"/><Relationship Id="rId149" Type="http://schemas.openxmlformats.org/officeDocument/2006/relationships/image" Target="../media/image662.png"/><Relationship Id="rId5" Type="http://schemas.openxmlformats.org/officeDocument/2006/relationships/image" Target="../media/image590.png"/><Relationship Id="rId95" Type="http://schemas.openxmlformats.org/officeDocument/2006/relationships/image" Target="../media/image635.png"/><Relationship Id="rId160" Type="http://schemas.openxmlformats.org/officeDocument/2006/relationships/customXml" Target="../ink/ink651.xml"/><Relationship Id="rId181" Type="http://schemas.openxmlformats.org/officeDocument/2006/relationships/image" Target="../media/image678.png"/><Relationship Id="rId216" Type="http://schemas.openxmlformats.org/officeDocument/2006/relationships/customXml" Target="../ink/ink679.xml"/><Relationship Id="rId22" Type="http://schemas.openxmlformats.org/officeDocument/2006/relationships/customXml" Target="../ink/ink582.xml"/><Relationship Id="rId43" Type="http://schemas.openxmlformats.org/officeDocument/2006/relationships/image" Target="../media/image609.png"/><Relationship Id="rId64" Type="http://schemas.openxmlformats.org/officeDocument/2006/relationships/customXml" Target="../ink/ink603.xml"/><Relationship Id="rId118" Type="http://schemas.openxmlformats.org/officeDocument/2006/relationships/customXml" Target="../ink/ink630.xml"/><Relationship Id="rId139" Type="http://schemas.openxmlformats.org/officeDocument/2006/relationships/image" Target="../media/image657.png"/><Relationship Id="rId85" Type="http://schemas.openxmlformats.org/officeDocument/2006/relationships/image" Target="../media/image630.png"/><Relationship Id="rId150" Type="http://schemas.openxmlformats.org/officeDocument/2006/relationships/customXml" Target="../ink/ink646.xml"/><Relationship Id="rId171" Type="http://schemas.openxmlformats.org/officeDocument/2006/relationships/image" Target="../media/image673.png"/><Relationship Id="rId192" Type="http://schemas.openxmlformats.org/officeDocument/2006/relationships/customXml" Target="../ink/ink667.xml"/><Relationship Id="rId206" Type="http://schemas.openxmlformats.org/officeDocument/2006/relationships/customXml" Target="../ink/ink674.xml"/><Relationship Id="rId227" Type="http://schemas.openxmlformats.org/officeDocument/2006/relationships/image" Target="../media/image701.png"/><Relationship Id="rId12" Type="http://schemas.openxmlformats.org/officeDocument/2006/relationships/customXml" Target="../ink/ink577.xml"/><Relationship Id="rId33" Type="http://schemas.openxmlformats.org/officeDocument/2006/relationships/image" Target="../media/image604.png"/><Relationship Id="rId108" Type="http://schemas.openxmlformats.org/officeDocument/2006/relationships/customXml" Target="../ink/ink625.xml"/><Relationship Id="rId129" Type="http://schemas.openxmlformats.org/officeDocument/2006/relationships/image" Target="../media/image652.png"/><Relationship Id="rId54" Type="http://schemas.openxmlformats.org/officeDocument/2006/relationships/customXml" Target="../ink/ink598.xml"/><Relationship Id="rId75" Type="http://schemas.openxmlformats.org/officeDocument/2006/relationships/image" Target="../media/image625.png"/><Relationship Id="rId96" Type="http://schemas.openxmlformats.org/officeDocument/2006/relationships/customXml" Target="../ink/ink619.xml"/><Relationship Id="rId140" Type="http://schemas.openxmlformats.org/officeDocument/2006/relationships/customXml" Target="../ink/ink641.xml"/><Relationship Id="rId161" Type="http://schemas.openxmlformats.org/officeDocument/2006/relationships/image" Target="../media/image668.png"/><Relationship Id="rId182" Type="http://schemas.openxmlformats.org/officeDocument/2006/relationships/customXml" Target="../ink/ink662.xml"/><Relationship Id="rId217" Type="http://schemas.openxmlformats.org/officeDocument/2006/relationships/image" Target="../media/image696.png"/><Relationship Id="rId6" Type="http://schemas.openxmlformats.org/officeDocument/2006/relationships/customXml" Target="../ink/ink574.xml"/><Relationship Id="rId23" Type="http://schemas.openxmlformats.org/officeDocument/2006/relationships/image" Target="../media/image599.png"/><Relationship Id="rId119" Type="http://schemas.openxmlformats.org/officeDocument/2006/relationships/image" Target="../media/image647.png"/><Relationship Id="rId44" Type="http://schemas.openxmlformats.org/officeDocument/2006/relationships/customXml" Target="../ink/ink593.xml"/><Relationship Id="rId65" Type="http://schemas.openxmlformats.org/officeDocument/2006/relationships/image" Target="../media/image620.png"/><Relationship Id="rId86" Type="http://schemas.openxmlformats.org/officeDocument/2006/relationships/customXml" Target="../ink/ink614.xml"/><Relationship Id="rId130" Type="http://schemas.openxmlformats.org/officeDocument/2006/relationships/customXml" Target="../ink/ink636.xml"/><Relationship Id="rId151" Type="http://schemas.openxmlformats.org/officeDocument/2006/relationships/image" Target="../media/image663.png"/><Relationship Id="rId172" Type="http://schemas.openxmlformats.org/officeDocument/2006/relationships/customXml" Target="../ink/ink657.xml"/><Relationship Id="rId193" Type="http://schemas.openxmlformats.org/officeDocument/2006/relationships/image" Target="../media/image684.png"/><Relationship Id="rId207" Type="http://schemas.openxmlformats.org/officeDocument/2006/relationships/image" Target="../media/image691.png"/><Relationship Id="rId228" Type="http://schemas.openxmlformats.org/officeDocument/2006/relationships/customXml" Target="../ink/ink685.xml"/><Relationship Id="rId13" Type="http://schemas.openxmlformats.org/officeDocument/2006/relationships/image" Target="../media/image594.png"/><Relationship Id="rId109" Type="http://schemas.openxmlformats.org/officeDocument/2006/relationships/image" Target="../media/image642.png"/><Relationship Id="rId34" Type="http://schemas.openxmlformats.org/officeDocument/2006/relationships/customXml" Target="../ink/ink588.xml"/><Relationship Id="rId55" Type="http://schemas.openxmlformats.org/officeDocument/2006/relationships/image" Target="../media/image615.png"/><Relationship Id="rId76" Type="http://schemas.openxmlformats.org/officeDocument/2006/relationships/customXml" Target="../ink/ink609.xml"/><Relationship Id="rId97" Type="http://schemas.openxmlformats.org/officeDocument/2006/relationships/image" Target="../media/image636.png"/><Relationship Id="rId120" Type="http://schemas.openxmlformats.org/officeDocument/2006/relationships/customXml" Target="../ink/ink631.xml"/><Relationship Id="rId141" Type="http://schemas.openxmlformats.org/officeDocument/2006/relationships/image" Target="../media/image658.png"/><Relationship Id="rId7" Type="http://schemas.openxmlformats.org/officeDocument/2006/relationships/image" Target="../media/image591.png"/><Relationship Id="rId162" Type="http://schemas.openxmlformats.org/officeDocument/2006/relationships/customXml" Target="../ink/ink652.xml"/><Relationship Id="rId183" Type="http://schemas.openxmlformats.org/officeDocument/2006/relationships/image" Target="../media/image679.png"/><Relationship Id="rId218" Type="http://schemas.openxmlformats.org/officeDocument/2006/relationships/customXml" Target="../ink/ink680.xml"/><Relationship Id="rId24" Type="http://schemas.openxmlformats.org/officeDocument/2006/relationships/customXml" Target="../ink/ink583.xml"/><Relationship Id="rId45" Type="http://schemas.openxmlformats.org/officeDocument/2006/relationships/image" Target="../media/image610.png"/><Relationship Id="rId66" Type="http://schemas.openxmlformats.org/officeDocument/2006/relationships/customXml" Target="../ink/ink604.xml"/><Relationship Id="rId87" Type="http://schemas.openxmlformats.org/officeDocument/2006/relationships/image" Target="../media/image631.png"/><Relationship Id="rId110" Type="http://schemas.openxmlformats.org/officeDocument/2006/relationships/customXml" Target="../ink/ink626.xml"/><Relationship Id="rId131" Type="http://schemas.openxmlformats.org/officeDocument/2006/relationships/image" Target="../media/image653.png"/><Relationship Id="rId152" Type="http://schemas.openxmlformats.org/officeDocument/2006/relationships/customXml" Target="../ink/ink647.xml"/><Relationship Id="rId173" Type="http://schemas.openxmlformats.org/officeDocument/2006/relationships/image" Target="../media/image674.png"/><Relationship Id="rId194" Type="http://schemas.openxmlformats.org/officeDocument/2006/relationships/customXml" Target="../ink/ink668.xml"/><Relationship Id="rId208" Type="http://schemas.openxmlformats.org/officeDocument/2006/relationships/customXml" Target="../ink/ink675.xml"/><Relationship Id="rId229" Type="http://schemas.openxmlformats.org/officeDocument/2006/relationships/image" Target="../media/image702.png"/><Relationship Id="rId14" Type="http://schemas.openxmlformats.org/officeDocument/2006/relationships/customXml" Target="../ink/ink578.xml"/><Relationship Id="rId35" Type="http://schemas.openxmlformats.org/officeDocument/2006/relationships/image" Target="../media/image605.png"/><Relationship Id="rId56" Type="http://schemas.openxmlformats.org/officeDocument/2006/relationships/customXml" Target="../ink/ink599.xml"/><Relationship Id="rId77" Type="http://schemas.openxmlformats.org/officeDocument/2006/relationships/image" Target="../media/image626.png"/><Relationship Id="rId100" Type="http://schemas.openxmlformats.org/officeDocument/2006/relationships/customXml" Target="../ink/ink621.xml"/><Relationship Id="rId8" Type="http://schemas.openxmlformats.org/officeDocument/2006/relationships/customXml" Target="../ink/ink575.xml"/><Relationship Id="rId98" Type="http://schemas.openxmlformats.org/officeDocument/2006/relationships/customXml" Target="../ink/ink620.xml"/><Relationship Id="rId121" Type="http://schemas.openxmlformats.org/officeDocument/2006/relationships/image" Target="../media/image648.png"/><Relationship Id="rId142" Type="http://schemas.openxmlformats.org/officeDocument/2006/relationships/customXml" Target="../ink/ink642.xml"/><Relationship Id="rId163" Type="http://schemas.openxmlformats.org/officeDocument/2006/relationships/image" Target="../media/image669.png"/><Relationship Id="rId184" Type="http://schemas.openxmlformats.org/officeDocument/2006/relationships/customXml" Target="../ink/ink663.xml"/><Relationship Id="rId219" Type="http://schemas.openxmlformats.org/officeDocument/2006/relationships/image" Target="../media/image697.png"/><Relationship Id="rId230" Type="http://schemas.openxmlformats.org/officeDocument/2006/relationships/customXml" Target="../ink/ink686.xml"/><Relationship Id="rId25" Type="http://schemas.openxmlformats.org/officeDocument/2006/relationships/image" Target="../media/image600.png"/><Relationship Id="rId46" Type="http://schemas.openxmlformats.org/officeDocument/2006/relationships/customXml" Target="../ink/ink594.xml"/><Relationship Id="rId67" Type="http://schemas.openxmlformats.org/officeDocument/2006/relationships/image" Target="../media/image621.png"/><Relationship Id="rId20" Type="http://schemas.openxmlformats.org/officeDocument/2006/relationships/customXml" Target="../ink/ink581.xml"/><Relationship Id="rId41" Type="http://schemas.openxmlformats.org/officeDocument/2006/relationships/image" Target="../media/image608.png"/><Relationship Id="rId62" Type="http://schemas.openxmlformats.org/officeDocument/2006/relationships/customXml" Target="../ink/ink602.xml"/><Relationship Id="rId83" Type="http://schemas.openxmlformats.org/officeDocument/2006/relationships/image" Target="../media/image629.png"/><Relationship Id="rId88" Type="http://schemas.openxmlformats.org/officeDocument/2006/relationships/customXml" Target="../ink/ink615.xml"/><Relationship Id="rId111" Type="http://schemas.openxmlformats.org/officeDocument/2006/relationships/image" Target="../media/image643.png"/><Relationship Id="rId132" Type="http://schemas.openxmlformats.org/officeDocument/2006/relationships/customXml" Target="../ink/ink637.xml"/><Relationship Id="rId153" Type="http://schemas.openxmlformats.org/officeDocument/2006/relationships/image" Target="../media/image664.png"/><Relationship Id="rId174" Type="http://schemas.openxmlformats.org/officeDocument/2006/relationships/customXml" Target="../ink/ink658.xml"/><Relationship Id="rId179" Type="http://schemas.openxmlformats.org/officeDocument/2006/relationships/image" Target="../media/image677.png"/><Relationship Id="rId195" Type="http://schemas.openxmlformats.org/officeDocument/2006/relationships/image" Target="../media/image685.png"/><Relationship Id="rId209" Type="http://schemas.openxmlformats.org/officeDocument/2006/relationships/image" Target="../media/image692.png"/><Relationship Id="rId190" Type="http://schemas.openxmlformats.org/officeDocument/2006/relationships/customXml" Target="../ink/ink666.xml"/><Relationship Id="rId204" Type="http://schemas.openxmlformats.org/officeDocument/2006/relationships/customXml" Target="../ink/ink673.xml"/><Relationship Id="rId220" Type="http://schemas.openxmlformats.org/officeDocument/2006/relationships/customXml" Target="../ink/ink681.xml"/><Relationship Id="rId225" Type="http://schemas.openxmlformats.org/officeDocument/2006/relationships/image" Target="../media/image700.png"/><Relationship Id="rId15" Type="http://schemas.openxmlformats.org/officeDocument/2006/relationships/image" Target="../media/image595.png"/><Relationship Id="rId36" Type="http://schemas.openxmlformats.org/officeDocument/2006/relationships/customXml" Target="../ink/ink589.xml"/><Relationship Id="rId57" Type="http://schemas.openxmlformats.org/officeDocument/2006/relationships/image" Target="../media/image616.png"/><Relationship Id="rId106" Type="http://schemas.openxmlformats.org/officeDocument/2006/relationships/customXml" Target="../ink/ink624.xml"/><Relationship Id="rId127" Type="http://schemas.openxmlformats.org/officeDocument/2006/relationships/image" Target="../media/image651.png"/><Relationship Id="rId10" Type="http://schemas.openxmlformats.org/officeDocument/2006/relationships/customXml" Target="../ink/ink576.xml"/><Relationship Id="rId31" Type="http://schemas.openxmlformats.org/officeDocument/2006/relationships/image" Target="../media/image603.png"/><Relationship Id="rId52" Type="http://schemas.openxmlformats.org/officeDocument/2006/relationships/customXml" Target="../ink/ink597.xml"/><Relationship Id="rId73" Type="http://schemas.openxmlformats.org/officeDocument/2006/relationships/image" Target="../media/image624.png"/><Relationship Id="rId78" Type="http://schemas.openxmlformats.org/officeDocument/2006/relationships/customXml" Target="../ink/ink610.xml"/><Relationship Id="rId94" Type="http://schemas.openxmlformats.org/officeDocument/2006/relationships/customXml" Target="../ink/ink618.xml"/><Relationship Id="rId99" Type="http://schemas.openxmlformats.org/officeDocument/2006/relationships/image" Target="../media/image637.png"/><Relationship Id="rId101" Type="http://schemas.openxmlformats.org/officeDocument/2006/relationships/image" Target="../media/image638.png"/><Relationship Id="rId122" Type="http://schemas.openxmlformats.org/officeDocument/2006/relationships/customXml" Target="../ink/ink632.xml"/><Relationship Id="rId143" Type="http://schemas.openxmlformats.org/officeDocument/2006/relationships/image" Target="../media/image659.png"/><Relationship Id="rId148" Type="http://schemas.openxmlformats.org/officeDocument/2006/relationships/customXml" Target="../ink/ink645.xml"/><Relationship Id="rId164" Type="http://schemas.openxmlformats.org/officeDocument/2006/relationships/customXml" Target="../ink/ink653.xml"/><Relationship Id="rId169" Type="http://schemas.openxmlformats.org/officeDocument/2006/relationships/image" Target="../media/image672.png"/><Relationship Id="rId185" Type="http://schemas.openxmlformats.org/officeDocument/2006/relationships/image" Target="../media/image680.png"/><Relationship Id="rId4" Type="http://schemas.openxmlformats.org/officeDocument/2006/relationships/customXml" Target="../ink/ink573.xml"/><Relationship Id="rId9" Type="http://schemas.openxmlformats.org/officeDocument/2006/relationships/image" Target="../media/image592.png"/><Relationship Id="rId180" Type="http://schemas.openxmlformats.org/officeDocument/2006/relationships/customXml" Target="../ink/ink661.xml"/><Relationship Id="rId210" Type="http://schemas.openxmlformats.org/officeDocument/2006/relationships/customXml" Target="../ink/ink676.xml"/><Relationship Id="rId215" Type="http://schemas.openxmlformats.org/officeDocument/2006/relationships/image" Target="../media/image695.png"/><Relationship Id="rId26" Type="http://schemas.openxmlformats.org/officeDocument/2006/relationships/customXml" Target="../ink/ink584.xml"/><Relationship Id="rId231" Type="http://schemas.openxmlformats.org/officeDocument/2006/relationships/image" Target="../media/image703.png"/><Relationship Id="rId47" Type="http://schemas.openxmlformats.org/officeDocument/2006/relationships/image" Target="../media/image611.png"/><Relationship Id="rId68" Type="http://schemas.openxmlformats.org/officeDocument/2006/relationships/customXml" Target="../ink/ink605.xml"/><Relationship Id="rId89" Type="http://schemas.openxmlformats.org/officeDocument/2006/relationships/image" Target="../media/image632.png"/><Relationship Id="rId112" Type="http://schemas.openxmlformats.org/officeDocument/2006/relationships/customXml" Target="../ink/ink627.xml"/><Relationship Id="rId133" Type="http://schemas.openxmlformats.org/officeDocument/2006/relationships/image" Target="../media/image654.png"/><Relationship Id="rId154" Type="http://schemas.openxmlformats.org/officeDocument/2006/relationships/customXml" Target="../ink/ink648.xml"/><Relationship Id="rId175" Type="http://schemas.openxmlformats.org/officeDocument/2006/relationships/image" Target="../media/image675.png"/><Relationship Id="rId196" Type="http://schemas.openxmlformats.org/officeDocument/2006/relationships/customXml" Target="../ink/ink669.xml"/><Relationship Id="rId200" Type="http://schemas.openxmlformats.org/officeDocument/2006/relationships/customXml" Target="../ink/ink671.xml"/><Relationship Id="rId16" Type="http://schemas.openxmlformats.org/officeDocument/2006/relationships/customXml" Target="../ink/ink579.xml"/><Relationship Id="rId221" Type="http://schemas.openxmlformats.org/officeDocument/2006/relationships/image" Target="../media/image698.png"/><Relationship Id="rId37" Type="http://schemas.openxmlformats.org/officeDocument/2006/relationships/image" Target="../media/image606.png"/><Relationship Id="rId58" Type="http://schemas.openxmlformats.org/officeDocument/2006/relationships/customXml" Target="../ink/ink600.xml"/><Relationship Id="rId79" Type="http://schemas.openxmlformats.org/officeDocument/2006/relationships/image" Target="../media/image627.png"/><Relationship Id="rId102" Type="http://schemas.openxmlformats.org/officeDocument/2006/relationships/customXml" Target="../ink/ink622.xml"/><Relationship Id="rId123" Type="http://schemas.openxmlformats.org/officeDocument/2006/relationships/image" Target="../media/image649.png"/><Relationship Id="rId144" Type="http://schemas.openxmlformats.org/officeDocument/2006/relationships/customXml" Target="../ink/ink643.xml"/><Relationship Id="rId90" Type="http://schemas.openxmlformats.org/officeDocument/2006/relationships/customXml" Target="../ink/ink616.xml"/><Relationship Id="rId165" Type="http://schemas.openxmlformats.org/officeDocument/2006/relationships/image" Target="../media/image670.png"/><Relationship Id="rId186" Type="http://schemas.openxmlformats.org/officeDocument/2006/relationships/customXml" Target="../ink/ink664.xml"/><Relationship Id="rId211" Type="http://schemas.openxmlformats.org/officeDocument/2006/relationships/image" Target="../media/image693.png"/><Relationship Id="rId232" Type="http://schemas.openxmlformats.org/officeDocument/2006/relationships/customXml" Target="../ink/ink687.xml"/><Relationship Id="rId27" Type="http://schemas.openxmlformats.org/officeDocument/2006/relationships/image" Target="../media/image601.png"/><Relationship Id="rId48" Type="http://schemas.openxmlformats.org/officeDocument/2006/relationships/customXml" Target="../ink/ink595.xml"/><Relationship Id="rId69" Type="http://schemas.openxmlformats.org/officeDocument/2006/relationships/image" Target="../media/image622.png"/><Relationship Id="rId113" Type="http://schemas.openxmlformats.org/officeDocument/2006/relationships/image" Target="../media/image644.png"/><Relationship Id="rId134" Type="http://schemas.openxmlformats.org/officeDocument/2006/relationships/customXml" Target="../ink/ink638.xml"/><Relationship Id="rId80" Type="http://schemas.openxmlformats.org/officeDocument/2006/relationships/customXml" Target="../ink/ink611.xml"/><Relationship Id="rId155" Type="http://schemas.openxmlformats.org/officeDocument/2006/relationships/image" Target="../media/image665.png"/><Relationship Id="rId176" Type="http://schemas.openxmlformats.org/officeDocument/2006/relationships/customXml" Target="../ink/ink659.xml"/><Relationship Id="rId197" Type="http://schemas.openxmlformats.org/officeDocument/2006/relationships/image" Target="../media/image686.png"/><Relationship Id="rId201" Type="http://schemas.openxmlformats.org/officeDocument/2006/relationships/image" Target="../media/image688.png"/><Relationship Id="rId222" Type="http://schemas.openxmlformats.org/officeDocument/2006/relationships/customXml" Target="../ink/ink682.xml"/><Relationship Id="rId17" Type="http://schemas.openxmlformats.org/officeDocument/2006/relationships/image" Target="../media/image596.png"/><Relationship Id="rId38" Type="http://schemas.openxmlformats.org/officeDocument/2006/relationships/customXml" Target="../ink/ink590.xml"/><Relationship Id="rId59" Type="http://schemas.openxmlformats.org/officeDocument/2006/relationships/image" Target="../media/image617.png"/><Relationship Id="rId103" Type="http://schemas.openxmlformats.org/officeDocument/2006/relationships/image" Target="../media/image639.png"/><Relationship Id="rId124" Type="http://schemas.openxmlformats.org/officeDocument/2006/relationships/customXml" Target="../ink/ink633.xml"/><Relationship Id="rId70" Type="http://schemas.openxmlformats.org/officeDocument/2006/relationships/customXml" Target="../ink/ink606.xml"/><Relationship Id="rId91" Type="http://schemas.openxmlformats.org/officeDocument/2006/relationships/image" Target="../media/image633.png"/><Relationship Id="rId145" Type="http://schemas.openxmlformats.org/officeDocument/2006/relationships/image" Target="../media/image660.png"/><Relationship Id="rId166" Type="http://schemas.openxmlformats.org/officeDocument/2006/relationships/customXml" Target="../ink/ink654.xml"/><Relationship Id="rId187" Type="http://schemas.openxmlformats.org/officeDocument/2006/relationships/image" Target="../media/image681.png"/><Relationship Id="rId1" Type="http://schemas.openxmlformats.org/officeDocument/2006/relationships/slideLayout" Target="../slideLayouts/slideLayout6.xml"/><Relationship Id="rId212" Type="http://schemas.openxmlformats.org/officeDocument/2006/relationships/customXml" Target="../ink/ink677.xml"/><Relationship Id="rId233" Type="http://schemas.openxmlformats.org/officeDocument/2006/relationships/image" Target="../media/image704.png"/><Relationship Id="rId28" Type="http://schemas.openxmlformats.org/officeDocument/2006/relationships/customXml" Target="../ink/ink585.xml"/><Relationship Id="rId49" Type="http://schemas.openxmlformats.org/officeDocument/2006/relationships/image" Target="../media/image612.png"/><Relationship Id="rId114" Type="http://schemas.openxmlformats.org/officeDocument/2006/relationships/customXml" Target="../ink/ink628.xml"/><Relationship Id="rId60" Type="http://schemas.openxmlformats.org/officeDocument/2006/relationships/customXml" Target="../ink/ink601.xml"/><Relationship Id="rId81" Type="http://schemas.openxmlformats.org/officeDocument/2006/relationships/image" Target="../media/image628.png"/><Relationship Id="rId135" Type="http://schemas.openxmlformats.org/officeDocument/2006/relationships/image" Target="../media/image655.png"/><Relationship Id="rId156" Type="http://schemas.openxmlformats.org/officeDocument/2006/relationships/customXml" Target="../ink/ink649.xml"/><Relationship Id="rId177" Type="http://schemas.openxmlformats.org/officeDocument/2006/relationships/image" Target="../media/image676.png"/><Relationship Id="rId198" Type="http://schemas.openxmlformats.org/officeDocument/2006/relationships/customXml" Target="../ink/ink670.xml"/><Relationship Id="rId202" Type="http://schemas.openxmlformats.org/officeDocument/2006/relationships/customXml" Target="../ink/ink672.xml"/><Relationship Id="rId223" Type="http://schemas.openxmlformats.org/officeDocument/2006/relationships/image" Target="../media/image699.png"/><Relationship Id="rId18" Type="http://schemas.openxmlformats.org/officeDocument/2006/relationships/customXml" Target="../ink/ink580.xml"/><Relationship Id="rId39" Type="http://schemas.openxmlformats.org/officeDocument/2006/relationships/image" Target="../media/image607.png"/><Relationship Id="rId50" Type="http://schemas.openxmlformats.org/officeDocument/2006/relationships/customXml" Target="../ink/ink596.xml"/><Relationship Id="rId104" Type="http://schemas.openxmlformats.org/officeDocument/2006/relationships/customXml" Target="../ink/ink623.xml"/><Relationship Id="rId125" Type="http://schemas.openxmlformats.org/officeDocument/2006/relationships/image" Target="../media/image650.png"/><Relationship Id="rId146" Type="http://schemas.openxmlformats.org/officeDocument/2006/relationships/customXml" Target="../ink/ink644.xml"/><Relationship Id="rId167" Type="http://schemas.openxmlformats.org/officeDocument/2006/relationships/image" Target="../media/image671.png"/><Relationship Id="rId188" Type="http://schemas.openxmlformats.org/officeDocument/2006/relationships/customXml" Target="../ink/ink665.xml"/><Relationship Id="rId71" Type="http://schemas.openxmlformats.org/officeDocument/2006/relationships/image" Target="../media/image623.png"/><Relationship Id="rId92" Type="http://schemas.openxmlformats.org/officeDocument/2006/relationships/customXml" Target="../ink/ink617.xml"/><Relationship Id="rId213" Type="http://schemas.openxmlformats.org/officeDocument/2006/relationships/image" Target="../media/image694.png"/><Relationship Id="rId234" Type="http://schemas.openxmlformats.org/officeDocument/2006/relationships/customXml" Target="../ink/ink688.xml"/><Relationship Id="rId2" Type="http://schemas.openxmlformats.org/officeDocument/2006/relationships/image" Target="../media/image480.png"/><Relationship Id="rId29" Type="http://schemas.openxmlformats.org/officeDocument/2006/relationships/image" Target="../media/image602.png"/><Relationship Id="rId40" Type="http://schemas.openxmlformats.org/officeDocument/2006/relationships/customXml" Target="../ink/ink591.xml"/><Relationship Id="rId115" Type="http://schemas.openxmlformats.org/officeDocument/2006/relationships/image" Target="../media/image645.png"/><Relationship Id="rId136" Type="http://schemas.openxmlformats.org/officeDocument/2006/relationships/customXml" Target="../ink/ink639.xml"/><Relationship Id="rId157" Type="http://schemas.openxmlformats.org/officeDocument/2006/relationships/image" Target="../media/image666.png"/><Relationship Id="rId178" Type="http://schemas.openxmlformats.org/officeDocument/2006/relationships/customXml" Target="../ink/ink660.xml"/><Relationship Id="rId61" Type="http://schemas.openxmlformats.org/officeDocument/2006/relationships/image" Target="../media/image618.png"/><Relationship Id="rId82" Type="http://schemas.openxmlformats.org/officeDocument/2006/relationships/customXml" Target="../ink/ink612.xml"/><Relationship Id="rId199" Type="http://schemas.openxmlformats.org/officeDocument/2006/relationships/image" Target="../media/image687.png"/><Relationship Id="rId203" Type="http://schemas.openxmlformats.org/officeDocument/2006/relationships/image" Target="../media/image689.png"/><Relationship Id="rId19" Type="http://schemas.openxmlformats.org/officeDocument/2006/relationships/image" Target="../media/image597.png"/><Relationship Id="rId224" Type="http://schemas.openxmlformats.org/officeDocument/2006/relationships/customXml" Target="../ink/ink683.xml"/><Relationship Id="rId30" Type="http://schemas.openxmlformats.org/officeDocument/2006/relationships/customXml" Target="../ink/ink586.xml"/><Relationship Id="rId105" Type="http://schemas.openxmlformats.org/officeDocument/2006/relationships/image" Target="../media/image640.png"/><Relationship Id="rId126" Type="http://schemas.openxmlformats.org/officeDocument/2006/relationships/customXml" Target="../ink/ink634.xml"/><Relationship Id="rId147" Type="http://schemas.openxmlformats.org/officeDocument/2006/relationships/image" Target="../media/image661.png"/><Relationship Id="rId168" Type="http://schemas.openxmlformats.org/officeDocument/2006/relationships/customXml" Target="../ink/ink655.xml"/><Relationship Id="rId51" Type="http://schemas.openxmlformats.org/officeDocument/2006/relationships/image" Target="../media/image613.png"/><Relationship Id="rId72" Type="http://schemas.openxmlformats.org/officeDocument/2006/relationships/customXml" Target="../ink/ink607.xml"/><Relationship Id="rId93" Type="http://schemas.openxmlformats.org/officeDocument/2006/relationships/image" Target="../media/image634.png"/><Relationship Id="rId189" Type="http://schemas.openxmlformats.org/officeDocument/2006/relationships/image" Target="../media/image682.png"/><Relationship Id="rId3" Type="http://schemas.openxmlformats.org/officeDocument/2006/relationships/image" Target="../media/image481.png"/><Relationship Id="rId214" Type="http://schemas.openxmlformats.org/officeDocument/2006/relationships/customXml" Target="../ink/ink678.xml"/><Relationship Id="rId235" Type="http://schemas.openxmlformats.org/officeDocument/2006/relationships/image" Target="../media/image705.png"/><Relationship Id="rId116" Type="http://schemas.openxmlformats.org/officeDocument/2006/relationships/customXml" Target="../ink/ink629.xml"/><Relationship Id="rId137" Type="http://schemas.openxmlformats.org/officeDocument/2006/relationships/image" Target="../media/image656.png"/><Relationship Id="rId158" Type="http://schemas.openxmlformats.org/officeDocument/2006/relationships/customXml" Target="../ink/ink650.xml"/></Relationships>
</file>

<file path=ppt/slides/_rels/slide2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00.xml"/><Relationship Id="rId21" Type="http://schemas.openxmlformats.org/officeDocument/2006/relationships/image" Target="../media/image716.png"/><Relationship Id="rId42" Type="http://schemas.openxmlformats.org/officeDocument/2006/relationships/customXml" Target="../ink/ink708.xml"/><Relationship Id="rId47" Type="http://schemas.openxmlformats.org/officeDocument/2006/relationships/image" Target="../media/image729.png"/><Relationship Id="rId63" Type="http://schemas.openxmlformats.org/officeDocument/2006/relationships/image" Target="../media/image737.png"/><Relationship Id="rId68" Type="http://schemas.openxmlformats.org/officeDocument/2006/relationships/customXml" Target="../ink/ink721.xml"/><Relationship Id="rId84" Type="http://schemas.openxmlformats.org/officeDocument/2006/relationships/customXml" Target="../ink/ink729.xml"/><Relationship Id="rId16" Type="http://schemas.openxmlformats.org/officeDocument/2006/relationships/customXml" Target="../ink/ink695.xml"/><Relationship Id="rId11" Type="http://schemas.openxmlformats.org/officeDocument/2006/relationships/image" Target="../media/image711.png"/><Relationship Id="rId32" Type="http://schemas.openxmlformats.org/officeDocument/2006/relationships/customXml" Target="../ink/ink703.xml"/><Relationship Id="rId37" Type="http://schemas.openxmlformats.org/officeDocument/2006/relationships/image" Target="../media/image724.png"/><Relationship Id="rId53" Type="http://schemas.openxmlformats.org/officeDocument/2006/relationships/image" Target="../media/image732.png"/><Relationship Id="rId58" Type="http://schemas.openxmlformats.org/officeDocument/2006/relationships/customXml" Target="../ink/ink716.xml"/><Relationship Id="rId74" Type="http://schemas.openxmlformats.org/officeDocument/2006/relationships/customXml" Target="../ink/ink724.xml"/><Relationship Id="rId79" Type="http://schemas.openxmlformats.org/officeDocument/2006/relationships/image" Target="../media/image745.png"/><Relationship Id="rId5" Type="http://schemas.openxmlformats.org/officeDocument/2006/relationships/image" Target="../media/image708.png"/><Relationship Id="rId19" Type="http://schemas.openxmlformats.org/officeDocument/2006/relationships/image" Target="../media/image715.png"/><Relationship Id="rId14" Type="http://schemas.openxmlformats.org/officeDocument/2006/relationships/customXml" Target="../ink/ink694.xml"/><Relationship Id="rId22" Type="http://schemas.openxmlformats.org/officeDocument/2006/relationships/customXml" Target="../ink/ink698.xml"/><Relationship Id="rId27" Type="http://schemas.openxmlformats.org/officeDocument/2006/relationships/image" Target="../media/image719.png"/><Relationship Id="rId30" Type="http://schemas.openxmlformats.org/officeDocument/2006/relationships/customXml" Target="../ink/ink702.xml"/><Relationship Id="rId35" Type="http://schemas.openxmlformats.org/officeDocument/2006/relationships/image" Target="../media/image723.png"/><Relationship Id="rId43" Type="http://schemas.openxmlformats.org/officeDocument/2006/relationships/image" Target="../media/image727.png"/><Relationship Id="rId48" Type="http://schemas.openxmlformats.org/officeDocument/2006/relationships/customXml" Target="../ink/ink711.xml"/><Relationship Id="rId56" Type="http://schemas.openxmlformats.org/officeDocument/2006/relationships/customXml" Target="../ink/ink715.xml"/><Relationship Id="rId64" Type="http://schemas.openxmlformats.org/officeDocument/2006/relationships/customXml" Target="../ink/ink719.xml"/><Relationship Id="rId69" Type="http://schemas.openxmlformats.org/officeDocument/2006/relationships/image" Target="../media/image740.png"/><Relationship Id="rId77" Type="http://schemas.openxmlformats.org/officeDocument/2006/relationships/image" Target="../media/image744.png"/><Relationship Id="rId8" Type="http://schemas.openxmlformats.org/officeDocument/2006/relationships/customXml" Target="../ink/ink691.xml"/><Relationship Id="rId51" Type="http://schemas.openxmlformats.org/officeDocument/2006/relationships/image" Target="../media/image731.png"/><Relationship Id="rId72" Type="http://schemas.openxmlformats.org/officeDocument/2006/relationships/customXml" Target="../ink/ink723.xml"/><Relationship Id="rId80" Type="http://schemas.openxmlformats.org/officeDocument/2006/relationships/customXml" Target="../ink/ink727.xml"/><Relationship Id="rId85" Type="http://schemas.openxmlformats.org/officeDocument/2006/relationships/image" Target="../media/image748.png"/><Relationship Id="rId3" Type="http://schemas.openxmlformats.org/officeDocument/2006/relationships/image" Target="../media/image706.png"/><Relationship Id="rId12" Type="http://schemas.openxmlformats.org/officeDocument/2006/relationships/customXml" Target="../ink/ink693.xml"/><Relationship Id="rId17" Type="http://schemas.openxmlformats.org/officeDocument/2006/relationships/image" Target="../media/image714.png"/><Relationship Id="rId25" Type="http://schemas.openxmlformats.org/officeDocument/2006/relationships/image" Target="../media/image718.png"/><Relationship Id="rId33" Type="http://schemas.openxmlformats.org/officeDocument/2006/relationships/image" Target="../media/image722.png"/><Relationship Id="rId38" Type="http://schemas.openxmlformats.org/officeDocument/2006/relationships/customXml" Target="../ink/ink706.xml"/><Relationship Id="rId46" Type="http://schemas.openxmlformats.org/officeDocument/2006/relationships/customXml" Target="../ink/ink710.xml"/><Relationship Id="rId59" Type="http://schemas.openxmlformats.org/officeDocument/2006/relationships/image" Target="../media/image735.png"/><Relationship Id="rId67" Type="http://schemas.openxmlformats.org/officeDocument/2006/relationships/image" Target="../media/image739.png"/><Relationship Id="rId20" Type="http://schemas.openxmlformats.org/officeDocument/2006/relationships/customXml" Target="../ink/ink697.xml"/><Relationship Id="rId41" Type="http://schemas.openxmlformats.org/officeDocument/2006/relationships/image" Target="../media/image726.png"/><Relationship Id="rId54" Type="http://schemas.openxmlformats.org/officeDocument/2006/relationships/customXml" Target="../ink/ink714.xml"/><Relationship Id="rId62" Type="http://schemas.openxmlformats.org/officeDocument/2006/relationships/customXml" Target="../ink/ink718.xml"/><Relationship Id="rId70" Type="http://schemas.openxmlformats.org/officeDocument/2006/relationships/customXml" Target="../ink/ink722.xml"/><Relationship Id="rId75" Type="http://schemas.openxmlformats.org/officeDocument/2006/relationships/image" Target="../media/image743.png"/><Relationship Id="rId83" Type="http://schemas.openxmlformats.org/officeDocument/2006/relationships/image" Target="../media/image747.png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690.xml"/><Relationship Id="rId15" Type="http://schemas.openxmlformats.org/officeDocument/2006/relationships/image" Target="../media/image713.png"/><Relationship Id="rId23" Type="http://schemas.openxmlformats.org/officeDocument/2006/relationships/image" Target="../media/image717.png"/><Relationship Id="rId28" Type="http://schemas.openxmlformats.org/officeDocument/2006/relationships/customXml" Target="../ink/ink701.xml"/><Relationship Id="rId36" Type="http://schemas.openxmlformats.org/officeDocument/2006/relationships/customXml" Target="../ink/ink705.xml"/><Relationship Id="rId49" Type="http://schemas.openxmlformats.org/officeDocument/2006/relationships/image" Target="../media/image730.png"/><Relationship Id="rId57" Type="http://schemas.openxmlformats.org/officeDocument/2006/relationships/image" Target="../media/image734.png"/><Relationship Id="rId10" Type="http://schemas.openxmlformats.org/officeDocument/2006/relationships/customXml" Target="../ink/ink692.xml"/><Relationship Id="rId31" Type="http://schemas.openxmlformats.org/officeDocument/2006/relationships/image" Target="../media/image721.png"/><Relationship Id="rId44" Type="http://schemas.openxmlformats.org/officeDocument/2006/relationships/customXml" Target="../ink/ink709.xml"/><Relationship Id="rId52" Type="http://schemas.openxmlformats.org/officeDocument/2006/relationships/customXml" Target="../ink/ink713.xml"/><Relationship Id="rId60" Type="http://schemas.openxmlformats.org/officeDocument/2006/relationships/customXml" Target="../ink/ink717.xml"/><Relationship Id="rId65" Type="http://schemas.openxmlformats.org/officeDocument/2006/relationships/image" Target="../media/image738.png"/><Relationship Id="rId73" Type="http://schemas.openxmlformats.org/officeDocument/2006/relationships/image" Target="../media/image742.png"/><Relationship Id="rId78" Type="http://schemas.openxmlformats.org/officeDocument/2006/relationships/customXml" Target="../ink/ink726.xml"/><Relationship Id="rId81" Type="http://schemas.openxmlformats.org/officeDocument/2006/relationships/image" Target="../media/image746.png"/><Relationship Id="rId4" Type="http://schemas.openxmlformats.org/officeDocument/2006/relationships/customXml" Target="../ink/ink689.xml"/><Relationship Id="rId9" Type="http://schemas.openxmlformats.org/officeDocument/2006/relationships/image" Target="../media/image710.png"/><Relationship Id="rId13" Type="http://schemas.openxmlformats.org/officeDocument/2006/relationships/image" Target="../media/image712.png"/><Relationship Id="rId18" Type="http://schemas.openxmlformats.org/officeDocument/2006/relationships/customXml" Target="../ink/ink696.xml"/><Relationship Id="rId39" Type="http://schemas.openxmlformats.org/officeDocument/2006/relationships/image" Target="../media/image725.png"/><Relationship Id="rId34" Type="http://schemas.openxmlformats.org/officeDocument/2006/relationships/customXml" Target="../ink/ink704.xml"/><Relationship Id="rId50" Type="http://schemas.openxmlformats.org/officeDocument/2006/relationships/customXml" Target="../ink/ink712.xml"/><Relationship Id="rId55" Type="http://schemas.openxmlformats.org/officeDocument/2006/relationships/image" Target="../media/image733.png"/><Relationship Id="rId76" Type="http://schemas.openxmlformats.org/officeDocument/2006/relationships/customXml" Target="../ink/ink725.xml"/><Relationship Id="rId7" Type="http://schemas.openxmlformats.org/officeDocument/2006/relationships/image" Target="../media/image709.png"/><Relationship Id="rId71" Type="http://schemas.openxmlformats.org/officeDocument/2006/relationships/image" Target="../media/image741.png"/><Relationship Id="rId2" Type="http://schemas.openxmlformats.org/officeDocument/2006/relationships/image" Target="../media/image589.png"/><Relationship Id="rId29" Type="http://schemas.openxmlformats.org/officeDocument/2006/relationships/image" Target="../media/image720.png"/><Relationship Id="rId24" Type="http://schemas.openxmlformats.org/officeDocument/2006/relationships/customXml" Target="../ink/ink699.xml"/><Relationship Id="rId40" Type="http://schemas.openxmlformats.org/officeDocument/2006/relationships/customXml" Target="../ink/ink707.xml"/><Relationship Id="rId45" Type="http://schemas.openxmlformats.org/officeDocument/2006/relationships/image" Target="../media/image728.png"/><Relationship Id="rId66" Type="http://schemas.openxmlformats.org/officeDocument/2006/relationships/customXml" Target="../ink/ink720.xml"/><Relationship Id="rId61" Type="http://schemas.openxmlformats.org/officeDocument/2006/relationships/image" Target="../media/image736.png"/><Relationship Id="rId82" Type="http://schemas.openxmlformats.org/officeDocument/2006/relationships/customXml" Target="../ink/ink728.xml"/></Relationships>
</file>

<file path=ppt/slides/_rels/slide2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41.xml"/><Relationship Id="rId21" Type="http://schemas.openxmlformats.org/officeDocument/2006/relationships/image" Target="../media/image759.png"/><Relationship Id="rId42" Type="http://schemas.openxmlformats.org/officeDocument/2006/relationships/customXml" Target="../ink/ink749.xml"/><Relationship Id="rId47" Type="http://schemas.openxmlformats.org/officeDocument/2006/relationships/image" Target="../media/image772.png"/><Relationship Id="rId63" Type="http://schemas.openxmlformats.org/officeDocument/2006/relationships/image" Target="../media/image780.png"/><Relationship Id="rId68" Type="http://schemas.openxmlformats.org/officeDocument/2006/relationships/customXml" Target="../ink/ink762.xml"/><Relationship Id="rId84" Type="http://schemas.openxmlformats.org/officeDocument/2006/relationships/customXml" Target="../ink/ink770.xml"/><Relationship Id="rId16" Type="http://schemas.openxmlformats.org/officeDocument/2006/relationships/customXml" Target="../ink/ink736.xml"/><Relationship Id="rId11" Type="http://schemas.openxmlformats.org/officeDocument/2006/relationships/image" Target="../media/image754.png"/><Relationship Id="rId32" Type="http://schemas.openxmlformats.org/officeDocument/2006/relationships/customXml" Target="../ink/ink744.xml"/><Relationship Id="rId37" Type="http://schemas.openxmlformats.org/officeDocument/2006/relationships/image" Target="../media/image767.png"/><Relationship Id="rId53" Type="http://schemas.openxmlformats.org/officeDocument/2006/relationships/image" Target="../media/image775.png"/><Relationship Id="rId58" Type="http://schemas.openxmlformats.org/officeDocument/2006/relationships/customXml" Target="../ink/ink757.xml"/><Relationship Id="rId74" Type="http://schemas.openxmlformats.org/officeDocument/2006/relationships/customXml" Target="../ink/ink765.xml"/><Relationship Id="rId79" Type="http://schemas.openxmlformats.org/officeDocument/2006/relationships/image" Target="../media/image788.png"/><Relationship Id="rId5" Type="http://schemas.openxmlformats.org/officeDocument/2006/relationships/image" Target="../media/image751.png"/><Relationship Id="rId19" Type="http://schemas.openxmlformats.org/officeDocument/2006/relationships/image" Target="../media/image758.png"/><Relationship Id="rId14" Type="http://schemas.openxmlformats.org/officeDocument/2006/relationships/customXml" Target="../ink/ink735.xml"/><Relationship Id="rId22" Type="http://schemas.openxmlformats.org/officeDocument/2006/relationships/customXml" Target="../ink/ink739.xml"/><Relationship Id="rId27" Type="http://schemas.openxmlformats.org/officeDocument/2006/relationships/image" Target="../media/image762.png"/><Relationship Id="rId30" Type="http://schemas.openxmlformats.org/officeDocument/2006/relationships/customXml" Target="../ink/ink743.xml"/><Relationship Id="rId35" Type="http://schemas.openxmlformats.org/officeDocument/2006/relationships/image" Target="../media/image766.png"/><Relationship Id="rId43" Type="http://schemas.openxmlformats.org/officeDocument/2006/relationships/image" Target="../media/image770.png"/><Relationship Id="rId48" Type="http://schemas.openxmlformats.org/officeDocument/2006/relationships/customXml" Target="../ink/ink752.xml"/><Relationship Id="rId56" Type="http://schemas.openxmlformats.org/officeDocument/2006/relationships/customXml" Target="../ink/ink756.xml"/><Relationship Id="rId64" Type="http://schemas.openxmlformats.org/officeDocument/2006/relationships/customXml" Target="../ink/ink760.xml"/><Relationship Id="rId69" Type="http://schemas.openxmlformats.org/officeDocument/2006/relationships/image" Target="../media/image783.png"/><Relationship Id="rId77" Type="http://schemas.openxmlformats.org/officeDocument/2006/relationships/image" Target="../media/image787.png"/><Relationship Id="rId8" Type="http://schemas.openxmlformats.org/officeDocument/2006/relationships/customXml" Target="../ink/ink732.xml"/><Relationship Id="rId51" Type="http://schemas.openxmlformats.org/officeDocument/2006/relationships/image" Target="../media/image774.png"/><Relationship Id="rId72" Type="http://schemas.openxmlformats.org/officeDocument/2006/relationships/customXml" Target="../ink/ink764.xml"/><Relationship Id="rId80" Type="http://schemas.openxmlformats.org/officeDocument/2006/relationships/customXml" Target="../ink/ink768.xml"/><Relationship Id="rId85" Type="http://schemas.openxmlformats.org/officeDocument/2006/relationships/image" Target="../media/image791.png"/><Relationship Id="rId3" Type="http://schemas.openxmlformats.org/officeDocument/2006/relationships/image" Target="../media/image749.png"/><Relationship Id="rId12" Type="http://schemas.openxmlformats.org/officeDocument/2006/relationships/customXml" Target="../ink/ink734.xml"/><Relationship Id="rId17" Type="http://schemas.openxmlformats.org/officeDocument/2006/relationships/image" Target="../media/image757.png"/><Relationship Id="rId25" Type="http://schemas.openxmlformats.org/officeDocument/2006/relationships/image" Target="../media/image761.png"/><Relationship Id="rId33" Type="http://schemas.openxmlformats.org/officeDocument/2006/relationships/image" Target="../media/image765.png"/><Relationship Id="rId38" Type="http://schemas.openxmlformats.org/officeDocument/2006/relationships/customXml" Target="../ink/ink747.xml"/><Relationship Id="rId46" Type="http://schemas.openxmlformats.org/officeDocument/2006/relationships/customXml" Target="../ink/ink751.xml"/><Relationship Id="rId59" Type="http://schemas.openxmlformats.org/officeDocument/2006/relationships/image" Target="../media/image778.png"/><Relationship Id="rId67" Type="http://schemas.openxmlformats.org/officeDocument/2006/relationships/image" Target="../media/image782.png"/><Relationship Id="rId20" Type="http://schemas.openxmlformats.org/officeDocument/2006/relationships/customXml" Target="../ink/ink738.xml"/><Relationship Id="rId41" Type="http://schemas.openxmlformats.org/officeDocument/2006/relationships/image" Target="../media/image769.png"/><Relationship Id="rId54" Type="http://schemas.openxmlformats.org/officeDocument/2006/relationships/customXml" Target="../ink/ink755.xml"/><Relationship Id="rId62" Type="http://schemas.openxmlformats.org/officeDocument/2006/relationships/customXml" Target="../ink/ink759.xml"/><Relationship Id="rId70" Type="http://schemas.openxmlformats.org/officeDocument/2006/relationships/customXml" Target="../ink/ink763.xml"/><Relationship Id="rId75" Type="http://schemas.openxmlformats.org/officeDocument/2006/relationships/image" Target="../media/image786.png"/><Relationship Id="rId83" Type="http://schemas.openxmlformats.org/officeDocument/2006/relationships/image" Target="../media/image79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731.xml"/><Relationship Id="rId15" Type="http://schemas.openxmlformats.org/officeDocument/2006/relationships/image" Target="../media/image756.png"/><Relationship Id="rId23" Type="http://schemas.openxmlformats.org/officeDocument/2006/relationships/image" Target="../media/image760.png"/><Relationship Id="rId28" Type="http://schemas.openxmlformats.org/officeDocument/2006/relationships/customXml" Target="../ink/ink742.xml"/><Relationship Id="rId36" Type="http://schemas.openxmlformats.org/officeDocument/2006/relationships/customXml" Target="../ink/ink746.xml"/><Relationship Id="rId49" Type="http://schemas.openxmlformats.org/officeDocument/2006/relationships/image" Target="../media/image773.png"/><Relationship Id="rId57" Type="http://schemas.openxmlformats.org/officeDocument/2006/relationships/image" Target="../media/image777.png"/><Relationship Id="rId10" Type="http://schemas.openxmlformats.org/officeDocument/2006/relationships/customXml" Target="../ink/ink733.xml"/><Relationship Id="rId31" Type="http://schemas.openxmlformats.org/officeDocument/2006/relationships/image" Target="../media/image764.png"/><Relationship Id="rId44" Type="http://schemas.openxmlformats.org/officeDocument/2006/relationships/customXml" Target="../ink/ink750.xml"/><Relationship Id="rId52" Type="http://schemas.openxmlformats.org/officeDocument/2006/relationships/customXml" Target="../ink/ink754.xml"/><Relationship Id="rId60" Type="http://schemas.openxmlformats.org/officeDocument/2006/relationships/customXml" Target="../ink/ink758.xml"/><Relationship Id="rId65" Type="http://schemas.openxmlformats.org/officeDocument/2006/relationships/image" Target="../media/image781.png"/><Relationship Id="rId73" Type="http://schemas.openxmlformats.org/officeDocument/2006/relationships/image" Target="../media/image785.png"/><Relationship Id="rId78" Type="http://schemas.openxmlformats.org/officeDocument/2006/relationships/customXml" Target="../ink/ink767.xml"/><Relationship Id="rId81" Type="http://schemas.openxmlformats.org/officeDocument/2006/relationships/image" Target="../media/image789.png"/><Relationship Id="rId4" Type="http://schemas.openxmlformats.org/officeDocument/2006/relationships/customXml" Target="../ink/ink730.xml"/><Relationship Id="rId9" Type="http://schemas.openxmlformats.org/officeDocument/2006/relationships/image" Target="../media/image753.png"/><Relationship Id="rId13" Type="http://schemas.openxmlformats.org/officeDocument/2006/relationships/image" Target="../media/image755.png"/><Relationship Id="rId18" Type="http://schemas.openxmlformats.org/officeDocument/2006/relationships/customXml" Target="../ink/ink737.xml"/><Relationship Id="rId39" Type="http://schemas.openxmlformats.org/officeDocument/2006/relationships/image" Target="../media/image768.png"/><Relationship Id="rId34" Type="http://schemas.openxmlformats.org/officeDocument/2006/relationships/customXml" Target="../ink/ink745.xml"/><Relationship Id="rId50" Type="http://schemas.openxmlformats.org/officeDocument/2006/relationships/customXml" Target="../ink/ink753.xml"/><Relationship Id="rId55" Type="http://schemas.openxmlformats.org/officeDocument/2006/relationships/image" Target="../media/image776.png"/><Relationship Id="rId76" Type="http://schemas.openxmlformats.org/officeDocument/2006/relationships/customXml" Target="../ink/ink766.xml"/><Relationship Id="rId7" Type="http://schemas.openxmlformats.org/officeDocument/2006/relationships/image" Target="../media/image752.png"/><Relationship Id="rId71" Type="http://schemas.openxmlformats.org/officeDocument/2006/relationships/image" Target="../media/image784.png"/><Relationship Id="rId2" Type="http://schemas.openxmlformats.org/officeDocument/2006/relationships/image" Target="../media/image707.png"/><Relationship Id="rId29" Type="http://schemas.openxmlformats.org/officeDocument/2006/relationships/image" Target="../media/image763.png"/><Relationship Id="rId24" Type="http://schemas.openxmlformats.org/officeDocument/2006/relationships/customXml" Target="../ink/ink740.xml"/><Relationship Id="rId40" Type="http://schemas.openxmlformats.org/officeDocument/2006/relationships/customXml" Target="../ink/ink748.xml"/><Relationship Id="rId45" Type="http://schemas.openxmlformats.org/officeDocument/2006/relationships/image" Target="../media/image771.png"/><Relationship Id="rId66" Type="http://schemas.openxmlformats.org/officeDocument/2006/relationships/customXml" Target="../ink/ink761.xml"/><Relationship Id="rId61" Type="http://schemas.openxmlformats.org/officeDocument/2006/relationships/image" Target="../media/image779.png"/><Relationship Id="rId82" Type="http://schemas.openxmlformats.org/officeDocument/2006/relationships/customXml" Target="../ink/ink769.xml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50.png"/><Relationship Id="rId21" Type="http://schemas.openxmlformats.org/officeDocument/2006/relationships/image" Target="../media/image802.png"/><Relationship Id="rId63" Type="http://schemas.openxmlformats.org/officeDocument/2006/relationships/image" Target="../media/image823.png"/><Relationship Id="rId159" Type="http://schemas.openxmlformats.org/officeDocument/2006/relationships/image" Target="../media/image871.png"/><Relationship Id="rId170" Type="http://schemas.openxmlformats.org/officeDocument/2006/relationships/customXml" Target="../ink/ink854.xml"/><Relationship Id="rId226" Type="http://schemas.openxmlformats.org/officeDocument/2006/relationships/customXml" Target="../ink/ink882.xml"/><Relationship Id="rId268" Type="http://schemas.openxmlformats.org/officeDocument/2006/relationships/customXml" Target="../ink/ink903.xml"/><Relationship Id="rId32" Type="http://schemas.openxmlformats.org/officeDocument/2006/relationships/customXml" Target="../ink/ink785.xml"/><Relationship Id="rId74" Type="http://schemas.openxmlformats.org/officeDocument/2006/relationships/customXml" Target="../ink/ink806.xml"/><Relationship Id="rId128" Type="http://schemas.openxmlformats.org/officeDocument/2006/relationships/customXml" Target="../ink/ink833.xml"/><Relationship Id="rId5" Type="http://schemas.openxmlformats.org/officeDocument/2006/relationships/image" Target="../media/image794.png"/><Relationship Id="rId181" Type="http://schemas.openxmlformats.org/officeDocument/2006/relationships/image" Target="../media/image882.png"/><Relationship Id="rId237" Type="http://schemas.openxmlformats.org/officeDocument/2006/relationships/image" Target="../media/image910.png"/><Relationship Id="rId279" Type="http://schemas.openxmlformats.org/officeDocument/2006/relationships/image" Target="../media/image931.png"/><Relationship Id="rId43" Type="http://schemas.openxmlformats.org/officeDocument/2006/relationships/image" Target="../media/image813.png"/><Relationship Id="rId139" Type="http://schemas.openxmlformats.org/officeDocument/2006/relationships/image" Target="../media/image861.png"/><Relationship Id="rId85" Type="http://schemas.openxmlformats.org/officeDocument/2006/relationships/image" Target="../media/image834.png"/><Relationship Id="rId150" Type="http://schemas.openxmlformats.org/officeDocument/2006/relationships/customXml" Target="../ink/ink844.xml"/><Relationship Id="rId192" Type="http://schemas.openxmlformats.org/officeDocument/2006/relationships/customXml" Target="../ink/ink865.xml"/><Relationship Id="rId206" Type="http://schemas.openxmlformats.org/officeDocument/2006/relationships/customXml" Target="../ink/ink872.xml"/><Relationship Id="rId248" Type="http://schemas.openxmlformats.org/officeDocument/2006/relationships/customXml" Target="../ink/ink893.xml"/><Relationship Id="rId269" Type="http://schemas.openxmlformats.org/officeDocument/2006/relationships/image" Target="../media/image926.png"/><Relationship Id="rId12" Type="http://schemas.openxmlformats.org/officeDocument/2006/relationships/customXml" Target="../ink/ink775.xml"/><Relationship Id="rId33" Type="http://schemas.openxmlformats.org/officeDocument/2006/relationships/image" Target="../media/image808.png"/><Relationship Id="rId108" Type="http://schemas.openxmlformats.org/officeDocument/2006/relationships/customXml" Target="../ink/ink823.xml"/><Relationship Id="rId129" Type="http://schemas.openxmlformats.org/officeDocument/2006/relationships/image" Target="../media/image856.png"/><Relationship Id="rId280" Type="http://schemas.openxmlformats.org/officeDocument/2006/relationships/customXml" Target="../ink/ink909.xml"/><Relationship Id="rId54" Type="http://schemas.openxmlformats.org/officeDocument/2006/relationships/customXml" Target="../ink/ink796.xml"/><Relationship Id="rId75" Type="http://schemas.openxmlformats.org/officeDocument/2006/relationships/image" Target="../media/image829.png"/><Relationship Id="rId96" Type="http://schemas.openxmlformats.org/officeDocument/2006/relationships/customXml" Target="../ink/ink817.xml"/><Relationship Id="rId140" Type="http://schemas.openxmlformats.org/officeDocument/2006/relationships/customXml" Target="../ink/ink839.xml"/><Relationship Id="rId161" Type="http://schemas.openxmlformats.org/officeDocument/2006/relationships/image" Target="../media/image872.png"/><Relationship Id="rId182" Type="http://schemas.openxmlformats.org/officeDocument/2006/relationships/customXml" Target="../ink/ink860.xml"/><Relationship Id="rId217" Type="http://schemas.openxmlformats.org/officeDocument/2006/relationships/image" Target="../media/image900.png"/><Relationship Id="rId6" Type="http://schemas.openxmlformats.org/officeDocument/2006/relationships/customXml" Target="../ink/ink772.xml"/><Relationship Id="rId238" Type="http://schemas.openxmlformats.org/officeDocument/2006/relationships/customXml" Target="../ink/ink888.xml"/><Relationship Id="rId259" Type="http://schemas.openxmlformats.org/officeDocument/2006/relationships/image" Target="../media/image921.png"/><Relationship Id="rId23" Type="http://schemas.openxmlformats.org/officeDocument/2006/relationships/image" Target="../media/image803.png"/><Relationship Id="rId119" Type="http://schemas.openxmlformats.org/officeDocument/2006/relationships/image" Target="../media/image851.png"/><Relationship Id="rId270" Type="http://schemas.openxmlformats.org/officeDocument/2006/relationships/customXml" Target="../ink/ink904.xml"/><Relationship Id="rId44" Type="http://schemas.openxmlformats.org/officeDocument/2006/relationships/customXml" Target="../ink/ink791.xml"/><Relationship Id="rId65" Type="http://schemas.openxmlformats.org/officeDocument/2006/relationships/image" Target="../media/image824.png"/><Relationship Id="rId86" Type="http://schemas.openxmlformats.org/officeDocument/2006/relationships/customXml" Target="../ink/ink812.xml"/><Relationship Id="rId130" Type="http://schemas.openxmlformats.org/officeDocument/2006/relationships/customXml" Target="../ink/ink834.xml"/><Relationship Id="rId151" Type="http://schemas.openxmlformats.org/officeDocument/2006/relationships/image" Target="../media/image867.png"/><Relationship Id="rId172" Type="http://schemas.openxmlformats.org/officeDocument/2006/relationships/customXml" Target="../ink/ink855.xml"/><Relationship Id="rId193" Type="http://schemas.openxmlformats.org/officeDocument/2006/relationships/image" Target="../media/image888.png"/><Relationship Id="rId207" Type="http://schemas.openxmlformats.org/officeDocument/2006/relationships/image" Target="../media/image895.png"/><Relationship Id="rId228" Type="http://schemas.openxmlformats.org/officeDocument/2006/relationships/customXml" Target="../ink/ink883.xml"/><Relationship Id="rId249" Type="http://schemas.openxmlformats.org/officeDocument/2006/relationships/image" Target="../media/image916.png"/><Relationship Id="rId13" Type="http://schemas.openxmlformats.org/officeDocument/2006/relationships/image" Target="../media/image798.png"/><Relationship Id="rId109" Type="http://schemas.openxmlformats.org/officeDocument/2006/relationships/image" Target="../media/image846.png"/><Relationship Id="rId260" Type="http://schemas.openxmlformats.org/officeDocument/2006/relationships/customXml" Target="../ink/ink899.xml"/><Relationship Id="rId281" Type="http://schemas.openxmlformats.org/officeDocument/2006/relationships/image" Target="../media/image932.png"/><Relationship Id="rId34" Type="http://schemas.openxmlformats.org/officeDocument/2006/relationships/customXml" Target="../ink/ink786.xml"/><Relationship Id="rId55" Type="http://schemas.openxmlformats.org/officeDocument/2006/relationships/image" Target="../media/image819.png"/><Relationship Id="rId76" Type="http://schemas.openxmlformats.org/officeDocument/2006/relationships/customXml" Target="../ink/ink807.xml"/><Relationship Id="rId97" Type="http://schemas.openxmlformats.org/officeDocument/2006/relationships/image" Target="../media/image840.png"/><Relationship Id="rId120" Type="http://schemas.openxmlformats.org/officeDocument/2006/relationships/customXml" Target="../ink/ink829.xml"/><Relationship Id="rId141" Type="http://schemas.openxmlformats.org/officeDocument/2006/relationships/image" Target="../media/image862.png"/><Relationship Id="rId7" Type="http://schemas.openxmlformats.org/officeDocument/2006/relationships/image" Target="../media/image795.png"/><Relationship Id="rId162" Type="http://schemas.openxmlformats.org/officeDocument/2006/relationships/customXml" Target="../ink/ink850.xml"/><Relationship Id="rId183" Type="http://schemas.openxmlformats.org/officeDocument/2006/relationships/image" Target="../media/image883.png"/><Relationship Id="rId218" Type="http://schemas.openxmlformats.org/officeDocument/2006/relationships/customXml" Target="../ink/ink878.xml"/><Relationship Id="rId239" Type="http://schemas.openxmlformats.org/officeDocument/2006/relationships/image" Target="../media/image911.png"/><Relationship Id="rId250" Type="http://schemas.openxmlformats.org/officeDocument/2006/relationships/customXml" Target="../ink/ink894.xml"/><Relationship Id="rId271" Type="http://schemas.openxmlformats.org/officeDocument/2006/relationships/image" Target="../media/image927.png"/><Relationship Id="rId24" Type="http://schemas.openxmlformats.org/officeDocument/2006/relationships/customXml" Target="../ink/ink781.xml"/><Relationship Id="rId45" Type="http://schemas.openxmlformats.org/officeDocument/2006/relationships/image" Target="../media/image814.png"/><Relationship Id="rId66" Type="http://schemas.openxmlformats.org/officeDocument/2006/relationships/customXml" Target="../ink/ink802.xml"/><Relationship Id="rId87" Type="http://schemas.openxmlformats.org/officeDocument/2006/relationships/image" Target="../media/image835.png"/><Relationship Id="rId110" Type="http://schemas.openxmlformats.org/officeDocument/2006/relationships/customXml" Target="../ink/ink824.xml"/><Relationship Id="rId131" Type="http://schemas.openxmlformats.org/officeDocument/2006/relationships/image" Target="../media/image857.png"/><Relationship Id="rId152" Type="http://schemas.openxmlformats.org/officeDocument/2006/relationships/customXml" Target="../ink/ink845.xml"/><Relationship Id="rId173" Type="http://schemas.openxmlformats.org/officeDocument/2006/relationships/image" Target="../media/image878.png"/><Relationship Id="rId194" Type="http://schemas.openxmlformats.org/officeDocument/2006/relationships/customXml" Target="../ink/ink866.xml"/><Relationship Id="rId208" Type="http://schemas.openxmlformats.org/officeDocument/2006/relationships/customXml" Target="../ink/ink873.xml"/><Relationship Id="rId229" Type="http://schemas.openxmlformats.org/officeDocument/2006/relationships/image" Target="../media/image906.png"/><Relationship Id="rId240" Type="http://schemas.openxmlformats.org/officeDocument/2006/relationships/customXml" Target="../ink/ink889.xml"/><Relationship Id="rId261" Type="http://schemas.openxmlformats.org/officeDocument/2006/relationships/image" Target="../media/image922.png"/><Relationship Id="rId14" Type="http://schemas.openxmlformats.org/officeDocument/2006/relationships/customXml" Target="../ink/ink776.xml"/><Relationship Id="rId35" Type="http://schemas.openxmlformats.org/officeDocument/2006/relationships/image" Target="../media/image809.png"/><Relationship Id="rId56" Type="http://schemas.openxmlformats.org/officeDocument/2006/relationships/customXml" Target="../ink/ink797.xml"/><Relationship Id="rId77" Type="http://schemas.openxmlformats.org/officeDocument/2006/relationships/image" Target="../media/image830.png"/><Relationship Id="rId100" Type="http://schemas.openxmlformats.org/officeDocument/2006/relationships/customXml" Target="../ink/ink819.xml"/><Relationship Id="rId282" Type="http://schemas.openxmlformats.org/officeDocument/2006/relationships/customXml" Target="../ink/ink910.xml"/><Relationship Id="rId8" Type="http://schemas.openxmlformats.org/officeDocument/2006/relationships/customXml" Target="../ink/ink773.xml"/><Relationship Id="rId98" Type="http://schemas.openxmlformats.org/officeDocument/2006/relationships/customXml" Target="../ink/ink818.xml"/><Relationship Id="rId121" Type="http://schemas.openxmlformats.org/officeDocument/2006/relationships/image" Target="../media/image852.png"/><Relationship Id="rId142" Type="http://schemas.openxmlformats.org/officeDocument/2006/relationships/customXml" Target="../ink/ink840.xml"/><Relationship Id="rId163" Type="http://schemas.openxmlformats.org/officeDocument/2006/relationships/image" Target="../media/image873.png"/><Relationship Id="rId184" Type="http://schemas.openxmlformats.org/officeDocument/2006/relationships/customXml" Target="../ink/ink861.xml"/><Relationship Id="rId219" Type="http://schemas.openxmlformats.org/officeDocument/2006/relationships/image" Target="../media/image901.png"/><Relationship Id="rId230" Type="http://schemas.openxmlformats.org/officeDocument/2006/relationships/customXml" Target="../ink/ink884.xml"/><Relationship Id="rId251" Type="http://schemas.openxmlformats.org/officeDocument/2006/relationships/image" Target="../media/image917.png"/><Relationship Id="rId25" Type="http://schemas.openxmlformats.org/officeDocument/2006/relationships/image" Target="../media/image804.png"/><Relationship Id="rId46" Type="http://schemas.openxmlformats.org/officeDocument/2006/relationships/customXml" Target="../ink/ink792.xml"/><Relationship Id="rId67" Type="http://schemas.openxmlformats.org/officeDocument/2006/relationships/image" Target="../media/image825.png"/><Relationship Id="rId272" Type="http://schemas.openxmlformats.org/officeDocument/2006/relationships/customXml" Target="../ink/ink905.xml"/><Relationship Id="rId88" Type="http://schemas.openxmlformats.org/officeDocument/2006/relationships/customXml" Target="../ink/ink813.xml"/><Relationship Id="rId111" Type="http://schemas.openxmlformats.org/officeDocument/2006/relationships/image" Target="../media/image847.png"/><Relationship Id="rId132" Type="http://schemas.openxmlformats.org/officeDocument/2006/relationships/customXml" Target="../ink/ink835.xml"/><Relationship Id="rId153" Type="http://schemas.openxmlformats.org/officeDocument/2006/relationships/image" Target="../media/image868.png"/><Relationship Id="rId174" Type="http://schemas.openxmlformats.org/officeDocument/2006/relationships/customXml" Target="../ink/ink856.xml"/><Relationship Id="rId195" Type="http://schemas.openxmlformats.org/officeDocument/2006/relationships/image" Target="../media/image889.png"/><Relationship Id="rId209" Type="http://schemas.openxmlformats.org/officeDocument/2006/relationships/image" Target="../media/image896.png"/><Relationship Id="rId220" Type="http://schemas.openxmlformats.org/officeDocument/2006/relationships/customXml" Target="../ink/ink879.xml"/><Relationship Id="rId241" Type="http://schemas.openxmlformats.org/officeDocument/2006/relationships/image" Target="../media/image912.png"/><Relationship Id="rId15" Type="http://schemas.openxmlformats.org/officeDocument/2006/relationships/image" Target="../media/image799.png"/><Relationship Id="rId36" Type="http://schemas.openxmlformats.org/officeDocument/2006/relationships/customXml" Target="../ink/ink787.xml"/><Relationship Id="rId57" Type="http://schemas.openxmlformats.org/officeDocument/2006/relationships/image" Target="../media/image820.png"/><Relationship Id="rId262" Type="http://schemas.openxmlformats.org/officeDocument/2006/relationships/customXml" Target="../ink/ink900.xml"/><Relationship Id="rId283" Type="http://schemas.openxmlformats.org/officeDocument/2006/relationships/image" Target="../media/image933.png"/><Relationship Id="rId78" Type="http://schemas.openxmlformats.org/officeDocument/2006/relationships/customXml" Target="../ink/ink808.xml"/><Relationship Id="rId99" Type="http://schemas.openxmlformats.org/officeDocument/2006/relationships/image" Target="../media/image841.png"/><Relationship Id="rId101" Type="http://schemas.openxmlformats.org/officeDocument/2006/relationships/image" Target="../media/image842.png"/><Relationship Id="rId122" Type="http://schemas.openxmlformats.org/officeDocument/2006/relationships/customXml" Target="../ink/ink830.xml"/><Relationship Id="rId143" Type="http://schemas.openxmlformats.org/officeDocument/2006/relationships/image" Target="../media/image863.png"/><Relationship Id="rId164" Type="http://schemas.openxmlformats.org/officeDocument/2006/relationships/customXml" Target="../ink/ink851.xml"/><Relationship Id="rId185" Type="http://schemas.openxmlformats.org/officeDocument/2006/relationships/image" Target="../media/image884.png"/><Relationship Id="rId9" Type="http://schemas.openxmlformats.org/officeDocument/2006/relationships/image" Target="../media/image796.png"/><Relationship Id="rId210" Type="http://schemas.openxmlformats.org/officeDocument/2006/relationships/customXml" Target="../ink/ink874.xml"/><Relationship Id="rId26" Type="http://schemas.openxmlformats.org/officeDocument/2006/relationships/customXml" Target="../ink/ink782.xml"/><Relationship Id="rId231" Type="http://schemas.openxmlformats.org/officeDocument/2006/relationships/image" Target="../media/image907.png"/><Relationship Id="rId252" Type="http://schemas.openxmlformats.org/officeDocument/2006/relationships/customXml" Target="../ink/ink895.xml"/><Relationship Id="rId273" Type="http://schemas.openxmlformats.org/officeDocument/2006/relationships/image" Target="../media/image928.png"/><Relationship Id="rId47" Type="http://schemas.openxmlformats.org/officeDocument/2006/relationships/image" Target="../media/image815.png"/><Relationship Id="rId68" Type="http://schemas.openxmlformats.org/officeDocument/2006/relationships/customXml" Target="../ink/ink803.xml"/><Relationship Id="rId89" Type="http://schemas.openxmlformats.org/officeDocument/2006/relationships/image" Target="../media/image836.png"/><Relationship Id="rId112" Type="http://schemas.openxmlformats.org/officeDocument/2006/relationships/customXml" Target="../ink/ink825.xml"/><Relationship Id="rId133" Type="http://schemas.openxmlformats.org/officeDocument/2006/relationships/image" Target="../media/image858.png"/><Relationship Id="rId154" Type="http://schemas.openxmlformats.org/officeDocument/2006/relationships/customXml" Target="../ink/ink846.xml"/><Relationship Id="rId175" Type="http://schemas.openxmlformats.org/officeDocument/2006/relationships/image" Target="../media/image879.png"/><Relationship Id="rId196" Type="http://schemas.openxmlformats.org/officeDocument/2006/relationships/customXml" Target="../ink/ink867.xml"/><Relationship Id="rId200" Type="http://schemas.openxmlformats.org/officeDocument/2006/relationships/customXml" Target="../ink/ink869.xml"/><Relationship Id="rId16" Type="http://schemas.openxmlformats.org/officeDocument/2006/relationships/customXml" Target="../ink/ink777.xml"/><Relationship Id="rId221" Type="http://schemas.openxmlformats.org/officeDocument/2006/relationships/image" Target="../media/image902.png"/><Relationship Id="rId242" Type="http://schemas.openxmlformats.org/officeDocument/2006/relationships/customXml" Target="../ink/ink890.xml"/><Relationship Id="rId263" Type="http://schemas.openxmlformats.org/officeDocument/2006/relationships/image" Target="../media/image923.png"/><Relationship Id="rId284" Type="http://schemas.openxmlformats.org/officeDocument/2006/relationships/customXml" Target="../ink/ink911.xml"/><Relationship Id="rId37" Type="http://schemas.openxmlformats.org/officeDocument/2006/relationships/image" Target="../media/image810.png"/><Relationship Id="rId58" Type="http://schemas.openxmlformats.org/officeDocument/2006/relationships/customXml" Target="../ink/ink798.xml"/><Relationship Id="rId79" Type="http://schemas.openxmlformats.org/officeDocument/2006/relationships/image" Target="../media/image831.png"/><Relationship Id="rId102" Type="http://schemas.openxmlformats.org/officeDocument/2006/relationships/customXml" Target="../ink/ink820.xml"/><Relationship Id="rId123" Type="http://schemas.openxmlformats.org/officeDocument/2006/relationships/image" Target="../media/image853.png"/><Relationship Id="rId144" Type="http://schemas.openxmlformats.org/officeDocument/2006/relationships/customXml" Target="../ink/ink841.xml"/><Relationship Id="rId90" Type="http://schemas.openxmlformats.org/officeDocument/2006/relationships/customXml" Target="../ink/ink814.xml"/><Relationship Id="rId165" Type="http://schemas.openxmlformats.org/officeDocument/2006/relationships/image" Target="../media/image874.png"/><Relationship Id="rId186" Type="http://schemas.openxmlformats.org/officeDocument/2006/relationships/customXml" Target="../ink/ink862.xml"/><Relationship Id="rId211" Type="http://schemas.openxmlformats.org/officeDocument/2006/relationships/image" Target="../media/image897.png"/><Relationship Id="rId232" Type="http://schemas.openxmlformats.org/officeDocument/2006/relationships/customXml" Target="../ink/ink885.xml"/><Relationship Id="rId253" Type="http://schemas.openxmlformats.org/officeDocument/2006/relationships/image" Target="../media/image918.png"/><Relationship Id="rId274" Type="http://schemas.openxmlformats.org/officeDocument/2006/relationships/customXml" Target="../ink/ink906.xml"/><Relationship Id="rId27" Type="http://schemas.openxmlformats.org/officeDocument/2006/relationships/image" Target="../media/image805.png"/><Relationship Id="rId48" Type="http://schemas.openxmlformats.org/officeDocument/2006/relationships/customXml" Target="../ink/ink793.xml"/><Relationship Id="rId69" Type="http://schemas.openxmlformats.org/officeDocument/2006/relationships/image" Target="../media/image826.png"/><Relationship Id="rId113" Type="http://schemas.openxmlformats.org/officeDocument/2006/relationships/image" Target="../media/image848.png"/><Relationship Id="rId134" Type="http://schemas.openxmlformats.org/officeDocument/2006/relationships/customXml" Target="../ink/ink836.xml"/><Relationship Id="rId80" Type="http://schemas.openxmlformats.org/officeDocument/2006/relationships/customXml" Target="../ink/ink809.xml"/><Relationship Id="rId155" Type="http://schemas.openxmlformats.org/officeDocument/2006/relationships/image" Target="../media/image869.png"/><Relationship Id="rId176" Type="http://schemas.openxmlformats.org/officeDocument/2006/relationships/customXml" Target="../ink/ink857.xml"/><Relationship Id="rId197" Type="http://schemas.openxmlformats.org/officeDocument/2006/relationships/image" Target="../media/image890.png"/><Relationship Id="rId201" Type="http://schemas.openxmlformats.org/officeDocument/2006/relationships/image" Target="../media/image892.png"/><Relationship Id="rId222" Type="http://schemas.openxmlformats.org/officeDocument/2006/relationships/customXml" Target="../ink/ink880.xml"/><Relationship Id="rId243" Type="http://schemas.openxmlformats.org/officeDocument/2006/relationships/image" Target="../media/image913.png"/><Relationship Id="rId264" Type="http://schemas.openxmlformats.org/officeDocument/2006/relationships/customXml" Target="../ink/ink901.xml"/><Relationship Id="rId285" Type="http://schemas.openxmlformats.org/officeDocument/2006/relationships/image" Target="../media/image934.png"/><Relationship Id="rId17" Type="http://schemas.openxmlformats.org/officeDocument/2006/relationships/image" Target="../media/image800.png"/><Relationship Id="rId38" Type="http://schemas.openxmlformats.org/officeDocument/2006/relationships/customXml" Target="../ink/ink788.xml"/><Relationship Id="rId59" Type="http://schemas.openxmlformats.org/officeDocument/2006/relationships/image" Target="../media/image821.png"/><Relationship Id="rId103" Type="http://schemas.openxmlformats.org/officeDocument/2006/relationships/image" Target="../media/image843.png"/><Relationship Id="rId124" Type="http://schemas.openxmlformats.org/officeDocument/2006/relationships/customXml" Target="../ink/ink831.xml"/><Relationship Id="rId70" Type="http://schemas.openxmlformats.org/officeDocument/2006/relationships/customXml" Target="../ink/ink804.xml"/><Relationship Id="rId91" Type="http://schemas.openxmlformats.org/officeDocument/2006/relationships/image" Target="../media/image837.png"/><Relationship Id="rId145" Type="http://schemas.openxmlformats.org/officeDocument/2006/relationships/image" Target="../media/image864.png"/><Relationship Id="rId166" Type="http://schemas.openxmlformats.org/officeDocument/2006/relationships/customXml" Target="../ink/ink852.xml"/><Relationship Id="rId187" Type="http://schemas.openxmlformats.org/officeDocument/2006/relationships/image" Target="../media/image885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875.xml"/><Relationship Id="rId233" Type="http://schemas.openxmlformats.org/officeDocument/2006/relationships/image" Target="../media/image908.png"/><Relationship Id="rId254" Type="http://schemas.openxmlformats.org/officeDocument/2006/relationships/customXml" Target="../ink/ink896.xml"/><Relationship Id="rId28" Type="http://schemas.openxmlformats.org/officeDocument/2006/relationships/customXml" Target="../ink/ink783.xml"/><Relationship Id="rId49" Type="http://schemas.openxmlformats.org/officeDocument/2006/relationships/image" Target="../media/image816.png"/><Relationship Id="rId114" Type="http://schemas.openxmlformats.org/officeDocument/2006/relationships/customXml" Target="../ink/ink826.xml"/><Relationship Id="rId275" Type="http://schemas.openxmlformats.org/officeDocument/2006/relationships/image" Target="../media/image929.png"/><Relationship Id="rId60" Type="http://schemas.openxmlformats.org/officeDocument/2006/relationships/customXml" Target="../ink/ink799.xml"/><Relationship Id="rId81" Type="http://schemas.openxmlformats.org/officeDocument/2006/relationships/image" Target="../media/image832.png"/><Relationship Id="rId135" Type="http://schemas.openxmlformats.org/officeDocument/2006/relationships/image" Target="../media/image859.png"/><Relationship Id="rId156" Type="http://schemas.openxmlformats.org/officeDocument/2006/relationships/customXml" Target="../ink/ink847.xml"/><Relationship Id="rId177" Type="http://schemas.openxmlformats.org/officeDocument/2006/relationships/image" Target="../media/image880.png"/><Relationship Id="rId198" Type="http://schemas.openxmlformats.org/officeDocument/2006/relationships/customXml" Target="../ink/ink868.xml"/><Relationship Id="rId202" Type="http://schemas.openxmlformats.org/officeDocument/2006/relationships/customXml" Target="../ink/ink870.xml"/><Relationship Id="rId223" Type="http://schemas.openxmlformats.org/officeDocument/2006/relationships/image" Target="../media/image903.png"/><Relationship Id="rId244" Type="http://schemas.openxmlformats.org/officeDocument/2006/relationships/customXml" Target="../ink/ink891.xml"/><Relationship Id="rId18" Type="http://schemas.openxmlformats.org/officeDocument/2006/relationships/customXml" Target="../ink/ink778.xml"/><Relationship Id="rId39" Type="http://schemas.openxmlformats.org/officeDocument/2006/relationships/image" Target="../media/image811.png"/><Relationship Id="rId265" Type="http://schemas.openxmlformats.org/officeDocument/2006/relationships/image" Target="../media/image924.png"/><Relationship Id="rId286" Type="http://schemas.openxmlformats.org/officeDocument/2006/relationships/customXml" Target="../ink/ink912.xml"/><Relationship Id="rId50" Type="http://schemas.openxmlformats.org/officeDocument/2006/relationships/customXml" Target="../ink/ink794.xml"/><Relationship Id="rId104" Type="http://schemas.openxmlformats.org/officeDocument/2006/relationships/customXml" Target="../ink/ink821.xml"/><Relationship Id="rId125" Type="http://schemas.openxmlformats.org/officeDocument/2006/relationships/image" Target="../media/image854.png"/><Relationship Id="rId146" Type="http://schemas.openxmlformats.org/officeDocument/2006/relationships/customXml" Target="../ink/ink842.xml"/><Relationship Id="rId167" Type="http://schemas.openxmlformats.org/officeDocument/2006/relationships/image" Target="../media/image875.png"/><Relationship Id="rId188" Type="http://schemas.openxmlformats.org/officeDocument/2006/relationships/customXml" Target="../ink/ink863.xml"/><Relationship Id="rId71" Type="http://schemas.openxmlformats.org/officeDocument/2006/relationships/image" Target="../media/image827.png"/><Relationship Id="rId92" Type="http://schemas.openxmlformats.org/officeDocument/2006/relationships/customXml" Target="../ink/ink815.xml"/><Relationship Id="rId213" Type="http://schemas.openxmlformats.org/officeDocument/2006/relationships/image" Target="../media/image898.png"/><Relationship Id="rId234" Type="http://schemas.openxmlformats.org/officeDocument/2006/relationships/customXml" Target="../ink/ink886.xml"/><Relationship Id="rId2" Type="http://schemas.openxmlformats.org/officeDocument/2006/relationships/image" Target="../media/image750.png"/><Relationship Id="rId29" Type="http://schemas.openxmlformats.org/officeDocument/2006/relationships/image" Target="../media/image806.png"/><Relationship Id="rId255" Type="http://schemas.openxmlformats.org/officeDocument/2006/relationships/image" Target="../media/image919.png"/><Relationship Id="rId276" Type="http://schemas.openxmlformats.org/officeDocument/2006/relationships/customXml" Target="../ink/ink907.xml"/><Relationship Id="rId40" Type="http://schemas.openxmlformats.org/officeDocument/2006/relationships/customXml" Target="../ink/ink789.xml"/><Relationship Id="rId115" Type="http://schemas.openxmlformats.org/officeDocument/2006/relationships/image" Target="../media/image849.png"/><Relationship Id="rId136" Type="http://schemas.openxmlformats.org/officeDocument/2006/relationships/customXml" Target="../ink/ink837.xml"/><Relationship Id="rId157" Type="http://schemas.openxmlformats.org/officeDocument/2006/relationships/image" Target="../media/image870.png"/><Relationship Id="rId178" Type="http://schemas.openxmlformats.org/officeDocument/2006/relationships/customXml" Target="../ink/ink858.xml"/><Relationship Id="rId61" Type="http://schemas.openxmlformats.org/officeDocument/2006/relationships/image" Target="../media/image822.png"/><Relationship Id="rId82" Type="http://schemas.openxmlformats.org/officeDocument/2006/relationships/customXml" Target="../ink/ink810.xml"/><Relationship Id="rId199" Type="http://schemas.openxmlformats.org/officeDocument/2006/relationships/image" Target="../media/image891.png"/><Relationship Id="rId203" Type="http://schemas.openxmlformats.org/officeDocument/2006/relationships/image" Target="../media/image893.png"/><Relationship Id="rId19" Type="http://schemas.openxmlformats.org/officeDocument/2006/relationships/image" Target="../media/image801.png"/><Relationship Id="rId224" Type="http://schemas.openxmlformats.org/officeDocument/2006/relationships/customXml" Target="../ink/ink881.xml"/><Relationship Id="rId245" Type="http://schemas.openxmlformats.org/officeDocument/2006/relationships/image" Target="../media/image914.png"/><Relationship Id="rId266" Type="http://schemas.openxmlformats.org/officeDocument/2006/relationships/customXml" Target="../ink/ink902.xml"/><Relationship Id="rId287" Type="http://schemas.openxmlformats.org/officeDocument/2006/relationships/image" Target="../media/image935.png"/><Relationship Id="rId30" Type="http://schemas.openxmlformats.org/officeDocument/2006/relationships/customXml" Target="../ink/ink784.xml"/><Relationship Id="rId105" Type="http://schemas.openxmlformats.org/officeDocument/2006/relationships/image" Target="../media/image844.png"/><Relationship Id="rId126" Type="http://schemas.openxmlformats.org/officeDocument/2006/relationships/customXml" Target="../ink/ink832.xml"/><Relationship Id="rId147" Type="http://schemas.openxmlformats.org/officeDocument/2006/relationships/image" Target="../media/image865.png"/><Relationship Id="rId168" Type="http://schemas.openxmlformats.org/officeDocument/2006/relationships/customXml" Target="../ink/ink853.xml"/><Relationship Id="rId51" Type="http://schemas.openxmlformats.org/officeDocument/2006/relationships/image" Target="../media/image817.png"/><Relationship Id="rId72" Type="http://schemas.openxmlformats.org/officeDocument/2006/relationships/customXml" Target="../ink/ink805.xml"/><Relationship Id="rId93" Type="http://schemas.openxmlformats.org/officeDocument/2006/relationships/image" Target="../media/image838.png"/><Relationship Id="rId189" Type="http://schemas.openxmlformats.org/officeDocument/2006/relationships/image" Target="../media/image886.png"/><Relationship Id="rId3" Type="http://schemas.openxmlformats.org/officeDocument/2006/relationships/image" Target="../media/image792.png"/><Relationship Id="rId214" Type="http://schemas.openxmlformats.org/officeDocument/2006/relationships/customXml" Target="../ink/ink876.xml"/><Relationship Id="rId235" Type="http://schemas.openxmlformats.org/officeDocument/2006/relationships/image" Target="../media/image909.png"/><Relationship Id="rId256" Type="http://schemas.openxmlformats.org/officeDocument/2006/relationships/customXml" Target="../ink/ink897.xml"/><Relationship Id="rId277" Type="http://schemas.openxmlformats.org/officeDocument/2006/relationships/image" Target="../media/image930.png"/><Relationship Id="rId116" Type="http://schemas.openxmlformats.org/officeDocument/2006/relationships/customXml" Target="../ink/ink827.xml"/><Relationship Id="rId137" Type="http://schemas.openxmlformats.org/officeDocument/2006/relationships/image" Target="../media/image860.png"/><Relationship Id="rId158" Type="http://schemas.openxmlformats.org/officeDocument/2006/relationships/customXml" Target="../ink/ink848.xml"/><Relationship Id="rId20" Type="http://schemas.openxmlformats.org/officeDocument/2006/relationships/customXml" Target="../ink/ink779.xml"/><Relationship Id="rId41" Type="http://schemas.openxmlformats.org/officeDocument/2006/relationships/image" Target="../media/image812.png"/><Relationship Id="rId62" Type="http://schemas.openxmlformats.org/officeDocument/2006/relationships/customXml" Target="../ink/ink800.xml"/><Relationship Id="rId83" Type="http://schemas.openxmlformats.org/officeDocument/2006/relationships/image" Target="../media/image833.png"/><Relationship Id="rId179" Type="http://schemas.openxmlformats.org/officeDocument/2006/relationships/image" Target="../media/image881.png"/><Relationship Id="rId190" Type="http://schemas.openxmlformats.org/officeDocument/2006/relationships/customXml" Target="../ink/ink864.xml"/><Relationship Id="rId204" Type="http://schemas.openxmlformats.org/officeDocument/2006/relationships/customXml" Target="../ink/ink871.xml"/><Relationship Id="rId225" Type="http://schemas.openxmlformats.org/officeDocument/2006/relationships/image" Target="../media/image904.png"/><Relationship Id="rId246" Type="http://schemas.openxmlformats.org/officeDocument/2006/relationships/customXml" Target="../ink/ink892.xml"/><Relationship Id="rId267" Type="http://schemas.openxmlformats.org/officeDocument/2006/relationships/image" Target="../media/image925.png"/><Relationship Id="rId288" Type="http://schemas.openxmlformats.org/officeDocument/2006/relationships/customXml" Target="../ink/ink913.xml"/><Relationship Id="rId106" Type="http://schemas.openxmlformats.org/officeDocument/2006/relationships/customXml" Target="../ink/ink822.xml"/><Relationship Id="rId127" Type="http://schemas.openxmlformats.org/officeDocument/2006/relationships/image" Target="../media/image855.png"/><Relationship Id="rId10" Type="http://schemas.openxmlformats.org/officeDocument/2006/relationships/customXml" Target="../ink/ink774.xml"/><Relationship Id="rId31" Type="http://schemas.openxmlformats.org/officeDocument/2006/relationships/image" Target="../media/image807.png"/><Relationship Id="rId52" Type="http://schemas.openxmlformats.org/officeDocument/2006/relationships/customXml" Target="../ink/ink795.xml"/><Relationship Id="rId73" Type="http://schemas.openxmlformats.org/officeDocument/2006/relationships/image" Target="../media/image828.png"/><Relationship Id="rId94" Type="http://schemas.openxmlformats.org/officeDocument/2006/relationships/customXml" Target="../ink/ink816.xml"/><Relationship Id="rId148" Type="http://schemas.openxmlformats.org/officeDocument/2006/relationships/customXml" Target="../ink/ink843.xml"/><Relationship Id="rId169" Type="http://schemas.openxmlformats.org/officeDocument/2006/relationships/image" Target="../media/image876.png"/><Relationship Id="rId4" Type="http://schemas.openxmlformats.org/officeDocument/2006/relationships/customXml" Target="../ink/ink771.xml"/><Relationship Id="rId180" Type="http://schemas.openxmlformats.org/officeDocument/2006/relationships/customXml" Target="../ink/ink859.xml"/><Relationship Id="rId215" Type="http://schemas.openxmlformats.org/officeDocument/2006/relationships/image" Target="../media/image899.png"/><Relationship Id="rId236" Type="http://schemas.openxmlformats.org/officeDocument/2006/relationships/customXml" Target="../ink/ink887.xml"/><Relationship Id="rId257" Type="http://schemas.openxmlformats.org/officeDocument/2006/relationships/image" Target="../media/image920.png"/><Relationship Id="rId278" Type="http://schemas.openxmlformats.org/officeDocument/2006/relationships/customXml" Target="../ink/ink908.xml"/><Relationship Id="rId42" Type="http://schemas.openxmlformats.org/officeDocument/2006/relationships/customXml" Target="../ink/ink790.xml"/><Relationship Id="rId84" Type="http://schemas.openxmlformats.org/officeDocument/2006/relationships/customXml" Target="../ink/ink811.xml"/><Relationship Id="rId138" Type="http://schemas.openxmlformats.org/officeDocument/2006/relationships/customXml" Target="../ink/ink838.xml"/><Relationship Id="rId191" Type="http://schemas.openxmlformats.org/officeDocument/2006/relationships/image" Target="../media/image887.png"/><Relationship Id="rId205" Type="http://schemas.openxmlformats.org/officeDocument/2006/relationships/image" Target="../media/image894.png"/><Relationship Id="rId247" Type="http://schemas.openxmlformats.org/officeDocument/2006/relationships/image" Target="../media/image915.png"/><Relationship Id="rId107" Type="http://schemas.openxmlformats.org/officeDocument/2006/relationships/image" Target="../media/image845.png"/><Relationship Id="rId289" Type="http://schemas.openxmlformats.org/officeDocument/2006/relationships/image" Target="../media/image936.png"/><Relationship Id="rId11" Type="http://schemas.openxmlformats.org/officeDocument/2006/relationships/image" Target="../media/image797.png"/><Relationship Id="rId53" Type="http://schemas.openxmlformats.org/officeDocument/2006/relationships/image" Target="../media/image818.png"/><Relationship Id="rId149" Type="http://schemas.openxmlformats.org/officeDocument/2006/relationships/image" Target="../media/image866.png"/><Relationship Id="rId95" Type="http://schemas.openxmlformats.org/officeDocument/2006/relationships/image" Target="../media/image839.png"/><Relationship Id="rId160" Type="http://schemas.openxmlformats.org/officeDocument/2006/relationships/customXml" Target="../ink/ink849.xml"/><Relationship Id="rId216" Type="http://schemas.openxmlformats.org/officeDocument/2006/relationships/customXml" Target="../ink/ink877.xml"/><Relationship Id="rId258" Type="http://schemas.openxmlformats.org/officeDocument/2006/relationships/customXml" Target="../ink/ink898.xml"/><Relationship Id="rId22" Type="http://schemas.openxmlformats.org/officeDocument/2006/relationships/customXml" Target="../ink/ink780.xml"/><Relationship Id="rId64" Type="http://schemas.openxmlformats.org/officeDocument/2006/relationships/customXml" Target="../ink/ink801.xml"/><Relationship Id="rId118" Type="http://schemas.openxmlformats.org/officeDocument/2006/relationships/customXml" Target="../ink/ink828.xml"/><Relationship Id="rId171" Type="http://schemas.openxmlformats.org/officeDocument/2006/relationships/image" Target="../media/image877.png"/><Relationship Id="rId227" Type="http://schemas.openxmlformats.org/officeDocument/2006/relationships/image" Target="../media/image905.png"/></Relationships>
</file>

<file path=ppt/slides/_rels/slide2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93.png"/><Relationship Id="rId21" Type="http://schemas.openxmlformats.org/officeDocument/2006/relationships/image" Target="../media/image945.png"/><Relationship Id="rId42" Type="http://schemas.openxmlformats.org/officeDocument/2006/relationships/customXml" Target="../ink/ink933.xml"/><Relationship Id="rId63" Type="http://schemas.openxmlformats.org/officeDocument/2006/relationships/image" Target="../media/image966.png"/><Relationship Id="rId84" Type="http://schemas.openxmlformats.org/officeDocument/2006/relationships/customXml" Target="../ink/ink954.xml"/><Relationship Id="rId138" Type="http://schemas.openxmlformats.org/officeDocument/2006/relationships/customXml" Target="../ink/ink981.xml"/><Relationship Id="rId159" Type="http://schemas.openxmlformats.org/officeDocument/2006/relationships/image" Target="../media/image1014.png"/><Relationship Id="rId170" Type="http://schemas.openxmlformats.org/officeDocument/2006/relationships/customXml" Target="../ink/ink997.xml"/><Relationship Id="rId107" Type="http://schemas.openxmlformats.org/officeDocument/2006/relationships/image" Target="../media/image988.png"/><Relationship Id="rId11" Type="http://schemas.openxmlformats.org/officeDocument/2006/relationships/image" Target="../media/image940.png"/><Relationship Id="rId32" Type="http://schemas.openxmlformats.org/officeDocument/2006/relationships/customXml" Target="../ink/ink928.xml"/><Relationship Id="rId53" Type="http://schemas.openxmlformats.org/officeDocument/2006/relationships/image" Target="../media/image961.png"/><Relationship Id="rId74" Type="http://schemas.openxmlformats.org/officeDocument/2006/relationships/customXml" Target="../ink/ink949.xml"/><Relationship Id="rId128" Type="http://schemas.openxmlformats.org/officeDocument/2006/relationships/customXml" Target="../ink/ink976.xml"/><Relationship Id="rId149" Type="http://schemas.openxmlformats.org/officeDocument/2006/relationships/image" Target="../media/image1009.png"/><Relationship Id="rId5" Type="http://schemas.openxmlformats.org/officeDocument/2006/relationships/image" Target="../media/image937.png"/><Relationship Id="rId95" Type="http://schemas.openxmlformats.org/officeDocument/2006/relationships/image" Target="../media/image982.png"/><Relationship Id="rId160" Type="http://schemas.openxmlformats.org/officeDocument/2006/relationships/customXml" Target="../ink/ink992.xml"/><Relationship Id="rId181" Type="http://schemas.openxmlformats.org/officeDocument/2006/relationships/image" Target="../media/image1025.png"/><Relationship Id="rId22" Type="http://schemas.openxmlformats.org/officeDocument/2006/relationships/customXml" Target="../ink/ink923.xml"/><Relationship Id="rId43" Type="http://schemas.openxmlformats.org/officeDocument/2006/relationships/image" Target="../media/image956.png"/><Relationship Id="rId64" Type="http://schemas.openxmlformats.org/officeDocument/2006/relationships/customXml" Target="../ink/ink944.xml"/><Relationship Id="rId118" Type="http://schemas.openxmlformats.org/officeDocument/2006/relationships/customXml" Target="../ink/ink971.xml"/><Relationship Id="rId139" Type="http://schemas.openxmlformats.org/officeDocument/2006/relationships/image" Target="../media/image1004.png"/><Relationship Id="rId85" Type="http://schemas.openxmlformats.org/officeDocument/2006/relationships/image" Target="../media/image977.png"/><Relationship Id="rId150" Type="http://schemas.openxmlformats.org/officeDocument/2006/relationships/customXml" Target="../ink/ink987.xml"/><Relationship Id="rId171" Type="http://schemas.openxmlformats.org/officeDocument/2006/relationships/image" Target="../media/image1020.png"/><Relationship Id="rId12" Type="http://schemas.openxmlformats.org/officeDocument/2006/relationships/customXml" Target="../ink/ink918.xml"/><Relationship Id="rId33" Type="http://schemas.openxmlformats.org/officeDocument/2006/relationships/image" Target="../media/image951.png"/><Relationship Id="rId108" Type="http://schemas.openxmlformats.org/officeDocument/2006/relationships/customXml" Target="../ink/ink966.xml"/><Relationship Id="rId129" Type="http://schemas.openxmlformats.org/officeDocument/2006/relationships/image" Target="../media/image999.png"/><Relationship Id="rId54" Type="http://schemas.openxmlformats.org/officeDocument/2006/relationships/customXml" Target="../ink/ink939.xml"/><Relationship Id="rId75" Type="http://schemas.openxmlformats.org/officeDocument/2006/relationships/image" Target="../media/image972.png"/><Relationship Id="rId96" Type="http://schemas.openxmlformats.org/officeDocument/2006/relationships/customXml" Target="../ink/ink960.xml"/><Relationship Id="rId140" Type="http://schemas.openxmlformats.org/officeDocument/2006/relationships/customXml" Target="../ink/ink982.xml"/><Relationship Id="rId161" Type="http://schemas.openxmlformats.org/officeDocument/2006/relationships/image" Target="../media/image1015.png"/><Relationship Id="rId182" Type="http://schemas.openxmlformats.org/officeDocument/2006/relationships/customXml" Target="../ink/ink1003.xml"/><Relationship Id="rId6" Type="http://schemas.openxmlformats.org/officeDocument/2006/relationships/customXml" Target="../ink/ink915.xml"/><Relationship Id="rId23" Type="http://schemas.openxmlformats.org/officeDocument/2006/relationships/image" Target="../media/image946.png"/><Relationship Id="rId119" Type="http://schemas.openxmlformats.org/officeDocument/2006/relationships/image" Target="../media/image994.png"/><Relationship Id="rId44" Type="http://schemas.openxmlformats.org/officeDocument/2006/relationships/customXml" Target="../ink/ink934.xml"/><Relationship Id="rId65" Type="http://schemas.openxmlformats.org/officeDocument/2006/relationships/image" Target="../media/image967.png"/><Relationship Id="rId86" Type="http://schemas.openxmlformats.org/officeDocument/2006/relationships/customXml" Target="../ink/ink955.xml"/><Relationship Id="rId130" Type="http://schemas.openxmlformats.org/officeDocument/2006/relationships/customXml" Target="../ink/ink977.xml"/><Relationship Id="rId151" Type="http://schemas.openxmlformats.org/officeDocument/2006/relationships/image" Target="../media/image1010.png"/><Relationship Id="rId172" Type="http://schemas.openxmlformats.org/officeDocument/2006/relationships/customXml" Target="../ink/ink998.xml"/><Relationship Id="rId13" Type="http://schemas.openxmlformats.org/officeDocument/2006/relationships/image" Target="../media/image941.png"/><Relationship Id="rId18" Type="http://schemas.openxmlformats.org/officeDocument/2006/relationships/customXml" Target="../ink/ink921.xml"/><Relationship Id="rId39" Type="http://schemas.openxmlformats.org/officeDocument/2006/relationships/image" Target="../media/image954.png"/><Relationship Id="rId109" Type="http://schemas.openxmlformats.org/officeDocument/2006/relationships/image" Target="../media/image989.png"/><Relationship Id="rId34" Type="http://schemas.openxmlformats.org/officeDocument/2006/relationships/customXml" Target="../ink/ink929.xml"/><Relationship Id="rId50" Type="http://schemas.openxmlformats.org/officeDocument/2006/relationships/customXml" Target="../ink/ink937.xml"/><Relationship Id="rId55" Type="http://schemas.openxmlformats.org/officeDocument/2006/relationships/image" Target="../media/image962.png"/><Relationship Id="rId76" Type="http://schemas.openxmlformats.org/officeDocument/2006/relationships/customXml" Target="../ink/ink950.xml"/><Relationship Id="rId97" Type="http://schemas.openxmlformats.org/officeDocument/2006/relationships/image" Target="../media/image983.png"/><Relationship Id="rId104" Type="http://schemas.openxmlformats.org/officeDocument/2006/relationships/customXml" Target="../ink/ink964.xml"/><Relationship Id="rId120" Type="http://schemas.openxmlformats.org/officeDocument/2006/relationships/customXml" Target="../ink/ink972.xml"/><Relationship Id="rId125" Type="http://schemas.openxmlformats.org/officeDocument/2006/relationships/image" Target="../media/image997.png"/><Relationship Id="rId141" Type="http://schemas.openxmlformats.org/officeDocument/2006/relationships/image" Target="../media/image1005.png"/><Relationship Id="rId146" Type="http://schemas.openxmlformats.org/officeDocument/2006/relationships/customXml" Target="../ink/ink985.xml"/><Relationship Id="rId167" Type="http://schemas.openxmlformats.org/officeDocument/2006/relationships/image" Target="../media/image1018.png"/><Relationship Id="rId7" Type="http://schemas.openxmlformats.org/officeDocument/2006/relationships/image" Target="../media/image938.png"/><Relationship Id="rId71" Type="http://schemas.openxmlformats.org/officeDocument/2006/relationships/image" Target="../media/image970.png"/><Relationship Id="rId92" Type="http://schemas.openxmlformats.org/officeDocument/2006/relationships/customXml" Target="../ink/ink958.xml"/><Relationship Id="rId162" Type="http://schemas.openxmlformats.org/officeDocument/2006/relationships/customXml" Target="../ink/ink993.xml"/><Relationship Id="rId183" Type="http://schemas.openxmlformats.org/officeDocument/2006/relationships/image" Target="../media/image1026.png"/><Relationship Id="rId2" Type="http://schemas.openxmlformats.org/officeDocument/2006/relationships/image" Target="../media/image750.png"/><Relationship Id="rId29" Type="http://schemas.openxmlformats.org/officeDocument/2006/relationships/image" Target="../media/image949.png"/><Relationship Id="rId24" Type="http://schemas.openxmlformats.org/officeDocument/2006/relationships/customXml" Target="../ink/ink924.xml"/><Relationship Id="rId40" Type="http://schemas.openxmlformats.org/officeDocument/2006/relationships/customXml" Target="../ink/ink932.xml"/><Relationship Id="rId45" Type="http://schemas.openxmlformats.org/officeDocument/2006/relationships/image" Target="../media/image957.png"/><Relationship Id="rId66" Type="http://schemas.openxmlformats.org/officeDocument/2006/relationships/customXml" Target="../ink/ink945.xml"/><Relationship Id="rId87" Type="http://schemas.openxmlformats.org/officeDocument/2006/relationships/image" Target="../media/image978.png"/><Relationship Id="rId110" Type="http://schemas.openxmlformats.org/officeDocument/2006/relationships/customXml" Target="../ink/ink967.xml"/><Relationship Id="rId115" Type="http://schemas.openxmlformats.org/officeDocument/2006/relationships/image" Target="../media/image992.png"/><Relationship Id="rId131" Type="http://schemas.openxmlformats.org/officeDocument/2006/relationships/image" Target="../media/image1000.png"/><Relationship Id="rId136" Type="http://schemas.openxmlformats.org/officeDocument/2006/relationships/customXml" Target="../ink/ink980.xml"/><Relationship Id="rId157" Type="http://schemas.openxmlformats.org/officeDocument/2006/relationships/image" Target="../media/image1013.png"/><Relationship Id="rId178" Type="http://schemas.openxmlformats.org/officeDocument/2006/relationships/customXml" Target="../ink/ink1001.xml"/><Relationship Id="rId61" Type="http://schemas.openxmlformats.org/officeDocument/2006/relationships/image" Target="../media/image965.png"/><Relationship Id="rId82" Type="http://schemas.openxmlformats.org/officeDocument/2006/relationships/customXml" Target="../ink/ink953.xml"/><Relationship Id="rId152" Type="http://schemas.openxmlformats.org/officeDocument/2006/relationships/customXml" Target="../ink/ink988.xml"/><Relationship Id="rId173" Type="http://schemas.openxmlformats.org/officeDocument/2006/relationships/image" Target="../media/image1021.png"/><Relationship Id="rId19" Type="http://schemas.openxmlformats.org/officeDocument/2006/relationships/image" Target="../media/image944.png"/><Relationship Id="rId14" Type="http://schemas.openxmlformats.org/officeDocument/2006/relationships/customXml" Target="../ink/ink919.xml"/><Relationship Id="rId30" Type="http://schemas.openxmlformats.org/officeDocument/2006/relationships/customXml" Target="../ink/ink927.xml"/><Relationship Id="rId35" Type="http://schemas.openxmlformats.org/officeDocument/2006/relationships/image" Target="../media/image952.png"/><Relationship Id="rId56" Type="http://schemas.openxmlformats.org/officeDocument/2006/relationships/customXml" Target="../ink/ink940.xml"/><Relationship Id="rId77" Type="http://schemas.openxmlformats.org/officeDocument/2006/relationships/image" Target="../media/image973.png"/><Relationship Id="rId100" Type="http://schemas.openxmlformats.org/officeDocument/2006/relationships/customXml" Target="../ink/ink962.xml"/><Relationship Id="rId105" Type="http://schemas.openxmlformats.org/officeDocument/2006/relationships/image" Target="../media/image987.png"/><Relationship Id="rId126" Type="http://schemas.openxmlformats.org/officeDocument/2006/relationships/customXml" Target="../ink/ink975.xml"/><Relationship Id="rId147" Type="http://schemas.openxmlformats.org/officeDocument/2006/relationships/image" Target="../media/image1008.png"/><Relationship Id="rId168" Type="http://schemas.openxmlformats.org/officeDocument/2006/relationships/customXml" Target="../ink/ink996.xml"/><Relationship Id="rId8" Type="http://schemas.openxmlformats.org/officeDocument/2006/relationships/customXml" Target="../ink/ink916.xml"/><Relationship Id="rId51" Type="http://schemas.openxmlformats.org/officeDocument/2006/relationships/image" Target="../media/image960.png"/><Relationship Id="rId72" Type="http://schemas.openxmlformats.org/officeDocument/2006/relationships/customXml" Target="../ink/ink948.xml"/><Relationship Id="rId93" Type="http://schemas.openxmlformats.org/officeDocument/2006/relationships/image" Target="../media/image981.png"/><Relationship Id="rId98" Type="http://schemas.openxmlformats.org/officeDocument/2006/relationships/customXml" Target="../ink/ink961.xml"/><Relationship Id="rId121" Type="http://schemas.openxmlformats.org/officeDocument/2006/relationships/image" Target="../media/image995.png"/><Relationship Id="rId142" Type="http://schemas.openxmlformats.org/officeDocument/2006/relationships/customXml" Target="../ink/ink983.xml"/><Relationship Id="rId163" Type="http://schemas.openxmlformats.org/officeDocument/2006/relationships/image" Target="../media/image1016.png"/><Relationship Id="rId184" Type="http://schemas.openxmlformats.org/officeDocument/2006/relationships/customXml" Target="../ink/ink1004.xml"/><Relationship Id="rId3" Type="http://schemas.openxmlformats.org/officeDocument/2006/relationships/image" Target="../media/image793.png"/><Relationship Id="rId25" Type="http://schemas.openxmlformats.org/officeDocument/2006/relationships/image" Target="../media/image947.png"/><Relationship Id="rId46" Type="http://schemas.openxmlformats.org/officeDocument/2006/relationships/customXml" Target="../ink/ink935.xml"/><Relationship Id="rId67" Type="http://schemas.openxmlformats.org/officeDocument/2006/relationships/image" Target="../media/image968.png"/><Relationship Id="rId116" Type="http://schemas.openxmlformats.org/officeDocument/2006/relationships/customXml" Target="../ink/ink970.xml"/><Relationship Id="rId137" Type="http://schemas.openxmlformats.org/officeDocument/2006/relationships/image" Target="../media/image1003.png"/><Relationship Id="rId158" Type="http://schemas.openxmlformats.org/officeDocument/2006/relationships/customXml" Target="../ink/ink991.xml"/><Relationship Id="rId20" Type="http://schemas.openxmlformats.org/officeDocument/2006/relationships/customXml" Target="../ink/ink922.xml"/><Relationship Id="rId41" Type="http://schemas.openxmlformats.org/officeDocument/2006/relationships/image" Target="../media/image955.png"/><Relationship Id="rId62" Type="http://schemas.openxmlformats.org/officeDocument/2006/relationships/customXml" Target="../ink/ink943.xml"/><Relationship Id="rId83" Type="http://schemas.openxmlformats.org/officeDocument/2006/relationships/image" Target="../media/image976.png"/><Relationship Id="rId88" Type="http://schemas.openxmlformats.org/officeDocument/2006/relationships/customXml" Target="../ink/ink956.xml"/><Relationship Id="rId111" Type="http://schemas.openxmlformats.org/officeDocument/2006/relationships/image" Target="../media/image990.png"/><Relationship Id="rId132" Type="http://schemas.openxmlformats.org/officeDocument/2006/relationships/customXml" Target="../ink/ink978.xml"/><Relationship Id="rId153" Type="http://schemas.openxmlformats.org/officeDocument/2006/relationships/image" Target="../media/image1011.png"/><Relationship Id="rId174" Type="http://schemas.openxmlformats.org/officeDocument/2006/relationships/customXml" Target="../ink/ink999.xml"/><Relationship Id="rId179" Type="http://schemas.openxmlformats.org/officeDocument/2006/relationships/image" Target="../media/image1024.png"/><Relationship Id="rId15" Type="http://schemas.openxmlformats.org/officeDocument/2006/relationships/image" Target="../media/image942.png"/><Relationship Id="rId36" Type="http://schemas.openxmlformats.org/officeDocument/2006/relationships/customXml" Target="../ink/ink930.xml"/><Relationship Id="rId57" Type="http://schemas.openxmlformats.org/officeDocument/2006/relationships/image" Target="../media/image963.png"/><Relationship Id="rId106" Type="http://schemas.openxmlformats.org/officeDocument/2006/relationships/customXml" Target="../ink/ink965.xml"/><Relationship Id="rId127" Type="http://schemas.openxmlformats.org/officeDocument/2006/relationships/image" Target="../media/image998.png"/><Relationship Id="rId10" Type="http://schemas.openxmlformats.org/officeDocument/2006/relationships/customXml" Target="../ink/ink917.xml"/><Relationship Id="rId31" Type="http://schemas.openxmlformats.org/officeDocument/2006/relationships/image" Target="../media/image950.png"/><Relationship Id="rId52" Type="http://schemas.openxmlformats.org/officeDocument/2006/relationships/customXml" Target="../ink/ink938.xml"/><Relationship Id="rId73" Type="http://schemas.openxmlformats.org/officeDocument/2006/relationships/image" Target="../media/image971.png"/><Relationship Id="rId78" Type="http://schemas.openxmlformats.org/officeDocument/2006/relationships/customXml" Target="../ink/ink951.xml"/><Relationship Id="rId94" Type="http://schemas.openxmlformats.org/officeDocument/2006/relationships/customXml" Target="../ink/ink959.xml"/><Relationship Id="rId99" Type="http://schemas.openxmlformats.org/officeDocument/2006/relationships/image" Target="../media/image984.png"/><Relationship Id="rId101" Type="http://schemas.openxmlformats.org/officeDocument/2006/relationships/image" Target="../media/image985.png"/><Relationship Id="rId122" Type="http://schemas.openxmlformats.org/officeDocument/2006/relationships/customXml" Target="../ink/ink973.xml"/><Relationship Id="rId143" Type="http://schemas.openxmlformats.org/officeDocument/2006/relationships/image" Target="../media/image1006.png"/><Relationship Id="rId148" Type="http://schemas.openxmlformats.org/officeDocument/2006/relationships/customXml" Target="../ink/ink986.xml"/><Relationship Id="rId164" Type="http://schemas.openxmlformats.org/officeDocument/2006/relationships/customXml" Target="../ink/ink994.xml"/><Relationship Id="rId169" Type="http://schemas.openxmlformats.org/officeDocument/2006/relationships/image" Target="../media/image1019.png"/><Relationship Id="rId185" Type="http://schemas.openxmlformats.org/officeDocument/2006/relationships/image" Target="../media/image1027.png"/><Relationship Id="rId4" Type="http://schemas.openxmlformats.org/officeDocument/2006/relationships/customXml" Target="../ink/ink914.xml"/><Relationship Id="rId9" Type="http://schemas.openxmlformats.org/officeDocument/2006/relationships/image" Target="../media/image939.png"/><Relationship Id="rId180" Type="http://schemas.openxmlformats.org/officeDocument/2006/relationships/customXml" Target="../ink/ink1002.xml"/><Relationship Id="rId26" Type="http://schemas.openxmlformats.org/officeDocument/2006/relationships/customXml" Target="../ink/ink925.xml"/><Relationship Id="rId47" Type="http://schemas.openxmlformats.org/officeDocument/2006/relationships/image" Target="../media/image958.png"/><Relationship Id="rId68" Type="http://schemas.openxmlformats.org/officeDocument/2006/relationships/customXml" Target="../ink/ink946.xml"/><Relationship Id="rId89" Type="http://schemas.openxmlformats.org/officeDocument/2006/relationships/image" Target="../media/image979.png"/><Relationship Id="rId112" Type="http://schemas.openxmlformats.org/officeDocument/2006/relationships/customXml" Target="../ink/ink968.xml"/><Relationship Id="rId133" Type="http://schemas.openxmlformats.org/officeDocument/2006/relationships/image" Target="../media/image1001.png"/><Relationship Id="rId154" Type="http://schemas.openxmlformats.org/officeDocument/2006/relationships/customXml" Target="../ink/ink989.xml"/><Relationship Id="rId175" Type="http://schemas.openxmlformats.org/officeDocument/2006/relationships/image" Target="../media/image1022.png"/><Relationship Id="rId16" Type="http://schemas.openxmlformats.org/officeDocument/2006/relationships/customXml" Target="../ink/ink920.xml"/><Relationship Id="rId37" Type="http://schemas.openxmlformats.org/officeDocument/2006/relationships/image" Target="../media/image953.png"/><Relationship Id="rId58" Type="http://schemas.openxmlformats.org/officeDocument/2006/relationships/customXml" Target="../ink/ink941.xml"/><Relationship Id="rId79" Type="http://schemas.openxmlformats.org/officeDocument/2006/relationships/image" Target="../media/image974.png"/><Relationship Id="rId102" Type="http://schemas.openxmlformats.org/officeDocument/2006/relationships/customXml" Target="../ink/ink963.xml"/><Relationship Id="rId123" Type="http://schemas.openxmlformats.org/officeDocument/2006/relationships/image" Target="../media/image996.png"/><Relationship Id="rId144" Type="http://schemas.openxmlformats.org/officeDocument/2006/relationships/customXml" Target="../ink/ink984.xml"/><Relationship Id="rId90" Type="http://schemas.openxmlformats.org/officeDocument/2006/relationships/customXml" Target="../ink/ink957.xml"/><Relationship Id="rId165" Type="http://schemas.openxmlformats.org/officeDocument/2006/relationships/image" Target="../media/image1017.png"/><Relationship Id="rId186" Type="http://schemas.openxmlformats.org/officeDocument/2006/relationships/customXml" Target="../ink/ink1005.xml"/><Relationship Id="rId27" Type="http://schemas.openxmlformats.org/officeDocument/2006/relationships/image" Target="../media/image948.png"/><Relationship Id="rId48" Type="http://schemas.openxmlformats.org/officeDocument/2006/relationships/customXml" Target="../ink/ink936.xml"/><Relationship Id="rId69" Type="http://schemas.openxmlformats.org/officeDocument/2006/relationships/image" Target="../media/image969.png"/><Relationship Id="rId113" Type="http://schemas.openxmlformats.org/officeDocument/2006/relationships/image" Target="../media/image991.png"/><Relationship Id="rId134" Type="http://schemas.openxmlformats.org/officeDocument/2006/relationships/customXml" Target="../ink/ink979.xml"/><Relationship Id="rId80" Type="http://schemas.openxmlformats.org/officeDocument/2006/relationships/customXml" Target="../ink/ink952.xml"/><Relationship Id="rId155" Type="http://schemas.openxmlformats.org/officeDocument/2006/relationships/image" Target="../media/image1012.png"/><Relationship Id="rId176" Type="http://schemas.openxmlformats.org/officeDocument/2006/relationships/customXml" Target="../ink/ink1000.xml"/><Relationship Id="rId17" Type="http://schemas.openxmlformats.org/officeDocument/2006/relationships/image" Target="../media/image943.png"/><Relationship Id="rId38" Type="http://schemas.openxmlformats.org/officeDocument/2006/relationships/customXml" Target="../ink/ink931.xml"/><Relationship Id="rId59" Type="http://schemas.openxmlformats.org/officeDocument/2006/relationships/image" Target="../media/image964.png"/><Relationship Id="rId103" Type="http://schemas.openxmlformats.org/officeDocument/2006/relationships/image" Target="../media/image986.png"/><Relationship Id="rId124" Type="http://schemas.openxmlformats.org/officeDocument/2006/relationships/customXml" Target="../ink/ink974.xml"/><Relationship Id="rId70" Type="http://schemas.openxmlformats.org/officeDocument/2006/relationships/customXml" Target="../ink/ink947.xml"/><Relationship Id="rId91" Type="http://schemas.openxmlformats.org/officeDocument/2006/relationships/image" Target="../media/image980.png"/><Relationship Id="rId145" Type="http://schemas.openxmlformats.org/officeDocument/2006/relationships/image" Target="../media/image1007.png"/><Relationship Id="rId166" Type="http://schemas.openxmlformats.org/officeDocument/2006/relationships/customXml" Target="../ink/ink995.xml"/><Relationship Id="rId187" Type="http://schemas.openxmlformats.org/officeDocument/2006/relationships/image" Target="../media/image1028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926.xml"/><Relationship Id="rId49" Type="http://schemas.openxmlformats.org/officeDocument/2006/relationships/image" Target="../media/image959.png"/><Relationship Id="rId114" Type="http://schemas.openxmlformats.org/officeDocument/2006/relationships/customXml" Target="../ink/ink969.xml"/><Relationship Id="rId60" Type="http://schemas.openxmlformats.org/officeDocument/2006/relationships/customXml" Target="../ink/ink942.xml"/><Relationship Id="rId81" Type="http://schemas.openxmlformats.org/officeDocument/2006/relationships/image" Target="../media/image975.png"/><Relationship Id="rId135" Type="http://schemas.openxmlformats.org/officeDocument/2006/relationships/image" Target="../media/image1002.png"/><Relationship Id="rId156" Type="http://schemas.openxmlformats.org/officeDocument/2006/relationships/customXml" Target="../ink/ink990.xml"/><Relationship Id="rId177" Type="http://schemas.openxmlformats.org/officeDocument/2006/relationships/image" Target="../media/image1023.png"/></Relationships>
</file>

<file path=ppt/slides/_rels/slide2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085.png"/><Relationship Id="rId21" Type="http://schemas.openxmlformats.org/officeDocument/2006/relationships/image" Target="../media/image1037.png"/><Relationship Id="rId42" Type="http://schemas.openxmlformats.org/officeDocument/2006/relationships/customXml" Target="../ink/ink1025.xml"/><Relationship Id="rId63" Type="http://schemas.openxmlformats.org/officeDocument/2006/relationships/image" Target="../media/image1058.png"/><Relationship Id="rId84" Type="http://schemas.openxmlformats.org/officeDocument/2006/relationships/customXml" Target="../ink/ink1046.xml"/><Relationship Id="rId138" Type="http://schemas.openxmlformats.org/officeDocument/2006/relationships/customXml" Target="../ink/ink1073.xml"/><Relationship Id="rId159" Type="http://schemas.openxmlformats.org/officeDocument/2006/relationships/image" Target="../media/image1106.png"/><Relationship Id="rId170" Type="http://schemas.openxmlformats.org/officeDocument/2006/relationships/customXml" Target="../ink/ink1089.xml"/><Relationship Id="rId107" Type="http://schemas.openxmlformats.org/officeDocument/2006/relationships/image" Target="../media/image1080.png"/><Relationship Id="rId11" Type="http://schemas.openxmlformats.org/officeDocument/2006/relationships/image" Target="../media/image1032.png"/><Relationship Id="rId32" Type="http://schemas.openxmlformats.org/officeDocument/2006/relationships/customXml" Target="../ink/ink1020.xml"/><Relationship Id="rId53" Type="http://schemas.openxmlformats.org/officeDocument/2006/relationships/image" Target="../media/image1053.png"/><Relationship Id="rId74" Type="http://schemas.openxmlformats.org/officeDocument/2006/relationships/customXml" Target="../ink/ink1041.xml"/><Relationship Id="rId128" Type="http://schemas.openxmlformats.org/officeDocument/2006/relationships/customXml" Target="../ink/ink1068.xml"/><Relationship Id="rId149" Type="http://schemas.openxmlformats.org/officeDocument/2006/relationships/image" Target="../media/image1101.png"/><Relationship Id="rId5" Type="http://schemas.openxmlformats.org/officeDocument/2006/relationships/image" Target="../media/image1029.png"/><Relationship Id="rId95" Type="http://schemas.openxmlformats.org/officeDocument/2006/relationships/image" Target="../media/image1074.png"/><Relationship Id="rId160" Type="http://schemas.openxmlformats.org/officeDocument/2006/relationships/customXml" Target="../ink/ink1084.xml"/><Relationship Id="rId181" Type="http://schemas.openxmlformats.org/officeDocument/2006/relationships/image" Target="../media/image1117.png"/><Relationship Id="rId22" Type="http://schemas.openxmlformats.org/officeDocument/2006/relationships/customXml" Target="../ink/ink1015.xml"/><Relationship Id="rId43" Type="http://schemas.openxmlformats.org/officeDocument/2006/relationships/image" Target="../media/image1048.png"/><Relationship Id="rId64" Type="http://schemas.openxmlformats.org/officeDocument/2006/relationships/customXml" Target="../ink/ink1036.xml"/><Relationship Id="rId118" Type="http://schemas.openxmlformats.org/officeDocument/2006/relationships/customXml" Target="../ink/ink1063.xml"/><Relationship Id="rId139" Type="http://schemas.openxmlformats.org/officeDocument/2006/relationships/image" Target="../media/image1096.png"/><Relationship Id="rId85" Type="http://schemas.openxmlformats.org/officeDocument/2006/relationships/image" Target="../media/image1069.png"/><Relationship Id="rId150" Type="http://schemas.openxmlformats.org/officeDocument/2006/relationships/customXml" Target="../ink/ink1079.xml"/><Relationship Id="rId171" Type="http://schemas.openxmlformats.org/officeDocument/2006/relationships/image" Target="../media/image1112.png"/><Relationship Id="rId12" Type="http://schemas.openxmlformats.org/officeDocument/2006/relationships/customXml" Target="../ink/ink1010.xml"/><Relationship Id="rId33" Type="http://schemas.openxmlformats.org/officeDocument/2006/relationships/image" Target="../media/image1043.png"/><Relationship Id="rId108" Type="http://schemas.openxmlformats.org/officeDocument/2006/relationships/customXml" Target="../ink/ink1058.xml"/><Relationship Id="rId129" Type="http://schemas.openxmlformats.org/officeDocument/2006/relationships/image" Target="../media/image1091.png"/><Relationship Id="rId54" Type="http://schemas.openxmlformats.org/officeDocument/2006/relationships/customXml" Target="../ink/ink1031.xml"/><Relationship Id="rId75" Type="http://schemas.openxmlformats.org/officeDocument/2006/relationships/image" Target="../media/image1064.png"/><Relationship Id="rId96" Type="http://schemas.openxmlformats.org/officeDocument/2006/relationships/customXml" Target="../ink/ink1052.xml"/><Relationship Id="rId140" Type="http://schemas.openxmlformats.org/officeDocument/2006/relationships/customXml" Target="../ink/ink1074.xml"/><Relationship Id="rId161" Type="http://schemas.openxmlformats.org/officeDocument/2006/relationships/image" Target="../media/image1107.png"/><Relationship Id="rId182" Type="http://schemas.openxmlformats.org/officeDocument/2006/relationships/customXml" Target="../ink/ink1095.xml"/><Relationship Id="rId6" Type="http://schemas.openxmlformats.org/officeDocument/2006/relationships/customXml" Target="../ink/ink1007.xml"/><Relationship Id="rId23" Type="http://schemas.openxmlformats.org/officeDocument/2006/relationships/image" Target="../media/image1038.png"/><Relationship Id="rId119" Type="http://schemas.openxmlformats.org/officeDocument/2006/relationships/image" Target="../media/image1086.png"/><Relationship Id="rId44" Type="http://schemas.openxmlformats.org/officeDocument/2006/relationships/customXml" Target="../ink/ink1026.xml"/><Relationship Id="rId65" Type="http://schemas.openxmlformats.org/officeDocument/2006/relationships/image" Target="../media/image1059.png"/><Relationship Id="rId86" Type="http://schemas.openxmlformats.org/officeDocument/2006/relationships/customXml" Target="../ink/ink1047.xml"/><Relationship Id="rId130" Type="http://schemas.openxmlformats.org/officeDocument/2006/relationships/customXml" Target="../ink/ink1069.xml"/><Relationship Id="rId151" Type="http://schemas.openxmlformats.org/officeDocument/2006/relationships/image" Target="../media/image1102.png"/><Relationship Id="rId172" Type="http://schemas.openxmlformats.org/officeDocument/2006/relationships/customXml" Target="../ink/ink1090.xml"/><Relationship Id="rId13" Type="http://schemas.openxmlformats.org/officeDocument/2006/relationships/image" Target="../media/image1033.png"/><Relationship Id="rId18" Type="http://schemas.openxmlformats.org/officeDocument/2006/relationships/customXml" Target="../ink/ink1013.xml"/><Relationship Id="rId39" Type="http://schemas.openxmlformats.org/officeDocument/2006/relationships/image" Target="../media/image1046.png"/><Relationship Id="rId109" Type="http://schemas.openxmlformats.org/officeDocument/2006/relationships/image" Target="../media/image1081.png"/><Relationship Id="rId34" Type="http://schemas.openxmlformats.org/officeDocument/2006/relationships/customXml" Target="../ink/ink1021.xml"/><Relationship Id="rId50" Type="http://schemas.openxmlformats.org/officeDocument/2006/relationships/customXml" Target="../ink/ink1029.xml"/><Relationship Id="rId55" Type="http://schemas.openxmlformats.org/officeDocument/2006/relationships/image" Target="../media/image1054.png"/><Relationship Id="rId76" Type="http://schemas.openxmlformats.org/officeDocument/2006/relationships/customXml" Target="../ink/ink1042.xml"/><Relationship Id="rId97" Type="http://schemas.openxmlformats.org/officeDocument/2006/relationships/image" Target="../media/image1075.png"/><Relationship Id="rId104" Type="http://schemas.openxmlformats.org/officeDocument/2006/relationships/customXml" Target="../ink/ink1056.xml"/><Relationship Id="rId120" Type="http://schemas.openxmlformats.org/officeDocument/2006/relationships/customXml" Target="../ink/ink1064.xml"/><Relationship Id="rId125" Type="http://schemas.openxmlformats.org/officeDocument/2006/relationships/image" Target="../media/image1089.png"/><Relationship Id="rId141" Type="http://schemas.openxmlformats.org/officeDocument/2006/relationships/image" Target="../media/image1097.png"/><Relationship Id="rId146" Type="http://schemas.openxmlformats.org/officeDocument/2006/relationships/customXml" Target="../ink/ink1077.xml"/><Relationship Id="rId167" Type="http://schemas.openxmlformats.org/officeDocument/2006/relationships/image" Target="../media/image1110.png"/><Relationship Id="rId7" Type="http://schemas.openxmlformats.org/officeDocument/2006/relationships/image" Target="../media/image1030.png"/><Relationship Id="rId71" Type="http://schemas.openxmlformats.org/officeDocument/2006/relationships/image" Target="../media/image1062.png"/><Relationship Id="rId92" Type="http://schemas.openxmlformats.org/officeDocument/2006/relationships/customXml" Target="../ink/ink1050.xml"/><Relationship Id="rId162" Type="http://schemas.openxmlformats.org/officeDocument/2006/relationships/customXml" Target="../ink/ink1085.xml"/><Relationship Id="rId183" Type="http://schemas.openxmlformats.org/officeDocument/2006/relationships/image" Target="../media/image1118.png"/><Relationship Id="rId2" Type="http://schemas.openxmlformats.org/officeDocument/2006/relationships/image" Target="../media/image750.png"/><Relationship Id="rId29" Type="http://schemas.openxmlformats.org/officeDocument/2006/relationships/image" Target="../media/image1041.png"/><Relationship Id="rId24" Type="http://schemas.openxmlformats.org/officeDocument/2006/relationships/customXml" Target="../ink/ink1016.xml"/><Relationship Id="rId40" Type="http://schemas.openxmlformats.org/officeDocument/2006/relationships/customXml" Target="../ink/ink1024.xml"/><Relationship Id="rId45" Type="http://schemas.openxmlformats.org/officeDocument/2006/relationships/image" Target="../media/image1049.png"/><Relationship Id="rId66" Type="http://schemas.openxmlformats.org/officeDocument/2006/relationships/customXml" Target="../ink/ink1037.xml"/><Relationship Id="rId87" Type="http://schemas.openxmlformats.org/officeDocument/2006/relationships/image" Target="../media/image1070.png"/><Relationship Id="rId110" Type="http://schemas.openxmlformats.org/officeDocument/2006/relationships/customXml" Target="../ink/ink1059.xml"/><Relationship Id="rId115" Type="http://schemas.openxmlformats.org/officeDocument/2006/relationships/image" Target="../media/image1084.png"/><Relationship Id="rId131" Type="http://schemas.openxmlformats.org/officeDocument/2006/relationships/image" Target="../media/image1092.png"/><Relationship Id="rId136" Type="http://schemas.openxmlformats.org/officeDocument/2006/relationships/customXml" Target="../ink/ink1072.xml"/><Relationship Id="rId157" Type="http://schemas.openxmlformats.org/officeDocument/2006/relationships/image" Target="../media/image1105.png"/><Relationship Id="rId178" Type="http://schemas.openxmlformats.org/officeDocument/2006/relationships/customXml" Target="../ink/ink1093.xml"/><Relationship Id="rId61" Type="http://schemas.openxmlformats.org/officeDocument/2006/relationships/image" Target="../media/image1057.png"/><Relationship Id="rId82" Type="http://schemas.openxmlformats.org/officeDocument/2006/relationships/customXml" Target="../ink/ink1045.xml"/><Relationship Id="rId152" Type="http://schemas.openxmlformats.org/officeDocument/2006/relationships/customXml" Target="../ink/ink1080.xml"/><Relationship Id="rId173" Type="http://schemas.openxmlformats.org/officeDocument/2006/relationships/image" Target="../media/image1113.png"/><Relationship Id="rId19" Type="http://schemas.openxmlformats.org/officeDocument/2006/relationships/image" Target="../media/image1036.png"/><Relationship Id="rId14" Type="http://schemas.openxmlformats.org/officeDocument/2006/relationships/customXml" Target="../ink/ink1011.xml"/><Relationship Id="rId30" Type="http://schemas.openxmlformats.org/officeDocument/2006/relationships/customXml" Target="../ink/ink1019.xml"/><Relationship Id="rId35" Type="http://schemas.openxmlformats.org/officeDocument/2006/relationships/image" Target="../media/image1044.png"/><Relationship Id="rId56" Type="http://schemas.openxmlformats.org/officeDocument/2006/relationships/customXml" Target="../ink/ink1032.xml"/><Relationship Id="rId77" Type="http://schemas.openxmlformats.org/officeDocument/2006/relationships/image" Target="../media/image1065.png"/><Relationship Id="rId100" Type="http://schemas.openxmlformats.org/officeDocument/2006/relationships/customXml" Target="../ink/ink1054.xml"/><Relationship Id="rId105" Type="http://schemas.openxmlformats.org/officeDocument/2006/relationships/image" Target="../media/image1079.png"/><Relationship Id="rId126" Type="http://schemas.openxmlformats.org/officeDocument/2006/relationships/customXml" Target="../ink/ink1067.xml"/><Relationship Id="rId147" Type="http://schemas.openxmlformats.org/officeDocument/2006/relationships/image" Target="../media/image1100.png"/><Relationship Id="rId168" Type="http://schemas.openxmlformats.org/officeDocument/2006/relationships/customXml" Target="../ink/ink1088.xml"/><Relationship Id="rId8" Type="http://schemas.openxmlformats.org/officeDocument/2006/relationships/customXml" Target="../ink/ink1008.xml"/><Relationship Id="rId51" Type="http://schemas.openxmlformats.org/officeDocument/2006/relationships/image" Target="../media/image1052.png"/><Relationship Id="rId72" Type="http://schemas.openxmlformats.org/officeDocument/2006/relationships/customXml" Target="../ink/ink1040.xml"/><Relationship Id="rId93" Type="http://schemas.openxmlformats.org/officeDocument/2006/relationships/image" Target="../media/image1073.png"/><Relationship Id="rId98" Type="http://schemas.openxmlformats.org/officeDocument/2006/relationships/customXml" Target="../ink/ink1053.xml"/><Relationship Id="rId121" Type="http://schemas.openxmlformats.org/officeDocument/2006/relationships/image" Target="../media/image1087.png"/><Relationship Id="rId142" Type="http://schemas.openxmlformats.org/officeDocument/2006/relationships/customXml" Target="../ink/ink1075.xml"/><Relationship Id="rId163" Type="http://schemas.openxmlformats.org/officeDocument/2006/relationships/image" Target="../media/image1108.png"/><Relationship Id="rId184" Type="http://schemas.openxmlformats.org/officeDocument/2006/relationships/customXml" Target="../ink/ink1096.xml"/><Relationship Id="rId3" Type="http://schemas.openxmlformats.org/officeDocument/2006/relationships/image" Target="../media/image793.png"/><Relationship Id="rId25" Type="http://schemas.openxmlformats.org/officeDocument/2006/relationships/image" Target="../media/image1039.png"/><Relationship Id="rId46" Type="http://schemas.openxmlformats.org/officeDocument/2006/relationships/customXml" Target="../ink/ink1027.xml"/><Relationship Id="rId67" Type="http://schemas.openxmlformats.org/officeDocument/2006/relationships/image" Target="../media/image1060.png"/><Relationship Id="rId116" Type="http://schemas.openxmlformats.org/officeDocument/2006/relationships/customXml" Target="../ink/ink1062.xml"/><Relationship Id="rId137" Type="http://schemas.openxmlformats.org/officeDocument/2006/relationships/image" Target="../media/image1095.png"/><Relationship Id="rId158" Type="http://schemas.openxmlformats.org/officeDocument/2006/relationships/customXml" Target="../ink/ink1083.xml"/><Relationship Id="rId20" Type="http://schemas.openxmlformats.org/officeDocument/2006/relationships/customXml" Target="../ink/ink1014.xml"/><Relationship Id="rId41" Type="http://schemas.openxmlformats.org/officeDocument/2006/relationships/image" Target="../media/image1047.png"/><Relationship Id="rId62" Type="http://schemas.openxmlformats.org/officeDocument/2006/relationships/customXml" Target="../ink/ink1035.xml"/><Relationship Id="rId83" Type="http://schemas.openxmlformats.org/officeDocument/2006/relationships/image" Target="../media/image1068.png"/><Relationship Id="rId88" Type="http://schemas.openxmlformats.org/officeDocument/2006/relationships/customXml" Target="../ink/ink1048.xml"/><Relationship Id="rId111" Type="http://schemas.openxmlformats.org/officeDocument/2006/relationships/image" Target="../media/image1082.png"/><Relationship Id="rId132" Type="http://schemas.openxmlformats.org/officeDocument/2006/relationships/customXml" Target="../ink/ink1070.xml"/><Relationship Id="rId153" Type="http://schemas.openxmlformats.org/officeDocument/2006/relationships/image" Target="../media/image1103.png"/><Relationship Id="rId174" Type="http://schemas.openxmlformats.org/officeDocument/2006/relationships/customXml" Target="../ink/ink1091.xml"/><Relationship Id="rId179" Type="http://schemas.openxmlformats.org/officeDocument/2006/relationships/image" Target="../media/image1116.png"/><Relationship Id="rId15" Type="http://schemas.openxmlformats.org/officeDocument/2006/relationships/image" Target="../media/image1034.png"/><Relationship Id="rId36" Type="http://schemas.openxmlformats.org/officeDocument/2006/relationships/customXml" Target="../ink/ink1022.xml"/><Relationship Id="rId57" Type="http://schemas.openxmlformats.org/officeDocument/2006/relationships/image" Target="../media/image1055.png"/><Relationship Id="rId106" Type="http://schemas.openxmlformats.org/officeDocument/2006/relationships/customXml" Target="../ink/ink1057.xml"/><Relationship Id="rId127" Type="http://schemas.openxmlformats.org/officeDocument/2006/relationships/image" Target="../media/image1090.png"/><Relationship Id="rId10" Type="http://schemas.openxmlformats.org/officeDocument/2006/relationships/customXml" Target="../ink/ink1009.xml"/><Relationship Id="rId31" Type="http://schemas.openxmlformats.org/officeDocument/2006/relationships/image" Target="../media/image1042.png"/><Relationship Id="rId52" Type="http://schemas.openxmlformats.org/officeDocument/2006/relationships/customXml" Target="../ink/ink1030.xml"/><Relationship Id="rId73" Type="http://schemas.openxmlformats.org/officeDocument/2006/relationships/image" Target="../media/image1063.png"/><Relationship Id="rId78" Type="http://schemas.openxmlformats.org/officeDocument/2006/relationships/customXml" Target="../ink/ink1043.xml"/><Relationship Id="rId94" Type="http://schemas.openxmlformats.org/officeDocument/2006/relationships/customXml" Target="../ink/ink1051.xml"/><Relationship Id="rId99" Type="http://schemas.openxmlformats.org/officeDocument/2006/relationships/image" Target="../media/image1076.png"/><Relationship Id="rId101" Type="http://schemas.openxmlformats.org/officeDocument/2006/relationships/image" Target="../media/image1077.png"/><Relationship Id="rId122" Type="http://schemas.openxmlformats.org/officeDocument/2006/relationships/customXml" Target="../ink/ink1065.xml"/><Relationship Id="rId143" Type="http://schemas.openxmlformats.org/officeDocument/2006/relationships/image" Target="../media/image1098.png"/><Relationship Id="rId148" Type="http://schemas.openxmlformats.org/officeDocument/2006/relationships/customXml" Target="../ink/ink1078.xml"/><Relationship Id="rId164" Type="http://schemas.openxmlformats.org/officeDocument/2006/relationships/customXml" Target="../ink/ink1086.xml"/><Relationship Id="rId169" Type="http://schemas.openxmlformats.org/officeDocument/2006/relationships/image" Target="../media/image1111.png"/><Relationship Id="rId185" Type="http://schemas.openxmlformats.org/officeDocument/2006/relationships/image" Target="../media/image1119.png"/><Relationship Id="rId4" Type="http://schemas.openxmlformats.org/officeDocument/2006/relationships/customXml" Target="../ink/ink1006.xml"/><Relationship Id="rId9" Type="http://schemas.openxmlformats.org/officeDocument/2006/relationships/image" Target="../media/image1031.png"/><Relationship Id="rId180" Type="http://schemas.openxmlformats.org/officeDocument/2006/relationships/customXml" Target="../ink/ink1094.xml"/><Relationship Id="rId26" Type="http://schemas.openxmlformats.org/officeDocument/2006/relationships/customXml" Target="../ink/ink1017.xml"/><Relationship Id="rId47" Type="http://schemas.openxmlformats.org/officeDocument/2006/relationships/image" Target="../media/image1050.png"/><Relationship Id="rId68" Type="http://schemas.openxmlformats.org/officeDocument/2006/relationships/customXml" Target="../ink/ink1038.xml"/><Relationship Id="rId89" Type="http://schemas.openxmlformats.org/officeDocument/2006/relationships/image" Target="../media/image1071.png"/><Relationship Id="rId112" Type="http://schemas.openxmlformats.org/officeDocument/2006/relationships/customXml" Target="../ink/ink1060.xml"/><Relationship Id="rId133" Type="http://schemas.openxmlformats.org/officeDocument/2006/relationships/image" Target="../media/image1093.png"/><Relationship Id="rId154" Type="http://schemas.openxmlformats.org/officeDocument/2006/relationships/customXml" Target="../ink/ink1081.xml"/><Relationship Id="rId175" Type="http://schemas.openxmlformats.org/officeDocument/2006/relationships/image" Target="../media/image1114.png"/><Relationship Id="rId16" Type="http://schemas.openxmlformats.org/officeDocument/2006/relationships/customXml" Target="../ink/ink1012.xml"/><Relationship Id="rId37" Type="http://schemas.openxmlformats.org/officeDocument/2006/relationships/image" Target="../media/image1045.png"/><Relationship Id="rId58" Type="http://schemas.openxmlformats.org/officeDocument/2006/relationships/customXml" Target="../ink/ink1033.xml"/><Relationship Id="rId79" Type="http://schemas.openxmlformats.org/officeDocument/2006/relationships/image" Target="../media/image1066.png"/><Relationship Id="rId102" Type="http://schemas.openxmlformats.org/officeDocument/2006/relationships/customXml" Target="../ink/ink1055.xml"/><Relationship Id="rId123" Type="http://schemas.openxmlformats.org/officeDocument/2006/relationships/image" Target="../media/image1088.png"/><Relationship Id="rId144" Type="http://schemas.openxmlformats.org/officeDocument/2006/relationships/customXml" Target="../ink/ink1076.xml"/><Relationship Id="rId90" Type="http://schemas.openxmlformats.org/officeDocument/2006/relationships/customXml" Target="../ink/ink1049.xml"/><Relationship Id="rId165" Type="http://schemas.openxmlformats.org/officeDocument/2006/relationships/image" Target="../media/image1109.png"/><Relationship Id="rId186" Type="http://schemas.openxmlformats.org/officeDocument/2006/relationships/customXml" Target="../ink/ink1097.xml"/><Relationship Id="rId27" Type="http://schemas.openxmlformats.org/officeDocument/2006/relationships/image" Target="../media/image1040.png"/><Relationship Id="rId48" Type="http://schemas.openxmlformats.org/officeDocument/2006/relationships/customXml" Target="../ink/ink1028.xml"/><Relationship Id="rId69" Type="http://schemas.openxmlformats.org/officeDocument/2006/relationships/image" Target="../media/image1061.png"/><Relationship Id="rId113" Type="http://schemas.openxmlformats.org/officeDocument/2006/relationships/image" Target="../media/image1083.png"/><Relationship Id="rId134" Type="http://schemas.openxmlformats.org/officeDocument/2006/relationships/customXml" Target="../ink/ink1071.xml"/><Relationship Id="rId80" Type="http://schemas.openxmlformats.org/officeDocument/2006/relationships/customXml" Target="../ink/ink1044.xml"/><Relationship Id="rId155" Type="http://schemas.openxmlformats.org/officeDocument/2006/relationships/image" Target="../media/image1104.png"/><Relationship Id="rId176" Type="http://schemas.openxmlformats.org/officeDocument/2006/relationships/customXml" Target="../ink/ink1092.xml"/><Relationship Id="rId17" Type="http://schemas.openxmlformats.org/officeDocument/2006/relationships/image" Target="../media/image1035.png"/><Relationship Id="rId38" Type="http://schemas.openxmlformats.org/officeDocument/2006/relationships/customXml" Target="../ink/ink1023.xml"/><Relationship Id="rId59" Type="http://schemas.openxmlformats.org/officeDocument/2006/relationships/image" Target="../media/image1056.png"/><Relationship Id="rId103" Type="http://schemas.openxmlformats.org/officeDocument/2006/relationships/image" Target="../media/image1078.png"/><Relationship Id="rId124" Type="http://schemas.openxmlformats.org/officeDocument/2006/relationships/customXml" Target="../ink/ink1066.xml"/><Relationship Id="rId70" Type="http://schemas.openxmlformats.org/officeDocument/2006/relationships/customXml" Target="../ink/ink1039.xml"/><Relationship Id="rId91" Type="http://schemas.openxmlformats.org/officeDocument/2006/relationships/image" Target="../media/image1072.png"/><Relationship Id="rId145" Type="http://schemas.openxmlformats.org/officeDocument/2006/relationships/image" Target="../media/image1099.png"/><Relationship Id="rId166" Type="http://schemas.openxmlformats.org/officeDocument/2006/relationships/customXml" Target="../ink/ink1087.xml"/><Relationship Id="rId187" Type="http://schemas.openxmlformats.org/officeDocument/2006/relationships/image" Target="../media/image1120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1018.xml"/><Relationship Id="rId49" Type="http://schemas.openxmlformats.org/officeDocument/2006/relationships/image" Target="../media/image1051.png"/><Relationship Id="rId114" Type="http://schemas.openxmlformats.org/officeDocument/2006/relationships/customXml" Target="../ink/ink1061.xml"/><Relationship Id="rId60" Type="http://schemas.openxmlformats.org/officeDocument/2006/relationships/customXml" Target="../ink/ink1034.xml"/><Relationship Id="rId81" Type="http://schemas.openxmlformats.org/officeDocument/2006/relationships/image" Target="../media/image1067.png"/><Relationship Id="rId135" Type="http://schemas.openxmlformats.org/officeDocument/2006/relationships/image" Target="../media/image1094.png"/><Relationship Id="rId156" Type="http://schemas.openxmlformats.org/officeDocument/2006/relationships/customXml" Target="../ink/ink1082.xml"/><Relationship Id="rId177" Type="http://schemas.openxmlformats.org/officeDocument/2006/relationships/image" Target="../media/image111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134.png"/><Relationship Id="rId21" Type="http://schemas.openxmlformats.org/officeDocument/2006/relationships/customXml" Target="../ink/ink1107.xml"/><Relationship Id="rId42" Type="http://schemas.openxmlformats.org/officeDocument/2006/relationships/image" Target="../media/image1142.png"/><Relationship Id="rId47" Type="http://schemas.openxmlformats.org/officeDocument/2006/relationships/customXml" Target="../ink/ink1120.xml"/><Relationship Id="rId63" Type="http://schemas.openxmlformats.org/officeDocument/2006/relationships/customXml" Target="../ink/ink1128.xml"/><Relationship Id="rId68" Type="http://schemas.openxmlformats.org/officeDocument/2006/relationships/image" Target="../media/image1155.png"/><Relationship Id="rId84" Type="http://schemas.openxmlformats.org/officeDocument/2006/relationships/image" Target="../media/image1163.png"/><Relationship Id="rId89" Type="http://schemas.openxmlformats.org/officeDocument/2006/relationships/customXml" Target="../ink/ink1141.xml"/><Relationship Id="rId16" Type="http://schemas.openxmlformats.org/officeDocument/2006/relationships/image" Target="../media/image1129.png"/><Relationship Id="rId11" Type="http://schemas.openxmlformats.org/officeDocument/2006/relationships/customXml" Target="../ink/ink1102.xml"/><Relationship Id="rId32" Type="http://schemas.openxmlformats.org/officeDocument/2006/relationships/image" Target="../media/image1137.png"/><Relationship Id="rId37" Type="http://schemas.openxmlformats.org/officeDocument/2006/relationships/customXml" Target="../ink/ink1115.xml"/><Relationship Id="rId53" Type="http://schemas.openxmlformats.org/officeDocument/2006/relationships/customXml" Target="../ink/ink1123.xml"/><Relationship Id="rId58" Type="http://schemas.openxmlformats.org/officeDocument/2006/relationships/image" Target="../media/image1150.png"/><Relationship Id="rId74" Type="http://schemas.openxmlformats.org/officeDocument/2006/relationships/image" Target="../media/image1158.png"/><Relationship Id="rId79" Type="http://schemas.openxmlformats.org/officeDocument/2006/relationships/customXml" Target="../ink/ink1136.xml"/><Relationship Id="rId5" Type="http://schemas.openxmlformats.org/officeDocument/2006/relationships/customXml" Target="../ink/ink1099.xml"/><Relationship Id="rId90" Type="http://schemas.openxmlformats.org/officeDocument/2006/relationships/image" Target="../media/image1166.png"/><Relationship Id="rId14" Type="http://schemas.openxmlformats.org/officeDocument/2006/relationships/image" Target="../media/image1128.png"/><Relationship Id="rId22" Type="http://schemas.openxmlformats.org/officeDocument/2006/relationships/image" Target="../media/image1132.png"/><Relationship Id="rId27" Type="http://schemas.openxmlformats.org/officeDocument/2006/relationships/customXml" Target="../ink/ink1110.xml"/><Relationship Id="rId30" Type="http://schemas.openxmlformats.org/officeDocument/2006/relationships/image" Target="../media/image1136.png"/><Relationship Id="rId35" Type="http://schemas.openxmlformats.org/officeDocument/2006/relationships/customXml" Target="../ink/ink1114.xml"/><Relationship Id="rId43" Type="http://schemas.openxmlformats.org/officeDocument/2006/relationships/customXml" Target="../ink/ink1118.xml"/><Relationship Id="rId48" Type="http://schemas.openxmlformats.org/officeDocument/2006/relationships/image" Target="../media/image1145.png"/><Relationship Id="rId56" Type="http://schemas.openxmlformats.org/officeDocument/2006/relationships/image" Target="../media/image1149.png"/><Relationship Id="rId64" Type="http://schemas.openxmlformats.org/officeDocument/2006/relationships/image" Target="../media/image1153.png"/><Relationship Id="rId69" Type="http://schemas.openxmlformats.org/officeDocument/2006/relationships/customXml" Target="../ink/ink1131.xml"/><Relationship Id="rId77" Type="http://schemas.openxmlformats.org/officeDocument/2006/relationships/customXml" Target="../ink/ink1135.xml"/><Relationship Id="rId8" Type="http://schemas.openxmlformats.org/officeDocument/2006/relationships/image" Target="../media/image1125.png"/><Relationship Id="rId51" Type="http://schemas.openxmlformats.org/officeDocument/2006/relationships/customXml" Target="../ink/ink1122.xml"/><Relationship Id="rId72" Type="http://schemas.openxmlformats.org/officeDocument/2006/relationships/image" Target="../media/image1157.png"/><Relationship Id="rId80" Type="http://schemas.openxmlformats.org/officeDocument/2006/relationships/image" Target="../media/image1161.png"/><Relationship Id="rId85" Type="http://schemas.openxmlformats.org/officeDocument/2006/relationships/customXml" Target="../ink/ink1139.xml"/><Relationship Id="rId3" Type="http://schemas.openxmlformats.org/officeDocument/2006/relationships/customXml" Target="../ink/ink1098.xml"/><Relationship Id="rId12" Type="http://schemas.openxmlformats.org/officeDocument/2006/relationships/image" Target="../media/image1127.png"/><Relationship Id="rId17" Type="http://schemas.openxmlformats.org/officeDocument/2006/relationships/customXml" Target="../ink/ink1105.xml"/><Relationship Id="rId25" Type="http://schemas.openxmlformats.org/officeDocument/2006/relationships/customXml" Target="../ink/ink1109.xml"/><Relationship Id="rId33" Type="http://schemas.openxmlformats.org/officeDocument/2006/relationships/customXml" Target="../ink/ink1113.xml"/><Relationship Id="rId38" Type="http://schemas.openxmlformats.org/officeDocument/2006/relationships/image" Target="../media/image1140.png"/><Relationship Id="rId46" Type="http://schemas.openxmlformats.org/officeDocument/2006/relationships/image" Target="../media/image1144.png"/><Relationship Id="rId59" Type="http://schemas.openxmlformats.org/officeDocument/2006/relationships/customXml" Target="../ink/ink1126.xml"/><Relationship Id="rId67" Type="http://schemas.openxmlformats.org/officeDocument/2006/relationships/customXml" Target="../ink/ink1130.xml"/><Relationship Id="rId20" Type="http://schemas.openxmlformats.org/officeDocument/2006/relationships/image" Target="../media/image1131.png"/><Relationship Id="rId41" Type="http://schemas.openxmlformats.org/officeDocument/2006/relationships/customXml" Target="../ink/ink1117.xml"/><Relationship Id="rId54" Type="http://schemas.openxmlformats.org/officeDocument/2006/relationships/image" Target="../media/image1148.png"/><Relationship Id="rId62" Type="http://schemas.openxmlformats.org/officeDocument/2006/relationships/image" Target="../media/image1152.png"/><Relationship Id="rId70" Type="http://schemas.openxmlformats.org/officeDocument/2006/relationships/image" Target="../media/image1156.png"/><Relationship Id="rId75" Type="http://schemas.openxmlformats.org/officeDocument/2006/relationships/customXml" Target="../ink/ink1134.xml"/><Relationship Id="rId83" Type="http://schemas.openxmlformats.org/officeDocument/2006/relationships/customXml" Target="../ink/ink1138.xml"/><Relationship Id="rId88" Type="http://schemas.openxmlformats.org/officeDocument/2006/relationships/image" Target="../media/image1165.png"/><Relationship Id="rId91" Type="http://schemas.openxmlformats.org/officeDocument/2006/relationships/customXml" Target="../ink/ink11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24.png"/><Relationship Id="rId15" Type="http://schemas.openxmlformats.org/officeDocument/2006/relationships/customXml" Target="../ink/ink1104.xml"/><Relationship Id="rId23" Type="http://schemas.openxmlformats.org/officeDocument/2006/relationships/customXml" Target="../ink/ink1108.xml"/><Relationship Id="rId28" Type="http://schemas.openxmlformats.org/officeDocument/2006/relationships/image" Target="../media/image1135.png"/><Relationship Id="rId36" Type="http://schemas.openxmlformats.org/officeDocument/2006/relationships/image" Target="../media/image1139.png"/><Relationship Id="rId49" Type="http://schemas.openxmlformats.org/officeDocument/2006/relationships/customXml" Target="../ink/ink1121.xml"/><Relationship Id="rId57" Type="http://schemas.openxmlformats.org/officeDocument/2006/relationships/customXml" Target="../ink/ink1125.xml"/><Relationship Id="rId10" Type="http://schemas.openxmlformats.org/officeDocument/2006/relationships/image" Target="../media/image1126.png"/><Relationship Id="rId31" Type="http://schemas.openxmlformats.org/officeDocument/2006/relationships/customXml" Target="../ink/ink1112.xml"/><Relationship Id="rId44" Type="http://schemas.openxmlformats.org/officeDocument/2006/relationships/image" Target="../media/image1143.png"/><Relationship Id="rId52" Type="http://schemas.openxmlformats.org/officeDocument/2006/relationships/image" Target="../media/image1147.png"/><Relationship Id="rId60" Type="http://schemas.openxmlformats.org/officeDocument/2006/relationships/image" Target="../media/image1151.png"/><Relationship Id="rId65" Type="http://schemas.openxmlformats.org/officeDocument/2006/relationships/customXml" Target="../ink/ink1129.xml"/><Relationship Id="rId73" Type="http://schemas.openxmlformats.org/officeDocument/2006/relationships/customXml" Target="../ink/ink1133.xml"/><Relationship Id="rId78" Type="http://schemas.openxmlformats.org/officeDocument/2006/relationships/image" Target="../media/image1160.png"/><Relationship Id="rId81" Type="http://schemas.openxmlformats.org/officeDocument/2006/relationships/customXml" Target="../ink/ink1137.xml"/><Relationship Id="rId86" Type="http://schemas.openxmlformats.org/officeDocument/2006/relationships/image" Target="../media/image1164.png"/><Relationship Id="rId4" Type="http://schemas.openxmlformats.org/officeDocument/2006/relationships/image" Target="../media/image1123.png"/><Relationship Id="rId9" Type="http://schemas.openxmlformats.org/officeDocument/2006/relationships/customXml" Target="../ink/ink1101.xml"/><Relationship Id="rId13" Type="http://schemas.openxmlformats.org/officeDocument/2006/relationships/customXml" Target="../ink/ink1103.xml"/><Relationship Id="rId18" Type="http://schemas.openxmlformats.org/officeDocument/2006/relationships/image" Target="../media/image1130.png"/><Relationship Id="rId39" Type="http://schemas.openxmlformats.org/officeDocument/2006/relationships/customXml" Target="../ink/ink1116.xml"/><Relationship Id="rId34" Type="http://schemas.openxmlformats.org/officeDocument/2006/relationships/image" Target="../media/image1138.png"/><Relationship Id="rId50" Type="http://schemas.openxmlformats.org/officeDocument/2006/relationships/image" Target="../media/image1146.png"/><Relationship Id="rId55" Type="http://schemas.openxmlformats.org/officeDocument/2006/relationships/customXml" Target="../ink/ink1124.xml"/><Relationship Id="rId76" Type="http://schemas.openxmlformats.org/officeDocument/2006/relationships/image" Target="../media/image1159.png"/><Relationship Id="rId7" Type="http://schemas.openxmlformats.org/officeDocument/2006/relationships/customXml" Target="../ink/ink1100.xml"/><Relationship Id="rId71" Type="http://schemas.openxmlformats.org/officeDocument/2006/relationships/customXml" Target="../ink/ink1132.xml"/><Relationship Id="rId92" Type="http://schemas.openxmlformats.org/officeDocument/2006/relationships/image" Target="../media/image1167.png"/><Relationship Id="rId2" Type="http://schemas.openxmlformats.org/officeDocument/2006/relationships/image" Target="../media/image1122.png"/><Relationship Id="rId29" Type="http://schemas.openxmlformats.org/officeDocument/2006/relationships/customXml" Target="../ink/ink1111.xml"/><Relationship Id="rId24" Type="http://schemas.openxmlformats.org/officeDocument/2006/relationships/image" Target="../media/image1133.png"/><Relationship Id="rId40" Type="http://schemas.openxmlformats.org/officeDocument/2006/relationships/image" Target="../media/image1141.png"/><Relationship Id="rId45" Type="http://schemas.openxmlformats.org/officeDocument/2006/relationships/customXml" Target="../ink/ink1119.xml"/><Relationship Id="rId66" Type="http://schemas.openxmlformats.org/officeDocument/2006/relationships/image" Target="../media/image1154.png"/><Relationship Id="rId87" Type="http://schemas.openxmlformats.org/officeDocument/2006/relationships/customXml" Target="../ink/ink1140.xml"/><Relationship Id="rId61" Type="http://schemas.openxmlformats.org/officeDocument/2006/relationships/customXml" Target="../ink/ink1127.xml"/><Relationship Id="rId82" Type="http://schemas.openxmlformats.org/officeDocument/2006/relationships/image" Target="../media/image1162.png"/><Relationship Id="rId19" Type="http://schemas.openxmlformats.org/officeDocument/2006/relationships/customXml" Target="../ink/ink110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9.png"/><Relationship Id="rId2" Type="http://schemas.openxmlformats.org/officeDocument/2006/relationships/image" Target="../media/image116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9 </a:t>
            </a:r>
          </a:p>
          <a:p>
            <a:r>
              <a:rPr lang="en-US" sz="2800" dirty="0">
                <a:latin typeface="PT Sans" panose="020B0503020203020204" pitchFamily="34" charset="0"/>
              </a:rPr>
              <a:t>Device 1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767EA-C48F-05AA-6D80-4F3CD6986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Semiconductor devices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CAC7F-83C6-9918-6C41-0307958C62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13" name="Online Media 12" title="From Sand to Silicon: The Making of a Microchip | Intel">
            <a:hlinkClick r:id="" action="ppaction://media"/>
            <a:extLst>
              <a:ext uri="{FF2B5EF4-FFF2-40B4-BE49-F238E27FC236}">
                <a16:creationId xmlns:a16="http://schemas.microsoft.com/office/drawing/2014/main" id="{CC8A60EC-3822-350C-40B6-C4174439416D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51774" y="682264"/>
            <a:ext cx="10492936" cy="5928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612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E3F30-CC9E-717B-876D-F0BA963A9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Chip War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501AD-8908-4E49-F9D3-8DAA404A37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20B5C67-A268-0CC0-A29F-57836ACC8B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839" y="584201"/>
            <a:ext cx="7188688" cy="29629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27F5235-4ECB-F98C-8E4C-8CA146408EFA}"/>
              </a:ext>
            </a:extLst>
          </p:cNvPr>
          <p:cNvSpPr txBox="1"/>
          <p:nvPr/>
        </p:nvSpPr>
        <p:spPr>
          <a:xfrm>
            <a:off x="6392826" y="6308209"/>
            <a:ext cx="61934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PT Sans" panose="020B0503020203020204" pitchFamily="34" charset="0"/>
              </a:rPr>
              <a:t>https://www.youtube.com/watch?v=foYWzdvajvo</a:t>
            </a:r>
          </a:p>
        </p:txBody>
      </p:sp>
      <p:pic>
        <p:nvPicPr>
          <p:cNvPr id="10" name="Picture 9" descr="A screenshot of a video&#10;&#10;AI-generated content may be incorrect.">
            <a:extLst>
              <a:ext uri="{FF2B5EF4-FFF2-40B4-BE49-F238E27FC236}">
                <a16:creationId xmlns:a16="http://schemas.microsoft.com/office/drawing/2014/main" id="{5A5669A4-3A11-BE67-E379-2FF5EAC4AD1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3241" y="2529101"/>
            <a:ext cx="7301023" cy="3686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281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>
            <a:extLst>
              <a:ext uri="{FF2B5EF4-FFF2-40B4-BE49-F238E27FC236}">
                <a16:creationId xmlns:a16="http://schemas.microsoft.com/office/drawing/2014/main" id="{0B9D41A6-3AE6-D542-D43A-D3337FA06C8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How can we create tunable resistors?</a:t>
            </a:r>
          </a:p>
        </p:txBody>
      </p:sp>
      <p:sp>
        <p:nvSpPr>
          <p:cNvPr id="22531" name="Content Placeholder 2">
            <a:extLst>
              <a:ext uri="{FF2B5EF4-FFF2-40B4-BE49-F238E27FC236}">
                <a16:creationId xmlns:a16="http://schemas.microsoft.com/office/drawing/2014/main" id="{6F71041B-44F5-1F40-9C13-82BE49D521E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973777" y="1021278"/>
            <a:ext cx="10723418" cy="4952009"/>
          </a:xfrm>
        </p:spPr>
        <p:txBody>
          <a:bodyPr>
            <a:noAutofit/>
          </a:bodyPr>
          <a:lstStyle/>
          <a:p>
            <a:r>
              <a:rPr lang="en-US" altLang="en-US" sz="3600" dirty="0"/>
              <a:t>R = </a:t>
            </a:r>
            <a:r>
              <a:rPr lang="en-US" altLang="en-US" sz="3600" dirty="0" err="1">
                <a:latin typeface="Symbol" panose="05050102010706020507" pitchFamily="18" charset="2"/>
              </a:rPr>
              <a:t>r</a:t>
            </a:r>
            <a:r>
              <a:rPr lang="en-US" altLang="en-US" sz="3600" dirty="0" err="1"/>
              <a:t>L</a:t>
            </a:r>
            <a:r>
              <a:rPr lang="en-US" altLang="en-US" sz="3600" dirty="0"/>
              <a:t>/A</a:t>
            </a:r>
          </a:p>
          <a:p>
            <a:endParaRPr lang="en-US" altLang="en-US" sz="3600" dirty="0"/>
          </a:p>
          <a:p>
            <a:r>
              <a:rPr lang="en-US" altLang="en-US" sz="3600" dirty="0"/>
              <a:t>We have three options, change length, change area, or change resistivity</a:t>
            </a:r>
          </a:p>
          <a:p>
            <a:endParaRPr lang="en-US" altLang="en-US" sz="3600" dirty="0"/>
          </a:p>
          <a:p>
            <a:r>
              <a:rPr lang="en-US" altLang="en-US" sz="3600" dirty="0"/>
              <a:t>Semiconductors allow us to electromagnetically and chemically control resistivity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0EA5BCF-0671-C309-69E6-AE0E1F058461}"/>
                  </a:ext>
                </a:extLst>
              </p14:cNvPr>
              <p14:cNvContentPartPr/>
              <p14:nvPr/>
            </p14:nvContentPartPr>
            <p14:xfrm>
              <a:off x="8355438" y="589152"/>
              <a:ext cx="485280" cy="4572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0EA5BCF-0671-C309-69E6-AE0E1F05846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337798" y="571152"/>
                <a:ext cx="520920" cy="49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C93242F-8FBB-6D94-8AD9-956D891253E7}"/>
                  </a:ext>
                </a:extLst>
              </p14:cNvPr>
              <p14:cNvContentPartPr/>
              <p14:nvPr/>
            </p14:nvContentPartPr>
            <p14:xfrm>
              <a:off x="8379558" y="1013592"/>
              <a:ext cx="21960" cy="4860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C93242F-8FBB-6D94-8AD9-956D891253E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361558" y="995952"/>
                <a:ext cx="57600" cy="52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175125B-9CFA-56A6-A481-FA5A80B580A3}"/>
                  </a:ext>
                </a:extLst>
              </p14:cNvPr>
              <p14:cNvContentPartPr/>
              <p14:nvPr/>
            </p14:nvContentPartPr>
            <p14:xfrm>
              <a:off x="8406918" y="1396272"/>
              <a:ext cx="476280" cy="533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175125B-9CFA-56A6-A481-FA5A80B580A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389278" y="1378632"/>
                <a:ext cx="511920" cy="56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021E6CA-0CD2-2F1E-B1A0-ABB998E666F2}"/>
                  </a:ext>
                </a:extLst>
              </p14:cNvPr>
              <p14:cNvContentPartPr/>
              <p14:nvPr/>
            </p14:nvContentPartPr>
            <p14:xfrm>
              <a:off x="8206038" y="1069752"/>
              <a:ext cx="41760" cy="423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021E6CA-0CD2-2F1E-B1A0-ABB998E666F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188038" y="1052112"/>
                <a:ext cx="77400" cy="45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B111422D-0CB4-5946-D91B-5054D95AB21A}"/>
                  </a:ext>
                </a:extLst>
              </p14:cNvPr>
              <p14:cNvContentPartPr/>
              <p14:nvPr/>
            </p14:nvContentPartPr>
            <p14:xfrm>
              <a:off x="7513758" y="1271352"/>
              <a:ext cx="701640" cy="118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B111422D-0CB4-5946-D91B-5054D95AB21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496118" y="1253712"/>
                <a:ext cx="73728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04CA6727-0B72-F245-BE1A-0D41BA6D79C7}"/>
                  </a:ext>
                </a:extLst>
              </p14:cNvPr>
              <p14:cNvContentPartPr/>
              <p14:nvPr/>
            </p14:nvContentPartPr>
            <p14:xfrm>
              <a:off x="7752078" y="1514352"/>
              <a:ext cx="255240" cy="2930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04CA6727-0B72-F245-BE1A-0D41BA6D79C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34438" y="1496712"/>
                <a:ext cx="290880" cy="32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72BE59C6-EB44-165D-00B0-9FC22847923B}"/>
                  </a:ext>
                </a:extLst>
              </p14:cNvPr>
              <p14:cNvContentPartPr/>
              <p14:nvPr/>
            </p14:nvContentPartPr>
            <p14:xfrm>
              <a:off x="9033318" y="793992"/>
              <a:ext cx="145080" cy="1954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72BE59C6-EB44-165D-00B0-9FC22847923B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9015318" y="776352"/>
                <a:ext cx="180720" cy="23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F12C042-DA96-376E-01F2-DFE837E6AC9A}"/>
                  </a:ext>
                </a:extLst>
              </p14:cNvPr>
              <p14:cNvContentPartPr/>
              <p14:nvPr/>
            </p14:nvContentPartPr>
            <p14:xfrm>
              <a:off x="8459478" y="534072"/>
              <a:ext cx="806760" cy="4860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F12C042-DA96-376E-01F2-DFE837E6AC9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441838" y="516432"/>
                <a:ext cx="842400" cy="84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3C36B649-EF4E-1E80-F352-E020DF57EBEC}"/>
              </a:ext>
            </a:extLst>
          </p:cNvPr>
          <p:cNvGrpSpPr/>
          <p:nvPr/>
        </p:nvGrpSpPr>
        <p:grpSpPr>
          <a:xfrm>
            <a:off x="8742798" y="8832"/>
            <a:ext cx="1397520" cy="452880"/>
            <a:chOff x="8742798" y="8832"/>
            <a:chExt cx="1397520" cy="45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F7CC900-A8C8-D706-0411-5FD5CD4B00E4}"/>
                    </a:ext>
                  </a:extLst>
                </p14:cNvPr>
                <p14:cNvContentPartPr/>
                <p14:nvPr/>
              </p14:nvContentPartPr>
              <p14:xfrm>
                <a:off x="8989758" y="168672"/>
                <a:ext cx="185760" cy="198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F7CC900-A8C8-D706-0411-5FD5CD4B00E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972118" y="151032"/>
                  <a:ext cx="22140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428D1F8-0C94-5211-21BB-4A4E2296D0B8}"/>
                    </a:ext>
                  </a:extLst>
                </p14:cNvPr>
                <p14:cNvContentPartPr/>
                <p14:nvPr/>
              </p14:nvContentPartPr>
              <p14:xfrm>
                <a:off x="9345078" y="223032"/>
                <a:ext cx="9720" cy="14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428D1F8-0C94-5211-21BB-4A4E2296D0B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327078" y="205392"/>
                  <a:ext cx="453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AD4B213-99F1-0714-5CCD-58BE13AF5D8C}"/>
                    </a:ext>
                  </a:extLst>
                </p14:cNvPr>
                <p14:cNvContentPartPr/>
                <p14:nvPr/>
              </p14:nvContentPartPr>
              <p14:xfrm>
                <a:off x="9490158" y="165432"/>
                <a:ext cx="78120" cy="160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AD4B213-99F1-0714-5CCD-58BE13AF5D8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472518" y="147792"/>
                  <a:ext cx="1137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2F9AF03-41C3-0A21-087F-CB1B1CE18E93}"/>
                    </a:ext>
                  </a:extLst>
                </p14:cNvPr>
                <p14:cNvContentPartPr/>
                <p14:nvPr/>
              </p14:nvContentPartPr>
              <p14:xfrm>
                <a:off x="9651078" y="148152"/>
                <a:ext cx="205200" cy="139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2F9AF03-41C3-0A21-087F-CB1B1CE18E9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633438" y="130152"/>
                  <a:ext cx="2408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70CC1CB-5C72-3614-2352-1E70F65FBCC6}"/>
                    </a:ext>
                  </a:extLst>
                </p14:cNvPr>
                <p14:cNvContentPartPr/>
                <p14:nvPr/>
              </p14:nvContentPartPr>
              <p14:xfrm>
                <a:off x="8831718" y="60672"/>
                <a:ext cx="1308600" cy="401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70CC1CB-5C72-3614-2352-1E70F65FBCC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814078" y="42672"/>
                  <a:ext cx="1344240" cy="43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EB59C4A-6D0A-6FE7-4C35-3ECCA54943BB}"/>
                    </a:ext>
                  </a:extLst>
                </p14:cNvPr>
                <p14:cNvContentPartPr/>
                <p14:nvPr/>
              </p14:nvContentPartPr>
              <p14:xfrm>
                <a:off x="8813358" y="146712"/>
                <a:ext cx="35640" cy="234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EB59C4A-6D0A-6FE7-4C35-3ECCA54943B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795718" y="128712"/>
                  <a:ext cx="7128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207819E-6537-5542-5552-9DF6F73B5C50}"/>
                    </a:ext>
                  </a:extLst>
                </p14:cNvPr>
                <p14:cNvContentPartPr/>
                <p14:nvPr/>
              </p14:nvContentPartPr>
              <p14:xfrm>
                <a:off x="8742798" y="8832"/>
                <a:ext cx="1358280" cy="122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207819E-6537-5542-5552-9DF6F73B5C5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725158" y="-8808"/>
                  <a:ext cx="1393920" cy="15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37A1DFC-0289-6EAB-676F-E11A5787849F}"/>
              </a:ext>
            </a:extLst>
          </p:cNvPr>
          <p:cNvGrpSpPr/>
          <p:nvPr/>
        </p:nvGrpSpPr>
        <p:grpSpPr>
          <a:xfrm>
            <a:off x="8713998" y="1705512"/>
            <a:ext cx="2016720" cy="703440"/>
            <a:chOff x="8713998" y="1705512"/>
            <a:chExt cx="2016720" cy="70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9553004-0895-E9DC-93B6-E3511630A83F}"/>
                    </a:ext>
                  </a:extLst>
                </p14:cNvPr>
                <p14:cNvContentPartPr/>
                <p14:nvPr/>
              </p14:nvContentPartPr>
              <p14:xfrm>
                <a:off x="9151398" y="1726752"/>
                <a:ext cx="32400" cy="2224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9553004-0895-E9DC-93B6-E3511630A83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133758" y="1709112"/>
                  <a:ext cx="6804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FAF07B8-8B44-CB78-4486-2FA1274FA875}"/>
                    </a:ext>
                  </a:extLst>
                </p14:cNvPr>
                <p14:cNvContentPartPr/>
                <p14:nvPr/>
              </p14:nvContentPartPr>
              <p14:xfrm>
                <a:off x="9184518" y="1705512"/>
                <a:ext cx="136080" cy="254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FAF07B8-8B44-CB78-4486-2FA1274FA87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166878" y="1687872"/>
                  <a:ext cx="1717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3287F74-96B3-330B-B9C1-34C928A3DCD2}"/>
                    </a:ext>
                  </a:extLst>
                </p14:cNvPr>
                <p14:cNvContentPartPr/>
                <p14:nvPr/>
              </p14:nvContentPartPr>
              <p14:xfrm>
                <a:off x="8899038" y="1893432"/>
                <a:ext cx="12960" cy="212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3287F74-96B3-330B-B9C1-34C928A3DCD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881398" y="1875792"/>
                  <a:ext cx="486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7CD2816-453A-D3CB-F010-CC41784AC7D2}"/>
                    </a:ext>
                  </a:extLst>
                </p14:cNvPr>
                <p14:cNvContentPartPr/>
                <p14:nvPr/>
              </p14:nvContentPartPr>
              <p14:xfrm>
                <a:off x="8713998" y="2095752"/>
                <a:ext cx="420120" cy="41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7CD2816-453A-D3CB-F010-CC41784AC7D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695998" y="2077752"/>
                  <a:ext cx="45576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0D16FB0-E79C-BC6B-758D-EBEBE6D7341A}"/>
                    </a:ext>
                  </a:extLst>
                </p14:cNvPr>
                <p14:cNvContentPartPr/>
                <p14:nvPr/>
              </p14:nvContentPartPr>
              <p14:xfrm>
                <a:off x="8727678" y="2139312"/>
                <a:ext cx="156960" cy="114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0D16FB0-E79C-BC6B-758D-EBEBE6D7341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710038" y="2121312"/>
                  <a:ext cx="1926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0B22433-8F51-8D54-BE63-CA5C93EB40E4}"/>
                    </a:ext>
                  </a:extLst>
                </p14:cNvPr>
                <p14:cNvContentPartPr/>
                <p14:nvPr/>
              </p14:nvContentPartPr>
              <p14:xfrm>
                <a:off x="8878878" y="2128872"/>
                <a:ext cx="133560" cy="1900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0B22433-8F51-8D54-BE63-CA5C93EB40E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861238" y="2110872"/>
                  <a:ext cx="1692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139BF28-EDDE-79C0-B826-EFF6CD66CA7F}"/>
                    </a:ext>
                  </a:extLst>
                </p14:cNvPr>
                <p14:cNvContentPartPr/>
                <p14:nvPr/>
              </p14:nvContentPartPr>
              <p14:xfrm>
                <a:off x="9572958" y="1984152"/>
                <a:ext cx="212400" cy="2512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139BF28-EDDE-79C0-B826-EFF6CD66CA7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555318" y="1966152"/>
                  <a:ext cx="24804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2FB6190-18D6-84E2-EA33-E874F38708B0}"/>
                    </a:ext>
                  </a:extLst>
                </p14:cNvPr>
                <p14:cNvContentPartPr/>
                <p14:nvPr/>
              </p14:nvContentPartPr>
              <p14:xfrm>
                <a:off x="9869598" y="2073792"/>
                <a:ext cx="20520" cy="1846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2FB6190-18D6-84E2-EA33-E874F38708B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851958" y="2056152"/>
                  <a:ext cx="561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E15C6F1-21B4-1D3A-6943-3975BAFB2E42}"/>
                    </a:ext>
                  </a:extLst>
                </p14:cNvPr>
                <p14:cNvContentPartPr/>
                <p14:nvPr/>
              </p14:nvContentPartPr>
              <p14:xfrm>
                <a:off x="9876078" y="2034912"/>
                <a:ext cx="162360" cy="1519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E15C6F1-21B4-1D3A-6943-3975BAFB2E4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858438" y="2017272"/>
                  <a:ext cx="1980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78662B6-0108-8707-71D3-631F60CC1D26}"/>
                    </a:ext>
                  </a:extLst>
                </p14:cNvPr>
                <p14:cNvContentPartPr/>
                <p14:nvPr/>
              </p14:nvContentPartPr>
              <p14:xfrm>
                <a:off x="10165158" y="2051112"/>
                <a:ext cx="14040" cy="1458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78662B6-0108-8707-71D3-631F60CC1D2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147518" y="2033112"/>
                  <a:ext cx="496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AEB5D46-7B0A-20F3-2C89-23E207B24426}"/>
                    </a:ext>
                  </a:extLst>
                </p14:cNvPr>
                <p14:cNvContentPartPr/>
                <p14:nvPr/>
              </p14:nvContentPartPr>
              <p14:xfrm>
                <a:off x="10160478" y="1994952"/>
                <a:ext cx="153720" cy="123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AEB5D46-7B0A-20F3-2C89-23E207B2442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142838" y="1977312"/>
                  <a:ext cx="1893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58F7DB0-B522-CCD5-1A9C-624116C50A30}"/>
                    </a:ext>
                  </a:extLst>
                </p14:cNvPr>
                <p14:cNvContentPartPr/>
                <p14:nvPr/>
              </p14:nvContentPartPr>
              <p14:xfrm>
                <a:off x="9458478" y="1827552"/>
                <a:ext cx="1218960" cy="1256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58F7DB0-B522-CCD5-1A9C-624116C50A3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440838" y="1809552"/>
                  <a:ext cx="125460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190AEDA-150F-9B67-91EF-92594D9A3011}"/>
                    </a:ext>
                  </a:extLst>
                </p14:cNvPr>
                <p14:cNvContentPartPr/>
                <p14:nvPr/>
              </p14:nvContentPartPr>
              <p14:xfrm>
                <a:off x="9547398" y="1843032"/>
                <a:ext cx="1183320" cy="565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190AEDA-150F-9B67-91EF-92594D9A301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529398" y="1825032"/>
                  <a:ext cx="1218960" cy="60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0FAAAEC-FDBE-2495-CB04-9FEF1F51FEA5}"/>
                    </a:ext>
                  </a:extLst>
                </p14:cNvPr>
                <p14:cNvContentPartPr/>
                <p14:nvPr/>
              </p14:nvContentPartPr>
              <p14:xfrm>
                <a:off x="9437598" y="2025552"/>
                <a:ext cx="28080" cy="339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0FAAAEC-FDBE-2495-CB04-9FEF1F51FEA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419598" y="2007912"/>
                  <a:ext cx="63720" cy="37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83EFA97-D903-66BC-7A96-79C7E641A94B}"/>
              </a:ext>
            </a:extLst>
          </p:cNvPr>
          <p:cNvGrpSpPr/>
          <p:nvPr/>
        </p:nvGrpSpPr>
        <p:grpSpPr>
          <a:xfrm>
            <a:off x="6929838" y="144192"/>
            <a:ext cx="1677600" cy="1470960"/>
            <a:chOff x="6929838" y="144192"/>
            <a:chExt cx="1677600" cy="147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F008743-603D-A6EC-0465-12BED33B2755}"/>
                    </a:ext>
                  </a:extLst>
                </p14:cNvPr>
                <p14:cNvContentPartPr/>
                <p14:nvPr/>
              </p14:nvContentPartPr>
              <p14:xfrm>
                <a:off x="8281998" y="1018272"/>
                <a:ext cx="325440" cy="5968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F008743-603D-A6EC-0465-12BED33B275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264358" y="1000272"/>
                  <a:ext cx="361080" cy="63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5BD93BE-107E-D026-3C18-C82AF403E297}"/>
                    </a:ext>
                  </a:extLst>
                </p14:cNvPr>
                <p14:cNvContentPartPr/>
                <p14:nvPr/>
              </p14:nvContentPartPr>
              <p14:xfrm>
                <a:off x="7970598" y="894432"/>
                <a:ext cx="441720" cy="337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5BD93BE-107E-D026-3C18-C82AF403E29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952598" y="876432"/>
                  <a:ext cx="47736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F48361F-17C6-E022-2D07-9AC2E3A3A916}"/>
                    </a:ext>
                  </a:extLst>
                </p14:cNvPr>
                <p14:cNvContentPartPr/>
                <p14:nvPr/>
              </p14:nvContentPartPr>
              <p14:xfrm>
                <a:off x="6929838" y="628032"/>
                <a:ext cx="132480" cy="1828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F48361F-17C6-E022-2D07-9AC2E3A3A91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911838" y="610392"/>
                  <a:ext cx="1681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866A32C-44EF-248A-AC37-85657E6958F9}"/>
                    </a:ext>
                  </a:extLst>
                </p14:cNvPr>
                <p14:cNvContentPartPr/>
                <p14:nvPr/>
              </p14:nvContentPartPr>
              <p14:xfrm>
                <a:off x="7116318" y="522192"/>
                <a:ext cx="214200" cy="2041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866A32C-44EF-248A-AC37-85657E6958F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098318" y="504552"/>
                  <a:ext cx="2498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E212D66-360A-AFAB-3E6E-929FC4A87AFD}"/>
                    </a:ext>
                  </a:extLst>
                </p14:cNvPr>
                <p14:cNvContentPartPr/>
                <p14:nvPr/>
              </p14:nvContentPartPr>
              <p14:xfrm>
                <a:off x="7369758" y="503472"/>
                <a:ext cx="173880" cy="1465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E212D66-360A-AFAB-3E6E-929FC4A87AF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351758" y="485832"/>
                  <a:ext cx="2095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F879AE3-6CAB-315C-B6F9-3511338EA256}"/>
                    </a:ext>
                  </a:extLst>
                </p14:cNvPr>
                <p14:cNvContentPartPr/>
                <p14:nvPr/>
              </p14:nvContentPartPr>
              <p14:xfrm>
                <a:off x="7582878" y="431472"/>
                <a:ext cx="178560" cy="1339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F879AE3-6CAB-315C-B6F9-3511338EA25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564878" y="413472"/>
                  <a:ext cx="2142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99CB67B-9E09-1560-7F85-D0936F916205}"/>
                    </a:ext>
                  </a:extLst>
                </p14:cNvPr>
                <p14:cNvContentPartPr/>
                <p14:nvPr/>
              </p14:nvContentPartPr>
              <p14:xfrm>
                <a:off x="7802118" y="361272"/>
                <a:ext cx="183600" cy="102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99CB67B-9E09-1560-7F85-D0936F91620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784118" y="343632"/>
                  <a:ext cx="2192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7A39B10-D5C5-564B-30A7-EA564BF8EF9A}"/>
                    </a:ext>
                  </a:extLst>
                </p14:cNvPr>
                <p14:cNvContentPartPr/>
                <p14:nvPr/>
              </p14:nvContentPartPr>
              <p14:xfrm>
                <a:off x="8045478" y="293952"/>
                <a:ext cx="158040" cy="140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7A39B10-D5C5-564B-30A7-EA564BF8EF9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027478" y="276312"/>
                  <a:ext cx="1936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07F1750-9B9A-FAA3-2A24-A0BA707F764F}"/>
                    </a:ext>
                  </a:extLst>
                </p14:cNvPr>
                <p14:cNvContentPartPr/>
                <p14:nvPr/>
              </p14:nvContentPartPr>
              <p14:xfrm>
                <a:off x="8226198" y="144192"/>
                <a:ext cx="75960" cy="2840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07F1750-9B9A-FAA3-2A24-A0BA707F764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208198" y="126552"/>
                  <a:ext cx="111600" cy="319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>
            <a:extLst>
              <a:ext uri="{FF2B5EF4-FFF2-40B4-BE49-F238E27FC236}">
                <a16:creationId xmlns:a16="http://schemas.microsoft.com/office/drawing/2014/main" id="{9237EEE0-7C23-7985-1207-7501FAD1392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How do semiconductors allow us to tune the resistivity?</a:t>
            </a:r>
          </a:p>
        </p:txBody>
      </p:sp>
      <p:sp>
        <p:nvSpPr>
          <p:cNvPr id="23555" name="Content Placeholder 2">
            <a:extLst>
              <a:ext uri="{FF2B5EF4-FFF2-40B4-BE49-F238E27FC236}">
                <a16:creationId xmlns:a16="http://schemas.microsoft.com/office/drawing/2014/main" id="{8503F62F-396F-F7CB-BE49-68BDFFC544D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81472" y="1253416"/>
            <a:ext cx="5597236" cy="4967844"/>
          </a:xfrm>
        </p:spPr>
        <p:txBody>
          <a:bodyPr>
            <a:normAutofit/>
          </a:bodyPr>
          <a:lstStyle/>
          <a:p>
            <a:r>
              <a:rPr lang="en-US" altLang="en-US" dirty="0"/>
              <a:t>By allowing us to tune the density of charge carriers!</a:t>
            </a:r>
          </a:p>
          <a:p>
            <a:r>
              <a:rPr lang="en-US" altLang="en-US" dirty="0"/>
              <a:t>In metals, the density of charge carriers is ~ 10</a:t>
            </a:r>
            <a:r>
              <a:rPr lang="en-US" altLang="en-US" baseline="30000" dirty="0"/>
              <a:t>22 </a:t>
            </a:r>
            <a:r>
              <a:rPr lang="en-US" altLang="en-US" dirty="0"/>
              <a:t>-10</a:t>
            </a:r>
            <a:r>
              <a:rPr lang="en-US" altLang="en-US" baseline="30000" dirty="0"/>
              <a:t>23</a:t>
            </a:r>
            <a:r>
              <a:rPr lang="en-US" altLang="en-US" dirty="0"/>
              <a:t>/cm</a:t>
            </a:r>
            <a:r>
              <a:rPr lang="en-US" altLang="en-US" baseline="30000" dirty="0"/>
              <a:t>3</a:t>
            </a:r>
          </a:p>
          <a:p>
            <a:r>
              <a:rPr lang="en-US" altLang="en-US" dirty="0"/>
              <a:t>In insulators, the charge density is ~10</a:t>
            </a:r>
            <a:r>
              <a:rPr lang="en-US" altLang="en-US" baseline="30000" dirty="0"/>
              <a:t>-57</a:t>
            </a:r>
            <a:r>
              <a:rPr lang="en-US" altLang="en-US" dirty="0"/>
              <a:t>/cm</a:t>
            </a:r>
            <a:r>
              <a:rPr lang="en-US" altLang="en-US" baseline="30000" dirty="0"/>
              <a:t>3</a:t>
            </a:r>
          </a:p>
          <a:p>
            <a:r>
              <a:rPr lang="en-US" altLang="en-US" dirty="0"/>
              <a:t>In semiconductors, the charge density can be controlled from ~10</a:t>
            </a:r>
            <a:r>
              <a:rPr lang="en-US" altLang="en-US" baseline="30000" dirty="0"/>
              <a:t>10</a:t>
            </a:r>
            <a:r>
              <a:rPr lang="en-US" altLang="en-US" dirty="0"/>
              <a:t>/cm</a:t>
            </a:r>
            <a:r>
              <a:rPr lang="en-US" altLang="en-US" baseline="30000" dirty="0"/>
              <a:t>3</a:t>
            </a:r>
            <a:r>
              <a:rPr lang="en-US" altLang="en-US" dirty="0"/>
              <a:t> – 10</a:t>
            </a:r>
            <a:r>
              <a:rPr lang="en-US" altLang="en-US" baseline="30000" dirty="0"/>
              <a:t>20</a:t>
            </a:r>
            <a:r>
              <a:rPr lang="en-US" altLang="en-US" dirty="0"/>
              <a:t>/cm</a:t>
            </a:r>
            <a:r>
              <a:rPr lang="en-US" altLang="en-US" baseline="30000" dirty="0"/>
              <a:t>3</a:t>
            </a:r>
            <a:endParaRPr lang="en-US" altLang="en-US" dirty="0"/>
          </a:p>
        </p:txBody>
      </p:sp>
      <p:pic>
        <p:nvPicPr>
          <p:cNvPr id="2" name="Content Placeholder 5" descr="A diagram of a cylinder and a diagram of a cylinder&#10;&#10;Description automatically generated">
            <a:extLst>
              <a:ext uri="{FF2B5EF4-FFF2-40B4-BE49-F238E27FC236}">
                <a16:creationId xmlns:a16="http://schemas.microsoft.com/office/drawing/2014/main" id="{6984FCD4-3C7F-EC87-56D1-E611BE87A8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3293" y="1361776"/>
            <a:ext cx="5978707" cy="413444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1EE8BE66-5DCE-5F7C-2F99-376914732BD1}"/>
              </a:ext>
            </a:extLst>
          </p:cNvPr>
          <p:cNvGrpSpPr/>
          <p:nvPr/>
        </p:nvGrpSpPr>
        <p:grpSpPr>
          <a:xfrm>
            <a:off x="2410038" y="5734272"/>
            <a:ext cx="80280" cy="371520"/>
            <a:chOff x="2410038" y="5734272"/>
            <a:chExt cx="80280" cy="37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2BE8734-D1B3-886A-9970-01FA35CE7D2A}"/>
                    </a:ext>
                  </a:extLst>
                </p14:cNvPr>
                <p14:cNvContentPartPr/>
                <p14:nvPr/>
              </p14:nvContentPartPr>
              <p14:xfrm>
                <a:off x="2460798" y="5851632"/>
                <a:ext cx="29520" cy="254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2BE8734-D1B3-886A-9970-01FA35CE7D2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442798" y="5833992"/>
                  <a:ext cx="6516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1A57ACC-7EE3-71C6-4B37-062A919147D5}"/>
                    </a:ext>
                  </a:extLst>
                </p14:cNvPr>
                <p14:cNvContentPartPr/>
                <p14:nvPr/>
              </p14:nvContentPartPr>
              <p14:xfrm>
                <a:off x="2410038" y="5734272"/>
                <a:ext cx="22680" cy="324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1A57ACC-7EE3-71C6-4B37-062A919147D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392038" y="5716272"/>
                  <a:ext cx="58320" cy="6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AFBC436-D79C-5E63-A7BA-45DB85E029BC}"/>
              </a:ext>
            </a:extLst>
          </p:cNvPr>
          <p:cNvGrpSpPr/>
          <p:nvPr/>
        </p:nvGrpSpPr>
        <p:grpSpPr>
          <a:xfrm>
            <a:off x="2672118" y="5770992"/>
            <a:ext cx="1774440" cy="356040"/>
            <a:chOff x="2672118" y="5770992"/>
            <a:chExt cx="1774440" cy="35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7DD6F56-EB80-FA2B-2F3F-F0105B501816}"/>
                    </a:ext>
                  </a:extLst>
                </p14:cNvPr>
                <p14:cNvContentPartPr/>
                <p14:nvPr/>
              </p14:nvContentPartPr>
              <p14:xfrm>
                <a:off x="2672118" y="5856312"/>
                <a:ext cx="216000" cy="1918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7DD6F56-EB80-FA2B-2F3F-F0105B50181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54478" y="5838672"/>
                  <a:ext cx="25164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54C3011-59C8-AF84-B049-C4B1F6CB9D4E}"/>
                    </a:ext>
                  </a:extLst>
                </p14:cNvPr>
                <p14:cNvContentPartPr/>
                <p14:nvPr/>
              </p14:nvContentPartPr>
              <p14:xfrm>
                <a:off x="3001878" y="5878992"/>
                <a:ext cx="86040" cy="2005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54C3011-59C8-AF84-B049-C4B1F6CB9D4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983878" y="5861352"/>
                  <a:ext cx="12168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EB3A2EE-D248-50EC-057E-FFBB542A593B}"/>
                    </a:ext>
                  </a:extLst>
                </p14:cNvPr>
                <p14:cNvContentPartPr/>
                <p14:nvPr/>
              </p14:nvContentPartPr>
              <p14:xfrm>
                <a:off x="3183678" y="5926152"/>
                <a:ext cx="142920" cy="126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EB3A2EE-D248-50EC-057E-FFBB542A593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166038" y="5908152"/>
                  <a:ext cx="1785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E11F44C-2F40-3014-2E7A-3B03F1006C0F}"/>
                    </a:ext>
                  </a:extLst>
                </p14:cNvPr>
                <p14:cNvContentPartPr/>
                <p14:nvPr/>
              </p14:nvContentPartPr>
              <p14:xfrm>
                <a:off x="3416958" y="5779272"/>
                <a:ext cx="32040" cy="232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E11F44C-2F40-3014-2E7A-3B03F1006C0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398958" y="5761632"/>
                  <a:ext cx="6768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6AD1A58-7A3E-24F0-26A3-58A594C6CFCB}"/>
                    </a:ext>
                  </a:extLst>
                </p14:cNvPr>
                <p14:cNvContentPartPr/>
                <p14:nvPr/>
              </p14:nvContentPartPr>
              <p14:xfrm>
                <a:off x="3542238" y="5958912"/>
                <a:ext cx="168120" cy="136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6AD1A58-7A3E-24F0-26A3-58A594C6CFC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524598" y="5940912"/>
                  <a:ext cx="2037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2BFA518-97E4-46EC-9E28-5F052F1071A2}"/>
                    </a:ext>
                  </a:extLst>
                </p14:cNvPr>
                <p14:cNvContentPartPr/>
                <p14:nvPr/>
              </p14:nvContentPartPr>
              <p14:xfrm>
                <a:off x="3753918" y="5770992"/>
                <a:ext cx="80280" cy="2606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2BFA518-97E4-46EC-9E28-5F052F1071A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736278" y="5753352"/>
                  <a:ext cx="11592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C0695AC-5DF5-246F-28F8-B82FA00FBC7B}"/>
                    </a:ext>
                  </a:extLst>
                </p14:cNvPr>
                <p14:cNvContentPartPr/>
                <p14:nvPr/>
              </p14:nvContentPartPr>
              <p14:xfrm>
                <a:off x="3732318" y="5893032"/>
                <a:ext cx="131400" cy="56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C0695AC-5DF5-246F-28F8-B82FA00FBC7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714318" y="5875032"/>
                  <a:ext cx="1670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29DDADB-22E1-E7DF-5C01-BDAFD14751C3}"/>
                    </a:ext>
                  </a:extLst>
                </p14:cNvPr>
                <p14:cNvContentPartPr/>
                <p14:nvPr/>
              </p14:nvContentPartPr>
              <p14:xfrm>
                <a:off x="3954078" y="5896632"/>
                <a:ext cx="76680" cy="156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29DDADB-22E1-E7DF-5C01-BDAFD14751C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936438" y="5878992"/>
                  <a:ext cx="11232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FDC55A3-DAE8-CD05-C050-604E9A659B1C}"/>
                    </a:ext>
                  </a:extLst>
                </p14:cNvPr>
                <p14:cNvContentPartPr/>
                <p14:nvPr/>
              </p14:nvContentPartPr>
              <p14:xfrm>
                <a:off x="4123278" y="5898432"/>
                <a:ext cx="72720" cy="165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FDC55A3-DAE8-CD05-C050-604E9A659B1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105278" y="5880432"/>
                  <a:ext cx="1083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6FD23B6-D117-05A9-B887-4FEE6DB831D4}"/>
                    </a:ext>
                  </a:extLst>
                </p14:cNvPr>
                <p14:cNvContentPartPr/>
                <p14:nvPr/>
              </p14:nvContentPartPr>
              <p14:xfrm>
                <a:off x="4330638" y="5861712"/>
                <a:ext cx="115920" cy="2653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6FD23B6-D117-05A9-B887-4FEE6DB831D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312638" y="5843712"/>
                  <a:ext cx="151560" cy="300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5BB724D-00BB-ADC1-1FE1-292F5B820563}"/>
                  </a:ext>
                </a:extLst>
              </p14:cNvPr>
              <p14:cNvContentPartPr/>
              <p14:nvPr/>
            </p14:nvContentPartPr>
            <p14:xfrm>
              <a:off x="4936158" y="5292552"/>
              <a:ext cx="120960" cy="14572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5BB724D-00BB-ADC1-1FE1-292F5B820563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4918518" y="5274552"/>
                <a:ext cx="156600" cy="149292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104C2E0D-1912-3BD4-A988-B189DDC6B7E2}"/>
              </a:ext>
            </a:extLst>
          </p:cNvPr>
          <p:cNvGrpSpPr/>
          <p:nvPr/>
        </p:nvGrpSpPr>
        <p:grpSpPr>
          <a:xfrm>
            <a:off x="5462478" y="5478672"/>
            <a:ext cx="3039840" cy="1001880"/>
            <a:chOff x="5462478" y="5478672"/>
            <a:chExt cx="3039840" cy="100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6D13862-9C8F-4841-AFD5-81D80BC08F2B}"/>
                    </a:ext>
                  </a:extLst>
                </p14:cNvPr>
                <p14:cNvContentPartPr/>
                <p14:nvPr/>
              </p14:nvContentPartPr>
              <p14:xfrm>
                <a:off x="5462478" y="5678472"/>
                <a:ext cx="165960" cy="325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6D13862-9C8F-4841-AFD5-81D80BC08F2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444478" y="5660832"/>
                  <a:ext cx="20160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7D9B775-4219-B5D7-D514-9179F9B1BBC9}"/>
                    </a:ext>
                  </a:extLst>
                </p14:cNvPr>
                <p14:cNvContentPartPr/>
                <p14:nvPr/>
              </p14:nvContentPartPr>
              <p14:xfrm>
                <a:off x="5612598" y="5791512"/>
                <a:ext cx="529200" cy="178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7D9B775-4219-B5D7-D514-9179F9B1BBC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594598" y="5773872"/>
                  <a:ext cx="5648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57C5CDD-7427-964A-9B04-F3D4093A883F}"/>
                    </a:ext>
                  </a:extLst>
                </p14:cNvPr>
                <p14:cNvContentPartPr/>
                <p14:nvPr/>
              </p14:nvContentPartPr>
              <p14:xfrm>
                <a:off x="6110478" y="5749032"/>
                <a:ext cx="4320" cy="1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57C5CDD-7427-964A-9B04-F3D4093A883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092478" y="5731392"/>
                  <a:ext cx="399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65AA1F5-E810-FE6B-1581-0EFA1964D227}"/>
                    </a:ext>
                  </a:extLst>
                </p14:cNvPr>
                <p14:cNvContentPartPr/>
                <p14:nvPr/>
              </p14:nvContentPartPr>
              <p14:xfrm>
                <a:off x="6245838" y="5846592"/>
                <a:ext cx="17640" cy="140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65AA1F5-E810-FE6B-1581-0EFA1964D227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228198" y="5828952"/>
                  <a:ext cx="532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15BAF5E-A29A-74A0-1600-D14DE6DA1C18}"/>
                    </a:ext>
                  </a:extLst>
                </p14:cNvPr>
                <p14:cNvContentPartPr/>
                <p14:nvPr/>
              </p14:nvContentPartPr>
              <p14:xfrm>
                <a:off x="6439878" y="5844432"/>
                <a:ext cx="48240" cy="1540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15BAF5E-A29A-74A0-1600-D14DE6DA1C1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422238" y="5826792"/>
                  <a:ext cx="838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2F0197F-2633-F8EA-5779-70449C4F0328}"/>
                    </a:ext>
                  </a:extLst>
                </p14:cNvPr>
                <p14:cNvContentPartPr/>
                <p14:nvPr/>
              </p14:nvContentPartPr>
              <p14:xfrm>
                <a:off x="6586758" y="5841192"/>
                <a:ext cx="92880" cy="130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2F0197F-2633-F8EA-5779-70449C4F032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568758" y="5823552"/>
                  <a:ext cx="1285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C9C6A6D-A75D-8C6C-1BB5-51794D107BE0}"/>
                    </a:ext>
                  </a:extLst>
                </p14:cNvPr>
                <p14:cNvContentPartPr/>
                <p14:nvPr/>
              </p14:nvContentPartPr>
              <p14:xfrm>
                <a:off x="6740118" y="5848032"/>
                <a:ext cx="170640" cy="954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C9C6A6D-A75D-8C6C-1BB5-51794D107BE0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722118" y="5830392"/>
                  <a:ext cx="2062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301B9E7-DFE7-0A55-49D7-34BF270AA036}"/>
                    </a:ext>
                  </a:extLst>
                </p14:cNvPr>
                <p14:cNvContentPartPr/>
                <p14:nvPr/>
              </p14:nvContentPartPr>
              <p14:xfrm>
                <a:off x="7036398" y="5558232"/>
                <a:ext cx="352440" cy="406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301B9E7-DFE7-0A55-49D7-34BF270AA036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018398" y="5540592"/>
                  <a:ext cx="388080" cy="4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5733EB4-D81C-D55C-2ADA-CFD472508CED}"/>
                    </a:ext>
                  </a:extLst>
                </p14:cNvPr>
                <p14:cNvContentPartPr/>
                <p14:nvPr/>
              </p14:nvContentPartPr>
              <p14:xfrm>
                <a:off x="7493958" y="5790792"/>
                <a:ext cx="64440" cy="126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5733EB4-D81C-D55C-2ADA-CFD472508CE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475958" y="5772792"/>
                  <a:ext cx="1000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325C3F8-61AC-BC18-D758-00D10F8B1735}"/>
                    </a:ext>
                  </a:extLst>
                </p14:cNvPr>
                <p14:cNvContentPartPr/>
                <p14:nvPr/>
              </p14:nvContentPartPr>
              <p14:xfrm>
                <a:off x="7642998" y="5617272"/>
                <a:ext cx="106200" cy="305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325C3F8-61AC-BC18-D758-00D10F8B173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625358" y="5599632"/>
                  <a:ext cx="14184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2D8DAA2-D3CF-0730-CF34-473853303BA0}"/>
                    </a:ext>
                  </a:extLst>
                </p14:cNvPr>
                <p14:cNvContentPartPr/>
                <p14:nvPr/>
              </p14:nvContentPartPr>
              <p14:xfrm>
                <a:off x="7643718" y="5782152"/>
                <a:ext cx="246240" cy="108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2D8DAA2-D3CF-0730-CF34-473853303BA0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626078" y="5764152"/>
                  <a:ext cx="2818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1092C17-3A79-39D0-E7FC-CC5D21F96EFA}"/>
                    </a:ext>
                  </a:extLst>
                </p14:cNvPr>
                <p14:cNvContentPartPr/>
                <p14:nvPr/>
              </p14:nvContentPartPr>
              <p14:xfrm>
                <a:off x="7967718" y="5751192"/>
                <a:ext cx="95040" cy="1069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1092C17-3A79-39D0-E7FC-CC5D21F96EF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950078" y="5733192"/>
                  <a:ext cx="1306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7D8271D-DE9C-E6D3-AD25-76CE2F8AEDB8}"/>
                    </a:ext>
                  </a:extLst>
                </p14:cNvPr>
                <p14:cNvContentPartPr/>
                <p14:nvPr/>
              </p14:nvContentPartPr>
              <p14:xfrm>
                <a:off x="8204598" y="5731752"/>
                <a:ext cx="66960" cy="180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7D8271D-DE9C-E6D3-AD25-76CE2F8AEDB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186958" y="5713752"/>
                  <a:ext cx="10260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C61A216-0F10-2EB5-FCF1-00C97F324C14}"/>
                    </a:ext>
                  </a:extLst>
                </p14:cNvPr>
                <p14:cNvContentPartPr/>
                <p14:nvPr/>
              </p14:nvContentPartPr>
              <p14:xfrm>
                <a:off x="8386038" y="5478672"/>
                <a:ext cx="116280" cy="1001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C61A216-0F10-2EB5-FCF1-00C97F324C1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368398" y="5460672"/>
                  <a:ext cx="151920" cy="103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FA626FB-7F26-8DF7-9EF5-CC21ECDDE0BA}"/>
              </a:ext>
            </a:extLst>
          </p:cNvPr>
          <p:cNvGrpSpPr/>
          <p:nvPr/>
        </p:nvGrpSpPr>
        <p:grpSpPr>
          <a:xfrm>
            <a:off x="8950878" y="5464992"/>
            <a:ext cx="3150360" cy="841320"/>
            <a:chOff x="8950878" y="5464992"/>
            <a:chExt cx="3150360" cy="84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F3F8EB1-C345-97DA-E3E1-BA2E7A8A9011}"/>
                    </a:ext>
                  </a:extLst>
                </p14:cNvPr>
                <p14:cNvContentPartPr/>
                <p14:nvPr/>
              </p14:nvContentPartPr>
              <p14:xfrm>
                <a:off x="8979678" y="5640672"/>
                <a:ext cx="51840" cy="2890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F3F8EB1-C345-97DA-E3E1-BA2E7A8A9011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961678" y="5622672"/>
                  <a:ext cx="8748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A40D328-8276-6C81-4CF9-6553578B787E}"/>
                    </a:ext>
                  </a:extLst>
                </p14:cNvPr>
                <p14:cNvContentPartPr/>
                <p14:nvPr/>
              </p14:nvContentPartPr>
              <p14:xfrm>
                <a:off x="8950878" y="5643192"/>
                <a:ext cx="330120" cy="1800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A40D328-8276-6C81-4CF9-6553578B787E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933238" y="5625552"/>
                  <a:ext cx="3657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B385264-F38A-A0BD-625A-2E32DBF7D7E1}"/>
                    </a:ext>
                  </a:extLst>
                </p14:cNvPr>
                <p14:cNvContentPartPr/>
                <p14:nvPr/>
              </p14:nvContentPartPr>
              <p14:xfrm>
                <a:off x="9327438" y="5785032"/>
                <a:ext cx="191160" cy="93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B385264-F38A-A0BD-625A-2E32DBF7D7E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309798" y="5767392"/>
                  <a:ext cx="2268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2064FA4-7015-FD1D-3CC7-079BDEE53524}"/>
                    </a:ext>
                  </a:extLst>
                </p14:cNvPr>
                <p14:cNvContentPartPr/>
                <p14:nvPr/>
              </p14:nvContentPartPr>
              <p14:xfrm>
                <a:off x="9569718" y="5775312"/>
                <a:ext cx="26280" cy="18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2064FA4-7015-FD1D-3CC7-079BDEE5352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551718" y="5757672"/>
                  <a:ext cx="619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3215DED-2077-BAB5-88C3-D0261B0BA0E9}"/>
                    </a:ext>
                  </a:extLst>
                </p14:cNvPr>
                <p14:cNvContentPartPr/>
                <p14:nvPr/>
              </p14:nvContentPartPr>
              <p14:xfrm>
                <a:off x="9524718" y="5635992"/>
                <a:ext cx="74520" cy="257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3215DED-2077-BAB5-88C3-D0261B0BA0E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507078" y="5617992"/>
                  <a:ext cx="1101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7BD68C4-4F08-BFBE-F7BD-E0326BD9D689}"/>
                    </a:ext>
                  </a:extLst>
                </p14:cNvPr>
                <p14:cNvContentPartPr/>
                <p14:nvPr/>
              </p14:nvContentPartPr>
              <p14:xfrm>
                <a:off x="9568638" y="5769552"/>
                <a:ext cx="267120" cy="127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7BD68C4-4F08-BFBE-F7BD-E0326BD9D68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550638" y="5751912"/>
                  <a:ext cx="3027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9583D49-6683-65B6-DE41-710EFCABB6BB}"/>
                    </a:ext>
                  </a:extLst>
                </p14:cNvPr>
                <p14:cNvContentPartPr/>
                <p14:nvPr/>
              </p14:nvContentPartPr>
              <p14:xfrm>
                <a:off x="9904518" y="5608632"/>
                <a:ext cx="84960" cy="336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9583D49-6683-65B6-DE41-710EFCABB6B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886878" y="5590632"/>
                  <a:ext cx="12060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5D260F7-2D36-967E-0D02-E7E745EB2247}"/>
                    </a:ext>
                  </a:extLst>
                </p14:cNvPr>
                <p14:cNvContentPartPr/>
                <p14:nvPr/>
              </p14:nvContentPartPr>
              <p14:xfrm>
                <a:off x="10135998" y="5752632"/>
                <a:ext cx="120600" cy="189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5D260F7-2D36-967E-0D02-E7E745EB224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118358" y="5734992"/>
                  <a:ext cx="1562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C0C3519-B146-462B-04F2-213B8959C9B0}"/>
                    </a:ext>
                  </a:extLst>
                </p14:cNvPr>
                <p14:cNvContentPartPr/>
                <p14:nvPr/>
              </p14:nvContentPartPr>
              <p14:xfrm>
                <a:off x="10405278" y="5464992"/>
                <a:ext cx="176760" cy="841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C0C3519-B146-462B-04F2-213B8959C9B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387278" y="5446992"/>
                  <a:ext cx="212400" cy="87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20D426E-5DF8-7314-5473-8DF30E533CDF}"/>
                    </a:ext>
                  </a:extLst>
                </p14:cNvPr>
                <p14:cNvContentPartPr/>
                <p14:nvPr/>
              </p14:nvContentPartPr>
              <p14:xfrm>
                <a:off x="10717398" y="5778192"/>
                <a:ext cx="61200" cy="225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20D426E-5DF8-7314-5473-8DF30E533CD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699398" y="5760552"/>
                  <a:ext cx="9684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1F3F7A6-5C29-A368-AD24-5DC30FE677FA}"/>
                    </a:ext>
                  </a:extLst>
                </p14:cNvPr>
                <p14:cNvContentPartPr/>
                <p14:nvPr/>
              </p14:nvContentPartPr>
              <p14:xfrm>
                <a:off x="10881558" y="5863872"/>
                <a:ext cx="94320" cy="102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1F3F7A6-5C29-A368-AD24-5DC30FE677F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863918" y="5846232"/>
                  <a:ext cx="1299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FB4CACB-43C1-9234-26A0-886802B1B9F1}"/>
                    </a:ext>
                  </a:extLst>
                </p14:cNvPr>
                <p14:cNvContentPartPr/>
                <p14:nvPr/>
              </p14:nvContentPartPr>
              <p14:xfrm>
                <a:off x="11006118" y="5871072"/>
                <a:ext cx="169920" cy="536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FB4CACB-43C1-9234-26A0-886802B1B9F1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988118" y="5853432"/>
                  <a:ext cx="2055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5693BBD-9F27-B030-88BB-CF88DEA199EE}"/>
                    </a:ext>
                  </a:extLst>
                </p14:cNvPr>
                <p14:cNvContentPartPr/>
                <p14:nvPr/>
              </p14:nvContentPartPr>
              <p14:xfrm>
                <a:off x="11236878" y="5693232"/>
                <a:ext cx="354600" cy="2822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5693BBD-9F27-B030-88BB-CF88DEA199E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1218878" y="5675592"/>
                  <a:ext cx="39024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4C62D20-58CE-AC59-6031-E2EECDC9ABDE}"/>
                    </a:ext>
                  </a:extLst>
                </p14:cNvPr>
                <p14:cNvContentPartPr/>
                <p14:nvPr/>
              </p14:nvContentPartPr>
              <p14:xfrm>
                <a:off x="11676798" y="5822112"/>
                <a:ext cx="55800" cy="156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4C62D20-58CE-AC59-6031-E2EECDC9ABDE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1659158" y="5804472"/>
                  <a:ext cx="9144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79D05EE-30F1-0E80-3933-C57D5E2AC34F}"/>
                    </a:ext>
                  </a:extLst>
                </p14:cNvPr>
                <p14:cNvContentPartPr/>
                <p14:nvPr/>
              </p14:nvContentPartPr>
              <p14:xfrm>
                <a:off x="11791638" y="5757672"/>
                <a:ext cx="50760" cy="2034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79D05EE-30F1-0E80-3933-C57D5E2AC34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1773998" y="5740032"/>
                  <a:ext cx="864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0C09A4A-3E00-1417-6A18-668D9EBAAA79}"/>
                    </a:ext>
                  </a:extLst>
                </p14:cNvPr>
                <p14:cNvContentPartPr/>
                <p14:nvPr/>
              </p14:nvContentPartPr>
              <p14:xfrm>
                <a:off x="11829438" y="5833272"/>
                <a:ext cx="102600" cy="100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0C09A4A-3E00-1417-6A18-668D9EBAAA7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1811798" y="5815632"/>
                  <a:ext cx="1382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4CAB67D-A1DB-3517-384E-69D285FDE864}"/>
                    </a:ext>
                  </a:extLst>
                </p14:cNvPr>
                <p14:cNvContentPartPr/>
                <p14:nvPr/>
              </p14:nvContentPartPr>
              <p14:xfrm>
                <a:off x="11967678" y="5856672"/>
                <a:ext cx="30240" cy="48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4CAB67D-A1DB-3517-384E-69D285FDE86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1950038" y="5838672"/>
                  <a:ext cx="658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BEACC1A-07D1-820A-404C-F43C519125AE}"/>
                    </a:ext>
                  </a:extLst>
                </p14:cNvPr>
                <p14:cNvContentPartPr/>
                <p14:nvPr/>
              </p14:nvContentPartPr>
              <p14:xfrm>
                <a:off x="12068838" y="5806632"/>
                <a:ext cx="32400" cy="159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BEACC1A-07D1-820A-404C-F43C519125A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2050838" y="5788632"/>
                  <a:ext cx="68040" cy="19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B9E7748-6746-01AB-C552-314C8AA34695}"/>
              </a:ext>
            </a:extLst>
          </p:cNvPr>
          <p:cNvGrpSpPr/>
          <p:nvPr/>
        </p:nvGrpSpPr>
        <p:grpSpPr>
          <a:xfrm>
            <a:off x="2658438" y="5335752"/>
            <a:ext cx="584280" cy="290520"/>
            <a:chOff x="2658438" y="5335752"/>
            <a:chExt cx="584280" cy="29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5433E19-9AFE-0C3F-975E-0CF5DF80C14F}"/>
                    </a:ext>
                  </a:extLst>
                </p14:cNvPr>
                <p14:cNvContentPartPr/>
                <p14:nvPr/>
              </p14:nvContentPartPr>
              <p14:xfrm>
                <a:off x="2658438" y="5335752"/>
                <a:ext cx="70200" cy="248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5433E19-9AFE-0C3F-975E-0CF5DF80C14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640798" y="5317752"/>
                  <a:ext cx="1058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B88EA5B-D4A7-D3E2-5EB0-122401E3CBB7}"/>
                    </a:ext>
                  </a:extLst>
                </p14:cNvPr>
                <p14:cNvContentPartPr/>
                <p14:nvPr/>
              </p14:nvContentPartPr>
              <p14:xfrm>
                <a:off x="2840238" y="5477592"/>
                <a:ext cx="224280" cy="148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B88EA5B-D4A7-D3E2-5EB0-122401E3CBB7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822598" y="5459952"/>
                  <a:ext cx="2599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8945E6C-C7B4-3F65-A00E-646751481BC8}"/>
                    </a:ext>
                  </a:extLst>
                </p14:cNvPr>
                <p14:cNvContentPartPr/>
                <p14:nvPr/>
              </p14:nvContentPartPr>
              <p14:xfrm>
                <a:off x="3128598" y="5426112"/>
                <a:ext cx="114120" cy="1191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8945E6C-C7B4-3F65-A00E-646751481BC8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110958" y="5408112"/>
                  <a:ext cx="149760" cy="15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10194DA-0BE9-8493-AA26-62201DADF2CC}"/>
              </a:ext>
            </a:extLst>
          </p:cNvPr>
          <p:cNvGrpSpPr/>
          <p:nvPr/>
        </p:nvGrpSpPr>
        <p:grpSpPr>
          <a:xfrm>
            <a:off x="3499038" y="5220912"/>
            <a:ext cx="1055160" cy="433800"/>
            <a:chOff x="3499038" y="5220912"/>
            <a:chExt cx="1055160" cy="43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AE247DD-E54D-49E0-61A5-B2C726FB4042}"/>
                    </a:ext>
                  </a:extLst>
                </p14:cNvPr>
                <p14:cNvContentPartPr/>
                <p14:nvPr/>
              </p14:nvContentPartPr>
              <p14:xfrm>
                <a:off x="3514518" y="5298672"/>
                <a:ext cx="95760" cy="3344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AE247DD-E54D-49E0-61A5-B2C726FB404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496878" y="5281032"/>
                  <a:ext cx="13140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C486E83-9CDE-35E4-68AD-33EC6E1942D7}"/>
                    </a:ext>
                  </a:extLst>
                </p14:cNvPr>
                <p14:cNvContentPartPr/>
                <p14:nvPr/>
              </p14:nvContentPartPr>
              <p14:xfrm>
                <a:off x="3499038" y="5459232"/>
                <a:ext cx="149760" cy="799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C486E83-9CDE-35E4-68AD-33EC6E1942D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481038" y="5441232"/>
                  <a:ext cx="1854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90D8348-E8A6-E954-DE0A-FE259AE64A73}"/>
                    </a:ext>
                  </a:extLst>
                </p14:cNvPr>
                <p14:cNvContentPartPr/>
                <p14:nvPr/>
              </p14:nvContentPartPr>
              <p14:xfrm>
                <a:off x="3742398" y="5354112"/>
                <a:ext cx="22680" cy="1728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90D8348-E8A6-E954-DE0A-FE259AE64A7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724758" y="5336472"/>
                  <a:ext cx="5832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CA272C6-41C9-1E3D-E81E-8C0FC6C263C2}"/>
                    </a:ext>
                  </a:extLst>
                </p14:cNvPr>
                <p14:cNvContentPartPr/>
                <p14:nvPr/>
              </p14:nvContentPartPr>
              <p14:xfrm>
                <a:off x="3907278" y="5428632"/>
                <a:ext cx="79920" cy="871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CA272C6-41C9-1E3D-E81E-8C0FC6C263C2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889638" y="5410632"/>
                  <a:ext cx="1155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6C6E60E-E31B-67EE-2E66-2FCB9BDE0CC8}"/>
                    </a:ext>
                  </a:extLst>
                </p14:cNvPr>
                <p14:cNvContentPartPr/>
                <p14:nvPr/>
              </p14:nvContentPartPr>
              <p14:xfrm>
                <a:off x="4130478" y="5380392"/>
                <a:ext cx="148320" cy="1425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6C6E60E-E31B-67EE-2E66-2FCB9BDE0CC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112478" y="5362392"/>
                  <a:ext cx="1839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4594F05-25B6-4D56-AAF4-CFB94504F30F}"/>
                    </a:ext>
                  </a:extLst>
                </p14:cNvPr>
                <p14:cNvContentPartPr/>
                <p14:nvPr/>
              </p14:nvContentPartPr>
              <p14:xfrm>
                <a:off x="4396878" y="5220912"/>
                <a:ext cx="157320" cy="433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4594F05-25B6-4D56-AAF4-CFB94504F30F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378878" y="5203272"/>
                  <a:ext cx="192960" cy="469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23552" name="Ink 23551">
                <a:extLst>
                  <a:ext uri="{FF2B5EF4-FFF2-40B4-BE49-F238E27FC236}">
                    <a16:creationId xmlns:a16="http://schemas.microsoft.com/office/drawing/2014/main" id="{6DDBF642-252B-4810-25BF-170B73CB6E01}"/>
                  </a:ext>
                </a:extLst>
              </p14:cNvPr>
              <p14:cNvContentPartPr/>
              <p14:nvPr/>
            </p14:nvContentPartPr>
            <p14:xfrm>
              <a:off x="9424638" y="5132352"/>
              <a:ext cx="124560" cy="312120"/>
            </p14:xfrm>
          </p:contentPart>
        </mc:Choice>
        <mc:Fallback xmlns="">
          <p:pic>
            <p:nvPicPr>
              <p:cNvPr id="23552" name="Ink 23551">
                <a:extLst>
                  <a:ext uri="{FF2B5EF4-FFF2-40B4-BE49-F238E27FC236}">
                    <a16:creationId xmlns:a16="http://schemas.microsoft.com/office/drawing/2014/main" id="{6DDBF642-252B-4810-25BF-170B73CB6E01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9406638" y="5114352"/>
                <a:ext cx="160200" cy="34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3561" name="Group 23560">
            <a:extLst>
              <a:ext uri="{FF2B5EF4-FFF2-40B4-BE49-F238E27FC236}">
                <a16:creationId xmlns:a16="http://schemas.microsoft.com/office/drawing/2014/main" id="{5D8A1300-D73A-AD7A-207B-76501D35E51B}"/>
              </a:ext>
            </a:extLst>
          </p:cNvPr>
          <p:cNvGrpSpPr/>
          <p:nvPr/>
        </p:nvGrpSpPr>
        <p:grpSpPr>
          <a:xfrm>
            <a:off x="9737118" y="5147472"/>
            <a:ext cx="275760" cy="247680"/>
            <a:chOff x="9737118" y="5147472"/>
            <a:chExt cx="275760" cy="24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23553" name="Ink 23552">
                  <a:extLst>
                    <a:ext uri="{FF2B5EF4-FFF2-40B4-BE49-F238E27FC236}">
                      <a16:creationId xmlns:a16="http://schemas.microsoft.com/office/drawing/2014/main" id="{A5DBBBF2-52DC-5293-0AE2-0DAF811CFD70}"/>
                    </a:ext>
                  </a:extLst>
                </p14:cNvPr>
                <p14:cNvContentPartPr/>
                <p14:nvPr/>
              </p14:nvContentPartPr>
              <p14:xfrm>
                <a:off x="9758718" y="5147472"/>
                <a:ext cx="68760" cy="247680"/>
              </p14:xfrm>
            </p:contentPart>
          </mc:Choice>
          <mc:Fallback xmlns="">
            <p:pic>
              <p:nvPicPr>
                <p:cNvPr id="23553" name="Ink 23552">
                  <a:extLst>
                    <a:ext uri="{FF2B5EF4-FFF2-40B4-BE49-F238E27FC236}">
                      <a16:creationId xmlns:a16="http://schemas.microsoft.com/office/drawing/2014/main" id="{A5DBBBF2-52DC-5293-0AE2-0DAF811CFD7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741078" y="5129832"/>
                  <a:ext cx="10440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23556" name="Ink 23555">
                  <a:extLst>
                    <a:ext uri="{FF2B5EF4-FFF2-40B4-BE49-F238E27FC236}">
                      <a16:creationId xmlns:a16="http://schemas.microsoft.com/office/drawing/2014/main" id="{8B6E4134-9A41-D7B0-4859-A8A6FF386E59}"/>
                    </a:ext>
                  </a:extLst>
                </p14:cNvPr>
                <p14:cNvContentPartPr/>
                <p14:nvPr/>
              </p14:nvContentPartPr>
              <p14:xfrm>
                <a:off x="9737118" y="5226312"/>
                <a:ext cx="158040" cy="144000"/>
              </p14:xfrm>
            </p:contentPart>
          </mc:Choice>
          <mc:Fallback xmlns="">
            <p:pic>
              <p:nvPicPr>
                <p:cNvPr id="23556" name="Ink 23555">
                  <a:extLst>
                    <a:ext uri="{FF2B5EF4-FFF2-40B4-BE49-F238E27FC236}">
                      <a16:creationId xmlns:a16="http://schemas.microsoft.com/office/drawing/2014/main" id="{8B6E4134-9A41-D7B0-4859-A8A6FF386E59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719118" y="5208672"/>
                  <a:ext cx="1936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23557" name="Ink 23556">
                  <a:extLst>
                    <a:ext uri="{FF2B5EF4-FFF2-40B4-BE49-F238E27FC236}">
                      <a16:creationId xmlns:a16="http://schemas.microsoft.com/office/drawing/2014/main" id="{B2232BDC-07D6-F30A-2A2B-4B0C7D2CB8E3}"/>
                    </a:ext>
                  </a:extLst>
                </p14:cNvPr>
                <p14:cNvContentPartPr/>
                <p14:nvPr/>
              </p14:nvContentPartPr>
              <p14:xfrm>
                <a:off x="9973278" y="5204712"/>
                <a:ext cx="39600" cy="171000"/>
              </p14:xfrm>
            </p:contentPart>
          </mc:Choice>
          <mc:Fallback xmlns="">
            <p:pic>
              <p:nvPicPr>
                <p:cNvPr id="23557" name="Ink 23556">
                  <a:extLst>
                    <a:ext uri="{FF2B5EF4-FFF2-40B4-BE49-F238E27FC236}">
                      <a16:creationId xmlns:a16="http://schemas.microsoft.com/office/drawing/2014/main" id="{B2232BDC-07D6-F30A-2A2B-4B0C7D2CB8E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955638" y="5186712"/>
                  <a:ext cx="75240" cy="20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60" name="Group 23559">
            <a:extLst>
              <a:ext uri="{FF2B5EF4-FFF2-40B4-BE49-F238E27FC236}">
                <a16:creationId xmlns:a16="http://schemas.microsoft.com/office/drawing/2014/main" id="{9900E365-5410-84FE-1153-EA32370B25C6}"/>
              </a:ext>
            </a:extLst>
          </p:cNvPr>
          <p:cNvGrpSpPr/>
          <p:nvPr/>
        </p:nvGrpSpPr>
        <p:grpSpPr>
          <a:xfrm>
            <a:off x="10191798" y="5086272"/>
            <a:ext cx="532800" cy="344160"/>
            <a:chOff x="10191798" y="5086272"/>
            <a:chExt cx="532800" cy="34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23558" name="Ink 23557">
                  <a:extLst>
                    <a:ext uri="{FF2B5EF4-FFF2-40B4-BE49-F238E27FC236}">
                      <a16:creationId xmlns:a16="http://schemas.microsoft.com/office/drawing/2014/main" id="{01EDE2E0-376D-E2FC-DCC9-8EB73C7FFAB6}"/>
                    </a:ext>
                  </a:extLst>
                </p14:cNvPr>
                <p14:cNvContentPartPr/>
                <p14:nvPr/>
              </p14:nvContentPartPr>
              <p14:xfrm>
                <a:off x="10191798" y="5252952"/>
                <a:ext cx="331200" cy="128520"/>
              </p14:xfrm>
            </p:contentPart>
          </mc:Choice>
          <mc:Fallback xmlns="">
            <p:pic>
              <p:nvPicPr>
                <p:cNvPr id="23558" name="Ink 23557">
                  <a:extLst>
                    <a:ext uri="{FF2B5EF4-FFF2-40B4-BE49-F238E27FC236}">
                      <a16:creationId xmlns:a16="http://schemas.microsoft.com/office/drawing/2014/main" id="{01EDE2E0-376D-E2FC-DCC9-8EB73C7FFAB6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173798" y="5235312"/>
                  <a:ext cx="3668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23559" name="Ink 23558">
                  <a:extLst>
                    <a:ext uri="{FF2B5EF4-FFF2-40B4-BE49-F238E27FC236}">
                      <a16:creationId xmlns:a16="http://schemas.microsoft.com/office/drawing/2014/main" id="{4DB16E67-65A2-831F-DBBF-245C9B887343}"/>
                    </a:ext>
                  </a:extLst>
                </p14:cNvPr>
                <p14:cNvContentPartPr/>
                <p14:nvPr/>
              </p14:nvContentPartPr>
              <p14:xfrm>
                <a:off x="10624518" y="5086272"/>
                <a:ext cx="100080" cy="344160"/>
              </p14:xfrm>
            </p:contentPart>
          </mc:Choice>
          <mc:Fallback xmlns="">
            <p:pic>
              <p:nvPicPr>
                <p:cNvPr id="23559" name="Ink 23558">
                  <a:extLst>
                    <a:ext uri="{FF2B5EF4-FFF2-40B4-BE49-F238E27FC236}">
                      <a16:creationId xmlns:a16="http://schemas.microsoft.com/office/drawing/2014/main" id="{4DB16E67-65A2-831F-DBBF-245C9B887343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606878" y="5068632"/>
                  <a:ext cx="135720" cy="37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74" name="Group 23573">
            <a:extLst>
              <a:ext uri="{FF2B5EF4-FFF2-40B4-BE49-F238E27FC236}">
                <a16:creationId xmlns:a16="http://schemas.microsoft.com/office/drawing/2014/main" id="{DDC1BE33-F5E8-DEE3-8BC9-BC9AE4514AC0}"/>
              </a:ext>
            </a:extLst>
          </p:cNvPr>
          <p:cNvGrpSpPr/>
          <p:nvPr/>
        </p:nvGrpSpPr>
        <p:grpSpPr>
          <a:xfrm>
            <a:off x="5778918" y="5037312"/>
            <a:ext cx="1803600" cy="310680"/>
            <a:chOff x="5778918" y="5037312"/>
            <a:chExt cx="1803600" cy="31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23562" name="Ink 23561">
                  <a:extLst>
                    <a:ext uri="{FF2B5EF4-FFF2-40B4-BE49-F238E27FC236}">
                      <a16:creationId xmlns:a16="http://schemas.microsoft.com/office/drawing/2014/main" id="{0CECCE2A-7015-B2D0-94CB-72679829F176}"/>
                    </a:ext>
                  </a:extLst>
                </p14:cNvPr>
                <p14:cNvContentPartPr/>
                <p14:nvPr/>
              </p14:nvContentPartPr>
              <p14:xfrm>
                <a:off x="5778918" y="5122272"/>
                <a:ext cx="73800" cy="225720"/>
              </p14:xfrm>
            </p:contentPart>
          </mc:Choice>
          <mc:Fallback xmlns="">
            <p:pic>
              <p:nvPicPr>
                <p:cNvPr id="23562" name="Ink 23561">
                  <a:extLst>
                    <a:ext uri="{FF2B5EF4-FFF2-40B4-BE49-F238E27FC236}">
                      <a16:creationId xmlns:a16="http://schemas.microsoft.com/office/drawing/2014/main" id="{0CECCE2A-7015-B2D0-94CB-72679829F176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760918" y="5104272"/>
                  <a:ext cx="1094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23563" name="Ink 23562">
                  <a:extLst>
                    <a:ext uri="{FF2B5EF4-FFF2-40B4-BE49-F238E27FC236}">
                      <a16:creationId xmlns:a16="http://schemas.microsoft.com/office/drawing/2014/main" id="{3CC405CB-BE79-C8CC-4282-DEF5DA696B30}"/>
                    </a:ext>
                  </a:extLst>
                </p14:cNvPr>
                <p14:cNvContentPartPr/>
                <p14:nvPr/>
              </p14:nvContentPartPr>
              <p14:xfrm>
                <a:off x="5932998" y="5214072"/>
                <a:ext cx="74880" cy="113400"/>
              </p14:xfrm>
            </p:contentPart>
          </mc:Choice>
          <mc:Fallback xmlns="">
            <p:pic>
              <p:nvPicPr>
                <p:cNvPr id="23563" name="Ink 23562">
                  <a:extLst>
                    <a:ext uri="{FF2B5EF4-FFF2-40B4-BE49-F238E27FC236}">
                      <a16:creationId xmlns:a16="http://schemas.microsoft.com/office/drawing/2014/main" id="{3CC405CB-BE79-C8CC-4282-DEF5DA696B30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5915358" y="5196072"/>
                  <a:ext cx="110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23564" name="Ink 23563">
                  <a:extLst>
                    <a:ext uri="{FF2B5EF4-FFF2-40B4-BE49-F238E27FC236}">
                      <a16:creationId xmlns:a16="http://schemas.microsoft.com/office/drawing/2014/main" id="{3903646C-B06F-3695-A0F4-C0AB306053A6}"/>
                    </a:ext>
                  </a:extLst>
                </p14:cNvPr>
                <p14:cNvContentPartPr/>
                <p14:nvPr/>
              </p14:nvContentPartPr>
              <p14:xfrm>
                <a:off x="6046758" y="5218752"/>
                <a:ext cx="159120" cy="70920"/>
              </p14:xfrm>
            </p:contentPart>
          </mc:Choice>
          <mc:Fallback xmlns="">
            <p:pic>
              <p:nvPicPr>
                <p:cNvPr id="23564" name="Ink 23563">
                  <a:extLst>
                    <a:ext uri="{FF2B5EF4-FFF2-40B4-BE49-F238E27FC236}">
                      <a16:creationId xmlns:a16="http://schemas.microsoft.com/office/drawing/2014/main" id="{3903646C-B06F-3695-A0F4-C0AB306053A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029118" y="5201112"/>
                  <a:ext cx="19476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23565" name="Ink 23564">
                  <a:extLst>
                    <a:ext uri="{FF2B5EF4-FFF2-40B4-BE49-F238E27FC236}">
                      <a16:creationId xmlns:a16="http://schemas.microsoft.com/office/drawing/2014/main" id="{F0EAAD96-F812-E91A-9496-D3BD697E3F90}"/>
                    </a:ext>
                  </a:extLst>
                </p14:cNvPr>
                <p14:cNvContentPartPr/>
                <p14:nvPr/>
              </p14:nvContentPartPr>
              <p14:xfrm>
                <a:off x="6292278" y="5102112"/>
                <a:ext cx="58680" cy="210960"/>
              </p14:xfrm>
            </p:contentPart>
          </mc:Choice>
          <mc:Fallback xmlns="">
            <p:pic>
              <p:nvPicPr>
                <p:cNvPr id="23565" name="Ink 23564">
                  <a:extLst>
                    <a:ext uri="{FF2B5EF4-FFF2-40B4-BE49-F238E27FC236}">
                      <a16:creationId xmlns:a16="http://schemas.microsoft.com/office/drawing/2014/main" id="{F0EAAD96-F812-E91A-9496-D3BD697E3F90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274638" y="5084472"/>
                  <a:ext cx="943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23566" name="Ink 23565">
                  <a:extLst>
                    <a:ext uri="{FF2B5EF4-FFF2-40B4-BE49-F238E27FC236}">
                      <a16:creationId xmlns:a16="http://schemas.microsoft.com/office/drawing/2014/main" id="{5AEF5DDD-5071-EFD7-BAC1-2DE2A962AB16}"/>
                    </a:ext>
                  </a:extLst>
                </p14:cNvPr>
                <p14:cNvContentPartPr/>
                <p14:nvPr/>
              </p14:nvContentPartPr>
              <p14:xfrm>
                <a:off x="6274638" y="5192112"/>
                <a:ext cx="62280" cy="31320"/>
              </p14:xfrm>
            </p:contentPart>
          </mc:Choice>
          <mc:Fallback xmlns="">
            <p:pic>
              <p:nvPicPr>
                <p:cNvPr id="23566" name="Ink 23565">
                  <a:extLst>
                    <a:ext uri="{FF2B5EF4-FFF2-40B4-BE49-F238E27FC236}">
                      <a16:creationId xmlns:a16="http://schemas.microsoft.com/office/drawing/2014/main" id="{5AEF5DDD-5071-EFD7-BAC1-2DE2A962AB16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256998" y="5174112"/>
                  <a:ext cx="979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23567" name="Ink 23566">
                  <a:extLst>
                    <a:ext uri="{FF2B5EF4-FFF2-40B4-BE49-F238E27FC236}">
                      <a16:creationId xmlns:a16="http://schemas.microsoft.com/office/drawing/2014/main" id="{F8A95C26-6469-B1AE-7129-9E3D255B69C7}"/>
                    </a:ext>
                  </a:extLst>
                </p14:cNvPr>
                <p14:cNvContentPartPr/>
                <p14:nvPr/>
              </p14:nvContentPartPr>
              <p14:xfrm>
                <a:off x="6446358" y="5203992"/>
                <a:ext cx="77040" cy="94320"/>
              </p14:xfrm>
            </p:contentPart>
          </mc:Choice>
          <mc:Fallback xmlns="">
            <p:pic>
              <p:nvPicPr>
                <p:cNvPr id="23567" name="Ink 23566">
                  <a:extLst>
                    <a:ext uri="{FF2B5EF4-FFF2-40B4-BE49-F238E27FC236}">
                      <a16:creationId xmlns:a16="http://schemas.microsoft.com/office/drawing/2014/main" id="{F8A95C26-6469-B1AE-7129-9E3D255B69C7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428718" y="5186352"/>
                  <a:ext cx="1126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23568" name="Ink 23567">
                  <a:extLst>
                    <a:ext uri="{FF2B5EF4-FFF2-40B4-BE49-F238E27FC236}">
                      <a16:creationId xmlns:a16="http://schemas.microsoft.com/office/drawing/2014/main" id="{52BA5875-A01E-3E38-1C98-F9540D5A174A}"/>
                    </a:ext>
                  </a:extLst>
                </p14:cNvPr>
                <p14:cNvContentPartPr/>
                <p14:nvPr/>
              </p14:nvContentPartPr>
              <p14:xfrm>
                <a:off x="6623478" y="5187792"/>
                <a:ext cx="69480" cy="108000"/>
              </p14:xfrm>
            </p:contentPart>
          </mc:Choice>
          <mc:Fallback xmlns="">
            <p:pic>
              <p:nvPicPr>
                <p:cNvPr id="23568" name="Ink 23567">
                  <a:extLst>
                    <a:ext uri="{FF2B5EF4-FFF2-40B4-BE49-F238E27FC236}">
                      <a16:creationId xmlns:a16="http://schemas.microsoft.com/office/drawing/2014/main" id="{52BA5875-A01E-3E38-1C98-F9540D5A174A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605478" y="5169792"/>
                  <a:ext cx="1051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23569" name="Ink 23568">
                  <a:extLst>
                    <a:ext uri="{FF2B5EF4-FFF2-40B4-BE49-F238E27FC236}">
                      <a16:creationId xmlns:a16="http://schemas.microsoft.com/office/drawing/2014/main" id="{EF414247-CEE1-9ED0-AC04-EA305E7820E1}"/>
                    </a:ext>
                  </a:extLst>
                </p14:cNvPr>
                <p14:cNvContentPartPr/>
                <p14:nvPr/>
              </p14:nvContentPartPr>
              <p14:xfrm>
                <a:off x="6805278" y="5059272"/>
                <a:ext cx="37080" cy="212400"/>
              </p14:xfrm>
            </p:contentPart>
          </mc:Choice>
          <mc:Fallback xmlns="">
            <p:pic>
              <p:nvPicPr>
                <p:cNvPr id="23569" name="Ink 23568">
                  <a:extLst>
                    <a:ext uri="{FF2B5EF4-FFF2-40B4-BE49-F238E27FC236}">
                      <a16:creationId xmlns:a16="http://schemas.microsoft.com/office/drawing/2014/main" id="{EF414247-CEE1-9ED0-AC04-EA305E7820E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6787278" y="5041632"/>
                  <a:ext cx="7272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23570" name="Ink 23569">
                  <a:extLst>
                    <a:ext uri="{FF2B5EF4-FFF2-40B4-BE49-F238E27FC236}">
                      <a16:creationId xmlns:a16="http://schemas.microsoft.com/office/drawing/2014/main" id="{F8BD3AE9-07D8-DFF9-0E42-E084BD3B6115}"/>
                    </a:ext>
                  </a:extLst>
                </p14:cNvPr>
                <p14:cNvContentPartPr/>
                <p14:nvPr/>
              </p14:nvContentPartPr>
              <p14:xfrm>
                <a:off x="6958278" y="5069712"/>
                <a:ext cx="46080" cy="171720"/>
              </p14:xfrm>
            </p:contentPart>
          </mc:Choice>
          <mc:Fallback xmlns="">
            <p:pic>
              <p:nvPicPr>
                <p:cNvPr id="23570" name="Ink 23569">
                  <a:extLst>
                    <a:ext uri="{FF2B5EF4-FFF2-40B4-BE49-F238E27FC236}">
                      <a16:creationId xmlns:a16="http://schemas.microsoft.com/office/drawing/2014/main" id="{F8BD3AE9-07D8-DFF9-0E42-E084BD3B6115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6940278" y="5052072"/>
                  <a:ext cx="817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23571" name="Ink 23570">
                  <a:extLst>
                    <a:ext uri="{FF2B5EF4-FFF2-40B4-BE49-F238E27FC236}">
                      <a16:creationId xmlns:a16="http://schemas.microsoft.com/office/drawing/2014/main" id="{098998A5-CBCD-3632-D38D-E5AC8EA6DAB4}"/>
                    </a:ext>
                  </a:extLst>
                </p14:cNvPr>
                <p14:cNvContentPartPr/>
                <p14:nvPr/>
              </p14:nvContentPartPr>
              <p14:xfrm>
                <a:off x="7092558" y="5112192"/>
                <a:ext cx="353880" cy="227160"/>
              </p14:xfrm>
            </p:contentPart>
          </mc:Choice>
          <mc:Fallback xmlns="">
            <p:pic>
              <p:nvPicPr>
                <p:cNvPr id="23571" name="Ink 23570">
                  <a:extLst>
                    <a:ext uri="{FF2B5EF4-FFF2-40B4-BE49-F238E27FC236}">
                      <a16:creationId xmlns:a16="http://schemas.microsoft.com/office/drawing/2014/main" id="{098998A5-CBCD-3632-D38D-E5AC8EA6DAB4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074918" y="5094552"/>
                  <a:ext cx="38952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23572" name="Ink 23571">
                  <a:extLst>
                    <a:ext uri="{FF2B5EF4-FFF2-40B4-BE49-F238E27FC236}">
                      <a16:creationId xmlns:a16="http://schemas.microsoft.com/office/drawing/2014/main" id="{F42FDDAC-181E-7EB4-3171-B3E7277015AD}"/>
                    </a:ext>
                  </a:extLst>
                </p14:cNvPr>
                <p14:cNvContentPartPr/>
                <p14:nvPr/>
              </p14:nvContentPartPr>
              <p14:xfrm>
                <a:off x="7565238" y="5037312"/>
                <a:ext cx="17280" cy="137880"/>
              </p14:xfrm>
            </p:contentPart>
          </mc:Choice>
          <mc:Fallback xmlns="">
            <p:pic>
              <p:nvPicPr>
                <p:cNvPr id="23572" name="Ink 23571">
                  <a:extLst>
                    <a:ext uri="{FF2B5EF4-FFF2-40B4-BE49-F238E27FC236}">
                      <a16:creationId xmlns:a16="http://schemas.microsoft.com/office/drawing/2014/main" id="{F42FDDAC-181E-7EB4-3171-B3E7277015AD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547238" y="5019312"/>
                  <a:ext cx="52920" cy="173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5">
            <p14:nvContentPartPr>
              <p14:cNvPr id="23573" name="Ink 23572">
                <a:extLst>
                  <a:ext uri="{FF2B5EF4-FFF2-40B4-BE49-F238E27FC236}">
                    <a16:creationId xmlns:a16="http://schemas.microsoft.com/office/drawing/2014/main" id="{8012638F-8E45-09F5-2520-FAF3C55F5700}"/>
                  </a:ext>
                </a:extLst>
              </p14:cNvPr>
              <p14:cNvContentPartPr/>
              <p14:nvPr/>
            </p14:nvContentPartPr>
            <p14:xfrm>
              <a:off x="7766838" y="5127672"/>
              <a:ext cx="76680" cy="113400"/>
            </p14:xfrm>
          </p:contentPart>
        </mc:Choice>
        <mc:Fallback xmlns="">
          <p:pic>
            <p:nvPicPr>
              <p:cNvPr id="23573" name="Ink 23572">
                <a:extLst>
                  <a:ext uri="{FF2B5EF4-FFF2-40B4-BE49-F238E27FC236}">
                    <a16:creationId xmlns:a16="http://schemas.microsoft.com/office/drawing/2014/main" id="{8012638F-8E45-09F5-2520-FAF3C55F5700}"/>
                  </a:ext>
                </a:extLst>
              </p:cNvPr>
              <p:cNvPicPr/>
              <p:nvPr/>
            </p:nvPicPr>
            <p:blipFill>
              <a:blip r:embed="rId146"/>
              <a:stretch>
                <a:fillRect/>
              </a:stretch>
            </p:blipFill>
            <p:spPr>
              <a:xfrm>
                <a:off x="7749198" y="5110032"/>
                <a:ext cx="112320" cy="149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3580" name="Group 23579">
            <a:extLst>
              <a:ext uri="{FF2B5EF4-FFF2-40B4-BE49-F238E27FC236}">
                <a16:creationId xmlns:a16="http://schemas.microsoft.com/office/drawing/2014/main" id="{79622B96-7218-DB25-8970-9B743BC2EA41}"/>
              </a:ext>
            </a:extLst>
          </p:cNvPr>
          <p:cNvGrpSpPr/>
          <p:nvPr/>
        </p:nvGrpSpPr>
        <p:grpSpPr>
          <a:xfrm>
            <a:off x="6531678" y="5481192"/>
            <a:ext cx="640800" cy="290160"/>
            <a:chOff x="6531678" y="5481192"/>
            <a:chExt cx="64080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23575" name="Ink 23574">
                  <a:extLst>
                    <a:ext uri="{FF2B5EF4-FFF2-40B4-BE49-F238E27FC236}">
                      <a16:creationId xmlns:a16="http://schemas.microsoft.com/office/drawing/2014/main" id="{1836669F-A250-F8F1-BC4E-DEF40F8BD102}"/>
                    </a:ext>
                  </a:extLst>
                </p14:cNvPr>
                <p14:cNvContentPartPr/>
                <p14:nvPr/>
              </p14:nvContentPartPr>
              <p14:xfrm>
                <a:off x="6575958" y="5481192"/>
                <a:ext cx="46440" cy="290160"/>
              </p14:xfrm>
            </p:contentPart>
          </mc:Choice>
          <mc:Fallback xmlns="">
            <p:pic>
              <p:nvPicPr>
                <p:cNvPr id="23575" name="Ink 23574">
                  <a:extLst>
                    <a:ext uri="{FF2B5EF4-FFF2-40B4-BE49-F238E27FC236}">
                      <a16:creationId xmlns:a16="http://schemas.microsoft.com/office/drawing/2014/main" id="{1836669F-A250-F8F1-BC4E-DEF40F8BD10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6558318" y="5463192"/>
                  <a:ext cx="8208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23576" name="Ink 23575">
                  <a:extLst>
                    <a:ext uri="{FF2B5EF4-FFF2-40B4-BE49-F238E27FC236}">
                      <a16:creationId xmlns:a16="http://schemas.microsoft.com/office/drawing/2014/main" id="{78E5DD99-EDE7-34C3-A5B5-C53313251BA8}"/>
                    </a:ext>
                  </a:extLst>
                </p14:cNvPr>
                <p14:cNvContentPartPr/>
                <p14:nvPr/>
              </p14:nvContentPartPr>
              <p14:xfrm>
                <a:off x="6531678" y="5600352"/>
                <a:ext cx="170640" cy="49320"/>
              </p14:xfrm>
            </p:contentPart>
          </mc:Choice>
          <mc:Fallback xmlns="">
            <p:pic>
              <p:nvPicPr>
                <p:cNvPr id="23576" name="Ink 23575">
                  <a:extLst>
                    <a:ext uri="{FF2B5EF4-FFF2-40B4-BE49-F238E27FC236}">
                      <a16:creationId xmlns:a16="http://schemas.microsoft.com/office/drawing/2014/main" id="{78E5DD99-EDE7-34C3-A5B5-C53313251BA8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514038" y="5582352"/>
                  <a:ext cx="20628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23577" name="Ink 23576">
                  <a:extLst>
                    <a:ext uri="{FF2B5EF4-FFF2-40B4-BE49-F238E27FC236}">
                      <a16:creationId xmlns:a16="http://schemas.microsoft.com/office/drawing/2014/main" id="{AF88C3D9-4E7D-C68A-7C3E-7B1CCEAECC95}"/>
                    </a:ext>
                  </a:extLst>
                </p14:cNvPr>
                <p14:cNvContentPartPr/>
                <p14:nvPr/>
              </p14:nvContentPartPr>
              <p14:xfrm>
                <a:off x="6777558" y="5533392"/>
                <a:ext cx="33480" cy="177840"/>
              </p14:xfrm>
            </p:contentPart>
          </mc:Choice>
          <mc:Fallback xmlns="">
            <p:pic>
              <p:nvPicPr>
                <p:cNvPr id="23577" name="Ink 23576">
                  <a:extLst>
                    <a:ext uri="{FF2B5EF4-FFF2-40B4-BE49-F238E27FC236}">
                      <a16:creationId xmlns:a16="http://schemas.microsoft.com/office/drawing/2014/main" id="{AF88C3D9-4E7D-C68A-7C3E-7B1CCEAECC95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759918" y="5515752"/>
                  <a:ext cx="691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23578" name="Ink 23577">
                  <a:extLst>
                    <a:ext uri="{FF2B5EF4-FFF2-40B4-BE49-F238E27FC236}">
                      <a16:creationId xmlns:a16="http://schemas.microsoft.com/office/drawing/2014/main" id="{46FFF819-71DE-85BF-9598-4E306D32396C}"/>
                    </a:ext>
                  </a:extLst>
                </p14:cNvPr>
                <p14:cNvContentPartPr/>
                <p14:nvPr/>
              </p14:nvContentPartPr>
              <p14:xfrm>
                <a:off x="6844518" y="5569752"/>
                <a:ext cx="61200" cy="38160"/>
              </p14:xfrm>
            </p:contentPart>
          </mc:Choice>
          <mc:Fallback xmlns="">
            <p:pic>
              <p:nvPicPr>
                <p:cNvPr id="23578" name="Ink 23577">
                  <a:extLst>
                    <a:ext uri="{FF2B5EF4-FFF2-40B4-BE49-F238E27FC236}">
                      <a16:creationId xmlns:a16="http://schemas.microsoft.com/office/drawing/2014/main" id="{46FFF819-71DE-85BF-9598-4E306D32396C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826518" y="5552112"/>
                  <a:ext cx="968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23579" name="Ink 23578">
                  <a:extLst>
                    <a:ext uri="{FF2B5EF4-FFF2-40B4-BE49-F238E27FC236}">
                      <a16:creationId xmlns:a16="http://schemas.microsoft.com/office/drawing/2014/main" id="{796BD403-70FA-01BC-F42D-B71D604260CB}"/>
                    </a:ext>
                  </a:extLst>
                </p14:cNvPr>
                <p14:cNvContentPartPr/>
                <p14:nvPr/>
              </p14:nvContentPartPr>
              <p14:xfrm>
                <a:off x="6989238" y="5551032"/>
                <a:ext cx="183240" cy="88560"/>
              </p14:xfrm>
            </p:contentPart>
          </mc:Choice>
          <mc:Fallback xmlns="">
            <p:pic>
              <p:nvPicPr>
                <p:cNvPr id="23579" name="Ink 23578">
                  <a:extLst>
                    <a:ext uri="{FF2B5EF4-FFF2-40B4-BE49-F238E27FC236}">
                      <a16:creationId xmlns:a16="http://schemas.microsoft.com/office/drawing/2014/main" id="{796BD403-70FA-01BC-F42D-B71D604260CB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971598" y="5533392"/>
                  <a:ext cx="218880" cy="1242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>
            <a:extLst>
              <a:ext uri="{FF2B5EF4-FFF2-40B4-BE49-F238E27FC236}">
                <a16:creationId xmlns:a16="http://schemas.microsoft.com/office/drawing/2014/main" id="{619C8ECA-0BBE-1D08-0270-49C54BB1C6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1" y="0"/>
            <a:ext cx="10634133" cy="1143000"/>
          </a:xfrm>
        </p:spPr>
        <p:txBody>
          <a:bodyPr/>
          <a:lstStyle/>
          <a:p>
            <a:r>
              <a:rPr lang="en-US" altLang="en-US" dirty="0"/>
              <a:t>What can we do with an element that has tunable or non-linear resistance?</a:t>
            </a:r>
          </a:p>
        </p:txBody>
      </p:sp>
      <p:sp>
        <p:nvSpPr>
          <p:cNvPr id="24579" name="Content Placeholder 2">
            <a:extLst>
              <a:ext uri="{FF2B5EF4-FFF2-40B4-BE49-F238E27FC236}">
                <a16:creationId xmlns:a16="http://schemas.microsoft.com/office/drawing/2014/main" id="{55C36F4E-F6B1-AABA-9465-C602449D16E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91723" y="1535170"/>
            <a:ext cx="9856519" cy="4537735"/>
          </a:xfrm>
        </p:spPr>
        <p:txBody>
          <a:bodyPr/>
          <a:lstStyle/>
          <a:p>
            <a:r>
              <a:rPr lang="en-US" altLang="en-US" dirty="0"/>
              <a:t>Create a switch</a:t>
            </a:r>
          </a:p>
          <a:p>
            <a:pPr lvl="1"/>
            <a:r>
              <a:rPr lang="en-US" altLang="en-US" dirty="0"/>
              <a:t>Digital logic</a:t>
            </a:r>
          </a:p>
          <a:p>
            <a:r>
              <a:rPr lang="en-US" altLang="en-US" dirty="0"/>
              <a:t>Amplify a signal</a:t>
            </a:r>
          </a:p>
          <a:p>
            <a:pPr lvl="1"/>
            <a:r>
              <a:rPr lang="en-US" altLang="en-US" dirty="0"/>
              <a:t>Analog circuits</a:t>
            </a:r>
          </a:p>
          <a:p>
            <a:r>
              <a:rPr lang="en-US" altLang="en-US" dirty="0"/>
              <a:t>Rectify an AC voltage</a:t>
            </a:r>
          </a:p>
          <a:p>
            <a:pPr lvl="1"/>
            <a:r>
              <a:rPr lang="en-US" altLang="en-US" dirty="0"/>
              <a:t>Power circuits</a:t>
            </a:r>
          </a:p>
          <a:p>
            <a:r>
              <a:rPr lang="en-US" altLang="en-US" dirty="0"/>
              <a:t>Sensing, power generation, light, </a:t>
            </a:r>
            <a:r>
              <a:rPr lang="en-US" altLang="en-US" dirty="0" err="1"/>
              <a:t>etc</a:t>
            </a:r>
            <a:endParaRPr lang="en-US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>
            <a:extLst>
              <a:ext uri="{FF2B5EF4-FFF2-40B4-BE49-F238E27FC236}">
                <a16:creationId xmlns:a16="http://schemas.microsoft.com/office/drawing/2014/main" id="{A1056CD4-2DD9-6D3A-7DA0-0ABF4BDFEC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1143000"/>
          </a:xfrm>
        </p:spPr>
        <p:txBody>
          <a:bodyPr/>
          <a:lstStyle/>
          <a:p>
            <a:r>
              <a:rPr lang="en-US" altLang="en-US" dirty="0"/>
              <a:t>Why does changing the carrier density change the resistivity?</a:t>
            </a:r>
          </a:p>
        </p:txBody>
      </p:sp>
      <p:sp>
        <p:nvSpPr>
          <p:cNvPr id="25603" name="Content Placeholder 2">
            <a:extLst>
              <a:ext uri="{FF2B5EF4-FFF2-40B4-BE49-F238E27FC236}">
                <a16:creationId xmlns:a16="http://schemas.microsoft.com/office/drawing/2014/main" id="{DFE1843C-20F1-DC2F-7FF8-9EE1D1E68C8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579912" y="1567543"/>
            <a:ext cx="11032176" cy="4679743"/>
          </a:xfrm>
        </p:spPr>
        <p:txBody>
          <a:bodyPr>
            <a:normAutofit lnSpcReduction="10000"/>
          </a:bodyPr>
          <a:lstStyle/>
          <a:p>
            <a:r>
              <a:rPr lang="en-US" altLang="en-US" dirty="0"/>
              <a:t>Let’s revisit </a:t>
            </a:r>
            <a:r>
              <a:rPr lang="en-US" altLang="en-US" sz="2800" dirty="0"/>
              <a:t>R = </a:t>
            </a:r>
            <a:r>
              <a:rPr lang="en-US" altLang="en-US" sz="2800" dirty="0" err="1">
                <a:latin typeface="Symbol" panose="05050102010706020507" pitchFamily="18" charset="2"/>
              </a:rPr>
              <a:t>r</a:t>
            </a:r>
            <a:r>
              <a:rPr lang="en-US" altLang="en-US" sz="2800" dirty="0" err="1"/>
              <a:t>L</a:t>
            </a:r>
            <a:r>
              <a:rPr lang="en-US" altLang="en-US" sz="2800" dirty="0"/>
              <a:t>/A</a:t>
            </a:r>
          </a:p>
          <a:p>
            <a:endParaRPr lang="en-US" altLang="en-US" dirty="0"/>
          </a:p>
          <a:p>
            <a:r>
              <a:rPr lang="en-US" altLang="en-US" dirty="0"/>
              <a:t>If I take a material and magically stuff additional mobile electrons into it, then the resistivity would decrease. </a:t>
            </a:r>
          </a:p>
          <a:p>
            <a:endParaRPr lang="en-US" altLang="en-US" dirty="0"/>
          </a:p>
          <a:p>
            <a:r>
              <a:rPr lang="en-US" altLang="en-US" dirty="0"/>
              <a:t>If I remove additional mobile electrons from it, then the resistivity would increase. </a:t>
            </a:r>
          </a:p>
          <a:p>
            <a:endParaRPr lang="en-US" altLang="en-US" dirty="0"/>
          </a:p>
          <a:p>
            <a:r>
              <a:rPr lang="en-US" altLang="en-US" dirty="0"/>
              <a:t>So if I had a material which allows me to change the mobile charge density, then I can tune the resistivity of that material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C5CECC2-9C2F-4800-C2BC-A1FA79C43054}"/>
              </a:ext>
            </a:extLst>
          </p:cNvPr>
          <p:cNvGrpSpPr/>
          <p:nvPr/>
        </p:nvGrpSpPr>
        <p:grpSpPr>
          <a:xfrm>
            <a:off x="7754598" y="496632"/>
            <a:ext cx="1803600" cy="1852200"/>
            <a:chOff x="7754598" y="496632"/>
            <a:chExt cx="1803600" cy="185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A2AC1B04-F3BD-E48C-3787-E669B688F8C4}"/>
                    </a:ext>
                  </a:extLst>
                </p14:cNvPr>
                <p14:cNvContentPartPr/>
                <p14:nvPr/>
              </p14:nvContentPartPr>
              <p14:xfrm>
                <a:off x="8922438" y="496992"/>
                <a:ext cx="112320" cy="5133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A2AC1B04-F3BD-E48C-3787-E669B688F8C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904798" y="479352"/>
                  <a:ext cx="147960" cy="54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7BA0F9A-6728-9A92-9E0C-B77A0D4F05A9}"/>
                    </a:ext>
                  </a:extLst>
                </p14:cNvPr>
                <p14:cNvContentPartPr/>
                <p14:nvPr/>
              </p14:nvContentPartPr>
              <p14:xfrm>
                <a:off x="8570358" y="989112"/>
                <a:ext cx="477720" cy="666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7BA0F9A-6728-9A92-9E0C-B77A0D4F05A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552718" y="971472"/>
                  <a:ext cx="5133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1F3B5ED-B7C4-1ECA-8791-FF93CB6E5A51}"/>
                    </a:ext>
                  </a:extLst>
                </p14:cNvPr>
                <p14:cNvContentPartPr/>
                <p14:nvPr/>
              </p14:nvContentPartPr>
              <p14:xfrm>
                <a:off x="8577918" y="1067952"/>
                <a:ext cx="57960" cy="3988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1F3B5ED-B7C4-1ECA-8791-FF93CB6E5A5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559918" y="1049952"/>
                  <a:ext cx="93600" cy="43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0F001DA-FA92-28EF-40BD-3131AF39624C}"/>
                    </a:ext>
                  </a:extLst>
                </p14:cNvPr>
                <p14:cNvContentPartPr/>
                <p14:nvPr/>
              </p14:nvContentPartPr>
              <p14:xfrm>
                <a:off x="8612838" y="1426152"/>
                <a:ext cx="519480" cy="5072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0F001DA-FA92-28EF-40BD-3131AF39624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594838" y="1408152"/>
                  <a:ext cx="555120" cy="54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E027FA6-A046-E3BC-53E4-28B14496CC0D}"/>
                    </a:ext>
                  </a:extLst>
                </p14:cNvPr>
                <p14:cNvContentPartPr/>
                <p14:nvPr/>
              </p14:nvContentPartPr>
              <p14:xfrm>
                <a:off x="8445078" y="1054992"/>
                <a:ext cx="81360" cy="4464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E027FA6-A046-E3BC-53E4-28B14496CC0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427438" y="1036992"/>
                  <a:ext cx="117000" cy="48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D4A3DE0-9BC3-4CAC-BF99-958D167FB7C0}"/>
                    </a:ext>
                  </a:extLst>
                </p14:cNvPr>
                <p14:cNvContentPartPr/>
                <p14:nvPr/>
              </p14:nvContentPartPr>
              <p14:xfrm>
                <a:off x="7754598" y="1226712"/>
                <a:ext cx="700200" cy="54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D4A3DE0-9BC3-4CAC-BF99-958D167FB7C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736958" y="1209072"/>
                  <a:ext cx="7358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D1D377B-9632-7664-3B43-06DA6DFB7E01}"/>
                    </a:ext>
                  </a:extLst>
                </p14:cNvPr>
                <p14:cNvContentPartPr/>
                <p14:nvPr/>
              </p14:nvContentPartPr>
              <p14:xfrm>
                <a:off x="7864398" y="910272"/>
                <a:ext cx="232200" cy="297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D1D377B-9632-7664-3B43-06DA6DFB7E0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846758" y="892272"/>
                  <a:ext cx="26784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69B54AC-ADEF-2B43-5C12-EA4B277A208C}"/>
                    </a:ext>
                  </a:extLst>
                </p14:cNvPr>
                <p14:cNvContentPartPr/>
                <p14:nvPr/>
              </p14:nvContentPartPr>
              <p14:xfrm>
                <a:off x="8669358" y="496632"/>
                <a:ext cx="577080" cy="101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69B54AC-ADEF-2B43-5C12-EA4B277A208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651718" y="478992"/>
                  <a:ext cx="6127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350A1ED-8052-9039-1A6E-8F3EE8AB3A24}"/>
                    </a:ext>
                  </a:extLst>
                </p14:cNvPr>
                <p14:cNvContentPartPr/>
                <p14:nvPr/>
              </p14:nvContentPartPr>
              <p14:xfrm>
                <a:off x="9293238" y="624792"/>
                <a:ext cx="117360" cy="212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350A1ED-8052-9039-1A6E-8F3EE8AB3A2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275238" y="606792"/>
                  <a:ext cx="15300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8121A8C-F130-252E-8F42-50E04D14ED89}"/>
                    </a:ext>
                  </a:extLst>
                </p14:cNvPr>
                <p14:cNvContentPartPr/>
                <p14:nvPr/>
              </p14:nvContentPartPr>
              <p14:xfrm>
                <a:off x="9420678" y="1760232"/>
                <a:ext cx="64080" cy="2455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8121A8C-F130-252E-8F42-50E04D14ED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403038" y="1742232"/>
                  <a:ext cx="9972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F9FF1AF-0246-82D5-5431-3BDE349D3169}"/>
                    </a:ext>
                  </a:extLst>
                </p14:cNvPr>
                <p14:cNvContentPartPr/>
                <p14:nvPr/>
              </p14:nvContentPartPr>
              <p14:xfrm>
                <a:off x="9451638" y="1760592"/>
                <a:ext cx="106560" cy="1609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F9FF1AF-0246-82D5-5431-3BDE349D316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433638" y="1742592"/>
                  <a:ext cx="1422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EC1F323-543C-E10C-9381-2C74C5B48796}"/>
                    </a:ext>
                  </a:extLst>
                </p14:cNvPr>
                <p14:cNvContentPartPr/>
                <p14:nvPr/>
              </p14:nvContentPartPr>
              <p14:xfrm>
                <a:off x="9097038" y="1910352"/>
                <a:ext cx="49680" cy="252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EC1F323-543C-E10C-9381-2C74C5B4879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079398" y="1892352"/>
                  <a:ext cx="8532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6D17C9E-73D9-2CDD-F9CB-89ED388ED96A}"/>
                    </a:ext>
                  </a:extLst>
                </p14:cNvPr>
                <p14:cNvContentPartPr/>
                <p14:nvPr/>
              </p14:nvContentPartPr>
              <p14:xfrm>
                <a:off x="8945478" y="2142912"/>
                <a:ext cx="337320" cy="19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6D17C9E-73D9-2CDD-F9CB-89ED388ED96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927478" y="2125272"/>
                  <a:ext cx="3729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AB63B52-FF77-D4D0-17C5-4BBE97CC88EC}"/>
                    </a:ext>
                  </a:extLst>
                </p14:cNvPr>
                <p14:cNvContentPartPr/>
                <p14:nvPr/>
              </p14:nvContentPartPr>
              <p14:xfrm>
                <a:off x="8977878" y="2193672"/>
                <a:ext cx="217440" cy="1551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AB63B52-FF77-D4D0-17C5-4BBE97CC88E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960238" y="2175672"/>
                  <a:ext cx="2530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5A0E936-AF3F-F695-BB6A-36141CC9725A}"/>
                    </a:ext>
                  </a:extLst>
                </p14:cNvPr>
                <p14:cNvContentPartPr/>
                <p14:nvPr/>
              </p14:nvContentPartPr>
              <p14:xfrm>
                <a:off x="9172278" y="2166312"/>
                <a:ext cx="86400" cy="1666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5A0E936-AF3F-F695-BB6A-36141CC9725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154638" y="2148312"/>
                  <a:ext cx="12204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CE12BD0-1E16-FECD-2C79-B28235C6B6F5}"/>
              </a:ext>
            </a:extLst>
          </p:cNvPr>
          <p:cNvGrpSpPr/>
          <p:nvPr/>
        </p:nvGrpSpPr>
        <p:grpSpPr>
          <a:xfrm>
            <a:off x="6107958" y="914952"/>
            <a:ext cx="1502280" cy="504720"/>
            <a:chOff x="6107958" y="914952"/>
            <a:chExt cx="1502280" cy="50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130C9A4-714E-2128-1C12-460D3E0BF3A3}"/>
                    </a:ext>
                  </a:extLst>
                </p14:cNvPr>
                <p14:cNvContentPartPr/>
                <p14:nvPr/>
              </p14:nvContentPartPr>
              <p14:xfrm>
                <a:off x="6107958" y="946272"/>
                <a:ext cx="278640" cy="272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130C9A4-714E-2128-1C12-460D3E0BF3A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090318" y="928272"/>
                  <a:ext cx="31428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807D789-BC9B-7414-B0F1-6602B7294F5F}"/>
                    </a:ext>
                  </a:extLst>
                </p14:cNvPr>
                <p14:cNvContentPartPr/>
                <p14:nvPr/>
              </p14:nvContentPartPr>
              <p14:xfrm>
                <a:off x="6474438" y="1207992"/>
                <a:ext cx="191880" cy="211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807D789-BC9B-7414-B0F1-6602B7294F5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456798" y="1189992"/>
                  <a:ext cx="2275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BFFAB29-3C71-1D0E-2A73-AEB5C40B6130}"/>
                    </a:ext>
                  </a:extLst>
                </p14:cNvPr>
                <p14:cNvContentPartPr/>
                <p14:nvPr/>
              </p14:nvContentPartPr>
              <p14:xfrm>
                <a:off x="6783318" y="1215912"/>
                <a:ext cx="90360" cy="1501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BFFAB29-3C71-1D0E-2A73-AEB5C40B613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765678" y="1197912"/>
                  <a:ext cx="1260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B163EEC-1608-DD46-AF26-F0A73C0F7662}"/>
                    </a:ext>
                  </a:extLst>
                </p14:cNvPr>
                <p14:cNvContentPartPr/>
                <p14:nvPr/>
              </p14:nvContentPartPr>
              <p14:xfrm>
                <a:off x="6912558" y="1008552"/>
                <a:ext cx="258120" cy="3934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B163EEC-1608-DD46-AF26-F0A73C0F766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894558" y="990552"/>
                  <a:ext cx="293760" cy="42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E526501-EA45-E26E-D679-69FE19F199EE}"/>
                    </a:ext>
                  </a:extLst>
                </p14:cNvPr>
                <p14:cNvContentPartPr/>
                <p14:nvPr/>
              </p14:nvContentPartPr>
              <p14:xfrm>
                <a:off x="7225758" y="914952"/>
                <a:ext cx="203760" cy="337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E526501-EA45-E26E-D679-69FE19F199E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207758" y="896952"/>
                  <a:ext cx="23940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E186CAB-0BD1-B337-86D1-C0836BD89884}"/>
                    </a:ext>
                  </a:extLst>
                </p14:cNvPr>
                <p14:cNvContentPartPr/>
                <p14:nvPr/>
              </p14:nvContentPartPr>
              <p14:xfrm>
                <a:off x="7483158" y="1219872"/>
                <a:ext cx="119880" cy="32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E186CAB-0BD1-B337-86D1-C0836BD8988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465518" y="1201872"/>
                  <a:ext cx="1555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7166917-1819-B8BC-FD07-1682D04D97F1}"/>
                    </a:ext>
                  </a:extLst>
                </p14:cNvPr>
                <p14:cNvContentPartPr/>
                <p14:nvPr/>
              </p14:nvContentPartPr>
              <p14:xfrm>
                <a:off x="7546878" y="1273512"/>
                <a:ext cx="43560" cy="140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7166917-1819-B8BC-FD07-1682D04D97F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529238" y="1255872"/>
                  <a:ext cx="792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F7B539E-5D33-CE05-4FEA-7CAB9735E1C6}"/>
                    </a:ext>
                  </a:extLst>
                </p14:cNvPr>
                <p14:cNvContentPartPr/>
                <p14:nvPr/>
              </p14:nvContentPartPr>
              <p14:xfrm>
                <a:off x="7524918" y="1228872"/>
                <a:ext cx="85320" cy="277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F7B539E-5D33-CE05-4FEA-7CAB9735E1C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507278" y="1211232"/>
                  <a:ext cx="1209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4F1D63E-E422-6322-F1A8-4B4B40B4162F}"/>
                    </a:ext>
                  </a:extLst>
                </p14:cNvPr>
                <p14:cNvContentPartPr/>
                <p14:nvPr/>
              </p14:nvContentPartPr>
              <p14:xfrm>
                <a:off x="7564158" y="1238232"/>
                <a:ext cx="11160" cy="979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4F1D63E-E422-6322-F1A8-4B4B40B4162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546158" y="1220232"/>
                  <a:ext cx="46800" cy="13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EEF3F3A-05FE-89F2-8A8E-D193CB02695D}"/>
              </a:ext>
            </a:extLst>
          </p:cNvPr>
          <p:cNvGrpSpPr/>
          <p:nvPr/>
        </p:nvGrpSpPr>
        <p:grpSpPr>
          <a:xfrm>
            <a:off x="10148958" y="1020792"/>
            <a:ext cx="1073880" cy="474120"/>
            <a:chOff x="10148958" y="1020792"/>
            <a:chExt cx="1073880" cy="47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BEDCB30-ED90-FC62-DC5B-766DE20CF9E3}"/>
                    </a:ext>
                  </a:extLst>
                </p14:cNvPr>
                <p14:cNvContentPartPr/>
                <p14:nvPr/>
              </p14:nvContentPartPr>
              <p14:xfrm>
                <a:off x="10196838" y="1020792"/>
                <a:ext cx="46440" cy="377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BEDCB30-ED90-FC62-DC5B-766DE20CF9E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179198" y="1002792"/>
                  <a:ext cx="8208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86DD558-0B9A-E836-EC16-2B3BC7E3A5FB}"/>
                    </a:ext>
                  </a:extLst>
                </p14:cNvPr>
                <p14:cNvContentPartPr/>
                <p14:nvPr/>
              </p14:nvContentPartPr>
              <p14:xfrm>
                <a:off x="10148958" y="1393392"/>
                <a:ext cx="158040" cy="291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86DD558-0B9A-E836-EC16-2B3BC7E3A5F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131318" y="1375392"/>
                  <a:ext cx="19368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1C0D146-64B6-69A4-A441-70865FF7BCAB}"/>
                    </a:ext>
                  </a:extLst>
                </p14:cNvPr>
                <p14:cNvContentPartPr/>
                <p14:nvPr/>
              </p14:nvContentPartPr>
              <p14:xfrm>
                <a:off x="10164798" y="1058232"/>
                <a:ext cx="112320" cy="23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1C0D146-64B6-69A4-A441-70865FF7BCA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147158" y="1040232"/>
                  <a:ext cx="14796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77D5B4F-EE37-7EFC-A7A6-ADF73FE3F5A5}"/>
                    </a:ext>
                  </a:extLst>
                </p14:cNvPr>
                <p14:cNvContentPartPr/>
                <p14:nvPr/>
              </p14:nvContentPartPr>
              <p14:xfrm>
                <a:off x="10418238" y="1301592"/>
                <a:ext cx="38520" cy="1933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77D5B4F-EE37-7EFC-A7A6-ADF73FE3F5A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400598" y="1283592"/>
                  <a:ext cx="7416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C8707CB-9434-2D2E-941A-791F177D8B50}"/>
                    </a:ext>
                  </a:extLst>
                </p14:cNvPr>
                <p14:cNvContentPartPr/>
                <p14:nvPr/>
              </p14:nvContentPartPr>
              <p14:xfrm>
                <a:off x="10416798" y="1302312"/>
                <a:ext cx="120960" cy="168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C8707CB-9434-2D2E-941A-791F177D8B5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399158" y="1284672"/>
                  <a:ext cx="1566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F419966-2C74-8947-1E76-BA0B1826BCE8}"/>
                    </a:ext>
                  </a:extLst>
                </p14:cNvPr>
                <p14:cNvContentPartPr/>
                <p14:nvPr/>
              </p14:nvContentPartPr>
              <p14:xfrm>
                <a:off x="10667358" y="1061112"/>
                <a:ext cx="205560" cy="3668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F419966-2C74-8947-1E76-BA0B1826BCE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649718" y="1043112"/>
                  <a:ext cx="24120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4913BC4-C4C4-A656-CD28-B6D62030C4D5}"/>
                    </a:ext>
                  </a:extLst>
                </p14:cNvPr>
                <p14:cNvContentPartPr/>
                <p14:nvPr/>
              </p14:nvContentPartPr>
              <p14:xfrm>
                <a:off x="11006118" y="1111152"/>
                <a:ext cx="216720" cy="2224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4913BC4-C4C4-A656-CD28-B6D62030C4D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988478" y="1093512"/>
                  <a:ext cx="252360" cy="25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DBA101A4-58A3-0BD4-773A-667929A99B00}"/>
                  </a:ext>
                </a:extLst>
              </p14:cNvPr>
              <p14:cNvContentPartPr/>
              <p14:nvPr/>
            </p14:nvContentPartPr>
            <p14:xfrm>
              <a:off x="6439518" y="1884072"/>
              <a:ext cx="239760" cy="322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DBA101A4-58A3-0BD4-773A-667929A99B00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6421518" y="1866432"/>
                <a:ext cx="275400" cy="35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133FDC5-FE83-D5EE-FBE1-A6453DE5CDFD}"/>
                  </a:ext>
                </a:extLst>
              </p14:cNvPr>
              <p14:cNvContentPartPr/>
              <p14:nvPr/>
            </p14:nvContentPartPr>
            <p14:xfrm>
              <a:off x="6792678" y="2169192"/>
              <a:ext cx="168120" cy="18936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133FDC5-FE83-D5EE-FBE1-A6453DE5CDFD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6775038" y="2151552"/>
                <a:ext cx="20376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607E59FF-421D-F160-F091-95A63ECB6F8F}"/>
                  </a:ext>
                </a:extLst>
              </p14:cNvPr>
              <p14:cNvContentPartPr/>
              <p14:nvPr/>
            </p14:nvContentPartPr>
            <p14:xfrm>
              <a:off x="7073118" y="2181432"/>
              <a:ext cx="78120" cy="17640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607E59FF-421D-F160-F091-95A63ECB6F8F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7055118" y="2163792"/>
                <a:ext cx="113760" cy="21204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F69218B8-7D60-636D-DEFE-31600591FFED}"/>
              </a:ext>
            </a:extLst>
          </p:cNvPr>
          <p:cNvGrpSpPr/>
          <p:nvPr/>
        </p:nvGrpSpPr>
        <p:grpSpPr>
          <a:xfrm>
            <a:off x="7374078" y="1804512"/>
            <a:ext cx="717840" cy="385200"/>
            <a:chOff x="7374078" y="1804512"/>
            <a:chExt cx="717840" cy="38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B5803BA-C924-FA29-4D68-C5BE2D057025}"/>
                    </a:ext>
                  </a:extLst>
                </p14:cNvPr>
                <p14:cNvContentPartPr/>
                <p14:nvPr/>
              </p14:nvContentPartPr>
              <p14:xfrm>
                <a:off x="7374078" y="1987032"/>
                <a:ext cx="187200" cy="2016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B5803BA-C924-FA29-4D68-C5BE2D05702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356438" y="1969032"/>
                  <a:ext cx="2228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6A93FF1-99FA-9D5F-49EF-9A9066BA8B68}"/>
                    </a:ext>
                  </a:extLst>
                </p14:cNvPr>
                <p14:cNvContentPartPr/>
                <p14:nvPr/>
              </p14:nvContentPartPr>
              <p14:xfrm>
                <a:off x="7681158" y="1804512"/>
                <a:ext cx="175680" cy="2750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6A93FF1-99FA-9D5F-49EF-9A9066BA8B6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663158" y="1786872"/>
                  <a:ext cx="21132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1F17DA0-8908-3B01-C031-433CCA2C273A}"/>
                    </a:ext>
                  </a:extLst>
                </p14:cNvPr>
                <p14:cNvContentPartPr/>
                <p14:nvPr/>
              </p14:nvContentPartPr>
              <p14:xfrm>
                <a:off x="7929198" y="2017632"/>
                <a:ext cx="162720" cy="56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1F17DA0-8908-3B01-C031-433CCA2C273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911198" y="1999992"/>
                  <a:ext cx="19836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F28A97C-ADD8-5B47-AB67-BC09868D89BD}"/>
                    </a:ext>
                  </a:extLst>
                </p14:cNvPr>
                <p14:cNvContentPartPr/>
                <p14:nvPr/>
              </p14:nvContentPartPr>
              <p14:xfrm>
                <a:off x="8017758" y="2023392"/>
                <a:ext cx="25200" cy="1663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F28A97C-ADD8-5B47-AB67-BC09868D89B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000118" y="2005392"/>
                  <a:ext cx="60840" cy="20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2B3FA881-F01F-1BC6-184D-C7A0FDC8B16A}"/>
              </a:ext>
            </a:extLst>
          </p:cNvPr>
          <p:cNvGrpSpPr/>
          <p:nvPr/>
        </p:nvGrpSpPr>
        <p:grpSpPr>
          <a:xfrm>
            <a:off x="10154718" y="1911432"/>
            <a:ext cx="1065240" cy="469800"/>
            <a:chOff x="10154718" y="1911432"/>
            <a:chExt cx="1065240" cy="46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62F6B2D-EE85-4410-2909-10ED16B01CD7}"/>
                    </a:ext>
                  </a:extLst>
                </p14:cNvPr>
                <p14:cNvContentPartPr/>
                <p14:nvPr/>
              </p14:nvContentPartPr>
              <p14:xfrm>
                <a:off x="10238238" y="1911432"/>
                <a:ext cx="47160" cy="3765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62F6B2D-EE85-4410-2909-10ED16B01CD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220598" y="1893432"/>
                  <a:ext cx="82800" cy="41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B218F8D-C41A-F15C-E0A1-14CC79B7CB5D}"/>
                    </a:ext>
                  </a:extLst>
                </p14:cNvPr>
                <p14:cNvContentPartPr/>
                <p14:nvPr/>
              </p14:nvContentPartPr>
              <p14:xfrm>
                <a:off x="10154718" y="1952832"/>
                <a:ext cx="148680" cy="11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B218F8D-C41A-F15C-E0A1-14CC79B7CB5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136718" y="1935192"/>
                  <a:ext cx="1843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4BDFA98-B03D-7140-975D-7ECE1307CAF7}"/>
                    </a:ext>
                  </a:extLst>
                </p14:cNvPr>
                <p14:cNvContentPartPr/>
                <p14:nvPr/>
              </p14:nvContentPartPr>
              <p14:xfrm>
                <a:off x="10195398" y="2250192"/>
                <a:ext cx="92520" cy="342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4BDFA98-B03D-7140-975D-7ECE1307CAF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177398" y="2232192"/>
                  <a:ext cx="1281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482783D-8F55-CAEA-3DEA-1ACD0E62165B}"/>
                    </a:ext>
                  </a:extLst>
                </p14:cNvPr>
                <p14:cNvContentPartPr/>
                <p14:nvPr/>
              </p14:nvContentPartPr>
              <p14:xfrm>
                <a:off x="10461798" y="2194032"/>
                <a:ext cx="21600" cy="1872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482783D-8F55-CAEA-3DEA-1ACD0E62165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443798" y="2176392"/>
                  <a:ext cx="5724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7D6C7D8-53AD-48F4-7448-8DE945046055}"/>
                    </a:ext>
                  </a:extLst>
                </p14:cNvPr>
                <p14:cNvContentPartPr/>
                <p14:nvPr/>
              </p14:nvContentPartPr>
              <p14:xfrm>
                <a:off x="10463238" y="2195472"/>
                <a:ext cx="115200" cy="171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7D6C7D8-53AD-48F4-7448-8DE94504605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445238" y="2177832"/>
                  <a:ext cx="1508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589D031-443D-DDE7-6469-5A99287C52A1}"/>
                    </a:ext>
                  </a:extLst>
                </p14:cNvPr>
                <p14:cNvContentPartPr/>
                <p14:nvPr/>
              </p14:nvContentPartPr>
              <p14:xfrm>
                <a:off x="11046438" y="2063352"/>
                <a:ext cx="173520" cy="226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589D031-443D-DDE7-6469-5A99287C52A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028438" y="2045712"/>
                  <a:ext cx="20916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B551CA5-AD0B-3F49-2A1C-0C60FF03B063}"/>
                    </a:ext>
                  </a:extLst>
                </p14:cNvPr>
                <p14:cNvContentPartPr/>
                <p14:nvPr/>
              </p14:nvContentPartPr>
              <p14:xfrm>
                <a:off x="10682118" y="2070552"/>
                <a:ext cx="136800" cy="61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B551CA5-AD0B-3F49-2A1C-0C60FF03B06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664118" y="2052912"/>
                  <a:ext cx="17244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6136160-FC14-536C-6A14-44890C878FBE}"/>
                    </a:ext>
                  </a:extLst>
                </p14:cNvPr>
                <p14:cNvContentPartPr/>
                <p14:nvPr/>
              </p14:nvContentPartPr>
              <p14:xfrm>
                <a:off x="10659078" y="2177832"/>
                <a:ext cx="243360" cy="482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6136160-FC14-536C-6A14-44890C878FB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641438" y="2159832"/>
                  <a:ext cx="279000" cy="8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04" name="Group 25603">
            <a:extLst>
              <a:ext uri="{FF2B5EF4-FFF2-40B4-BE49-F238E27FC236}">
                <a16:creationId xmlns:a16="http://schemas.microsoft.com/office/drawing/2014/main" id="{6A473EB0-4FD6-72F2-609C-06445B9803CB}"/>
              </a:ext>
            </a:extLst>
          </p:cNvPr>
          <p:cNvGrpSpPr/>
          <p:nvPr/>
        </p:nvGrpSpPr>
        <p:grpSpPr>
          <a:xfrm>
            <a:off x="5971158" y="1676352"/>
            <a:ext cx="2427480" cy="794160"/>
            <a:chOff x="5971158" y="1676352"/>
            <a:chExt cx="2427480" cy="79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AA83194-51FC-0E4C-EEAA-CE2935996FAA}"/>
                    </a:ext>
                  </a:extLst>
                </p14:cNvPr>
                <p14:cNvContentPartPr/>
                <p14:nvPr/>
              </p14:nvContentPartPr>
              <p14:xfrm>
                <a:off x="6158718" y="1704432"/>
                <a:ext cx="187560" cy="6242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AA83194-51FC-0E4C-EEAA-CE2935996FA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140718" y="1686432"/>
                  <a:ext cx="223200" cy="65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89180CD-0A07-4DD7-239D-CE94F677E177}"/>
                    </a:ext>
                  </a:extLst>
                </p14:cNvPr>
                <p14:cNvContentPartPr/>
                <p14:nvPr/>
              </p14:nvContentPartPr>
              <p14:xfrm>
                <a:off x="5971158" y="1676352"/>
                <a:ext cx="2427480" cy="7941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89180CD-0A07-4DD7-239D-CE94F677E17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953158" y="1658352"/>
                  <a:ext cx="2463120" cy="82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01" name="Group 25600">
            <a:extLst>
              <a:ext uri="{FF2B5EF4-FFF2-40B4-BE49-F238E27FC236}">
                <a16:creationId xmlns:a16="http://schemas.microsoft.com/office/drawing/2014/main" id="{0B98CA46-A62F-854B-32BC-30FCD5AAAE46}"/>
              </a:ext>
            </a:extLst>
          </p:cNvPr>
          <p:cNvGrpSpPr/>
          <p:nvPr/>
        </p:nvGrpSpPr>
        <p:grpSpPr>
          <a:xfrm>
            <a:off x="9865998" y="1778592"/>
            <a:ext cx="1931040" cy="945000"/>
            <a:chOff x="9865998" y="1778592"/>
            <a:chExt cx="1931040" cy="94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B5E5700-3023-597C-57CA-A16DAABD9704}"/>
                    </a:ext>
                  </a:extLst>
                </p14:cNvPr>
                <p14:cNvContentPartPr/>
                <p14:nvPr/>
              </p14:nvContentPartPr>
              <p14:xfrm>
                <a:off x="9927918" y="1807752"/>
                <a:ext cx="191880" cy="605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B5E5700-3023-597C-57CA-A16DAABD970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909918" y="1789752"/>
                  <a:ext cx="227520" cy="64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25600" name="Ink 25599">
                  <a:extLst>
                    <a:ext uri="{FF2B5EF4-FFF2-40B4-BE49-F238E27FC236}">
                      <a16:creationId xmlns:a16="http://schemas.microsoft.com/office/drawing/2014/main" id="{2663F85B-E891-963F-3824-A453A8310224}"/>
                    </a:ext>
                  </a:extLst>
                </p14:cNvPr>
                <p14:cNvContentPartPr/>
                <p14:nvPr/>
              </p14:nvContentPartPr>
              <p14:xfrm>
                <a:off x="9865998" y="1778592"/>
                <a:ext cx="1931040" cy="945000"/>
              </p14:xfrm>
            </p:contentPart>
          </mc:Choice>
          <mc:Fallback xmlns="">
            <p:pic>
              <p:nvPicPr>
                <p:cNvPr id="25600" name="Ink 25599">
                  <a:extLst>
                    <a:ext uri="{FF2B5EF4-FFF2-40B4-BE49-F238E27FC236}">
                      <a16:creationId xmlns:a16="http://schemas.microsoft.com/office/drawing/2014/main" id="{2663F85B-E891-963F-3824-A453A831022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848358" y="1760592"/>
                  <a:ext cx="1966680" cy="98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11" name="Group 25610">
            <a:extLst>
              <a:ext uri="{FF2B5EF4-FFF2-40B4-BE49-F238E27FC236}">
                <a16:creationId xmlns:a16="http://schemas.microsoft.com/office/drawing/2014/main" id="{D11DDF8D-9182-5315-316D-55A1F0160AEB}"/>
              </a:ext>
            </a:extLst>
          </p:cNvPr>
          <p:cNvGrpSpPr/>
          <p:nvPr/>
        </p:nvGrpSpPr>
        <p:grpSpPr>
          <a:xfrm>
            <a:off x="5830038" y="651432"/>
            <a:ext cx="1984320" cy="986040"/>
            <a:chOff x="5830038" y="651432"/>
            <a:chExt cx="1984320" cy="98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25605" name="Ink 25604">
                  <a:extLst>
                    <a:ext uri="{FF2B5EF4-FFF2-40B4-BE49-F238E27FC236}">
                      <a16:creationId xmlns:a16="http://schemas.microsoft.com/office/drawing/2014/main" id="{9F10FDC1-9BAC-1B05-0591-F01323356C42}"/>
                    </a:ext>
                  </a:extLst>
                </p14:cNvPr>
                <p14:cNvContentPartPr/>
                <p14:nvPr/>
              </p14:nvContentPartPr>
              <p14:xfrm>
                <a:off x="5946678" y="1242552"/>
                <a:ext cx="360" cy="360"/>
              </p14:xfrm>
            </p:contentPart>
          </mc:Choice>
          <mc:Fallback xmlns="">
            <p:pic>
              <p:nvPicPr>
                <p:cNvPr id="25605" name="Ink 25604">
                  <a:extLst>
                    <a:ext uri="{FF2B5EF4-FFF2-40B4-BE49-F238E27FC236}">
                      <a16:creationId xmlns:a16="http://schemas.microsoft.com/office/drawing/2014/main" id="{9F10FDC1-9BAC-1B05-0591-F01323356C4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929038" y="1224912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25606" name="Ink 25605">
                  <a:extLst>
                    <a:ext uri="{FF2B5EF4-FFF2-40B4-BE49-F238E27FC236}">
                      <a16:creationId xmlns:a16="http://schemas.microsoft.com/office/drawing/2014/main" id="{1982B115-FE39-A470-54E1-B3208C8D0244}"/>
                    </a:ext>
                  </a:extLst>
                </p14:cNvPr>
                <p14:cNvContentPartPr/>
                <p14:nvPr/>
              </p14:nvContentPartPr>
              <p14:xfrm>
                <a:off x="5907078" y="699672"/>
                <a:ext cx="269280" cy="864720"/>
              </p14:xfrm>
            </p:contentPart>
          </mc:Choice>
          <mc:Fallback xmlns="">
            <p:pic>
              <p:nvPicPr>
                <p:cNvPr id="25606" name="Ink 25605">
                  <a:extLst>
                    <a:ext uri="{FF2B5EF4-FFF2-40B4-BE49-F238E27FC236}">
                      <a16:creationId xmlns:a16="http://schemas.microsoft.com/office/drawing/2014/main" id="{1982B115-FE39-A470-54E1-B3208C8D024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889078" y="681672"/>
                  <a:ext cx="304920" cy="90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25607" name="Ink 25606">
                  <a:extLst>
                    <a:ext uri="{FF2B5EF4-FFF2-40B4-BE49-F238E27FC236}">
                      <a16:creationId xmlns:a16="http://schemas.microsoft.com/office/drawing/2014/main" id="{C46C0394-DD05-BBD1-9051-83232D0C95FC}"/>
                    </a:ext>
                  </a:extLst>
                </p14:cNvPr>
                <p14:cNvContentPartPr/>
                <p14:nvPr/>
              </p14:nvContentPartPr>
              <p14:xfrm>
                <a:off x="5830038" y="651432"/>
                <a:ext cx="1984320" cy="986040"/>
              </p14:xfrm>
            </p:contentPart>
          </mc:Choice>
          <mc:Fallback xmlns="">
            <p:pic>
              <p:nvPicPr>
                <p:cNvPr id="25607" name="Ink 25606">
                  <a:extLst>
                    <a:ext uri="{FF2B5EF4-FFF2-40B4-BE49-F238E27FC236}">
                      <a16:creationId xmlns:a16="http://schemas.microsoft.com/office/drawing/2014/main" id="{C46C0394-DD05-BBD1-9051-83232D0C95F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812398" y="633792"/>
                  <a:ext cx="2019960" cy="102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10" name="Group 25609">
            <a:extLst>
              <a:ext uri="{FF2B5EF4-FFF2-40B4-BE49-F238E27FC236}">
                <a16:creationId xmlns:a16="http://schemas.microsoft.com/office/drawing/2014/main" id="{F42CD6D0-8333-2AB7-6EB1-FFEC11558FC3}"/>
              </a:ext>
            </a:extLst>
          </p:cNvPr>
          <p:cNvGrpSpPr/>
          <p:nvPr/>
        </p:nvGrpSpPr>
        <p:grpSpPr>
          <a:xfrm>
            <a:off x="9868158" y="702192"/>
            <a:ext cx="1848960" cy="990000"/>
            <a:chOff x="9868158" y="702192"/>
            <a:chExt cx="1848960" cy="99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25608" name="Ink 25607">
                  <a:extLst>
                    <a:ext uri="{FF2B5EF4-FFF2-40B4-BE49-F238E27FC236}">
                      <a16:creationId xmlns:a16="http://schemas.microsoft.com/office/drawing/2014/main" id="{D83CD1FD-AD6B-EE2F-DC2A-C625F8F1CD03}"/>
                    </a:ext>
                  </a:extLst>
                </p14:cNvPr>
                <p14:cNvContentPartPr/>
                <p14:nvPr/>
              </p14:nvContentPartPr>
              <p14:xfrm>
                <a:off x="9991278" y="702192"/>
                <a:ext cx="75240" cy="656280"/>
              </p14:xfrm>
            </p:contentPart>
          </mc:Choice>
          <mc:Fallback xmlns="">
            <p:pic>
              <p:nvPicPr>
                <p:cNvPr id="25608" name="Ink 25607">
                  <a:extLst>
                    <a:ext uri="{FF2B5EF4-FFF2-40B4-BE49-F238E27FC236}">
                      <a16:creationId xmlns:a16="http://schemas.microsoft.com/office/drawing/2014/main" id="{D83CD1FD-AD6B-EE2F-DC2A-C625F8F1CD0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973638" y="684552"/>
                  <a:ext cx="110880" cy="69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25609" name="Ink 25608">
                  <a:extLst>
                    <a:ext uri="{FF2B5EF4-FFF2-40B4-BE49-F238E27FC236}">
                      <a16:creationId xmlns:a16="http://schemas.microsoft.com/office/drawing/2014/main" id="{48D4DD8B-65B9-2E2B-5B55-C946D75876D6}"/>
                    </a:ext>
                  </a:extLst>
                </p14:cNvPr>
                <p14:cNvContentPartPr/>
                <p14:nvPr/>
              </p14:nvContentPartPr>
              <p14:xfrm>
                <a:off x="9868158" y="732072"/>
                <a:ext cx="1848960" cy="960120"/>
              </p14:xfrm>
            </p:contentPart>
          </mc:Choice>
          <mc:Fallback xmlns="">
            <p:pic>
              <p:nvPicPr>
                <p:cNvPr id="25609" name="Ink 25608">
                  <a:extLst>
                    <a:ext uri="{FF2B5EF4-FFF2-40B4-BE49-F238E27FC236}">
                      <a16:creationId xmlns:a16="http://schemas.microsoft.com/office/drawing/2014/main" id="{48D4DD8B-65B9-2E2B-5B55-C946D75876D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850518" y="714072"/>
                  <a:ext cx="1884600" cy="9957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4A47-9910-8427-C294-85EF231A9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after resistors, capacitors, and inductors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2CE81-0CB1-A3BA-AAE4-F130651C5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rawing of a transistor&#10;&#10;Description automatically generated">
            <a:extLst>
              <a:ext uri="{FF2B5EF4-FFF2-40B4-BE49-F238E27FC236}">
                <a16:creationId xmlns:a16="http://schemas.microsoft.com/office/drawing/2014/main" id="{58015CDC-B57A-5C7C-798C-328E664ED0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2426" y="1253823"/>
            <a:ext cx="7749070" cy="217517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9B62C-D8E2-E983-9CDC-6F4AE26829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579912" y="4559474"/>
            <a:ext cx="11032176" cy="1687812"/>
          </a:xfrm>
        </p:spPr>
        <p:txBody>
          <a:bodyPr>
            <a:normAutofit/>
          </a:bodyPr>
          <a:lstStyle/>
          <a:p>
            <a:r>
              <a:rPr lang="en-US" altLang="en-US" sz="2800" dirty="0"/>
              <a:t>Each device and circuit allows us t</a:t>
            </a:r>
            <a:r>
              <a:rPr lang="en-US" altLang="en-US" dirty="0"/>
              <a:t>o carry out specific functionalities</a:t>
            </a:r>
            <a:endParaRPr lang="en-US" altLang="en-US" sz="2800" dirty="0"/>
          </a:p>
          <a:p>
            <a:endParaRPr lang="en-US" altLang="en-US" dirty="0"/>
          </a:p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141753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74" name="Picture 7" descr="PeriodicTable">
            <a:extLst>
              <a:ext uri="{FF2B5EF4-FFF2-40B4-BE49-F238E27FC236}">
                <a16:creationId xmlns:a16="http://schemas.microsoft.com/office/drawing/2014/main" id="{A2A01C9E-17C9-DDC6-3C75-C34D3F4A99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8350" y="1095376"/>
            <a:ext cx="7848600" cy="420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675" name="Rectangle 2">
            <a:extLst>
              <a:ext uri="{FF2B5EF4-FFF2-40B4-BE49-F238E27FC236}">
                <a16:creationId xmlns:a16="http://schemas.microsoft.com/office/drawing/2014/main" id="{C49DFD6D-4363-16A2-4BD3-CA58008196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-312479"/>
            <a:ext cx="7772400" cy="1143000"/>
          </a:xfrm>
        </p:spPr>
        <p:txBody>
          <a:bodyPr/>
          <a:lstStyle/>
          <a:p>
            <a:r>
              <a:rPr lang="en-US" altLang="en-US" dirty="0"/>
              <a:t>What are semiconductors</a:t>
            </a:r>
          </a:p>
        </p:txBody>
      </p:sp>
      <p:sp>
        <p:nvSpPr>
          <p:cNvPr id="28677" name="Text Box 6">
            <a:extLst>
              <a:ext uri="{FF2B5EF4-FFF2-40B4-BE49-F238E27FC236}">
                <a16:creationId xmlns:a16="http://schemas.microsoft.com/office/drawing/2014/main" id="{4683AEB5-6FB9-084C-634C-C5A12CC34B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7400" y="5181601"/>
            <a:ext cx="8077200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PT Sans" panose="020B0503020203020204" pitchFamily="34" charset="0"/>
              </a:rPr>
              <a:t>Elements: Si, Ge, C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PT Sans" panose="020B0503020203020204" pitchFamily="34" charset="0"/>
              </a:rPr>
              <a:t>Binary: GaAs, </a:t>
            </a:r>
            <a:r>
              <a:rPr lang="en-US" altLang="en-US" sz="2000" dirty="0" err="1">
                <a:latin typeface="PT Sans" panose="020B0503020203020204" pitchFamily="34" charset="0"/>
              </a:rPr>
              <a:t>SiC</a:t>
            </a:r>
            <a:r>
              <a:rPr lang="en-US" altLang="en-US" sz="2000" dirty="0">
                <a:latin typeface="PT Sans" panose="020B0503020203020204" pitchFamily="34" charset="0"/>
              </a:rPr>
              <a:t>, </a:t>
            </a:r>
            <a:r>
              <a:rPr lang="en-US" altLang="en-US" sz="2000" dirty="0" err="1">
                <a:latin typeface="PT Sans" panose="020B0503020203020204" pitchFamily="34" charset="0"/>
              </a:rPr>
              <a:t>CdSe</a:t>
            </a:r>
            <a:r>
              <a:rPr lang="en-US" altLang="en-US" sz="2000" dirty="0">
                <a:latin typeface="PT Sans" panose="020B0503020203020204" pitchFamily="34" charset="0"/>
              </a:rPr>
              <a:t>, etc.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PT Sans" panose="020B0503020203020204" pitchFamily="34" charset="0"/>
              </a:rPr>
              <a:t>Ternary+: </a:t>
            </a:r>
            <a:r>
              <a:rPr lang="en-US" altLang="en-US" sz="2000" dirty="0" err="1">
                <a:latin typeface="PT Sans" panose="020B0503020203020204" pitchFamily="34" charset="0"/>
              </a:rPr>
              <a:t>AlGaAs</a:t>
            </a:r>
            <a:r>
              <a:rPr lang="en-US" altLang="en-US" sz="2000" dirty="0">
                <a:latin typeface="PT Sans" panose="020B0503020203020204" pitchFamily="34" charset="0"/>
              </a:rPr>
              <a:t>, </a:t>
            </a:r>
            <a:r>
              <a:rPr lang="en-US" altLang="en-US" sz="2000" dirty="0" err="1">
                <a:latin typeface="PT Sans" panose="020B0503020203020204" pitchFamily="34" charset="0"/>
              </a:rPr>
              <a:t>InGaAs</a:t>
            </a:r>
            <a:r>
              <a:rPr lang="en-US" altLang="en-US" sz="2000" dirty="0">
                <a:latin typeface="PT Sans" panose="020B0503020203020204" pitchFamily="34" charset="0"/>
              </a:rPr>
              <a:t>, etc.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C0B8AA-1A13-A2A4-3307-92F2CD4F5316}"/>
              </a:ext>
            </a:extLst>
          </p:cNvPr>
          <p:cNvSpPr/>
          <p:nvPr/>
        </p:nvSpPr>
        <p:spPr>
          <a:xfrm>
            <a:off x="6863938" y="1888177"/>
            <a:ext cx="2208810" cy="2992581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PT Sans" panose="020B0503020203020204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40715DF-E306-24A1-35DC-05D209615A70}"/>
              </a:ext>
            </a:extLst>
          </p:cNvPr>
          <p:cNvGrpSpPr/>
          <p:nvPr/>
        </p:nvGrpSpPr>
        <p:grpSpPr>
          <a:xfrm>
            <a:off x="5435118" y="5139192"/>
            <a:ext cx="1828800" cy="759240"/>
            <a:chOff x="5435118" y="5139192"/>
            <a:chExt cx="1828800" cy="75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69C42EF-516D-F732-2E36-402CF9659AB8}"/>
                    </a:ext>
                  </a:extLst>
                </p14:cNvPr>
                <p14:cNvContentPartPr/>
                <p14:nvPr/>
              </p14:nvContentPartPr>
              <p14:xfrm>
                <a:off x="6107958" y="5139192"/>
                <a:ext cx="436320" cy="4838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69C42EF-516D-F732-2E36-402CF9659AB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089958" y="5121552"/>
                  <a:ext cx="471960" cy="51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B7A1130-EF0B-765B-DE68-B7650A6D0C1C}"/>
                    </a:ext>
                  </a:extLst>
                </p14:cNvPr>
                <p14:cNvContentPartPr/>
                <p14:nvPr/>
              </p14:nvContentPartPr>
              <p14:xfrm>
                <a:off x="6520518" y="5143872"/>
                <a:ext cx="460800" cy="4856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B7A1130-EF0B-765B-DE68-B7650A6D0C1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502518" y="5125872"/>
                  <a:ext cx="49644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CCC9515-029D-0255-6009-D484376C4D02}"/>
                    </a:ext>
                  </a:extLst>
                </p14:cNvPr>
                <p14:cNvContentPartPr/>
                <p14:nvPr/>
              </p14:nvContentPartPr>
              <p14:xfrm>
                <a:off x="6928398" y="5158632"/>
                <a:ext cx="335520" cy="439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CCC9515-029D-0255-6009-D484376C4D0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10758" y="5140632"/>
                  <a:ext cx="371160" cy="47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EA4F180-93BA-FAB4-865E-7A0B93E031C5}"/>
                    </a:ext>
                  </a:extLst>
                </p14:cNvPr>
                <p14:cNvContentPartPr/>
                <p14:nvPr/>
              </p14:nvContentPartPr>
              <p14:xfrm>
                <a:off x="5435118" y="5839032"/>
                <a:ext cx="606960" cy="59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EA4F180-93BA-FAB4-865E-7A0B93E031C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417478" y="5821392"/>
                  <a:ext cx="64260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6D6581-6865-0A4E-AE70-0BC9883341D3}"/>
                    </a:ext>
                  </a:extLst>
                </p14:cNvPr>
                <p14:cNvContentPartPr/>
                <p14:nvPr/>
              </p14:nvContentPartPr>
              <p14:xfrm>
                <a:off x="6140358" y="5809872"/>
                <a:ext cx="264600" cy="867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6D6581-6865-0A4E-AE70-0BC9883341D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122718" y="5791872"/>
                  <a:ext cx="300240" cy="1224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08151-03B1-8052-BDDF-254A536F4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Silicon – the workhorse of electronics</a:t>
            </a:r>
          </a:p>
        </p:txBody>
      </p:sp>
      <p:pic>
        <p:nvPicPr>
          <p:cNvPr id="6" name="Content Placeholder 5" descr="A diagram of a molecule&#10;&#10;Description automatically generated">
            <a:extLst>
              <a:ext uri="{FF2B5EF4-FFF2-40B4-BE49-F238E27FC236}">
                <a16:creationId xmlns:a16="http://schemas.microsoft.com/office/drawing/2014/main" id="{56A56F25-C0C9-A55B-4FAD-13AF023391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450" y="2004586"/>
            <a:ext cx="10351975" cy="317171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42398-A887-8B1B-D31A-75F6DCDB59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4613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009386DA-826C-3BA7-598E-E5F2B54CF7D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133600" y="1524000"/>
            <a:ext cx="7772400" cy="609600"/>
          </a:xfrm>
        </p:spPr>
        <p:txBody>
          <a:bodyPr/>
          <a:lstStyle/>
          <a:p>
            <a:r>
              <a:rPr lang="en-US" altLang="en-US" dirty="0"/>
              <a:t>Silicon Crystal Structure</a:t>
            </a:r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B530FDEA-D519-F0AA-D372-9C813E6ED6A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2209800" y="2743200"/>
            <a:ext cx="3429000" cy="2438400"/>
          </a:xfrm>
        </p:spPr>
        <p:txBody>
          <a:bodyPr/>
          <a:lstStyle/>
          <a:p>
            <a:r>
              <a:rPr lang="en-US" altLang="en-US" sz="2000" b="1" i="1"/>
              <a:t>Unit cell</a:t>
            </a:r>
            <a:r>
              <a:rPr lang="en-US" altLang="en-US" sz="2000"/>
              <a:t> of silicon crystal is cubic.</a:t>
            </a:r>
          </a:p>
          <a:p>
            <a:pPr>
              <a:buFontTx/>
              <a:buChar char="."/>
            </a:pPr>
            <a:endParaRPr lang="en-US" altLang="en-US" sz="2000"/>
          </a:p>
          <a:p>
            <a:r>
              <a:rPr lang="en-US" altLang="en-US" sz="2000" b="1" i="1"/>
              <a:t>Each Si atom has 4 nearest neighbors</a:t>
            </a:r>
            <a:r>
              <a:rPr lang="en-US" altLang="en-US" sz="2000" b="1"/>
              <a:t>.</a:t>
            </a:r>
          </a:p>
          <a:p>
            <a:pPr>
              <a:buFontTx/>
              <a:buNone/>
            </a:pPr>
            <a:endParaRPr lang="en-US" altLang="en-US" sz="2000"/>
          </a:p>
        </p:txBody>
      </p:sp>
      <p:pic>
        <p:nvPicPr>
          <p:cNvPr id="30724" name="Picture 4">
            <a:extLst>
              <a:ext uri="{FF2B5EF4-FFF2-40B4-BE49-F238E27FC236}">
                <a16:creationId xmlns:a16="http://schemas.microsoft.com/office/drawing/2014/main" id="{1B298628-7F76-39E5-06D4-033ECD0CC75B}"/>
              </a:ext>
            </a:extLst>
          </p:cNvPr>
          <p:cNvPicPr>
            <a:picLocks noGrp="1" noChangeAspect="1" noChangeArrowheads="1"/>
          </p:cNvPicPr>
          <p:nvPr>
            <p:ph type="clipArt"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324600" y="2209800"/>
            <a:ext cx="3810000" cy="3849688"/>
          </a:xfrm>
          <a:noFill/>
        </p:spPr>
      </p:pic>
      <p:sp>
        <p:nvSpPr>
          <p:cNvPr id="30725" name="Text Box 5">
            <a:extLst>
              <a:ext uri="{FF2B5EF4-FFF2-40B4-BE49-F238E27FC236}">
                <a16:creationId xmlns:a16="http://schemas.microsoft.com/office/drawing/2014/main" id="{40373B8C-5424-F7D0-D2B3-5495201F8E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8436428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Electrons and Holes in Semiconductors</a:t>
            </a:r>
          </a:p>
        </p:txBody>
      </p:sp>
      <p:sp>
        <p:nvSpPr>
          <p:cNvPr id="30726" name="Rectangle 6">
            <a:extLst>
              <a:ext uri="{FF2B5EF4-FFF2-40B4-BE49-F238E27FC236}">
                <a16:creationId xmlns:a16="http://schemas.microsoft.com/office/drawing/2014/main" id="{CCBA9FD7-97C6-CA04-BB44-05A11C8070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39200" y="5638800"/>
            <a:ext cx="13465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Å</a:t>
            </a:r>
            <a:endParaRPr lang="en-US" altLang="en-US" sz="2400">
              <a:latin typeface="PT Sans" panose="020B0503020203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89DFBCA8-0434-EEA6-9BEE-4C441D802A6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440" y="4762"/>
            <a:ext cx="7772400" cy="609600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Bond Model of Electrons and Holes (Intrinsic Si)</a:t>
            </a:r>
          </a:p>
        </p:txBody>
      </p:sp>
      <p:sp>
        <p:nvSpPr>
          <p:cNvPr id="32771" name="Rectangle 18">
            <a:extLst>
              <a:ext uri="{FF2B5EF4-FFF2-40B4-BE49-F238E27FC236}">
                <a16:creationId xmlns:a16="http://schemas.microsoft.com/office/drawing/2014/main" id="{22441DB8-4B79-37F7-59F2-64A0A09EB8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4200" y="852488"/>
            <a:ext cx="1635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2772" name="Rectangle 19">
            <a:extLst>
              <a:ext uri="{FF2B5EF4-FFF2-40B4-BE49-F238E27FC236}">
                <a16:creationId xmlns:a16="http://schemas.microsoft.com/office/drawing/2014/main" id="{6612224B-EED7-5980-C733-3A2BEBFB4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1376" y="879475"/>
            <a:ext cx="224741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rgbClr val="000000"/>
                </a:solidFill>
                <a:latin typeface="PT Sans" panose="020B0503020203020204" pitchFamily="34" charset="0"/>
              </a:rPr>
              <a:t>Silicon crystal in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2773" name="Rectangle 20">
            <a:extLst>
              <a:ext uri="{FF2B5EF4-FFF2-40B4-BE49-F238E27FC236}">
                <a16:creationId xmlns:a16="http://schemas.microsoft.com/office/drawing/2014/main" id="{B3E6D316-52C3-67FF-ABBB-0F214F6436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4201" y="1247775"/>
            <a:ext cx="269464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rgbClr val="000000"/>
                </a:solidFill>
                <a:latin typeface="PT Sans" panose="020B0503020203020204" pitchFamily="34" charset="0"/>
              </a:rPr>
              <a:t>   a two-dimensional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2774" name="Rectangle 21">
            <a:extLst>
              <a:ext uri="{FF2B5EF4-FFF2-40B4-BE49-F238E27FC236}">
                <a16:creationId xmlns:a16="http://schemas.microsoft.com/office/drawing/2014/main" id="{BEDB796C-C49E-C006-5F36-4BFBD156EB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1376" y="1574800"/>
            <a:ext cx="198612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rgbClr val="000000"/>
                </a:solidFill>
                <a:latin typeface="PT Sans" panose="020B0503020203020204" pitchFamily="34" charset="0"/>
              </a:rPr>
              <a:t>representation.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pic>
        <p:nvPicPr>
          <p:cNvPr id="32775" name="Picture 5">
            <a:extLst>
              <a:ext uri="{FF2B5EF4-FFF2-40B4-BE49-F238E27FC236}">
                <a16:creationId xmlns:a16="http://schemas.microsoft.com/office/drawing/2014/main" id="{D22F1F24-2718-4D91-B6D1-96B80C82F5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838200"/>
            <a:ext cx="2082800" cy="1968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Rectangle 33">
            <a:extLst>
              <a:ext uri="{FF2B5EF4-FFF2-40B4-BE49-F238E27FC236}">
                <a16:creationId xmlns:a16="http://schemas.microsoft.com/office/drawing/2014/main" id="{90539FAA-88F0-B2A7-22C8-E44FF217F7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4525" y="3276601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 dirty="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 dirty="0">
              <a:latin typeface="PT Sans" panose="020B0503020203020204" pitchFamily="34" charset="0"/>
            </a:endParaRPr>
          </a:p>
        </p:txBody>
      </p:sp>
      <p:sp>
        <p:nvSpPr>
          <p:cNvPr id="32777" name="Rectangle 34">
            <a:extLst>
              <a:ext uri="{FF2B5EF4-FFF2-40B4-BE49-F238E27FC236}">
                <a16:creationId xmlns:a16="http://schemas.microsoft.com/office/drawing/2014/main" id="{F087C667-E8BB-A7BC-569F-99AD139757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9525" y="3276601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778" name="Rectangle 35">
            <a:extLst>
              <a:ext uri="{FF2B5EF4-FFF2-40B4-BE49-F238E27FC236}">
                <a16:creationId xmlns:a16="http://schemas.microsoft.com/office/drawing/2014/main" id="{7B09B9C4-13D0-B774-E3DC-EFB2AB176F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7225" y="3276601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779" name="Rectangle 36">
            <a:extLst>
              <a:ext uri="{FF2B5EF4-FFF2-40B4-BE49-F238E27FC236}">
                <a16:creationId xmlns:a16="http://schemas.microsoft.com/office/drawing/2014/main" id="{EC956431-5A69-310E-C022-6D51177A2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4525" y="39354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780" name="Rectangle 37">
            <a:extLst>
              <a:ext uri="{FF2B5EF4-FFF2-40B4-BE49-F238E27FC236}">
                <a16:creationId xmlns:a16="http://schemas.microsoft.com/office/drawing/2014/main" id="{1CB2E07D-C9E4-FC30-B496-DACB1A6529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9525" y="39354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781" name="Rectangle 38">
            <a:extLst>
              <a:ext uri="{FF2B5EF4-FFF2-40B4-BE49-F238E27FC236}">
                <a16:creationId xmlns:a16="http://schemas.microsoft.com/office/drawing/2014/main" id="{DDE78245-4231-DD83-6C09-3A02DB621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7225" y="39354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782" name="Rectangle 39">
            <a:extLst>
              <a:ext uri="{FF2B5EF4-FFF2-40B4-BE49-F238E27FC236}">
                <a16:creationId xmlns:a16="http://schemas.microsoft.com/office/drawing/2014/main" id="{52DDE61A-2DB2-A046-8AD0-363CDD0282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4525" y="45831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783" name="Rectangle 40">
            <a:extLst>
              <a:ext uri="{FF2B5EF4-FFF2-40B4-BE49-F238E27FC236}">
                <a16:creationId xmlns:a16="http://schemas.microsoft.com/office/drawing/2014/main" id="{48B2CE78-D22D-350A-FDCA-9218D2B31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9525" y="45831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784" name="Rectangle 41">
            <a:extLst>
              <a:ext uri="{FF2B5EF4-FFF2-40B4-BE49-F238E27FC236}">
                <a16:creationId xmlns:a16="http://schemas.microsoft.com/office/drawing/2014/main" id="{EA99A608-9F15-3A28-DA86-8317B231DE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7225" y="45831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785" name="Freeform 42">
            <a:extLst>
              <a:ext uri="{FF2B5EF4-FFF2-40B4-BE49-F238E27FC236}">
                <a16:creationId xmlns:a16="http://schemas.microsoft.com/office/drawing/2014/main" id="{0EBC0714-D3B9-9D2D-1D72-B0F63BC438A1}"/>
              </a:ext>
            </a:extLst>
          </p:cNvPr>
          <p:cNvSpPr>
            <a:spLocks/>
          </p:cNvSpPr>
          <p:nvPr/>
        </p:nvSpPr>
        <p:spPr bwMode="auto">
          <a:xfrm>
            <a:off x="3276600" y="30734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86" name="Freeform 43">
            <a:extLst>
              <a:ext uri="{FF2B5EF4-FFF2-40B4-BE49-F238E27FC236}">
                <a16:creationId xmlns:a16="http://schemas.microsoft.com/office/drawing/2014/main" id="{BF734690-FB43-2EA2-F7DC-2597CFFBB9CD}"/>
              </a:ext>
            </a:extLst>
          </p:cNvPr>
          <p:cNvSpPr>
            <a:spLocks/>
          </p:cNvSpPr>
          <p:nvPr/>
        </p:nvSpPr>
        <p:spPr bwMode="auto">
          <a:xfrm>
            <a:off x="3276600" y="30734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lnTo>
                  <a:pt x="40" y="16"/>
                </a:lnTo>
                <a:lnTo>
                  <a:pt x="40" y="32"/>
                </a:lnTo>
                <a:lnTo>
                  <a:pt x="32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87" name="Freeform 44">
            <a:extLst>
              <a:ext uri="{FF2B5EF4-FFF2-40B4-BE49-F238E27FC236}">
                <a16:creationId xmlns:a16="http://schemas.microsoft.com/office/drawing/2014/main" id="{6D90AD13-6AD4-96F1-553A-5E53E7C751BC}"/>
              </a:ext>
            </a:extLst>
          </p:cNvPr>
          <p:cNvSpPr>
            <a:spLocks/>
          </p:cNvSpPr>
          <p:nvPr/>
        </p:nvSpPr>
        <p:spPr bwMode="auto">
          <a:xfrm>
            <a:off x="3327400" y="30988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88" name="Freeform 45">
            <a:extLst>
              <a:ext uri="{FF2B5EF4-FFF2-40B4-BE49-F238E27FC236}">
                <a16:creationId xmlns:a16="http://schemas.microsoft.com/office/drawing/2014/main" id="{B8E285F3-49C8-23EC-8762-06674BA16C73}"/>
              </a:ext>
            </a:extLst>
          </p:cNvPr>
          <p:cNvSpPr>
            <a:spLocks/>
          </p:cNvSpPr>
          <p:nvPr/>
        </p:nvSpPr>
        <p:spPr bwMode="auto">
          <a:xfrm>
            <a:off x="3136900" y="30734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89" name="Freeform 46">
            <a:extLst>
              <a:ext uri="{FF2B5EF4-FFF2-40B4-BE49-F238E27FC236}">
                <a16:creationId xmlns:a16="http://schemas.microsoft.com/office/drawing/2014/main" id="{B5D6366B-D500-FC0E-43F0-4D2A4FF2118A}"/>
              </a:ext>
            </a:extLst>
          </p:cNvPr>
          <p:cNvSpPr>
            <a:spLocks/>
          </p:cNvSpPr>
          <p:nvPr/>
        </p:nvSpPr>
        <p:spPr bwMode="auto">
          <a:xfrm>
            <a:off x="3136900" y="30734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lnTo>
                  <a:pt x="40" y="16"/>
                </a:lnTo>
                <a:lnTo>
                  <a:pt x="40" y="32"/>
                </a:lnTo>
                <a:lnTo>
                  <a:pt x="32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0" name="Freeform 47">
            <a:extLst>
              <a:ext uri="{FF2B5EF4-FFF2-40B4-BE49-F238E27FC236}">
                <a16:creationId xmlns:a16="http://schemas.microsoft.com/office/drawing/2014/main" id="{5DCBBABB-430D-D762-5EE3-0A61BC8AED92}"/>
              </a:ext>
            </a:extLst>
          </p:cNvPr>
          <p:cNvSpPr>
            <a:spLocks/>
          </p:cNvSpPr>
          <p:nvPr/>
        </p:nvSpPr>
        <p:spPr bwMode="auto">
          <a:xfrm>
            <a:off x="3187700" y="30988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1" name="Freeform 48">
            <a:extLst>
              <a:ext uri="{FF2B5EF4-FFF2-40B4-BE49-F238E27FC236}">
                <a16:creationId xmlns:a16="http://schemas.microsoft.com/office/drawing/2014/main" id="{F88129BB-61F4-4258-05AD-D1737842B601}"/>
              </a:ext>
            </a:extLst>
          </p:cNvPr>
          <p:cNvSpPr>
            <a:spLocks/>
          </p:cNvSpPr>
          <p:nvPr/>
        </p:nvSpPr>
        <p:spPr bwMode="auto">
          <a:xfrm>
            <a:off x="2908300" y="3340100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0 w 32"/>
              <a:gd name="T7" fmla="*/ 0 h 24"/>
              <a:gd name="T8" fmla="*/ 0 w 32"/>
              <a:gd name="T9" fmla="*/ 2147483646 h 24"/>
              <a:gd name="T10" fmla="*/ 0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8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2" name="Freeform 49">
            <a:extLst>
              <a:ext uri="{FF2B5EF4-FFF2-40B4-BE49-F238E27FC236}">
                <a16:creationId xmlns:a16="http://schemas.microsoft.com/office/drawing/2014/main" id="{D2F5873A-EFDA-AE6B-4B54-B795F13920FA}"/>
              </a:ext>
            </a:extLst>
          </p:cNvPr>
          <p:cNvSpPr>
            <a:spLocks/>
          </p:cNvSpPr>
          <p:nvPr/>
        </p:nvSpPr>
        <p:spPr bwMode="auto">
          <a:xfrm>
            <a:off x="2908300" y="3340100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2147483646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0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0 w 40"/>
              <a:gd name="T29" fmla="*/ 2147483646 h 32"/>
              <a:gd name="T30" fmla="*/ 0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0 w 40"/>
              <a:gd name="T65" fmla="*/ 2147483646 h 32"/>
              <a:gd name="T66" fmla="*/ 0 w 40"/>
              <a:gd name="T67" fmla="*/ 2147483646 h 32"/>
              <a:gd name="T68" fmla="*/ 0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0 w 40"/>
              <a:gd name="T77" fmla="*/ 0 h 32"/>
              <a:gd name="T78" fmla="*/ 0 w 40"/>
              <a:gd name="T79" fmla="*/ 0 h 32"/>
              <a:gd name="T80" fmla="*/ 0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8" y="24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8"/>
                </a:lnTo>
                <a:lnTo>
                  <a:pt x="40" y="8"/>
                </a:lnTo>
                <a:lnTo>
                  <a:pt x="32" y="24"/>
                </a:lnTo>
                <a:lnTo>
                  <a:pt x="24" y="32"/>
                </a:lnTo>
                <a:lnTo>
                  <a:pt x="16" y="32"/>
                </a:lnTo>
                <a:lnTo>
                  <a:pt x="0" y="32"/>
                </a:lnTo>
                <a:lnTo>
                  <a:pt x="0" y="24"/>
                </a:lnTo>
                <a:lnTo>
                  <a:pt x="0" y="8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8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3" name="Freeform 50">
            <a:extLst>
              <a:ext uri="{FF2B5EF4-FFF2-40B4-BE49-F238E27FC236}">
                <a16:creationId xmlns:a16="http://schemas.microsoft.com/office/drawing/2014/main" id="{1341F720-09D8-A2CF-AF63-4DD4A82C4683}"/>
              </a:ext>
            </a:extLst>
          </p:cNvPr>
          <p:cNvSpPr>
            <a:spLocks/>
          </p:cNvSpPr>
          <p:nvPr/>
        </p:nvSpPr>
        <p:spPr bwMode="auto">
          <a:xfrm>
            <a:off x="2959100" y="33528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4" name="Freeform 51">
            <a:extLst>
              <a:ext uri="{FF2B5EF4-FFF2-40B4-BE49-F238E27FC236}">
                <a16:creationId xmlns:a16="http://schemas.microsoft.com/office/drawing/2014/main" id="{76D83CE6-7107-30BE-42C1-7B0D3E5DE568}"/>
              </a:ext>
            </a:extLst>
          </p:cNvPr>
          <p:cNvSpPr>
            <a:spLocks/>
          </p:cNvSpPr>
          <p:nvPr/>
        </p:nvSpPr>
        <p:spPr bwMode="auto">
          <a:xfrm>
            <a:off x="2908300" y="34798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0 w 32"/>
              <a:gd name="T7" fmla="*/ 0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5" name="Freeform 52">
            <a:extLst>
              <a:ext uri="{FF2B5EF4-FFF2-40B4-BE49-F238E27FC236}">
                <a16:creationId xmlns:a16="http://schemas.microsoft.com/office/drawing/2014/main" id="{B6AA1F32-80D7-21C5-8FF7-FA74F6A08538}"/>
              </a:ext>
            </a:extLst>
          </p:cNvPr>
          <p:cNvSpPr>
            <a:spLocks/>
          </p:cNvSpPr>
          <p:nvPr/>
        </p:nvSpPr>
        <p:spPr bwMode="auto">
          <a:xfrm>
            <a:off x="2908300" y="34798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0 h 40"/>
              <a:gd name="T78" fmla="*/ 0 w 40"/>
              <a:gd name="T79" fmla="*/ 0 h 40"/>
              <a:gd name="T80" fmla="*/ 0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6" name="Freeform 53">
            <a:extLst>
              <a:ext uri="{FF2B5EF4-FFF2-40B4-BE49-F238E27FC236}">
                <a16:creationId xmlns:a16="http://schemas.microsoft.com/office/drawing/2014/main" id="{3F039EA9-DA6F-6A3A-9CA0-CCD3B7D3DD48}"/>
              </a:ext>
            </a:extLst>
          </p:cNvPr>
          <p:cNvSpPr>
            <a:spLocks/>
          </p:cNvSpPr>
          <p:nvPr/>
        </p:nvSpPr>
        <p:spPr bwMode="auto">
          <a:xfrm>
            <a:off x="2959100" y="35052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7" name="Freeform 54">
            <a:extLst>
              <a:ext uri="{FF2B5EF4-FFF2-40B4-BE49-F238E27FC236}">
                <a16:creationId xmlns:a16="http://schemas.microsoft.com/office/drawing/2014/main" id="{A0265A28-0733-2666-DB5A-559E7C2CD193}"/>
              </a:ext>
            </a:extLst>
          </p:cNvPr>
          <p:cNvSpPr>
            <a:spLocks/>
          </p:cNvSpPr>
          <p:nvPr/>
        </p:nvSpPr>
        <p:spPr bwMode="auto">
          <a:xfrm>
            <a:off x="3530600" y="3340100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8" name="Freeform 55">
            <a:extLst>
              <a:ext uri="{FF2B5EF4-FFF2-40B4-BE49-F238E27FC236}">
                <a16:creationId xmlns:a16="http://schemas.microsoft.com/office/drawing/2014/main" id="{FD7E50C0-B1B9-2B2A-FE60-D2AA7CA6F136}"/>
              </a:ext>
            </a:extLst>
          </p:cNvPr>
          <p:cNvSpPr>
            <a:spLocks/>
          </p:cNvSpPr>
          <p:nvPr/>
        </p:nvSpPr>
        <p:spPr bwMode="auto">
          <a:xfrm>
            <a:off x="3530600" y="3340100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2147483646 h 32"/>
              <a:gd name="T18" fmla="*/ 2147483646 w 40"/>
              <a:gd name="T19" fmla="*/ 2147483646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8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lnTo>
                  <a:pt x="40" y="8"/>
                </a:lnTo>
                <a:lnTo>
                  <a:pt x="40" y="24"/>
                </a:lnTo>
                <a:lnTo>
                  <a:pt x="32" y="32"/>
                </a:lnTo>
                <a:lnTo>
                  <a:pt x="16" y="32"/>
                </a:lnTo>
                <a:lnTo>
                  <a:pt x="8" y="32"/>
                </a:lnTo>
                <a:lnTo>
                  <a:pt x="8" y="24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8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9" name="Freeform 56">
            <a:extLst>
              <a:ext uri="{FF2B5EF4-FFF2-40B4-BE49-F238E27FC236}">
                <a16:creationId xmlns:a16="http://schemas.microsoft.com/office/drawing/2014/main" id="{133745D4-3A4B-2C5F-241A-43863042802D}"/>
              </a:ext>
            </a:extLst>
          </p:cNvPr>
          <p:cNvSpPr>
            <a:spLocks/>
          </p:cNvSpPr>
          <p:nvPr/>
        </p:nvSpPr>
        <p:spPr bwMode="auto">
          <a:xfrm>
            <a:off x="3581400" y="33528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0" name="Freeform 57">
            <a:extLst>
              <a:ext uri="{FF2B5EF4-FFF2-40B4-BE49-F238E27FC236}">
                <a16:creationId xmlns:a16="http://schemas.microsoft.com/office/drawing/2014/main" id="{81290F10-6530-FFDB-089E-0F7C6E95BFF8}"/>
              </a:ext>
            </a:extLst>
          </p:cNvPr>
          <p:cNvSpPr>
            <a:spLocks/>
          </p:cNvSpPr>
          <p:nvPr/>
        </p:nvSpPr>
        <p:spPr bwMode="auto">
          <a:xfrm>
            <a:off x="3530600" y="34798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1" name="Freeform 58">
            <a:extLst>
              <a:ext uri="{FF2B5EF4-FFF2-40B4-BE49-F238E27FC236}">
                <a16:creationId xmlns:a16="http://schemas.microsoft.com/office/drawing/2014/main" id="{7E47F46C-636C-8759-344E-CF68C7D08BC8}"/>
              </a:ext>
            </a:extLst>
          </p:cNvPr>
          <p:cNvSpPr>
            <a:spLocks/>
          </p:cNvSpPr>
          <p:nvPr/>
        </p:nvSpPr>
        <p:spPr bwMode="auto">
          <a:xfrm>
            <a:off x="3530600" y="34798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2" name="Freeform 59">
            <a:extLst>
              <a:ext uri="{FF2B5EF4-FFF2-40B4-BE49-F238E27FC236}">
                <a16:creationId xmlns:a16="http://schemas.microsoft.com/office/drawing/2014/main" id="{7E8BF52C-839A-561C-DECF-C0373CAF21BD}"/>
              </a:ext>
            </a:extLst>
          </p:cNvPr>
          <p:cNvSpPr>
            <a:spLocks/>
          </p:cNvSpPr>
          <p:nvPr/>
        </p:nvSpPr>
        <p:spPr bwMode="auto">
          <a:xfrm>
            <a:off x="3581400" y="35052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3" name="Freeform 60">
            <a:extLst>
              <a:ext uri="{FF2B5EF4-FFF2-40B4-BE49-F238E27FC236}">
                <a16:creationId xmlns:a16="http://schemas.microsoft.com/office/drawing/2014/main" id="{FE7439D9-053A-D55F-CABA-2E4B7997EB65}"/>
              </a:ext>
            </a:extLst>
          </p:cNvPr>
          <p:cNvSpPr>
            <a:spLocks/>
          </p:cNvSpPr>
          <p:nvPr/>
        </p:nvSpPr>
        <p:spPr bwMode="auto">
          <a:xfrm>
            <a:off x="3276600" y="37195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4" name="Freeform 61">
            <a:extLst>
              <a:ext uri="{FF2B5EF4-FFF2-40B4-BE49-F238E27FC236}">
                <a16:creationId xmlns:a16="http://schemas.microsoft.com/office/drawing/2014/main" id="{A2D2FFFA-B82E-C3C8-7306-D7C2340355BC}"/>
              </a:ext>
            </a:extLst>
          </p:cNvPr>
          <p:cNvSpPr>
            <a:spLocks/>
          </p:cNvSpPr>
          <p:nvPr/>
        </p:nvSpPr>
        <p:spPr bwMode="auto">
          <a:xfrm>
            <a:off x="3276600" y="37195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5" name="Freeform 62">
            <a:extLst>
              <a:ext uri="{FF2B5EF4-FFF2-40B4-BE49-F238E27FC236}">
                <a16:creationId xmlns:a16="http://schemas.microsoft.com/office/drawing/2014/main" id="{C35D9EAF-0031-C5C4-F2E2-6ECFE9C46EB6}"/>
              </a:ext>
            </a:extLst>
          </p:cNvPr>
          <p:cNvSpPr>
            <a:spLocks/>
          </p:cNvSpPr>
          <p:nvPr/>
        </p:nvSpPr>
        <p:spPr bwMode="auto">
          <a:xfrm>
            <a:off x="3327400" y="37449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6" name="Freeform 63">
            <a:extLst>
              <a:ext uri="{FF2B5EF4-FFF2-40B4-BE49-F238E27FC236}">
                <a16:creationId xmlns:a16="http://schemas.microsoft.com/office/drawing/2014/main" id="{948CB762-5C4F-869B-F3F5-1AFC51B80B18}"/>
              </a:ext>
            </a:extLst>
          </p:cNvPr>
          <p:cNvSpPr>
            <a:spLocks/>
          </p:cNvSpPr>
          <p:nvPr/>
        </p:nvSpPr>
        <p:spPr bwMode="auto">
          <a:xfrm>
            <a:off x="3136900" y="37322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7" name="Freeform 64">
            <a:extLst>
              <a:ext uri="{FF2B5EF4-FFF2-40B4-BE49-F238E27FC236}">
                <a16:creationId xmlns:a16="http://schemas.microsoft.com/office/drawing/2014/main" id="{67A3B0C7-735A-16A1-51E4-BD26C33F2DD7}"/>
              </a:ext>
            </a:extLst>
          </p:cNvPr>
          <p:cNvSpPr>
            <a:spLocks/>
          </p:cNvSpPr>
          <p:nvPr/>
        </p:nvSpPr>
        <p:spPr bwMode="auto">
          <a:xfrm>
            <a:off x="3136900" y="37322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2147483646 h 32"/>
              <a:gd name="T18" fmla="*/ 2147483646 w 40"/>
              <a:gd name="T19" fmla="*/ 2147483646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8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lnTo>
                  <a:pt x="40" y="8"/>
                </a:lnTo>
                <a:lnTo>
                  <a:pt x="40" y="24"/>
                </a:lnTo>
                <a:lnTo>
                  <a:pt x="32" y="32"/>
                </a:lnTo>
                <a:lnTo>
                  <a:pt x="16" y="32"/>
                </a:lnTo>
                <a:lnTo>
                  <a:pt x="8" y="32"/>
                </a:lnTo>
                <a:lnTo>
                  <a:pt x="8" y="24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8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8" name="Freeform 65">
            <a:extLst>
              <a:ext uri="{FF2B5EF4-FFF2-40B4-BE49-F238E27FC236}">
                <a16:creationId xmlns:a16="http://schemas.microsoft.com/office/drawing/2014/main" id="{C688D167-E887-E44E-78F3-9F8B565015A5}"/>
              </a:ext>
            </a:extLst>
          </p:cNvPr>
          <p:cNvSpPr>
            <a:spLocks/>
          </p:cNvSpPr>
          <p:nvPr/>
        </p:nvSpPr>
        <p:spPr bwMode="auto">
          <a:xfrm>
            <a:off x="3187700" y="37449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9" name="Freeform 66">
            <a:extLst>
              <a:ext uri="{FF2B5EF4-FFF2-40B4-BE49-F238E27FC236}">
                <a16:creationId xmlns:a16="http://schemas.microsoft.com/office/drawing/2014/main" id="{C7A97D10-16B1-366C-055B-7974D09180AA}"/>
              </a:ext>
            </a:extLst>
          </p:cNvPr>
          <p:cNvSpPr>
            <a:spLocks/>
          </p:cNvSpPr>
          <p:nvPr/>
        </p:nvSpPr>
        <p:spPr bwMode="auto">
          <a:xfrm>
            <a:off x="3530600" y="3986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0" name="Freeform 67">
            <a:extLst>
              <a:ext uri="{FF2B5EF4-FFF2-40B4-BE49-F238E27FC236}">
                <a16:creationId xmlns:a16="http://schemas.microsoft.com/office/drawing/2014/main" id="{2284429C-C2FA-83A8-1099-5E29BA33335E}"/>
              </a:ext>
            </a:extLst>
          </p:cNvPr>
          <p:cNvSpPr>
            <a:spLocks/>
          </p:cNvSpPr>
          <p:nvPr/>
        </p:nvSpPr>
        <p:spPr bwMode="auto">
          <a:xfrm>
            <a:off x="3530600" y="3986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1" name="Freeform 68">
            <a:extLst>
              <a:ext uri="{FF2B5EF4-FFF2-40B4-BE49-F238E27FC236}">
                <a16:creationId xmlns:a16="http://schemas.microsoft.com/office/drawing/2014/main" id="{70C9F06A-2456-BF13-0789-87EE9A87421D}"/>
              </a:ext>
            </a:extLst>
          </p:cNvPr>
          <p:cNvSpPr>
            <a:spLocks/>
          </p:cNvSpPr>
          <p:nvPr/>
        </p:nvSpPr>
        <p:spPr bwMode="auto">
          <a:xfrm>
            <a:off x="3581400" y="40116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2" name="Freeform 69">
            <a:extLst>
              <a:ext uri="{FF2B5EF4-FFF2-40B4-BE49-F238E27FC236}">
                <a16:creationId xmlns:a16="http://schemas.microsoft.com/office/drawing/2014/main" id="{04794294-836E-9C11-87EC-541B599AB789}"/>
              </a:ext>
            </a:extLst>
          </p:cNvPr>
          <p:cNvSpPr>
            <a:spLocks/>
          </p:cNvSpPr>
          <p:nvPr/>
        </p:nvSpPr>
        <p:spPr bwMode="auto">
          <a:xfrm>
            <a:off x="3530600" y="4125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3" name="Freeform 70">
            <a:extLst>
              <a:ext uri="{FF2B5EF4-FFF2-40B4-BE49-F238E27FC236}">
                <a16:creationId xmlns:a16="http://schemas.microsoft.com/office/drawing/2014/main" id="{9A0A9F06-2279-D7E8-84BB-C7DB664999B5}"/>
              </a:ext>
            </a:extLst>
          </p:cNvPr>
          <p:cNvSpPr>
            <a:spLocks/>
          </p:cNvSpPr>
          <p:nvPr/>
        </p:nvSpPr>
        <p:spPr bwMode="auto">
          <a:xfrm>
            <a:off x="3530600" y="4125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4" name="Freeform 71">
            <a:extLst>
              <a:ext uri="{FF2B5EF4-FFF2-40B4-BE49-F238E27FC236}">
                <a16:creationId xmlns:a16="http://schemas.microsoft.com/office/drawing/2014/main" id="{902E0B30-8B1D-9445-EB8E-569C9A258B04}"/>
              </a:ext>
            </a:extLst>
          </p:cNvPr>
          <p:cNvSpPr>
            <a:spLocks/>
          </p:cNvSpPr>
          <p:nvPr/>
        </p:nvSpPr>
        <p:spPr bwMode="auto">
          <a:xfrm>
            <a:off x="3581400" y="41513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5" name="Freeform 72">
            <a:extLst>
              <a:ext uri="{FF2B5EF4-FFF2-40B4-BE49-F238E27FC236}">
                <a16:creationId xmlns:a16="http://schemas.microsoft.com/office/drawing/2014/main" id="{AC2CB0E1-354D-59AD-15C7-F676311BFCFB}"/>
              </a:ext>
            </a:extLst>
          </p:cNvPr>
          <p:cNvSpPr>
            <a:spLocks/>
          </p:cNvSpPr>
          <p:nvPr/>
        </p:nvSpPr>
        <p:spPr bwMode="auto">
          <a:xfrm>
            <a:off x="3276600" y="4379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6" name="Freeform 73">
            <a:extLst>
              <a:ext uri="{FF2B5EF4-FFF2-40B4-BE49-F238E27FC236}">
                <a16:creationId xmlns:a16="http://schemas.microsoft.com/office/drawing/2014/main" id="{243089C0-BE13-93EF-B0F2-A8744BFDEA7A}"/>
              </a:ext>
            </a:extLst>
          </p:cNvPr>
          <p:cNvSpPr>
            <a:spLocks/>
          </p:cNvSpPr>
          <p:nvPr/>
        </p:nvSpPr>
        <p:spPr bwMode="auto">
          <a:xfrm>
            <a:off x="3276600" y="4379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7" name="Freeform 74">
            <a:extLst>
              <a:ext uri="{FF2B5EF4-FFF2-40B4-BE49-F238E27FC236}">
                <a16:creationId xmlns:a16="http://schemas.microsoft.com/office/drawing/2014/main" id="{70C12C6D-68A0-BD5E-1B4E-BE62EAD28A4B}"/>
              </a:ext>
            </a:extLst>
          </p:cNvPr>
          <p:cNvSpPr>
            <a:spLocks/>
          </p:cNvSpPr>
          <p:nvPr/>
        </p:nvSpPr>
        <p:spPr bwMode="auto">
          <a:xfrm>
            <a:off x="3327400" y="44053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8" name="Freeform 75">
            <a:extLst>
              <a:ext uri="{FF2B5EF4-FFF2-40B4-BE49-F238E27FC236}">
                <a16:creationId xmlns:a16="http://schemas.microsoft.com/office/drawing/2014/main" id="{84A916BA-FA0D-69CD-95F4-EE7D9575CB97}"/>
              </a:ext>
            </a:extLst>
          </p:cNvPr>
          <p:cNvSpPr>
            <a:spLocks/>
          </p:cNvSpPr>
          <p:nvPr/>
        </p:nvSpPr>
        <p:spPr bwMode="auto">
          <a:xfrm>
            <a:off x="3149600" y="4379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9" name="Freeform 76">
            <a:extLst>
              <a:ext uri="{FF2B5EF4-FFF2-40B4-BE49-F238E27FC236}">
                <a16:creationId xmlns:a16="http://schemas.microsoft.com/office/drawing/2014/main" id="{4911F355-80AA-F786-E867-1C2D7E4B9BF8}"/>
              </a:ext>
            </a:extLst>
          </p:cNvPr>
          <p:cNvSpPr>
            <a:spLocks/>
          </p:cNvSpPr>
          <p:nvPr/>
        </p:nvSpPr>
        <p:spPr bwMode="auto">
          <a:xfrm>
            <a:off x="3149600" y="4379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0" name="Freeform 77">
            <a:extLst>
              <a:ext uri="{FF2B5EF4-FFF2-40B4-BE49-F238E27FC236}">
                <a16:creationId xmlns:a16="http://schemas.microsoft.com/office/drawing/2014/main" id="{2DD2CB8B-5BDE-4A47-B321-5BC07764C3E2}"/>
              </a:ext>
            </a:extLst>
          </p:cNvPr>
          <p:cNvSpPr>
            <a:spLocks/>
          </p:cNvSpPr>
          <p:nvPr/>
        </p:nvSpPr>
        <p:spPr bwMode="auto">
          <a:xfrm>
            <a:off x="3200400" y="44053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1" name="Freeform 78">
            <a:extLst>
              <a:ext uri="{FF2B5EF4-FFF2-40B4-BE49-F238E27FC236}">
                <a16:creationId xmlns:a16="http://schemas.microsoft.com/office/drawing/2014/main" id="{F5CA1EBE-C7D7-836E-BEA0-F03D804B04CD}"/>
              </a:ext>
            </a:extLst>
          </p:cNvPr>
          <p:cNvSpPr>
            <a:spLocks/>
          </p:cNvSpPr>
          <p:nvPr/>
        </p:nvSpPr>
        <p:spPr bwMode="auto">
          <a:xfrm>
            <a:off x="2908300" y="3986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2" name="Freeform 79">
            <a:extLst>
              <a:ext uri="{FF2B5EF4-FFF2-40B4-BE49-F238E27FC236}">
                <a16:creationId xmlns:a16="http://schemas.microsoft.com/office/drawing/2014/main" id="{BB54DE07-7122-A42E-7C19-186DB8573123}"/>
              </a:ext>
            </a:extLst>
          </p:cNvPr>
          <p:cNvSpPr>
            <a:spLocks/>
          </p:cNvSpPr>
          <p:nvPr/>
        </p:nvSpPr>
        <p:spPr bwMode="auto">
          <a:xfrm>
            <a:off x="2908300" y="3986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3" name="Freeform 80">
            <a:extLst>
              <a:ext uri="{FF2B5EF4-FFF2-40B4-BE49-F238E27FC236}">
                <a16:creationId xmlns:a16="http://schemas.microsoft.com/office/drawing/2014/main" id="{0B26912F-82A0-6E9B-A9DF-996FF4FE557E}"/>
              </a:ext>
            </a:extLst>
          </p:cNvPr>
          <p:cNvSpPr>
            <a:spLocks/>
          </p:cNvSpPr>
          <p:nvPr/>
        </p:nvSpPr>
        <p:spPr bwMode="auto">
          <a:xfrm>
            <a:off x="2959100" y="40116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4" name="Freeform 81">
            <a:extLst>
              <a:ext uri="{FF2B5EF4-FFF2-40B4-BE49-F238E27FC236}">
                <a16:creationId xmlns:a16="http://schemas.microsoft.com/office/drawing/2014/main" id="{71B8ECA2-14B7-2C81-954C-C4C197A99A92}"/>
              </a:ext>
            </a:extLst>
          </p:cNvPr>
          <p:cNvSpPr>
            <a:spLocks/>
          </p:cNvSpPr>
          <p:nvPr/>
        </p:nvSpPr>
        <p:spPr bwMode="auto">
          <a:xfrm>
            <a:off x="2908300" y="4125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0 w 32"/>
              <a:gd name="T7" fmla="*/ 0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5" name="Freeform 82">
            <a:extLst>
              <a:ext uri="{FF2B5EF4-FFF2-40B4-BE49-F238E27FC236}">
                <a16:creationId xmlns:a16="http://schemas.microsoft.com/office/drawing/2014/main" id="{CB97CF5D-918A-3CDC-C4A2-5CE6698D1120}"/>
              </a:ext>
            </a:extLst>
          </p:cNvPr>
          <p:cNvSpPr>
            <a:spLocks/>
          </p:cNvSpPr>
          <p:nvPr/>
        </p:nvSpPr>
        <p:spPr bwMode="auto">
          <a:xfrm>
            <a:off x="2908300" y="4125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0 h 40"/>
              <a:gd name="T78" fmla="*/ 0 w 40"/>
              <a:gd name="T79" fmla="*/ 0 h 40"/>
              <a:gd name="T80" fmla="*/ 0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6" name="Freeform 83">
            <a:extLst>
              <a:ext uri="{FF2B5EF4-FFF2-40B4-BE49-F238E27FC236}">
                <a16:creationId xmlns:a16="http://schemas.microsoft.com/office/drawing/2014/main" id="{931A2B9B-8A88-E3FB-EE34-26B97B8923A7}"/>
              </a:ext>
            </a:extLst>
          </p:cNvPr>
          <p:cNvSpPr>
            <a:spLocks/>
          </p:cNvSpPr>
          <p:nvPr/>
        </p:nvSpPr>
        <p:spPr bwMode="auto">
          <a:xfrm>
            <a:off x="2959100" y="41513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7" name="Freeform 84">
            <a:extLst>
              <a:ext uri="{FF2B5EF4-FFF2-40B4-BE49-F238E27FC236}">
                <a16:creationId xmlns:a16="http://schemas.microsoft.com/office/drawing/2014/main" id="{6AF831DF-7F98-FD5E-2A25-E93BC1CFEFBD}"/>
              </a:ext>
            </a:extLst>
          </p:cNvPr>
          <p:cNvSpPr>
            <a:spLocks/>
          </p:cNvSpPr>
          <p:nvPr/>
        </p:nvSpPr>
        <p:spPr bwMode="auto">
          <a:xfrm>
            <a:off x="2908300" y="4621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0 w 32"/>
              <a:gd name="T7" fmla="*/ 0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8" name="Freeform 85">
            <a:extLst>
              <a:ext uri="{FF2B5EF4-FFF2-40B4-BE49-F238E27FC236}">
                <a16:creationId xmlns:a16="http://schemas.microsoft.com/office/drawing/2014/main" id="{010770C4-0EEF-4DE4-05F0-11A292CA7100}"/>
              </a:ext>
            </a:extLst>
          </p:cNvPr>
          <p:cNvSpPr>
            <a:spLocks/>
          </p:cNvSpPr>
          <p:nvPr/>
        </p:nvSpPr>
        <p:spPr bwMode="auto">
          <a:xfrm>
            <a:off x="2908300" y="4621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0 h 40"/>
              <a:gd name="T78" fmla="*/ 0 w 40"/>
              <a:gd name="T79" fmla="*/ 0 h 40"/>
              <a:gd name="T80" fmla="*/ 0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9" name="Freeform 86">
            <a:extLst>
              <a:ext uri="{FF2B5EF4-FFF2-40B4-BE49-F238E27FC236}">
                <a16:creationId xmlns:a16="http://schemas.microsoft.com/office/drawing/2014/main" id="{6ABF4C84-2510-E8D1-138A-BB8228078FAD}"/>
              </a:ext>
            </a:extLst>
          </p:cNvPr>
          <p:cNvSpPr>
            <a:spLocks/>
          </p:cNvSpPr>
          <p:nvPr/>
        </p:nvSpPr>
        <p:spPr bwMode="auto">
          <a:xfrm>
            <a:off x="2959100" y="46466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0" name="Freeform 87">
            <a:extLst>
              <a:ext uri="{FF2B5EF4-FFF2-40B4-BE49-F238E27FC236}">
                <a16:creationId xmlns:a16="http://schemas.microsoft.com/office/drawing/2014/main" id="{87AB95B4-0AAE-4270-654A-0387EBC7F6A2}"/>
              </a:ext>
            </a:extLst>
          </p:cNvPr>
          <p:cNvSpPr>
            <a:spLocks/>
          </p:cNvSpPr>
          <p:nvPr/>
        </p:nvSpPr>
        <p:spPr bwMode="auto">
          <a:xfrm>
            <a:off x="2908300" y="47736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1" name="Freeform 88">
            <a:extLst>
              <a:ext uri="{FF2B5EF4-FFF2-40B4-BE49-F238E27FC236}">
                <a16:creationId xmlns:a16="http://schemas.microsoft.com/office/drawing/2014/main" id="{3D88084F-8857-5CFD-6142-766BA88C51C4}"/>
              </a:ext>
            </a:extLst>
          </p:cNvPr>
          <p:cNvSpPr>
            <a:spLocks/>
          </p:cNvSpPr>
          <p:nvPr/>
        </p:nvSpPr>
        <p:spPr bwMode="auto">
          <a:xfrm>
            <a:off x="2908300" y="47736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32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40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2" name="Freeform 89">
            <a:extLst>
              <a:ext uri="{FF2B5EF4-FFF2-40B4-BE49-F238E27FC236}">
                <a16:creationId xmlns:a16="http://schemas.microsoft.com/office/drawing/2014/main" id="{B94045D9-7460-3470-284F-186B355B4E49}"/>
              </a:ext>
            </a:extLst>
          </p:cNvPr>
          <p:cNvSpPr>
            <a:spLocks/>
          </p:cNvSpPr>
          <p:nvPr/>
        </p:nvSpPr>
        <p:spPr bwMode="auto">
          <a:xfrm>
            <a:off x="2959100" y="47990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3" name="Freeform 90">
            <a:extLst>
              <a:ext uri="{FF2B5EF4-FFF2-40B4-BE49-F238E27FC236}">
                <a16:creationId xmlns:a16="http://schemas.microsoft.com/office/drawing/2014/main" id="{287FCBDD-644E-1599-18AA-F7AE812AB307}"/>
              </a:ext>
            </a:extLst>
          </p:cNvPr>
          <p:cNvSpPr>
            <a:spLocks/>
          </p:cNvSpPr>
          <p:nvPr/>
        </p:nvSpPr>
        <p:spPr bwMode="auto">
          <a:xfrm>
            <a:off x="3136900" y="5013325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4" name="Freeform 91">
            <a:extLst>
              <a:ext uri="{FF2B5EF4-FFF2-40B4-BE49-F238E27FC236}">
                <a16:creationId xmlns:a16="http://schemas.microsoft.com/office/drawing/2014/main" id="{73D4622C-4091-6DEC-071D-93152EC96263}"/>
              </a:ext>
            </a:extLst>
          </p:cNvPr>
          <p:cNvSpPr>
            <a:spLocks/>
          </p:cNvSpPr>
          <p:nvPr/>
        </p:nvSpPr>
        <p:spPr bwMode="auto">
          <a:xfrm>
            <a:off x="3136900" y="5013325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5" name="Freeform 92">
            <a:extLst>
              <a:ext uri="{FF2B5EF4-FFF2-40B4-BE49-F238E27FC236}">
                <a16:creationId xmlns:a16="http://schemas.microsoft.com/office/drawing/2014/main" id="{CCBA210B-B021-F66A-5D2C-D826096344B4}"/>
              </a:ext>
            </a:extLst>
          </p:cNvPr>
          <p:cNvSpPr>
            <a:spLocks/>
          </p:cNvSpPr>
          <p:nvPr/>
        </p:nvSpPr>
        <p:spPr bwMode="auto">
          <a:xfrm>
            <a:off x="3187700" y="503872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6" name="Freeform 93">
            <a:extLst>
              <a:ext uri="{FF2B5EF4-FFF2-40B4-BE49-F238E27FC236}">
                <a16:creationId xmlns:a16="http://schemas.microsoft.com/office/drawing/2014/main" id="{84B2D217-393E-8DA2-3BFA-93B0997A2295}"/>
              </a:ext>
            </a:extLst>
          </p:cNvPr>
          <p:cNvSpPr>
            <a:spLocks/>
          </p:cNvSpPr>
          <p:nvPr/>
        </p:nvSpPr>
        <p:spPr bwMode="auto">
          <a:xfrm>
            <a:off x="3276600" y="5013325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7" name="Freeform 94">
            <a:extLst>
              <a:ext uri="{FF2B5EF4-FFF2-40B4-BE49-F238E27FC236}">
                <a16:creationId xmlns:a16="http://schemas.microsoft.com/office/drawing/2014/main" id="{7CC4B069-6863-1EC8-DF25-B6EE0B82332A}"/>
              </a:ext>
            </a:extLst>
          </p:cNvPr>
          <p:cNvSpPr>
            <a:spLocks/>
          </p:cNvSpPr>
          <p:nvPr/>
        </p:nvSpPr>
        <p:spPr bwMode="auto">
          <a:xfrm>
            <a:off x="3276600" y="5013325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8" name="Freeform 95">
            <a:extLst>
              <a:ext uri="{FF2B5EF4-FFF2-40B4-BE49-F238E27FC236}">
                <a16:creationId xmlns:a16="http://schemas.microsoft.com/office/drawing/2014/main" id="{9DC95018-5C78-FB3B-7A6D-9C9FCD001E7F}"/>
              </a:ext>
            </a:extLst>
          </p:cNvPr>
          <p:cNvSpPr>
            <a:spLocks/>
          </p:cNvSpPr>
          <p:nvPr/>
        </p:nvSpPr>
        <p:spPr bwMode="auto">
          <a:xfrm>
            <a:off x="3327400" y="503872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9" name="Freeform 96">
            <a:extLst>
              <a:ext uri="{FF2B5EF4-FFF2-40B4-BE49-F238E27FC236}">
                <a16:creationId xmlns:a16="http://schemas.microsoft.com/office/drawing/2014/main" id="{C0A4524C-8B1B-8C8F-B348-1975FBB62BF7}"/>
              </a:ext>
            </a:extLst>
          </p:cNvPr>
          <p:cNvSpPr>
            <a:spLocks/>
          </p:cNvSpPr>
          <p:nvPr/>
        </p:nvSpPr>
        <p:spPr bwMode="auto">
          <a:xfrm>
            <a:off x="3530600" y="47736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0" name="Freeform 97">
            <a:extLst>
              <a:ext uri="{FF2B5EF4-FFF2-40B4-BE49-F238E27FC236}">
                <a16:creationId xmlns:a16="http://schemas.microsoft.com/office/drawing/2014/main" id="{98348AF2-1F49-2EBC-D863-D0254F677D6C}"/>
              </a:ext>
            </a:extLst>
          </p:cNvPr>
          <p:cNvSpPr>
            <a:spLocks/>
          </p:cNvSpPr>
          <p:nvPr/>
        </p:nvSpPr>
        <p:spPr bwMode="auto">
          <a:xfrm>
            <a:off x="3530600" y="47736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lnTo>
                  <a:pt x="40" y="16"/>
                </a:lnTo>
                <a:lnTo>
                  <a:pt x="40" y="32"/>
                </a:lnTo>
                <a:lnTo>
                  <a:pt x="32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1" name="Freeform 98">
            <a:extLst>
              <a:ext uri="{FF2B5EF4-FFF2-40B4-BE49-F238E27FC236}">
                <a16:creationId xmlns:a16="http://schemas.microsoft.com/office/drawing/2014/main" id="{33291406-F251-9ADC-D4F8-6C1C3574A7BF}"/>
              </a:ext>
            </a:extLst>
          </p:cNvPr>
          <p:cNvSpPr>
            <a:spLocks/>
          </p:cNvSpPr>
          <p:nvPr/>
        </p:nvSpPr>
        <p:spPr bwMode="auto">
          <a:xfrm>
            <a:off x="3581400" y="47990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2" name="Freeform 99">
            <a:extLst>
              <a:ext uri="{FF2B5EF4-FFF2-40B4-BE49-F238E27FC236}">
                <a16:creationId xmlns:a16="http://schemas.microsoft.com/office/drawing/2014/main" id="{2066389B-967D-3CE4-459A-7A54BA8D1EB4}"/>
              </a:ext>
            </a:extLst>
          </p:cNvPr>
          <p:cNvSpPr>
            <a:spLocks/>
          </p:cNvSpPr>
          <p:nvPr/>
        </p:nvSpPr>
        <p:spPr bwMode="auto">
          <a:xfrm>
            <a:off x="3530600" y="4621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3" name="Freeform 100">
            <a:extLst>
              <a:ext uri="{FF2B5EF4-FFF2-40B4-BE49-F238E27FC236}">
                <a16:creationId xmlns:a16="http://schemas.microsoft.com/office/drawing/2014/main" id="{33979230-93BA-886D-25F0-0BC70B3FADA2}"/>
              </a:ext>
            </a:extLst>
          </p:cNvPr>
          <p:cNvSpPr>
            <a:spLocks/>
          </p:cNvSpPr>
          <p:nvPr/>
        </p:nvSpPr>
        <p:spPr bwMode="auto">
          <a:xfrm>
            <a:off x="3530600" y="4621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4" name="Freeform 101">
            <a:extLst>
              <a:ext uri="{FF2B5EF4-FFF2-40B4-BE49-F238E27FC236}">
                <a16:creationId xmlns:a16="http://schemas.microsoft.com/office/drawing/2014/main" id="{6A1BCD7D-07E3-4349-D564-7D3C93509147}"/>
              </a:ext>
            </a:extLst>
          </p:cNvPr>
          <p:cNvSpPr>
            <a:spLocks/>
          </p:cNvSpPr>
          <p:nvPr/>
        </p:nvSpPr>
        <p:spPr bwMode="auto">
          <a:xfrm>
            <a:off x="3581400" y="46466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5" name="Freeform 102">
            <a:extLst>
              <a:ext uri="{FF2B5EF4-FFF2-40B4-BE49-F238E27FC236}">
                <a16:creationId xmlns:a16="http://schemas.microsoft.com/office/drawing/2014/main" id="{2EF55779-CDE0-A0A5-EC61-76C4278D19CA}"/>
              </a:ext>
            </a:extLst>
          </p:cNvPr>
          <p:cNvSpPr>
            <a:spLocks/>
          </p:cNvSpPr>
          <p:nvPr/>
        </p:nvSpPr>
        <p:spPr bwMode="auto">
          <a:xfrm>
            <a:off x="3771900" y="5013325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6" name="Freeform 103">
            <a:extLst>
              <a:ext uri="{FF2B5EF4-FFF2-40B4-BE49-F238E27FC236}">
                <a16:creationId xmlns:a16="http://schemas.microsoft.com/office/drawing/2014/main" id="{912B435A-B91B-58CB-011B-A398AFBC9484}"/>
              </a:ext>
            </a:extLst>
          </p:cNvPr>
          <p:cNvSpPr>
            <a:spLocks/>
          </p:cNvSpPr>
          <p:nvPr/>
        </p:nvSpPr>
        <p:spPr bwMode="auto">
          <a:xfrm>
            <a:off x="3771900" y="5013325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7" name="Freeform 104">
            <a:extLst>
              <a:ext uri="{FF2B5EF4-FFF2-40B4-BE49-F238E27FC236}">
                <a16:creationId xmlns:a16="http://schemas.microsoft.com/office/drawing/2014/main" id="{83E3595A-C0EE-96EB-904F-790623660469}"/>
              </a:ext>
            </a:extLst>
          </p:cNvPr>
          <p:cNvSpPr>
            <a:spLocks/>
          </p:cNvSpPr>
          <p:nvPr/>
        </p:nvSpPr>
        <p:spPr bwMode="auto">
          <a:xfrm>
            <a:off x="3822700" y="503872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8" name="Freeform 105">
            <a:extLst>
              <a:ext uri="{FF2B5EF4-FFF2-40B4-BE49-F238E27FC236}">
                <a16:creationId xmlns:a16="http://schemas.microsoft.com/office/drawing/2014/main" id="{E2E851B4-6DAA-17D0-4D91-454D40D6A990}"/>
              </a:ext>
            </a:extLst>
          </p:cNvPr>
          <p:cNvSpPr>
            <a:spLocks/>
          </p:cNvSpPr>
          <p:nvPr/>
        </p:nvSpPr>
        <p:spPr bwMode="auto">
          <a:xfrm>
            <a:off x="3924300" y="5026025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0 w 32"/>
              <a:gd name="T7" fmla="*/ 0 h 24"/>
              <a:gd name="T8" fmla="*/ 0 w 32"/>
              <a:gd name="T9" fmla="*/ 2147483646 h 24"/>
              <a:gd name="T10" fmla="*/ 0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8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9" name="Freeform 106">
            <a:extLst>
              <a:ext uri="{FF2B5EF4-FFF2-40B4-BE49-F238E27FC236}">
                <a16:creationId xmlns:a16="http://schemas.microsoft.com/office/drawing/2014/main" id="{8B5A4EE9-0814-97BF-E9AD-806A0570777B}"/>
              </a:ext>
            </a:extLst>
          </p:cNvPr>
          <p:cNvSpPr>
            <a:spLocks/>
          </p:cNvSpPr>
          <p:nvPr/>
        </p:nvSpPr>
        <p:spPr bwMode="auto">
          <a:xfrm>
            <a:off x="3924300" y="5026025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2147483646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0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0 w 40"/>
              <a:gd name="T29" fmla="*/ 2147483646 h 32"/>
              <a:gd name="T30" fmla="*/ 0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0 w 40"/>
              <a:gd name="T65" fmla="*/ 2147483646 h 32"/>
              <a:gd name="T66" fmla="*/ 0 w 40"/>
              <a:gd name="T67" fmla="*/ 2147483646 h 32"/>
              <a:gd name="T68" fmla="*/ 0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0 w 40"/>
              <a:gd name="T77" fmla="*/ 0 h 32"/>
              <a:gd name="T78" fmla="*/ 0 w 40"/>
              <a:gd name="T79" fmla="*/ 0 h 32"/>
              <a:gd name="T80" fmla="*/ 0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8" y="24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8"/>
                </a:lnTo>
                <a:lnTo>
                  <a:pt x="40" y="8"/>
                </a:lnTo>
                <a:lnTo>
                  <a:pt x="32" y="24"/>
                </a:lnTo>
                <a:lnTo>
                  <a:pt x="24" y="32"/>
                </a:lnTo>
                <a:lnTo>
                  <a:pt x="16" y="32"/>
                </a:lnTo>
                <a:lnTo>
                  <a:pt x="0" y="32"/>
                </a:lnTo>
                <a:lnTo>
                  <a:pt x="0" y="24"/>
                </a:lnTo>
                <a:lnTo>
                  <a:pt x="0" y="8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8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0" name="Freeform 107">
            <a:extLst>
              <a:ext uri="{FF2B5EF4-FFF2-40B4-BE49-F238E27FC236}">
                <a16:creationId xmlns:a16="http://schemas.microsoft.com/office/drawing/2014/main" id="{A0197DEA-23BA-4C7A-59A7-734CFA6AED87}"/>
              </a:ext>
            </a:extLst>
          </p:cNvPr>
          <p:cNvSpPr>
            <a:spLocks/>
          </p:cNvSpPr>
          <p:nvPr/>
        </p:nvSpPr>
        <p:spPr bwMode="auto">
          <a:xfrm>
            <a:off x="3975100" y="50387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1" name="Freeform 108">
            <a:extLst>
              <a:ext uri="{FF2B5EF4-FFF2-40B4-BE49-F238E27FC236}">
                <a16:creationId xmlns:a16="http://schemas.microsoft.com/office/drawing/2014/main" id="{F627B6A0-06B0-20FA-A46A-B4C47FB59B8D}"/>
              </a:ext>
            </a:extLst>
          </p:cNvPr>
          <p:cNvSpPr>
            <a:spLocks/>
          </p:cNvSpPr>
          <p:nvPr/>
        </p:nvSpPr>
        <p:spPr bwMode="auto">
          <a:xfrm>
            <a:off x="4178300" y="47736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2" name="Freeform 109">
            <a:extLst>
              <a:ext uri="{FF2B5EF4-FFF2-40B4-BE49-F238E27FC236}">
                <a16:creationId xmlns:a16="http://schemas.microsoft.com/office/drawing/2014/main" id="{6ABFA12A-571D-2B28-A57E-674BEBBA03AD}"/>
              </a:ext>
            </a:extLst>
          </p:cNvPr>
          <p:cNvSpPr>
            <a:spLocks/>
          </p:cNvSpPr>
          <p:nvPr/>
        </p:nvSpPr>
        <p:spPr bwMode="auto">
          <a:xfrm>
            <a:off x="4178300" y="47736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lnTo>
                  <a:pt x="40" y="16"/>
                </a:lnTo>
                <a:lnTo>
                  <a:pt x="40" y="32"/>
                </a:lnTo>
                <a:lnTo>
                  <a:pt x="32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3" name="Freeform 110">
            <a:extLst>
              <a:ext uri="{FF2B5EF4-FFF2-40B4-BE49-F238E27FC236}">
                <a16:creationId xmlns:a16="http://schemas.microsoft.com/office/drawing/2014/main" id="{B37BDE7C-01C7-10AB-1A12-C5140F7890B5}"/>
              </a:ext>
            </a:extLst>
          </p:cNvPr>
          <p:cNvSpPr>
            <a:spLocks/>
          </p:cNvSpPr>
          <p:nvPr/>
        </p:nvSpPr>
        <p:spPr bwMode="auto">
          <a:xfrm>
            <a:off x="4229100" y="47990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4" name="Freeform 111">
            <a:extLst>
              <a:ext uri="{FF2B5EF4-FFF2-40B4-BE49-F238E27FC236}">
                <a16:creationId xmlns:a16="http://schemas.microsoft.com/office/drawing/2014/main" id="{08BE98B6-7BA3-B136-F50A-68013B19A307}"/>
              </a:ext>
            </a:extLst>
          </p:cNvPr>
          <p:cNvSpPr>
            <a:spLocks/>
          </p:cNvSpPr>
          <p:nvPr/>
        </p:nvSpPr>
        <p:spPr bwMode="auto">
          <a:xfrm>
            <a:off x="4165600" y="4633914"/>
            <a:ext cx="76200" cy="1587"/>
          </a:xfrm>
          <a:custGeom>
            <a:avLst/>
            <a:gdLst>
              <a:gd name="T0" fmla="*/ 2147483646 w 48"/>
              <a:gd name="T1" fmla="*/ 0 h 1587"/>
              <a:gd name="T2" fmla="*/ 2147483646 w 48"/>
              <a:gd name="T3" fmla="*/ 0 h 1587"/>
              <a:gd name="T4" fmla="*/ 2147483646 w 48"/>
              <a:gd name="T5" fmla="*/ 0 h 1587"/>
              <a:gd name="T6" fmla="*/ 2147483646 w 48"/>
              <a:gd name="T7" fmla="*/ 0 h 1587"/>
              <a:gd name="T8" fmla="*/ 0 w 48"/>
              <a:gd name="T9" fmla="*/ 0 h 1587"/>
              <a:gd name="T10" fmla="*/ 2147483646 w 48"/>
              <a:gd name="T11" fmla="*/ 0 h 1587"/>
              <a:gd name="T12" fmla="*/ 2147483646 w 48"/>
              <a:gd name="T13" fmla="*/ 0 h 1587"/>
              <a:gd name="T14" fmla="*/ 2147483646 w 48"/>
              <a:gd name="T15" fmla="*/ 0 h 1587"/>
              <a:gd name="T16" fmla="*/ 2147483646 w 48"/>
              <a:gd name="T17" fmla="*/ 0 h 1587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8"/>
              <a:gd name="T28" fmla="*/ 0 h 1587"/>
              <a:gd name="T29" fmla="*/ 48 w 48"/>
              <a:gd name="T30" fmla="*/ 1587 h 1587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8" h="1587">
                <a:moveTo>
                  <a:pt x="48" y="0"/>
                </a:moveTo>
                <a:lnTo>
                  <a:pt x="40" y="0"/>
                </a:lnTo>
                <a:lnTo>
                  <a:pt x="24" y="0"/>
                </a:lnTo>
                <a:lnTo>
                  <a:pt x="8" y="0"/>
                </a:lnTo>
                <a:lnTo>
                  <a:pt x="0" y="0"/>
                </a:lnTo>
                <a:lnTo>
                  <a:pt x="8" y="0"/>
                </a:lnTo>
                <a:lnTo>
                  <a:pt x="24" y="0"/>
                </a:lnTo>
                <a:lnTo>
                  <a:pt x="40" y="0"/>
                </a:lnTo>
                <a:lnTo>
                  <a:pt x="48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5" name="Freeform 112">
            <a:extLst>
              <a:ext uri="{FF2B5EF4-FFF2-40B4-BE49-F238E27FC236}">
                <a16:creationId xmlns:a16="http://schemas.microsoft.com/office/drawing/2014/main" id="{31BD2179-2A69-3263-AE54-90B4F48BC2F3}"/>
              </a:ext>
            </a:extLst>
          </p:cNvPr>
          <p:cNvSpPr>
            <a:spLocks/>
          </p:cNvSpPr>
          <p:nvPr/>
        </p:nvSpPr>
        <p:spPr bwMode="auto">
          <a:xfrm>
            <a:off x="4165600" y="4633913"/>
            <a:ext cx="76200" cy="12700"/>
          </a:xfrm>
          <a:custGeom>
            <a:avLst/>
            <a:gdLst>
              <a:gd name="T0" fmla="*/ 2147483646 w 48"/>
              <a:gd name="T1" fmla="*/ 2147483646 h 8"/>
              <a:gd name="T2" fmla="*/ 2147483646 w 48"/>
              <a:gd name="T3" fmla="*/ 2147483646 h 8"/>
              <a:gd name="T4" fmla="*/ 2147483646 w 48"/>
              <a:gd name="T5" fmla="*/ 2147483646 h 8"/>
              <a:gd name="T6" fmla="*/ 2147483646 w 48"/>
              <a:gd name="T7" fmla="*/ 2147483646 h 8"/>
              <a:gd name="T8" fmla="*/ 2147483646 w 48"/>
              <a:gd name="T9" fmla="*/ 2147483646 h 8"/>
              <a:gd name="T10" fmla="*/ 2147483646 w 48"/>
              <a:gd name="T11" fmla="*/ 2147483646 h 8"/>
              <a:gd name="T12" fmla="*/ 2147483646 w 48"/>
              <a:gd name="T13" fmla="*/ 2147483646 h 8"/>
              <a:gd name="T14" fmla="*/ 2147483646 w 48"/>
              <a:gd name="T15" fmla="*/ 2147483646 h 8"/>
              <a:gd name="T16" fmla="*/ 2147483646 w 48"/>
              <a:gd name="T17" fmla="*/ 2147483646 h 8"/>
              <a:gd name="T18" fmla="*/ 2147483646 w 48"/>
              <a:gd name="T19" fmla="*/ 2147483646 h 8"/>
              <a:gd name="T20" fmla="*/ 0 w 48"/>
              <a:gd name="T21" fmla="*/ 2147483646 h 8"/>
              <a:gd name="T22" fmla="*/ 0 w 48"/>
              <a:gd name="T23" fmla="*/ 0 h 8"/>
              <a:gd name="T24" fmla="*/ 0 w 48"/>
              <a:gd name="T25" fmla="*/ 0 h 8"/>
              <a:gd name="T26" fmla="*/ 2147483646 w 48"/>
              <a:gd name="T27" fmla="*/ 0 h 8"/>
              <a:gd name="T28" fmla="*/ 2147483646 w 48"/>
              <a:gd name="T29" fmla="*/ 0 h 8"/>
              <a:gd name="T30" fmla="*/ 2147483646 w 48"/>
              <a:gd name="T31" fmla="*/ 0 h 8"/>
              <a:gd name="T32" fmla="*/ 2147483646 w 48"/>
              <a:gd name="T33" fmla="*/ 0 h 8"/>
              <a:gd name="T34" fmla="*/ 2147483646 w 48"/>
              <a:gd name="T35" fmla="*/ 0 h 8"/>
              <a:gd name="T36" fmla="*/ 2147483646 w 48"/>
              <a:gd name="T37" fmla="*/ 0 h 8"/>
              <a:gd name="T38" fmla="*/ 2147483646 w 48"/>
              <a:gd name="T39" fmla="*/ 0 h 8"/>
              <a:gd name="T40" fmla="*/ 2147483646 w 48"/>
              <a:gd name="T41" fmla="*/ 0 h 8"/>
              <a:gd name="T42" fmla="*/ 2147483646 w 48"/>
              <a:gd name="T43" fmla="*/ 0 h 8"/>
              <a:gd name="T44" fmla="*/ 2147483646 w 48"/>
              <a:gd name="T45" fmla="*/ 0 h 8"/>
              <a:gd name="T46" fmla="*/ 2147483646 w 48"/>
              <a:gd name="T47" fmla="*/ 0 h 8"/>
              <a:gd name="T48" fmla="*/ 2147483646 w 48"/>
              <a:gd name="T49" fmla="*/ 2147483646 h 8"/>
              <a:gd name="T50" fmla="*/ 2147483646 w 48"/>
              <a:gd name="T51" fmla="*/ 2147483646 h 8"/>
              <a:gd name="T52" fmla="*/ 2147483646 w 48"/>
              <a:gd name="T53" fmla="*/ 2147483646 h 8"/>
              <a:gd name="T54" fmla="*/ 2147483646 w 48"/>
              <a:gd name="T55" fmla="*/ 2147483646 h 8"/>
              <a:gd name="T56" fmla="*/ 2147483646 w 48"/>
              <a:gd name="T57" fmla="*/ 2147483646 h 8"/>
              <a:gd name="T58" fmla="*/ 2147483646 w 48"/>
              <a:gd name="T59" fmla="*/ 2147483646 h 8"/>
              <a:gd name="T60" fmla="*/ 2147483646 w 48"/>
              <a:gd name="T61" fmla="*/ 2147483646 h 8"/>
              <a:gd name="T62" fmla="*/ 2147483646 w 48"/>
              <a:gd name="T63" fmla="*/ 2147483646 h 8"/>
              <a:gd name="T64" fmla="*/ 2147483646 w 48"/>
              <a:gd name="T65" fmla="*/ 2147483646 h 8"/>
              <a:gd name="T66" fmla="*/ 2147483646 w 48"/>
              <a:gd name="T67" fmla="*/ 2147483646 h 8"/>
              <a:gd name="T68" fmla="*/ 2147483646 w 48"/>
              <a:gd name="T69" fmla="*/ 2147483646 h 8"/>
              <a:gd name="T70" fmla="*/ 0 w 48"/>
              <a:gd name="T71" fmla="*/ 2147483646 h 8"/>
              <a:gd name="T72" fmla="*/ 0 w 48"/>
              <a:gd name="T73" fmla="*/ 2147483646 h 8"/>
              <a:gd name="T74" fmla="*/ 0 w 48"/>
              <a:gd name="T75" fmla="*/ 0 h 8"/>
              <a:gd name="T76" fmla="*/ 2147483646 w 48"/>
              <a:gd name="T77" fmla="*/ 0 h 8"/>
              <a:gd name="T78" fmla="*/ 2147483646 w 48"/>
              <a:gd name="T79" fmla="*/ 0 h 8"/>
              <a:gd name="T80" fmla="*/ 2147483646 w 48"/>
              <a:gd name="T81" fmla="*/ 0 h 8"/>
              <a:gd name="T82" fmla="*/ 2147483646 w 48"/>
              <a:gd name="T83" fmla="*/ 0 h 8"/>
              <a:gd name="T84" fmla="*/ 2147483646 w 48"/>
              <a:gd name="T85" fmla="*/ 0 h 8"/>
              <a:gd name="T86" fmla="*/ 2147483646 w 48"/>
              <a:gd name="T87" fmla="*/ 0 h 8"/>
              <a:gd name="T88" fmla="*/ 2147483646 w 48"/>
              <a:gd name="T89" fmla="*/ 0 h 8"/>
              <a:gd name="T90" fmla="*/ 2147483646 w 48"/>
              <a:gd name="T91" fmla="*/ 0 h 8"/>
              <a:gd name="T92" fmla="*/ 2147483646 w 48"/>
              <a:gd name="T93" fmla="*/ 0 h 8"/>
              <a:gd name="T94" fmla="*/ 2147483646 w 48"/>
              <a:gd name="T95" fmla="*/ 0 h 8"/>
              <a:gd name="T96" fmla="*/ 2147483646 w 48"/>
              <a:gd name="T97" fmla="*/ 2147483646 h 8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8"/>
              <a:gd name="T148" fmla="*/ 0 h 8"/>
              <a:gd name="T149" fmla="*/ 48 w 48"/>
              <a:gd name="T150" fmla="*/ 8 h 8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8" h="8">
                <a:moveTo>
                  <a:pt x="48" y="8"/>
                </a:moveTo>
                <a:lnTo>
                  <a:pt x="40" y="8"/>
                </a:lnTo>
                <a:lnTo>
                  <a:pt x="24" y="8"/>
                </a:lnTo>
                <a:lnTo>
                  <a:pt x="8" y="8"/>
                </a:lnTo>
                <a:lnTo>
                  <a:pt x="0" y="8"/>
                </a:lnTo>
                <a:lnTo>
                  <a:pt x="0" y="0"/>
                </a:lnTo>
                <a:lnTo>
                  <a:pt x="8" y="0"/>
                </a:lnTo>
                <a:lnTo>
                  <a:pt x="24" y="0"/>
                </a:lnTo>
                <a:lnTo>
                  <a:pt x="40" y="0"/>
                </a:lnTo>
                <a:lnTo>
                  <a:pt x="48" y="0"/>
                </a:lnTo>
                <a:lnTo>
                  <a:pt x="48" y="8"/>
                </a:lnTo>
                <a:lnTo>
                  <a:pt x="40" y="8"/>
                </a:lnTo>
                <a:lnTo>
                  <a:pt x="24" y="8"/>
                </a:lnTo>
                <a:lnTo>
                  <a:pt x="8" y="8"/>
                </a:lnTo>
                <a:lnTo>
                  <a:pt x="0" y="8"/>
                </a:lnTo>
                <a:lnTo>
                  <a:pt x="0" y="0"/>
                </a:lnTo>
                <a:lnTo>
                  <a:pt x="8" y="0"/>
                </a:lnTo>
                <a:lnTo>
                  <a:pt x="24" y="0"/>
                </a:lnTo>
                <a:lnTo>
                  <a:pt x="40" y="0"/>
                </a:lnTo>
                <a:lnTo>
                  <a:pt x="48" y="0"/>
                </a:lnTo>
                <a:lnTo>
                  <a:pt x="48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6" name="Freeform 113">
            <a:extLst>
              <a:ext uri="{FF2B5EF4-FFF2-40B4-BE49-F238E27FC236}">
                <a16:creationId xmlns:a16="http://schemas.microsoft.com/office/drawing/2014/main" id="{9EA73040-FD6B-9650-3FEF-BB0408D5D6BB}"/>
              </a:ext>
            </a:extLst>
          </p:cNvPr>
          <p:cNvSpPr>
            <a:spLocks/>
          </p:cNvSpPr>
          <p:nvPr/>
        </p:nvSpPr>
        <p:spPr bwMode="auto">
          <a:xfrm>
            <a:off x="4241800" y="4633913"/>
            <a:ext cx="1588" cy="12700"/>
          </a:xfrm>
          <a:custGeom>
            <a:avLst/>
            <a:gdLst>
              <a:gd name="T0" fmla="*/ 0 w 1588"/>
              <a:gd name="T1" fmla="*/ 0 h 8"/>
              <a:gd name="T2" fmla="*/ 0 w 1588"/>
              <a:gd name="T3" fmla="*/ 0 h 8"/>
              <a:gd name="T4" fmla="*/ 0 w 1588"/>
              <a:gd name="T5" fmla="*/ 2147483646 h 8"/>
              <a:gd name="T6" fmla="*/ 0 w 1588"/>
              <a:gd name="T7" fmla="*/ 0 h 8"/>
              <a:gd name="T8" fmla="*/ 0 w 1588"/>
              <a:gd name="T9" fmla="*/ 2147483646 h 8"/>
              <a:gd name="T10" fmla="*/ 0 w 1588"/>
              <a:gd name="T11" fmla="*/ 2147483646 h 8"/>
              <a:gd name="T12" fmla="*/ 0 w 158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588"/>
              <a:gd name="T22" fmla="*/ 0 h 8"/>
              <a:gd name="T23" fmla="*/ 1588 w 158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58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0" y="0"/>
                </a:lnTo>
                <a:lnTo>
                  <a:pt x="0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7" name="Freeform 114">
            <a:extLst>
              <a:ext uri="{FF2B5EF4-FFF2-40B4-BE49-F238E27FC236}">
                <a16:creationId xmlns:a16="http://schemas.microsoft.com/office/drawing/2014/main" id="{5812A8E1-2B26-7B80-5664-3BE3BB4FECC8}"/>
              </a:ext>
            </a:extLst>
          </p:cNvPr>
          <p:cNvSpPr>
            <a:spLocks/>
          </p:cNvSpPr>
          <p:nvPr/>
        </p:nvSpPr>
        <p:spPr bwMode="auto">
          <a:xfrm>
            <a:off x="3784600" y="4379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8" name="Freeform 115">
            <a:extLst>
              <a:ext uri="{FF2B5EF4-FFF2-40B4-BE49-F238E27FC236}">
                <a16:creationId xmlns:a16="http://schemas.microsoft.com/office/drawing/2014/main" id="{84365CAD-80C5-83DB-D414-901CF2C37E10}"/>
              </a:ext>
            </a:extLst>
          </p:cNvPr>
          <p:cNvSpPr>
            <a:spLocks/>
          </p:cNvSpPr>
          <p:nvPr/>
        </p:nvSpPr>
        <p:spPr bwMode="auto">
          <a:xfrm>
            <a:off x="3784600" y="4379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9" name="Freeform 116">
            <a:extLst>
              <a:ext uri="{FF2B5EF4-FFF2-40B4-BE49-F238E27FC236}">
                <a16:creationId xmlns:a16="http://schemas.microsoft.com/office/drawing/2014/main" id="{20BD6AD1-C071-0630-8B06-710D58DE9CF8}"/>
              </a:ext>
            </a:extLst>
          </p:cNvPr>
          <p:cNvSpPr>
            <a:spLocks/>
          </p:cNvSpPr>
          <p:nvPr/>
        </p:nvSpPr>
        <p:spPr bwMode="auto">
          <a:xfrm>
            <a:off x="3835400" y="44053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0" name="Freeform 117">
            <a:extLst>
              <a:ext uri="{FF2B5EF4-FFF2-40B4-BE49-F238E27FC236}">
                <a16:creationId xmlns:a16="http://schemas.microsoft.com/office/drawing/2014/main" id="{792B8AF1-C752-F4EB-C238-EDA88551870D}"/>
              </a:ext>
            </a:extLst>
          </p:cNvPr>
          <p:cNvSpPr>
            <a:spLocks/>
          </p:cNvSpPr>
          <p:nvPr/>
        </p:nvSpPr>
        <p:spPr bwMode="auto">
          <a:xfrm>
            <a:off x="3924300" y="4379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1" name="Freeform 118">
            <a:extLst>
              <a:ext uri="{FF2B5EF4-FFF2-40B4-BE49-F238E27FC236}">
                <a16:creationId xmlns:a16="http://schemas.microsoft.com/office/drawing/2014/main" id="{70996AD9-9C1F-CB34-275E-62436AD89FC8}"/>
              </a:ext>
            </a:extLst>
          </p:cNvPr>
          <p:cNvSpPr>
            <a:spLocks/>
          </p:cNvSpPr>
          <p:nvPr/>
        </p:nvSpPr>
        <p:spPr bwMode="auto">
          <a:xfrm>
            <a:off x="3924300" y="4379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2" name="Freeform 119">
            <a:extLst>
              <a:ext uri="{FF2B5EF4-FFF2-40B4-BE49-F238E27FC236}">
                <a16:creationId xmlns:a16="http://schemas.microsoft.com/office/drawing/2014/main" id="{C6B5907A-D6C5-4F1A-9276-D37FB10E94B3}"/>
              </a:ext>
            </a:extLst>
          </p:cNvPr>
          <p:cNvSpPr>
            <a:spLocks/>
          </p:cNvSpPr>
          <p:nvPr/>
        </p:nvSpPr>
        <p:spPr bwMode="auto">
          <a:xfrm>
            <a:off x="3975100" y="44053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3" name="Freeform 120">
            <a:extLst>
              <a:ext uri="{FF2B5EF4-FFF2-40B4-BE49-F238E27FC236}">
                <a16:creationId xmlns:a16="http://schemas.microsoft.com/office/drawing/2014/main" id="{DD6D501C-CC84-3AAC-AB8C-B775546F85BB}"/>
              </a:ext>
            </a:extLst>
          </p:cNvPr>
          <p:cNvSpPr>
            <a:spLocks/>
          </p:cNvSpPr>
          <p:nvPr/>
        </p:nvSpPr>
        <p:spPr bwMode="auto">
          <a:xfrm>
            <a:off x="4178300" y="4125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4" name="Freeform 121">
            <a:extLst>
              <a:ext uri="{FF2B5EF4-FFF2-40B4-BE49-F238E27FC236}">
                <a16:creationId xmlns:a16="http://schemas.microsoft.com/office/drawing/2014/main" id="{E77823CC-3164-313D-C202-C21FBFC36027}"/>
              </a:ext>
            </a:extLst>
          </p:cNvPr>
          <p:cNvSpPr>
            <a:spLocks/>
          </p:cNvSpPr>
          <p:nvPr/>
        </p:nvSpPr>
        <p:spPr bwMode="auto">
          <a:xfrm>
            <a:off x="4178300" y="4125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5" name="Freeform 122">
            <a:extLst>
              <a:ext uri="{FF2B5EF4-FFF2-40B4-BE49-F238E27FC236}">
                <a16:creationId xmlns:a16="http://schemas.microsoft.com/office/drawing/2014/main" id="{8423A369-B53E-C7BD-C9F9-26A11786B995}"/>
              </a:ext>
            </a:extLst>
          </p:cNvPr>
          <p:cNvSpPr>
            <a:spLocks/>
          </p:cNvSpPr>
          <p:nvPr/>
        </p:nvSpPr>
        <p:spPr bwMode="auto">
          <a:xfrm>
            <a:off x="4229100" y="41513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6" name="Freeform 123">
            <a:extLst>
              <a:ext uri="{FF2B5EF4-FFF2-40B4-BE49-F238E27FC236}">
                <a16:creationId xmlns:a16="http://schemas.microsoft.com/office/drawing/2014/main" id="{F0DC2890-E564-CB8A-B603-C50E859E5B50}"/>
              </a:ext>
            </a:extLst>
          </p:cNvPr>
          <p:cNvSpPr>
            <a:spLocks/>
          </p:cNvSpPr>
          <p:nvPr/>
        </p:nvSpPr>
        <p:spPr bwMode="auto">
          <a:xfrm>
            <a:off x="4178300" y="3986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7" name="Freeform 124">
            <a:extLst>
              <a:ext uri="{FF2B5EF4-FFF2-40B4-BE49-F238E27FC236}">
                <a16:creationId xmlns:a16="http://schemas.microsoft.com/office/drawing/2014/main" id="{D61F5F2E-9BED-E64F-7603-53C301D4F7CA}"/>
              </a:ext>
            </a:extLst>
          </p:cNvPr>
          <p:cNvSpPr>
            <a:spLocks/>
          </p:cNvSpPr>
          <p:nvPr/>
        </p:nvSpPr>
        <p:spPr bwMode="auto">
          <a:xfrm>
            <a:off x="4178300" y="3986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8" name="Freeform 125">
            <a:extLst>
              <a:ext uri="{FF2B5EF4-FFF2-40B4-BE49-F238E27FC236}">
                <a16:creationId xmlns:a16="http://schemas.microsoft.com/office/drawing/2014/main" id="{B5C72BCF-83EF-BC7E-A03D-651E210DDA34}"/>
              </a:ext>
            </a:extLst>
          </p:cNvPr>
          <p:cNvSpPr>
            <a:spLocks/>
          </p:cNvSpPr>
          <p:nvPr/>
        </p:nvSpPr>
        <p:spPr bwMode="auto">
          <a:xfrm>
            <a:off x="4229100" y="40116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9" name="Freeform 126">
            <a:extLst>
              <a:ext uri="{FF2B5EF4-FFF2-40B4-BE49-F238E27FC236}">
                <a16:creationId xmlns:a16="http://schemas.microsoft.com/office/drawing/2014/main" id="{1984B555-FAA3-9C0D-95B7-E51B4E1E88BF}"/>
              </a:ext>
            </a:extLst>
          </p:cNvPr>
          <p:cNvSpPr>
            <a:spLocks/>
          </p:cNvSpPr>
          <p:nvPr/>
        </p:nvSpPr>
        <p:spPr bwMode="auto">
          <a:xfrm>
            <a:off x="3784600" y="37322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0" name="Freeform 127">
            <a:extLst>
              <a:ext uri="{FF2B5EF4-FFF2-40B4-BE49-F238E27FC236}">
                <a16:creationId xmlns:a16="http://schemas.microsoft.com/office/drawing/2014/main" id="{55A8A2F7-453D-16E5-770C-6374A1C8E6F7}"/>
              </a:ext>
            </a:extLst>
          </p:cNvPr>
          <p:cNvSpPr>
            <a:spLocks/>
          </p:cNvSpPr>
          <p:nvPr/>
        </p:nvSpPr>
        <p:spPr bwMode="auto">
          <a:xfrm>
            <a:off x="3784600" y="37322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2147483646 h 32"/>
              <a:gd name="T18" fmla="*/ 2147483646 w 40"/>
              <a:gd name="T19" fmla="*/ 2147483646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8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lnTo>
                  <a:pt x="40" y="8"/>
                </a:lnTo>
                <a:lnTo>
                  <a:pt x="40" y="24"/>
                </a:lnTo>
                <a:lnTo>
                  <a:pt x="32" y="32"/>
                </a:lnTo>
                <a:lnTo>
                  <a:pt x="16" y="32"/>
                </a:lnTo>
                <a:lnTo>
                  <a:pt x="8" y="32"/>
                </a:lnTo>
                <a:lnTo>
                  <a:pt x="8" y="24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8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1" name="Freeform 128">
            <a:extLst>
              <a:ext uri="{FF2B5EF4-FFF2-40B4-BE49-F238E27FC236}">
                <a16:creationId xmlns:a16="http://schemas.microsoft.com/office/drawing/2014/main" id="{C5FE1578-52F7-6C93-9A8D-A0B480931A3A}"/>
              </a:ext>
            </a:extLst>
          </p:cNvPr>
          <p:cNvSpPr>
            <a:spLocks/>
          </p:cNvSpPr>
          <p:nvPr/>
        </p:nvSpPr>
        <p:spPr bwMode="auto">
          <a:xfrm>
            <a:off x="3835400" y="37449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2" name="Freeform 129">
            <a:extLst>
              <a:ext uri="{FF2B5EF4-FFF2-40B4-BE49-F238E27FC236}">
                <a16:creationId xmlns:a16="http://schemas.microsoft.com/office/drawing/2014/main" id="{4F7316DD-C6B9-92BB-47AA-98D679C9080A}"/>
              </a:ext>
            </a:extLst>
          </p:cNvPr>
          <p:cNvSpPr>
            <a:spLocks/>
          </p:cNvSpPr>
          <p:nvPr/>
        </p:nvSpPr>
        <p:spPr bwMode="auto">
          <a:xfrm>
            <a:off x="4178300" y="34798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3" name="Freeform 130">
            <a:extLst>
              <a:ext uri="{FF2B5EF4-FFF2-40B4-BE49-F238E27FC236}">
                <a16:creationId xmlns:a16="http://schemas.microsoft.com/office/drawing/2014/main" id="{9C3E5A96-2CE3-8062-A46C-A1478B54C852}"/>
              </a:ext>
            </a:extLst>
          </p:cNvPr>
          <p:cNvSpPr>
            <a:spLocks/>
          </p:cNvSpPr>
          <p:nvPr/>
        </p:nvSpPr>
        <p:spPr bwMode="auto">
          <a:xfrm>
            <a:off x="4178300" y="34798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4" name="Freeform 131">
            <a:extLst>
              <a:ext uri="{FF2B5EF4-FFF2-40B4-BE49-F238E27FC236}">
                <a16:creationId xmlns:a16="http://schemas.microsoft.com/office/drawing/2014/main" id="{64024E34-F322-9C49-B40A-4C0A8D077649}"/>
              </a:ext>
            </a:extLst>
          </p:cNvPr>
          <p:cNvSpPr>
            <a:spLocks/>
          </p:cNvSpPr>
          <p:nvPr/>
        </p:nvSpPr>
        <p:spPr bwMode="auto">
          <a:xfrm>
            <a:off x="4229100" y="35052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5" name="Freeform 132">
            <a:extLst>
              <a:ext uri="{FF2B5EF4-FFF2-40B4-BE49-F238E27FC236}">
                <a16:creationId xmlns:a16="http://schemas.microsoft.com/office/drawing/2014/main" id="{4EEBF94B-D332-F6C1-7009-4EA6EB09A732}"/>
              </a:ext>
            </a:extLst>
          </p:cNvPr>
          <p:cNvSpPr>
            <a:spLocks/>
          </p:cNvSpPr>
          <p:nvPr/>
        </p:nvSpPr>
        <p:spPr bwMode="auto">
          <a:xfrm>
            <a:off x="4178300" y="3340100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6" name="Freeform 133">
            <a:extLst>
              <a:ext uri="{FF2B5EF4-FFF2-40B4-BE49-F238E27FC236}">
                <a16:creationId xmlns:a16="http://schemas.microsoft.com/office/drawing/2014/main" id="{A2915A78-5B5E-4B55-04FC-E444D6B3C394}"/>
              </a:ext>
            </a:extLst>
          </p:cNvPr>
          <p:cNvSpPr>
            <a:spLocks/>
          </p:cNvSpPr>
          <p:nvPr/>
        </p:nvSpPr>
        <p:spPr bwMode="auto">
          <a:xfrm>
            <a:off x="4178300" y="3340100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2147483646 h 32"/>
              <a:gd name="T18" fmla="*/ 2147483646 w 40"/>
              <a:gd name="T19" fmla="*/ 2147483646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8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lnTo>
                  <a:pt x="40" y="8"/>
                </a:lnTo>
                <a:lnTo>
                  <a:pt x="40" y="24"/>
                </a:lnTo>
                <a:lnTo>
                  <a:pt x="32" y="32"/>
                </a:lnTo>
                <a:lnTo>
                  <a:pt x="16" y="32"/>
                </a:lnTo>
                <a:lnTo>
                  <a:pt x="8" y="32"/>
                </a:lnTo>
                <a:lnTo>
                  <a:pt x="8" y="24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8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7" name="Freeform 134">
            <a:extLst>
              <a:ext uri="{FF2B5EF4-FFF2-40B4-BE49-F238E27FC236}">
                <a16:creationId xmlns:a16="http://schemas.microsoft.com/office/drawing/2014/main" id="{32221E2B-26BC-A762-280D-580C845656E5}"/>
              </a:ext>
            </a:extLst>
          </p:cNvPr>
          <p:cNvSpPr>
            <a:spLocks/>
          </p:cNvSpPr>
          <p:nvPr/>
        </p:nvSpPr>
        <p:spPr bwMode="auto">
          <a:xfrm>
            <a:off x="4229100" y="33528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8" name="Freeform 135">
            <a:extLst>
              <a:ext uri="{FF2B5EF4-FFF2-40B4-BE49-F238E27FC236}">
                <a16:creationId xmlns:a16="http://schemas.microsoft.com/office/drawing/2014/main" id="{68315088-3144-7FB2-98CC-82685A78B89E}"/>
              </a:ext>
            </a:extLst>
          </p:cNvPr>
          <p:cNvSpPr>
            <a:spLocks/>
          </p:cNvSpPr>
          <p:nvPr/>
        </p:nvSpPr>
        <p:spPr bwMode="auto">
          <a:xfrm>
            <a:off x="4572000" y="30734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9" name="Freeform 136">
            <a:extLst>
              <a:ext uri="{FF2B5EF4-FFF2-40B4-BE49-F238E27FC236}">
                <a16:creationId xmlns:a16="http://schemas.microsoft.com/office/drawing/2014/main" id="{6917781E-4B8D-169C-8FFE-CDC5156DFA88}"/>
              </a:ext>
            </a:extLst>
          </p:cNvPr>
          <p:cNvSpPr>
            <a:spLocks/>
          </p:cNvSpPr>
          <p:nvPr/>
        </p:nvSpPr>
        <p:spPr bwMode="auto">
          <a:xfrm>
            <a:off x="4572000" y="30734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32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40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0" name="Freeform 137">
            <a:extLst>
              <a:ext uri="{FF2B5EF4-FFF2-40B4-BE49-F238E27FC236}">
                <a16:creationId xmlns:a16="http://schemas.microsoft.com/office/drawing/2014/main" id="{9749C30F-2023-2337-3FAA-CD5E9C773DFE}"/>
              </a:ext>
            </a:extLst>
          </p:cNvPr>
          <p:cNvSpPr>
            <a:spLocks/>
          </p:cNvSpPr>
          <p:nvPr/>
        </p:nvSpPr>
        <p:spPr bwMode="auto">
          <a:xfrm>
            <a:off x="4622800" y="30988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1" name="Freeform 138">
            <a:extLst>
              <a:ext uri="{FF2B5EF4-FFF2-40B4-BE49-F238E27FC236}">
                <a16:creationId xmlns:a16="http://schemas.microsoft.com/office/drawing/2014/main" id="{21FD5A39-3B15-511E-6336-932AE0CD8194}"/>
              </a:ext>
            </a:extLst>
          </p:cNvPr>
          <p:cNvSpPr>
            <a:spLocks/>
          </p:cNvSpPr>
          <p:nvPr/>
        </p:nvSpPr>
        <p:spPr bwMode="auto">
          <a:xfrm>
            <a:off x="4432300" y="30734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2" name="Freeform 139">
            <a:extLst>
              <a:ext uri="{FF2B5EF4-FFF2-40B4-BE49-F238E27FC236}">
                <a16:creationId xmlns:a16="http://schemas.microsoft.com/office/drawing/2014/main" id="{4ECA3C93-2525-AB9B-D089-AB0F95D1E71C}"/>
              </a:ext>
            </a:extLst>
          </p:cNvPr>
          <p:cNvSpPr>
            <a:spLocks/>
          </p:cNvSpPr>
          <p:nvPr/>
        </p:nvSpPr>
        <p:spPr bwMode="auto">
          <a:xfrm>
            <a:off x="4432300" y="30734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lnTo>
                  <a:pt x="40" y="16"/>
                </a:lnTo>
                <a:lnTo>
                  <a:pt x="40" y="32"/>
                </a:lnTo>
                <a:lnTo>
                  <a:pt x="32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3" name="Freeform 140">
            <a:extLst>
              <a:ext uri="{FF2B5EF4-FFF2-40B4-BE49-F238E27FC236}">
                <a16:creationId xmlns:a16="http://schemas.microsoft.com/office/drawing/2014/main" id="{D6E348FA-D0D8-AB51-B536-D6ACA09C6E83}"/>
              </a:ext>
            </a:extLst>
          </p:cNvPr>
          <p:cNvSpPr>
            <a:spLocks/>
          </p:cNvSpPr>
          <p:nvPr/>
        </p:nvSpPr>
        <p:spPr bwMode="auto">
          <a:xfrm>
            <a:off x="4483100" y="30988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4" name="Freeform 141">
            <a:extLst>
              <a:ext uri="{FF2B5EF4-FFF2-40B4-BE49-F238E27FC236}">
                <a16:creationId xmlns:a16="http://schemas.microsoft.com/office/drawing/2014/main" id="{6445D8AE-500C-3F04-7E62-4ED035253C22}"/>
              </a:ext>
            </a:extLst>
          </p:cNvPr>
          <p:cNvSpPr>
            <a:spLocks/>
          </p:cNvSpPr>
          <p:nvPr/>
        </p:nvSpPr>
        <p:spPr bwMode="auto">
          <a:xfrm>
            <a:off x="3924300" y="30734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5" name="Freeform 142">
            <a:extLst>
              <a:ext uri="{FF2B5EF4-FFF2-40B4-BE49-F238E27FC236}">
                <a16:creationId xmlns:a16="http://schemas.microsoft.com/office/drawing/2014/main" id="{8BCA84B5-E651-8B9E-4314-3A9E78EE4354}"/>
              </a:ext>
            </a:extLst>
          </p:cNvPr>
          <p:cNvSpPr>
            <a:spLocks/>
          </p:cNvSpPr>
          <p:nvPr/>
        </p:nvSpPr>
        <p:spPr bwMode="auto">
          <a:xfrm>
            <a:off x="3924300" y="30734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32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40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6" name="Freeform 143">
            <a:extLst>
              <a:ext uri="{FF2B5EF4-FFF2-40B4-BE49-F238E27FC236}">
                <a16:creationId xmlns:a16="http://schemas.microsoft.com/office/drawing/2014/main" id="{5FDA09A1-3AC6-F28E-8C2F-E2D6F690403E}"/>
              </a:ext>
            </a:extLst>
          </p:cNvPr>
          <p:cNvSpPr>
            <a:spLocks/>
          </p:cNvSpPr>
          <p:nvPr/>
        </p:nvSpPr>
        <p:spPr bwMode="auto">
          <a:xfrm>
            <a:off x="3975100" y="30988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7" name="Freeform 144">
            <a:extLst>
              <a:ext uri="{FF2B5EF4-FFF2-40B4-BE49-F238E27FC236}">
                <a16:creationId xmlns:a16="http://schemas.microsoft.com/office/drawing/2014/main" id="{D537D855-2075-919B-A703-00F8519A37E1}"/>
              </a:ext>
            </a:extLst>
          </p:cNvPr>
          <p:cNvSpPr>
            <a:spLocks/>
          </p:cNvSpPr>
          <p:nvPr/>
        </p:nvSpPr>
        <p:spPr bwMode="auto">
          <a:xfrm>
            <a:off x="3771900" y="30734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8" name="Freeform 145">
            <a:extLst>
              <a:ext uri="{FF2B5EF4-FFF2-40B4-BE49-F238E27FC236}">
                <a16:creationId xmlns:a16="http://schemas.microsoft.com/office/drawing/2014/main" id="{F249AEF5-5F25-05DF-1AD7-1346C85847D6}"/>
              </a:ext>
            </a:extLst>
          </p:cNvPr>
          <p:cNvSpPr>
            <a:spLocks/>
          </p:cNvSpPr>
          <p:nvPr/>
        </p:nvSpPr>
        <p:spPr bwMode="auto">
          <a:xfrm>
            <a:off x="3771900" y="30734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lnTo>
                  <a:pt x="40" y="16"/>
                </a:lnTo>
                <a:lnTo>
                  <a:pt x="40" y="32"/>
                </a:lnTo>
                <a:lnTo>
                  <a:pt x="32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9" name="Freeform 146">
            <a:extLst>
              <a:ext uri="{FF2B5EF4-FFF2-40B4-BE49-F238E27FC236}">
                <a16:creationId xmlns:a16="http://schemas.microsoft.com/office/drawing/2014/main" id="{0D610DAF-66E7-2911-9EF9-0EBE9A48CF55}"/>
              </a:ext>
            </a:extLst>
          </p:cNvPr>
          <p:cNvSpPr>
            <a:spLocks/>
          </p:cNvSpPr>
          <p:nvPr/>
        </p:nvSpPr>
        <p:spPr bwMode="auto">
          <a:xfrm>
            <a:off x="3822700" y="30988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0" name="Freeform 147">
            <a:extLst>
              <a:ext uri="{FF2B5EF4-FFF2-40B4-BE49-F238E27FC236}">
                <a16:creationId xmlns:a16="http://schemas.microsoft.com/office/drawing/2014/main" id="{0EB3BABB-50A6-8F11-928A-C29F1DE9C47C}"/>
              </a:ext>
            </a:extLst>
          </p:cNvPr>
          <p:cNvSpPr>
            <a:spLocks/>
          </p:cNvSpPr>
          <p:nvPr/>
        </p:nvSpPr>
        <p:spPr bwMode="auto">
          <a:xfrm>
            <a:off x="4572000" y="37322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1" name="Freeform 148">
            <a:extLst>
              <a:ext uri="{FF2B5EF4-FFF2-40B4-BE49-F238E27FC236}">
                <a16:creationId xmlns:a16="http://schemas.microsoft.com/office/drawing/2014/main" id="{054E3A21-1EB5-8E58-5966-55626DD9470B}"/>
              </a:ext>
            </a:extLst>
          </p:cNvPr>
          <p:cNvSpPr>
            <a:spLocks/>
          </p:cNvSpPr>
          <p:nvPr/>
        </p:nvSpPr>
        <p:spPr bwMode="auto">
          <a:xfrm>
            <a:off x="4572000" y="37322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2147483646 h 32"/>
              <a:gd name="T18" fmla="*/ 2147483646 w 40"/>
              <a:gd name="T19" fmla="*/ 2147483646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8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lnTo>
                  <a:pt x="40" y="8"/>
                </a:lnTo>
                <a:lnTo>
                  <a:pt x="40" y="24"/>
                </a:lnTo>
                <a:lnTo>
                  <a:pt x="32" y="32"/>
                </a:lnTo>
                <a:lnTo>
                  <a:pt x="16" y="32"/>
                </a:lnTo>
                <a:lnTo>
                  <a:pt x="8" y="32"/>
                </a:lnTo>
                <a:lnTo>
                  <a:pt x="8" y="24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8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2" name="Freeform 149">
            <a:extLst>
              <a:ext uri="{FF2B5EF4-FFF2-40B4-BE49-F238E27FC236}">
                <a16:creationId xmlns:a16="http://schemas.microsoft.com/office/drawing/2014/main" id="{8D617182-1A89-47F7-B591-9066734233F4}"/>
              </a:ext>
            </a:extLst>
          </p:cNvPr>
          <p:cNvSpPr>
            <a:spLocks/>
          </p:cNvSpPr>
          <p:nvPr/>
        </p:nvSpPr>
        <p:spPr bwMode="auto">
          <a:xfrm>
            <a:off x="4622800" y="37449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3" name="Freeform 150">
            <a:extLst>
              <a:ext uri="{FF2B5EF4-FFF2-40B4-BE49-F238E27FC236}">
                <a16:creationId xmlns:a16="http://schemas.microsoft.com/office/drawing/2014/main" id="{108493DE-F250-D6D2-85FB-C2B96FE48382}"/>
              </a:ext>
            </a:extLst>
          </p:cNvPr>
          <p:cNvSpPr>
            <a:spLocks/>
          </p:cNvSpPr>
          <p:nvPr/>
        </p:nvSpPr>
        <p:spPr bwMode="auto">
          <a:xfrm>
            <a:off x="4826000" y="4125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4" name="Freeform 151">
            <a:extLst>
              <a:ext uri="{FF2B5EF4-FFF2-40B4-BE49-F238E27FC236}">
                <a16:creationId xmlns:a16="http://schemas.microsoft.com/office/drawing/2014/main" id="{2341EAFE-6C8F-C093-7A61-5C0E5C97CC3C}"/>
              </a:ext>
            </a:extLst>
          </p:cNvPr>
          <p:cNvSpPr>
            <a:spLocks/>
          </p:cNvSpPr>
          <p:nvPr/>
        </p:nvSpPr>
        <p:spPr bwMode="auto">
          <a:xfrm>
            <a:off x="4826000" y="4125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5" name="Freeform 152">
            <a:extLst>
              <a:ext uri="{FF2B5EF4-FFF2-40B4-BE49-F238E27FC236}">
                <a16:creationId xmlns:a16="http://schemas.microsoft.com/office/drawing/2014/main" id="{D0A8A90A-D7B3-EC3C-E50F-9C31146C7EC2}"/>
              </a:ext>
            </a:extLst>
          </p:cNvPr>
          <p:cNvSpPr>
            <a:spLocks/>
          </p:cNvSpPr>
          <p:nvPr/>
        </p:nvSpPr>
        <p:spPr bwMode="auto">
          <a:xfrm>
            <a:off x="4876800" y="41513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6" name="Freeform 153">
            <a:extLst>
              <a:ext uri="{FF2B5EF4-FFF2-40B4-BE49-F238E27FC236}">
                <a16:creationId xmlns:a16="http://schemas.microsoft.com/office/drawing/2014/main" id="{D6B89298-A76D-5A27-568B-88B5A3F60FE5}"/>
              </a:ext>
            </a:extLst>
          </p:cNvPr>
          <p:cNvSpPr>
            <a:spLocks/>
          </p:cNvSpPr>
          <p:nvPr/>
        </p:nvSpPr>
        <p:spPr bwMode="auto">
          <a:xfrm>
            <a:off x="4826000" y="3340100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7" name="Freeform 154">
            <a:extLst>
              <a:ext uri="{FF2B5EF4-FFF2-40B4-BE49-F238E27FC236}">
                <a16:creationId xmlns:a16="http://schemas.microsoft.com/office/drawing/2014/main" id="{A59A55A7-43B9-2230-C32C-3B9004A9B535}"/>
              </a:ext>
            </a:extLst>
          </p:cNvPr>
          <p:cNvSpPr>
            <a:spLocks/>
          </p:cNvSpPr>
          <p:nvPr/>
        </p:nvSpPr>
        <p:spPr bwMode="auto">
          <a:xfrm>
            <a:off x="4826000" y="3340100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2147483646 h 32"/>
              <a:gd name="T18" fmla="*/ 2147483646 w 40"/>
              <a:gd name="T19" fmla="*/ 2147483646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8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lnTo>
                  <a:pt x="40" y="8"/>
                </a:lnTo>
                <a:lnTo>
                  <a:pt x="40" y="24"/>
                </a:lnTo>
                <a:lnTo>
                  <a:pt x="32" y="32"/>
                </a:lnTo>
                <a:lnTo>
                  <a:pt x="16" y="32"/>
                </a:lnTo>
                <a:lnTo>
                  <a:pt x="8" y="32"/>
                </a:lnTo>
                <a:lnTo>
                  <a:pt x="8" y="24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8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8" name="Freeform 155">
            <a:extLst>
              <a:ext uri="{FF2B5EF4-FFF2-40B4-BE49-F238E27FC236}">
                <a16:creationId xmlns:a16="http://schemas.microsoft.com/office/drawing/2014/main" id="{13092EDF-6B40-EB20-F006-A24286469CF2}"/>
              </a:ext>
            </a:extLst>
          </p:cNvPr>
          <p:cNvSpPr>
            <a:spLocks/>
          </p:cNvSpPr>
          <p:nvPr/>
        </p:nvSpPr>
        <p:spPr bwMode="auto">
          <a:xfrm>
            <a:off x="4876800" y="33528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9" name="Freeform 156">
            <a:extLst>
              <a:ext uri="{FF2B5EF4-FFF2-40B4-BE49-F238E27FC236}">
                <a16:creationId xmlns:a16="http://schemas.microsoft.com/office/drawing/2014/main" id="{C271FA40-D629-65D7-A74C-D633CDD0A64E}"/>
              </a:ext>
            </a:extLst>
          </p:cNvPr>
          <p:cNvSpPr>
            <a:spLocks/>
          </p:cNvSpPr>
          <p:nvPr/>
        </p:nvSpPr>
        <p:spPr bwMode="auto">
          <a:xfrm>
            <a:off x="4826000" y="34798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0" name="Freeform 157">
            <a:extLst>
              <a:ext uri="{FF2B5EF4-FFF2-40B4-BE49-F238E27FC236}">
                <a16:creationId xmlns:a16="http://schemas.microsoft.com/office/drawing/2014/main" id="{AA75274D-B8D9-B81C-1FB2-9363F6587E94}"/>
              </a:ext>
            </a:extLst>
          </p:cNvPr>
          <p:cNvSpPr>
            <a:spLocks/>
          </p:cNvSpPr>
          <p:nvPr/>
        </p:nvSpPr>
        <p:spPr bwMode="auto">
          <a:xfrm>
            <a:off x="4826000" y="34798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1" name="Freeform 158">
            <a:extLst>
              <a:ext uri="{FF2B5EF4-FFF2-40B4-BE49-F238E27FC236}">
                <a16:creationId xmlns:a16="http://schemas.microsoft.com/office/drawing/2014/main" id="{63D2DE89-E0D6-6BB7-CE96-83B0C131600B}"/>
              </a:ext>
            </a:extLst>
          </p:cNvPr>
          <p:cNvSpPr>
            <a:spLocks/>
          </p:cNvSpPr>
          <p:nvPr/>
        </p:nvSpPr>
        <p:spPr bwMode="auto">
          <a:xfrm>
            <a:off x="4876800" y="35052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2" name="Freeform 159">
            <a:extLst>
              <a:ext uri="{FF2B5EF4-FFF2-40B4-BE49-F238E27FC236}">
                <a16:creationId xmlns:a16="http://schemas.microsoft.com/office/drawing/2014/main" id="{B9257AFF-56D8-73E1-BDC4-6E300A142F6D}"/>
              </a:ext>
            </a:extLst>
          </p:cNvPr>
          <p:cNvSpPr>
            <a:spLocks/>
          </p:cNvSpPr>
          <p:nvPr/>
        </p:nvSpPr>
        <p:spPr bwMode="auto">
          <a:xfrm>
            <a:off x="4432300" y="37322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3" name="Freeform 160">
            <a:extLst>
              <a:ext uri="{FF2B5EF4-FFF2-40B4-BE49-F238E27FC236}">
                <a16:creationId xmlns:a16="http://schemas.microsoft.com/office/drawing/2014/main" id="{4CB4EA1F-1F2C-DAEF-CFCD-C250CA40372E}"/>
              </a:ext>
            </a:extLst>
          </p:cNvPr>
          <p:cNvSpPr>
            <a:spLocks/>
          </p:cNvSpPr>
          <p:nvPr/>
        </p:nvSpPr>
        <p:spPr bwMode="auto">
          <a:xfrm>
            <a:off x="4432300" y="37322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2147483646 h 32"/>
              <a:gd name="T18" fmla="*/ 2147483646 w 40"/>
              <a:gd name="T19" fmla="*/ 2147483646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8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lnTo>
                  <a:pt x="40" y="8"/>
                </a:lnTo>
                <a:lnTo>
                  <a:pt x="40" y="24"/>
                </a:lnTo>
                <a:lnTo>
                  <a:pt x="32" y="32"/>
                </a:lnTo>
                <a:lnTo>
                  <a:pt x="16" y="32"/>
                </a:lnTo>
                <a:lnTo>
                  <a:pt x="8" y="32"/>
                </a:lnTo>
                <a:lnTo>
                  <a:pt x="8" y="24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8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4" name="Freeform 161">
            <a:extLst>
              <a:ext uri="{FF2B5EF4-FFF2-40B4-BE49-F238E27FC236}">
                <a16:creationId xmlns:a16="http://schemas.microsoft.com/office/drawing/2014/main" id="{3B3402BF-D7CB-1CE6-8320-666FF94C2418}"/>
              </a:ext>
            </a:extLst>
          </p:cNvPr>
          <p:cNvSpPr>
            <a:spLocks/>
          </p:cNvSpPr>
          <p:nvPr/>
        </p:nvSpPr>
        <p:spPr bwMode="auto">
          <a:xfrm>
            <a:off x="4483100" y="37449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5" name="Freeform 162">
            <a:extLst>
              <a:ext uri="{FF2B5EF4-FFF2-40B4-BE49-F238E27FC236}">
                <a16:creationId xmlns:a16="http://schemas.microsoft.com/office/drawing/2014/main" id="{297F87C6-F392-1AC5-9AFD-09EB89421420}"/>
              </a:ext>
            </a:extLst>
          </p:cNvPr>
          <p:cNvSpPr>
            <a:spLocks/>
          </p:cNvSpPr>
          <p:nvPr/>
        </p:nvSpPr>
        <p:spPr bwMode="auto">
          <a:xfrm>
            <a:off x="4826000" y="3986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6" name="Freeform 163">
            <a:extLst>
              <a:ext uri="{FF2B5EF4-FFF2-40B4-BE49-F238E27FC236}">
                <a16:creationId xmlns:a16="http://schemas.microsoft.com/office/drawing/2014/main" id="{EC554523-1DED-1A35-09A6-FC12C614DBA3}"/>
              </a:ext>
            </a:extLst>
          </p:cNvPr>
          <p:cNvSpPr>
            <a:spLocks/>
          </p:cNvSpPr>
          <p:nvPr/>
        </p:nvSpPr>
        <p:spPr bwMode="auto">
          <a:xfrm>
            <a:off x="4826000" y="3986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7" name="Freeform 164">
            <a:extLst>
              <a:ext uri="{FF2B5EF4-FFF2-40B4-BE49-F238E27FC236}">
                <a16:creationId xmlns:a16="http://schemas.microsoft.com/office/drawing/2014/main" id="{5CF3CFD2-A6AF-62D6-67C5-3DC3EE385A17}"/>
              </a:ext>
            </a:extLst>
          </p:cNvPr>
          <p:cNvSpPr>
            <a:spLocks/>
          </p:cNvSpPr>
          <p:nvPr/>
        </p:nvSpPr>
        <p:spPr bwMode="auto">
          <a:xfrm>
            <a:off x="4876800" y="40116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8" name="Freeform 165">
            <a:extLst>
              <a:ext uri="{FF2B5EF4-FFF2-40B4-BE49-F238E27FC236}">
                <a16:creationId xmlns:a16="http://schemas.microsoft.com/office/drawing/2014/main" id="{1C51CA86-82AC-0E11-B60F-B8B997B225D9}"/>
              </a:ext>
            </a:extLst>
          </p:cNvPr>
          <p:cNvSpPr>
            <a:spLocks/>
          </p:cNvSpPr>
          <p:nvPr/>
        </p:nvSpPr>
        <p:spPr bwMode="auto">
          <a:xfrm>
            <a:off x="4572000" y="4379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9" name="Freeform 166">
            <a:extLst>
              <a:ext uri="{FF2B5EF4-FFF2-40B4-BE49-F238E27FC236}">
                <a16:creationId xmlns:a16="http://schemas.microsoft.com/office/drawing/2014/main" id="{AB710075-9723-339A-E3F9-A8521097FB9E}"/>
              </a:ext>
            </a:extLst>
          </p:cNvPr>
          <p:cNvSpPr>
            <a:spLocks/>
          </p:cNvSpPr>
          <p:nvPr/>
        </p:nvSpPr>
        <p:spPr bwMode="auto">
          <a:xfrm>
            <a:off x="4572000" y="4379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0" name="Freeform 167">
            <a:extLst>
              <a:ext uri="{FF2B5EF4-FFF2-40B4-BE49-F238E27FC236}">
                <a16:creationId xmlns:a16="http://schemas.microsoft.com/office/drawing/2014/main" id="{8996675A-30E7-BD96-790D-C5AA26E0E803}"/>
              </a:ext>
            </a:extLst>
          </p:cNvPr>
          <p:cNvSpPr>
            <a:spLocks/>
          </p:cNvSpPr>
          <p:nvPr/>
        </p:nvSpPr>
        <p:spPr bwMode="auto">
          <a:xfrm>
            <a:off x="4622800" y="44053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1" name="Freeform 168">
            <a:extLst>
              <a:ext uri="{FF2B5EF4-FFF2-40B4-BE49-F238E27FC236}">
                <a16:creationId xmlns:a16="http://schemas.microsoft.com/office/drawing/2014/main" id="{168192EC-4575-6A41-CC35-4293226C67B3}"/>
              </a:ext>
            </a:extLst>
          </p:cNvPr>
          <p:cNvSpPr>
            <a:spLocks/>
          </p:cNvSpPr>
          <p:nvPr/>
        </p:nvSpPr>
        <p:spPr bwMode="auto">
          <a:xfrm>
            <a:off x="4432300" y="4379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2" name="Freeform 169">
            <a:extLst>
              <a:ext uri="{FF2B5EF4-FFF2-40B4-BE49-F238E27FC236}">
                <a16:creationId xmlns:a16="http://schemas.microsoft.com/office/drawing/2014/main" id="{78D13068-C819-44A7-C3AE-4AC9A36A155F}"/>
              </a:ext>
            </a:extLst>
          </p:cNvPr>
          <p:cNvSpPr>
            <a:spLocks/>
          </p:cNvSpPr>
          <p:nvPr/>
        </p:nvSpPr>
        <p:spPr bwMode="auto">
          <a:xfrm>
            <a:off x="4432300" y="4379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3" name="Freeform 170">
            <a:extLst>
              <a:ext uri="{FF2B5EF4-FFF2-40B4-BE49-F238E27FC236}">
                <a16:creationId xmlns:a16="http://schemas.microsoft.com/office/drawing/2014/main" id="{FFEDA643-48D0-F199-0CA7-26898D20A338}"/>
              </a:ext>
            </a:extLst>
          </p:cNvPr>
          <p:cNvSpPr>
            <a:spLocks/>
          </p:cNvSpPr>
          <p:nvPr/>
        </p:nvSpPr>
        <p:spPr bwMode="auto">
          <a:xfrm>
            <a:off x="4483100" y="44053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4" name="Freeform 171">
            <a:extLst>
              <a:ext uri="{FF2B5EF4-FFF2-40B4-BE49-F238E27FC236}">
                <a16:creationId xmlns:a16="http://schemas.microsoft.com/office/drawing/2014/main" id="{00A90E6A-9385-5F03-A72E-8472AC4D3A41}"/>
              </a:ext>
            </a:extLst>
          </p:cNvPr>
          <p:cNvSpPr>
            <a:spLocks/>
          </p:cNvSpPr>
          <p:nvPr/>
        </p:nvSpPr>
        <p:spPr bwMode="auto">
          <a:xfrm>
            <a:off x="4826000" y="4621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5" name="Freeform 172">
            <a:extLst>
              <a:ext uri="{FF2B5EF4-FFF2-40B4-BE49-F238E27FC236}">
                <a16:creationId xmlns:a16="http://schemas.microsoft.com/office/drawing/2014/main" id="{73627996-953A-CAFF-C586-A91B1662E9FB}"/>
              </a:ext>
            </a:extLst>
          </p:cNvPr>
          <p:cNvSpPr>
            <a:spLocks/>
          </p:cNvSpPr>
          <p:nvPr/>
        </p:nvSpPr>
        <p:spPr bwMode="auto">
          <a:xfrm>
            <a:off x="4826000" y="4621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6" name="Freeform 173">
            <a:extLst>
              <a:ext uri="{FF2B5EF4-FFF2-40B4-BE49-F238E27FC236}">
                <a16:creationId xmlns:a16="http://schemas.microsoft.com/office/drawing/2014/main" id="{3E4801BF-D3C4-EB37-2C09-BD604E2F4E33}"/>
              </a:ext>
            </a:extLst>
          </p:cNvPr>
          <p:cNvSpPr>
            <a:spLocks/>
          </p:cNvSpPr>
          <p:nvPr/>
        </p:nvSpPr>
        <p:spPr bwMode="auto">
          <a:xfrm>
            <a:off x="4876800" y="46466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7" name="Freeform 174">
            <a:extLst>
              <a:ext uri="{FF2B5EF4-FFF2-40B4-BE49-F238E27FC236}">
                <a16:creationId xmlns:a16="http://schemas.microsoft.com/office/drawing/2014/main" id="{B2AA194A-C11E-E3D7-612A-74F33B6AD754}"/>
              </a:ext>
            </a:extLst>
          </p:cNvPr>
          <p:cNvSpPr>
            <a:spLocks/>
          </p:cNvSpPr>
          <p:nvPr/>
        </p:nvSpPr>
        <p:spPr bwMode="auto">
          <a:xfrm>
            <a:off x="4826000" y="47736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8" name="Freeform 175">
            <a:extLst>
              <a:ext uri="{FF2B5EF4-FFF2-40B4-BE49-F238E27FC236}">
                <a16:creationId xmlns:a16="http://schemas.microsoft.com/office/drawing/2014/main" id="{6D81CB53-6F8C-8E97-CA6F-0D46CA03D938}"/>
              </a:ext>
            </a:extLst>
          </p:cNvPr>
          <p:cNvSpPr>
            <a:spLocks/>
          </p:cNvSpPr>
          <p:nvPr/>
        </p:nvSpPr>
        <p:spPr bwMode="auto">
          <a:xfrm>
            <a:off x="4826000" y="47736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lnTo>
                  <a:pt x="40" y="16"/>
                </a:lnTo>
                <a:lnTo>
                  <a:pt x="40" y="32"/>
                </a:lnTo>
                <a:lnTo>
                  <a:pt x="32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9" name="Freeform 176">
            <a:extLst>
              <a:ext uri="{FF2B5EF4-FFF2-40B4-BE49-F238E27FC236}">
                <a16:creationId xmlns:a16="http://schemas.microsoft.com/office/drawing/2014/main" id="{2EF01ABD-6DB5-BE01-5070-075B2456C371}"/>
              </a:ext>
            </a:extLst>
          </p:cNvPr>
          <p:cNvSpPr>
            <a:spLocks/>
          </p:cNvSpPr>
          <p:nvPr/>
        </p:nvSpPr>
        <p:spPr bwMode="auto">
          <a:xfrm>
            <a:off x="4876800" y="47990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0" name="Freeform 177">
            <a:extLst>
              <a:ext uri="{FF2B5EF4-FFF2-40B4-BE49-F238E27FC236}">
                <a16:creationId xmlns:a16="http://schemas.microsoft.com/office/drawing/2014/main" id="{56F0A1E5-F95A-3150-0830-5BB06FFE41CB}"/>
              </a:ext>
            </a:extLst>
          </p:cNvPr>
          <p:cNvSpPr>
            <a:spLocks/>
          </p:cNvSpPr>
          <p:nvPr/>
        </p:nvSpPr>
        <p:spPr bwMode="auto">
          <a:xfrm>
            <a:off x="4572000" y="5026025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1" name="Freeform 178">
            <a:extLst>
              <a:ext uri="{FF2B5EF4-FFF2-40B4-BE49-F238E27FC236}">
                <a16:creationId xmlns:a16="http://schemas.microsoft.com/office/drawing/2014/main" id="{D035B2AA-4407-2A26-43DD-529FEE4B9545}"/>
              </a:ext>
            </a:extLst>
          </p:cNvPr>
          <p:cNvSpPr>
            <a:spLocks/>
          </p:cNvSpPr>
          <p:nvPr/>
        </p:nvSpPr>
        <p:spPr bwMode="auto">
          <a:xfrm>
            <a:off x="4572000" y="5026025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2147483646 h 32"/>
              <a:gd name="T18" fmla="*/ 2147483646 w 40"/>
              <a:gd name="T19" fmla="*/ 2147483646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8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lnTo>
                  <a:pt x="40" y="8"/>
                </a:lnTo>
                <a:lnTo>
                  <a:pt x="40" y="24"/>
                </a:lnTo>
                <a:lnTo>
                  <a:pt x="32" y="32"/>
                </a:lnTo>
                <a:lnTo>
                  <a:pt x="16" y="32"/>
                </a:lnTo>
                <a:lnTo>
                  <a:pt x="8" y="32"/>
                </a:lnTo>
                <a:lnTo>
                  <a:pt x="8" y="24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8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2" name="Freeform 179">
            <a:extLst>
              <a:ext uri="{FF2B5EF4-FFF2-40B4-BE49-F238E27FC236}">
                <a16:creationId xmlns:a16="http://schemas.microsoft.com/office/drawing/2014/main" id="{35C8F352-B45A-27C3-1E60-6497F2768A9D}"/>
              </a:ext>
            </a:extLst>
          </p:cNvPr>
          <p:cNvSpPr>
            <a:spLocks/>
          </p:cNvSpPr>
          <p:nvPr/>
        </p:nvSpPr>
        <p:spPr bwMode="auto">
          <a:xfrm>
            <a:off x="4622800" y="503872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3" name="Freeform 180">
            <a:extLst>
              <a:ext uri="{FF2B5EF4-FFF2-40B4-BE49-F238E27FC236}">
                <a16:creationId xmlns:a16="http://schemas.microsoft.com/office/drawing/2014/main" id="{BC0D14F1-C88C-79FD-5B2A-22B1706B712F}"/>
              </a:ext>
            </a:extLst>
          </p:cNvPr>
          <p:cNvSpPr>
            <a:spLocks/>
          </p:cNvSpPr>
          <p:nvPr/>
        </p:nvSpPr>
        <p:spPr bwMode="auto">
          <a:xfrm>
            <a:off x="4432300" y="5026025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4" name="Freeform 181">
            <a:extLst>
              <a:ext uri="{FF2B5EF4-FFF2-40B4-BE49-F238E27FC236}">
                <a16:creationId xmlns:a16="http://schemas.microsoft.com/office/drawing/2014/main" id="{A5B7519C-B7A4-002B-0CBD-1913B8DEDB1A}"/>
              </a:ext>
            </a:extLst>
          </p:cNvPr>
          <p:cNvSpPr>
            <a:spLocks/>
          </p:cNvSpPr>
          <p:nvPr/>
        </p:nvSpPr>
        <p:spPr bwMode="auto">
          <a:xfrm>
            <a:off x="4432300" y="5026025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2147483646 h 32"/>
              <a:gd name="T18" fmla="*/ 2147483646 w 40"/>
              <a:gd name="T19" fmla="*/ 2147483646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8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lnTo>
                  <a:pt x="40" y="8"/>
                </a:lnTo>
                <a:lnTo>
                  <a:pt x="40" y="24"/>
                </a:lnTo>
                <a:lnTo>
                  <a:pt x="32" y="32"/>
                </a:lnTo>
                <a:lnTo>
                  <a:pt x="16" y="32"/>
                </a:lnTo>
                <a:lnTo>
                  <a:pt x="8" y="32"/>
                </a:lnTo>
                <a:lnTo>
                  <a:pt x="8" y="24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8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5" name="Freeform 182">
            <a:extLst>
              <a:ext uri="{FF2B5EF4-FFF2-40B4-BE49-F238E27FC236}">
                <a16:creationId xmlns:a16="http://schemas.microsoft.com/office/drawing/2014/main" id="{A560444A-7957-4057-B484-6F7DC64C862E}"/>
              </a:ext>
            </a:extLst>
          </p:cNvPr>
          <p:cNvSpPr>
            <a:spLocks/>
          </p:cNvSpPr>
          <p:nvPr/>
        </p:nvSpPr>
        <p:spPr bwMode="auto">
          <a:xfrm>
            <a:off x="4483100" y="503872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6" name="Freeform 183">
            <a:extLst>
              <a:ext uri="{FF2B5EF4-FFF2-40B4-BE49-F238E27FC236}">
                <a16:creationId xmlns:a16="http://schemas.microsoft.com/office/drawing/2014/main" id="{50BC5C1B-EB46-1ECC-BFDC-945F9861A776}"/>
              </a:ext>
            </a:extLst>
          </p:cNvPr>
          <p:cNvSpPr>
            <a:spLocks/>
          </p:cNvSpPr>
          <p:nvPr/>
        </p:nvSpPr>
        <p:spPr bwMode="auto">
          <a:xfrm>
            <a:off x="4178300" y="4621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7" name="Freeform 184">
            <a:extLst>
              <a:ext uri="{FF2B5EF4-FFF2-40B4-BE49-F238E27FC236}">
                <a16:creationId xmlns:a16="http://schemas.microsoft.com/office/drawing/2014/main" id="{877F1BE6-6485-C361-E909-3C66C47EBD23}"/>
              </a:ext>
            </a:extLst>
          </p:cNvPr>
          <p:cNvSpPr>
            <a:spLocks/>
          </p:cNvSpPr>
          <p:nvPr/>
        </p:nvSpPr>
        <p:spPr bwMode="auto">
          <a:xfrm>
            <a:off x="4178300" y="4621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8" name="Freeform 185">
            <a:extLst>
              <a:ext uri="{FF2B5EF4-FFF2-40B4-BE49-F238E27FC236}">
                <a16:creationId xmlns:a16="http://schemas.microsoft.com/office/drawing/2014/main" id="{BFF41A34-949B-72EC-D7DE-E5F780416966}"/>
              </a:ext>
            </a:extLst>
          </p:cNvPr>
          <p:cNvSpPr>
            <a:spLocks/>
          </p:cNvSpPr>
          <p:nvPr/>
        </p:nvSpPr>
        <p:spPr bwMode="auto">
          <a:xfrm>
            <a:off x="4229100" y="46466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9" name="Rectangle 186">
            <a:extLst>
              <a:ext uri="{FF2B5EF4-FFF2-40B4-BE49-F238E27FC236}">
                <a16:creationId xmlns:a16="http://schemas.microsoft.com/office/drawing/2014/main" id="{9AD4F646-3763-D533-0D04-29D292539D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1113" y="3251201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930" name="Rectangle 187">
            <a:extLst>
              <a:ext uri="{FF2B5EF4-FFF2-40B4-BE49-F238E27FC236}">
                <a16:creationId xmlns:a16="http://schemas.microsoft.com/office/drawing/2014/main" id="{71A22D97-96B5-01D3-8E9D-8FBCA7090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6113" y="3251201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931" name="Rectangle 188">
            <a:extLst>
              <a:ext uri="{FF2B5EF4-FFF2-40B4-BE49-F238E27FC236}">
                <a16:creationId xmlns:a16="http://schemas.microsoft.com/office/drawing/2014/main" id="{A5018BB8-7529-91BE-A2B5-F4A76FF5D2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113" y="3251201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932" name="Rectangle 189">
            <a:extLst>
              <a:ext uri="{FF2B5EF4-FFF2-40B4-BE49-F238E27FC236}">
                <a16:creationId xmlns:a16="http://schemas.microsoft.com/office/drawing/2014/main" id="{115723BB-E644-C79B-73C8-E2966B7E7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1113" y="39100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933" name="Rectangle 190">
            <a:extLst>
              <a:ext uri="{FF2B5EF4-FFF2-40B4-BE49-F238E27FC236}">
                <a16:creationId xmlns:a16="http://schemas.microsoft.com/office/drawing/2014/main" id="{976ADC1D-B41D-CF2C-8B22-0A9F9AE4AE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6113" y="39100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934" name="Rectangle 191">
            <a:extLst>
              <a:ext uri="{FF2B5EF4-FFF2-40B4-BE49-F238E27FC236}">
                <a16:creationId xmlns:a16="http://schemas.microsoft.com/office/drawing/2014/main" id="{8EBADF58-1F38-0D58-4A15-4414D0E5D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113" y="39100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935" name="Rectangle 192">
            <a:extLst>
              <a:ext uri="{FF2B5EF4-FFF2-40B4-BE49-F238E27FC236}">
                <a16:creationId xmlns:a16="http://schemas.microsoft.com/office/drawing/2014/main" id="{4D2E4F93-5885-C4E5-3DCF-2B5C77D0B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1113" y="45577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936" name="Rectangle 193">
            <a:extLst>
              <a:ext uri="{FF2B5EF4-FFF2-40B4-BE49-F238E27FC236}">
                <a16:creationId xmlns:a16="http://schemas.microsoft.com/office/drawing/2014/main" id="{D3537EA7-B22E-5F2F-3E8D-B3E5ECCB01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6113" y="45577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937" name="Rectangle 194">
            <a:extLst>
              <a:ext uri="{FF2B5EF4-FFF2-40B4-BE49-F238E27FC236}">
                <a16:creationId xmlns:a16="http://schemas.microsoft.com/office/drawing/2014/main" id="{69BE0C15-E1F9-89ED-8FE4-B500D0022F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113" y="45577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938" name="Freeform 195">
            <a:extLst>
              <a:ext uri="{FF2B5EF4-FFF2-40B4-BE49-F238E27FC236}">
                <a16:creationId xmlns:a16="http://schemas.microsoft.com/office/drawing/2014/main" id="{3D5576FC-AAAB-46E1-7511-7CFC2D34EA94}"/>
              </a:ext>
            </a:extLst>
          </p:cNvPr>
          <p:cNvSpPr>
            <a:spLocks/>
          </p:cNvSpPr>
          <p:nvPr/>
        </p:nvSpPr>
        <p:spPr bwMode="auto">
          <a:xfrm>
            <a:off x="6453188" y="3048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39" name="Freeform 196">
            <a:extLst>
              <a:ext uri="{FF2B5EF4-FFF2-40B4-BE49-F238E27FC236}">
                <a16:creationId xmlns:a16="http://schemas.microsoft.com/office/drawing/2014/main" id="{5233473C-0B12-33A2-F29D-D82F1F4757CA}"/>
              </a:ext>
            </a:extLst>
          </p:cNvPr>
          <p:cNvSpPr>
            <a:spLocks/>
          </p:cNvSpPr>
          <p:nvPr/>
        </p:nvSpPr>
        <p:spPr bwMode="auto">
          <a:xfrm>
            <a:off x="6453188" y="3048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32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40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0" name="Freeform 197">
            <a:extLst>
              <a:ext uri="{FF2B5EF4-FFF2-40B4-BE49-F238E27FC236}">
                <a16:creationId xmlns:a16="http://schemas.microsoft.com/office/drawing/2014/main" id="{ED92FB85-61D5-E9DC-3643-4A6CCC9BB882}"/>
              </a:ext>
            </a:extLst>
          </p:cNvPr>
          <p:cNvSpPr>
            <a:spLocks/>
          </p:cNvSpPr>
          <p:nvPr/>
        </p:nvSpPr>
        <p:spPr bwMode="auto">
          <a:xfrm>
            <a:off x="6503988" y="3073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1" name="Freeform 198">
            <a:extLst>
              <a:ext uri="{FF2B5EF4-FFF2-40B4-BE49-F238E27FC236}">
                <a16:creationId xmlns:a16="http://schemas.microsoft.com/office/drawing/2014/main" id="{A0BB6739-FDC9-6223-6D74-AB622246F8F3}"/>
              </a:ext>
            </a:extLst>
          </p:cNvPr>
          <p:cNvSpPr>
            <a:spLocks/>
          </p:cNvSpPr>
          <p:nvPr/>
        </p:nvSpPr>
        <p:spPr bwMode="auto">
          <a:xfrm>
            <a:off x="6313488" y="3048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2" name="Freeform 199">
            <a:extLst>
              <a:ext uri="{FF2B5EF4-FFF2-40B4-BE49-F238E27FC236}">
                <a16:creationId xmlns:a16="http://schemas.microsoft.com/office/drawing/2014/main" id="{EFDC36EC-E728-3888-BD18-0A1692E12C6A}"/>
              </a:ext>
            </a:extLst>
          </p:cNvPr>
          <p:cNvSpPr>
            <a:spLocks/>
          </p:cNvSpPr>
          <p:nvPr/>
        </p:nvSpPr>
        <p:spPr bwMode="auto">
          <a:xfrm>
            <a:off x="6313488" y="3048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3" name="Freeform 200">
            <a:extLst>
              <a:ext uri="{FF2B5EF4-FFF2-40B4-BE49-F238E27FC236}">
                <a16:creationId xmlns:a16="http://schemas.microsoft.com/office/drawing/2014/main" id="{E96A075C-CA2B-2DEB-6EEA-4DBF9919131C}"/>
              </a:ext>
            </a:extLst>
          </p:cNvPr>
          <p:cNvSpPr>
            <a:spLocks/>
          </p:cNvSpPr>
          <p:nvPr/>
        </p:nvSpPr>
        <p:spPr bwMode="auto">
          <a:xfrm>
            <a:off x="6364288" y="3073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4" name="Freeform 201">
            <a:extLst>
              <a:ext uri="{FF2B5EF4-FFF2-40B4-BE49-F238E27FC236}">
                <a16:creationId xmlns:a16="http://schemas.microsoft.com/office/drawing/2014/main" id="{1BDE02C9-604A-99F2-5EAC-34B80FA3EA68}"/>
              </a:ext>
            </a:extLst>
          </p:cNvPr>
          <p:cNvSpPr>
            <a:spLocks/>
          </p:cNvSpPr>
          <p:nvPr/>
        </p:nvSpPr>
        <p:spPr bwMode="auto">
          <a:xfrm>
            <a:off x="6084888" y="3302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5" name="Freeform 202">
            <a:extLst>
              <a:ext uri="{FF2B5EF4-FFF2-40B4-BE49-F238E27FC236}">
                <a16:creationId xmlns:a16="http://schemas.microsoft.com/office/drawing/2014/main" id="{31ED1EC3-5E5A-09D7-E205-1BE9AE33C08D}"/>
              </a:ext>
            </a:extLst>
          </p:cNvPr>
          <p:cNvSpPr>
            <a:spLocks/>
          </p:cNvSpPr>
          <p:nvPr/>
        </p:nvSpPr>
        <p:spPr bwMode="auto">
          <a:xfrm>
            <a:off x="6084888" y="3302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32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40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6" name="Freeform 203">
            <a:extLst>
              <a:ext uri="{FF2B5EF4-FFF2-40B4-BE49-F238E27FC236}">
                <a16:creationId xmlns:a16="http://schemas.microsoft.com/office/drawing/2014/main" id="{FEAD5E3F-69C4-19E0-1BFF-EE3ED8058C4D}"/>
              </a:ext>
            </a:extLst>
          </p:cNvPr>
          <p:cNvSpPr>
            <a:spLocks/>
          </p:cNvSpPr>
          <p:nvPr/>
        </p:nvSpPr>
        <p:spPr bwMode="auto">
          <a:xfrm>
            <a:off x="6135688" y="3327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7" name="Freeform 204">
            <a:extLst>
              <a:ext uri="{FF2B5EF4-FFF2-40B4-BE49-F238E27FC236}">
                <a16:creationId xmlns:a16="http://schemas.microsoft.com/office/drawing/2014/main" id="{2C479057-D754-CAFB-8D44-CF105AF95F2C}"/>
              </a:ext>
            </a:extLst>
          </p:cNvPr>
          <p:cNvSpPr>
            <a:spLocks/>
          </p:cNvSpPr>
          <p:nvPr/>
        </p:nvSpPr>
        <p:spPr bwMode="auto">
          <a:xfrm>
            <a:off x="6084888" y="3454400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0 w 32"/>
              <a:gd name="T7" fmla="*/ 0 h 24"/>
              <a:gd name="T8" fmla="*/ 0 w 32"/>
              <a:gd name="T9" fmla="*/ 2147483646 h 24"/>
              <a:gd name="T10" fmla="*/ 0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8" name="Freeform 205">
            <a:extLst>
              <a:ext uri="{FF2B5EF4-FFF2-40B4-BE49-F238E27FC236}">
                <a16:creationId xmlns:a16="http://schemas.microsoft.com/office/drawing/2014/main" id="{68BA9582-018C-1D41-77DD-FD44FD0009E2}"/>
              </a:ext>
            </a:extLst>
          </p:cNvPr>
          <p:cNvSpPr>
            <a:spLocks/>
          </p:cNvSpPr>
          <p:nvPr/>
        </p:nvSpPr>
        <p:spPr bwMode="auto">
          <a:xfrm>
            <a:off x="6084888" y="3454400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0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0 w 40"/>
              <a:gd name="T29" fmla="*/ 2147483646 h 32"/>
              <a:gd name="T30" fmla="*/ 0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0 w 40"/>
              <a:gd name="T65" fmla="*/ 2147483646 h 32"/>
              <a:gd name="T66" fmla="*/ 0 w 40"/>
              <a:gd name="T67" fmla="*/ 2147483646 h 32"/>
              <a:gd name="T68" fmla="*/ 0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0 w 40"/>
              <a:gd name="T77" fmla="*/ 0 h 32"/>
              <a:gd name="T78" fmla="*/ 0 w 40"/>
              <a:gd name="T79" fmla="*/ 0 h 32"/>
              <a:gd name="T80" fmla="*/ 0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9" name="Freeform 206">
            <a:extLst>
              <a:ext uri="{FF2B5EF4-FFF2-40B4-BE49-F238E27FC236}">
                <a16:creationId xmlns:a16="http://schemas.microsoft.com/office/drawing/2014/main" id="{D6265C83-751E-0B97-1F6D-9475A7EE25AE}"/>
              </a:ext>
            </a:extLst>
          </p:cNvPr>
          <p:cNvSpPr>
            <a:spLocks/>
          </p:cNvSpPr>
          <p:nvPr/>
        </p:nvSpPr>
        <p:spPr bwMode="auto">
          <a:xfrm>
            <a:off x="6135688" y="34798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0" name="Freeform 207">
            <a:extLst>
              <a:ext uri="{FF2B5EF4-FFF2-40B4-BE49-F238E27FC236}">
                <a16:creationId xmlns:a16="http://schemas.microsoft.com/office/drawing/2014/main" id="{7EAB83CD-E98E-304B-D71F-20C023C58D24}"/>
              </a:ext>
            </a:extLst>
          </p:cNvPr>
          <p:cNvSpPr>
            <a:spLocks/>
          </p:cNvSpPr>
          <p:nvPr/>
        </p:nvSpPr>
        <p:spPr bwMode="auto">
          <a:xfrm>
            <a:off x="6707188" y="3302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1" name="Freeform 208">
            <a:extLst>
              <a:ext uri="{FF2B5EF4-FFF2-40B4-BE49-F238E27FC236}">
                <a16:creationId xmlns:a16="http://schemas.microsoft.com/office/drawing/2014/main" id="{C0271075-A126-F664-DDD3-123E2CD325B7}"/>
              </a:ext>
            </a:extLst>
          </p:cNvPr>
          <p:cNvSpPr>
            <a:spLocks/>
          </p:cNvSpPr>
          <p:nvPr/>
        </p:nvSpPr>
        <p:spPr bwMode="auto">
          <a:xfrm>
            <a:off x="6707188" y="3302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2" name="Freeform 209">
            <a:extLst>
              <a:ext uri="{FF2B5EF4-FFF2-40B4-BE49-F238E27FC236}">
                <a16:creationId xmlns:a16="http://schemas.microsoft.com/office/drawing/2014/main" id="{700A0904-BF2E-F622-D5AF-1EE98D42BC03}"/>
              </a:ext>
            </a:extLst>
          </p:cNvPr>
          <p:cNvSpPr>
            <a:spLocks/>
          </p:cNvSpPr>
          <p:nvPr/>
        </p:nvSpPr>
        <p:spPr bwMode="auto">
          <a:xfrm>
            <a:off x="6757988" y="3327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3" name="Freeform 210">
            <a:extLst>
              <a:ext uri="{FF2B5EF4-FFF2-40B4-BE49-F238E27FC236}">
                <a16:creationId xmlns:a16="http://schemas.microsoft.com/office/drawing/2014/main" id="{751CFB2C-978A-6931-11D0-C6AFBE8594FF}"/>
              </a:ext>
            </a:extLst>
          </p:cNvPr>
          <p:cNvSpPr>
            <a:spLocks/>
          </p:cNvSpPr>
          <p:nvPr/>
        </p:nvSpPr>
        <p:spPr bwMode="auto">
          <a:xfrm>
            <a:off x="6707188" y="3454400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4" name="Freeform 211">
            <a:extLst>
              <a:ext uri="{FF2B5EF4-FFF2-40B4-BE49-F238E27FC236}">
                <a16:creationId xmlns:a16="http://schemas.microsoft.com/office/drawing/2014/main" id="{FF8BC4BD-473C-1F2A-6402-741641F81116}"/>
              </a:ext>
            </a:extLst>
          </p:cNvPr>
          <p:cNvSpPr>
            <a:spLocks/>
          </p:cNvSpPr>
          <p:nvPr/>
        </p:nvSpPr>
        <p:spPr bwMode="auto">
          <a:xfrm>
            <a:off x="6707188" y="3454400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5" name="Freeform 212">
            <a:extLst>
              <a:ext uri="{FF2B5EF4-FFF2-40B4-BE49-F238E27FC236}">
                <a16:creationId xmlns:a16="http://schemas.microsoft.com/office/drawing/2014/main" id="{F03E733E-E78C-601C-9F8F-E523F4C10E33}"/>
              </a:ext>
            </a:extLst>
          </p:cNvPr>
          <p:cNvSpPr>
            <a:spLocks/>
          </p:cNvSpPr>
          <p:nvPr/>
        </p:nvSpPr>
        <p:spPr bwMode="auto">
          <a:xfrm>
            <a:off x="6757988" y="34798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6" name="Freeform 213">
            <a:extLst>
              <a:ext uri="{FF2B5EF4-FFF2-40B4-BE49-F238E27FC236}">
                <a16:creationId xmlns:a16="http://schemas.microsoft.com/office/drawing/2014/main" id="{E2EF9B8C-94EE-14B4-3D2D-AD469A3C1A92}"/>
              </a:ext>
            </a:extLst>
          </p:cNvPr>
          <p:cNvSpPr>
            <a:spLocks/>
          </p:cNvSpPr>
          <p:nvPr/>
        </p:nvSpPr>
        <p:spPr bwMode="auto">
          <a:xfrm>
            <a:off x="6453188" y="36941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7" name="Freeform 214">
            <a:extLst>
              <a:ext uri="{FF2B5EF4-FFF2-40B4-BE49-F238E27FC236}">
                <a16:creationId xmlns:a16="http://schemas.microsoft.com/office/drawing/2014/main" id="{EE89176B-FEDF-3080-6245-FFAEF9E80D88}"/>
              </a:ext>
            </a:extLst>
          </p:cNvPr>
          <p:cNvSpPr>
            <a:spLocks/>
          </p:cNvSpPr>
          <p:nvPr/>
        </p:nvSpPr>
        <p:spPr bwMode="auto">
          <a:xfrm>
            <a:off x="6453188" y="36941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32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40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8" name="Freeform 215">
            <a:extLst>
              <a:ext uri="{FF2B5EF4-FFF2-40B4-BE49-F238E27FC236}">
                <a16:creationId xmlns:a16="http://schemas.microsoft.com/office/drawing/2014/main" id="{5F23DAE0-5C2A-A42A-D330-C1C281572431}"/>
              </a:ext>
            </a:extLst>
          </p:cNvPr>
          <p:cNvSpPr>
            <a:spLocks/>
          </p:cNvSpPr>
          <p:nvPr/>
        </p:nvSpPr>
        <p:spPr bwMode="auto">
          <a:xfrm>
            <a:off x="6503988" y="37195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9" name="Freeform 216">
            <a:extLst>
              <a:ext uri="{FF2B5EF4-FFF2-40B4-BE49-F238E27FC236}">
                <a16:creationId xmlns:a16="http://schemas.microsoft.com/office/drawing/2014/main" id="{3B1092D8-B236-E281-F693-04E1854D7DE8}"/>
              </a:ext>
            </a:extLst>
          </p:cNvPr>
          <p:cNvSpPr>
            <a:spLocks/>
          </p:cNvSpPr>
          <p:nvPr/>
        </p:nvSpPr>
        <p:spPr bwMode="auto">
          <a:xfrm>
            <a:off x="6313488" y="36941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0" name="Freeform 217">
            <a:extLst>
              <a:ext uri="{FF2B5EF4-FFF2-40B4-BE49-F238E27FC236}">
                <a16:creationId xmlns:a16="http://schemas.microsoft.com/office/drawing/2014/main" id="{4142F1CA-5058-7726-8860-7DAA6CDA3A55}"/>
              </a:ext>
            </a:extLst>
          </p:cNvPr>
          <p:cNvSpPr>
            <a:spLocks/>
          </p:cNvSpPr>
          <p:nvPr/>
        </p:nvSpPr>
        <p:spPr bwMode="auto">
          <a:xfrm>
            <a:off x="6313488" y="36941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1" name="Freeform 218">
            <a:extLst>
              <a:ext uri="{FF2B5EF4-FFF2-40B4-BE49-F238E27FC236}">
                <a16:creationId xmlns:a16="http://schemas.microsoft.com/office/drawing/2014/main" id="{16DB8BD4-DE66-6ADE-E6AF-D856DA9F1F19}"/>
              </a:ext>
            </a:extLst>
          </p:cNvPr>
          <p:cNvSpPr>
            <a:spLocks/>
          </p:cNvSpPr>
          <p:nvPr/>
        </p:nvSpPr>
        <p:spPr bwMode="auto">
          <a:xfrm>
            <a:off x="6364288" y="37195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2" name="Freeform 219">
            <a:extLst>
              <a:ext uri="{FF2B5EF4-FFF2-40B4-BE49-F238E27FC236}">
                <a16:creationId xmlns:a16="http://schemas.microsoft.com/office/drawing/2014/main" id="{36C4EB19-2700-FEB9-7A44-12E4FF489033}"/>
              </a:ext>
            </a:extLst>
          </p:cNvPr>
          <p:cNvSpPr>
            <a:spLocks/>
          </p:cNvSpPr>
          <p:nvPr/>
        </p:nvSpPr>
        <p:spPr bwMode="auto">
          <a:xfrm>
            <a:off x="6707188" y="39608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3" name="Freeform 220">
            <a:extLst>
              <a:ext uri="{FF2B5EF4-FFF2-40B4-BE49-F238E27FC236}">
                <a16:creationId xmlns:a16="http://schemas.microsoft.com/office/drawing/2014/main" id="{2F97CB3F-AA59-B0B1-5BE9-19B16E038716}"/>
              </a:ext>
            </a:extLst>
          </p:cNvPr>
          <p:cNvSpPr>
            <a:spLocks/>
          </p:cNvSpPr>
          <p:nvPr/>
        </p:nvSpPr>
        <p:spPr bwMode="auto">
          <a:xfrm>
            <a:off x="6707188" y="39608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4" name="Freeform 221">
            <a:extLst>
              <a:ext uri="{FF2B5EF4-FFF2-40B4-BE49-F238E27FC236}">
                <a16:creationId xmlns:a16="http://schemas.microsoft.com/office/drawing/2014/main" id="{48FBC410-8AAB-5EA9-B7EC-C2AA26E7E35C}"/>
              </a:ext>
            </a:extLst>
          </p:cNvPr>
          <p:cNvSpPr>
            <a:spLocks/>
          </p:cNvSpPr>
          <p:nvPr/>
        </p:nvSpPr>
        <p:spPr bwMode="auto">
          <a:xfrm>
            <a:off x="6757988" y="39862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5" name="Freeform 222">
            <a:extLst>
              <a:ext uri="{FF2B5EF4-FFF2-40B4-BE49-F238E27FC236}">
                <a16:creationId xmlns:a16="http://schemas.microsoft.com/office/drawing/2014/main" id="{FB135118-40ED-B93D-B4A9-94BC281C3FA9}"/>
              </a:ext>
            </a:extLst>
          </p:cNvPr>
          <p:cNvSpPr>
            <a:spLocks/>
          </p:cNvSpPr>
          <p:nvPr/>
        </p:nvSpPr>
        <p:spPr bwMode="auto">
          <a:xfrm>
            <a:off x="6707188" y="41005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6" name="Freeform 223">
            <a:extLst>
              <a:ext uri="{FF2B5EF4-FFF2-40B4-BE49-F238E27FC236}">
                <a16:creationId xmlns:a16="http://schemas.microsoft.com/office/drawing/2014/main" id="{016BCBF4-6638-1C50-00F9-A58657D1927F}"/>
              </a:ext>
            </a:extLst>
          </p:cNvPr>
          <p:cNvSpPr>
            <a:spLocks/>
          </p:cNvSpPr>
          <p:nvPr/>
        </p:nvSpPr>
        <p:spPr bwMode="auto">
          <a:xfrm>
            <a:off x="6707188" y="41005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7" name="Freeform 224">
            <a:extLst>
              <a:ext uri="{FF2B5EF4-FFF2-40B4-BE49-F238E27FC236}">
                <a16:creationId xmlns:a16="http://schemas.microsoft.com/office/drawing/2014/main" id="{505DFFFF-6447-A1CB-BB9A-9957B2AC067A}"/>
              </a:ext>
            </a:extLst>
          </p:cNvPr>
          <p:cNvSpPr>
            <a:spLocks/>
          </p:cNvSpPr>
          <p:nvPr/>
        </p:nvSpPr>
        <p:spPr bwMode="auto">
          <a:xfrm>
            <a:off x="6757988" y="4125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8" name="Freeform 225">
            <a:extLst>
              <a:ext uri="{FF2B5EF4-FFF2-40B4-BE49-F238E27FC236}">
                <a16:creationId xmlns:a16="http://schemas.microsoft.com/office/drawing/2014/main" id="{31ADCAAD-B245-1569-739C-EC48CDAD81CE}"/>
              </a:ext>
            </a:extLst>
          </p:cNvPr>
          <p:cNvSpPr>
            <a:spLocks/>
          </p:cNvSpPr>
          <p:nvPr/>
        </p:nvSpPr>
        <p:spPr bwMode="auto">
          <a:xfrm>
            <a:off x="6427788" y="4341813"/>
            <a:ext cx="114300" cy="114300"/>
          </a:xfrm>
          <a:custGeom>
            <a:avLst/>
            <a:gdLst>
              <a:gd name="T0" fmla="*/ 2147483646 w 72"/>
              <a:gd name="T1" fmla="*/ 2147483646 h 72"/>
              <a:gd name="T2" fmla="*/ 2147483646 w 72"/>
              <a:gd name="T3" fmla="*/ 2147483646 h 72"/>
              <a:gd name="T4" fmla="*/ 2147483646 w 72"/>
              <a:gd name="T5" fmla="*/ 2147483646 h 72"/>
              <a:gd name="T6" fmla="*/ 2147483646 w 72"/>
              <a:gd name="T7" fmla="*/ 2147483646 h 72"/>
              <a:gd name="T8" fmla="*/ 2147483646 w 72"/>
              <a:gd name="T9" fmla="*/ 2147483646 h 72"/>
              <a:gd name="T10" fmla="*/ 2147483646 w 72"/>
              <a:gd name="T11" fmla="*/ 2147483646 h 72"/>
              <a:gd name="T12" fmla="*/ 2147483646 w 72"/>
              <a:gd name="T13" fmla="*/ 2147483646 h 72"/>
              <a:gd name="T14" fmla="*/ 2147483646 w 72"/>
              <a:gd name="T15" fmla="*/ 2147483646 h 72"/>
              <a:gd name="T16" fmla="*/ 2147483646 w 72"/>
              <a:gd name="T17" fmla="*/ 2147483646 h 72"/>
              <a:gd name="T18" fmla="*/ 2147483646 w 72"/>
              <a:gd name="T19" fmla="*/ 2147483646 h 72"/>
              <a:gd name="T20" fmla="*/ 2147483646 w 72"/>
              <a:gd name="T21" fmla="*/ 2147483646 h 72"/>
              <a:gd name="T22" fmla="*/ 2147483646 w 72"/>
              <a:gd name="T23" fmla="*/ 2147483646 h 72"/>
              <a:gd name="T24" fmla="*/ 2147483646 w 72"/>
              <a:gd name="T25" fmla="*/ 2147483646 h 72"/>
              <a:gd name="T26" fmla="*/ 2147483646 w 72"/>
              <a:gd name="T27" fmla="*/ 2147483646 h 72"/>
              <a:gd name="T28" fmla="*/ 2147483646 w 72"/>
              <a:gd name="T29" fmla="*/ 2147483646 h 72"/>
              <a:gd name="T30" fmla="*/ 2147483646 w 72"/>
              <a:gd name="T31" fmla="*/ 2147483646 h 72"/>
              <a:gd name="T32" fmla="*/ 2147483646 w 72"/>
              <a:gd name="T33" fmla="*/ 2147483646 h 72"/>
              <a:gd name="T34" fmla="*/ 2147483646 w 72"/>
              <a:gd name="T35" fmla="*/ 2147483646 h 72"/>
              <a:gd name="T36" fmla="*/ 2147483646 w 72"/>
              <a:gd name="T37" fmla="*/ 2147483646 h 72"/>
              <a:gd name="T38" fmla="*/ 2147483646 w 72"/>
              <a:gd name="T39" fmla="*/ 2147483646 h 72"/>
              <a:gd name="T40" fmla="*/ 2147483646 w 72"/>
              <a:gd name="T41" fmla="*/ 2147483646 h 72"/>
              <a:gd name="T42" fmla="*/ 2147483646 w 72"/>
              <a:gd name="T43" fmla="*/ 2147483646 h 72"/>
              <a:gd name="T44" fmla="*/ 2147483646 w 72"/>
              <a:gd name="T45" fmla="*/ 2147483646 h 72"/>
              <a:gd name="T46" fmla="*/ 2147483646 w 72"/>
              <a:gd name="T47" fmla="*/ 2147483646 h 72"/>
              <a:gd name="T48" fmla="*/ 2147483646 w 72"/>
              <a:gd name="T49" fmla="*/ 2147483646 h 72"/>
              <a:gd name="T50" fmla="*/ 2147483646 w 72"/>
              <a:gd name="T51" fmla="*/ 2147483646 h 72"/>
              <a:gd name="T52" fmla="*/ 2147483646 w 72"/>
              <a:gd name="T53" fmla="*/ 2147483646 h 72"/>
              <a:gd name="T54" fmla="*/ 2147483646 w 72"/>
              <a:gd name="T55" fmla="*/ 2147483646 h 72"/>
              <a:gd name="T56" fmla="*/ 2147483646 w 72"/>
              <a:gd name="T57" fmla="*/ 2147483646 h 72"/>
              <a:gd name="T58" fmla="*/ 2147483646 w 72"/>
              <a:gd name="T59" fmla="*/ 2147483646 h 72"/>
              <a:gd name="T60" fmla="*/ 2147483646 w 72"/>
              <a:gd name="T61" fmla="*/ 2147483646 h 72"/>
              <a:gd name="T62" fmla="*/ 2147483646 w 72"/>
              <a:gd name="T63" fmla="*/ 2147483646 h 72"/>
              <a:gd name="T64" fmla="*/ 2147483646 w 72"/>
              <a:gd name="T65" fmla="*/ 2147483646 h 72"/>
              <a:gd name="T66" fmla="*/ 2147483646 w 72"/>
              <a:gd name="T67" fmla="*/ 2147483646 h 72"/>
              <a:gd name="T68" fmla="*/ 2147483646 w 72"/>
              <a:gd name="T69" fmla="*/ 2147483646 h 72"/>
              <a:gd name="T70" fmla="*/ 0 w 72"/>
              <a:gd name="T71" fmla="*/ 2147483646 h 72"/>
              <a:gd name="T72" fmla="*/ 0 w 72"/>
              <a:gd name="T73" fmla="*/ 2147483646 h 72"/>
              <a:gd name="T74" fmla="*/ 0 w 72"/>
              <a:gd name="T75" fmla="*/ 2147483646 h 72"/>
              <a:gd name="T76" fmla="*/ 2147483646 w 72"/>
              <a:gd name="T77" fmla="*/ 2147483646 h 72"/>
              <a:gd name="T78" fmla="*/ 2147483646 w 72"/>
              <a:gd name="T79" fmla="*/ 2147483646 h 72"/>
              <a:gd name="T80" fmla="*/ 2147483646 w 72"/>
              <a:gd name="T81" fmla="*/ 2147483646 h 72"/>
              <a:gd name="T82" fmla="*/ 2147483646 w 72"/>
              <a:gd name="T83" fmla="*/ 0 h 72"/>
              <a:gd name="T84" fmla="*/ 2147483646 w 72"/>
              <a:gd name="T85" fmla="*/ 0 h 72"/>
              <a:gd name="T86" fmla="*/ 2147483646 w 72"/>
              <a:gd name="T87" fmla="*/ 0 h 72"/>
              <a:gd name="T88" fmla="*/ 2147483646 w 72"/>
              <a:gd name="T89" fmla="*/ 2147483646 h 72"/>
              <a:gd name="T90" fmla="*/ 2147483646 w 72"/>
              <a:gd name="T91" fmla="*/ 2147483646 h 72"/>
              <a:gd name="T92" fmla="*/ 2147483646 w 72"/>
              <a:gd name="T93" fmla="*/ 2147483646 h 72"/>
              <a:gd name="T94" fmla="*/ 2147483646 w 72"/>
              <a:gd name="T95" fmla="*/ 2147483646 h 72"/>
              <a:gd name="T96" fmla="*/ 2147483646 w 72"/>
              <a:gd name="T97" fmla="*/ 2147483646 h 7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72"/>
              <a:gd name="T148" fmla="*/ 0 h 72"/>
              <a:gd name="T149" fmla="*/ 72 w 72"/>
              <a:gd name="T150" fmla="*/ 72 h 7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72" h="72">
                <a:moveTo>
                  <a:pt x="64" y="32"/>
                </a:moveTo>
                <a:lnTo>
                  <a:pt x="56" y="8"/>
                </a:lnTo>
                <a:lnTo>
                  <a:pt x="56" y="16"/>
                </a:lnTo>
                <a:lnTo>
                  <a:pt x="32" y="8"/>
                </a:lnTo>
                <a:lnTo>
                  <a:pt x="8" y="16"/>
                </a:lnTo>
                <a:lnTo>
                  <a:pt x="16" y="8"/>
                </a:lnTo>
                <a:lnTo>
                  <a:pt x="8" y="32"/>
                </a:lnTo>
                <a:lnTo>
                  <a:pt x="16" y="48"/>
                </a:lnTo>
                <a:lnTo>
                  <a:pt x="40" y="64"/>
                </a:lnTo>
                <a:lnTo>
                  <a:pt x="32" y="64"/>
                </a:lnTo>
                <a:lnTo>
                  <a:pt x="56" y="48"/>
                </a:lnTo>
                <a:lnTo>
                  <a:pt x="64" y="32"/>
                </a:lnTo>
                <a:lnTo>
                  <a:pt x="72" y="32"/>
                </a:lnTo>
                <a:lnTo>
                  <a:pt x="64" y="48"/>
                </a:lnTo>
                <a:lnTo>
                  <a:pt x="64" y="56"/>
                </a:lnTo>
                <a:lnTo>
                  <a:pt x="40" y="72"/>
                </a:lnTo>
                <a:lnTo>
                  <a:pt x="32" y="72"/>
                </a:lnTo>
                <a:lnTo>
                  <a:pt x="8" y="56"/>
                </a:lnTo>
                <a:lnTo>
                  <a:pt x="8" y="48"/>
                </a:lnTo>
                <a:lnTo>
                  <a:pt x="0" y="32"/>
                </a:lnTo>
                <a:lnTo>
                  <a:pt x="8" y="8"/>
                </a:lnTo>
                <a:lnTo>
                  <a:pt x="32" y="0"/>
                </a:lnTo>
                <a:lnTo>
                  <a:pt x="56" y="8"/>
                </a:lnTo>
                <a:lnTo>
                  <a:pt x="64" y="8"/>
                </a:lnTo>
                <a:lnTo>
                  <a:pt x="72" y="32"/>
                </a:lnTo>
                <a:lnTo>
                  <a:pt x="64" y="32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9" name="Freeform 226">
            <a:extLst>
              <a:ext uri="{FF2B5EF4-FFF2-40B4-BE49-F238E27FC236}">
                <a16:creationId xmlns:a16="http://schemas.microsoft.com/office/drawing/2014/main" id="{93CA10BD-6C3A-DB8D-0A73-A6BC1C9669B9}"/>
              </a:ext>
            </a:extLst>
          </p:cNvPr>
          <p:cNvSpPr>
            <a:spLocks/>
          </p:cNvSpPr>
          <p:nvPr/>
        </p:nvSpPr>
        <p:spPr bwMode="auto">
          <a:xfrm>
            <a:off x="6529388" y="43926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0" name="Freeform 227">
            <a:extLst>
              <a:ext uri="{FF2B5EF4-FFF2-40B4-BE49-F238E27FC236}">
                <a16:creationId xmlns:a16="http://schemas.microsoft.com/office/drawing/2014/main" id="{D03D765D-A8B8-3F6F-60DF-CDB3815092BF}"/>
              </a:ext>
            </a:extLst>
          </p:cNvPr>
          <p:cNvSpPr>
            <a:spLocks/>
          </p:cNvSpPr>
          <p:nvPr/>
        </p:nvSpPr>
        <p:spPr bwMode="auto">
          <a:xfrm>
            <a:off x="6313488" y="43545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1" name="Freeform 228">
            <a:extLst>
              <a:ext uri="{FF2B5EF4-FFF2-40B4-BE49-F238E27FC236}">
                <a16:creationId xmlns:a16="http://schemas.microsoft.com/office/drawing/2014/main" id="{F9C491B7-8EC1-CCE7-18E9-EDC5E183350F}"/>
              </a:ext>
            </a:extLst>
          </p:cNvPr>
          <p:cNvSpPr>
            <a:spLocks/>
          </p:cNvSpPr>
          <p:nvPr/>
        </p:nvSpPr>
        <p:spPr bwMode="auto">
          <a:xfrm>
            <a:off x="6313488" y="43545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2" name="Freeform 229">
            <a:extLst>
              <a:ext uri="{FF2B5EF4-FFF2-40B4-BE49-F238E27FC236}">
                <a16:creationId xmlns:a16="http://schemas.microsoft.com/office/drawing/2014/main" id="{AA911375-FEAC-50DA-5413-151DB467A748}"/>
              </a:ext>
            </a:extLst>
          </p:cNvPr>
          <p:cNvSpPr>
            <a:spLocks/>
          </p:cNvSpPr>
          <p:nvPr/>
        </p:nvSpPr>
        <p:spPr bwMode="auto">
          <a:xfrm>
            <a:off x="6364288" y="4379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3" name="Freeform 230">
            <a:extLst>
              <a:ext uri="{FF2B5EF4-FFF2-40B4-BE49-F238E27FC236}">
                <a16:creationId xmlns:a16="http://schemas.microsoft.com/office/drawing/2014/main" id="{6898CD86-1001-EE14-44B5-4F98AB6561C0}"/>
              </a:ext>
            </a:extLst>
          </p:cNvPr>
          <p:cNvSpPr>
            <a:spLocks/>
          </p:cNvSpPr>
          <p:nvPr/>
        </p:nvSpPr>
        <p:spPr bwMode="auto">
          <a:xfrm>
            <a:off x="6084888" y="39608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0 w 32"/>
              <a:gd name="T7" fmla="*/ 0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4" name="Freeform 231">
            <a:extLst>
              <a:ext uri="{FF2B5EF4-FFF2-40B4-BE49-F238E27FC236}">
                <a16:creationId xmlns:a16="http://schemas.microsoft.com/office/drawing/2014/main" id="{BF42190D-566A-81C4-FBF7-2C5FBC70FBE9}"/>
              </a:ext>
            </a:extLst>
          </p:cNvPr>
          <p:cNvSpPr>
            <a:spLocks/>
          </p:cNvSpPr>
          <p:nvPr/>
        </p:nvSpPr>
        <p:spPr bwMode="auto">
          <a:xfrm>
            <a:off x="6084888" y="39608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0 h 40"/>
              <a:gd name="T78" fmla="*/ 0 w 40"/>
              <a:gd name="T79" fmla="*/ 0 h 40"/>
              <a:gd name="T80" fmla="*/ 0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5" name="Freeform 233">
            <a:extLst>
              <a:ext uri="{FF2B5EF4-FFF2-40B4-BE49-F238E27FC236}">
                <a16:creationId xmlns:a16="http://schemas.microsoft.com/office/drawing/2014/main" id="{0185AD20-F863-9F7D-5880-888FA8610D9E}"/>
              </a:ext>
            </a:extLst>
          </p:cNvPr>
          <p:cNvSpPr>
            <a:spLocks/>
          </p:cNvSpPr>
          <p:nvPr/>
        </p:nvSpPr>
        <p:spPr bwMode="auto">
          <a:xfrm>
            <a:off x="6135688" y="39862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6" name="Freeform 234">
            <a:extLst>
              <a:ext uri="{FF2B5EF4-FFF2-40B4-BE49-F238E27FC236}">
                <a16:creationId xmlns:a16="http://schemas.microsoft.com/office/drawing/2014/main" id="{0CF38466-7D4A-935B-73D3-4AAF86E8AC2F}"/>
              </a:ext>
            </a:extLst>
          </p:cNvPr>
          <p:cNvSpPr>
            <a:spLocks/>
          </p:cNvSpPr>
          <p:nvPr/>
        </p:nvSpPr>
        <p:spPr bwMode="auto">
          <a:xfrm>
            <a:off x="6084888" y="41005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0 w 32"/>
              <a:gd name="T7" fmla="*/ 0 h 24"/>
              <a:gd name="T8" fmla="*/ 0 w 32"/>
              <a:gd name="T9" fmla="*/ 2147483646 h 24"/>
              <a:gd name="T10" fmla="*/ 0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7" name="Freeform 235">
            <a:extLst>
              <a:ext uri="{FF2B5EF4-FFF2-40B4-BE49-F238E27FC236}">
                <a16:creationId xmlns:a16="http://schemas.microsoft.com/office/drawing/2014/main" id="{96F76B47-90D3-B4EB-D75B-A21A43B0BF24}"/>
              </a:ext>
            </a:extLst>
          </p:cNvPr>
          <p:cNvSpPr>
            <a:spLocks/>
          </p:cNvSpPr>
          <p:nvPr/>
        </p:nvSpPr>
        <p:spPr bwMode="auto">
          <a:xfrm>
            <a:off x="6084888" y="41005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0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0 w 40"/>
              <a:gd name="T29" fmla="*/ 2147483646 h 32"/>
              <a:gd name="T30" fmla="*/ 0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0 w 40"/>
              <a:gd name="T65" fmla="*/ 2147483646 h 32"/>
              <a:gd name="T66" fmla="*/ 0 w 40"/>
              <a:gd name="T67" fmla="*/ 2147483646 h 32"/>
              <a:gd name="T68" fmla="*/ 0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0 w 40"/>
              <a:gd name="T77" fmla="*/ 0 h 32"/>
              <a:gd name="T78" fmla="*/ 0 w 40"/>
              <a:gd name="T79" fmla="*/ 0 h 32"/>
              <a:gd name="T80" fmla="*/ 0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8" name="Freeform 236">
            <a:extLst>
              <a:ext uri="{FF2B5EF4-FFF2-40B4-BE49-F238E27FC236}">
                <a16:creationId xmlns:a16="http://schemas.microsoft.com/office/drawing/2014/main" id="{17AAFC8B-34D5-589B-98D1-9B4C4DDC6927}"/>
              </a:ext>
            </a:extLst>
          </p:cNvPr>
          <p:cNvSpPr>
            <a:spLocks/>
          </p:cNvSpPr>
          <p:nvPr/>
        </p:nvSpPr>
        <p:spPr bwMode="auto">
          <a:xfrm>
            <a:off x="6135688" y="4125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9" name="Freeform 237">
            <a:extLst>
              <a:ext uri="{FF2B5EF4-FFF2-40B4-BE49-F238E27FC236}">
                <a16:creationId xmlns:a16="http://schemas.microsoft.com/office/drawing/2014/main" id="{2F301DD8-7DB0-87F4-5C2C-EE82BDE3C185}"/>
              </a:ext>
            </a:extLst>
          </p:cNvPr>
          <p:cNvSpPr>
            <a:spLocks/>
          </p:cNvSpPr>
          <p:nvPr/>
        </p:nvSpPr>
        <p:spPr bwMode="auto">
          <a:xfrm>
            <a:off x="6084888" y="45958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0 w 32"/>
              <a:gd name="T7" fmla="*/ 0 h 24"/>
              <a:gd name="T8" fmla="*/ 0 w 32"/>
              <a:gd name="T9" fmla="*/ 2147483646 h 24"/>
              <a:gd name="T10" fmla="*/ 0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0" name="Freeform 238">
            <a:extLst>
              <a:ext uri="{FF2B5EF4-FFF2-40B4-BE49-F238E27FC236}">
                <a16:creationId xmlns:a16="http://schemas.microsoft.com/office/drawing/2014/main" id="{98528385-DABE-790F-CE8C-4E5F0FF6FBCF}"/>
              </a:ext>
            </a:extLst>
          </p:cNvPr>
          <p:cNvSpPr>
            <a:spLocks/>
          </p:cNvSpPr>
          <p:nvPr/>
        </p:nvSpPr>
        <p:spPr bwMode="auto">
          <a:xfrm>
            <a:off x="6084888" y="45958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0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0 w 40"/>
              <a:gd name="T29" fmla="*/ 2147483646 h 32"/>
              <a:gd name="T30" fmla="*/ 0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0 w 40"/>
              <a:gd name="T65" fmla="*/ 2147483646 h 32"/>
              <a:gd name="T66" fmla="*/ 0 w 40"/>
              <a:gd name="T67" fmla="*/ 2147483646 h 32"/>
              <a:gd name="T68" fmla="*/ 0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0 w 40"/>
              <a:gd name="T77" fmla="*/ 0 h 32"/>
              <a:gd name="T78" fmla="*/ 0 w 40"/>
              <a:gd name="T79" fmla="*/ 0 h 32"/>
              <a:gd name="T80" fmla="*/ 0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1" name="Freeform 239">
            <a:extLst>
              <a:ext uri="{FF2B5EF4-FFF2-40B4-BE49-F238E27FC236}">
                <a16:creationId xmlns:a16="http://schemas.microsoft.com/office/drawing/2014/main" id="{C8B1AE7F-77F5-CD19-6B91-DE8513404664}"/>
              </a:ext>
            </a:extLst>
          </p:cNvPr>
          <p:cNvSpPr>
            <a:spLocks/>
          </p:cNvSpPr>
          <p:nvPr/>
        </p:nvSpPr>
        <p:spPr bwMode="auto">
          <a:xfrm>
            <a:off x="6135688" y="46212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2" name="Freeform 240">
            <a:extLst>
              <a:ext uri="{FF2B5EF4-FFF2-40B4-BE49-F238E27FC236}">
                <a16:creationId xmlns:a16="http://schemas.microsoft.com/office/drawing/2014/main" id="{C2F44D9C-0EDE-A129-6087-7699F577FC47}"/>
              </a:ext>
            </a:extLst>
          </p:cNvPr>
          <p:cNvSpPr>
            <a:spLocks/>
          </p:cNvSpPr>
          <p:nvPr/>
        </p:nvSpPr>
        <p:spPr bwMode="auto">
          <a:xfrm>
            <a:off x="6084888" y="4748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3" name="Freeform 241">
            <a:extLst>
              <a:ext uri="{FF2B5EF4-FFF2-40B4-BE49-F238E27FC236}">
                <a16:creationId xmlns:a16="http://schemas.microsoft.com/office/drawing/2014/main" id="{BDC58107-E539-14AA-8651-9DA39984655B}"/>
              </a:ext>
            </a:extLst>
          </p:cNvPr>
          <p:cNvSpPr>
            <a:spLocks/>
          </p:cNvSpPr>
          <p:nvPr/>
        </p:nvSpPr>
        <p:spPr bwMode="auto">
          <a:xfrm>
            <a:off x="6084888" y="4748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4" name="Freeform 242">
            <a:extLst>
              <a:ext uri="{FF2B5EF4-FFF2-40B4-BE49-F238E27FC236}">
                <a16:creationId xmlns:a16="http://schemas.microsoft.com/office/drawing/2014/main" id="{FAD01095-E4F0-6689-91FA-833D28AC7666}"/>
              </a:ext>
            </a:extLst>
          </p:cNvPr>
          <p:cNvSpPr>
            <a:spLocks/>
          </p:cNvSpPr>
          <p:nvPr/>
        </p:nvSpPr>
        <p:spPr bwMode="auto">
          <a:xfrm>
            <a:off x="6135688" y="47736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5" name="Freeform 243">
            <a:extLst>
              <a:ext uri="{FF2B5EF4-FFF2-40B4-BE49-F238E27FC236}">
                <a16:creationId xmlns:a16="http://schemas.microsoft.com/office/drawing/2014/main" id="{56E580ED-6E2B-F85B-E8A4-A2151AC32F6B}"/>
              </a:ext>
            </a:extLst>
          </p:cNvPr>
          <p:cNvSpPr>
            <a:spLocks/>
          </p:cNvSpPr>
          <p:nvPr/>
        </p:nvSpPr>
        <p:spPr bwMode="auto">
          <a:xfrm>
            <a:off x="6313488" y="4987925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6" name="Freeform 244">
            <a:extLst>
              <a:ext uri="{FF2B5EF4-FFF2-40B4-BE49-F238E27FC236}">
                <a16:creationId xmlns:a16="http://schemas.microsoft.com/office/drawing/2014/main" id="{16F44056-0482-8DD7-7111-4C130A882726}"/>
              </a:ext>
            </a:extLst>
          </p:cNvPr>
          <p:cNvSpPr>
            <a:spLocks/>
          </p:cNvSpPr>
          <p:nvPr/>
        </p:nvSpPr>
        <p:spPr bwMode="auto">
          <a:xfrm>
            <a:off x="6313488" y="4987925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7" name="Freeform 245">
            <a:extLst>
              <a:ext uri="{FF2B5EF4-FFF2-40B4-BE49-F238E27FC236}">
                <a16:creationId xmlns:a16="http://schemas.microsoft.com/office/drawing/2014/main" id="{2155A158-A9CE-0BB6-EF45-9257B97878D0}"/>
              </a:ext>
            </a:extLst>
          </p:cNvPr>
          <p:cNvSpPr>
            <a:spLocks/>
          </p:cNvSpPr>
          <p:nvPr/>
        </p:nvSpPr>
        <p:spPr bwMode="auto">
          <a:xfrm>
            <a:off x="6364288" y="5013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8" name="Freeform 246">
            <a:extLst>
              <a:ext uri="{FF2B5EF4-FFF2-40B4-BE49-F238E27FC236}">
                <a16:creationId xmlns:a16="http://schemas.microsoft.com/office/drawing/2014/main" id="{0C3EC65C-0C9F-B561-432D-53FD5EC0D561}"/>
              </a:ext>
            </a:extLst>
          </p:cNvPr>
          <p:cNvSpPr>
            <a:spLocks/>
          </p:cNvSpPr>
          <p:nvPr/>
        </p:nvSpPr>
        <p:spPr bwMode="auto">
          <a:xfrm>
            <a:off x="6453188" y="4987925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0 w 32"/>
              <a:gd name="T7" fmla="*/ 0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9" name="Freeform 247">
            <a:extLst>
              <a:ext uri="{FF2B5EF4-FFF2-40B4-BE49-F238E27FC236}">
                <a16:creationId xmlns:a16="http://schemas.microsoft.com/office/drawing/2014/main" id="{DC110167-B4D3-CF43-2E40-01449F274281}"/>
              </a:ext>
            </a:extLst>
          </p:cNvPr>
          <p:cNvSpPr>
            <a:spLocks/>
          </p:cNvSpPr>
          <p:nvPr/>
        </p:nvSpPr>
        <p:spPr bwMode="auto">
          <a:xfrm>
            <a:off x="6453188" y="4987925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0 h 40"/>
              <a:gd name="T78" fmla="*/ 0 w 40"/>
              <a:gd name="T79" fmla="*/ 0 h 40"/>
              <a:gd name="T80" fmla="*/ 0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0" name="Freeform 248">
            <a:extLst>
              <a:ext uri="{FF2B5EF4-FFF2-40B4-BE49-F238E27FC236}">
                <a16:creationId xmlns:a16="http://schemas.microsoft.com/office/drawing/2014/main" id="{B7663B56-55BD-15BF-0726-567CC3522528}"/>
              </a:ext>
            </a:extLst>
          </p:cNvPr>
          <p:cNvSpPr>
            <a:spLocks/>
          </p:cNvSpPr>
          <p:nvPr/>
        </p:nvSpPr>
        <p:spPr bwMode="auto">
          <a:xfrm>
            <a:off x="6503988" y="5013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1" name="Freeform 249">
            <a:extLst>
              <a:ext uri="{FF2B5EF4-FFF2-40B4-BE49-F238E27FC236}">
                <a16:creationId xmlns:a16="http://schemas.microsoft.com/office/drawing/2014/main" id="{B073D7C5-D7A6-2466-602F-0D5CE104DEA1}"/>
              </a:ext>
            </a:extLst>
          </p:cNvPr>
          <p:cNvSpPr>
            <a:spLocks/>
          </p:cNvSpPr>
          <p:nvPr/>
        </p:nvSpPr>
        <p:spPr bwMode="auto">
          <a:xfrm>
            <a:off x="6707188" y="4748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2" name="Freeform 250">
            <a:extLst>
              <a:ext uri="{FF2B5EF4-FFF2-40B4-BE49-F238E27FC236}">
                <a16:creationId xmlns:a16="http://schemas.microsoft.com/office/drawing/2014/main" id="{7E63CC3B-79BF-32D5-E206-5E40701EF7BA}"/>
              </a:ext>
            </a:extLst>
          </p:cNvPr>
          <p:cNvSpPr>
            <a:spLocks/>
          </p:cNvSpPr>
          <p:nvPr/>
        </p:nvSpPr>
        <p:spPr bwMode="auto">
          <a:xfrm>
            <a:off x="6707188" y="4748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3" name="Freeform 251">
            <a:extLst>
              <a:ext uri="{FF2B5EF4-FFF2-40B4-BE49-F238E27FC236}">
                <a16:creationId xmlns:a16="http://schemas.microsoft.com/office/drawing/2014/main" id="{2D87A874-A8F2-60DA-1EE0-A4FED01E03C1}"/>
              </a:ext>
            </a:extLst>
          </p:cNvPr>
          <p:cNvSpPr>
            <a:spLocks/>
          </p:cNvSpPr>
          <p:nvPr/>
        </p:nvSpPr>
        <p:spPr bwMode="auto">
          <a:xfrm>
            <a:off x="6757988" y="47736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4" name="Freeform 252">
            <a:extLst>
              <a:ext uri="{FF2B5EF4-FFF2-40B4-BE49-F238E27FC236}">
                <a16:creationId xmlns:a16="http://schemas.microsoft.com/office/drawing/2014/main" id="{9FB182B8-1353-F688-74E5-787185B58E07}"/>
              </a:ext>
            </a:extLst>
          </p:cNvPr>
          <p:cNvSpPr>
            <a:spLocks/>
          </p:cNvSpPr>
          <p:nvPr/>
        </p:nvSpPr>
        <p:spPr bwMode="auto">
          <a:xfrm>
            <a:off x="6707188" y="45958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5" name="Freeform 253">
            <a:extLst>
              <a:ext uri="{FF2B5EF4-FFF2-40B4-BE49-F238E27FC236}">
                <a16:creationId xmlns:a16="http://schemas.microsoft.com/office/drawing/2014/main" id="{289F3A9E-2D8C-1CC4-1860-2DDE4426AB25}"/>
              </a:ext>
            </a:extLst>
          </p:cNvPr>
          <p:cNvSpPr>
            <a:spLocks/>
          </p:cNvSpPr>
          <p:nvPr/>
        </p:nvSpPr>
        <p:spPr bwMode="auto">
          <a:xfrm>
            <a:off x="6707188" y="45958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6" name="Freeform 254">
            <a:extLst>
              <a:ext uri="{FF2B5EF4-FFF2-40B4-BE49-F238E27FC236}">
                <a16:creationId xmlns:a16="http://schemas.microsoft.com/office/drawing/2014/main" id="{4879309C-4F6E-6027-5C53-CF60001A2DFA}"/>
              </a:ext>
            </a:extLst>
          </p:cNvPr>
          <p:cNvSpPr>
            <a:spLocks/>
          </p:cNvSpPr>
          <p:nvPr/>
        </p:nvSpPr>
        <p:spPr bwMode="auto">
          <a:xfrm>
            <a:off x="6757988" y="46212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7" name="Freeform 255">
            <a:extLst>
              <a:ext uri="{FF2B5EF4-FFF2-40B4-BE49-F238E27FC236}">
                <a16:creationId xmlns:a16="http://schemas.microsoft.com/office/drawing/2014/main" id="{AF090E33-3021-2B26-8882-D171FAC38EE3}"/>
              </a:ext>
            </a:extLst>
          </p:cNvPr>
          <p:cNvSpPr>
            <a:spLocks/>
          </p:cNvSpPr>
          <p:nvPr/>
        </p:nvSpPr>
        <p:spPr bwMode="auto">
          <a:xfrm>
            <a:off x="6948488" y="4987925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0 w 32"/>
              <a:gd name="T7" fmla="*/ 0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8" name="Freeform 256">
            <a:extLst>
              <a:ext uri="{FF2B5EF4-FFF2-40B4-BE49-F238E27FC236}">
                <a16:creationId xmlns:a16="http://schemas.microsoft.com/office/drawing/2014/main" id="{B4A0B567-F006-FB81-85B6-18BEBBFF28BC}"/>
              </a:ext>
            </a:extLst>
          </p:cNvPr>
          <p:cNvSpPr>
            <a:spLocks/>
          </p:cNvSpPr>
          <p:nvPr/>
        </p:nvSpPr>
        <p:spPr bwMode="auto">
          <a:xfrm>
            <a:off x="6948488" y="4987925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0 h 40"/>
              <a:gd name="T78" fmla="*/ 0 w 40"/>
              <a:gd name="T79" fmla="*/ 0 h 40"/>
              <a:gd name="T80" fmla="*/ 0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9" name="Freeform 257">
            <a:extLst>
              <a:ext uri="{FF2B5EF4-FFF2-40B4-BE49-F238E27FC236}">
                <a16:creationId xmlns:a16="http://schemas.microsoft.com/office/drawing/2014/main" id="{777B5C82-458B-7155-114E-9C4B9590F341}"/>
              </a:ext>
            </a:extLst>
          </p:cNvPr>
          <p:cNvSpPr>
            <a:spLocks/>
          </p:cNvSpPr>
          <p:nvPr/>
        </p:nvSpPr>
        <p:spPr bwMode="auto">
          <a:xfrm>
            <a:off x="6999288" y="5013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0" name="Freeform 258">
            <a:extLst>
              <a:ext uri="{FF2B5EF4-FFF2-40B4-BE49-F238E27FC236}">
                <a16:creationId xmlns:a16="http://schemas.microsoft.com/office/drawing/2014/main" id="{45757FA8-3A37-B113-8AFB-134DA55B1893}"/>
              </a:ext>
            </a:extLst>
          </p:cNvPr>
          <p:cNvSpPr>
            <a:spLocks/>
          </p:cNvSpPr>
          <p:nvPr/>
        </p:nvSpPr>
        <p:spPr bwMode="auto">
          <a:xfrm>
            <a:off x="7100888" y="4987925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0 w 32"/>
              <a:gd name="T7" fmla="*/ 0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1" name="Freeform 259">
            <a:extLst>
              <a:ext uri="{FF2B5EF4-FFF2-40B4-BE49-F238E27FC236}">
                <a16:creationId xmlns:a16="http://schemas.microsoft.com/office/drawing/2014/main" id="{B613D53A-5421-2C7B-0E1B-8BC96E6C56AE}"/>
              </a:ext>
            </a:extLst>
          </p:cNvPr>
          <p:cNvSpPr>
            <a:spLocks/>
          </p:cNvSpPr>
          <p:nvPr/>
        </p:nvSpPr>
        <p:spPr bwMode="auto">
          <a:xfrm>
            <a:off x="7100888" y="4987925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0 h 40"/>
              <a:gd name="T78" fmla="*/ 0 w 40"/>
              <a:gd name="T79" fmla="*/ 0 h 40"/>
              <a:gd name="T80" fmla="*/ 0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2" name="Freeform 260">
            <a:extLst>
              <a:ext uri="{FF2B5EF4-FFF2-40B4-BE49-F238E27FC236}">
                <a16:creationId xmlns:a16="http://schemas.microsoft.com/office/drawing/2014/main" id="{A1A50533-E646-39C0-2BB0-21C6CBEFD3C7}"/>
              </a:ext>
            </a:extLst>
          </p:cNvPr>
          <p:cNvSpPr>
            <a:spLocks/>
          </p:cNvSpPr>
          <p:nvPr/>
        </p:nvSpPr>
        <p:spPr bwMode="auto">
          <a:xfrm>
            <a:off x="7151688" y="5013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3" name="Freeform 261">
            <a:extLst>
              <a:ext uri="{FF2B5EF4-FFF2-40B4-BE49-F238E27FC236}">
                <a16:creationId xmlns:a16="http://schemas.microsoft.com/office/drawing/2014/main" id="{8DCF0E7D-FF15-C4C2-0E1A-A7B2DD4DABCE}"/>
              </a:ext>
            </a:extLst>
          </p:cNvPr>
          <p:cNvSpPr>
            <a:spLocks/>
          </p:cNvSpPr>
          <p:nvPr/>
        </p:nvSpPr>
        <p:spPr bwMode="auto">
          <a:xfrm>
            <a:off x="7354888" y="4748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4" name="Freeform 262">
            <a:extLst>
              <a:ext uri="{FF2B5EF4-FFF2-40B4-BE49-F238E27FC236}">
                <a16:creationId xmlns:a16="http://schemas.microsoft.com/office/drawing/2014/main" id="{44527381-5511-8E55-2C73-7B679C2F45C3}"/>
              </a:ext>
            </a:extLst>
          </p:cNvPr>
          <p:cNvSpPr>
            <a:spLocks/>
          </p:cNvSpPr>
          <p:nvPr/>
        </p:nvSpPr>
        <p:spPr bwMode="auto">
          <a:xfrm>
            <a:off x="7354888" y="4748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5" name="Freeform 263">
            <a:extLst>
              <a:ext uri="{FF2B5EF4-FFF2-40B4-BE49-F238E27FC236}">
                <a16:creationId xmlns:a16="http://schemas.microsoft.com/office/drawing/2014/main" id="{471D7993-190E-1F04-9F24-03B7591F3868}"/>
              </a:ext>
            </a:extLst>
          </p:cNvPr>
          <p:cNvSpPr>
            <a:spLocks/>
          </p:cNvSpPr>
          <p:nvPr/>
        </p:nvSpPr>
        <p:spPr bwMode="auto">
          <a:xfrm>
            <a:off x="7405688" y="47736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6" name="Freeform 264">
            <a:extLst>
              <a:ext uri="{FF2B5EF4-FFF2-40B4-BE49-F238E27FC236}">
                <a16:creationId xmlns:a16="http://schemas.microsoft.com/office/drawing/2014/main" id="{89104BA2-DFC1-F0B5-04FF-181DFDA3DE20}"/>
              </a:ext>
            </a:extLst>
          </p:cNvPr>
          <p:cNvSpPr>
            <a:spLocks/>
          </p:cNvSpPr>
          <p:nvPr/>
        </p:nvSpPr>
        <p:spPr bwMode="auto">
          <a:xfrm>
            <a:off x="7342188" y="4608514"/>
            <a:ext cx="63500" cy="1587"/>
          </a:xfrm>
          <a:custGeom>
            <a:avLst/>
            <a:gdLst>
              <a:gd name="T0" fmla="*/ 2147483646 w 40"/>
              <a:gd name="T1" fmla="*/ 0 h 1587"/>
              <a:gd name="T2" fmla="*/ 2147483646 w 40"/>
              <a:gd name="T3" fmla="*/ 0 h 1587"/>
              <a:gd name="T4" fmla="*/ 2147483646 w 40"/>
              <a:gd name="T5" fmla="*/ 0 h 1587"/>
              <a:gd name="T6" fmla="*/ 2147483646 w 40"/>
              <a:gd name="T7" fmla="*/ 0 h 1587"/>
              <a:gd name="T8" fmla="*/ 0 w 40"/>
              <a:gd name="T9" fmla="*/ 0 h 1587"/>
              <a:gd name="T10" fmla="*/ 2147483646 w 40"/>
              <a:gd name="T11" fmla="*/ 0 h 1587"/>
              <a:gd name="T12" fmla="*/ 2147483646 w 40"/>
              <a:gd name="T13" fmla="*/ 0 h 1587"/>
              <a:gd name="T14" fmla="*/ 2147483646 w 40"/>
              <a:gd name="T15" fmla="*/ 0 h 1587"/>
              <a:gd name="T16" fmla="*/ 2147483646 w 40"/>
              <a:gd name="T17" fmla="*/ 0 h 1587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0"/>
              <a:gd name="T28" fmla="*/ 0 h 1587"/>
              <a:gd name="T29" fmla="*/ 40 w 40"/>
              <a:gd name="T30" fmla="*/ 1587 h 1587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0" h="1587">
                <a:moveTo>
                  <a:pt x="40" y="0"/>
                </a:moveTo>
                <a:lnTo>
                  <a:pt x="40" y="0"/>
                </a:lnTo>
                <a:lnTo>
                  <a:pt x="24" y="0"/>
                </a:lnTo>
                <a:lnTo>
                  <a:pt x="8" y="0"/>
                </a:lnTo>
                <a:lnTo>
                  <a:pt x="0" y="0"/>
                </a:lnTo>
                <a:lnTo>
                  <a:pt x="8" y="0"/>
                </a:lnTo>
                <a:lnTo>
                  <a:pt x="24" y="0"/>
                </a:lnTo>
                <a:lnTo>
                  <a:pt x="4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7" name="Freeform 265">
            <a:extLst>
              <a:ext uri="{FF2B5EF4-FFF2-40B4-BE49-F238E27FC236}">
                <a16:creationId xmlns:a16="http://schemas.microsoft.com/office/drawing/2014/main" id="{69963640-3F16-707E-9746-F72C36DCF759}"/>
              </a:ext>
            </a:extLst>
          </p:cNvPr>
          <p:cNvSpPr>
            <a:spLocks/>
          </p:cNvSpPr>
          <p:nvPr/>
        </p:nvSpPr>
        <p:spPr bwMode="auto">
          <a:xfrm>
            <a:off x="7342188" y="4608513"/>
            <a:ext cx="76200" cy="12700"/>
          </a:xfrm>
          <a:custGeom>
            <a:avLst/>
            <a:gdLst>
              <a:gd name="T0" fmla="*/ 2147483646 w 48"/>
              <a:gd name="T1" fmla="*/ 0 h 8"/>
              <a:gd name="T2" fmla="*/ 2147483646 w 48"/>
              <a:gd name="T3" fmla="*/ 0 h 8"/>
              <a:gd name="T4" fmla="*/ 2147483646 w 48"/>
              <a:gd name="T5" fmla="*/ 2147483646 h 8"/>
              <a:gd name="T6" fmla="*/ 2147483646 w 48"/>
              <a:gd name="T7" fmla="*/ 2147483646 h 8"/>
              <a:gd name="T8" fmla="*/ 2147483646 w 48"/>
              <a:gd name="T9" fmla="*/ 2147483646 h 8"/>
              <a:gd name="T10" fmla="*/ 2147483646 w 48"/>
              <a:gd name="T11" fmla="*/ 2147483646 h 8"/>
              <a:gd name="T12" fmla="*/ 2147483646 w 48"/>
              <a:gd name="T13" fmla="*/ 2147483646 h 8"/>
              <a:gd name="T14" fmla="*/ 2147483646 w 48"/>
              <a:gd name="T15" fmla="*/ 2147483646 h 8"/>
              <a:gd name="T16" fmla="*/ 2147483646 w 48"/>
              <a:gd name="T17" fmla="*/ 2147483646 h 8"/>
              <a:gd name="T18" fmla="*/ 2147483646 w 48"/>
              <a:gd name="T19" fmla="*/ 2147483646 h 8"/>
              <a:gd name="T20" fmla="*/ 0 w 48"/>
              <a:gd name="T21" fmla="*/ 2147483646 h 8"/>
              <a:gd name="T22" fmla="*/ 0 w 48"/>
              <a:gd name="T23" fmla="*/ 0 h 8"/>
              <a:gd name="T24" fmla="*/ 0 w 48"/>
              <a:gd name="T25" fmla="*/ 0 h 8"/>
              <a:gd name="T26" fmla="*/ 2147483646 w 48"/>
              <a:gd name="T27" fmla="*/ 0 h 8"/>
              <a:gd name="T28" fmla="*/ 2147483646 w 48"/>
              <a:gd name="T29" fmla="*/ 0 h 8"/>
              <a:gd name="T30" fmla="*/ 2147483646 w 48"/>
              <a:gd name="T31" fmla="*/ 0 h 8"/>
              <a:gd name="T32" fmla="*/ 2147483646 w 48"/>
              <a:gd name="T33" fmla="*/ 0 h 8"/>
              <a:gd name="T34" fmla="*/ 2147483646 w 48"/>
              <a:gd name="T35" fmla="*/ 0 h 8"/>
              <a:gd name="T36" fmla="*/ 2147483646 w 48"/>
              <a:gd name="T37" fmla="*/ 0 h 8"/>
              <a:gd name="T38" fmla="*/ 2147483646 w 48"/>
              <a:gd name="T39" fmla="*/ 0 h 8"/>
              <a:gd name="T40" fmla="*/ 2147483646 w 48"/>
              <a:gd name="T41" fmla="*/ 0 h 8"/>
              <a:gd name="T42" fmla="*/ 2147483646 w 48"/>
              <a:gd name="T43" fmla="*/ 0 h 8"/>
              <a:gd name="T44" fmla="*/ 2147483646 w 48"/>
              <a:gd name="T45" fmla="*/ 0 h 8"/>
              <a:gd name="T46" fmla="*/ 2147483646 w 48"/>
              <a:gd name="T47" fmla="*/ 0 h 8"/>
              <a:gd name="T48" fmla="*/ 2147483646 w 48"/>
              <a:gd name="T49" fmla="*/ 2147483646 h 8"/>
              <a:gd name="T50" fmla="*/ 2147483646 w 48"/>
              <a:gd name="T51" fmla="*/ 2147483646 h 8"/>
              <a:gd name="T52" fmla="*/ 2147483646 w 48"/>
              <a:gd name="T53" fmla="*/ 2147483646 h 8"/>
              <a:gd name="T54" fmla="*/ 2147483646 w 48"/>
              <a:gd name="T55" fmla="*/ 2147483646 h 8"/>
              <a:gd name="T56" fmla="*/ 2147483646 w 48"/>
              <a:gd name="T57" fmla="*/ 2147483646 h 8"/>
              <a:gd name="T58" fmla="*/ 2147483646 w 48"/>
              <a:gd name="T59" fmla="*/ 2147483646 h 8"/>
              <a:gd name="T60" fmla="*/ 2147483646 w 48"/>
              <a:gd name="T61" fmla="*/ 2147483646 h 8"/>
              <a:gd name="T62" fmla="*/ 2147483646 w 48"/>
              <a:gd name="T63" fmla="*/ 2147483646 h 8"/>
              <a:gd name="T64" fmla="*/ 2147483646 w 48"/>
              <a:gd name="T65" fmla="*/ 2147483646 h 8"/>
              <a:gd name="T66" fmla="*/ 2147483646 w 48"/>
              <a:gd name="T67" fmla="*/ 2147483646 h 8"/>
              <a:gd name="T68" fmla="*/ 2147483646 w 48"/>
              <a:gd name="T69" fmla="*/ 2147483646 h 8"/>
              <a:gd name="T70" fmla="*/ 0 w 48"/>
              <a:gd name="T71" fmla="*/ 2147483646 h 8"/>
              <a:gd name="T72" fmla="*/ 0 w 48"/>
              <a:gd name="T73" fmla="*/ 2147483646 h 8"/>
              <a:gd name="T74" fmla="*/ 0 w 48"/>
              <a:gd name="T75" fmla="*/ 0 h 8"/>
              <a:gd name="T76" fmla="*/ 2147483646 w 48"/>
              <a:gd name="T77" fmla="*/ 0 h 8"/>
              <a:gd name="T78" fmla="*/ 2147483646 w 48"/>
              <a:gd name="T79" fmla="*/ 0 h 8"/>
              <a:gd name="T80" fmla="*/ 2147483646 w 48"/>
              <a:gd name="T81" fmla="*/ 0 h 8"/>
              <a:gd name="T82" fmla="*/ 2147483646 w 48"/>
              <a:gd name="T83" fmla="*/ 0 h 8"/>
              <a:gd name="T84" fmla="*/ 2147483646 w 48"/>
              <a:gd name="T85" fmla="*/ 0 h 8"/>
              <a:gd name="T86" fmla="*/ 2147483646 w 48"/>
              <a:gd name="T87" fmla="*/ 0 h 8"/>
              <a:gd name="T88" fmla="*/ 2147483646 w 48"/>
              <a:gd name="T89" fmla="*/ 0 h 8"/>
              <a:gd name="T90" fmla="*/ 2147483646 w 48"/>
              <a:gd name="T91" fmla="*/ 0 h 8"/>
              <a:gd name="T92" fmla="*/ 2147483646 w 48"/>
              <a:gd name="T93" fmla="*/ 0 h 8"/>
              <a:gd name="T94" fmla="*/ 2147483646 w 48"/>
              <a:gd name="T95" fmla="*/ 0 h 8"/>
              <a:gd name="T96" fmla="*/ 2147483646 w 48"/>
              <a:gd name="T97" fmla="*/ 0 h 8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8"/>
              <a:gd name="T148" fmla="*/ 0 h 8"/>
              <a:gd name="T149" fmla="*/ 48 w 48"/>
              <a:gd name="T150" fmla="*/ 8 h 8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8" h="8">
                <a:moveTo>
                  <a:pt x="48" y="0"/>
                </a:moveTo>
                <a:lnTo>
                  <a:pt x="48" y="0"/>
                </a:lnTo>
                <a:lnTo>
                  <a:pt x="40" y="8"/>
                </a:lnTo>
                <a:lnTo>
                  <a:pt x="24" y="8"/>
                </a:lnTo>
                <a:lnTo>
                  <a:pt x="8" y="8"/>
                </a:lnTo>
                <a:lnTo>
                  <a:pt x="0" y="8"/>
                </a:lnTo>
                <a:lnTo>
                  <a:pt x="0" y="0"/>
                </a:lnTo>
                <a:lnTo>
                  <a:pt x="8" y="0"/>
                </a:lnTo>
                <a:lnTo>
                  <a:pt x="24" y="0"/>
                </a:lnTo>
                <a:lnTo>
                  <a:pt x="40" y="0"/>
                </a:lnTo>
                <a:lnTo>
                  <a:pt x="40" y="8"/>
                </a:lnTo>
                <a:lnTo>
                  <a:pt x="24" y="8"/>
                </a:lnTo>
                <a:lnTo>
                  <a:pt x="8" y="8"/>
                </a:lnTo>
                <a:lnTo>
                  <a:pt x="0" y="8"/>
                </a:lnTo>
                <a:lnTo>
                  <a:pt x="0" y="0"/>
                </a:lnTo>
                <a:lnTo>
                  <a:pt x="8" y="0"/>
                </a:lnTo>
                <a:lnTo>
                  <a:pt x="24" y="0"/>
                </a:lnTo>
                <a:lnTo>
                  <a:pt x="40" y="0"/>
                </a:lnTo>
                <a:lnTo>
                  <a:pt x="48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8" name="Freeform 266">
            <a:extLst>
              <a:ext uri="{FF2B5EF4-FFF2-40B4-BE49-F238E27FC236}">
                <a16:creationId xmlns:a16="http://schemas.microsoft.com/office/drawing/2014/main" id="{4C8C7D03-D66F-2D25-FBBA-98E97DB7EC75}"/>
              </a:ext>
            </a:extLst>
          </p:cNvPr>
          <p:cNvSpPr>
            <a:spLocks/>
          </p:cNvSpPr>
          <p:nvPr/>
        </p:nvSpPr>
        <p:spPr bwMode="auto">
          <a:xfrm>
            <a:off x="7405689" y="4608513"/>
            <a:ext cx="1587" cy="12700"/>
          </a:xfrm>
          <a:custGeom>
            <a:avLst/>
            <a:gdLst>
              <a:gd name="T0" fmla="*/ 0 w 1587"/>
              <a:gd name="T1" fmla="*/ 0 h 8"/>
              <a:gd name="T2" fmla="*/ 0 w 1587"/>
              <a:gd name="T3" fmla="*/ 0 h 8"/>
              <a:gd name="T4" fmla="*/ 0 w 1587"/>
              <a:gd name="T5" fmla="*/ 0 h 8"/>
              <a:gd name="T6" fmla="*/ 0 w 1587"/>
              <a:gd name="T7" fmla="*/ 2147483646 h 8"/>
              <a:gd name="T8" fmla="*/ 0 w 1587"/>
              <a:gd name="T9" fmla="*/ 2147483646 h 8"/>
              <a:gd name="T10" fmla="*/ 0 w 1587"/>
              <a:gd name="T11" fmla="*/ 2147483646 h 8"/>
              <a:gd name="T12" fmla="*/ 0 w 1587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587"/>
              <a:gd name="T22" fmla="*/ 0 h 8"/>
              <a:gd name="T23" fmla="*/ 1587 w 1587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587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9" name="Freeform 267">
            <a:extLst>
              <a:ext uri="{FF2B5EF4-FFF2-40B4-BE49-F238E27FC236}">
                <a16:creationId xmlns:a16="http://schemas.microsoft.com/office/drawing/2014/main" id="{9A60BE19-F8DB-DE17-E04F-DE3751B305C8}"/>
              </a:ext>
            </a:extLst>
          </p:cNvPr>
          <p:cNvSpPr>
            <a:spLocks/>
          </p:cNvSpPr>
          <p:nvPr/>
        </p:nvSpPr>
        <p:spPr bwMode="auto">
          <a:xfrm>
            <a:off x="6961188" y="43545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0" name="Freeform 268">
            <a:extLst>
              <a:ext uri="{FF2B5EF4-FFF2-40B4-BE49-F238E27FC236}">
                <a16:creationId xmlns:a16="http://schemas.microsoft.com/office/drawing/2014/main" id="{7AB11314-8D25-1B96-7BCA-C03F6EA6CFB6}"/>
              </a:ext>
            </a:extLst>
          </p:cNvPr>
          <p:cNvSpPr>
            <a:spLocks/>
          </p:cNvSpPr>
          <p:nvPr/>
        </p:nvSpPr>
        <p:spPr bwMode="auto">
          <a:xfrm>
            <a:off x="6961188" y="43545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1" name="Freeform 269">
            <a:extLst>
              <a:ext uri="{FF2B5EF4-FFF2-40B4-BE49-F238E27FC236}">
                <a16:creationId xmlns:a16="http://schemas.microsoft.com/office/drawing/2014/main" id="{6B026921-F2F9-13A8-B128-D9E4AD89DADA}"/>
              </a:ext>
            </a:extLst>
          </p:cNvPr>
          <p:cNvSpPr>
            <a:spLocks/>
          </p:cNvSpPr>
          <p:nvPr/>
        </p:nvSpPr>
        <p:spPr bwMode="auto">
          <a:xfrm>
            <a:off x="7011988" y="4379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2" name="Freeform 270">
            <a:extLst>
              <a:ext uri="{FF2B5EF4-FFF2-40B4-BE49-F238E27FC236}">
                <a16:creationId xmlns:a16="http://schemas.microsoft.com/office/drawing/2014/main" id="{077EC274-A80E-0A40-B9B0-B4386712652E}"/>
              </a:ext>
            </a:extLst>
          </p:cNvPr>
          <p:cNvSpPr>
            <a:spLocks/>
          </p:cNvSpPr>
          <p:nvPr/>
        </p:nvSpPr>
        <p:spPr bwMode="auto">
          <a:xfrm>
            <a:off x="7100888" y="43545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0 w 32"/>
              <a:gd name="T7" fmla="*/ 0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3" name="Freeform 271">
            <a:extLst>
              <a:ext uri="{FF2B5EF4-FFF2-40B4-BE49-F238E27FC236}">
                <a16:creationId xmlns:a16="http://schemas.microsoft.com/office/drawing/2014/main" id="{AA6763C3-C7C3-65CD-D5F9-9A141D66DD9B}"/>
              </a:ext>
            </a:extLst>
          </p:cNvPr>
          <p:cNvSpPr>
            <a:spLocks/>
          </p:cNvSpPr>
          <p:nvPr/>
        </p:nvSpPr>
        <p:spPr bwMode="auto">
          <a:xfrm>
            <a:off x="7100888" y="43545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0 h 40"/>
              <a:gd name="T78" fmla="*/ 0 w 40"/>
              <a:gd name="T79" fmla="*/ 0 h 40"/>
              <a:gd name="T80" fmla="*/ 0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4" name="Freeform 272">
            <a:extLst>
              <a:ext uri="{FF2B5EF4-FFF2-40B4-BE49-F238E27FC236}">
                <a16:creationId xmlns:a16="http://schemas.microsoft.com/office/drawing/2014/main" id="{C6E04187-CEFC-04B3-5128-A0A261494EDD}"/>
              </a:ext>
            </a:extLst>
          </p:cNvPr>
          <p:cNvSpPr>
            <a:spLocks/>
          </p:cNvSpPr>
          <p:nvPr/>
        </p:nvSpPr>
        <p:spPr bwMode="auto">
          <a:xfrm>
            <a:off x="7151688" y="4379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5" name="Freeform 273">
            <a:extLst>
              <a:ext uri="{FF2B5EF4-FFF2-40B4-BE49-F238E27FC236}">
                <a16:creationId xmlns:a16="http://schemas.microsoft.com/office/drawing/2014/main" id="{064B43C8-1B26-9DEF-2C49-FCFBA29FD505}"/>
              </a:ext>
            </a:extLst>
          </p:cNvPr>
          <p:cNvSpPr>
            <a:spLocks/>
          </p:cNvSpPr>
          <p:nvPr/>
        </p:nvSpPr>
        <p:spPr bwMode="auto">
          <a:xfrm>
            <a:off x="7354888" y="41005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6" name="Freeform 274">
            <a:extLst>
              <a:ext uri="{FF2B5EF4-FFF2-40B4-BE49-F238E27FC236}">
                <a16:creationId xmlns:a16="http://schemas.microsoft.com/office/drawing/2014/main" id="{ED8E9D60-D1B2-B997-57E4-8E0EFA6FD1CF}"/>
              </a:ext>
            </a:extLst>
          </p:cNvPr>
          <p:cNvSpPr>
            <a:spLocks/>
          </p:cNvSpPr>
          <p:nvPr/>
        </p:nvSpPr>
        <p:spPr bwMode="auto">
          <a:xfrm>
            <a:off x="7354888" y="41005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7" name="Freeform 275">
            <a:extLst>
              <a:ext uri="{FF2B5EF4-FFF2-40B4-BE49-F238E27FC236}">
                <a16:creationId xmlns:a16="http://schemas.microsoft.com/office/drawing/2014/main" id="{4A61173D-EAA6-3FBB-4E15-BF48D85C5905}"/>
              </a:ext>
            </a:extLst>
          </p:cNvPr>
          <p:cNvSpPr>
            <a:spLocks/>
          </p:cNvSpPr>
          <p:nvPr/>
        </p:nvSpPr>
        <p:spPr bwMode="auto">
          <a:xfrm>
            <a:off x="7405688" y="4125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8" name="Freeform 276">
            <a:extLst>
              <a:ext uri="{FF2B5EF4-FFF2-40B4-BE49-F238E27FC236}">
                <a16:creationId xmlns:a16="http://schemas.microsoft.com/office/drawing/2014/main" id="{247D5307-B3C6-EE4C-1166-DC7835349AF9}"/>
              </a:ext>
            </a:extLst>
          </p:cNvPr>
          <p:cNvSpPr>
            <a:spLocks/>
          </p:cNvSpPr>
          <p:nvPr/>
        </p:nvSpPr>
        <p:spPr bwMode="auto">
          <a:xfrm>
            <a:off x="7354888" y="39608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9" name="Freeform 277">
            <a:extLst>
              <a:ext uri="{FF2B5EF4-FFF2-40B4-BE49-F238E27FC236}">
                <a16:creationId xmlns:a16="http://schemas.microsoft.com/office/drawing/2014/main" id="{CE83F2B1-408C-BDC0-9230-DF563E488E1C}"/>
              </a:ext>
            </a:extLst>
          </p:cNvPr>
          <p:cNvSpPr>
            <a:spLocks/>
          </p:cNvSpPr>
          <p:nvPr/>
        </p:nvSpPr>
        <p:spPr bwMode="auto">
          <a:xfrm>
            <a:off x="7354888" y="39608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0" name="Freeform 278">
            <a:extLst>
              <a:ext uri="{FF2B5EF4-FFF2-40B4-BE49-F238E27FC236}">
                <a16:creationId xmlns:a16="http://schemas.microsoft.com/office/drawing/2014/main" id="{DACC6C3D-B153-197F-EE34-3F7E8967A60F}"/>
              </a:ext>
            </a:extLst>
          </p:cNvPr>
          <p:cNvSpPr>
            <a:spLocks/>
          </p:cNvSpPr>
          <p:nvPr/>
        </p:nvSpPr>
        <p:spPr bwMode="auto">
          <a:xfrm>
            <a:off x="7405688" y="39862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1" name="Freeform 279">
            <a:extLst>
              <a:ext uri="{FF2B5EF4-FFF2-40B4-BE49-F238E27FC236}">
                <a16:creationId xmlns:a16="http://schemas.microsoft.com/office/drawing/2014/main" id="{E593F4D2-971F-7621-B091-BC124E756510}"/>
              </a:ext>
            </a:extLst>
          </p:cNvPr>
          <p:cNvSpPr>
            <a:spLocks/>
          </p:cNvSpPr>
          <p:nvPr/>
        </p:nvSpPr>
        <p:spPr bwMode="auto">
          <a:xfrm>
            <a:off x="6935788" y="3668713"/>
            <a:ext cx="101600" cy="101600"/>
          </a:xfrm>
          <a:custGeom>
            <a:avLst/>
            <a:gdLst>
              <a:gd name="T0" fmla="*/ 2147483646 w 64"/>
              <a:gd name="T1" fmla="*/ 2147483646 h 64"/>
              <a:gd name="T2" fmla="*/ 2147483646 w 64"/>
              <a:gd name="T3" fmla="*/ 2147483646 h 64"/>
              <a:gd name="T4" fmla="*/ 2147483646 w 64"/>
              <a:gd name="T5" fmla="*/ 0 h 64"/>
              <a:gd name="T6" fmla="*/ 2147483646 w 64"/>
              <a:gd name="T7" fmla="*/ 2147483646 h 64"/>
              <a:gd name="T8" fmla="*/ 0 w 64"/>
              <a:gd name="T9" fmla="*/ 2147483646 h 64"/>
              <a:gd name="T10" fmla="*/ 2147483646 w 64"/>
              <a:gd name="T11" fmla="*/ 2147483646 h 64"/>
              <a:gd name="T12" fmla="*/ 2147483646 w 64"/>
              <a:gd name="T13" fmla="*/ 2147483646 h 64"/>
              <a:gd name="T14" fmla="*/ 2147483646 w 64"/>
              <a:gd name="T15" fmla="*/ 2147483646 h 64"/>
              <a:gd name="T16" fmla="*/ 2147483646 w 64"/>
              <a:gd name="T17" fmla="*/ 2147483646 h 6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64"/>
              <a:gd name="T28" fmla="*/ 0 h 64"/>
              <a:gd name="T29" fmla="*/ 64 w 64"/>
              <a:gd name="T30" fmla="*/ 64 h 6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64" h="64">
                <a:moveTo>
                  <a:pt x="64" y="32"/>
                </a:moveTo>
                <a:lnTo>
                  <a:pt x="56" y="8"/>
                </a:lnTo>
                <a:lnTo>
                  <a:pt x="32" y="0"/>
                </a:lnTo>
                <a:lnTo>
                  <a:pt x="8" y="8"/>
                </a:lnTo>
                <a:lnTo>
                  <a:pt x="0" y="32"/>
                </a:lnTo>
                <a:lnTo>
                  <a:pt x="8" y="56"/>
                </a:lnTo>
                <a:lnTo>
                  <a:pt x="32" y="64"/>
                </a:lnTo>
                <a:lnTo>
                  <a:pt x="56" y="56"/>
                </a:lnTo>
                <a:lnTo>
                  <a:pt x="64" y="32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2" name="Freeform 280">
            <a:extLst>
              <a:ext uri="{FF2B5EF4-FFF2-40B4-BE49-F238E27FC236}">
                <a16:creationId xmlns:a16="http://schemas.microsoft.com/office/drawing/2014/main" id="{5623F420-BD94-1CBB-9927-FAB0C7E44838}"/>
              </a:ext>
            </a:extLst>
          </p:cNvPr>
          <p:cNvSpPr>
            <a:spLocks/>
          </p:cNvSpPr>
          <p:nvPr/>
        </p:nvSpPr>
        <p:spPr bwMode="auto">
          <a:xfrm>
            <a:off x="6935788" y="3668713"/>
            <a:ext cx="114300" cy="114300"/>
          </a:xfrm>
          <a:custGeom>
            <a:avLst/>
            <a:gdLst>
              <a:gd name="T0" fmla="*/ 2147483646 w 72"/>
              <a:gd name="T1" fmla="*/ 2147483646 h 72"/>
              <a:gd name="T2" fmla="*/ 2147483646 w 72"/>
              <a:gd name="T3" fmla="*/ 2147483646 h 72"/>
              <a:gd name="T4" fmla="*/ 2147483646 w 72"/>
              <a:gd name="T5" fmla="*/ 2147483646 h 72"/>
              <a:gd name="T6" fmla="*/ 2147483646 w 72"/>
              <a:gd name="T7" fmla="*/ 2147483646 h 72"/>
              <a:gd name="T8" fmla="*/ 2147483646 w 72"/>
              <a:gd name="T9" fmla="*/ 2147483646 h 72"/>
              <a:gd name="T10" fmla="*/ 2147483646 w 72"/>
              <a:gd name="T11" fmla="*/ 2147483646 h 72"/>
              <a:gd name="T12" fmla="*/ 2147483646 w 72"/>
              <a:gd name="T13" fmla="*/ 2147483646 h 72"/>
              <a:gd name="T14" fmla="*/ 2147483646 w 72"/>
              <a:gd name="T15" fmla="*/ 2147483646 h 72"/>
              <a:gd name="T16" fmla="*/ 2147483646 w 72"/>
              <a:gd name="T17" fmla="*/ 2147483646 h 72"/>
              <a:gd name="T18" fmla="*/ 2147483646 w 72"/>
              <a:gd name="T19" fmla="*/ 2147483646 h 72"/>
              <a:gd name="T20" fmla="*/ 2147483646 w 72"/>
              <a:gd name="T21" fmla="*/ 2147483646 h 72"/>
              <a:gd name="T22" fmla="*/ 2147483646 w 72"/>
              <a:gd name="T23" fmla="*/ 2147483646 h 72"/>
              <a:gd name="T24" fmla="*/ 2147483646 w 72"/>
              <a:gd name="T25" fmla="*/ 2147483646 h 72"/>
              <a:gd name="T26" fmla="*/ 2147483646 w 72"/>
              <a:gd name="T27" fmla="*/ 2147483646 h 72"/>
              <a:gd name="T28" fmla="*/ 2147483646 w 72"/>
              <a:gd name="T29" fmla="*/ 2147483646 h 72"/>
              <a:gd name="T30" fmla="*/ 2147483646 w 72"/>
              <a:gd name="T31" fmla="*/ 2147483646 h 72"/>
              <a:gd name="T32" fmla="*/ 2147483646 w 72"/>
              <a:gd name="T33" fmla="*/ 2147483646 h 72"/>
              <a:gd name="T34" fmla="*/ 2147483646 w 72"/>
              <a:gd name="T35" fmla="*/ 2147483646 h 72"/>
              <a:gd name="T36" fmla="*/ 2147483646 w 72"/>
              <a:gd name="T37" fmla="*/ 2147483646 h 72"/>
              <a:gd name="T38" fmla="*/ 2147483646 w 72"/>
              <a:gd name="T39" fmla="*/ 2147483646 h 72"/>
              <a:gd name="T40" fmla="*/ 2147483646 w 72"/>
              <a:gd name="T41" fmla="*/ 2147483646 h 72"/>
              <a:gd name="T42" fmla="*/ 2147483646 w 72"/>
              <a:gd name="T43" fmla="*/ 2147483646 h 72"/>
              <a:gd name="T44" fmla="*/ 2147483646 w 72"/>
              <a:gd name="T45" fmla="*/ 2147483646 h 72"/>
              <a:gd name="T46" fmla="*/ 2147483646 w 72"/>
              <a:gd name="T47" fmla="*/ 2147483646 h 72"/>
              <a:gd name="T48" fmla="*/ 2147483646 w 72"/>
              <a:gd name="T49" fmla="*/ 2147483646 h 72"/>
              <a:gd name="T50" fmla="*/ 2147483646 w 72"/>
              <a:gd name="T51" fmla="*/ 2147483646 h 72"/>
              <a:gd name="T52" fmla="*/ 2147483646 w 72"/>
              <a:gd name="T53" fmla="*/ 2147483646 h 72"/>
              <a:gd name="T54" fmla="*/ 2147483646 w 72"/>
              <a:gd name="T55" fmla="*/ 2147483646 h 72"/>
              <a:gd name="T56" fmla="*/ 2147483646 w 72"/>
              <a:gd name="T57" fmla="*/ 2147483646 h 72"/>
              <a:gd name="T58" fmla="*/ 2147483646 w 72"/>
              <a:gd name="T59" fmla="*/ 2147483646 h 72"/>
              <a:gd name="T60" fmla="*/ 2147483646 w 72"/>
              <a:gd name="T61" fmla="*/ 2147483646 h 72"/>
              <a:gd name="T62" fmla="*/ 2147483646 w 72"/>
              <a:gd name="T63" fmla="*/ 2147483646 h 72"/>
              <a:gd name="T64" fmla="*/ 2147483646 w 72"/>
              <a:gd name="T65" fmla="*/ 2147483646 h 72"/>
              <a:gd name="T66" fmla="*/ 2147483646 w 72"/>
              <a:gd name="T67" fmla="*/ 2147483646 h 72"/>
              <a:gd name="T68" fmla="*/ 2147483646 w 72"/>
              <a:gd name="T69" fmla="*/ 2147483646 h 72"/>
              <a:gd name="T70" fmla="*/ 0 w 72"/>
              <a:gd name="T71" fmla="*/ 2147483646 h 72"/>
              <a:gd name="T72" fmla="*/ 0 w 72"/>
              <a:gd name="T73" fmla="*/ 2147483646 h 72"/>
              <a:gd name="T74" fmla="*/ 0 w 72"/>
              <a:gd name="T75" fmla="*/ 2147483646 h 72"/>
              <a:gd name="T76" fmla="*/ 2147483646 w 72"/>
              <a:gd name="T77" fmla="*/ 2147483646 h 72"/>
              <a:gd name="T78" fmla="*/ 2147483646 w 72"/>
              <a:gd name="T79" fmla="*/ 2147483646 h 72"/>
              <a:gd name="T80" fmla="*/ 2147483646 w 72"/>
              <a:gd name="T81" fmla="*/ 2147483646 h 72"/>
              <a:gd name="T82" fmla="*/ 2147483646 w 72"/>
              <a:gd name="T83" fmla="*/ 0 h 72"/>
              <a:gd name="T84" fmla="*/ 2147483646 w 72"/>
              <a:gd name="T85" fmla="*/ 0 h 72"/>
              <a:gd name="T86" fmla="*/ 2147483646 w 72"/>
              <a:gd name="T87" fmla="*/ 0 h 72"/>
              <a:gd name="T88" fmla="*/ 2147483646 w 72"/>
              <a:gd name="T89" fmla="*/ 2147483646 h 72"/>
              <a:gd name="T90" fmla="*/ 2147483646 w 72"/>
              <a:gd name="T91" fmla="*/ 2147483646 h 72"/>
              <a:gd name="T92" fmla="*/ 2147483646 w 72"/>
              <a:gd name="T93" fmla="*/ 2147483646 h 72"/>
              <a:gd name="T94" fmla="*/ 2147483646 w 72"/>
              <a:gd name="T95" fmla="*/ 2147483646 h 72"/>
              <a:gd name="T96" fmla="*/ 2147483646 w 72"/>
              <a:gd name="T97" fmla="*/ 2147483646 h 7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72"/>
              <a:gd name="T148" fmla="*/ 0 h 72"/>
              <a:gd name="T149" fmla="*/ 72 w 72"/>
              <a:gd name="T150" fmla="*/ 72 h 7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72" h="72">
                <a:moveTo>
                  <a:pt x="64" y="32"/>
                </a:moveTo>
                <a:lnTo>
                  <a:pt x="56" y="8"/>
                </a:lnTo>
                <a:lnTo>
                  <a:pt x="56" y="16"/>
                </a:lnTo>
                <a:lnTo>
                  <a:pt x="32" y="8"/>
                </a:lnTo>
                <a:lnTo>
                  <a:pt x="8" y="16"/>
                </a:lnTo>
                <a:lnTo>
                  <a:pt x="16" y="8"/>
                </a:lnTo>
                <a:lnTo>
                  <a:pt x="8" y="32"/>
                </a:lnTo>
                <a:lnTo>
                  <a:pt x="16" y="56"/>
                </a:lnTo>
                <a:lnTo>
                  <a:pt x="8" y="56"/>
                </a:lnTo>
                <a:lnTo>
                  <a:pt x="32" y="64"/>
                </a:lnTo>
                <a:lnTo>
                  <a:pt x="56" y="56"/>
                </a:lnTo>
                <a:lnTo>
                  <a:pt x="64" y="32"/>
                </a:lnTo>
                <a:lnTo>
                  <a:pt x="72" y="32"/>
                </a:lnTo>
                <a:lnTo>
                  <a:pt x="64" y="56"/>
                </a:lnTo>
                <a:lnTo>
                  <a:pt x="56" y="64"/>
                </a:lnTo>
                <a:lnTo>
                  <a:pt x="32" y="72"/>
                </a:lnTo>
                <a:lnTo>
                  <a:pt x="8" y="64"/>
                </a:lnTo>
                <a:lnTo>
                  <a:pt x="8" y="56"/>
                </a:lnTo>
                <a:lnTo>
                  <a:pt x="0" y="32"/>
                </a:lnTo>
                <a:lnTo>
                  <a:pt x="8" y="8"/>
                </a:lnTo>
                <a:lnTo>
                  <a:pt x="32" y="0"/>
                </a:lnTo>
                <a:lnTo>
                  <a:pt x="56" y="8"/>
                </a:lnTo>
                <a:lnTo>
                  <a:pt x="64" y="8"/>
                </a:lnTo>
                <a:lnTo>
                  <a:pt x="72" y="32"/>
                </a:lnTo>
                <a:lnTo>
                  <a:pt x="64" y="32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3" name="Freeform 281">
            <a:extLst>
              <a:ext uri="{FF2B5EF4-FFF2-40B4-BE49-F238E27FC236}">
                <a16:creationId xmlns:a16="http://schemas.microsoft.com/office/drawing/2014/main" id="{BC5A8CE8-79F4-0F99-A135-A731F2853568}"/>
              </a:ext>
            </a:extLst>
          </p:cNvPr>
          <p:cNvSpPr>
            <a:spLocks/>
          </p:cNvSpPr>
          <p:nvPr/>
        </p:nvSpPr>
        <p:spPr bwMode="auto">
          <a:xfrm>
            <a:off x="7037388" y="37195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4" name="Freeform 282">
            <a:extLst>
              <a:ext uri="{FF2B5EF4-FFF2-40B4-BE49-F238E27FC236}">
                <a16:creationId xmlns:a16="http://schemas.microsoft.com/office/drawing/2014/main" id="{0F732B45-3700-1A2E-EF1B-B8907F6B200B}"/>
              </a:ext>
            </a:extLst>
          </p:cNvPr>
          <p:cNvSpPr>
            <a:spLocks/>
          </p:cNvSpPr>
          <p:nvPr/>
        </p:nvSpPr>
        <p:spPr bwMode="auto">
          <a:xfrm>
            <a:off x="7100888" y="36941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5" name="Freeform 283">
            <a:extLst>
              <a:ext uri="{FF2B5EF4-FFF2-40B4-BE49-F238E27FC236}">
                <a16:creationId xmlns:a16="http://schemas.microsoft.com/office/drawing/2014/main" id="{7752B8BE-8B03-B010-617F-F68965986551}"/>
              </a:ext>
            </a:extLst>
          </p:cNvPr>
          <p:cNvSpPr>
            <a:spLocks/>
          </p:cNvSpPr>
          <p:nvPr/>
        </p:nvSpPr>
        <p:spPr bwMode="auto">
          <a:xfrm>
            <a:off x="7100888" y="36941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32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40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6" name="Freeform 284">
            <a:extLst>
              <a:ext uri="{FF2B5EF4-FFF2-40B4-BE49-F238E27FC236}">
                <a16:creationId xmlns:a16="http://schemas.microsoft.com/office/drawing/2014/main" id="{39775437-B7C4-12D1-9885-F8D1102E832F}"/>
              </a:ext>
            </a:extLst>
          </p:cNvPr>
          <p:cNvSpPr>
            <a:spLocks/>
          </p:cNvSpPr>
          <p:nvPr/>
        </p:nvSpPr>
        <p:spPr bwMode="auto">
          <a:xfrm>
            <a:off x="7151688" y="37195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7" name="Freeform 285">
            <a:extLst>
              <a:ext uri="{FF2B5EF4-FFF2-40B4-BE49-F238E27FC236}">
                <a16:creationId xmlns:a16="http://schemas.microsoft.com/office/drawing/2014/main" id="{CFE4D32B-BB64-8A7B-E381-075954464E2A}"/>
              </a:ext>
            </a:extLst>
          </p:cNvPr>
          <p:cNvSpPr>
            <a:spLocks/>
          </p:cNvSpPr>
          <p:nvPr/>
        </p:nvSpPr>
        <p:spPr bwMode="auto">
          <a:xfrm>
            <a:off x="7354888" y="3454400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8" name="Freeform 286">
            <a:extLst>
              <a:ext uri="{FF2B5EF4-FFF2-40B4-BE49-F238E27FC236}">
                <a16:creationId xmlns:a16="http://schemas.microsoft.com/office/drawing/2014/main" id="{ACE9BE31-95D0-7DBF-F347-99E67851E28A}"/>
              </a:ext>
            </a:extLst>
          </p:cNvPr>
          <p:cNvSpPr>
            <a:spLocks/>
          </p:cNvSpPr>
          <p:nvPr/>
        </p:nvSpPr>
        <p:spPr bwMode="auto">
          <a:xfrm>
            <a:off x="7354888" y="3454400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9" name="Freeform 287">
            <a:extLst>
              <a:ext uri="{FF2B5EF4-FFF2-40B4-BE49-F238E27FC236}">
                <a16:creationId xmlns:a16="http://schemas.microsoft.com/office/drawing/2014/main" id="{57B7F93A-6690-FF89-E855-AF5348205849}"/>
              </a:ext>
            </a:extLst>
          </p:cNvPr>
          <p:cNvSpPr>
            <a:spLocks/>
          </p:cNvSpPr>
          <p:nvPr/>
        </p:nvSpPr>
        <p:spPr bwMode="auto">
          <a:xfrm>
            <a:off x="7405688" y="34798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0" name="Freeform 288">
            <a:extLst>
              <a:ext uri="{FF2B5EF4-FFF2-40B4-BE49-F238E27FC236}">
                <a16:creationId xmlns:a16="http://schemas.microsoft.com/office/drawing/2014/main" id="{F84CBBD9-ED06-FA6B-E863-CD5321A3E100}"/>
              </a:ext>
            </a:extLst>
          </p:cNvPr>
          <p:cNvSpPr>
            <a:spLocks/>
          </p:cNvSpPr>
          <p:nvPr/>
        </p:nvSpPr>
        <p:spPr bwMode="auto">
          <a:xfrm>
            <a:off x="7354888" y="3302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1" name="Freeform 289">
            <a:extLst>
              <a:ext uri="{FF2B5EF4-FFF2-40B4-BE49-F238E27FC236}">
                <a16:creationId xmlns:a16="http://schemas.microsoft.com/office/drawing/2014/main" id="{EB917756-C8C6-0AF0-7F3E-808013AFCA22}"/>
              </a:ext>
            </a:extLst>
          </p:cNvPr>
          <p:cNvSpPr>
            <a:spLocks/>
          </p:cNvSpPr>
          <p:nvPr/>
        </p:nvSpPr>
        <p:spPr bwMode="auto">
          <a:xfrm>
            <a:off x="7354888" y="3302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2" name="Freeform 290">
            <a:extLst>
              <a:ext uri="{FF2B5EF4-FFF2-40B4-BE49-F238E27FC236}">
                <a16:creationId xmlns:a16="http://schemas.microsoft.com/office/drawing/2014/main" id="{5C63D06E-6D5A-FF9C-8FD2-BF56B0F9D5B9}"/>
              </a:ext>
            </a:extLst>
          </p:cNvPr>
          <p:cNvSpPr>
            <a:spLocks/>
          </p:cNvSpPr>
          <p:nvPr/>
        </p:nvSpPr>
        <p:spPr bwMode="auto">
          <a:xfrm>
            <a:off x="7405688" y="3327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3" name="Freeform 291">
            <a:extLst>
              <a:ext uri="{FF2B5EF4-FFF2-40B4-BE49-F238E27FC236}">
                <a16:creationId xmlns:a16="http://schemas.microsoft.com/office/drawing/2014/main" id="{62CEBE18-76C9-032F-AFBD-B9A77D36824C}"/>
              </a:ext>
            </a:extLst>
          </p:cNvPr>
          <p:cNvSpPr>
            <a:spLocks/>
          </p:cNvSpPr>
          <p:nvPr/>
        </p:nvSpPr>
        <p:spPr bwMode="auto">
          <a:xfrm>
            <a:off x="7748588" y="3048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4" name="Freeform 292">
            <a:extLst>
              <a:ext uri="{FF2B5EF4-FFF2-40B4-BE49-F238E27FC236}">
                <a16:creationId xmlns:a16="http://schemas.microsoft.com/office/drawing/2014/main" id="{A6F62785-38FA-9A73-5716-D00DFFB30508}"/>
              </a:ext>
            </a:extLst>
          </p:cNvPr>
          <p:cNvSpPr>
            <a:spLocks/>
          </p:cNvSpPr>
          <p:nvPr/>
        </p:nvSpPr>
        <p:spPr bwMode="auto">
          <a:xfrm>
            <a:off x="7748588" y="3048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5" name="Freeform 293">
            <a:extLst>
              <a:ext uri="{FF2B5EF4-FFF2-40B4-BE49-F238E27FC236}">
                <a16:creationId xmlns:a16="http://schemas.microsoft.com/office/drawing/2014/main" id="{F79CE197-FD48-0880-2047-D7019EC2A8F9}"/>
              </a:ext>
            </a:extLst>
          </p:cNvPr>
          <p:cNvSpPr>
            <a:spLocks/>
          </p:cNvSpPr>
          <p:nvPr/>
        </p:nvSpPr>
        <p:spPr bwMode="auto">
          <a:xfrm>
            <a:off x="7799388" y="3073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6" name="Freeform 294">
            <a:extLst>
              <a:ext uri="{FF2B5EF4-FFF2-40B4-BE49-F238E27FC236}">
                <a16:creationId xmlns:a16="http://schemas.microsoft.com/office/drawing/2014/main" id="{D25EDF9C-461C-C695-653C-4C3DAE5EB992}"/>
              </a:ext>
            </a:extLst>
          </p:cNvPr>
          <p:cNvSpPr>
            <a:spLocks/>
          </p:cNvSpPr>
          <p:nvPr/>
        </p:nvSpPr>
        <p:spPr bwMode="auto">
          <a:xfrm>
            <a:off x="7608888" y="3048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7" name="Freeform 295">
            <a:extLst>
              <a:ext uri="{FF2B5EF4-FFF2-40B4-BE49-F238E27FC236}">
                <a16:creationId xmlns:a16="http://schemas.microsoft.com/office/drawing/2014/main" id="{1CF6DB64-993B-9569-02A4-BF2F928B6659}"/>
              </a:ext>
            </a:extLst>
          </p:cNvPr>
          <p:cNvSpPr>
            <a:spLocks/>
          </p:cNvSpPr>
          <p:nvPr/>
        </p:nvSpPr>
        <p:spPr bwMode="auto">
          <a:xfrm>
            <a:off x="7608888" y="3048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8" name="Freeform 296">
            <a:extLst>
              <a:ext uri="{FF2B5EF4-FFF2-40B4-BE49-F238E27FC236}">
                <a16:creationId xmlns:a16="http://schemas.microsoft.com/office/drawing/2014/main" id="{42150339-3D28-4559-4DB7-374ABB814E9D}"/>
              </a:ext>
            </a:extLst>
          </p:cNvPr>
          <p:cNvSpPr>
            <a:spLocks/>
          </p:cNvSpPr>
          <p:nvPr/>
        </p:nvSpPr>
        <p:spPr bwMode="auto">
          <a:xfrm>
            <a:off x="7659688" y="3073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9" name="Freeform 297">
            <a:extLst>
              <a:ext uri="{FF2B5EF4-FFF2-40B4-BE49-F238E27FC236}">
                <a16:creationId xmlns:a16="http://schemas.microsoft.com/office/drawing/2014/main" id="{B37B9753-1773-EFF2-0924-56ACCB0BF1EC}"/>
              </a:ext>
            </a:extLst>
          </p:cNvPr>
          <p:cNvSpPr>
            <a:spLocks/>
          </p:cNvSpPr>
          <p:nvPr/>
        </p:nvSpPr>
        <p:spPr bwMode="auto">
          <a:xfrm>
            <a:off x="7100888" y="3048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0" name="Freeform 298">
            <a:extLst>
              <a:ext uri="{FF2B5EF4-FFF2-40B4-BE49-F238E27FC236}">
                <a16:creationId xmlns:a16="http://schemas.microsoft.com/office/drawing/2014/main" id="{6788F40A-444E-10F7-BDDA-D12CACE15149}"/>
              </a:ext>
            </a:extLst>
          </p:cNvPr>
          <p:cNvSpPr>
            <a:spLocks/>
          </p:cNvSpPr>
          <p:nvPr/>
        </p:nvSpPr>
        <p:spPr bwMode="auto">
          <a:xfrm>
            <a:off x="7100888" y="3048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32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40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1" name="Freeform 299">
            <a:extLst>
              <a:ext uri="{FF2B5EF4-FFF2-40B4-BE49-F238E27FC236}">
                <a16:creationId xmlns:a16="http://schemas.microsoft.com/office/drawing/2014/main" id="{0D95B588-6EB6-56D4-73EB-FF1E4B3CC7F6}"/>
              </a:ext>
            </a:extLst>
          </p:cNvPr>
          <p:cNvSpPr>
            <a:spLocks/>
          </p:cNvSpPr>
          <p:nvPr/>
        </p:nvSpPr>
        <p:spPr bwMode="auto">
          <a:xfrm>
            <a:off x="7151688" y="3073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2" name="Freeform 300">
            <a:extLst>
              <a:ext uri="{FF2B5EF4-FFF2-40B4-BE49-F238E27FC236}">
                <a16:creationId xmlns:a16="http://schemas.microsoft.com/office/drawing/2014/main" id="{C0970CF5-3D50-17C4-D884-BE69C97097E1}"/>
              </a:ext>
            </a:extLst>
          </p:cNvPr>
          <p:cNvSpPr>
            <a:spLocks/>
          </p:cNvSpPr>
          <p:nvPr/>
        </p:nvSpPr>
        <p:spPr bwMode="auto">
          <a:xfrm>
            <a:off x="6961188" y="3048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3" name="Freeform 301">
            <a:extLst>
              <a:ext uri="{FF2B5EF4-FFF2-40B4-BE49-F238E27FC236}">
                <a16:creationId xmlns:a16="http://schemas.microsoft.com/office/drawing/2014/main" id="{34663881-20BE-5B2A-08AB-5B0ABD098242}"/>
              </a:ext>
            </a:extLst>
          </p:cNvPr>
          <p:cNvSpPr>
            <a:spLocks/>
          </p:cNvSpPr>
          <p:nvPr/>
        </p:nvSpPr>
        <p:spPr bwMode="auto">
          <a:xfrm>
            <a:off x="6961188" y="3048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4" name="Freeform 302">
            <a:extLst>
              <a:ext uri="{FF2B5EF4-FFF2-40B4-BE49-F238E27FC236}">
                <a16:creationId xmlns:a16="http://schemas.microsoft.com/office/drawing/2014/main" id="{A128945A-B371-CAFD-B80F-0C79B1F6E449}"/>
              </a:ext>
            </a:extLst>
          </p:cNvPr>
          <p:cNvSpPr>
            <a:spLocks/>
          </p:cNvSpPr>
          <p:nvPr/>
        </p:nvSpPr>
        <p:spPr bwMode="auto">
          <a:xfrm>
            <a:off x="7011988" y="3073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5" name="Freeform 303">
            <a:extLst>
              <a:ext uri="{FF2B5EF4-FFF2-40B4-BE49-F238E27FC236}">
                <a16:creationId xmlns:a16="http://schemas.microsoft.com/office/drawing/2014/main" id="{5DC7E4CB-C9A2-FFEE-9A43-588CEE05A11D}"/>
              </a:ext>
            </a:extLst>
          </p:cNvPr>
          <p:cNvSpPr>
            <a:spLocks/>
          </p:cNvSpPr>
          <p:nvPr/>
        </p:nvSpPr>
        <p:spPr bwMode="auto">
          <a:xfrm>
            <a:off x="7748588" y="36941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6" name="Freeform 304">
            <a:extLst>
              <a:ext uri="{FF2B5EF4-FFF2-40B4-BE49-F238E27FC236}">
                <a16:creationId xmlns:a16="http://schemas.microsoft.com/office/drawing/2014/main" id="{B14C4DBE-6927-E49B-6890-160C67A4E0A2}"/>
              </a:ext>
            </a:extLst>
          </p:cNvPr>
          <p:cNvSpPr>
            <a:spLocks/>
          </p:cNvSpPr>
          <p:nvPr/>
        </p:nvSpPr>
        <p:spPr bwMode="auto">
          <a:xfrm>
            <a:off x="7748588" y="36941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lnTo>
                  <a:pt x="40" y="16"/>
                </a:lnTo>
                <a:lnTo>
                  <a:pt x="40" y="32"/>
                </a:lnTo>
                <a:lnTo>
                  <a:pt x="32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7" name="Freeform 305">
            <a:extLst>
              <a:ext uri="{FF2B5EF4-FFF2-40B4-BE49-F238E27FC236}">
                <a16:creationId xmlns:a16="http://schemas.microsoft.com/office/drawing/2014/main" id="{7369C98E-BF01-6493-2F22-9D7036C28A30}"/>
              </a:ext>
            </a:extLst>
          </p:cNvPr>
          <p:cNvSpPr>
            <a:spLocks/>
          </p:cNvSpPr>
          <p:nvPr/>
        </p:nvSpPr>
        <p:spPr bwMode="auto">
          <a:xfrm>
            <a:off x="7799388" y="37195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8" name="Freeform 306">
            <a:extLst>
              <a:ext uri="{FF2B5EF4-FFF2-40B4-BE49-F238E27FC236}">
                <a16:creationId xmlns:a16="http://schemas.microsoft.com/office/drawing/2014/main" id="{093ED51C-B836-156C-BFF3-D7AB3EDD6BA8}"/>
              </a:ext>
            </a:extLst>
          </p:cNvPr>
          <p:cNvSpPr>
            <a:spLocks/>
          </p:cNvSpPr>
          <p:nvPr/>
        </p:nvSpPr>
        <p:spPr bwMode="auto">
          <a:xfrm>
            <a:off x="8002588" y="41005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9" name="Freeform 307">
            <a:extLst>
              <a:ext uri="{FF2B5EF4-FFF2-40B4-BE49-F238E27FC236}">
                <a16:creationId xmlns:a16="http://schemas.microsoft.com/office/drawing/2014/main" id="{662A3ED2-5249-AD0C-BA95-E5527099435C}"/>
              </a:ext>
            </a:extLst>
          </p:cNvPr>
          <p:cNvSpPr>
            <a:spLocks/>
          </p:cNvSpPr>
          <p:nvPr/>
        </p:nvSpPr>
        <p:spPr bwMode="auto">
          <a:xfrm>
            <a:off x="8002588" y="41005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0" name="Freeform 308">
            <a:extLst>
              <a:ext uri="{FF2B5EF4-FFF2-40B4-BE49-F238E27FC236}">
                <a16:creationId xmlns:a16="http://schemas.microsoft.com/office/drawing/2014/main" id="{DC8F6839-C404-5506-F5C8-A04F989673F3}"/>
              </a:ext>
            </a:extLst>
          </p:cNvPr>
          <p:cNvSpPr>
            <a:spLocks/>
          </p:cNvSpPr>
          <p:nvPr/>
        </p:nvSpPr>
        <p:spPr bwMode="auto">
          <a:xfrm>
            <a:off x="8053388" y="4125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1" name="Freeform 309">
            <a:extLst>
              <a:ext uri="{FF2B5EF4-FFF2-40B4-BE49-F238E27FC236}">
                <a16:creationId xmlns:a16="http://schemas.microsoft.com/office/drawing/2014/main" id="{65990316-D1DE-38F5-EC2B-EFD2C0ADF09D}"/>
              </a:ext>
            </a:extLst>
          </p:cNvPr>
          <p:cNvSpPr>
            <a:spLocks/>
          </p:cNvSpPr>
          <p:nvPr/>
        </p:nvSpPr>
        <p:spPr bwMode="auto">
          <a:xfrm>
            <a:off x="8002588" y="3302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2" name="Freeform 310">
            <a:extLst>
              <a:ext uri="{FF2B5EF4-FFF2-40B4-BE49-F238E27FC236}">
                <a16:creationId xmlns:a16="http://schemas.microsoft.com/office/drawing/2014/main" id="{34970929-CC9A-9673-E82D-DF873DE8A794}"/>
              </a:ext>
            </a:extLst>
          </p:cNvPr>
          <p:cNvSpPr>
            <a:spLocks/>
          </p:cNvSpPr>
          <p:nvPr/>
        </p:nvSpPr>
        <p:spPr bwMode="auto">
          <a:xfrm>
            <a:off x="8002588" y="3302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3" name="Freeform 311">
            <a:extLst>
              <a:ext uri="{FF2B5EF4-FFF2-40B4-BE49-F238E27FC236}">
                <a16:creationId xmlns:a16="http://schemas.microsoft.com/office/drawing/2014/main" id="{C2DEFE88-0F54-E049-19B1-C5D4E78BAA69}"/>
              </a:ext>
            </a:extLst>
          </p:cNvPr>
          <p:cNvSpPr>
            <a:spLocks/>
          </p:cNvSpPr>
          <p:nvPr/>
        </p:nvSpPr>
        <p:spPr bwMode="auto">
          <a:xfrm>
            <a:off x="8053388" y="3327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4" name="Freeform 312">
            <a:extLst>
              <a:ext uri="{FF2B5EF4-FFF2-40B4-BE49-F238E27FC236}">
                <a16:creationId xmlns:a16="http://schemas.microsoft.com/office/drawing/2014/main" id="{0EFE89F3-B7B2-7D7C-F975-574AA3062D40}"/>
              </a:ext>
            </a:extLst>
          </p:cNvPr>
          <p:cNvSpPr>
            <a:spLocks/>
          </p:cNvSpPr>
          <p:nvPr/>
        </p:nvSpPr>
        <p:spPr bwMode="auto">
          <a:xfrm>
            <a:off x="8002588" y="3454400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5" name="Freeform 313">
            <a:extLst>
              <a:ext uri="{FF2B5EF4-FFF2-40B4-BE49-F238E27FC236}">
                <a16:creationId xmlns:a16="http://schemas.microsoft.com/office/drawing/2014/main" id="{B5132AE0-2766-AA13-33FE-3F765AF2D0BF}"/>
              </a:ext>
            </a:extLst>
          </p:cNvPr>
          <p:cNvSpPr>
            <a:spLocks/>
          </p:cNvSpPr>
          <p:nvPr/>
        </p:nvSpPr>
        <p:spPr bwMode="auto">
          <a:xfrm>
            <a:off x="8002588" y="3454400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6" name="Freeform 314">
            <a:extLst>
              <a:ext uri="{FF2B5EF4-FFF2-40B4-BE49-F238E27FC236}">
                <a16:creationId xmlns:a16="http://schemas.microsoft.com/office/drawing/2014/main" id="{ED33ADA7-7B9D-C4A5-D3EC-5FE48E597F7D}"/>
              </a:ext>
            </a:extLst>
          </p:cNvPr>
          <p:cNvSpPr>
            <a:spLocks/>
          </p:cNvSpPr>
          <p:nvPr/>
        </p:nvSpPr>
        <p:spPr bwMode="auto">
          <a:xfrm>
            <a:off x="8053388" y="34798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7" name="Freeform 315">
            <a:extLst>
              <a:ext uri="{FF2B5EF4-FFF2-40B4-BE49-F238E27FC236}">
                <a16:creationId xmlns:a16="http://schemas.microsoft.com/office/drawing/2014/main" id="{90101103-74A6-5C1C-647B-A33C5D1F5975}"/>
              </a:ext>
            </a:extLst>
          </p:cNvPr>
          <p:cNvSpPr>
            <a:spLocks/>
          </p:cNvSpPr>
          <p:nvPr/>
        </p:nvSpPr>
        <p:spPr bwMode="auto">
          <a:xfrm>
            <a:off x="7608888" y="36941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8" name="Freeform 316">
            <a:extLst>
              <a:ext uri="{FF2B5EF4-FFF2-40B4-BE49-F238E27FC236}">
                <a16:creationId xmlns:a16="http://schemas.microsoft.com/office/drawing/2014/main" id="{52256885-8E56-70AE-B428-3058D81E1462}"/>
              </a:ext>
            </a:extLst>
          </p:cNvPr>
          <p:cNvSpPr>
            <a:spLocks/>
          </p:cNvSpPr>
          <p:nvPr/>
        </p:nvSpPr>
        <p:spPr bwMode="auto">
          <a:xfrm>
            <a:off x="7608888" y="36941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9" name="Freeform 317">
            <a:extLst>
              <a:ext uri="{FF2B5EF4-FFF2-40B4-BE49-F238E27FC236}">
                <a16:creationId xmlns:a16="http://schemas.microsoft.com/office/drawing/2014/main" id="{51ECB203-FFFE-FD71-B261-F9901A98A673}"/>
              </a:ext>
            </a:extLst>
          </p:cNvPr>
          <p:cNvSpPr>
            <a:spLocks/>
          </p:cNvSpPr>
          <p:nvPr/>
        </p:nvSpPr>
        <p:spPr bwMode="auto">
          <a:xfrm>
            <a:off x="7659688" y="37195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0" name="Freeform 318">
            <a:extLst>
              <a:ext uri="{FF2B5EF4-FFF2-40B4-BE49-F238E27FC236}">
                <a16:creationId xmlns:a16="http://schemas.microsoft.com/office/drawing/2014/main" id="{3AF31093-ADCA-DE91-4300-2B68F1005E6C}"/>
              </a:ext>
            </a:extLst>
          </p:cNvPr>
          <p:cNvSpPr>
            <a:spLocks/>
          </p:cNvSpPr>
          <p:nvPr/>
        </p:nvSpPr>
        <p:spPr bwMode="auto">
          <a:xfrm>
            <a:off x="8002588" y="39608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1" name="Freeform 319">
            <a:extLst>
              <a:ext uri="{FF2B5EF4-FFF2-40B4-BE49-F238E27FC236}">
                <a16:creationId xmlns:a16="http://schemas.microsoft.com/office/drawing/2014/main" id="{05DA8038-843D-11D1-BE56-1224F1AAB734}"/>
              </a:ext>
            </a:extLst>
          </p:cNvPr>
          <p:cNvSpPr>
            <a:spLocks/>
          </p:cNvSpPr>
          <p:nvPr/>
        </p:nvSpPr>
        <p:spPr bwMode="auto">
          <a:xfrm>
            <a:off x="8002588" y="39608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2" name="Freeform 320">
            <a:extLst>
              <a:ext uri="{FF2B5EF4-FFF2-40B4-BE49-F238E27FC236}">
                <a16:creationId xmlns:a16="http://schemas.microsoft.com/office/drawing/2014/main" id="{E205A8EC-81BB-9C09-82D3-38D31F4D6FC8}"/>
              </a:ext>
            </a:extLst>
          </p:cNvPr>
          <p:cNvSpPr>
            <a:spLocks/>
          </p:cNvSpPr>
          <p:nvPr/>
        </p:nvSpPr>
        <p:spPr bwMode="auto">
          <a:xfrm>
            <a:off x="8053388" y="39862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3" name="Freeform 321">
            <a:extLst>
              <a:ext uri="{FF2B5EF4-FFF2-40B4-BE49-F238E27FC236}">
                <a16:creationId xmlns:a16="http://schemas.microsoft.com/office/drawing/2014/main" id="{D7B55615-C2F6-9FD4-E0E7-9336DA4DCE65}"/>
              </a:ext>
            </a:extLst>
          </p:cNvPr>
          <p:cNvSpPr>
            <a:spLocks/>
          </p:cNvSpPr>
          <p:nvPr/>
        </p:nvSpPr>
        <p:spPr bwMode="auto">
          <a:xfrm>
            <a:off x="7748588" y="43545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4" name="Freeform 322">
            <a:extLst>
              <a:ext uri="{FF2B5EF4-FFF2-40B4-BE49-F238E27FC236}">
                <a16:creationId xmlns:a16="http://schemas.microsoft.com/office/drawing/2014/main" id="{AE031ECA-3BB0-A2E1-E1CB-4C7BA05B1D22}"/>
              </a:ext>
            </a:extLst>
          </p:cNvPr>
          <p:cNvSpPr>
            <a:spLocks/>
          </p:cNvSpPr>
          <p:nvPr/>
        </p:nvSpPr>
        <p:spPr bwMode="auto">
          <a:xfrm>
            <a:off x="7748588" y="43545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5" name="Freeform 323">
            <a:extLst>
              <a:ext uri="{FF2B5EF4-FFF2-40B4-BE49-F238E27FC236}">
                <a16:creationId xmlns:a16="http://schemas.microsoft.com/office/drawing/2014/main" id="{D295C886-8E5D-9101-559D-AF9DC2BC41F8}"/>
              </a:ext>
            </a:extLst>
          </p:cNvPr>
          <p:cNvSpPr>
            <a:spLocks/>
          </p:cNvSpPr>
          <p:nvPr/>
        </p:nvSpPr>
        <p:spPr bwMode="auto">
          <a:xfrm>
            <a:off x="7799388" y="4379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6" name="Freeform 324">
            <a:extLst>
              <a:ext uri="{FF2B5EF4-FFF2-40B4-BE49-F238E27FC236}">
                <a16:creationId xmlns:a16="http://schemas.microsoft.com/office/drawing/2014/main" id="{A06E20A6-35AD-3A59-7776-9E0DD23A760F}"/>
              </a:ext>
            </a:extLst>
          </p:cNvPr>
          <p:cNvSpPr>
            <a:spLocks/>
          </p:cNvSpPr>
          <p:nvPr/>
        </p:nvSpPr>
        <p:spPr bwMode="auto">
          <a:xfrm>
            <a:off x="7608888" y="43545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7" name="Freeform 325">
            <a:extLst>
              <a:ext uri="{FF2B5EF4-FFF2-40B4-BE49-F238E27FC236}">
                <a16:creationId xmlns:a16="http://schemas.microsoft.com/office/drawing/2014/main" id="{EC31A0FA-77EC-8E78-069A-30FEF9796351}"/>
              </a:ext>
            </a:extLst>
          </p:cNvPr>
          <p:cNvSpPr>
            <a:spLocks/>
          </p:cNvSpPr>
          <p:nvPr/>
        </p:nvSpPr>
        <p:spPr bwMode="auto">
          <a:xfrm>
            <a:off x="7608888" y="43545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8" name="Freeform 326">
            <a:extLst>
              <a:ext uri="{FF2B5EF4-FFF2-40B4-BE49-F238E27FC236}">
                <a16:creationId xmlns:a16="http://schemas.microsoft.com/office/drawing/2014/main" id="{6FEDDF28-7024-113F-DE2F-95D85216AD3C}"/>
              </a:ext>
            </a:extLst>
          </p:cNvPr>
          <p:cNvSpPr>
            <a:spLocks/>
          </p:cNvSpPr>
          <p:nvPr/>
        </p:nvSpPr>
        <p:spPr bwMode="auto">
          <a:xfrm>
            <a:off x="7659688" y="4379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9" name="Freeform 327">
            <a:extLst>
              <a:ext uri="{FF2B5EF4-FFF2-40B4-BE49-F238E27FC236}">
                <a16:creationId xmlns:a16="http://schemas.microsoft.com/office/drawing/2014/main" id="{4D2441D0-08A2-F69D-3814-EF7D2C785501}"/>
              </a:ext>
            </a:extLst>
          </p:cNvPr>
          <p:cNvSpPr>
            <a:spLocks/>
          </p:cNvSpPr>
          <p:nvPr/>
        </p:nvSpPr>
        <p:spPr bwMode="auto">
          <a:xfrm>
            <a:off x="8002588" y="45958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0" name="Freeform 328">
            <a:extLst>
              <a:ext uri="{FF2B5EF4-FFF2-40B4-BE49-F238E27FC236}">
                <a16:creationId xmlns:a16="http://schemas.microsoft.com/office/drawing/2014/main" id="{B0B09A4B-B04B-31FC-411A-CD8922754EEA}"/>
              </a:ext>
            </a:extLst>
          </p:cNvPr>
          <p:cNvSpPr>
            <a:spLocks/>
          </p:cNvSpPr>
          <p:nvPr/>
        </p:nvSpPr>
        <p:spPr bwMode="auto">
          <a:xfrm>
            <a:off x="8002588" y="45958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1" name="Freeform 329">
            <a:extLst>
              <a:ext uri="{FF2B5EF4-FFF2-40B4-BE49-F238E27FC236}">
                <a16:creationId xmlns:a16="http://schemas.microsoft.com/office/drawing/2014/main" id="{475640A8-0B31-9AA1-A2A5-2FCB1E06DFEE}"/>
              </a:ext>
            </a:extLst>
          </p:cNvPr>
          <p:cNvSpPr>
            <a:spLocks/>
          </p:cNvSpPr>
          <p:nvPr/>
        </p:nvSpPr>
        <p:spPr bwMode="auto">
          <a:xfrm>
            <a:off x="8053388" y="46212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2" name="Freeform 330">
            <a:extLst>
              <a:ext uri="{FF2B5EF4-FFF2-40B4-BE49-F238E27FC236}">
                <a16:creationId xmlns:a16="http://schemas.microsoft.com/office/drawing/2014/main" id="{B2740993-6280-10EB-B463-8CC88A2CA9D2}"/>
              </a:ext>
            </a:extLst>
          </p:cNvPr>
          <p:cNvSpPr>
            <a:spLocks/>
          </p:cNvSpPr>
          <p:nvPr/>
        </p:nvSpPr>
        <p:spPr bwMode="auto">
          <a:xfrm>
            <a:off x="8002588" y="4748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3" name="Freeform 331">
            <a:extLst>
              <a:ext uri="{FF2B5EF4-FFF2-40B4-BE49-F238E27FC236}">
                <a16:creationId xmlns:a16="http://schemas.microsoft.com/office/drawing/2014/main" id="{70A7ACF5-322F-C488-74DC-34CAC99B072C}"/>
              </a:ext>
            </a:extLst>
          </p:cNvPr>
          <p:cNvSpPr>
            <a:spLocks/>
          </p:cNvSpPr>
          <p:nvPr/>
        </p:nvSpPr>
        <p:spPr bwMode="auto">
          <a:xfrm>
            <a:off x="8002588" y="4748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4" name="Freeform 332">
            <a:extLst>
              <a:ext uri="{FF2B5EF4-FFF2-40B4-BE49-F238E27FC236}">
                <a16:creationId xmlns:a16="http://schemas.microsoft.com/office/drawing/2014/main" id="{626A80AC-2314-8C86-D6A9-0E86E845B956}"/>
              </a:ext>
            </a:extLst>
          </p:cNvPr>
          <p:cNvSpPr>
            <a:spLocks/>
          </p:cNvSpPr>
          <p:nvPr/>
        </p:nvSpPr>
        <p:spPr bwMode="auto">
          <a:xfrm>
            <a:off x="8053388" y="47736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5" name="Freeform 333">
            <a:extLst>
              <a:ext uri="{FF2B5EF4-FFF2-40B4-BE49-F238E27FC236}">
                <a16:creationId xmlns:a16="http://schemas.microsoft.com/office/drawing/2014/main" id="{BDCE5DDF-6035-9283-6424-9D1C049D9950}"/>
              </a:ext>
            </a:extLst>
          </p:cNvPr>
          <p:cNvSpPr>
            <a:spLocks/>
          </p:cNvSpPr>
          <p:nvPr/>
        </p:nvSpPr>
        <p:spPr bwMode="auto">
          <a:xfrm>
            <a:off x="7748588" y="4987925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6" name="Freeform 334">
            <a:extLst>
              <a:ext uri="{FF2B5EF4-FFF2-40B4-BE49-F238E27FC236}">
                <a16:creationId xmlns:a16="http://schemas.microsoft.com/office/drawing/2014/main" id="{576F4C78-660D-D5A6-3FCF-1A0FEE18BB9A}"/>
              </a:ext>
            </a:extLst>
          </p:cNvPr>
          <p:cNvSpPr>
            <a:spLocks/>
          </p:cNvSpPr>
          <p:nvPr/>
        </p:nvSpPr>
        <p:spPr bwMode="auto">
          <a:xfrm>
            <a:off x="7748588" y="4987925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7" name="Freeform 335">
            <a:extLst>
              <a:ext uri="{FF2B5EF4-FFF2-40B4-BE49-F238E27FC236}">
                <a16:creationId xmlns:a16="http://schemas.microsoft.com/office/drawing/2014/main" id="{9CD8364A-2CB3-1889-3DF5-0307614FCB13}"/>
              </a:ext>
            </a:extLst>
          </p:cNvPr>
          <p:cNvSpPr>
            <a:spLocks/>
          </p:cNvSpPr>
          <p:nvPr/>
        </p:nvSpPr>
        <p:spPr bwMode="auto">
          <a:xfrm>
            <a:off x="7799388" y="5013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8" name="Freeform 336">
            <a:extLst>
              <a:ext uri="{FF2B5EF4-FFF2-40B4-BE49-F238E27FC236}">
                <a16:creationId xmlns:a16="http://schemas.microsoft.com/office/drawing/2014/main" id="{D0EDE7F8-A5E5-9B5C-0B29-963902F5AD53}"/>
              </a:ext>
            </a:extLst>
          </p:cNvPr>
          <p:cNvSpPr>
            <a:spLocks/>
          </p:cNvSpPr>
          <p:nvPr/>
        </p:nvSpPr>
        <p:spPr bwMode="auto">
          <a:xfrm>
            <a:off x="7608888" y="4987925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9" name="Freeform 337">
            <a:extLst>
              <a:ext uri="{FF2B5EF4-FFF2-40B4-BE49-F238E27FC236}">
                <a16:creationId xmlns:a16="http://schemas.microsoft.com/office/drawing/2014/main" id="{C826DAB1-3AA4-BD3E-BF12-B2ED60B232D7}"/>
              </a:ext>
            </a:extLst>
          </p:cNvPr>
          <p:cNvSpPr>
            <a:spLocks/>
          </p:cNvSpPr>
          <p:nvPr/>
        </p:nvSpPr>
        <p:spPr bwMode="auto">
          <a:xfrm>
            <a:off x="7608888" y="4987925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80" name="Freeform 338">
            <a:extLst>
              <a:ext uri="{FF2B5EF4-FFF2-40B4-BE49-F238E27FC236}">
                <a16:creationId xmlns:a16="http://schemas.microsoft.com/office/drawing/2014/main" id="{7170640B-B28A-1258-A9A3-35FBB83F0AD2}"/>
              </a:ext>
            </a:extLst>
          </p:cNvPr>
          <p:cNvSpPr>
            <a:spLocks/>
          </p:cNvSpPr>
          <p:nvPr/>
        </p:nvSpPr>
        <p:spPr bwMode="auto">
          <a:xfrm>
            <a:off x="7659688" y="5013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81" name="Freeform 339">
            <a:extLst>
              <a:ext uri="{FF2B5EF4-FFF2-40B4-BE49-F238E27FC236}">
                <a16:creationId xmlns:a16="http://schemas.microsoft.com/office/drawing/2014/main" id="{9AF7C998-D90F-DEFD-9CCC-D0867062BACC}"/>
              </a:ext>
            </a:extLst>
          </p:cNvPr>
          <p:cNvSpPr>
            <a:spLocks/>
          </p:cNvSpPr>
          <p:nvPr/>
        </p:nvSpPr>
        <p:spPr bwMode="auto">
          <a:xfrm>
            <a:off x="7354888" y="45958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82" name="Freeform 340">
            <a:extLst>
              <a:ext uri="{FF2B5EF4-FFF2-40B4-BE49-F238E27FC236}">
                <a16:creationId xmlns:a16="http://schemas.microsoft.com/office/drawing/2014/main" id="{005E2943-55DE-661C-F086-2257E936C5DD}"/>
              </a:ext>
            </a:extLst>
          </p:cNvPr>
          <p:cNvSpPr>
            <a:spLocks/>
          </p:cNvSpPr>
          <p:nvPr/>
        </p:nvSpPr>
        <p:spPr bwMode="auto">
          <a:xfrm>
            <a:off x="7354888" y="45958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83" name="Freeform 341">
            <a:extLst>
              <a:ext uri="{FF2B5EF4-FFF2-40B4-BE49-F238E27FC236}">
                <a16:creationId xmlns:a16="http://schemas.microsoft.com/office/drawing/2014/main" id="{6178BDF3-A78A-6BF3-D0AF-0B85298F4BF7}"/>
              </a:ext>
            </a:extLst>
          </p:cNvPr>
          <p:cNvSpPr>
            <a:spLocks/>
          </p:cNvSpPr>
          <p:nvPr/>
        </p:nvSpPr>
        <p:spPr bwMode="auto">
          <a:xfrm>
            <a:off x="7405688" y="46212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84" name="Freeform 342">
            <a:extLst>
              <a:ext uri="{FF2B5EF4-FFF2-40B4-BE49-F238E27FC236}">
                <a16:creationId xmlns:a16="http://schemas.microsoft.com/office/drawing/2014/main" id="{51CAC57B-1731-FC6A-806B-8F8428E72340}"/>
              </a:ext>
            </a:extLst>
          </p:cNvPr>
          <p:cNvSpPr>
            <a:spLocks/>
          </p:cNvSpPr>
          <p:nvPr/>
        </p:nvSpPr>
        <p:spPr bwMode="auto">
          <a:xfrm>
            <a:off x="4800600" y="3732213"/>
            <a:ext cx="101600" cy="101600"/>
          </a:xfrm>
          <a:custGeom>
            <a:avLst/>
            <a:gdLst>
              <a:gd name="T0" fmla="*/ 2147483646 w 64"/>
              <a:gd name="T1" fmla="*/ 2147483646 h 64"/>
              <a:gd name="T2" fmla="*/ 2147483646 w 64"/>
              <a:gd name="T3" fmla="*/ 2147483646 h 64"/>
              <a:gd name="T4" fmla="*/ 2147483646 w 64"/>
              <a:gd name="T5" fmla="*/ 0 h 64"/>
              <a:gd name="T6" fmla="*/ 2147483646 w 64"/>
              <a:gd name="T7" fmla="*/ 2147483646 h 64"/>
              <a:gd name="T8" fmla="*/ 0 w 64"/>
              <a:gd name="T9" fmla="*/ 2147483646 h 64"/>
              <a:gd name="T10" fmla="*/ 2147483646 w 64"/>
              <a:gd name="T11" fmla="*/ 2147483646 h 64"/>
              <a:gd name="T12" fmla="*/ 2147483646 w 64"/>
              <a:gd name="T13" fmla="*/ 2147483646 h 64"/>
              <a:gd name="T14" fmla="*/ 2147483646 w 64"/>
              <a:gd name="T15" fmla="*/ 2147483646 h 64"/>
              <a:gd name="T16" fmla="*/ 2147483646 w 64"/>
              <a:gd name="T17" fmla="*/ 2147483646 h 6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64"/>
              <a:gd name="T28" fmla="*/ 0 h 64"/>
              <a:gd name="T29" fmla="*/ 64 w 64"/>
              <a:gd name="T30" fmla="*/ 64 h 6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64" h="64">
                <a:moveTo>
                  <a:pt x="64" y="32"/>
                </a:moveTo>
                <a:lnTo>
                  <a:pt x="48" y="8"/>
                </a:lnTo>
                <a:lnTo>
                  <a:pt x="32" y="0"/>
                </a:lnTo>
                <a:lnTo>
                  <a:pt x="8" y="8"/>
                </a:lnTo>
                <a:lnTo>
                  <a:pt x="0" y="32"/>
                </a:lnTo>
                <a:lnTo>
                  <a:pt x="8" y="56"/>
                </a:lnTo>
                <a:lnTo>
                  <a:pt x="32" y="64"/>
                </a:lnTo>
                <a:lnTo>
                  <a:pt x="48" y="56"/>
                </a:lnTo>
                <a:lnTo>
                  <a:pt x="64" y="32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85" name="Freeform 343">
            <a:extLst>
              <a:ext uri="{FF2B5EF4-FFF2-40B4-BE49-F238E27FC236}">
                <a16:creationId xmlns:a16="http://schemas.microsoft.com/office/drawing/2014/main" id="{E27291EE-FD66-183E-AD71-7582137BDC1B}"/>
              </a:ext>
            </a:extLst>
          </p:cNvPr>
          <p:cNvSpPr>
            <a:spLocks/>
          </p:cNvSpPr>
          <p:nvPr/>
        </p:nvSpPr>
        <p:spPr bwMode="auto">
          <a:xfrm>
            <a:off x="4800600" y="3732213"/>
            <a:ext cx="114300" cy="114300"/>
          </a:xfrm>
          <a:custGeom>
            <a:avLst/>
            <a:gdLst>
              <a:gd name="T0" fmla="*/ 2147483646 w 72"/>
              <a:gd name="T1" fmla="*/ 2147483646 h 72"/>
              <a:gd name="T2" fmla="*/ 2147483646 w 72"/>
              <a:gd name="T3" fmla="*/ 2147483646 h 72"/>
              <a:gd name="T4" fmla="*/ 2147483646 w 72"/>
              <a:gd name="T5" fmla="*/ 2147483646 h 72"/>
              <a:gd name="T6" fmla="*/ 2147483646 w 72"/>
              <a:gd name="T7" fmla="*/ 2147483646 h 72"/>
              <a:gd name="T8" fmla="*/ 2147483646 w 72"/>
              <a:gd name="T9" fmla="*/ 2147483646 h 72"/>
              <a:gd name="T10" fmla="*/ 2147483646 w 72"/>
              <a:gd name="T11" fmla="*/ 2147483646 h 72"/>
              <a:gd name="T12" fmla="*/ 2147483646 w 72"/>
              <a:gd name="T13" fmla="*/ 2147483646 h 72"/>
              <a:gd name="T14" fmla="*/ 2147483646 w 72"/>
              <a:gd name="T15" fmla="*/ 2147483646 h 72"/>
              <a:gd name="T16" fmla="*/ 2147483646 w 72"/>
              <a:gd name="T17" fmla="*/ 2147483646 h 72"/>
              <a:gd name="T18" fmla="*/ 2147483646 w 72"/>
              <a:gd name="T19" fmla="*/ 2147483646 h 72"/>
              <a:gd name="T20" fmla="*/ 2147483646 w 72"/>
              <a:gd name="T21" fmla="*/ 2147483646 h 72"/>
              <a:gd name="T22" fmla="*/ 2147483646 w 72"/>
              <a:gd name="T23" fmla="*/ 2147483646 h 72"/>
              <a:gd name="T24" fmla="*/ 2147483646 w 72"/>
              <a:gd name="T25" fmla="*/ 2147483646 h 72"/>
              <a:gd name="T26" fmla="*/ 2147483646 w 72"/>
              <a:gd name="T27" fmla="*/ 2147483646 h 72"/>
              <a:gd name="T28" fmla="*/ 2147483646 w 72"/>
              <a:gd name="T29" fmla="*/ 2147483646 h 72"/>
              <a:gd name="T30" fmla="*/ 2147483646 w 72"/>
              <a:gd name="T31" fmla="*/ 2147483646 h 72"/>
              <a:gd name="T32" fmla="*/ 2147483646 w 72"/>
              <a:gd name="T33" fmla="*/ 2147483646 h 72"/>
              <a:gd name="T34" fmla="*/ 2147483646 w 72"/>
              <a:gd name="T35" fmla="*/ 2147483646 h 72"/>
              <a:gd name="T36" fmla="*/ 2147483646 w 72"/>
              <a:gd name="T37" fmla="*/ 2147483646 h 72"/>
              <a:gd name="T38" fmla="*/ 2147483646 w 72"/>
              <a:gd name="T39" fmla="*/ 2147483646 h 72"/>
              <a:gd name="T40" fmla="*/ 2147483646 w 72"/>
              <a:gd name="T41" fmla="*/ 2147483646 h 72"/>
              <a:gd name="T42" fmla="*/ 2147483646 w 72"/>
              <a:gd name="T43" fmla="*/ 2147483646 h 72"/>
              <a:gd name="T44" fmla="*/ 2147483646 w 72"/>
              <a:gd name="T45" fmla="*/ 2147483646 h 72"/>
              <a:gd name="T46" fmla="*/ 2147483646 w 72"/>
              <a:gd name="T47" fmla="*/ 2147483646 h 72"/>
              <a:gd name="T48" fmla="*/ 2147483646 w 72"/>
              <a:gd name="T49" fmla="*/ 2147483646 h 72"/>
              <a:gd name="T50" fmla="*/ 2147483646 w 72"/>
              <a:gd name="T51" fmla="*/ 2147483646 h 72"/>
              <a:gd name="T52" fmla="*/ 2147483646 w 72"/>
              <a:gd name="T53" fmla="*/ 2147483646 h 72"/>
              <a:gd name="T54" fmla="*/ 2147483646 w 72"/>
              <a:gd name="T55" fmla="*/ 2147483646 h 72"/>
              <a:gd name="T56" fmla="*/ 2147483646 w 72"/>
              <a:gd name="T57" fmla="*/ 2147483646 h 72"/>
              <a:gd name="T58" fmla="*/ 2147483646 w 72"/>
              <a:gd name="T59" fmla="*/ 2147483646 h 72"/>
              <a:gd name="T60" fmla="*/ 2147483646 w 72"/>
              <a:gd name="T61" fmla="*/ 2147483646 h 72"/>
              <a:gd name="T62" fmla="*/ 2147483646 w 72"/>
              <a:gd name="T63" fmla="*/ 2147483646 h 72"/>
              <a:gd name="T64" fmla="*/ 2147483646 w 72"/>
              <a:gd name="T65" fmla="*/ 2147483646 h 72"/>
              <a:gd name="T66" fmla="*/ 2147483646 w 72"/>
              <a:gd name="T67" fmla="*/ 2147483646 h 72"/>
              <a:gd name="T68" fmla="*/ 2147483646 w 72"/>
              <a:gd name="T69" fmla="*/ 2147483646 h 72"/>
              <a:gd name="T70" fmla="*/ 0 w 72"/>
              <a:gd name="T71" fmla="*/ 2147483646 h 72"/>
              <a:gd name="T72" fmla="*/ 0 w 72"/>
              <a:gd name="T73" fmla="*/ 2147483646 h 72"/>
              <a:gd name="T74" fmla="*/ 0 w 72"/>
              <a:gd name="T75" fmla="*/ 2147483646 h 72"/>
              <a:gd name="T76" fmla="*/ 2147483646 w 72"/>
              <a:gd name="T77" fmla="*/ 2147483646 h 72"/>
              <a:gd name="T78" fmla="*/ 2147483646 w 72"/>
              <a:gd name="T79" fmla="*/ 2147483646 h 72"/>
              <a:gd name="T80" fmla="*/ 2147483646 w 72"/>
              <a:gd name="T81" fmla="*/ 2147483646 h 72"/>
              <a:gd name="T82" fmla="*/ 2147483646 w 72"/>
              <a:gd name="T83" fmla="*/ 0 h 72"/>
              <a:gd name="T84" fmla="*/ 2147483646 w 72"/>
              <a:gd name="T85" fmla="*/ 0 h 72"/>
              <a:gd name="T86" fmla="*/ 2147483646 w 72"/>
              <a:gd name="T87" fmla="*/ 0 h 72"/>
              <a:gd name="T88" fmla="*/ 2147483646 w 72"/>
              <a:gd name="T89" fmla="*/ 2147483646 h 72"/>
              <a:gd name="T90" fmla="*/ 2147483646 w 72"/>
              <a:gd name="T91" fmla="*/ 2147483646 h 72"/>
              <a:gd name="T92" fmla="*/ 2147483646 w 72"/>
              <a:gd name="T93" fmla="*/ 2147483646 h 72"/>
              <a:gd name="T94" fmla="*/ 2147483646 w 72"/>
              <a:gd name="T95" fmla="*/ 2147483646 h 72"/>
              <a:gd name="T96" fmla="*/ 2147483646 w 72"/>
              <a:gd name="T97" fmla="*/ 2147483646 h 7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72"/>
              <a:gd name="T148" fmla="*/ 0 h 72"/>
              <a:gd name="T149" fmla="*/ 72 w 72"/>
              <a:gd name="T150" fmla="*/ 72 h 7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72" h="72">
                <a:moveTo>
                  <a:pt x="64" y="40"/>
                </a:moveTo>
                <a:lnTo>
                  <a:pt x="48" y="16"/>
                </a:lnTo>
                <a:lnTo>
                  <a:pt x="32" y="8"/>
                </a:lnTo>
                <a:lnTo>
                  <a:pt x="8" y="16"/>
                </a:lnTo>
                <a:lnTo>
                  <a:pt x="16" y="8"/>
                </a:lnTo>
                <a:lnTo>
                  <a:pt x="8" y="32"/>
                </a:lnTo>
                <a:lnTo>
                  <a:pt x="16" y="56"/>
                </a:lnTo>
                <a:lnTo>
                  <a:pt x="8" y="56"/>
                </a:lnTo>
                <a:lnTo>
                  <a:pt x="32" y="64"/>
                </a:lnTo>
                <a:lnTo>
                  <a:pt x="48" y="56"/>
                </a:lnTo>
                <a:lnTo>
                  <a:pt x="64" y="32"/>
                </a:lnTo>
                <a:lnTo>
                  <a:pt x="72" y="40"/>
                </a:lnTo>
                <a:lnTo>
                  <a:pt x="56" y="64"/>
                </a:lnTo>
                <a:lnTo>
                  <a:pt x="48" y="64"/>
                </a:lnTo>
                <a:lnTo>
                  <a:pt x="32" y="72"/>
                </a:lnTo>
                <a:lnTo>
                  <a:pt x="8" y="64"/>
                </a:lnTo>
                <a:lnTo>
                  <a:pt x="8" y="56"/>
                </a:lnTo>
                <a:lnTo>
                  <a:pt x="0" y="32"/>
                </a:lnTo>
                <a:lnTo>
                  <a:pt x="8" y="8"/>
                </a:lnTo>
                <a:lnTo>
                  <a:pt x="32" y="0"/>
                </a:lnTo>
                <a:lnTo>
                  <a:pt x="48" y="8"/>
                </a:lnTo>
                <a:lnTo>
                  <a:pt x="56" y="8"/>
                </a:lnTo>
                <a:lnTo>
                  <a:pt x="72" y="32"/>
                </a:lnTo>
                <a:lnTo>
                  <a:pt x="64" y="4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86" name="Freeform 344">
            <a:extLst>
              <a:ext uri="{FF2B5EF4-FFF2-40B4-BE49-F238E27FC236}">
                <a16:creationId xmlns:a16="http://schemas.microsoft.com/office/drawing/2014/main" id="{7E4CBD75-D3B9-EBCB-1D3D-BB0F9448E52D}"/>
              </a:ext>
            </a:extLst>
          </p:cNvPr>
          <p:cNvSpPr>
            <a:spLocks/>
          </p:cNvSpPr>
          <p:nvPr/>
        </p:nvSpPr>
        <p:spPr bwMode="auto">
          <a:xfrm>
            <a:off x="4902200" y="37830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87" name="Rectangle 345">
            <a:extLst>
              <a:ext uri="{FF2B5EF4-FFF2-40B4-BE49-F238E27FC236}">
                <a16:creationId xmlns:a16="http://schemas.microsoft.com/office/drawing/2014/main" id="{6D593748-3C18-57DD-00F2-0DF207D153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3600" y="3871913"/>
            <a:ext cx="12700" cy="12700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088" name="Freeform 346">
            <a:extLst>
              <a:ext uri="{FF2B5EF4-FFF2-40B4-BE49-F238E27FC236}">
                <a16:creationId xmlns:a16="http://schemas.microsoft.com/office/drawing/2014/main" id="{8C2F654B-5663-68FB-13C6-748458DF836B}"/>
              </a:ext>
            </a:extLst>
          </p:cNvPr>
          <p:cNvSpPr>
            <a:spLocks/>
          </p:cNvSpPr>
          <p:nvPr/>
        </p:nvSpPr>
        <p:spPr bwMode="auto">
          <a:xfrm>
            <a:off x="4660900" y="3808413"/>
            <a:ext cx="152400" cy="114300"/>
          </a:xfrm>
          <a:custGeom>
            <a:avLst/>
            <a:gdLst>
              <a:gd name="T0" fmla="*/ 2147483646 w 96"/>
              <a:gd name="T1" fmla="*/ 2147483646 h 72"/>
              <a:gd name="T2" fmla="*/ 0 w 96"/>
              <a:gd name="T3" fmla="*/ 2147483646 h 72"/>
              <a:gd name="T4" fmla="*/ 0 w 96"/>
              <a:gd name="T5" fmla="*/ 2147483646 h 72"/>
              <a:gd name="T6" fmla="*/ 0 w 96"/>
              <a:gd name="T7" fmla="*/ 2147483646 h 72"/>
              <a:gd name="T8" fmla="*/ 2147483646 w 96"/>
              <a:gd name="T9" fmla="*/ 2147483646 h 72"/>
              <a:gd name="T10" fmla="*/ 2147483646 w 96"/>
              <a:gd name="T11" fmla="*/ 0 h 72"/>
              <a:gd name="T12" fmla="*/ 2147483646 w 96"/>
              <a:gd name="T13" fmla="*/ 2147483646 h 72"/>
              <a:gd name="T14" fmla="*/ 2147483646 w 96"/>
              <a:gd name="T15" fmla="*/ 2147483646 h 72"/>
              <a:gd name="T16" fmla="*/ 2147483646 w 96"/>
              <a:gd name="T17" fmla="*/ 2147483646 h 72"/>
              <a:gd name="T18" fmla="*/ 2147483646 w 96"/>
              <a:gd name="T19" fmla="*/ 2147483646 h 72"/>
              <a:gd name="T20" fmla="*/ 2147483646 w 96"/>
              <a:gd name="T21" fmla="*/ 2147483646 h 72"/>
              <a:gd name="T22" fmla="*/ 2147483646 w 96"/>
              <a:gd name="T23" fmla="*/ 2147483646 h 72"/>
              <a:gd name="T24" fmla="*/ 2147483646 w 96"/>
              <a:gd name="T25" fmla="*/ 2147483646 h 72"/>
              <a:gd name="T26" fmla="*/ 2147483646 w 96"/>
              <a:gd name="T27" fmla="*/ 2147483646 h 72"/>
              <a:gd name="T28" fmla="*/ 0 w 96"/>
              <a:gd name="T29" fmla="*/ 2147483646 h 72"/>
              <a:gd name="T30" fmla="*/ 0 w 96"/>
              <a:gd name="T31" fmla="*/ 2147483646 h 72"/>
              <a:gd name="T32" fmla="*/ 2147483646 w 96"/>
              <a:gd name="T33" fmla="*/ 2147483646 h 72"/>
              <a:gd name="T34" fmla="*/ 2147483646 w 96"/>
              <a:gd name="T35" fmla="*/ 2147483646 h 72"/>
              <a:gd name="T36" fmla="*/ 2147483646 w 96"/>
              <a:gd name="T37" fmla="*/ 2147483646 h 72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96"/>
              <a:gd name="T58" fmla="*/ 0 h 72"/>
              <a:gd name="T59" fmla="*/ 96 w 96"/>
              <a:gd name="T60" fmla="*/ 72 h 72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96" h="72">
                <a:moveTo>
                  <a:pt x="16" y="40"/>
                </a:moveTo>
                <a:lnTo>
                  <a:pt x="0" y="24"/>
                </a:lnTo>
                <a:lnTo>
                  <a:pt x="72" y="8"/>
                </a:lnTo>
                <a:lnTo>
                  <a:pt x="96" y="0"/>
                </a:lnTo>
                <a:lnTo>
                  <a:pt x="72" y="16"/>
                </a:lnTo>
                <a:lnTo>
                  <a:pt x="16" y="72"/>
                </a:lnTo>
                <a:lnTo>
                  <a:pt x="16" y="64"/>
                </a:lnTo>
                <a:lnTo>
                  <a:pt x="72" y="8"/>
                </a:lnTo>
                <a:lnTo>
                  <a:pt x="72" y="16"/>
                </a:lnTo>
                <a:lnTo>
                  <a:pt x="0" y="32"/>
                </a:lnTo>
                <a:lnTo>
                  <a:pt x="0" y="24"/>
                </a:lnTo>
                <a:lnTo>
                  <a:pt x="8" y="24"/>
                </a:lnTo>
                <a:lnTo>
                  <a:pt x="24" y="40"/>
                </a:lnTo>
                <a:lnTo>
                  <a:pt x="16" y="4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89" name="Freeform 347">
            <a:extLst>
              <a:ext uri="{FF2B5EF4-FFF2-40B4-BE49-F238E27FC236}">
                <a16:creationId xmlns:a16="http://schemas.microsoft.com/office/drawing/2014/main" id="{582C4D9A-2DCD-CAB4-5617-2B8D29228E18}"/>
              </a:ext>
            </a:extLst>
          </p:cNvPr>
          <p:cNvSpPr>
            <a:spLocks/>
          </p:cNvSpPr>
          <p:nvPr/>
        </p:nvSpPr>
        <p:spPr bwMode="auto">
          <a:xfrm>
            <a:off x="4686300" y="3871913"/>
            <a:ext cx="12700" cy="38100"/>
          </a:xfrm>
          <a:custGeom>
            <a:avLst/>
            <a:gdLst>
              <a:gd name="T0" fmla="*/ 0 w 8"/>
              <a:gd name="T1" fmla="*/ 2147483646 h 24"/>
              <a:gd name="T2" fmla="*/ 0 w 8"/>
              <a:gd name="T3" fmla="*/ 0 h 24"/>
              <a:gd name="T4" fmla="*/ 2147483646 w 8"/>
              <a:gd name="T5" fmla="*/ 0 h 24"/>
              <a:gd name="T6" fmla="*/ 2147483646 w 8"/>
              <a:gd name="T7" fmla="*/ 0 h 24"/>
              <a:gd name="T8" fmla="*/ 2147483646 w 8"/>
              <a:gd name="T9" fmla="*/ 0 h 24"/>
              <a:gd name="T10" fmla="*/ 2147483646 w 8"/>
              <a:gd name="T11" fmla="*/ 2147483646 h 24"/>
              <a:gd name="T12" fmla="*/ 0 w 8"/>
              <a:gd name="T13" fmla="*/ 2147483646 h 24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24"/>
              <a:gd name="T23" fmla="*/ 8 w 8"/>
              <a:gd name="T24" fmla="*/ 24 h 24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24">
                <a:moveTo>
                  <a:pt x="0" y="24"/>
                </a:moveTo>
                <a:lnTo>
                  <a:pt x="0" y="0"/>
                </a:lnTo>
                <a:lnTo>
                  <a:pt x="8" y="0"/>
                </a:lnTo>
                <a:lnTo>
                  <a:pt x="8" y="24"/>
                </a:lnTo>
                <a:lnTo>
                  <a:pt x="0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90" name="Freeform 348">
            <a:extLst>
              <a:ext uri="{FF2B5EF4-FFF2-40B4-BE49-F238E27FC236}">
                <a16:creationId xmlns:a16="http://schemas.microsoft.com/office/drawing/2014/main" id="{5D604CB1-27EC-D427-69D3-F77760B6E5DE}"/>
              </a:ext>
            </a:extLst>
          </p:cNvPr>
          <p:cNvSpPr>
            <a:spLocks/>
          </p:cNvSpPr>
          <p:nvPr/>
        </p:nvSpPr>
        <p:spPr bwMode="auto">
          <a:xfrm>
            <a:off x="4660900" y="3821113"/>
            <a:ext cx="114300" cy="88900"/>
          </a:xfrm>
          <a:custGeom>
            <a:avLst/>
            <a:gdLst>
              <a:gd name="T0" fmla="*/ 2147483646 w 72"/>
              <a:gd name="T1" fmla="*/ 2147483646 h 56"/>
              <a:gd name="T2" fmla="*/ 0 w 72"/>
              <a:gd name="T3" fmla="*/ 2147483646 h 56"/>
              <a:gd name="T4" fmla="*/ 2147483646 w 72"/>
              <a:gd name="T5" fmla="*/ 0 h 56"/>
              <a:gd name="T6" fmla="*/ 2147483646 w 72"/>
              <a:gd name="T7" fmla="*/ 2147483646 h 56"/>
              <a:gd name="T8" fmla="*/ 2147483646 w 72"/>
              <a:gd name="T9" fmla="*/ 2147483646 h 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2"/>
              <a:gd name="T16" fmla="*/ 0 h 56"/>
              <a:gd name="T17" fmla="*/ 72 w 72"/>
              <a:gd name="T18" fmla="*/ 56 h 5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2" h="56">
                <a:moveTo>
                  <a:pt x="16" y="32"/>
                </a:moveTo>
                <a:lnTo>
                  <a:pt x="0" y="16"/>
                </a:lnTo>
                <a:lnTo>
                  <a:pt x="72" y="0"/>
                </a:lnTo>
                <a:lnTo>
                  <a:pt x="16" y="56"/>
                </a:lnTo>
                <a:lnTo>
                  <a:pt x="16" y="32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91" name="Rectangle 349">
            <a:extLst>
              <a:ext uri="{FF2B5EF4-FFF2-40B4-BE49-F238E27FC236}">
                <a16:creationId xmlns:a16="http://schemas.microsoft.com/office/drawing/2014/main" id="{4B58344E-2682-9CC2-893A-2D95BD7C7E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7000" y="3808413"/>
            <a:ext cx="0" cy="12700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092" name="Freeform 350">
            <a:extLst>
              <a:ext uri="{FF2B5EF4-FFF2-40B4-BE49-F238E27FC236}">
                <a16:creationId xmlns:a16="http://schemas.microsoft.com/office/drawing/2014/main" id="{93D29EB0-3032-E696-604B-D43B11A75D3B}"/>
              </a:ext>
            </a:extLst>
          </p:cNvPr>
          <p:cNvSpPr>
            <a:spLocks/>
          </p:cNvSpPr>
          <p:nvPr/>
        </p:nvSpPr>
        <p:spPr bwMode="auto">
          <a:xfrm>
            <a:off x="3937000" y="3808413"/>
            <a:ext cx="355600" cy="127000"/>
          </a:xfrm>
          <a:custGeom>
            <a:avLst/>
            <a:gdLst>
              <a:gd name="T0" fmla="*/ 0 w 224"/>
              <a:gd name="T1" fmla="*/ 0 h 80"/>
              <a:gd name="T2" fmla="*/ 2147483646 w 224"/>
              <a:gd name="T3" fmla="*/ 2147483646 h 80"/>
              <a:gd name="T4" fmla="*/ 2147483646 w 224"/>
              <a:gd name="T5" fmla="*/ 2147483646 h 80"/>
              <a:gd name="T6" fmla="*/ 2147483646 w 224"/>
              <a:gd name="T7" fmla="*/ 2147483646 h 80"/>
              <a:gd name="T8" fmla="*/ 2147483646 w 224"/>
              <a:gd name="T9" fmla="*/ 2147483646 h 80"/>
              <a:gd name="T10" fmla="*/ 0 w 224"/>
              <a:gd name="T11" fmla="*/ 2147483646 h 80"/>
              <a:gd name="T12" fmla="*/ 0 w 224"/>
              <a:gd name="T13" fmla="*/ 0 h 80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24"/>
              <a:gd name="T22" fmla="*/ 0 h 80"/>
              <a:gd name="T23" fmla="*/ 224 w 224"/>
              <a:gd name="T24" fmla="*/ 80 h 80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24" h="80">
                <a:moveTo>
                  <a:pt x="0" y="0"/>
                </a:moveTo>
                <a:lnTo>
                  <a:pt x="224" y="72"/>
                </a:lnTo>
                <a:lnTo>
                  <a:pt x="224" y="80"/>
                </a:lnTo>
                <a:lnTo>
                  <a:pt x="0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93" name="Freeform 351">
            <a:extLst>
              <a:ext uri="{FF2B5EF4-FFF2-40B4-BE49-F238E27FC236}">
                <a16:creationId xmlns:a16="http://schemas.microsoft.com/office/drawing/2014/main" id="{F86760EF-49DE-D8CC-BF01-3DC40615F8EC}"/>
              </a:ext>
            </a:extLst>
          </p:cNvPr>
          <p:cNvSpPr>
            <a:spLocks/>
          </p:cNvSpPr>
          <p:nvPr/>
        </p:nvSpPr>
        <p:spPr bwMode="auto">
          <a:xfrm>
            <a:off x="4292600" y="3922713"/>
            <a:ext cx="190500" cy="25400"/>
          </a:xfrm>
          <a:custGeom>
            <a:avLst/>
            <a:gdLst>
              <a:gd name="T0" fmla="*/ 0 w 120"/>
              <a:gd name="T1" fmla="*/ 0 h 16"/>
              <a:gd name="T2" fmla="*/ 2147483646 w 120"/>
              <a:gd name="T3" fmla="*/ 2147483646 h 16"/>
              <a:gd name="T4" fmla="*/ 2147483646 w 120"/>
              <a:gd name="T5" fmla="*/ 2147483646 h 16"/>
              <a:gd name="T6" fmla="*/ 2147483646 w 120"/>
              <a:gd name="T7" fmla="*/ 2147483646 h 16"/>
              <a:gd name="T8" fmla="*/ 2147483646 w 120"/>
              <a:gd name="T9" fmla="*/ 2147483646 h 16"/>
              <a:gd name="T10" fmla="*/ 0 w 120"/>
              <a:gd name="T11" fmla="*/ 2147483646 h 16"/>
              <a:gd name="T12" fmla="*/ 0 w 120"/>
              <a:gd name="T13" fmla="*/ 0 h 16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20"/>
              <a:gd name="T22" fmla="*/ 0 h 16"/>
              <a:gd name="T23" fmla="*/ 120 w 120"/>
              <a:gd name="T24" fmla="*/ 16 h 1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20" h="16">
                <a:moveTo>
                  <a:pt x="0" y="0"/>
                </a:moveTo>
                <a:lnTo>
                  <a:pt x="120" y="8"/>
                </a:lnTo>
                <a:lnTo>
                  <a:pt x="120" y="16"/>
                </a:lnTo>
                <a:lnTo>
                  <a:pt x="0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94" name="Rectangle 352">
            <a:extLst>
              <a:ext uri="{FF2B5EF4-FFF2-40B4-BE49-F238E27FC236}">
                <a16:creationId xmlns:a16="http://schemas.microsoft.com/office/drawing/2014/main" id="{E16884E2-18A2-0316-D4C0-458A13FF13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3600" y="3871913"/>
            <a:ext cx="0" cy="12700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095" name="Freeform 353">
            <a:extLst>
              <a:ext uri="{FF2B5EF4-FFF2-40B4-BE49-F238E27FC236}">
                <a16:creationId xmlns:a16="http://schemas.microsoft.com/office/drawing/2014/main" id="{D5A75A0A-4C0D-5E5D-04B9-0DA5585F57DC}"/>
              </a:ext>
            </a:extLst>
          </p:cNvPr>
          <p:cNvSpPr>
            <a:spLocks/>
          </p:cNvSpPr>
          <p:nvPr/>
        </p:nvSpPr>
        <p:spPr bwMode="auto">
          <a:xfrm>
            <a:off x="4483100" y="3871913"/>
            <a:ext cx="190500" cy="76200"/>
          </a:xfrm>
          <a:custGeom>
            <a:avLst/>
            <a:gdLst>
              <a:gd name="T0" fmla="*/ 0 w 120"/>
              <a:gd name="T1" fmla="*/ 2147483646 h 48"/>
              <a:gd name="T2" fmla="*/ 0 w 120"/>
              <a:gd name="T3" fmla="*/ 2147483646 h 48"/>
              <a:gd name="T4" fmla="*/ 2147483646 w 120"/>
              <a:gd name="T5" fmla="*/ 2147483646 h 48"/>
              <a:gd name="T6" fmla="*/ 2147483646 w 120"/>
              <a:gd name="T7" fmla="*/ 0 h 48"/>
              <a:gd name="T8" fmla="*/ 0 w 120"/>
              <a:gd name="T9" fmla="*/ 2147483646 h 4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20"/>
              <a:gd name="T16" fmla="*/ 0 h 48"/>
              <a:gd name="T17" fmla="*/ 120 w 120"/>
              <a:gd name="T18" fmla="*/ 48 h 4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20" h="48">
                <a:moveTo>
                  <a:pt x="0" y="40"/>
                </a:moveTo>
                <a:lnTo>
                  <a:pt x="0" y="48"/>
                </a:lnTo>
                <a:lnTo>
                  <a:pt x="120" y="8"/>
                </a:lnTo>
                <a:lnTo>
                  <a:pt x="120" y="0"/>
                </a:lnTo>
                <a:lnTo>
                  <a:pt x="0" y="4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96" name="Freeform 354">
            <a:extLst>
              <a:ext uri="{FF2B5EF4-FFF2-40B4-BE49-F238E27FC236}">
                <a16:creationId xmlns:a16="http://schemas.microsoft.com/office/drawing/2014/main" id="{FE6A41E3-3745-D590-349B-1B1742ED2D4A}"/>
              </a:ext>
            </a:extLst>
          </p:cNvPr>
          <p:cNvSpPr>
            <a:spLocks/>
          </p:cNvSpPr>
          <p:nvPr/>
        </p:nvSpPr>
        <p:spPr bwMode="auto">
          <a:xfrm>
            <a:off x="6503988" y="4176713"/>
            <a:ext cx="25400" cy="25400"/>
          </a:xfrm>
          <a:custGeom>
            <a:avLst/>
            <a:gdLst>
              <a:gd name="T0" fmla="*/ 2147483646 w 16"/>
              <a:gd name="T1" fmla="*/ 2147483646 h 16"/>
              <a:gd name="T2" fmla="*/ 2147483646 w 16"/>
              <a:gd name="T3" fmla="*/ 0 h 16"/>
              <a:gd name="T4" fmla="*/ 0 w 16"/>
              <a:gd name="T5" fmla="*/ 2147483646 h 16"/>
              <a:gd name="T6" fmla="*/ 2147483646 w 16"/>
              <a:gd name="T7" fmla="*/ 2147483646 h 16"/>
              <a:gd name="T8" fmla="*/ 2147483646 w 16"/>
              <a:gd name="T9" fmla="*/ 2147483646 h 1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6"/>
              <a:gd name="T16" fmla="*/ 0 h 16"/>
              <a:gd name="T17" fmla="*/ 16 w 16"/>
              <a:gd name="T18" fmla="*/ 16 h 1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6" h="16">
                <a:moveTo>
                  <a:pt x="16" y="8"/>
                </a:moveTo>
                <a:lnTo>
                  <a:pt x="8" y="0"/>
                </a:lnTo>
                <a:lnTo>
                  <a:pt x="0" y="8"/>
                </a:lnTo>
                <a:lnTo>
                  <a:pt x="8" y="16"/>
                </a:lnTo>
                <a:lnTo>
                  <a:pt x="16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97" name="Freeform 355">
            <a:extLst>
              <a:ext uri="{FF2B5EF4-FFF2-40B4-BE49-F238E27FC236}">
                <a16:creationId xmlns:a16="http://schemas.microsoft.com/office/drawing/2014/main" id="{B14E5676-8C96-AE79-5AA5-6622F40F1B55}"/>
              </a:ext>
            </a:extLst>
          </p:cNvPr>
          <p:cNvSpPr>
            <a:spLocks/>
          </p:cNvSpPr>
          <p:nvPr/>
        </p:nvSpPr>
        <p:spPr bwMode="auto">
          <a:xfrm>
            <a:off x="6478588" y="4176713"/>
            <a:ext cx="76200" cy="152400"/>
          </a:xfrm>
          <a:custGeom>
            <a:avLst/>
            <a:gdLst>
              <a:gd name="T0" fmla="*/ 2147483646 w 48"/>
              <a:gd name="T1" fmla="*/ 2147483646 h 96"/>
              <a:gd name="T2" fmla="*/ 2147483646 w 48"/>
              <a:gd name="T3" fmla="*/ 2147483646 h 96"/>
              <a:gd name="T4" fmla="*/ 2147483646 w 48"/>
              <a:gd name="T5" fmla="*/ 2147483646 h 96"/>
              <a:gd name="T6" fmla="*/ 2147483646 w 48"/>
              <a:gd name="T7" fmla="*/ 2147483646 h 96"/>
              <a:gd name="T8" fmla="*/ 2147483646 w 48"/>
              <a:gd name="T9" fmla="*/ 2147483646 h 96"/>
              <a:gd name="T10" fmla="*/ 2147483646 w 48"/>
              <a:gd name="T11" fmla="*/ 2147483646 h 96"/>
              <a:gd name="T12" fmla="*/ 2147483646 w 48"/>
              <a:gd name="T13" fmla="*/ 2147483646 h 96"/>
              <a:gd name="T14" fmla="*/ 0 w 48"/>
              <a:gd name="T15" fmla="*/ 0 h 96"/>
              <a:gd name="T16" fmla="*/ 0 w 48"/>
              <a:gd name="T17" fmla="*/ 0 h 96"/>
              <a:gd name="T18" fmla="*/ 2147483646 w 48"/>
              <a:gd name="T19" fmla="*/ 0 h 96"/>
              <a:gd name="T20" fmla="*/ 2147483646 w 48"/>
              <a:gd name="T21" fmla="*/ 0 h 96"/>
              <a:gd name="T22" fmla="*/ 2147483646 w 48"/>
              <a:gd name="T23" fmla="*/ 2147483646 h 96"/>
              <a:gd name="T24" fmla="*/ 2147483646 w 48"/>
              <a:gd name="T25" fmla="*/ 2147483646 h 96"/>
              <a:gd name="T26" fmla="*/ 2147483646 w 48"/>
              <a:gd name="T27" fmla="*/ 2147483646 h 96"/>
              <a:gd name="T28" fmla="*/ 2147483646 w 48"/>
              <a:gd name="T29" fmla="*/ 2147483646 h 96"/>
              <a:gd name="T30" fmla="*/ 2147483646 w 48"/>
              <a:gd name="T31" fmla="*/ 2147483646 h 96"/>
              <a:gd name="T32" fmla="*/ 2147483646 w 48"/>
              <a:gd name="T33" fmla="*/ 2147483646 h 96"/>
              <a:gd name="T34" fmla="*/ 2147483646 w 48"/>
              <a:gd name="T35" fmla="*/ 2147483646 h 96"/>
              <a:gd name="T36" fmla="*/ 2147483646 w 48"/>
              <a:gd name="T37" fmla="*/ 2147483646 h 9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48"/>
              <a:gd name="T58" fmla="*/ 0 h 96"/>
              <a:gd name="T59" fmla="*/ 48 w 48"/>
              <a:gd name="T60" fmla="*/ 96 h 96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48" h="96">
                <a:moveTo>
                  <a:pt x="24" y="8"/>
                </a:moveTo>
                <a:lnTo>
                  <a:pt x="48" y="8"/>
                </a:lnTo>
                <a:lnTo>
                  <a:pt x="16" y="72"/>
                </a:lnTo>
                <a:lnTo>
                  <a:pt x="8" y="96"/>
                </a:lnTo>
                <a:lnTo>
                  <a:pt x="8" y="72"/>
                </a:lnTo>
                <a:lnTo>
                  <a:pt x="0" y="0"/>
                </a:lnTo>
                <a:lnTo>
                  <a:pt x="8" y="0"/>
                </a:lnTo>
                <a:lnTo>
                  <a:pt x="16" y="72"/>
                </a:lnTo>
                <a:lnTo>
                  <a:pt x="8" y="72"/>
                </a:lnTo>
                <a:lnTo>
                  <a:pt x="40" y="8"/>
                </a:lnTo>
                <a:lnTo>
                  <a:pt x="48" y="8"/>
                </a:lnTo>
                <a:lnTo>
                  <a:pt x="48" y="16"/>
                </a:lnTo>
                <a:lnTo>
                  <a:pt x="24" y="16"/>
                </a:lnTo>
                <a:lnTo>
                  <a:pt x="24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98" name="Freeform 356">
            <a:extLst>
              <a:ext uri="{FF2B5EF4-FFF2-40B4-BE49-F238E27FC236}">
                <a16:creationId xmlns:a16="http://schemas.microsoft.com/office/drawing/2014/main" id="{DE631112-0992-CAEE-F24C-D8575FFFBC11}"/>
              </a:ext>
            </a:extLst>
          </p:cNvPr>
          <p:cNvSpPr>
            <a:spLocks/>
          </p:cNvSpPr>
          <p:nvPr/>
        </p:nvSpPr>
        <p:spPr bwMode="auto">
          <a:xfrm>
            <a:off x="6491288" y="4176713"/>
            <a:ext cx="25400" cy="25400"/>
          </a:xfrm>
          <a:custGeom>
            <a:avLst/>
            <a:gdLst>
              <a:gd name="T0" fmla="*/ 0 w 16"/>
              <a:gd name="T1" fmla="*/ 0 h 16"/>
              <a:gd name="T2" fmla="*/ 2147483646 w 16"/>
              <a:gd name="T3" fmla="*/ 2147483646 h 16"/>
              <a:gd name="T4" fmla="*/ 2147483646 w 16"/>
              <a:gd name="T5" fmla="*/ 2147483646 h 16"/>
              <a:gd name="T6" fmla="*/ 2147483646 w 16"/>
              <a:gd name="T7" fmla="*/ 2147483646 h 16"/>
              <a:gd name="T8" fmla="*/ 2147483646 w 16"/>
              <a:gd name="T9" fmla="*/ 2147483646 h 16"/>
              <a:gd name="T10" fmla="*/ 0 w 16"/>
              <a:gd name="T11" fmla="*/ 2147483646 h 16"/>
              <a:gd name="T12" fmla="*/ 0 w 16"/>
              <a:gd name="T13" fmla="*/ 0 h 16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6"/>
              <a:gd name="T22" fmla="*/ 0 h 16"/>
              <a:gd name="T23" fmla="*/ 16 w 16"/>
              <a:gd name="T24" fmla="*/ 16 h 1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6" h="16">
                <a:moveTo>
                  <a:pt x="0" y="0"/>
                </a:moveTo>
                <a:lnTo>
                  <a:pt x="16" y="8"/>
                </a:lnTo>
                <a:lnTo>
                  <a:pt x="16" y="16"/>
                </a:lnTo>
                <a:lnTo>
                  <a:pt x="0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99" name="Freeform 357">
            <a:extLst>
              <a:ext uri="{FF2B5EF4-FFF2-40B4-BE49-F238E27FC236}">
                <a16:creationId xmlns:a16="http://schemas.microsoft.com/office/drawing/2014/main" id="{509FA128-CC6E-6E87-930E-707B1D441970}"/>
              </a:ext>
            </a:extLst>
          </p:cNvPr>
          <p:cNvSpPr>
            <a:spLocks/>
          </p:cNvSpPr>
          <p:nvPr/>
        </p:nvSpPr>
        <p:spPr bwMode="auto">
          <a:xfrm>
            <a:off x="6491288" y="4176713"/>
            <a:ext cx="63500" cy="114300"/>
          </a:xfrm>
          <a:custGeom>
            <a:avLst/>
            <a:gdLst>
              <a:gd name="T0" fmla="*/ 2147483646 w 40"/>
              <a:gd name="T1" fmla="*/ 2147483646 h 72"/>
              <a:gd name="T2" fmla="*/ 2147483646 w 40"/>
              <a:gd name="T3" fmla="*/ 2147483646 h 72"/>
              <a:gd name="T4" fmla="*/ 2147483646 w 40"/>
              <a:gd name="T5" fmla="*/ 2147483646 h 72"/>
              <a:gd name="T6" fmla="*/ 0 w 40"/>
              <a:gd name="T7" fmla="*/ 0 h 72"/>
              <a:gd name="T8" fmla="*/ 2147483646 w 40"/>
              <a:gd name="T9" fmla="*/ 2147483646 h 7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0"/>
              <a:gd name="T16" fmla="*/ 0 h 72"/>
              <a:gd name="T17" fmla="*/ 40 w 40"/>
              <a:gd name="T18" fmla="*/ 72 h 7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0" h="72">
                <a:moveTo>
                  <a:pt x="16" y="8"/>
                </a:moveTo>
                <a:lnTo>
                  <a:pt x="40" y="8"/>
                </a:lnTo>
                <a:lnTo>
                  <a:pt x="8" y="72"/>
                </a:lnTo>
                <a:lnTo>
                  <a:pt x="0" y="0"/>
                </a:lnTo>
                <a:lnTo>
                  <a:pt x="16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100" name="Rectangle 358">
            <a:extLst>
              <a:ext uri="{FF2B5EF4-FFF2-40B4-BE49-F238E27FC236}">
                <a16:creationId xmlns:a16="http://schemas.microsoft.com/office/drawing/2014/main" id="{7AECADDA-C663-7A18-344F-2FBA218A72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1988" y="3732213"/>
            <a:ext cx="0" cy="12700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101" name="Freeform 359">
            <a:extLst>
              <a:ext uri="{FF2B5EF4-FFF2-40B4-BE49-F238E27FC236}">
                <a16:creationId xmlns:a16="http://schemas.microsoft.com/office/drawing/2014/main" id="{893E452D-A533-E06D-B615-75408506BEA3}"/>
              </a:ext>
            </a:extLst>
          </p:cNvPr>
          <p:cNvSpPr>
            <a:spLocks/>
          </p:cNvSpPr>
          <p:nvPr/>
        </p:nvSpPr>
        <p:spPr bwMode="auto">
          <a:xfrm>
            <a:off x="6669088" y="3681413"/>
            <a:ext cx="342900" cy="114300"/>
          </a:xfrm>
          <a:custGeom>
            <a:avLst/>
            <a:gdLst>
              <a:gd name="T0" fmla="*/ 2147483646 w 216"/>
              <a:gd name="T1" fmla="*/ 2147483646 h 72"/>
              <a:gd name="T2" fmla="*/ 2147483646 w 216"/>
              <a:gd name="T3" fmla="*/ 2147483646 h 72"/>
              <a:gd name="T4" fmla="*/ 2147483646 w 216"/>
              <a:gd name="T5" fmla="*/ 2147483646 h 72"/>
              <a:gd name="T6" fmla="*/ 2147483646 w 216"/>
              <a:gd name="T7" fmla="*/ 2147483646 h 72"/>
              <a:gd name="T8" fmla="*/ 2147483646 w 216"/>
              <a:gd name="T9" fmla="*/ 2147483646 h 72"/>
              <a:gd name="T10" fmla="*/ 2147483646 w 216"/>
              <a:gd name="T11" fmla="*/ 2147483646 h 72"/>
              <a:gd name="T12" fmla="*/ 2147483646 w 216"/>
              <a:gd name="T13" fmla="*/ 2147483646 h 72"/>
              <a:gd name="T14" fmla="*/ 2147483646 w 216"/>
              <a:gd name="T15" fmla="*/ 2147483646 h 72"/>
              <a:gd name="T16" fmla="*/ 2147483646 w 216"/>
              <a:gd name="T17" fmla="*/ 2147483646 h 72"/>
              <a:gd name="T18" fmla="*/ 2147483646 w 216"/>
              <a:gd name="T19" fmla="*/ 2147483646 h 72"/>
              <a:gd name="T20" fmla="*/ 2147483646 w 216"/>
              <a:gd name="T21" fmla="*/ 2147483646 h 72"/>
              <a:gd name="T22" fmla="*/ 2147483646 w 216"/>
              <a:gd name="T23" fmla="*/ 2147483646 h 72"/>
              <a:gd name="T24" fmla="*/ 0 w 216"/>
              <a:gd name="T25" fmla="*/ 2147483646 h 72"/>
              <a:gd name="T26" fmla="*/ 0 w 216"/>
              <a:gd name="T27" fmla="*/ 2147483646 h 72"/>
              <a:gd name="T28" fmla="*/ 2147483646 w 216"/>
              <a:gd name="T29" fmla="*/ 2147483646 h 72"/>
              <a:gd name="T30" fmla="*/ 2147483646 w 216"/>
              <a:gd name="T31" fmla="*/ 2147483646 h 72"/>
              <a:gd name="T32" fmla="*/ 2147483646 w 216"/>
              <a:gd name="T33" fmla="*/ 2147483646 h 72"/>
              <a:gd name="T34" fmla="*/ 2147483646 w 216"/>
              <a:gd name="T35" fmla="*/ 0 h 72"/>
              <a:gd name="T36" fmla="*/ 2147483646 w 216"/>
              <a:gd name="T37" fmla="*/ 0 h 72"/>
              <a:gd name="T38" fmla="*/ 2147483646 w 216"/>
              <a:gd name="T39" fmla="*/ 0 h 72"/>
              <a:gd name="T40" fmla="*/ 2147483646 w 216"/>
              <a:gd name="T41" fmla="*/ 0 h 72"/>
              <a:gd name="T42" fmla="*/ 2147483646 w 216"/>
              <a:gd name="T43" fmla="*/ 0 h 72"/>
              <a:gd name="T44" fmla="*/ 2147483646 w 216"/>
              <a:gd name="T45" fmla="*/ 0 h 72"/>
              <a:gd name="T46" fmla="*/ 2147483646 w 216"/>
              <a:gd name="T47" fmla="*/ 2147483646 h 72"/>
              <a:gd name="T48" fmla="*/ 2147483646 w 216"/>
              <a:gd name="T49" fmla="*/ 2147483646 h 72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w 216"/>
              <a:gd name="T76" fmla="*/ 0 h 72"/>
              <a:gd name="T77" fmla="*/ 216 w 216"/>
              <a:gd name="T78" fmla="*/ 72 h 72"/>
            </a:gdLst>
            <a:ahLst/>
            <a:cxnLst>
              <a:cxn ang="T50">
                <a:pos x="T0" y="T1"/>
              </a:cxn>
              <a:cxn ang="T51">
                <a:pos x="T2" y="T3"/>
              </a:cxn>
              <a:cxn ang="T52">
                <a:pos x="T4" y="T5"/>
              </a:cxn>
              <a:cxn ang="T53">
                <a:pos x="T6" y="T7"/>
              </a:cxn>
              <a:cxn ang="T54">
                <a:pos x="T8" y="T9"/>
              </a:cxn>
              <a:cxn ang="T55">
                <a:pos x="T10" y="T11"/>
              </a:cxn>
              <a:cxn ang="T56">
                <a:pos x="T12" y="T13"/>
              </a:cxn>
              <a:cxn ang="T57">
                <a:pos x="T14" y="T15"/>
              </a:cxn>
              <a:cxn ang="T58">
                <a:pos x="T16" y="T17"/>
              </a:cxn>
              <a:cxn ang="T59">
                <a:pos x="T18" y="T19"/>
              </a:cxn>
              <a:cxn ang="T60">
                <a:pos x="T20" y="T21"/>
              </a:cxn>
              <a:cxn ang="T61">
                <a:pos x="T22" y="T23"/>
              </a:cxn>
              <a:cxn ang="T62">
                <a:pos x="T24" y="T25"/>
              </a:cxn>
              <a:cxn ang="T63">
                <a:pos x="T26" y="T27"/>
              </a:cxn>
              <a:cxn ang="T64">
                <a:pos x="T28" y="T29"/>
              </a:cxn>
              <a:cxn ang="T65">
                <a:pos x="T30" y="T31"/>
              </a:cxn>
              <a:cxn ang="T66">
                <a:pos x="T32" y="T33"/>
              </a:cxn>
              <a:cxn ang="T67">
                <a:pos x="T34" y="T35"/>
              </a:cxn>
              <a:cxn ang="T68">
                <a:pos x="T36" y="T37"/>
              </a:cxn>
              <a:cxn ang="T69">
                <a:pos x="T38" y="T39"/>
              </a:cxn>
              <a:cxn ang="T70">
                <a:pos x="T40" y="T41"/>
              </a:cxn>
              <a:cxn ang="T71">
                <a:pos x="T42" y="T43"/>
              </a:cxn>
              <a:cxn ang="T72">
                <a:pos x="T44" y="T45"/>
              </a:cxn>
              <a:cxn ang="T73">
                <a:pos x="T46" y="T47"/>
              </a:cxn>
              <a:cxn ang="T74">
                <a:pos x="T48" y="T49"/>
              </a:cxn>
            </a:cxnLst>
            <a:rect l="T75" t="T76" r="T77" b="T78"/>
            <a:pathLst>
              <a:path w="216" h="72">
                <a:moveTo>
                  <a:pt x="216" y="40"/>
                </a:moveTo>
                <a:lnTo>
                  <a:pt x="144" y="8"/>
                </a:lnTo>
                <a:lnTo>
                  <a:pt x="88" y="8"/>
                </a:lnTo>
                <a:lnTo>
                  <a:pt x="40" y="32"/>
                </a:lnTo>
                <a:lnTo>
                  <a:pt x="48" y="32"/>
                </a:lnTo>
                <a:lnTo>
                  <a:pt x="8" y="72"/>
                </a:lnTo>
                <a:lnTo>
                  <a:pt x="8" y="64"/>
                </a:lnTo>
                <a:lnTo>
                  <a:pt x="0" y="64"/>
                </a:lnTo>
                <a:lnTo>
                  <a:pt x="40" y="24"/>
                </a:lnTo>
                <a:lnTo>
                  <a:pt x="88" y="0"/>
                </a:lnTo>
                <a:lnTo>
                  <a:pt x="144" y="0"/>
                </a:lnTo>
                <a:lnTo>
                  <a:pt x="216" y="32"/>
                </a:lnTo>
                <a:lnTo>
                  <a:pt x="216" y="4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102" name="Freeform 360">
            <a:extLst>
              <a:ext uri="{FF2B5EF4-FFF2-40B4-BE49-F238E27FC236}">
                <a16:creationId xmlns:a16="http://schemas.microsoft.com/office/drawing/2014/main" id="{CBA5DFC6-32C2-1975-3EEF-7F3CA28B9D45}"/>
              </a:ext>
            </a:extLst>
          </p:cNvPr>
          <p:cNvSpPr>
            <a:spLocks/>
          </p:cNvSpPr>
          <p:nvPr/>
        </p:nvSpPr>
        <p:spPr bwMode="auto">
          <a:xfrm>
            <a:off x="6580188" y="3783013"/>
            <a:ext cx="101600" cy="177800"/>
          </a:xfrm>
          <a:custGeom>
            <a:avLst/>
            <a:gdLst>
              <a:gd name="T0" fmla="*/ 2147483646 w 64"/>
              <a:gd name="T1" fmla="*/ 0 h 112"/>
              <a:gd name="T2" fmla="*/ 2147483646 w 64"/>
              <a:gd name="T3" fmla="*/ 2147483646 h 112"/>
              <a:gd name="T4" fmla="*/ 2147483646 w 64"/>
              <a:gd name="T5" fmla="*/ 2147483646 h 112"/>
              <a:gd name="T6" fmla="*/ 0 w 64"/>
              <a:gd name="T7" fmla="*/ 2147483646 h 112"/>
              <a:gd name="T8" fmla="*/ 0 w 64"/>
              <a:gd name="T9" fmla="*/ 2147483646 h 112"/>
              <a:gd name="T10" fmla="*/ 2147483646 w 64"/>
              <a:gd name="T11" fmla="*/ 0 h 112"/>
              <a:gd name="T12" fmla="*/ 2147483646 w 64"/>
              <a:gd name="T13" fmla="*/ 0 h 11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64"/>
              <a:gd name="T22" fmla="*/ 0 h 112"/>
              <a:gd name="T23" fmla="*/ 64 w 64"/>
              <a:gd name="T24" fmla="*/ 112 h 11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64" h="112">
                <a:moveTo>
                  <a:pt x="64" y="0"/>
                </a:moveTo>
                <a:lnTo>
                  <a:pt x="8" y="112"/>
                </a:lnTo>
                <a:lnTo>
                  <a:pt x="0" y="112"/>
                </a:lnTo>
                <a:lnTo>
                  <a:pt x="56" y="0"/>
                </a:lnTo>
                <a:lnTo>
                  <a:pt x="64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103" name="Rectangle 361">
            <a:extLst>
              <a:ext uri="{FF2B5EF4-FFF2-40B4-BE49-F238E27FC236}">
                <a16:creationId xmlns:a16="http://schemas.microsoft.com/office/drawing/2014/main" id="{F8A79D6D-C023-B41C-AE9B-8ED358DC4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9388" y="4176713"/>
            <a:ext cx="12700" cy="0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104" name="Freeform 362">
            <a:extLst>
              <a:ext uri="{FF2B5EF4-FFF2-40B4-BE49-F238E27FC236}">
                <a16:creationId xmlns:a16="http://schemas.microsoft.com/office/drawing/2014/main" id="{2E39CBDA-0FFF-AB6F-3BB6-32634DF60C01}"/>
              </a:ext>
            </a:extLst>
          </p:cNvPr>
          <p:cNvSpPr>
            <a:spLocks/>
          </p:cNvSpPr>
          <p:nvPr/>
        </p:nvSpPr>
        <p:spPr bwMode="auto">
          <a:xfrm>
            <a:off x="6529388" y="3960813"/>
            <a:ext cx="63500" cy="215900"/>
          </a:xfrm>
          <a:custGeom>
            <a:avLst/>
            <a:gdLst>
              <a:gd name="T0" fmla="*/ 2147483646 w 40"/>
              <a:gd name="T1" fmla="*/ 0 h 136"/>
              <a:gd name="T2" fmla="*/ 2147483646 w 40"/>
              <a:gd name="T3" fmla="*/ 0 h 136"/>
              <a:gd name="T4" fmla="*/ 0 w 40"/>
              <a:gd name="T5" fmla="*/ 2147483646 h 136"/>
              <a:gd name="T6" fmla="*/ 2147483646 w 40"/>
              <a:gd name="T7" fmla="*/ 2147483646 h 136"/>
              <a:gd name="T8" fmla="*/ 2147483646 w 40"/>
              <a:gd name="T9" fmla="*/ 0 h 13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0"/>
              <a:gd name="T16" fmla="*/ 0 h 136"/>
              <a:gd name="T17" fmla="*/ 40 w 40"/>
              <a:gd name="T18" fmla="*/ 136 h 1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0" h="136">
                <a:moveTo>
                  <a:pt x="40" y="0"/>
                </a:moveTo>
                <a:lnTo>
                  <a:pt x="32" y="0"/>
                </a:lnTo>
                <a:lnTo>
                  <a:pt x="0" y="136"/>
                </a:lnTo>
                <a:lnTo>
                  <a:pt x="8" y="136"/>
                </a:lnTo>
                <a:lnTo>
                  <a:pt x="4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105" name="Freeform 363">
            <a:extLst>
              <a:ext uri="{FF2B5EF4-FFF2-40B4-BE49-F238E27FC236}">
                <a16:creationId xmlns:a16="http://schemas.microsoft.com/office/drawing/2014/main" id="{2CCE26BB-CDA8-035C-5E0D-69654CEBFB98}"/>
              </a:ext>
            </a:extLst>
          </p:cNvPr>
          <p:cNvSpPr>
            <a:spLocks/>
          </p:cNvSpPr>
          <p:nvPr/>
        </p:nvSpPr>
        <p:spPr bwMode="auto">
          <a:xfrm>
            <a:off x="3911600" y="3706813"/>
            <a:ext cx="114300" cy="114300"/>
          </a:xfrm>
          <a:custGeom>
            <a:avLst/>
            <a:gdLst>
              <a:gd name="T0" fmla="*/ 2147483646 w 72"/>
              <a:gd name="T1" fmla="*/ 2147483646 h 72"/>
              <a:gd name="T2" fmla="*/ 2147483646 w 72"/>
              <a:gd name="T3" fmla="*/ 2147483646 h 72"/>
              <a:gd name="T4" fmla="*/ 2147483646 w 72"/>
              <a:gd name="T5" fmla="*/ 2147483646 h 72"/>
              <a:gd name="T6" fmla="*/ 2147483646 w 72"/>
              <a:gd name="T7" fmla="*/ 2147483646 h 72"/>
              <a:gd name="T8" fmla="*/ 2147483646 w 72"/>
              <a:gd name="T9" fmla="*/ 2147483646 h 72"/>
              <a:gd name="T10" fmla="*/ 2147483646 w 72"/>
              <a:gd name="T11" fmla="*/ 2147483646 h 72"/>
              <a:gd name="T12" fmla="*/ 2147483646 w 72"/>
              <a:gd name="T13" fmla="*/ 2147483646 h 72"/>
              <a:gd name="T14" fmla="*/ 2147483646 w 72"/>
              <a:gd name="T15" fmla="*/ 2147483646 h 72"/>
              <a:gd name="T16" fmla="*/ 2147483646 w 72"/>
              <a:gd name="T17" fmla="*/ 2147483646 h 72"/>
              <a:gd name="T18" fmla="*/ 2147483646 w 72"/>
              <a:gd name="T19" fmla="*/ 2147483646 h 72"/>
              <a:gd name="T20" fmla="*/ 2147483646 w 72"/>
              <a:gd name="T21" fmla="*/ 2147483646 h 72"/>
              <a:gd name="T22" fmla="*/ 2147483646 w 72"/>
              <a:gd name="T23" fmla="*/ 2147483646 h 72"/>
              <a:gd name="T24" fmla="*/ 2147483646 w 72"/>
              <a:gd name="T25" fmla="*/ 2147483646 h 72"/>
              <a:gd name="T26" fmla="*/ 2147483646 w 72"/>
              <a:gd name="T27" fmla="*/ 2147483646 h 72"/>
              <a:gd name="T28" fmla="*/ 2147483646 w 72"/>
              <a:gd name="T29" fmla="*/ 2147483646 h 72"/>
              <a:gd name="T30" fmla="*/ 2147483646 w 72"/>
              <a:gd name="T31" fmla="*/ 2147483646 h 72"/>
              <a:gd name="T32" fmla="*/ 2147483646 w 72"/>
              <a:gd name="T33" fmla="*/ 2147483646 h 72"/>
              <a:gd name="T34" fmla="*/ 2147483646 w 72"/>
              <a:gd name="T35" fmla="*/ 2147483646 h 72"/>
              <a:gd name="T36" fmla="*/ 2147483646 w 72"/>
              <a:gd name="T37" fmla="*/ 2147483646 h 72"/>
              <a:gd name="T38" fmla="*/ 2147483646 w 72"/>
              <a:gd name="T39" fmla="*/ 2147483646 h 72"/>
              <a:gd name="T40" fmla="*/ 2147483646 w 72"/>
              <a:gd name="T41" fmla="*/ 2147483646 h 72"/>
              <a:gd name="T42" fmla="*/ 2147483646 w 72"/>
              <a:gd name="T43" fmla="*/ 2147483646 h 72"/>
              <a:gd name="T44" fmla="*/ 2147483646 w 72"/>
              <a:gd name="T45" fmla="*/ 2147483646 h 72"/>
              <a:gd name="T46" fmla="*/ 2147483646 w 72"/>
              <a:gd name="T47" fmla="*/ 2147483646 h 72"/>
              <a:gd name="T48" fmla="*/ 2147483646 w 72"/>
              <a:gd name="T49" fmla="*/ 2147483646 h 72"/>
              <a:gd name="T50" fmla="*/ 2147483646 w 72"/>
              <a:gd name="T51" fmla="*/ 2147483646 h 72"/>
              <a:gd name="T52" fmla="*/ 2147483646 w 72"/>
              <a:gd name="T53" fmla="*/ 2147483646 h 72"/>
              <a:gd name="T54" fmla="*/ 2147483646 w 72"/>
              <a:gd name="T55" fmla="*/ 2147483646 h 72"/>
              <a:gd name="T56" fmla="*/ 2147483646 w 72"/>
              <a:gd name="T57" fmla="*/ 2147483646 h 72"/>
              <a:gd name="T58" fmla="*/ 2147483646 w 72"/>
              <a:gd name="T59" fmla="*/ 2147483646 h 72"/>
              <a:gd name="T60" fmla="*/ 2147483646 w 72"/>
              <a:gd name="T61" fmla="*/ 2147483646 h 72"/>
              <a:gd name="T62" fmla="*/ 2147483646 w 72"/>
              <a:gd name="T63" fmla="*/ 2147483646 h 72"/>
              <a:gd name="T64" fmla="*/ 2147483646 w 72"/>
              <a:gd name="T65" fmla="*/ 2147483646 h 72"/>
              <a:gd name="T66" fmla="*/ 2147483646 w 72"/>
              <a:gd name="T67" fmla="*/ 2147483646 h 72"/>
              <a:gd name="T68" fmla="*/ 2147483646 w 72"/>
              <a:gd name="T69" fmla="*/ 2147483646 h 72"/>
              <a:gd name="T70" fmla="*/ 0 w 72"/>
              <a:gd name="T71" fmla="*/ 2147483646 h 72"/>
              <a:gd name="T72" fmla="*/ 0 w 72"/>
              <a:gd name="T73" fmla="*/ 2147483646 h 72"/>
              <a:gd name="T74" fmla="*/ 0 w 72"/>
              <a:gd name="T75" fmla="*/ 2147483646 h 72"/>
              <a:gd name="T76" fmla="*/ 2147483646 w 72"/>
              <a:gd name="T77" fmla="*/ 2147483646 h 72"/>
              <a:gd name="T78" fmla="*/ 2147483646 w 72"/>
              <a:gd name="T79" fmla="*/ 2147483646 h 72"/>
              <a:gd name="T80" fmla="*/ 2147483646 w 72"/>
              <a:gd name="T81" fmla="*/ 2147483646 h 72"/>
              <a:gd name="T82" fmla="*/ 2147483646 w 72"/>
              <a:gd name="T83" fmla="*/ 0 h 72"/>
              <a:gd name="T84" fmla="*/ 2147483646 w 72"/>
              <a:gd name="T85" fmla="*/ 0 h 72"/>
              <a:gd name="T86" fmla="*/ 2147483646 w 72"/>
              <a:gd name="T87" fmla="*/ 0 h 72"/>
              <a:gd name="T88" fmla="*/ 2147483646 w 72"/>
              <a:gd name="T89" fmla="*/ 2147483646 h 72"/>
              <a:gd name="T90" fmla="*/ 2147483646 w 72"/>
              <a:gd name="T91" fmla="*/ 2147483646 h 72"/>
              <a:gd name="T92" fmla="*/ 2147483646 w 72"/>
              <a:gd name="T93" fmla="*/ 2147483646 h 72"/>
              <a:gd name="T94" fmla="*/ 2147483646 w 72"/>
              <a:gd name="T95" fmla="*/ 2147483646 h 72"/>
              <a:gd name="T96" fmla="*/ 2147483646 w 72"/>
              <a:gd name="T97" fmla="*/ 2147483646 h 7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72"/>
              <a:gd name="T148" fmla="*/ 0 h 72"/>
              <a:gd name="T149" fmla="*/ 72 w 72"/>
              <a:gd name="T150" fmla="*/ 72 h 7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72" h="72">
                <a:moveTo>
                  <a:pt x="64" y="40"/>
                </a:moveTo>
                <a:lnTo>
                  <a:pt x="48" y="16"/>
                </a:lnTo>
                <a:lnTo>
                  <a:pt x="32" y="8"/>
                </a:lnTo>
                <a:lnTo>
                  <a:pt x="8" y="16"/>
                </a:lnTo>
                <a:lnTo>
                  <a:pt x="16" y="8"/>
                </a:lnTo>
                <a:lnTo>
                  <a:pt x="8" y="32"/>
                </a:lnTo>
                <a:lnTo>
                  <a:pt x="16" y="56"/>
                </a:lnTo>
                <a:lnTo>
                  <a:pt x="8" y="56"/>
                </a:lnTo>
                <a:lnTo>
                  <a:pt x="32" y="64"/>
                </a:lnTo>
                <a:lnTo>
                  <a:pt x="48" y="56"/>
                </a:lnTo>
                <a:lnTo>
                  <a:pt x="64" y="32"/>
                </a:lnTo>
                <a:lnTo>
                  <a:pt x="72" y="40"/>
                </a:lnTo>
                <a:lnTo>
                  <a:pt x="56" y="64"/>
                </a:lnTo>
                <a:lnTo>
                  <a:pt x="48" y="64"/>
                </a:lnTo>
                <a:lnTo>
                  <a:pt x="32" y="72"/>
                </a:lnTo>
                <a:lnTo>
                  <a:pt x="8" y="64"/>
                </a:lnTo>
                <a:lnTo>
                  <a:pt x="8" y="56"/>
                </a:lnTo>
                <a:lnTo>
                  <a:pt x="0" y="32"/>
                </a:lnTo>
                <a:lnTo>
                  <a:pt x="8" y="8"/>
                </a:lnTo>
                <a:lnTo>
                  <a:pt x="32" y="0"/>
                </a:lnTo>
                <a:lnTo>
                  <a:pt x="48" y="8"/>
                </a:lnTo>
                <a:lnTo>
                  <a:pt x="56" y="8"/>
                </a:lnTo>
                <a:lnTo>
                  <a:pt x="72" y="32"/>
                </a:lnTo>
                <a:lnTo>
                  <a:pt x="64" y="4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106" name="Freeform 364">
            <a:extLst>
              <a:ext uri="{FF2B5EF4-FFF2-40B4-BE49-F238E27FC236}">
                <a16:creationId xmlns:a16="http://schemas.microsoft.com/office/drawing/2014/main" id="{C53D9F82-1713-D92B-0A93-6B83EDB7EE8C}"/>
              </a:ext>
            </a:extLst>
          </p:cNvPr>
          <p:cNvSpPr>
            <a:spLocks/>
          </p:cNvSpPr>
          <p:nvPr/>
        </p:nvSpPr>
        <p:spPr bwMode="auto">
          <a:xfrm>
            <a:off x="4013200" y="37576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107" name="Rectangle 9">
            <a:extLst>
              <a:ext uri="{FF2B5EF4-FFF2-40B4-BE49-F238E27FC236}">
                <a16:creationId xmlns:a16="http://schemas.microsoft.com/office/drawing/2014/main" id="{86647BF5-77AC-CB95-900E-E36A9E0515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1" y="5435600"/>
            <a:ext cx="76463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         ·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108" name="Rectangle 10">
            <a:extLst>
              <a:ext uri="{FF2B5EF4-FFF2-40B4-BE49-F238E27FC236}">
                <a16:creationId xmlns:a16="http://schemas.microsoft.com/office/drawing/2014/main" id="{6126F2B0-4888-CD22-2137-0DC3C7410D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1" y="5461000"/>
            <a:ext cx="572272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 When an electron breaks loose and becomes a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109" name="Rectangle 11">
            <a:extLst>
              <a:ext uri="{FF2B5EF4-FFF2-40B4-BE49-F238E27FC236}">
                <a16:creationId xmlns:a16="http://schemas.microsoft.com/office/drawing/2014/main" id="{066E8174-8DD8-8B20-2BA5-8512B867E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1411" y="5440948"/>
            <a:ext cx="13721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 b="1" i="1" dirty="0">
                <a:solidFill>
                  <a:srgbClr val="000000"/>
                </a:solidFill>
                <a:latin typeface="PT Sans" panose="020B0503020203020204" pitchFamily="34" charset="0"/>
              </a:rPr>
              <a:t>conduction </a:t>
            </a:r>
            <a:endParaRPr lang="en-US" altLang="en-US" sz="2400" dirty="0">
              <a:latin typeface="PT Sans" panose="020B0503020203020204" pitchFamily="34" charset="0"/>
            </a:endParaRPr>
          </a:p>
        </p:txBody>
      </p:sp>
      <p:sp>
        <p:nvSpPr>
          <p:cNvPr id="33110" name="Rectangle 12">
            <a:extLst>
              <a:ext uri="{FF2B5EF4-FFF2-40B4-BE49-F238E27FC236}">
                <a16:creationId xmlns:a16="http://schemas.microsoft.com/office/drawing/2014/main" id="{36700F0E-CCC5-4453-C0BA-5D9E23A626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8200" y="5764213"/>
            <a:ext cx="107721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600">
                <a:solidFill>
                  <a:srgbClr val="000000"/>
                </a:solidFill>
                <a:latin typeface="PT Sans" panose="020B0503020203020204" pitchFamily="34" charset="0"/>
              </a:rPr>
              <a:t>           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111" name="Rectangle 13">
            <a:extLst>
              <a:ext uri="{FF2B5EF4-FFF2-40B4-BE49-F238E27FC236}">
                <a16:creationId xmlns:a16="http://schemas.microsoft.com/office/drawing/2014/main" id="{22C6D0B5-2336-6559-8C11-4172D5B3DE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6400" y="5802313"/>
            <a:ext cx="93936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 b="1" i="1">
                <a:solidFill>
                  <a:srgbClr val="000000"/>
                </a:solidFill>
                <a:latin typeface="PT Sans" panose="020B0503020203020204" pitchFamily="34" charset="0"/>
              </a:rPr>
              <a:t>electron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112" name="Rectangle 14">
            <a:extLst>
              <a:ext uri="{FF2B5EF4-FFF2-40B4-BE49-F238E27FC236}">
                <a16:creationId xmlns:a16="http://schemas.microsoft.com/office/drawing/2014/main" id="{48DD781F-CD4A-0A66-DA3F-96B472AF83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1" y="5802313"/>
            <a:ext cx="35426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, a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113" name="Rectangle 15">
            <a:extLst>
              <a:ext uri="{FF2B5EF4-FFF2-40B4-BE49-F238E27FC236}">
                <a16:creationId xmlns:a16="http://schemas.microsoft.com/office/drawing/2014/main" id="{80B611CB-42E4-2375-D612-F9AA329491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6400" y="5802313"/>
            <a:ext cx="50174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 b="1" i="1" dirty="0">
                <a:solidFill>
                  <a:srgbClr val="000000"/>
                </a:solidFill>
                <a:latin typeface="PT Sans" panose="020B0503020203020204" pitchFamily="34" charset="0"/>
              </a:rPr>
              <a:t>hole</a:t>
            </a:r>
            <a:endParaRPr lang="en-US" altLang="en-US" sz="2400" dirty="0">
              <a:latin typeface="PT Sans" panose="020B0503020203020204" pitchFamily="34" charset="0"/>
            </a:endParaRPr>
          </a:p>
        </p:txBody>
      </p:sp>
      <p:sp>
        <p:nvSpPr>
          <p:cNvPr id="33114" name="Rectangle 16">
            <a:extLst>
              <a:ext uri="{FF2B5EF4-FFF2-40B4-BE49-F238E27FC236}">
                <a16:creationId xmlns:a16="http://schemas.microsoft.com/office/drawing/2014/main" id="{DF511FAD-EE0E-D462-26A1-8B80CDE4A1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1701" y="5802313"/>
            <a:ext cx="186749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 is also created.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80A1315-A69D-EDBD-C775-A39184906233}"/>
              </a:ext>
            </a:extLst>
          </p:cNvPr>
          <p:cNvGrpSpPr/>
          <p:nvPr/>
        </p:nvGrpSpPr>
        <p:grpSpPr>
          <a:xfrm>
            <a:off x="4181598" y="981552"/>
            <a:ext cx="1824480" cy="1741680"/>
            <a:chOff x="4181598" y="981552"/>
            <a:chExt cx="1824480" cy="174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8E4950A-0A0E-4634-24C4-FEFF29088648}"/>
                    </a:ext>
                  </a:extLst>
                </p14:cNvPr>
                <p14:cNvContentPartPr/>
                <p14:nvPr/>
              </p14:nvContentPartPr>
              <p14:xfrm>
                <a:off x="4190598" y="981552"/>
                <a:ext cx="393480" cy="4417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8E4950A-0A0E-4634-24C4-FEFF2908864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172598" y="963912"/>
                  <a:ext cx="429120" cy="47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9F5D53B-38A1-BA58-747D-438C6EC07D64}"/>
                    </a:ext>
                  </a:extLst>
                </p14:cNvPr>
                <p14:cNvContentPartPr/>
                <p14:nvPr/>
              </p14:nvContentPartPr>
              <p14:xfrm>
                <a:off x="4935078" y="999192"/>
                <a:ext cx="382680" cy="3682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9F5D53B-38A1-BA58-747D-438C6EC07D6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917078" y="981192"/>
                  <a:ext cx="41832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BEA983E-9C10-084C-F8D9-B29389E1F22F}"/>
                    </a:ext>
                  </a:extLst>
                </p14:cNvPr>
                <p14:cNvContentPartPr/>
                <p14:nvPr/>
              </p14:nvContentPartPr>
              <p14:xfrm>
                <a:off x="4188078" y="1657992"/>
                <a:ext cx="432720" cy="450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BEA983E-9C10-084C-F8D9-B29389E1F22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170438" y="1640352"/>
                  <a:ext cx="468360" cy="48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A90AF50-F987-38EA-4911-FC573BC19B99}"/>
                    </a:ext>
                  </a:extLst>
                </p14:cNvPr>
                <p14:cNvContentPartPr/>
                <p14:nvPr/>
              </p14:nvContentPartPr>
              <p14:xfrm>
                <a:off x="4869558" y="1657992"/>
                <a:ext cx="438480" cy="402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A90AF50-F987-38EA-4911-FC573BC19B9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851558" y="1640352"/>
                  <a:ext cx="474120" cy="43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B102A21-1ADF-998B-655C-3DF339A6FBB6}"/>
                    </a:ext>
                  </a:extLst>
                </p14:cNvPr>
                <p14:cNvContentPartPr/>
                <p14:nvPr/>
              </p14:nvContentPartPr>
              <p14:xfrm>
                <a:off x="5485878" y="1028352"/>
                <a:ext cx="442080" cy="4255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B102A21-1ADF-998B-655C-3DF339A6FBB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467878" y="1010352"/>
                  <a:ext cx="47772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C03D4ED-F79F-C462-4A33-530B986E58C5}"/>
                    </a:ext>
                  </a:extLst>
                </p14:cNvPr>
                <p14:cNvContentPartPr/>
                <p14:nvPr/>
              </p14:nvContentPartPr>
              <p14:xfrm>
                <a:off x="5553198" y="1665912"/>
                <a:ext cx="452880" cy="3913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C03D4ED-F79F-C462-4A33-530B986E58C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35198" y="1647912"/>
                  <a:ext cx="488520" cy="42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BC9FF2B-D231-3A36-8B80-8726D4E0DEC1}"/>
                    </a:ext>
                  </a:extLst>
                </p14:cNvPr>
                <p14:cNvContentPartPr/>
                <p14:nvPr/>
              </p14:nvContentPartPr>
              <p14:xfrm>
                <a:off x="4181598" y="2272512"/>
                <a:ext cx="418320" cy="4507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BC9FF2B-D231-3A36-8B80-8726D4E0DEC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163958" y="2254872"/>
                  <a:ext cx="453960" cy="48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13F2557-75A8-27C7-B0B4-A8D2D5E3FFDB}"/>
                    </a:ext>
                  </a:extLst>
                </p14:cNvPr>
                <p14:cNvContentPartPr/>
                <p14:nvPr/>
              </p14:nvContentPartPr>
              <p14:xfrm>
                <a:off x="4843998" y="2265672"/>
                <a:ext cx="458640" cy="426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13F2557-75A8-27C7-B0B4-A8D2D5E3FFD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25998" y="2247672"/>
                  <a:ext cx="494280" cy="46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3410735-58CB-C475-C865-0DCE5091BC62}"/>
                    </a:ext>
                  </a:extLst>
                </p14:cNvPr>
                <p14:cNvContentPartPr/>
                <p14:nvPr/>
              </p14:nvContentPartPr>
              <p14:xfrm>
                <a:off x="5472198" y="2268912"/>
                <a:ext cx="493560" cy="408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3410735-58CB-C475-C865-0DCE5091BC6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54558" y="2250912"/>
                  <a:ext cx="529200" cy="44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D2797AC-7C33-17A9-9ABB-BF2ED72CBCA7}"/>
              </a:ext>
            </a:extLst>
          </p:cNvPr>
          <p:cNvGrpSpPr/>
          <p:nvPr/>
        </p:nvGrpSpPr>
        <p:grpSpPr>
          <a:xfrm>
            <a:off x="3980718" y="3826992"/>
            <a:ext cx="811800" cy="147960"/>
            <a:chOff x="3980718" y="3826992"/>
            <a:chExt cx="811800" cy="14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57048D0-2EB5-1EAC-425C-BD8375B2701E}"/>
                    </a:ext>
                  </a:extLst>
                </p14:cNvPr>
                <p14:cNvContentPartPr/>
                <p14:nvPr/>
              </p14:nvContentPartPr>
              <p14:xfrm>
                <a:off x="3991158" y="3829152"/>
                <a:ext cx="1440" cy="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57048D0-2EB5-1EAC-425C-BD8375B2701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973158" y="3811152"/>
                  <a:ext cx="370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347D1D7-DBD8-7CAD-5926-F12FE07EC007}"/>
                    </a:ext>
                  </a:extLst>
                </p14:cNvPr>
                <p14:cNvContentPartPr/>
                <p14:nvPr/>
              </p14:nvContentPartPr>
              <p14:xfrm>
                <a:off x="3980718" y="3826992"/>
                <a:ext cx="811800" cy="147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347D1D7-DBD8-7CAD-5926-F12FE07EC00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962718" y="3808992"/>
                  <a:ext cx="847440" cy="18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31FCBB3-A73E-539A-C6BB-176468137346}"/>
              </a:ext>
            </a:extLst>
          </p:cNvPr>
          <p:cNvGrpSpPr/>
          <p:nvPr/>
        </p:nvGrpSpPr>
        <p:grpSpPr>
          <a:xfrm>
            <a:off x="5042358" y="3342792"/>
            <a:ext cx="954360" cy="595440"/>
            <a:chOff x="5042358" y="3342792"/>
            <a:chExt cx="954360" cy="59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7325799-0414-E07A-15C9-47B92550E09A}"/>
                    </a:ext>
                  </a:extLst>
                </p14:cNvPr>
                <p14:cNvContentPartPr/>
                <p14:nvPr/>
              </p14:nvContentPartPr>
              <p14:xfrm>
                <a:off x="5042358" y="3695952"/>
                <a:ext cx="141840" cy="242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7325799-0414-E07A-15C9-47B92550E09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024358" y="3677952"/>
                  <a:ext cx="17748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A3FB499-7658-F080-0BCC-A9A1D99C1955}"/>
                    </a:ext>
                  </a:extLst>
                </p14:cNvPr>
                <p14:cNvContentPartPr/>
                <p14:nvPr/>
              </p14:nvContentPartPr>
              <p14:xfrm>
                <a:off x="5178438" y="3680472"/>
                <a:ext cx="72000" cy="1800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A3FB499-7658-F080-0BCC-A9A1D99C195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160798" y="3662832"/>
                  <a:ext cx="1076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DE14296-216D-8D6D-CCAD-542C6D53CE35}"/>
                    </a:ext>
                  </a:extLst>
                </p14:cNvPr>
                <p14:cNvContentPartPr/>
                <p14:nvPr/>
              </p14:nvContentPartPr>
              <p14:xfrm>
                <a:off x="5287158" y="3691632"/>
                <a:ext cx="97200" cy="122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DE14296-216D-8D6D-CCAD-542C6D53CE3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269518" y="3673632"/>
                  <a:ext cx="1328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D549619-7161-83D6-1572-BA301480A458}"/>
                    </a:ext>
                  </a:extLst>
                </p14:cNvPr>
                <p14:cNvContentPartPr/>
                <p14:nvPr/>
              </p14:nvContentPartPr>
              <p14:xfrm>
                <a:off x="5444118" y="3613872"/>
                <a:ext cx="79560" cy="119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D549619-7161-83D6-1572-BA301480A45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26118" y="3596232"/>
                  <a:ext cx="1152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FD68427-AF63-E290-6108-609CA4C21CF4}"/>
                    </a:ext>
                  </a:extLst>
                </p14:cNvPr>
                <p14:cNvContentPartPr/>
                <p14:nvPr/>
              </p14:nvContentPartPr>
              <p14:xfrm>
                <a:off x="5499198" y="3500112"/>
                <a:ext cx="100800" cy="1778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FD68427-AF63-E290-6108-609CA4C21CF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481558" y="3482472"/>
                  <a:ext cx="13644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A088E3E-8ECB-36F4-262A-D5BB06579754}"/>
                    </a:ext>
                  </a:extLst>
                </p14:cNvPr>
                <p14:cNvContentPartPr/>
                <p14:nvPr/>
              </p14:nvContentPartPr>
              <p14:xfrm>
                <a:off x="5546718" y="3559152"/>
                <a:ext cx="52560" cy="52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A088E3E-8ECB-36F4-262A-D5BB0657975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528718" y="3541152"/>
                  <a:ext cx="882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3D38027-17FA-DEC7-A7BE-6F5CECE70D4B}"/>
                    </a:ext>
                  </a:extLst>
                </p14:cNvPr>
                <p14:cNvContentPartPr/>
                <p14:nvPr/>
              </p14:nvContentPartPr>
              <p14:xfrm>
                <a:off x="5652198" y="3519192"/>
                <a:ext cx="45000" cy="53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3D38027-17FA-DEC7-A7BE-6F5CECE70D4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634558" y="3501192"/>
                  <a:ext cx="806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9A5D073-2A83-A899-6FFB-340C9BEBECA1}"/>
                    </a:ext>
                  </a:extLst>
                </p14:cNvPr>
                <p14:cNvContentPartPr/>
                <p14:nvPr/>
              </p14:nvContentPartPr>
              <p14:xfrm>
                <a:off x="5757678" y="3456552"/>
                <a:ext cx="71640" cy="727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9A5D073-2A83-A899-6FFB-340C9BEBECA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739678" y="3438912"/>
                  <a:ext cx="1072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BEF1301-C24C-3877-99B2-F0A1AF7469CB}"/>
                    </a:ext>
                  </a:extLst>
                </p14:cNvPr>
                <p14:cNvContentPartPr/>
                <p14:nvPr/>
              </p14:nvContentPartPr>
              <p14:xfrm>
                <a:off x="5845158" y="3342792"/>
                <a:ext cx="151560" cy="127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BEF1301-C24C-3877-99B2-F0A1AF7469C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827158" y="3325152"/>
                  <a:ext cx="187200" cy="16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E82090E-3809-3DD3-E263-7C6FCC31F942}"/>
              </a:ext>
            </a:extLst>
          </p:cNvPr>
          <p:cNvGrpSpPr/>
          <p:nvPr/>
        </p:nvGrpSpPr>
        <p:grpSpPr>
          <a:xfrm>
            <a:off x="6608718" y="4149552"/>
            <a:ext cx="592200" cy="300600"/>
            <a:chOff x="6608718" y="4149552"/>
            <a:chExt cx="592200" cy="30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B230271-815B-645C-9C61-ACE643B5F2BF}"/>
                    </a:ext>
                  </a:extLst>
                </p14:cNvPr>
                <p14:cNvContentPartPr/>
                <p14:nvPr/>
              </p14:nvContentPartPr>
              <p14:xfrm>
                <a:off x="6608718" y="4335672"/>
                <a:ext cx="228600" cy="114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B230271-815B-645C-9C61-ACE643B5F2B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591078" y="4318032"/>
                  <a:ext cx="2642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AF97BD2-4816-E171-68CC-5640468C7850}"/>
                    </a:ext>
                  </a:extLst>
                </p14:cNvPr>
                <p14:cNvContentPartPr/>
                <p14:nvPr/>
              </p14:nvContentPartPr>
              <p14:xfrm>
                <a:off x="6879078" y="4274472"/>
                <a:ext cx="57240" cy="60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AF97BD2-4816-E171-68CC-5640468C785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861078" y="4256832"/>
                  <a:ext cx="928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42CFDF0-9CFB-ACB8-EC9A-8488E381BBBB}"/>
                    </a:ext>
                  </a:extLst>
                </p14:cNvPr>
                <p14:cNvContentPartPr/>
                <p14:nvPr/>
              </p14:nvContentPartPr>
              <p14:xfrm>
                <a:off x="6914718" y="4154592"/>
                <a:ext cx="119520" cy="123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42CFDF0-9CFB-ACB8-EC9A-8488E381BBB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896718" y="4136592"/>
                  <a:ext cx="1551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BAECE49-5356-81D9-FF66-EF5A63EB0EA3}"/>
                    </a:ext>
                  </a:extLst>
                </p14:cNvPr>
                <p14:cNvContentPartPr/>
                <p14:nvPr/>
              </p14:nvContentPartPr>
              <p14:xfrm>
                <a:off x="7079238" y="4149552"/>
                <a:ext cx="121680" cy="100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BAECE49-5356-81D9-FF66-EF5A63EB0EA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061598" y="4131552"/>
                  <a:ext cx="157320" cy="1364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05D6842D-E556-7CB7-AD27-1504E73752C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11112"/>
            <a:ext cx="7772400" cy="609600"/>
          </a:xfrm>
        </p:spPr>
        <p:txBody>
          <a:bodyPr/>
          <a:lstStyle/>
          <a:p>
            <a:r>
              <a:rPr lang="en-US" altLang="en-US" dirty="0"/>
              <a:t>Dopants in Silicon</a:t>
            </a:r>
          </a:p>
        </p:txBody>
      </p:sp>
      <p:grpSp>
        <p:nvGrpSpPr>
          <p:cNvPr id="33795" name="Group 256">
            <a:extLst>
              <a:ext uri="{FF2B5EF4-FFF2-40B4-BE49-F238E27FC236}">
                <a16:creationId xmlns:a16="http://schemas.microsoft.com/office/drawing/2014/main" id="{83A709E7-8FC1-5A5B-B695-9F6FAEE9E510}"/>
              </a:ext>
            </a:extLst>
          </p:cNvPr>
          <p:cNvGrpSpPr>
            <a:grpSpLocks/>
          </p:cNvGrpSpPr>
          <p:nvPr/>
        </p:nvGrpSpPr>
        <p:grpSpPr bwMode="auto">
          <a:xfrm>
            <a:off x="3670300" y="1371600"/>
            <a:ext cx="4533900" cy="2416176"/>
            <a:chOff x="1352" y="864"/>
            <a:chExt cx="2856" cy="1522"/>
          </a:xfrm>
        </p:grpSpPr>
        <p:sp>
          <p:nvSpPr>
            <p:cNvPr id="33948" name="Rectangle 56">
              <a:extLst>
                <a:ext uri="{FF2B5EF4-FFF2-40B4-BE49-F238E27FC236}">
                  <a16:creationId xmlns:a16="http://schemas.microsoft.com/office/drawing/2014/main" id="{A8471452-3542-C17D-379A-07EE10A844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49" y="2220"/>
              <a:ext cx="116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100">
                  <a:solidFill>
                    <a:srgbClr val="000000"/>
                  </a:solidFill>
                  <a:latin typeface="PT Sans" panose="020B0503020203020204" pitchFamily="34" charset="0"/>
                </a:rPr>
                <a:t>     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49" name="Rectangle 57">
              <a:extLst>
                <a:ext uri="{FF2B5EF4-FFF2-40B4-BE49-F238E27FC236}">
                  <a16:creationId xmlns:a16="http://schemas.microsoft.com/office/drawing/2014/main" id="{0648A737-A7DE-4ABB-EE54-F53326EFC2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6" y="2212"/>
              <a:ext cx="0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0" name="Rectangle 58">
              <a:extLst>
                <a:ext uri="{FF2B5EF4-FFF2-40B4-BE49-F238E27FC236}">
                  <a16:creationId xmlns:a16="http://schemas.microsoft.com/office/drawing/2014/main" id="{9459D9EE-39CB-24EC-21AD-727588ABB0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9" y="2220"/>
              <a:ext cx="1463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100">
                  <a:solidFill>
                    <a:srgbClr val="000000"/>
                  </a:solidFill>
                  <a:latin typeface="PT Sans" panose="020B0503020203020204" pitchFamily="34" charset="0"/>
                </a:rPr>
                <a:t>                                                               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1" name="Rectangle 59">
              <a:extLst>
                <a:ext uri="{FF2B5EF4-FFF2-40B4-BE49-F238E27FC236}">
                  <a16:creationId xmlns:a16="http://schemas.microsoft.com/office/drawing/2014/main" id="{EB760A08-CAA3-9582-1B5C-856B83CF5E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4" y="2212"/>
              <a:ext cx="0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2" name="Rectangle 60">
              <a:extLst>
                <a:ext uri="{FF2B5EF4-FFF2-40B4-BE49-F238E27FC236}">
                  <a16:creationId xmlns:a16="http://schemas.microsoft.com/office/drawing/2014/main" id="{BFD69DF1-AA70-A6B5-01F7-4EE4241773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8" y="996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3" name="Rectangle 61">
              <a:extLst>
                <a:ext uri="{FF2B5EF4-FFF2-40B4-BE49-F238E27FC236}">
                  <a16:creationId xmlns:a16="http://schemas.microsoft.com/office/drawing/2014/main" id="{F77968D1-27B3-3F1E-29AC-49C8642896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79" y="996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4" name="Rectangle 62">
              <a:extLst>
                <a:ext uri="{FF2B5EF4-FFF2-40B4-BE49-F238E27FC236}">
                  <a16:creationId xmlns:a16="http://schemas.microsoft.com/office/drawing/2014/main" id="{77878D32-F24E-B608-4FFA-B6548A1CAC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8" y="996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5" name="Rectangle 63">
              <a:extLst>
                <a:ext uri="{FF2B5EF4-FFF2-40B4-BE49-F238E27FC236}">
                  <a16:creationId xmlns:a16="http://schemas.microsoft.com/office/drawing/2014/main" id="{12A4A211-2E7E-1C74-092D-7E6AD667BA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8" y="1415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6" name="Rectangle 64">
              <a:extLst>
                <a:ext uri="{FF2B5EF4-FFF2-40B4-BE49-F238E27FC236}">
                  <a16:creationId xmlns:a16="http://schemas.microsoft.com/office/drawing/2014/main" id="{C66911C2-FE53-E937-D2B7-7952ACDDAC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8" y="1415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7" name="Rectangle 65">
              <a:extLst>
                <a:ext uri="{FF2B5EF4-FFF2-40B4-BE49-F238E27FC236}">
                  <a16:creationId xmlns:a16="http://schemas.microsoft.com/office/drawing/2014/main" id="{648EA316-AAE3-047C-82AF-EC19FE63FF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8" y="1834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8" name="Rectangle 66">
              <a:extLst>
                <a:ext uri="{FF2B5EF4-FFF2-40B4-BE49-F238E27FC236}">
                  <a16:creationId xmlns:a16="http://schemas.microsoft.com/office/drawing/2014/main" id="{7471EA18-DE86-ED7E-5BD7-77675FF7FE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79" y="1834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9" name="Rectangle 67">
              <a:extLst>
                <a:ext uri="{FF2B5EF4-FFF2-40B4-BE49-F238E27FC236}">
                  <a16:creationId xmlns:a16="http://schemas.microsoft.com/office/drawing/2014/main" id="{640F126B-70BA-AFC6-E1FF-B225898B91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8" y="1834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60" name="Freeform 68">
              <a:extLst>
                <a:ext uri="{FF2B5EF4-FFF2-40B4-BE49-F238E27FC236}">
                  <a16:creationId xmlns:a16="http://schemas.microsoft.com/office/drawing/2014/main" id="{35425545-60DB-6F8E-0C02-249AF93483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" y="864"/>
              <a:ext cx="31" cy="33"/>
            </a:xfrm>
            <a:custGeom>
              <a:avLst/>
              <a:gdLst>
                <a:gd name="T0" fmla="*/ 31 w 31"/>
                <a:gd name="T1" fmla="*/ 16 h 33"/>
                <a:gd name="T2" fmla="*/ 31 w 31"/>
                <a:gd name="T3" fmla="*/ 8 h 33"/>
                <a:gd name="T4" fmla="*/ 16 w 31"/>
                <a:gd name="T5" fmla="*/ 0 h 33"/>
                <a:gd name="T6" fmla="*/ 8 w 31"/>
                <a:gd name="T7" fmla="*/ 8 h 33"/>
                <a:gd name="T8" fmla="*/ 0 w 31"/>
                <a:gd name="T9" fmla="*/ 16 h 33"/>
                <a:gd name="T10" fmla="*/ 8 w 31"/>
                <a:gd name="T11" fmla="*/ 25 h 33"/>
                <a:gd name="T12" fmla="*/ 16 w 31"/>
                <a:gd name="T13" fmla="*/ 33 h 33"/>
                <a:gd name="T14" fmla="*/ 31 w 31"/>
                <a:gd name="T15" fmla="*/ 25 h 33"/>
                <a:gd name="T16" fmla="*/ 31 w 31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6"/>
                  </a:moveTo>
                  <a:lnTo>
                    <a:pt x="31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25"/>
                  </a:lnTo>
                  <a:lnTo>
                    <a:pt x="16" y="33"/>
                  </a:lnTo>
                  <a:lnTo>
                    <a:pt x="31" y="25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61" name="Freeform 69">
              <a:extLst>
                <a:ext uri="{FF2B5EF4-FFF2-40B4-BE49-F238E27FC236}">
                  <a16:creationId xmlns:a16="http://schemas.microsoft.com/office/drawing/2014/main" id="{9BF443E6-FF74-FE8C-8A2B-A489E8932256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" y="864"/>
              <a:ext cx="39" cy="41"/>
            </a:xfrm>
            <a:custGeom>
              <a:avLst/>
              <a:gdLst>
                <a:gd name="T0" fmla="*/ 31 w 39"/>
                <a:gd name="T1" fmla="*/ 16 h 41"/>
                <a:gd name="T2" fmla="*/ 31 w 39"/>
                <a:gd name="T3" fmla="*/ 8 h 41"/>
                <a:gd name="T4" fmla="*/ 31 w 39"/>
                <a:gd name="T5" fmla="*/ 16 h 41"/>
                <a:gd name="T6" fmla="*/ 31 w 39"/>
                <a:gd name="T7" fmla="*/ 16 h 41"/>
                <a:gd name="T8" fmla="*/ 16 w 39"/>
                <a:gd name="T9" fmla="*/ 8 h 41"/>
                <a:gd name="T10" fmla="*/ 24 w 39"/>
                <a:gd name="T11" fmla="*/ 8 h 41"/>
                <a:gd name="T12" fmla="*/ 24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5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25 h 41"/>
                <a:gd name="T28" fmla="*/ 16 w 39"/>
                <a:gd name="T29" fmla="*/ 25 h 41"/>
                <a:gd name="T30" fmla="*/ 16 w 39"/>
                <a:gd name="T31" fmla="*/ 25 h 41"/>
                <a:gd name="T32" fmla="*/ 24 w 39"/>
                <a:gd name="T33" fmla="*/ 33 h 41"/>
                <a:gd name="T34" fmla="*/ 16 w 39"/>
                <a:gd name="T35" fmla="*/ 33 h 41"/>
                <a:gd name="T36" fmla="*/ 16 w 39"/>
                <a:gd name="T37" fmla="*/ 33 h 41"/>
                <a:gd name="T38" fmla="*/ 31 w 39"/>
                <a:gd name="T39" fmla="*/ 25 h 41"/>
                <a:gd name="T40" fmla="*/ 31 w 39"/>
                <a:gd name="T41" fmla="*/ 25 h 41"/>
                <a:gd name="T42" fmla="*/ 31 w 39"/>
                <a:gd name="T43" fmla="*/ 25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16 h 41"/>
                <a:gd name="T50" fmla="*/ 39 w 39"/>
                <a:gd name="T51" fmla="*/ 16 h 41"/>
                <a:gd name="T52" fmla="*/ 39 w 39"/>
                <a:gd name="T53" fmla="*/ 25 h 41"/>
                <a:gd name="T54" fmla="*/ 39 w 39"/>
                <a:gd name="T55" fmla="*/ 25 h 41"/>
                <a:gd name="T56" fmla="*/ 31 w 39"/>
                <a:gd name="T57" fmla="*/ 33 h 41"/>
                <a:gd name="T58" fmla="*/ 16 w 39"/>
                <a:gd name="T59" fmla="*/ 41 h 41"/>
                <a:gd name="T60" fmla="*/ 16 w 39"/>
                <a:gd name="T61" fmla="*/ 41 h 41"/>
                <a:gd name="T62" fmla="*/ 16 w 39"/>
                <a:gd name="T63" fmla="*/ 41 h 41"/>
                <a:gd name="T64" fmla="*/ 8 w 39"/>
                <a:gd name="T65" fmla="*/ 33 h 41"/>
                <a:gd name="T66" fmla="*/ 8 w 39"/>
                <a:gd name="T67" fmla="*/ 33 h 41"/>
                <a:gd name="T68" fmla="*/ 8 w 39"/>
                <a:gd name="T69" fmla="*/ 33 h 41"/>
                <a:gd name="T70" fmla="*/ 0 w 39"/>
                <a:gd name="T71" fmla="*/ 25 h 41"/>
                <a:gd name="T72" fmla="*/ 0 w 39"/>
                <a:gd name="T73" fmla="*/ 25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16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9 w 39"/>
                <a:gd name="T93" fmla="*/ 8 h 41"/>
                <a:gd name="T94" fmla="*/ 39 w 39"/>
                <a:gd name="T95" fmla="*/ 16 h 41"/>
                <a:gd name="T96" fmla="*/ 31 w 39"/>
                <a:gd name="T97" fmla="*/ 16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16"/>
                  </a:moveTo>
                  <a:lnTo>
                    <a:pt x="31" y="8"/>
                  </a:lnTo>
                  <a:lnTo>
                    <a:pt x="31" y="16"/>
                  </a:lnTo>
                  <a:lnTo>
                    <a:pt x="16" y="8"/>
                  </a:lnTo>
                  <a:lnTo>
                    <a:pt x="24" y="8"/>
                  </a:lnTo>
                  <a:lnTo>
                    <a:pt x="16" y="16"/>
                  </a:lnTo>
                  <a:lnTo>
                    <a:pt x="8" y="25"/>
                  </a:lnTo>
                  <a:lnTo>
                    <a:pt x="8" y="16"/>
                  </a:lnTo>
                  <a:lnTo>
                    <a:pt x="16" y="25"/>
                  </a:lnTo>
                  <a:lnTo>
                    <a:pt x="24" y="33"/>
                  </a:lnTo>
                  <a:lnTo>
                    <a:pt x="16" y="33"/>
                  </a:lnTo>
                  <a:lnTo>
                    <a:pt x="31" y="25"/>
                  </a:lnTo>
                  <a:lnTo>
                    <a:pt x="31" y="16"/>
                  </a:lnTo>
                  <a:lnTo>
                    <a:pt x="39" y="16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16" y="41"/>
                  </a:lnTo>
                  <a:lnTo>
                    <a:pt x="8" y="33"/>
                  </a:lnTo>
                  <a:lnTo>
                    <a:pt x="0" y="25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31" y="8"/>
                  </a:lnTo>
                  <a:lnTo>
                    <a:pt x="39" y="8"/>
                  </a:lnTo>
                  <a:lnTo>
                    <a:pt x="39" y="16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62" name="Freeform 70">
              <a:extLst>
                <a:ext uri="{FF2B5EF4-FFF2-40B4-BE49-F238E27FC236}">
                  <a16:creationId xmlns:a16="http://schemas.microsoft.com/office/drawing/2014/main" id="{AA6B833C-5528-7F63-6757-8D59EDE7999E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1" y="880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63" name="Freeform 71">
              <a:extLst>
                <a:ext uri="{FF2B5EF4-FFF2-40B4-BE49-F238E27FC236}">
                  <a16:creationId xmlns:a16="http://schemas.microsoft.com/office/drawing/2014/main" id="{41BEA21C-0967-E21D-7EFB-3638C52CAFF8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3" y="864"/>
              <a:ext cx="31" cy="33"/>
            </a:xfrm>
            <a:custGeom>
              <a:avLst/>
              <a:gdLst>
                <a:gd name="T0" fmla="*/ 31 w 31"/>
                <a:gd name="T1" fmla="*/ 16 h 33"/>
                <a:gd name="T2" fmla="*/ 23 w 31"/>
                <a:gd name="T3" fmla="*/ 8 h 33"/>
                <a:gd name="T4" fmla="*/ 16 w 31"/>
                <a:gd name="T5" fmla="*/ 0 h 33"/>
                <a:gd name="T6" fmla="*/ 8 w 31"/>
                <a:gd name="T7" fmla="*/ 8 h 33"/>
                <a:gd name="T8" fmla="*/ 0 w 31"/>
                <a:gd name="T9" fmla="*/ 16 h 33"/>
                <a:gd name="T10" fmla="*/ 8 w 31"/>
                <a:gd name="T11" fmla="*/ 25 h 33"/>
                <a:gd name="T12" fmla="*/ 16 w 31"/>
                <a:gd name="T13" fmla="*/ 33 h 33"/>
                <a:gd name="T14" fmla="*/ 23 w 31"/>
                <a:gd name="T15" fmla="*/ 25 h 33"/>
                <a:gd name="T16" fmla="*/ 31 w 31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6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25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64" name="Freeform 72">
              <a:extLst>
                <a:ext uri="{FF2B5EF4-FFF2-40B4-BE49-F238E27FC236}">
                  <a16:creationId xmlns:a16="http://schemas.microsoft.com/office/drawing/2014/main" id="{F910049E-1E56-7AD9-2C6B-F9B908946907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3" y="864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5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25 h 41"/>
                <a:gd name="T28" fmla="*/ 16 w 39"/>
                <a:gd name="T29" fmla="*/ 25 h 41"/>
                <a:gd name="T30" fmla="*/ 16 w 39"/>
                <a:gd name="T31" fmla="*/ 25 h 41"/>
                <a:gd name="T32" fmla="*/ 23 w 39"/>
                <a:gd name="T33" fmla="*/ 33 h 41"/>
                <a:gd name="T34" fmla="*/ 16 w 39"/>
                <a:gd name="T35" fmla="*/ 33 h 41"/>
                <a:gd name="T36" fmla="*/ 16 w 39"/>
                <a:gd name="T37" fmla="*/ 33 h 41"/>
                <a:gd name="T38" fmla="*/ 23 w 39"/>
                <a:gd name="T39" fmla="*/ 25 h 41"/>
                <a:gd name="T40" fmla="*/ 23 w 39"/>
                <a:gd name="T41" fmla="*/ 25 h 41"/>
                <a:gd name="T42" fmla="*/ 23 w 39"/>
                <a:gd name="T43" fmla="*/ 25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25 h 41"/>
                <a:gd name="T50" fmla="*/ 39 w 39"/>
                <a:gd name="T51" fmla="*/ 25 h 41"/>
                <a:gd name="T52" fmla="*/ 31 w 39"/>
                <a:gd name="T53" fmla="*/ 33 h 41"/>
                <a:gd name="T54" fmla="*/ 31 w 39"/>
                <a:gd name="T55" fmla="*/ 33 h 41"/>
                <a:gd name="T56" fmla="*/ 31 w 39"/>
                <a:gd name="T57" fmla="*/ 33 h 41"/>
                <a:gd name="T58" fmla="*/ 23 w 39"/>
                <a:gd name="T59" fmla="*/ 41 h 41"/>
                <a:gd name="T60" fmla="*/ 23 w 39"/>
                <a:gd name="T61" fmla="*/ 41 h 41"/>
                <a:gd name="T62" fmla="*/ 16 w 39"/>
                <a:gd name="T63" fmla="*/ 41 h 41"/>
                <a:gd name="T64" fmla="*/ 8 w 39"/>
                <a:gd name="T65" fmla="*/ 33 h 41"/>
                <a:gd name="T66" fmla="*/ 8 w 39"/>
                <a:gd name="T67" fmla="*/ 33 h 41"/>
                <a:gd name="T68" fmla="*/ 8 w 39"/>
                <a:gd name="T69" fmla="*/ 33 h 41"/>
                <a:gd name="T70" fmla="*/ 0 w 39"/>
                <a:gd name="T71" fmla="*/ 25 h 41"/>
                <a:gd name="T72" fmla="*/ 0 w 39"/>
                <a:gd name="T73" fmla="*/ 25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6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6"/>
                  </a:lnTo>
                  <a:lnTo>
                    <a:pt x="8" y="25"/>
                  </a:lnTo>
                  <a:lnTo>
                    <a:pt x="8" y="16"/>
                  </a:lnTo>
                  <a:lnTo>
                    <a:pt x="16" y="25"/>
                  </a:lnTo>
                  <a:lnTo>
                    <a:pt x="23" y="33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6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33"/>
                  </a:lnTo>
                  <a:lnTo>
                    <a:pt x="0" y="25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65" name="Freeform 73">
              <a:extLst>
                <a:ext uri="{FF2B5EF4-FFF2-40B4-BE49-F238E27FC236}">
                  <a16:creationId xmlns:a16="http://schemas.microsoft.com/office/drawing/2014/main" id="{E64A8213-ABC8-8E98-6EA0-AD968F1014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514" y="880"/>
              <a:ext cx="8" cy="9"/>
            </a:xfrm>
            <a:custGeom>
              <a:avLst/>
              <a:gdLst>
                <a:gd name="T0" fmla="*/ 0 w 8"/>
                <a:gd name="T1" fmla="*/ 0 h 9"/>
                <a:gd name="T2" fmla="*/ 0 w 8"/>
                <a:gd name="T3" fmla="*/ 0 h 9"/>
                <a:gd name="T4" fmla="*/ 0 w 8"/>
                <a:gd name="T5" fmla="*/ 9 h 9"/>
                <a:gd name="T6" fmla="*/ 8 w 8"/>
                <a:gd name="T7" fmla="*/ 0 h 9"/>
                <a:gd name="T8" fmla="*/ 8 w 8"/>
                <a:gd name="T9" fmla="*/ 9 h 9"/>
                <a:gd name="T10" fmla="*/ 8 w 8"/>
                <a:gd name="T11" fmla="*/ 9 h 9"/>
                <a:gd name="T12" fmla="*/ 0 w 8"/>
                <a:gd name="T13" fmla="*/ 0 h 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9"/>
                <a:gd name="T23" fmla="*/ 8 w 8"/>
                <a:gd name="T24" fmla="*/ 9 h 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9">
                  <a:moveTo>
                    <a:pt x="0" y="0"/>
                  </a:moveTo>
                  <a:lnTo>
                    <a:pt x="0" y="0"/>
                  </a:lnTo>
                  <a:lnTo>
                    <a:pt x="0" y="9"/>
                  </a:lnTo>
                  <a:lnTo>
                    <a:pt x="8" y="0"/>
                  </a:lnTo>
                  <a:lnTo>
                    <a:pt x="8" y="9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66" name="Freeform 74">
              <a:extLst>
                <a:ext uri="{FF2B5EF4-FFF2-40B4-BE49-F238E27FC236}">
                  <a16:creationId xmlns:a16="http://schemas.microsoft.com/office/drawing/2014/main" id="{CD5B7223-A4B3-2C8C-AFEA-ED1CF13759E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028"/>
              <a:ext cx="23" cy="33"/>
            </a:xfrm>
            <a:custGeom>
              <a:avLst/>
              <a:gdLst>
                <a:gd name="T0" fmla="*/ 23 w 23"/>
                <a:gd name="T1" fmla="*/ 17 h 33"/>
                <a:gd name="T2" fmla="*/ 23 w 23"/>
                <a:gd name="T3" fmla="*/ 9 h 33"/>
                <a:gd name="T4" fmla="*/ 7 w 23"/>
                <a:gd name="T5" fmla="*/ 0 h 33"/>
                <a:gd name="T6" fmla="*/ 0 w 23"/>
                <a:gd name="T7" fmla="*/ 9 h 33"/>
                <a:gd name="T8" fmla="*/ 0 w 23"/>
                <a:gd name="T9" fmla="*/ 17 h 33"/>
                <a:gd name="T10" fmla="*/ 0 w 23"/>
                <a:gd name="T11" fmla="*/ 33 h 33"/>
                <a:gd name="T12" fmla="*/ 7 w 23"/>
                <a:gd name="T13" fmla="*/ 33 h 33"/>
                <a:gd name="T14" fmla="*/ 23 w 23"/>
                <a:gd name="T15" fmla="*/ 33 h 33"/>
                <a:gd name="T16" fmla="*/ 23 w 23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3"/>
                <a:gd name="T29" fmla="*/ 23 w 23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3">
                  <a:moveTo>
                    <a:pt x="23" y="17"/>
                  </a:moveTo>
                  <a:lnTo>
                    <a:pt x="23" y="9"/>
                  </a:lnTo>
                  <a:lnTo>
                    <a:pt x="7" y="0"/>
                  </a:lnTo>
                  <a:lnTo>
                    <a:pt x="0" y="9"/>
                  </a:lnTo>
                  <a:lnTo>
                    <a:pt x="0" y="17"/>
                  </a:lnTo>
                  <a:lnTo>
                    <a:pt x="0" y="33"/>
                  </a:lnTo>
                  <a:lnTo>
                    <a:pt x="7" y="33"/>
                  </a:lnTo>
                  <a:lnTo>
                    <a:pt x="23" y="33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67" name="Freeform 75">
              <a:extLst>
                <a:ext uri="{FF2B5EF4-FFF2-40B4-BE49-F238E27FC236}">
                  <a16:creationId xmlns:a16="http://schemas.microsoft.com/office/drawing/2014/main" id="{E8505454-55D7-2812-962D-EB4D7DB01C5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028"/>
              <a:ext cx="31" cy="42"/>
            </a:xfrm>
            <a:custGeom>
              <a:avLst/>
              <a:gdLst>
                <a:gd name="T0" fmla="*/ 23 w 31"/>
                <a:gd name="T1" fmla="*/ 17 h 42"/>
                <a:gd name="T2" fmla="*/ 23 w 31"/>
                <a:gd name="T3" fmla="*/ 9 h 42"/>
                <a:gd name="T4" fmla="*/ 23 w 31"/>
                <a:gd name="T5" fmla="*/ 17 h 42"/>
                <a:gd name="T6" fmla="*/ 23 w 31"/>
                <a:gd name="T7" fmla="*/ 17 h 42"/>
                <a:gd name="T8" fmla="*/ 7 w 31"/>
                <a:gd name="T9" fmla="*/ 9 h 42"/>
                <a:gd name="T10" fmla="*/ 15 w 31"/>
                <a:gd name="T11" fmla="*/ 9 h 42"/>
                <a:gd name="T12" fmla="*/ 15 w 31"/>
                <a:gd name="T13" fmla="*/ 9 h 42"/>
                <a:gd name="T14" fmla="*/ 7 w 31"/>
                <a:gd name="T15" fmla="*/ 17 h 42"/>
                <a:gd name="T16" fmla="*/ 7 w 31"/>
                <a:gd name="T17" fmla="*/ 9 h 42"/>
                <a:gd name="T18" fmla="*/ 7 w 31"/>
                <a:gd name="T19" fmla="*/ 9 h 42"/>
                <a:gd name="T20" fmla="*/ 7 w 31"/>
                <a:gd name="T21" fmla="*/ 17 h 42"/>
                <a:gd name="T22" fmla="*/ 7 w 31"/>
                <a:gd name="T23" fmla="*/ 17 h 42"/>
                <a:gd name="T24" fmla="*/ 7 w 31"/>
                <a:gd name="T25" fmla="*/ 17 h 42"/>
                <a:gd name="T26" fmla="*/ 7 w 31"/>
                <a:gd name="T27" fmla="*/ 33 h 42"/>
                <a:gd name="T28" fmla="*/ 0 w 31"/>
                <a:gd name="T29" fmla="*/ 33 h 42"/>
                <a:gd name="T30" fmla="*/ 0 w 31"/>
                <a:gd name="T31" fmla="*/ 33 h 42"/>
                <a:gd name="T32" fmla="*/ 7 w 31"/>
                <a:gd name="T33" fmla="*/ 33 h 42"/>
                <a:gd name="T34" fmla="*/ 7 w 31"/>
                <a:gd name="T35" fmla="*/ 33 h 42"/>
                <a:gd name="T36" fmla="*/ 7 w 31"/>
                <a:gd name="T37" fmla="*/ 33 h 42"/>
                <a:gd name="T38" fmla="*/ 23 w 31"/>
                <a:gd name="T39" fmla="*/ 33 h 42"/>
                <a:gd name="T40" fmla="*/ 23 w 31"/>
                <a:gd name="T41" fmla="*/ 33 h 42"/>
                <a:gd name="T42" fmla="*/ 23 w 31"/>
                <a:gd name="T43" fmla="*/ 33 h 42"/>
                <a:gd name="T44" fmla="*/ 23 w 31"/>
                <a:gd name="T45" fmla="*/ 17 h 42"/>
                <a:gd name="T46" fmla="*/ 23 w 31"/>
                <a:gd name="T47" fmla="*/ 17 h 42"/>
                <a:gd name="T48" fmla="*/ 31 w 31"/>
                <a:gd name="T49" fmla="*/ 17 h 42"/>
                <a:gd name="T50" fmla="*/ 31 w 31"/>
                <a:gd name="T51" fmla="*/ 17 h 42"/>
                <a:gd name="T52" fmla="*/ 31 w 31"/>
                <a:gd name="T53" fmla="*/ 33 h 42"/>
                <a:gd name="T54" fmla="*/ 31 w 31"/>
                <a:gd name="T55" fmla="*/ 33 h 42"/>
                <a:gd name="T56" fmla="*/ 23 w 31"/>
                <a:gd name="T57" fmla="*/ 42 h 42"/>
                <a:gd name="T58" fmla="*/ 7 w 31"/>
                <a:gd name="T59" fmla="*/ 42 h 42"/>
                <a:gd name="T60" fmla="*/ 7 w 31"/>
                <a:gd name="T61" fmla="*/ 42 h 42"/>
                <a:gd name="T62" fmla="*/ 7 w 31"/>
                <a:gd name="T63" fmla="*/ 42 h 42"/>
                <a:gd name="T64" fmla="*/ 0 w 31"/>
                <a:gd name="T65" fmla="*/ 42 h 42"/>
                <a:gd name="T66" fmla="*/ 0 w 31"/>
                <a:gd name="T67" fmla="*/ 42 h 42"/>
                <a:gd name="T68" fmla="*/ 0 w 31"/>
                <a:gd name="T69" fmla="*/ 33 h 42"/>
                <a:gd name="T70" fmla="*/ 0 w 31"/>
                <a:gd name="T71" fmla="*/ 17 h 42"/>
                <a:gd name="T72" fmla="*/ 0 w 31"/>
                <a:gd name="T73" fmla="*/ 17 h 42"/>
                <a:gd name="T74" fmla="*/ 0 w 31"/>
                <a:gd name="T75" fmla="*/ 17 h 42"/>
                <a:gd name="T76" fmla="*/ 0 w 31"/>
                <a:gd name="T77" fmla="*/ 9 h 42"/>
                <a:gd name="T78" fmla="*/ 0 w 31"/>
                <a:gd name="T79" fmla="*/ 9 h 42"/>
                <a:gd name="T80" fmla="*/ 0 w 31"/>
                <a:gd name="T81" fmla="*/ 9 h 42"/>
                <a:gd name="T82" fmla="*/ 7 w 31"/>
                <a:gd name="T83" fmla="*/ 0 h 42"/>
                <a:gd name="T84" fmla="*/ 7 w 31"/>
                <a:gd name="T85" fmla="*/ 0 h 42"/>
                <a:gd name="T86" fmla="*/ 7 w 31"/>
                <a:gd name="T87" fmla="*/ 0 h 42"/>
                <a:gd name="T88" fmla="*/ 23 w 31"/>
                <a:gd name="T89" fmla="*/ 9 h 42"/>
                <a:gd name="T90" fmla="*/ 23 w 31"/>
                <a:gd name="T91" fmla="*/ 9 h 42"/>
                <a:gd name="T92" fmla="*/ 31 w 31"/>
                <a:gd name="T93" fmla="*/ 9 h 42"/>
                <a:gd name="T94" fmla="*/ 31 w 31"/>
                <a:gd name="T95" fmla="*/ 17 h 42"/>
                <a:gd name="T96" fmla="*/ 23 w 31"/>
                <a:gd name="T97" fmla="*/ 17 h 42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2"/>
                <a:gd name="T149" fmla="*/ 31 w 31"/>
                <a:gd name="T150" fmla="*/ 42 h 42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2">
                  <a:moveTo>
                    <a:pt x="23" y="17"/>
                  </a:moveTo>
                  <a:lnTo>
                    <a:pt x="23" y="9"/>
                  </a:lnTo>
                  <a:lnTo>
                    <a:pt x="23" y="17"/>
                  </a:lnTo>
                  <a:lnTo>
                    <a:pt x="7" y="9"/>
                  </a:lnTo>
                  <a:lnTo>
                    <a:pt x="15" y="9"/>
                  </a:lnTo>
                  <a:lnTo>
                    <a:pt x="7" y="17"/>
                  </a:lnTo>
                  <a:lnTo>
                    <a:pt x="7" y="9"/>
                  </a:lnTo>
                  <a:lnTo>
                    <a:pt x="7" y="17"/>
                  </a:lnTo>
                  <a:lnTo>
                    <a:pt x="7" y="33"/>
                  </a:lnTo>
                  <a:lnTo>
                    <a:pt x="0" y="33"/>
                  </a:lnTo>
                  <a:lnTo>
                    <a:pt x="7" y="33"/>
                  </a:lnTo>
                  <a:lnTo>
                    <a:pt x="23" y="33"/>
                  </a:lnTo>
                  <a:lnTo>
                    <a:pt x="23" y="17"/>
                  </a:lnTo>
                  <a:lnTo>
                    <a:pt x="31" y="17"/>
                  </a:lnTo>
                  <a:lnTo>
                    <a:pt x="31" y="33"/>
                  </a:lnTo>
                  <a:lnTo>
                    <a:pt x="23" y="42"/>
                  </a:lnTo>
                  <a:lnTo>
                    <a:pt x="7" y="42"/>
                  </a:lnTo>
                  <a:lnTo>
                    <a:pt x="0" y="42"/>
                  </a:lnTo>
                  <a:lnTo>
                    <a:pt x="0" y="33"/>
                  </a:lnTo>
                  <a:lnTo>
                    <a:pt x="0" y="17"/>
                  </a:lnTo>
                  <a:lnTo>
                    <a:pt x="0" y="9"/>
                  </a:lnTo>
                  <a:lnTo>
                    <a:pt x="7" y="0"/>
                  </a:lnTo>
                  <a:lnTo>
                    <a:pt x="23" y="9"/>
                  </a:lnTo>
                  <a:lnTo>
                    <a:pt x="31" y="9"/>
                  </a:lnTo>
                  <a:lnTo>
                    <a:pt x="31" y="17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68" name="Freeform 76">
              <a:extLst>
                <a:ext uri="{FF2B5EF4-FFF2-40B4-BE49-F238E27FC236}">
                  <a16:creationId xmlns:a16="http://schemas.microsoft.com/office/drawing/2014/main" id="{B8126E9C-57C8-8FDC-5E2C-55858C06520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5" y="1045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69" name="Freeform 77">
              <a:extLst>
                <a:ext uri="{FF2B5EF4-FFF2-40B4-BE49-F238E27FC236}">
                  <a16:creationId xmlns:a16="http://schemas.microsoft.com/office/drawing/2014/main" id="{1DC40449-901C-2088-EA2F-FBD9E9B1B26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127"/>
              <a:ext cx="23" cy="25"/>
            </a:xfrm>
            <a:custGeom>
              <a:avLst/>
              <a:gdLst>
                <a:gd name="T0" fmla="*/ 23 w 23"/>
                <a:gd name="T1" fmla="*/ 8 h 25"/>
                <a:gd name="T2" fmla="*/ 23 w 23"/>
                <a:gd name="T3" fmla="*/ 0 h 25"/>
                <a:gd name="T4" fmla="*/ 7 w 23"/>
                <a:gd name="T5" fmla="*/ 0 h 25"/>
                <a:gd name="T6" fmla="*/ 0 w 23"/>
                <a:gd name="T7" fmla="*/ 0 h 25"/>
                <a:gd name="T8" fmla="*/ 0 w 23"/>
                <a:gd name="T9" fmla="*/ 8 h 25"/>
                <a:gd name="T10" fmla="*/ 0 w 23"/>
                <a:gd name="T11" fmla="*/ 25 h 25"/>
                <a:gd name="T12" fmla="*/ 7 w 23"/>
                <a:gd name="T13" fmla="*/ 25 h 25"/>
                <a:gd name="T14" fmla="*/ 23 w 23"/>
                <a:gd name="T15" fmla="*/ 25 h 25"/>
                <a:gd name="T16" fmla="*/ 23 w 23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25"/>
                <a:gd name="T29" fmla="*/ 23 w 23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25">
                  <a:moveTo>
                    <a:pt x="23" y="8"/>
                  </a:moveTo>
                  <a:lnTo>
                    <a:pt x="23" y="0"/>
                  </a:lnTo>
                  <a:lnTo>
                    <a:pt x="7" y="0"/>
                  </a:lnTo>
                  <a:lnTo>
                    <a:pt x="0" y="0"/>
                  </a:lnTo>
                  <a:lnTo>
                    <a:pt x="0" y="8"/>
                  </a:lnTo>
                  <a:lnTo>
                    <a:pt x="0" y="25"/>
                  </a:lnTo>
                  <a:lnTo>
                    <a:pt x="7" y="25"/>
                  </a:lnTo>
                  <a:lnTo>
                    <a:pt x="23" y="25"/>
                  </a:lnTo>
                  <a:lnTo>
                    <a:pt x="23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0" name="Freeform 78">
              <a:extLst>
                <a:ext uri="{FF2B5EF4-FFF2-40B4-BE49-F238E27FC236}">
                  <a16:creationId xmlns:a16="http://schemas.microsoft.com/office/drawing/2014/main" id="{0496D4D8-1E0F-BB19-F75E-2D251A6633E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127"/>
              <a:ext cx="31" cy="33"/>
            </a:xfrm>
            <a:custGeom>
              <a:avLst/>
              <a:gdLst>
                <a:gd name="T0" fmla="*/ 23 w 31"/>
                <a:gd name="T1" fmla="*/ 8 h 33"/>
                <a:gd name="T2" fmla="*/ 23 w 31"/>
                <a:gd name="T3" fmla="*/ 0 h 33"/>
                <a:gd name="T4" fmla="*/ 23 w 31"/>
                <a:gd name="T5" fmla="*/ 8 h 33"/>
                <a:gd name="T6" fmla="*/ 23 w 31"/>
                <a:gd name="T7" fmla="*/ 8 h 33"/>
                <a:gd name="T8" fmla="*/ 7 w 31"/>
                <a:gd name="T9" fmla="*/ 8 h 33"/>
                <a:gd name="T10" fmla="*/ 7 w 31"/>
                <a:gd name="T11" fmla="*/ 8 h 33"/>
                <a:gd name="T12" fmla="*/ 7 w 31"/>
                <a:gd name="T13" fmla="*/ 8 h 33"/>
                <a:gd name="T14" fmla="*/ 0 w 31"/>
                <a:gd name="T15" fmla="*/ 8 h 33"/>
                <a:gd name="T16" fmla="*/ 7 w 31"/>
                <a:gd name="T17" fmla="*/ 0 h 33"/>
                <a:gd name="T18" fmla="*/ 7 w 31"/>
                <a:gd name="T19" fmla="*/ 0 h 33"/>
                <a:gd name="T20" fmla="*/ 7 w 31"/>
                <a:gd name="T21" fmla="*/ 8 h 33"/>
                <a:gd name="T22" fmla="*/ 7 w 31"/>
                <a:gd name="T23" fmla="*/ 8 h 33"/>
                <a:gd name="T24" fmla="*/ 7 w 31"/>
                <a:gd name="T25" fmla="*/ 8 h 33"/>
                <a:gd name="T26" fmla="*/ 7 w 31"/>
                <a:gd name="T27" fmla="*/ 25 h 33"/>
                <a:gd name="T28" fmla="*/ 0 w 31"/>
                <a:gd name="T29" fmla="*/ 25 h 33"/>
                <a:gd name="T30" fmla="*/ 0 w 31"/>
                <a:gd name="T31" fmla="*/ 25 h 33"/>
                <a:gd name="T32" fmla="*/ 7 w 31"/>
                <a:gd name="T33" fmla="*/ 25 h 33"/>
                <a:gd name="T34" fmla="*/ 7 w 31"/>
                <a:gd name="T35" fmla="*/ 25 h 33"/>
                <a:gd name="T36" fmla="*/ 7 w 31"/>
                <a:gd name="T37" fmla="*/ 25 h 33"/>
                <a:gd name="T38" fmla="*/ 23 w 31"/>
                <a:gd name="T39" fmla="*/ 25 h 33"/>
                <a:gd name="T40" fmla="*/ 23 w 31"/>
                <a:gd name="T41" fmla="*/ 25 h 33"/>
                <a:gd name="T42" fmla="*/ 23 w 31"/>
                <a:gd name="T43" fmla="*/ 25 h 33"/>
                <a:gd name="T44" fmla="*/ 23 w 31"/>
                <a:gd name="T45" fmla="*/ 8 h 33"/>
                <a:gd name="T46" fmla="*/ 23 w 31"/>
                <a:gd name="T47" fmla="*/ 8 h 33"/>
                <a:gd name="T48" fmla="*/ 31 w 31"/>
                <a:gd name="T49" fmla="*/ 8 h 33"/>
                <a:gd name="T50" fmla="*/ 31 w 31"/>
                <a:gd name="T51" fmla="*/ 8 h 33"/>
                <a:gd name="T52" fmla="*/ 31 w 31"/>
                <a:gd name="T53" fmla="*/ 25 h 33"/>
                <a:gd name="T54" fmla="*/ 31 w 31"/>
                <a:gd name="T55" fmla="*/ 25 h 33"/>
                <a:gd name="T56" fmla="*/ 23 w 31"/>
                <a:gd name="T57" fmla="*/ 33 h 33"/>
                <a:gd name="T58" fmla="*/ 7 w 31"/>
                <a:gd name="T59" fmla="*/ 33 h 33"/>
                <a:gd name="T60" fmla="*/ 7 w 31"/>
                <a:gd name="T61" fmla="*/ 33 h 33"/>
                <a:gd name="T62" fmla="*/ 7 w 31"/>
                <a:gd name="T63" fmla="*/ 33 h 33"/>
                <a:gd name="T64" fmla="*/ 0 w 31"/>
                <a:gd name="T65" fmla="*/ 33 h 33"/>
                <a:gd name="T66" fmla="*/ 0 w 31"/>
                <a:gd name="T67" fmla="*/ 33 h 33"/>
                <a:gd name="T68" fmla="*/ 0 w 31"/>
                <a:gd name="T69" fmla="*/ 25 h 33"/>
                <a:gd name="T70" fmla="*/ 0 w 31"/>
                <a:gd name="T71" fmla="*/ 8 h 33"/>
                <a:gd name="T72" fmla="*/ 0 w 31"/>
                <a:gd name="T73" fmla="*/ 8 h 33"/>
                <a:gd name="T74" fmla="*/ 0 w 31"/>
                <a:gd name="T75" fmla="*/ 8 h 33"/>
                <a:gd name="T76" fmla="*/ 0 w 31"/>
                <a:gd name="T77" fmla="*/ 0 h 33"/>
                <a:gd name="T78" fmla="*/ 0 w 31"/>
                <a:gd name="T79" fmla="*/ 0 h 33"/>
                <a:gd name="T80" fmla="*/ 0 w 31"/>
                <a:gd name="T81" fmla="*/ 0 h 33"/>
                <a:gd name="T82" fmla="*/ 7 w 31"/>
                <a:gd name="T83" fmla="*/ 0 h 33"/>
                <a:gd name="T84" fmla="*/ 7 w 31"/>
                <a:gd name="T85" fmla="*/ 0 h 33"/>
                <a:gd name="T86" fmla="*/ 7 w 31"/>
                <a:gd name="T87" fmla="*/ 0 h 33"/>
                <a:gd name="T88" fmla="*/ 23 w 31"/>
                <a:gd name="T89" fmla="*/ 0 h 33"/>
                <a:gd name="T90" fmla="*/ 23 w 31"/>
                <a:gd name="T91" fmla="*/ 0 h 33"/>
                <a:gd name="T92" fmla="*/ 31 w 31"/>
                <a:gd name="T93" fmla="*/ 0 h 33"/>
                <a:gd name="T94" fmla="*/ 31 w 31"/>
                <a:gd name="T95" fmla="*/ 8 h 33"/>
                <a:gd name="T96" fmla="*/ 23 w 31"/>
                <a:gd name="T97" fmla="*/ 8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33"/>
                <a:gd name="T149" fmla="*/ 31 w 31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33">
                  <a:moveTo>
                    <a:pt x="23" y="8"/>
                  </a:moveTo>
                  <a:lnTo>
                    <a:pt x="23" y="0"/>
                  </a:lnTo>
                  <a:lnTo>
                    <a:pt x="23" y="8"/>
                  </a:lnTo>
                  <a:lnTo>
                    <a:pt x="7" y="8"/>
                  </a:lnTo>
                  <a:lnTo>
                    <a:pt x="0" y="8"/>
                  </a:lnTo>
                  <a:lnTo>
                    <a:pt x="7" y="0"/>
                  </a:lnTo>
                  <a:lnTo>
                    <a:pt x="7" y="8"/>
                  </a:lnTo>
                  <a:lnTo>
                    <a:pt x="7" y="25"/>
                  </a:lnTo>
                  <a:lnTo>
                    <a:pt x="0" y="25"/>
                  </a:lnTo>
                  <a:lnTo>
                    <a:pt x="7" y="25"/>
                  </a:lnTo>
                  <a:lnTo>
                    <a:pt x="23" y="25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7" y="33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8"/>
                  </a:lnTo>
                  <a:lnTo>
                    <a:pt x="0" y="0"/>
                  </a:lnTo>
                  <a:lnTo>
                    <a:pt x="7" y="0"/>
                  </a:lnTo>
                  <a:lnTo>
                    <a:pt x="23" y="0"/>
                  </a:lnTo>
                  <a:lnTo>
                    <a:pt x="31" y="0"/>
                  </a:lnTo>
                  <a:lnTo>
                    <a:pt x="31" y="8"/>
                  </a:lnTo>
                  <a:lnTo>
                    <a:pt x="23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1" name="Freeform 79">
              <a:extLst>
                <a:ext uri="{FF2B5EF4-FFF2-40B4-BE49-F238E27FC236}">
                  <a16:creationId xmlns:a16="http://schemas.microsoft.com/office/drawing/2014/main" id="{F733A808-6344-3294-B5B0-269A771B9E2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5" y="1135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2" name="Freeform 80">
              <a:extLst>
                <a:ext uri="{FF2B5EF4-FFF2-40B4-BE49-F238E27FC236}">
                  <a16:creationId xmlns:a16="http://schemas.microsoft.com/office/drawing/2014/main" id="{F232D8B7-1212-5E4B-808B-B6C8B558EEB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028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9 h 33"/>
                <a:gd name="T4" fmla="*/ 15 w 31"/>
                <a:gd name="T5" fmla="*/ 0 h 33"/>
                <a:gd name="T6" fmla="*/ 0 w 31"/>
                <a:gd name="T7" fmla="*/ 9 h 33"/>
                <a:gd name="T8" fmla="*/ 0 w 31"/>
                <a:gd name="T9" fmla="*/ 17 h 33"/>
                <a:gd name="T10" fmla="*/ 0 w 31"/>
                <a:gd name="T11" fmla="*/ 33 h 33"/>
                <a:gd name="T12" fmla="*/ 15 w 31"/>
                <a:gd name="T13" fmla="*/ 33 h 33"/>
                <a:gd name="T14" fmla="*/ 23 w 31"/>
                <a:gd name="T15" fmla="*/ 33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9"/>
                  </a:lnTo>
                  <a:lnTo>
                    <a:pt x="15" y="0"/>
                  </a:lnTo>
                  <a:lnTo>
                    <a:pt x="0" y="9"/>
                  </a:lnTo>
                  <a:lnTo>
                    <a:pt x="0" y="17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3" name="Freeform 81">
              <a:extLst>
                <a:ext uri="{FF2B5EF4-FFF2-40B4-BE49-F238E27FC236}">
                  <a16:creationId xmlns:a16="http://schemas.microsoft.com/office/drawing/2014/main" id="{898CBD28-4A26-EC21-1E72-D1FF640F4A6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028"/>
              <a:ext cx="39" cy="42"/>
            </a:xfrm>
            <a:custGeom>
              <a:avLst/>
              <a:gdLst>
                <a:gd name="T0" fmla="*/ 31 w 39"/>
                <a:gd name="T1" fmla="*/ 25 h 42"/>
                <a:gd name="T2" fmla="*/ 23 w 39"/>
                <a:gd name="T3" fmla="*/ 17 h 42"/>
                <a:gd name="T4" fmla="*/ 23 w 39"/>
                <a:gd name="T5" fmla="*/ 17 h 42"/>
                <a:gd name="T6" fmla="*/ 23 w 39"/>
                <a:gd name="T7" fmla="*/ 17 h 42"/>
                <a:gd name="T8" fmla="*/ 15 w 39"/>
                <a:gd name="T9" fmla="*/ 9 h 42"/>
                <a:gd name="T10" fmla="*/ 15 w 39"/>
                <a:gd name="T11" fmla="*/ 9 h 42"/>
                <a:gd name="T12" fmla="*/ 15 w 39"/>
                <a:gd name="T13" fmla="*/ 9 h 42"/>
                <a:gd name="T14" fmla="*/ 0 w 39"/>
                <a:gd name="T15" fmla="*/ 17 h 42"/>
                <a:gd name="T16" fmla="*/ 8 w 39"/>
                <a:gd name="T17" fmla="*/ 9 h 42"/>
                <a:gd name="T18" fmla="*/ 8 w 39"/>
                <a:gd name="T19" fmla="*/ 9 h 42"/>
                <a:gd name="T20" fmla="*/ 8 w 39"/>
                <a:gd name="T21" fmla="*/ 17 h 42"/>
                <a:gd name="T22" fmla="*/ 8 w 39"/>
                <a:gd name="T23" fmla="*/ 17 h 42"/>
                <a:gd name="T24" fmla="*/ 8 w 39"/>
                <a:gd name="T25" fmla="*/ 17 h 42"/>
                <a:gd name="T26" fmla="*/ 8 w 39"/>
                <a:gd name="T27" fmla="*/ 33 h 42"/>
                <a:gd name="T28" fmla="*/ 0 w 39"/>
                <a:gd name="T29" fmla="*/ 33 h 42"/>
                <a:gd name="T30" fmla="*/ 0 w 39"/>
                <a:gd name="T31" fmla="*/ 33 h 42"/>
                <a:gd name="T32" fmla="*/ 15 w 39"/>
                <a:gd name="T33" fmla="*/ 33 h 42"/>
                <a:gd name="T34" fmla="*/ 15 w 39"/>
                <a:gd name="T35" fmla="*/ 33 h 42"/>
                <a:gd name="T36" fmla="*/ 15 w 39"/>
                <a:gd name="T37" fmla="*/ 33 h 42"/>
                <a:gd name="T38" fmla="*/ 23 w 39"/>
                <a:gd name="T39" fmla="*/ 33 h 42"/>
                <a:gd name="T40" fmla="*/ 23 w 39"/>
                <a:gd name="T41" fmla="*/ 33 h 42"/>
                <a:gd name="T42" fmla="*/ 23 w 39"/>
                <a:gd name="T43" fmla="*/ 33 h 42"/>
                <a:gd name="T44" fmla="*/ 31 w 39"/>
                <a:gd name="T45" fmla="*/ 17 h 42"/>
                <a:gd name="T46" fmla="*/ 31 w 39"/>
                <a:gd name="T47" fmla="*/ 17 h 42"/>
                <a:gd name="T48" fmla="*/ 39 w 39"/>
                <a:gd name="T49" fmla="*/ 17 h 42"/>
                <a:gd name="T50" fmla="*/ 39 w 39"/>
                <a:gd name="T51" fmla="*/ 17 h 42"/>
                <a:gd name="T52" fmla="*/ 31 w 39"/>
                <a:gd name="T53" fmla="*/ 33 h 42"/>
                <a:gd name="T54" fmla="*/ 31 w 39"/>
                <a:gd name="T55" fmla="*/ 33 h 42"/>
                <a:gd name="T56" fmla="*/ 23 w 39"/>
                <a:gd name="T57" fmla="*/ 42 h 42"/>
                <a:gd name="T58" fmla="*/ 15 w 39"/>
                <a:gd name="T59" fmla="*/ 42 h 42"/>
                <a:gd name="T60" fmla="*/ 15 w 39"/>
                <a:gd name="T61" fmla="*/ 42 h 42"/>
                <a:gd name="T62" fmla="*/ 15 w 39"/>
                <a:gd name="T63" fmla="*/ 42 h 42"/>
                <a:gd name="T64" fmla="*/ 0 w 39"/>
                <a:gd name="T65" fmla="*/ 42 h 42"/>
                <a:gd name="T66" fmla="*/ 0 w 39"/>
                <a:gd name="T67" fmla="*/ 42 h 42"/>
                <a:gd name="T68" fmla="*/ 0 w 39"/>
                <a:gd name="T69" fmla="*/ 33 h 42"/>
                <a:gd name="T70" fmla="*/ 0 w 39"/>
                <a:gd name="T71" fmla="*/ 17 h 42"/>
                <a:gd name="T72" fmla="*/ 0 w 39"/>
                <a:gd name="T73" fmla="*/ 17 h 42"/>
                <a:gd name="T74" fmla="*/ 0 w 39"/>
                <a:gd name="T75" fmla="*/ 17 h 42"/>
                <a:gd name="T76" fmla="*/ 0 w 39"/>
                <a:gd name="T77" fmla="*/ 9 h 42"/>
                <a:gd name="T78" fmla="*/ 0 w 39"/>
                <a:gd name="T79" fmla="*/ 9 h 42"/>
                <a:gd name="T80" fmla="*/ 0 w 39"/>
                <a:gd name="T81" fmla="*/ 9 h 42"/>
                <a:gd name="T82" fmla="*/ 15 w 39"/>
                <a:gd name="T83" fmla="*/ 0 h 42"/>
                <a:gd name="T84" fmla="*/ 15 w 39"/>
                <a:gd name="T85" fmla="*/ 0 h 42"/>
                <a:gd name="T86" fmla="*/ 23 w 39"/>
                <a:gd name="T87" fmla="*/ 0 h 42"/>
                <a:gd name="T88" fmla="*/ 31 w 39"/>
                <a:gd name="T89" fmla="*/ 9 h 42"/>
                <a:gd name="T90" fmla="*/ 31 w 39"/>
                <a:gd name="T91" fmla="*/ 9 h 42"/>
                <a:gd name="T92" fmla="*/ 31 w 39"/>
                <a:gd name="T93" fmla="*/ 9 h 42"/>
                <a:gd name="T94" fmla="*/ 39 w 39"/>
                <a:gd name="T95" fmla="*/ 17 h 42"/>
                <a:gd name="T96" fmla="*/ 31 w 39"/>
                <a:gd name="T97" fmla="*/ 25 h 42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2"/>
                <a:gd name="T149" fmla="*/ 39 w 39"/>
                <a:gd name="T150" fmla="*/ 42 h 42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2">
                  <a:moveTo>
                    <a:pt x="31" y="25"/>
                  </a:moveTo>
                  <a:lnTo>
                    <a:pt x="23" y="17"/>
                  </a:lnTo>
                  <a:lnTo>
                    <a:pt x="15" y="9"/>
                  </a:lnTo>
                  <a:lnTo>
                    <a:pt x="0" y="17"/>
                  </a:lnTo>
                  <a:lnTo>
                    <a:pt x="8" y="9"/>
                  </a:lnTo>
                  <a:lnTo>
                    <a:pt x="8" y="17"/>
                  </a:lnTo>
                  <a:lnTo>
                    <a:pt x="8" y="33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lnTo>
                    <a:pt x="39" y="17"/>
                  </a:lnTo>
                  <a:lnTo>
                    <a:pt x="31" y="33"/>
                  </a:lnTo>
                  <a:lnTo>
                    <a:pt x="23" y="42"/>
                  </a:lnTo>
                  <a:lnTo>
                    <a:pt x="15" y="42"/>
                  </a:lnTo>
                  <a:lnTo>
                    <a:pt x="0" y="42"/>
                  </a:lnTo>
                  <a:lnTo>
                    <a:pt x="0" y="33"/>
                  </a:lnTo>
                  <a:lnTo>
                    <a:pt x="0" y="17"/>
                  </a:lnTo>
                  <a:lnTo>
                    <a:pt x="0" y="9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9"/>
                  </a:lnTo>
                  <a:lnTo>
                    <a:pt x="39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4" name="Freeform 82">
              <a:extLst>
                <a:ext uri="{FF2B5EF4-FFF2-40B4-BE49-F238E27FC236}">
                  <a16:creationId xmlns:a16="http://schemas.microsoft.com/office/drawing/2014/main" id="{E4875EFF-6CE0-4DC9-D625-04E3666DE5C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6" y="1045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5" name="Freeform 83">
              <a:extLst>
                <a:ext uri="{FF2B5EF4-FFF2-40B4-BE49-F238E27FC236}">
                  <a16:creationId xmlns:a16="http://schemas.microsoft.com/office/drawing/2014/main" id="{F3241B5B-EC22-2616-13CA-DD419C1EBD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127"/>
              <a:ext cx="31" cy="25"/>
            </a:xfrm>
            <a:custGeom>
              <a:avLst/>
              <a:gdLst>
                <a:gd name="T0" fmla="*/ 31 w 31"/>
                <a:gd name="T1" fmla="*/ 8 h 25"/>
                <a:gd name="T2" fmla="*/ 23 w 31"/>
                <a:gd name="T3" fmla="*/ 0 h 25"/>
                <a:gd name="T4" fmla="*/ 15 w 31"/>
                <a:gd name="T5" fmla="*/ 0 h 25"/>
                <a:gd name="T6" fmla="*/ 0 w 31"/>
                <a:gd name="T7" fmla="*/ 0 h 25"/>
                <a:gd name="T8" fmla="*/ 0 w 31"/>
                <a:gd name="T9" fmla="*/ 8 h 25"/>
                <a:gd name="T10" fmla="*/ 0 w 31"/>
                <a:gd name="T11" fmla="*/ 25 h 25"/>
                <a:gd name="T12" fmla="*/ 15 w 31"/>
                <a:gd name="T13" fmla="*/ 25 h 25"/>
                <a:gd name="T14" fmla="*/ 23 w 31"/>
                <a:gd name="T15" fmla="*/ 25 h 25"/>
                <a:gd name="T16" fmla="*/ 31 w 31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25"/>
                <a:gd name="T29" fmla="*/ 31 w 31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25">
                  <a:moveTo>
                    <a:pt x="31" y="8"/>
                  </a:moveTo>
                  <a:lnTo>
                    <a:pt x="23" y="0"/>
                  </a:lnTo>
                  <a:lnTo>
                    <a:pt x="15" y="0"/>
                  </a:lnTo>
                  <a:lnTo>
                    <a:pt x="0" y="0"/>
                  </a:lnTo>
                  <a:lnTo>
                    <a:pt x="0" y="8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1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6" name="Freeform 84">
              <a:extLst>
                <a:ext uri="{FF2B5EF4-FFF2-40B4-BE49-F238E27FC236}">
                  <a16:creationId xmlns:a16="http://schemas.microsoft.com/office/drawing/2014/main" id="{F50A00FF-00E0-9836-91CA-429FBF9A06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127"/>
              <a:ext cx="39" cy="33"/>
            </a:xfrm>
            <a:custGeom>
              <a:avLst/>
              <a:gdLst>
                <a:gd name="T0" fmla="*/ 31 w 39"/>
                <a:gd name="T1" fmla="*/ 17 h 33"/>
                <a:gd name="T2" fmla="*/ 23 w 39"/>
                <a:gd name="T3" fmla="*/ 8 h 33"/>
                <a:gd name="T4" fmla="*/ 23 w 39"/>
                <a:gd name="T5" fmla="*/ 8 h 33"/>
                <a:gd name="T6" fmla="*/ 23 w 39"/>
                <a:gd name="T7" fmla="*/ 8 h 33"/>
                <a:gd name="T8" fmla="*/ 15 w 39"/>
                <a:gd name="T9" fmla="*/ 8 h 33"/>
                <a:gd name="T10" fmla="*/ 15 w 39"/>
                <a:gd name="T11" fmla="*/ 8 h 33"/>
                <a:gd name="T12" fmla="*/ 15 w 39"/>
                <a:gd name="T13" fmla="*/ 8 h 33"/>
                <a:gd name="T14" fmla="*/ 0 w 39"/>
                <a:gd name="T15" fmla="*/ 8 h 33"/>
                <a:gd name="T16" fmla="*/ 8 w 39"/>
                <a:gd name="T17" fmla="*/ 0 h 33"/>
                <a:gd name="T18" fmla="*/ 8 w 39"/>
                <a:gd name="T19" fmla="*/ 0 h 33"/>
                <a:gd name="T20" fmla="*/ 8 w 39"/>
                <a:gd name="T21" fmla="*/ 8 h 33"/>
                <a:gd name="T22" fmla="*/ 8 w 39"/>
                <a:gd name="T23" fmla="*/ 8 h 33"/>
                <a:gd name="T24" fmla="*/ 8 w 39"/>
                <a:gd name="T25" fmla="*/ 8 h 33"/>
                <a:gd name="T26" fmla="*/ 8 w 39"/>
                <a:gd name="T27" fmla="*/ 25 h 33"/>
                <a:gd name="T28" fmla="*/ 0 w 39"/>
                <a:gd name="T29" fmla="*/ 25 h 33"/>
                <a:gd name="T30" fmla="*/ 0 w 39"/>
                <a:gd name="T31" fmla="*/ 25 h 33"/>
                <a:gd name="T32" fmla="*/ 15 w 39"/>
                <a:gd name="T33" fmla="*/ 25 h 33"/>
                <a:gd name="T34" fmla="*/ 15 w 39"/>
                <a:gd name="T35" fmla="*/ 25 h 33"/>
                <a:gd name="T36" fmla="*/ 15 w 39"/>
                <a:gd name="T37" fmla="*/ 25 h 33"/>
                <a:gd name="T38" fmla="*/ 23 w 39"/>
                <a:gd name="T39" fmla="*/ 25 h 33"/>
                <a:gd name="T40" fmla="*/ 23 w 39"/>
                <a:gd name="T41" fmla="*/ 25 h 33"/>
                <a:gd name="T42" fmla="*/ 23 w 39"/>
                <a:gd name="T43" fmla="*/ 25 h 33"/>
                <a:gd name="T44" fmla="*/ 31 w 39"/>
                <a:gd name="T45" fmla="*/ 8 h 33"/>
                <a:gd name="T46" fmla="*/ 31 w 39"/>
                <a:gd name="T47" fmla="*/ 8 h 33"/>
                <a:gd name="T48" fmla="*/ 39 w 39"/>
                <a:gd name="T49" fmla="*/ 8 h 33"/>
                <a:gd name="T50" fmla="*/ 39 w 39"/>
                <a:gd name="T51" fmla="*/ 8 h 33"/>
                <a:gd name="T52" fmla="*/ 31 w 39"/>
                <a:gd name="T53" fmla="*/ 25 h 33"/>
                <a:gd name="T54" fmla="*/ 31 w 39"/>
                <a:gd name="T55" fmla="*/ 25 h 33"/>
                <a:gd name="T56" fmla="*/ 23 w 39"/>
                <a:gd name="T57" fmla="*/ 33 h 33"/>
                <a:gd name="T58" fmla="*/ 15 w 39"/>
                <a:gd name="T59" fmla="*/ 33 h 33"/>
                <a:gd name="T60" fmla="*/ 15 w 39"/>
                <a:gd name="T61" fmla="*/ 33 h 33"/>
                <a:gd name="T62" fmla="*/ 15 w 39"/>
                <a:gd name="T63" fmla="*/ 33 h 33"/>
                <a:gd name="T64" fmla="*/ 0 w 39"/>
                <a:gd name="T65" fmla="*/ 33 h 33"/>
                <a:gd name="T66" fmla="*/ 0 w 39"/>
                <a:gd name="T67" fmla="*/ 33 h 33"/>
                <a:gd name="T68" fmla="*/ 0 w 39"/>
                <a:gd name="T69" fmla="*/ 25 h 33"/>
                <a:gd name="T70" fmla="*/ 0 w 39"/>
                <a:gd name="T71" fmla="*/ 8 h 33"/>
                <a:gd name="T72" fmla="*/ 0 w 39"/>
                <a:gd name="T73" fmla="*/ 8 h 33"/>
                <a:gd name="T74" fmla="*/ 0 w 39"/>
                <a:gd name="T75" fmla="*/ 8 h 33"/>
                <a:gd name="T76" fmla="*/ 0 w 39"/>
                <a:gd name="T77" fmla="*/ 0 h 33"/>
                <a:gd name="T78" fmla="*/ 0 w 39"/>
                <a:gd name="T79" fmla="*/ 0 h 33"/>
                <a:gd name="T80" fmla="*/ 0 w 39"/>
                <a:gd name="T81" fmla="*/ 0 h 33"/>
                <a:gd name="T82" fmla="*/ 15 w 39"/>
                <a:gd name="T83" fmla="*/ 0 h 33"/>
                <a:gd name="T84" fmla="*/ 15 w 39"/>
                <a:gd name="T85" fmla="*/ 0 h 33"/>
                <a:gd name="T86" fmla="*/ 15 w 39"/>
                <a:gd name="T87" fmla="*/ 0 h 33"/>
                <a:gd name="T88" fmla="*/ 23 w 39"/>
                <a:gd name="T89" fmla="*/ 0 h 33"/>
                <a:gd name="T90" fmla="*/ 23 w 39"/>
                <a:gd name="T91" fmla="*/ 0 h 33"/>
                <a:gd name="T92" fmla="*/ 31 w 39"/>
                <a:gd name="T93" fmla="*/ 0 h 33"/>
                <a:gd name="T94" fmla="*/ 39 w 39"/>
                <a:gd name="T95" fmla="*/ 8 h 33"/>
                <a:gd name="T96" fmla="*/ 31 w 39"/>
                <a:gd name="T97" fmla="*/ 17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33"/>
                <a:gd name="T149" fmla="*/ 39 w 39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33">
                  <a:moveTo>
                    <a:pt x="31" y="17"/>
                  </a:moveTo>
                  <a:lnTo>
                    <a:pt x="23" y="8"/>
                  </a:lnTo>
                  <a:lnTo>
                    <a:pt x="15" y="8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8" y="25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1" y="8"/>
                  </a:lnTo>
                  <a:lnTo>
                    <a:pt x="39" y="8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8"/>
                  </a:lnTo>
                  <a:lnTo>
                    <a:pt x="0" y="0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0"/>
                  </a:lnTo>
                  <a:lnTo>
                    <a:pt x="39" y="8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7" name="Freeform 85">
              <a:extLst>
                <a:ext uri="{FF2B5EF4-FFF2-40B4-BE49-F238E27FC236}">
                  <a16:creationId xmlns:a16="http://schemas.microsoft.com/office/drawing/2014/main" id="{167DE0B6-27CC-B536-79C2-161A0F9AA87E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6" y="1135"/>
              <a:ext cx="8" cy="9"/>
            </a:xfrm>
            <a:custGeom>
              <a:avLst/>
              <a:gdLst>
                <a:gd name="T0" fmla="*/ 0 w 8"/>
                <a:gd name="T1" fmla="*/ 0 h 9"/>
                <a:gd name="T2" fmla="*/ 0 w 8"/>
                <a:gd name="T3" fmla="*/ 0 h 9"/>
                <a:gd name="T4" fmla="*/ 0 w 8"/>
                <a:gd name="T5" fmla="*/ 9 h 9"/>
                <a:gd name="T6" fmla="*/ 8 w 8"/>
                <a:gd name="T7" fmla="*/ 0 h 9"/>
                <a:gd name="T8" fmla="*/ 8 w 8"/>
                <a:gd name="T9" fmla="*/ 0 h 9"/>
                <a:gd name="T10" fmla="*/ 8 w 8"/>
                <a:gd name="T11" fmla="*/ 0 h 9"/>
                <a:gd name="T12" fmla="*/ 0 w 8"/>
                <a:gd name="T13" fmla="*/ 0 h 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9"/>
                <a:gd name="T23" fmla="*/ 8 w 8"/>
                <a:gd name="T24" fmla="*/ 9 h 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9">
                  <a:moveTo>
                    <a:pt x="0" y="0"/>
                  </a:moveTo>
                  <a:lnTo>
                    <a:pt x="0" y="0"/>
                  </a:lnTo>
                  <a:lnTo>
                    <a:pt x="0" y="9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8" name="Freeform 86">
              <a:extLst>
                <a:ext uri="{FF2B5EF4-FFF2-40B4-BE49-F238E27FC236}">
                  <a16:creationId xmlns:a16="http://schemas.microsoft.com/office/drawing/2014/main" id="{B08DB6D8-868C-4E69-730E-B511B92E5BC1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" y="1283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31 w 31"/>
                <a:gd name="T3" fmla="*/ 8 h 33"/>
                <a:gd name="T4" fmla="*/ 16 w 31"/>
                <a:gd name="T5" fmla="*/ 0 h 33"/>
                <a:gd name="T6" fmla="*/ 8 w 31"/>
                <a:gd name="T7" fmla="*/ 8 h 33"/>
                <a:gd name="T8" fmla="*/ 0 w 31"/>
                <a:gd name="T9" fmla="*/ 17 h 33"/>
                <a:gd name="T10" fmla="*/ 8 w 31"/>
                <a:gd name="T11" fmla="*/ 25 h 33"/>
                <a:gd name="T12" fmla="*/ 16 w 31"/>
                <a:gd name="T13" fmla="*/ 33 h 33"/>
                <a:gd name="T14" fmla="*/ 31 w 31"/>
                <a:gd name="T15" fmla="*/ 25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31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7"/>
                  </a:lnTo>
                  <a:lnTo>
                    <a:pt x="8" y="25"/>
                  </a:lnTo>
                  <a:lnTo>
                    <a:pt x="16" y="33"/>
                  </a:lnTo>
                  <a:lnTo>
                    <a:pt x="31" y="25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9" name="Freeform 87">
              <a:extLst>
                <a:ext uri="{FF2B5EF4-FFF2-40B4-BE49-F238E27FC236}">
                  <a16:creationId xmlns:a16="http://schemas.microsoft.com/office/drawing/2014/main" id="{74D5257A-5EC5-B3F2-6F0C-0B405C3F4FC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" y="1283"/>
              <a:ext cx="39" cy="41"/>
            </a:xfrm>
            <a:custGeom>
              <a:avLst/>
              <a:gdLst>
                <a:gd name="T0" fmla="*/ 31 w 39"/>
                <a:gd name="T1" fmla="*/ 17 h 41"/>
                <a:gd name="T2" fmla="*/ 31 w 39"/>
                <a:gd name="T3" fmla="*/ 8 h 41"/>
                <a:gd name="T4" fmla="*/ 31 w 39"/>
                <a:gd name="T5" fmla="*/ 17 h 41"/>
                <a:gd name="T6" fmla="*/ 31 w 39"/>
                <a:gd name="T7" fmla="*/ 17 h 41"/>
                <a:gd name="T8" fmla="*/ 16 w 39"/>
                <a:gd name="T9" fmla="*/ 8 h 41"/>
                <a:gd name="T10" fmla="*/ 24 w 39"/>
                <a:gd name="T11" fmla="*/ 8 h 41"/>
                <a:gd name="T12" fmla="*/ 24 w 39"/>
                <a:gd name="T13" fmla="*/ 8 h 41"/>
                <a:gd name="T14" fmla="*/ 16 w 39"/>
                <a:gd name="T15" fmla="*/ 17 h 41"/>
                <a:gd name="T16" fmla="*/ 16 w 39"/>
                <a:gd name="T17" fmla="*/ 17 h 41"/>
                <a:gd name="T18" fmla="*/ 16 w 39"/>
                <a:gd name="T19" fmla="*/ 17 h 41"/>
                <a:gd name="T20" fmla="*/ 8 w 39"/>
                <a:gd name="T21" fmla="*/ 25 h 41"/>
                <a:gd name="T22" fmla="*/ 8 w 39"/>
                <a:gd name="T23" fmla="*/ 17 h 41"/>
                <a:gd name="T24" fmla="*/ 8 w 39"/>
                <a:gd name="T25" fmla="*/ 17 h 41"/>
                <a:gd name="T26" fmla="*/ 16 w 39"/>
                <a:gd name="T27" fmla="*/ 25 h 41"/>
                <a:gd name="T28" fmla="*/ 16 w 39"/>
                <a:gd name="T29" fmla="*/ 25 h 41"/>
                <a:gd name="T30" fmla="*/ 16 w 39"/>
                <a:gd name="T31" fmla="*/ 25 h 41"/>
                <a:gd name="T32" fmla="*/ 24 w 39"/>
                <a:gd name="T33" fmla="*/ 33 h 41"/>
                <a:gd name="T34" fmla="*/ 16 w 39"/>
                <a:gd name="T35" fmla="*/ 33 h 41"/>
                <a:gd name="T36" fmla="*/ 16 w 39"/>
                <a:gd name="T37" fmla="*/ 33 h 41"/>
                <a:gd name="T38" fmla="*/ 31 w 39"/>
                <a:gd name="T39" fmla="*/ 25 h 41"/>
                <a:gd name="T40" fmla="*/ 31 w 39"/>
                <a:gd name="T41" fmla="*/ 25 h 41"/>
                <a:gd name="T42" fmla="*/ 31 w 39"/>
                <a:gd name="T43" fmla="*/ 25 h 41"/>
                <a:gd name="T44" fmla="*/ 31 w 39"/>
                <a:gd name="T45" fmla="*/ 17 h 41"/>
                <a:gd name="T46" fmla="*/ 31 w 39"/>
                <a:gd name="T47" fmla="*/ 17 h 41"/>
                <a:gd name="T48" fmla="*/ 39 w 39"/>
                <a:gd name="T49" fmla="*/ 17 h 41"/>
                <a:gd name="T50" fmla="*/ 39 w 39"/>
                <a:gd name="T51" fmla="*/ 17 h 41"/>
                <a:gd name="T52" fmla="*/ 39 w 39"/>
                <a:gd name="T53" fmla="*/ 25 h 41"/>
                <a:gd name="T54" fmla="*/ 39 w 39"/>
                <a:gd name="T55" fmla="*/ 25 h 41"/>
                <a:gd name="T56" fmla="*/ 31 w 39"/>
                <a:gd name="T57" fmla="*/ 33 h 41"/>
                <a:gd name="T58" fmla="*/ 16 w 39"/>
                <a:gd name="T59" fmla="*/ 41 h 41"/>
                <a:gd name="T60" fmla="*/ 16 w 39"/>
                <a:gd name="T61" fmla="*/ 41 h 41"/>
                <a:gd name="T62" fmla="*/ 16 w 39"/>
                <a:gd name="T63" fmla="*/ 41 h 41"/>
                <a:gd name="T64" fmla="*/ 8 w 39"/>
                <a:gd name="T65" fmla="*/ 33 h 41"/>
                <a:gd name="T66" fmla="*/ 8 w 39"/>
                <a:gd name="T67" fmla="*/ 33 h 41"/>
                <a:gd name="T68" fmla="*/ 8 w 39"/>
                <a:gd name="T69" fmla="*/ 33 h 41"/>
                <a:gd name="T70" fmla="*/ 0 w 39"/>
                <a:gd name="T71" fmla="*/ 25 h 41"/>
                <a:gd name="T72" fmla="*/ 0 w 39"/>
                <a:gd name="T73" fmla="*/ 25 h 41"/>
                <a:gd name="T74" fmla="*/ 0 w 39"/>
                <a:gd name="T75" fmla="*/ 17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16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9 w 39"/>
                <a:gd name="T93" fmla="*/ 8 h 41"/>
                <a:gd name="T94" fmla="*/ 39 w 39"/>
                <a:gd name="T95" fmla="*/ 17 h 41"/>
                <a:gd name="T96" fmla="*/ 31 w 39"/>
                <a:gd name="T97" fmla="*/ 17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17"/>
                  </a:moveTo>
                  <a:lnTo>
                    <a:pt x="31" y="8"/>
                  </a:lnTo>
                  <a:lnTo>
                    <a:pt x="31" y="17"/>
                  </a:lnTo>
                  <a:lnTo>
                    <a:pt x="16" y="8"/>
                  </a:lnTo>
                  <a:lnTo>
                    <a:pt x="24" y="8"/>
                  </a:lnTo>
                  <a:lnTo>
                    <a:pt x="16" y="17"/>
                  </a:lnTo>
                  <a:lnTo>
                    <a:pt x="8" y="25"/>
                  </a:lnTo>
                  <a:lnTo>
                    <a:pt x="8" y="17"/>
                  </a:lnTo>
                  <a:lnTo>
                    <a:pt x="16" y="25"/>
                  </a:lnTo>
                  <a:lnTo>
                    <a:pt x="24" y="33"/>
                  </a:lnTo>
                  <a:lnTo>
                    <a:pt x="16" y="33"/>
                  </a:lnTo>
                  <a:lnTo>
                    <a:pt x="31" y="25"/>
                  </a:lnTo>
                  <a:lnTo>
                    <a:pt x="31" y="17"/>
                  </a:lnTo>
                  <a:lnTo>
                    <a:pt x="39" y="17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16" y="41"/>
                  </a:lnTo>
                  <a:lnTo>
                    <a:pt x="8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8" y="8"/>
                  </a:lnTo>
                  <a:lnTo>
                    <a:pt x="16" y="0"/>
                  </a:lnTo>
                  <a:lnTo>
                    <a:pt x="31" y="8"/>
                  </a:lnTo>
                  <a:lnTo>
                    <a:pt x="39" y="8"/>
                  </a:lnTo>
                  <a:lnTo>
                    <a:pt x="39" y="17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0" name="Freeform 88">
              <a:extLst>
                <a:ext uri="{FF2B5EF4-FFF2-40B4-BE49-F238E27FC236}">
                  <a16:creationId xmlns:a16="http://schemas.microsoft.com/office/drawing/2014/main" id="{350BA8B8-21BD-AD32-D937-16DFFFA5658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1" y="1300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1" name="Freeform 89">
              <a:extLst>
                <a:ext uri="{FF2B5EF4-FFF2-40B4-BE49-F238E27FC236}">
                  <a16:creationId xmlns:a16="http://schemas.microsoft.com/office/drawing/2014/main" id="{F43937C2-EADD-4FAF-6E66-2FA88C65EF47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3" y="1283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8 h 33"/>
                <a:gd name="T4" fmla="*/ 16 w 31"/>
                <a:gd name="T5" fmla="*/ 0 h 33"/>
                <a:gd name="T6" fmla="*/ 8 w 31"/>
                <a:gd name="T7" fmla="*/ 8 h 33"/>
                <a:gd name="T8" fmla="*/ 0 w 31"/>
                <a:gd name="T9" fmla="*/ 17 h 33"/>
                <a:gd name="T10" fmla="*/ 8 w 31"/>
                <a:gd name="T11" fmla="*/ 25 h 33"/>
                <a:gd name="T12" fmla="*/ 16 w 31"/>
                <a:gd name="T13" fmla="*/ 33 h 33"/>
                <a:gd name="T14" fmla="*/ 23 w 31"/>
                <a:gd name="T15" fmla="*/ 25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7"/>
                  </a:lnTo>
                  <a:lnTo>
                    <a:pt x="8" y="25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2" name="Freeform 90">
              <a:extLst>
                <a:ext uri="{FF2B5EF4-FFF2-40B4-BE49-F238E27FC236}">
                  <a16:creationId xmlns:a16="http://schemas.microsoft.com/office/drawing/2014/main" id="{140CC60C-9408-117A-B5FB-2EDE543BEC76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3" y="1283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7 h 41"/>
                <a:gd name="T4" fmla="*/ 23 w 39"/>
                <a:gd name="T5" fmla="*/ 17 h 41"/>
                <a:gd name="T6" fmla="*/ 23 w 39"/>
                <a:gd name="T7" fmla="*/ 17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7 h 41"/>
                <a:gd name="T16" fmla="*/ 16 w 39"/>
                <a:gd name="T17" fmla="*/ 17 h 41"/>
                <a:gd name="T18" fmla="*/ 16 w 39"/>
                <a:gd name="T19" fmla="*/ 17 h 41"/>
                <a:gd name="T20" fmla="*/ 8 w 39"/>
                <a:gd name="T21" fmla="*/ 25 h 41"/>
                <a:gd name="T22" fmla="*/ 8 w 39"/>
                <a:gd name="T23" fmla="*/ 17 h 41"/>
                <a:gd name="T24" fmla="*/ 8 w 39"/>
                <a:gd name="T25" fmla="*/ 17 h 41"/>
                <a:gd name="T26" fmla="*/ 16 w 39"/>
                <a:gd name="T27" fmla="*/ 25 h 41"/>
                <a:gd name="T28" fmla="*/ 16 w 39"/>
                <a:gd name="T29" fmla="*/ 25 h 41"/>
                <a:gd name="T30" fmla="*/ 16 w 39"/>
                <a:gd name="T31" fmla="*/ 25 h 41"/>
                <a:gd name="T32" fmla="*/ 23 w 39"/>
                <a:gd name="T33" fmla="*/ 33 h 41"/>
                <a:gd name="T34" fmla="*/ 16 w 39"/>
                <a:gd name="T35" fmla="*/ 33 h 41"/>
                <a:gd name="T36" fmla="*/ 16 w 39"/>
                <a:gd name="T37" fmla="*/ 33 h 41"/>
                <a:gd name="T38" fmla="*/ 23 w 39"/>
                <a:gd name="T39" fmla="*/ 25 h 41"/>
                <a:gd name="T40" fmla="*/ 23 w 39"/>
                <a:gd name="T41" fmla="*/ 25 h 41"/>
                <a:gd name="T42" fmla="*/ 23 w 39"/>
                <a:gd name="T43" fmla="*/ 25 h 41"/>
                <a:gd name="T44" fmla="*/ 31 w 39"/>
                <a:gd name="T45" fmla="*/ 17 h 41"/>
                <a:gd name="T46" fmla="*/ 31 w 39"/>
                <a:gd name="T47" fmla="*/ 17 h 41"/>
                <a:gd name="T48" fmla="*/ 39 w 39"/>
                <a:gd name="T49" fmla="*/ 25 h 41"/>
                <a:gd name="T50" fmla="*/ 39 w 39"/>
                <a:gd name="T51" fmla="*/ 25 h 41"/>
                <a:gd name="T52" fmla="*/ 31 w 39"/>
                <a:gd name="T53" fmla="*/ 33 h 41"/>
                <a:gd name="T54" fmla="*/ 31 w 39"/>
                <a:gd name="T55" fmla="*/ 33 h 41"/>
                <a:gd name="T56" fmla="*/ 31 w 39"/>
                <a:gd name="T57" fmla="*/ 33 h 41"/>
                <a:gd name="T58" fmla="*/ 23 w 39"/>
                <a:gd name="T59" fmla="*/ 41 h 41"/>
                <a:gd name="T60" fmla="*/ 23 w 39"/>
                <a:gd name="T61" fmla="*/ 41 h 41"/>
                <a:gd name="T62" fmla="*/ 16 w 39"/>
                <a:gd name="T63" fmla="*/ 41 h 41"/>
                <a:gd name="T64" fmla="*/ 8 w 39"/>
                <a:gd name="T65" fmla="*/ 33 h 41"/>
                <a:gd name="T66" fmla="*/ 8 w 39"/>
                <a:gd name="T67" fmla="*/ 33 h 41"/>
                <a:gd name="T68" fmla="*/ 8 w 39"/>
                <a:gd name="T69" fmla="*/ 33 h 41"/>
                <a:gd name="T70" fmla="*/ 0 w 39"/>
                <a:gd name="T71" fmla="*/ 25 h 41"/>
                <a:gd name="T72" fmla="*/ 0 w 39"/>
                <a:gd name="T73" fmla="*/ 25 h 41"/>
                <a:gd name="T74" fmla="*/ 0 w 39"/>
                <a:gd name="T75" fmla="*/ 17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7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7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7"/>
                  </a:lnTo>
                  <a:lnTo>
                    <a:pt x="8" y="25"/>
                  </a:lnTo>
                  <a:lnTo>
                    <a:pt x="8" y="17"/>
                  </a:lnTo>
                  <a:lnTo>
                    <a:pt x="16" y="25"/>
                  </a:lnTo>
                  <a:lnTo>
                    <a:pt x="23" y="33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7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3" name="Freeform 91">
              <a:extLst>
                <a:ext uri="{FF2B5EF4-FFF2-40B4-BE49-F238E27FC236}">
                  <a16:creationId xmlns:a16="http://schemas.microsoft.com/office/drawing/2014/main" id="{C6A8A8C8-4805-4B81-EAF1-482C8104723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14" y="1300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4" name="Freeform 92">
              <a:extLst>
                <a:ext uri="{FF2B5EF4-FFF2-40B4-BE49-F238E27FC236}">
                  <a16:creationId xmlns:a16="http://schemas.microsoft.com/office/drawing/2014/main" id="{3FE50987-A43A-7310-56D8-2538C26A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456"/>
              <a:ext cx="31" cy="25"/>
            </a:xfrm>
            <a:custGeom>
              <a:avLst/>
              <a:gdLst>
                <a:gd name="T0" fmla="*/ 31 w 31"/>
                <a:gd name="T1" fmla="*/ 8 h 25"/>
                <a:gd name="T2" fmla="*/ 23 w 31"/>
                <a:gd name="T3" fmla="*/ 0 h 25"/>
                <a:gd name="T4" fmla="*/ 15 w 31"/>
                <a:gd name="T5" fmla="*/ 0 h 25"/>
                <a:gd name="T6" fmla="*/ 0 w 31"/>
                <a:gd name="T7" fmla="*/ 0 h 25"/>
                <a:gd name="T8" fmla="*/ 0 w 31"/>
                <a:gd name="T9" fmla="*/ 8 h 25"/>
                <a:gd name="T10" fmla="*/ 0 w 31"/>
                <a:gd name="T11" fmla="*/ 25 h 25"/>
                <a:gd name="T12" fmla="*/ 15 w 31"/>
                <a:gd name="T13" fmla="*/ 25 h 25"/>
                <a:gd name="T14" fmla="*/ 23 w 31"/>
                <a:gd name="T15" fmla="*/ 25 h 25"/>
                <a:gd name="T16" fmla="*/ 31 w 31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25"/>
                <a:gd name="T29" fmla="*/ 31 w 31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25">
                  <a:moveTo>
                    <a:pt x="31" y="8"/>
                  </a:moveTo>
                  <a:lnTo>
                    <a:pt x="23" y="0"/>
                  </a:lnTo>
                  <a:lnTo>
                    <a:pt x="15" y="0"/>
                  </a:lnTo>
                  <a:lnTo>
                    <a:pt x="0" y="0"/>
                  </a:lnTo>
                  <a:lnTo>
                    <a:pt x="0" y="8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1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5" name="Freeform 93">
              <a:extLst>
                <a:ext uri="{FF2B5EF4-FFF2-40B4-BE49-F238E27FC236}">
                  <a16:creationId xmlns:a16="http://schemas.microsoft.com/office/drawing/2014/main" id="{639BC581-DB6A-B9AD-6EC8-9D255C107A34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456"/>
              <a:ext cx="39" cy="33"/>
            </a:xfrm>
            <a:custGeom>
              <a:avLst/>
              <a:gdLst>
                <a:gd name="T0" fmla="*/ 31 w 39"/>
                <a:gd name="T1" fmla="*/ 16 h 33"/>
                <a:gd name="T2" fmla="*/ 23 w 39"/>
                <a:gd name="T3" fmla="*/ 8 h 33"/>
                <a:gd name="T4" fmla="*/ 23 w 39"/>
                <a:gd name="T5" fmla="*/ 8 h 33"/>
                <a:gd name="T6" fmla="*/ 23 w 39"/>
                <a:gd name="T7" fmla="*/ 8 h 33"/>
                <a:gd name="T8" fmla="*/ 15 w 39"/>
                <a:gd name="T9" fmla="*/ 8 h 33"/>
                <a:gd name="T10" fmla="*/ 15 w 39"/>
                <a:gd name="T11" fmla="*/ 8 h 33"/>
                <a:gd name="T12" fmla="*/ 15 w 39"/>
                <a:gd name="T13" fmla="*/ 8 h 33"/>
                <a:gd name="T14" fmla="*/ 0 w 39"/>
                <a:gd name="T15" fmla="*/ 8 h 33"/>
                <a:gd name="T16" fmla="*/ 8 w 39"/>
                <a:gd name="T17" fmla="*/ 0 h 33"/>
                <a:gd name="T18" fmla="*/ 8 w 39"/>
                <a:gd name="T19" fmla="*/ 0 h 33"/>
                <a:gd name="T20" fmla="*/ 8 w 39"/>
                <a:gd name="T21" fmla="*/ 8 h 33"/>
                <a:gd name="T22" fmla="*/ 8 w 39"/>
                <a:gd name="T23" fmla="*/ 8 h 33"/>
                <a:gd name="T24" fmla="*/ 8 w 39"/>
                <a:gd name="T25" fmla="*/ 8 h 33"/>
                <a:gd name="T26" fmla="*/ 8 w 39"/>
                <a:gd name="T27" fmla="*/ 25 h 33"/>
                <a:gd name="T28" fmla="*/ 0 w 39"/>
                <a:gd name="T29" fmla="*/ 25 h 33"/>
                <a:gd name="T30" fmla="*/ 0 w 39"/>
                <a:gd name="T31" fmla="*/ 25 h 33"/>
                <a:gd name="T32" fmla="*/ 15 w 39"/>
                <a:gd name="T33" fmla="*/ 25 h 33"/>
                <a:gd name="T34" fmla="*/ 15 w 39"/>
                <a:gd name="T35" fmla="*/ 25 h 33"/>
                <a:gd name="T36" fmla="*/ 15 w 39"/>
                <a:gd name="T37" fmla="*/ 25 h 33"/>
                <a:gd name="T38" fmla="*/ 23 w 39"/>
                <a:gd name="T39" fmla="*/ 25 h 33"/>
                <a:gd name="T40" fmla="*/ 23 w 39"/>
                <a:gd name="T41" fmla="*/ 25 h 33"/>
                <a:gd name="T42" fmla="*/ 23 w 39"/>
                <a:gd name="T43" fmla="*/ 25 h 33"/>
                <a:gd name="T44" fmla="*/ 31 w 39"/>
                <a:gd name="T45" fmla="*/ 8 h 33"/>
                <a:gd name="T46" fmla="*/ 31 w 39"/>
                <a:gd name="T47" fmla="*/ 8 h 33"/>
                <a:gd name="T48" fmla="*/ 39 w 39"/>
                <a:gd name="T49" fmla="*/ 8 h 33"/>
                <a:gd name="T50" fmla="*/ 39 w 39"/>
                <a:gd name="T51" fmla="*/ 8 h 33"/>
                <a:gd name="T52" fmla="*/ 31 w 39"/>
                <a:gd name="T53" fmla="*/ 25 h 33"/>
                <a:gd name="T54" fmla="*/ 31 w 39"/>
                <a:gd name="T55" fmla="*/ 25 h 33"/>
                <a:gd name="T56" fmla="*/ 23 w 39"/>
                <a:gd name="T57" fmla="*/ 33 h 33"/>
                <a:gd name="T58" fmla="*/ 15 w 39"/>
                <a:gd name="T59" fmla="*/ 33 h 33"/>
                <a:gd name="T60" fmla="*/ 15 w 39"/>
                <a:gd name="T61" fmla="*/ 33 h 33"/>
                <a:gd name="T62" fmla="*/ 15 w 39"/>
                <a:gd name="T63" fmla="*/ 33 h 33"/>
                <a:gd name="T64" fmla="*/ 0 w 39"/>
                <a:gd name="T65" fmla="*/ 33 h 33"/>
                <a:gd name="T66" fmla="*/ 0 w 39"/>
                <a:gd name="T67" fmla="*/ 33 h 33"/>
                <a:gd name="T68" fmla="*/ 0 w 39"/>
                <a:gd name="T69" fmla="*/ 25 h 33"/>
                <a:gd name="T70" fmla="*/ 0 w 39"/>
                <a:gd name="T71" fmla="*/ 8 h 33"/>
                <a:gd name="T72" fmla="*/ 0 w 39"/>
                <a:gd name="T73" fmla="*/ 8 h 33"/>
                <a:gd name="T74" fmla="*/ 0 w 39"/>
                <a:gd name="T75" fmla="*/ 8 h 33"/>
                <a:gd name="T76" fmla="*/ 0 w 39"/>
                <a:gd name="T77" fmla="*/ 0 h 33"/>
                <a:gd name="T78" fmla="*/ 0 w 39"/>
                <a:gd name="T79" fmla="*/ 0 h 33"/>
                <a:gd name="T80" fmla="*/ 0 w 39"/>
                <a:gd name="T81" fmla="*/ 0 h 33"/>
                <a:gd name="T82" fmla="*/ 15 w 39"/>
                <a:gd name="T83" fmla="*/ 0 h 33"/>
                <a:gd name="T84" fmla="*/ 15 w 39"/>
                <a:gd name="T85" fmla="*/ 0 h 33"/>
                <a:gd name="T86" fmla="*/ 15 w 39"/>
                <a:gd name="T87" fmla="*/ 0 h 33"/>
                <a:gd name="T88" fmla="*/ 23 w 39"/>
                <a:gd name="T89" fmla="*/ 0 h 33"/>
                <a:gd name="T90" fmla="*/ 23 w 39"/>
                <a:gd name="T91" fmla="*/ 0 h 33"/>
                <a:gd name="T92" fmla="*/ 31 w 39"/>
                <a:gd name="T93" fmla="*/ 0 h 33"/>
                <a:gd name="T94" fmla="*/ 39 w 39"/>
                <a:gd name="T95" fmla="*/ 8 h 33"/>
                <a:gd name="T96" fmla="*/ 31 w 39"/>
                <a:gd name="T97" fmla="*/ 16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33"/>
                <a:gd name="T149" fmla="*/ 39 w 39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33">
                  <a:moveTo>
                    <a:pt x="31" y="16"/>
                  </a:moveTo>
                  <a:lnTo>
                    <a:pt x="23" y="8"/>
                  </a:lnTo>
                  <a:lnTo>
                    <a:pt x="15" y="8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8" y="25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1" y="8"/>
                  </a:lnTo>
                  <a:lnTo>
                    <a:pt x="39" y="8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8"/>
                  </a:lnTo>
                  <a:lnTo>
                    <a:pt x="0" y="0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0"/>
                  </a:lnTo>
                  <a:lnTo>
                    <a:pt x="39" y="8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6" name="Freeform 94">
              <a:extLst>
                <a:ext uri="{FF2B5EF4-FFF2-40B4-BE49-F238E27FC236}">
                  <a16:creationId xmlns:a16="http://schemas.microsoft.com/office/drawing/2014/main" id="{B4C9AF0D-9BFF-48E5-7D12-75F68E5233D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6" y="1464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7" name="Freeform 95">
              <a:extLst>
                <a:ext uri="{FF2B5EF4-FFF2-40B4-BE49-F238E27FC236}">
                  <a16:creationId xmlns:a16="http://schemas.microsoft.com/office/drawing/2014/main" id="{C41A0753-071D-B8F5-3AAE-089167B92DB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538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8 h 33"/>
                <a:gd name="T4" fmla="*/ 15 w 31"/>
                <a:gd name="T5" fmla="*/ 0 h 33"/>
                <a:gd name="T6" fmla="*/ 0 w 31"/>
                <a:gd name="T7" fmla="*/ 8 h 33"/>
                <a:gd name="T8" fmla="*/ 0 w 31"/>
                <a:gd name="T9" fmla="*/ 17 h 33"/>
                <a:gd name="T10" fmla="*/ 0 w 31"/>
                <a:gd name="T11" fmla="*/ 25 h 33"/>
                <a:gd name="T12" fmla="*/ 15 w 31"/>
                <a:gd name="T13" fmla="*/ 33 h 33"/>
                <a:gd name="T14" fmla="*/ 23 w 31"/>
                <a:gd name="T15" fmla="*/ 25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0" y="8"/>
                  </a:lnTo>
                  <a:lnTo>
                    <a:pt x="0" y="17"/>
                  </a:lnTo>
                  <a:lnTo>
                    <a:pt x="0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8" name="Freeform 96">
              <a:extLst>
                <a:ext uri="{FF2B5EF4-FFF2-40B4-BE49-F238E27FC236}">
                  <a16:creationId xmlns:a16="http://schemas.microsoft.com/office/drawing/2014/main" id="{25A99EF4-1971-E506-FD39-F0F1B69D243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538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7 h 41"/>
                <a:gd name="T4" fmla="*/ 23 w 39"/>
                <a:gd name="T5" fmla="*/ 17 h 41"/>
                <a:gd name="T6" fmla="*/ 23 w 39"/>
                <a:gd name="T7" fmla="*/ 17 h 41"/>
                <a:gd name="T8" fmla="*/ 15 w 39"/>
                <a:gd name="T9" fmla="*/ 8 h 41"/>
                <a:gd name="T10" fmla="*/ 15 w 39"/>
                <a:gd name="T11" fmla="*/ 8 h 41"/>
                <a:gd name="T12" fmla="*/ 15 w 39"/>
                <a:gd name="T13" fmla="*/ 8 h 41"/>
                <a:gd name="T14" fmla="*/ 0 w 39"/>
                <a:gd name="T15" fmla="*/ 17 h 41"/>
                <a:gd name="T16" fmla="*/ 8 w 39"/>
                <a:gd name="T17" fmla="*/ 8 h 41"/>
                <a:gd name="T18" fmla="*/ 8 w 39"/>
                <a:gd name="T19" fmla="*/ 8 h 41"/>
                <a:gd name="T20" fmla="*/ 8 w 39"/>
                <a:gd name="T21" fmla="*/ 17 h 41"/>
                <a:gd name="T22" fmla="*/ 8 w 39"/>
                <a:gd name="T23" fmla="*/ 17 h 41"/>
                <a:gd name="T24" fmla="*/ 8 w 39"/>
                <a:gd name="T25" fmla="*/ 17 h 41"/>
                <a:gd name="T26" fmla="*/ 8 w 39"/>
                <a:gd name="T27" fmla="*/ 25 h 41"/>
                <a:gd name="T28" fmla="*/ 0 w 39"/>
                <a:gd name="T29" fmla="*/ 25 h 41"/>
                <a:gd name="T30" fmla="*/ 0 w 39"/>
                <a:gd name="T31" fmla="*/ 25 h 41"/>
                <a:gd name="T32" fmla="*/ 15 w 39"/>
                <a:gd name="T33" fmla="*/ 33 h 41"/>
                <a:gd name="T34" fmla="*/ 15 w 39"/>
                <a:gd name="T35" fmla="*/ 33 h 41"/>
                <a:gd name="T36" fmla="*/ 15 w 39"/>
                <a:gd name="T37" fmla="*/ 33 h 41"/>
                <a:gd name="T38" fmla="*/ 23 w 39"/>
                <a:gd name="T39" fmla="*/ 25 h 41"/>
                <a:gd name="T40" fmla="*/ 23 w 39"/>
                <a:gd name="T41" fmla="*/ 25 h 41"/>
                <a:gd name="T42" fmla="*/ 23 w 39"/>
                <a:gd name="T43" fmla="*/ 25 h 41"/>
                <a:gd name="T44" fmla="*/ 31 w 39"/>
                <a:gd name="T45" fmla="*/ 17 h 41"/>
                <a:gd name="T46" fmla="*/ 31 w 39"/>
                <a:gd name="T47" fmla="*/ 17 h 41"/>
                <a:gd name="T48" fmla="*/ 39 w 39"/>
                <a:gd name="T49" fmla="*/ 25 h 41"/>
                <a:gd name="T50" fmla="*/ 39 w 39"/>
                <a:gd name="T51" fmla="*/ 25 h 41"/>
                <a:gd name="T52" fmla="*/ 31 w 39"/>
                <a:gd name="T53" fmla="*/ 33 h 41"/>
                <a:gd name="T54" fmla="*/ 31 w 39"/>
                <a:gd name="T55" fmla="*/ 33 h 41"/>
                <a:gd name="T56" fmla="*/ 31 w 39"/>
                <a:gd name="T57" fmla="*/ 33 h 41"/>
                <a:gd name="T58" fmla="*/ 23 w 39"/>
                <a:gd name="T59" fmla="*/ 41 h 41"/>
                <a:gd name="T60" fmla="*/ 23 w 39"/>
                <a:gd name="T61" fmla="*/ 41 h 41"/>
                <a:gd name="T62" fmla="*/ 15 w 39"/>
                <a:gd name="T63" fmla="*/ 41 h 41"/>
                <a:gd name="T64" fmla="*/ 0 w 39"/>
                <a:gd name="T65" fmla="*/ 33 h 41"/>
                <a:gd name="T66" fmla="*/ 0 w 39"/>
                <a:gd name="T67" fmla="*/ 33 h 41"/>
                <a:gd name="T68" fmla="*/ 0 w 39"/>
                <a:gd name="T69" fmla="*/ 25 h 41"/>
                <a:gd name="T70" fmla="*/ 0 w 39"/>
                <a:gd name="T71" fmla="*/ 17 h 41"/>
                <a:gd name="T72" fmla="*/ 0 w 39"/>
                <a:gd name="T73" fmla="*/ 17 h 41"/>
                <a:gd name="T74" fmla="*/ 0 w 39"/>
                <a:gd name="T75" fmla="*/ 17 h 41"/>
                <a:gd name="T76" fmla="*/ 0 w 39"/>
                <a:gd name="T77" fmla="*/ 8 h 41"/>
                <a:gd name="T78" fmla="*/ 0 w 39"/>
                <a:gd name="T79" fmla="*/ 8 h 41"/>
                <a:gd name="T80" fmla="*/ 0 w 39"/>
                <a:gd name="T81" fmla="*/ 8 h 41"/>
                <a:gd name="T82" fmla="*/ 15 w 39"/>
                <a:gd name="T83" fmla="*/ 0 h 41"/>
                <a:gd name="T84" fmla="*/ 15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7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7"/>
                  </a:lnTo>
                  <a:lnTo>
                    <a:pt x="15" y="8"/>
                  </a:lnTo>
                  <a:lnTo>
                    <a:pt x="0" y="17"/>
                  </a:lnTo>
                  <a:lnTo>
                    <a:pt x="8" y="8"/>
                  </a:lnTo>
                  <a:lnTo>
                    <a:pt x="8" y="17"/>
                  </a:lnTo>
                  <a:lnTo>
                    <a:pt x="8" y="25"/>
                  </a:lnTo>
                  <a:lnTo>
                    <a:pt x="0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7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0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9" name="Freeform 97">
              <a:extLst>
                <a:ext uri="{FF2B5EF4-FFF2-40B4-BE49-F238E27FC236}">
                  <a16:creationId xmlns:a16="http://schemas.microsoft.com/office/drawing/2014/main" id="{54B58D9C-EF87-97E7-DAC6-815CC0063A7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6" y="1555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0" name="Freeform 98">
              <a:extLst>
                <a:ext uri="{FF2B5EF4-FFF2-40B4-BE49-F238E27FC236}">
                  <a16:creationId xmlns:a16="http://schemas.microsoft.com/office/drawing/2014/main" id="{80D59275-5601-9379-7ED7-A5E2E4287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" y="1703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31 w 31"/>
                <a:gd name="T3" fmla="*/ 8 h 32"/>
                <a:gd name="T4" fmla="*/ 16 w 31"/>
                <a:gd name="T5" fmla="*/ 0 h 32"/>
                <a:gd name="T6" fmla="*/ 8 w 31"/>
                <a:gd name="T7" fmla="*/ 8 h 32"/>
                <a:gd name="T8" fmla="*/ 0 w 31"/>
                <a:gd name="T9" fmla="*/ 16 h 32"/>
                <a:gd name="T10" fmla="*/ 8 w 31"/>
                <a:gd name="T11" fmla="*/ 32 h 32"/>
                <a:gd name="T12" fmla="*/ 16 w 31"/>
                <a:gd name="T13" fmla="*/ 32 h 32"/>
                <a:gd name="T14" fmla="*/ 31 w 31"/>
                <a:gd name="T15" fmla="*/ 32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31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32"/>
                  </a:lnTo>
                  <a:lnTo>
                    <a:pt x="16" y="32"/>
                  </a:lnTo>
                  <a:lnTo>
                    <a:pt x="31" y="32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1" name="Freeform 99">
              <a:extLst>
                <a:ext uri="{FF2B5EF4-FFF2-40B4-BE49-F238E27FC236}">
                  <a16:creationId xmlns:a16="http://schemas.microsoft.com/office/drawing/2014/main" id="{CE8FF28A-C239-5820-DA97-92A7B2A60D6E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" y="1703"/>
              <a:ext cx="39" cy="41"/>
            </a:xfrm>
            <a:custGeom>
              <a:avLst/>
              <a:gdLst>
                <a:gd name="T0" fmla="*/ 31 w 39"/>
                <a:gd name="T1" fmla="*/ 16 h 41"/>
                <a:gd name="T2" fmla="*/ 31 w 39"/>
                <a:gd name="T3" fmla="*/ 8 h 41"/>
                <a:gd name="T4" fmla="*/ 31 w 39"/>
                <a:gd name="T5" fmla="*/ 16 h 41"/>
                <a:gd name="T6" fmla="*/ 31 w 39"/>
                <a:gd name="T7" fmla="*/ 16 h 41"/>
                <a:gd name="T8" fmla="*/ 16 w 39"/>
                <a:gd name="T9" fmla="*/ 8 h 41"/>
                <a:gd name="T10" fmla="*/ 24 w 39"/>
                <a:gd name="T11" fmla="*/ 8 h 41"/>
                <a:gd name="T12" fmla="*/ 24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4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32 h 41"/>
                <a:gd name="T28" fmla="*/ 8 w 39"/>
                <a:gd name="T29" fmla="*/ 32 h 41"/>
                <a:gd name="T30" fmla="*/ 8 w 39"/>
                <a:gd name="T31" fmla="*/ 32 h 41"/>
                <a:gd name="T32" fmla="*/ 16 w 39"/>
                <a:gd name="T33" fmla="*/ 32 h 41"/>
                <a:gd name="T34" fmla="*/ 16 w 39"/>
                <a:gd name="T35" fmla="*/ 32 h 41"/>
                <a:gd name="T36" fmla="*/ 16 w 39"/>
                <a:gd name="T37" fmla="*/ 32 h 41"/>
                <a:gd name="T38" fmla="*/ 31 w 39"/>
                <a:gd name="T39" fmla="*/ 32 h 41"/>
                <a:gd name="T40" fmla="*/ 31 w 39"/>
                <a:gd name="T41" fmla="*/ 32 h 41"/>
                <a:gd name="T42" fmla="*/ 31 w 39"/>
                <a:gd name="T43" fmla="*/ 32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16 h 41"/>
                <a:gd name="T50" fmla="*/ 39 w 39"/>
                <a:gd name="T51" fmla="*/ 16 h 41"/>
                <a:gd name="T52" fmla="*/ 39 w 39"/>
                <a:gd name="T53" fmla="*/ 32 h 41"/>
                <a:gd name="T54" fmla="*/ 39 w 39"/>
                <a:gd name="T55" fmla="*/ 32 h 41"/>
                <a:gd name="T56" fmla="*/ 31 w 39"/>
                <a:gd name="T57" fmla="*/ 41 h 41"/>
                <a:gd name="T58" fmla="*/ 16 w 39"/>
                <a:gd name="T59" fmla="*/ 41 h 41"/>
                <a:gd name="T60" fmla="*/ 16 w 39"/>
                <a:gd name="T61" fmla="*/ 41 h 41"/>
                <a:gd name="T62" fmla="*/ 16 w 39"/>
                <a:gd name="T63" fmla="*/ 41 h 41"/>
                <a:gd name="T64" fmla="*/ 8 w 39"/>
                <a:gd name="T65" fmla="*/ 41 h 41"/>
                <a:gd name="T66" fmla="*/ 8 w 39"/>
                <a:gd name="T67" fmla="*/ 41 h 41"/>
                <a:gd name="T68" fmla="*/ 8 w 39"/>
                <a:gd name="T69" fmla="*/ 32 h 41"/>
                <a:gd name="T70" fmla="*/ 0 w 39"/>
                <a:gd name="T71" fmla="*/ 16 h 41"/>
                <a:gd name="T72" fmla="*/ 0 w 39"/>
                <a:gd name="T73" fmla="*/ 16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16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9 w 39"/>
                <a:gd name="T93" fmla="*/ 8 h 41"/>
                <a:gd name="T94" fmla="*/ 39 w 39"/>
                <a:gd name="T95" fmla="*/ 16 h 41"/>
                <a:gd name="T96" fmla="*/ 31 w 39"/>
                <a:gd name="T97" fmla="*/ 16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16"/>
                  </a:moveTo>
                  <a:lnTo>
                    <a:pt x="31" y="8"/>
                  </a:lnTo>
                  <a:lnTo>
                    <a:pt x="31" y="16"/>
                  </a:lnTo>
                  <a:lnTo>
                    <a:pt x="16" y="8"/>
                  </a:lnTo>
                  <a:lnTo>
                    <a:pt x="24" y="8"/>
                  </a:lnTo>
                  <a:lnTo>
                    <a:pt x="16" y="16"/>
                  </a:lnTo>
                  <a:lnTo>
                    <a:pt x="8" y="24"/>
                  </a:lnTo>
                  <a:lnTo>
                    <a:pt x="8" y="16"/>
                  </a:lnTo>
                  <a:lnTo>
                    <a:pt x="16" y="32"/>
                  </a:lnTo>
                  <a:lnTo>
                    <a:pt x="8" y="32"/>
                  </a:lnTo>
                  <a:lnTo>
                    <a:pt x="16" y="32"/>
                  </a:lnTo>
                  <a:lnTo>
                    <a:pt x="31" y="32"/>
                  </a:lnTo>
                  <a:lnTo>
                    <a:pt x="31" y="16"/>
                  </a:lnTo>
                  <a:lnTo>
                    <a:pt x="39" y="16"/>
                  </a:lnTo>
                  <a:lnTo>
                    <a:pt x="39" y="32"/>
                  </a:lnTo>
                  <a:lnTo>
                    <a:pt x="31" y="41"/>
                  </a:lnTo>
                  <a:lnTo>
                    <a:pt x="16" y="41"/>
                  </a:lnTo>
                  <a:lnTo>
                    <a:pt x="8" y="41"/>
                  </a:lnTo>
                  <a:lnTo>
                    <a:pt x="8" y="32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31" y="8"/>
                  </a:lnTo>
                  <a:lnTo>
                    <a:pt x="39" y="8"/>
                  </a:lnTo>
                  <a:lnTo>
                    <a:pt x="39" y="16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2" name="Freeform 100">
              <a:extLst>
                <a:ext uri="{FF2B5EF4-FFF2-40B4-BE49-F238E27FC236}">
                  <a16:creationId xmlns:a16="http://schemas.microsoft.com/office/drawing/2014/main" id="{77CAB643-08F9-DE13-7ACD-36E1D32006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1" y="1719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3" name="Freeform 101">
              <a:extLst>
                <a:ext uri="{FF2B5EF4-FFF2-40B4-BE49-F238E27FC236}">
                  <a16:creationId xmlns:a16="http://schemas.microsoft.com/office/drawing/2014/main" id="{A68F7F2A-F0FB-4B8F-6327-B93C1D903D3E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3" y="1703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23 w 31"/>
                <a:gd name="T3" fmla="*/ 8 h 32"/>
                <a:gd name="T4" fmla="*/ 16 w 31"/>
                <a:gd name="T5" fmla="*/ 0 h 32"/>
                <a:gd name="T6" fmla="*/ 8 w 31"/>
                <a:gd name="T7" fmla="*/ 8 h 32"/>
                <a:gd name="T8" fmla="*/ 0 w 31"/>
                <a:gd name="T9" fmla="*/ 16 h 32"/>
                <a:gd name="T10" fmla="*/ 8 w 31"/>
                <a:gd name="T11" fmla="*/ 32 h 32"/>
                <a:gd name="T12" fmla="*/ 16 w 31"/>
                <a:gd name="T13" fmla="*/ 32 h 32"/>
                <a:gd name="T14" fmla="*/ 23 w 31"/>
                <a:gd name="T15" fmla="*/ 32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32"/>
                  </a:lnTo>
                  <a:lnTo>
                    <a:pt x="16" y="32"/>
                  </a:lnTo>
                  <a:lnTo>
                    <a:pt x="23" y="32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4" name="Freeform 102">
              <a:extLst>
                <a:ext uri="{FF2B5EF4-FFF2-40B4-BE49-F238E27FC236}">
                  <a16:creationId xmlns:a16="http://schemas.microsoft.com/office/drawing/2014/main" id="{3D5FF673-AD6B-2D87-C3FA-221FEF25A0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3" y="1703"/>
              <a:ext cx="39" cy="41"/>
            </a:xfrm>
            <a:custGeom>
              <a:avLst/>
              <a:gdLst>
                <a:gd name="T0" fmla="*/ 31 w 39"/>
                <a:gd name="T1" fmla="*/ 24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4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32 h 41"/>
                <a:gd name="T28" fmla="*/ 8 w 39"/>
                <a:gd name="T29" fmla="*/ 32 h 41"/>
                <a:gd name="T30" fmla="*/ 8 w 39"/>
                <a:gd name="T31" fmla="*/ 32 h 41"/>
                <a:gd name="T32" fmla="*/ 16 w 39"/>
                <a:gd name="T33" fmla="*/ 32 h 41"/>
                <a:gd name="T34" fmla="*/ 16 w 39"/>
                <a:gd name="T35" fmla="*/ 32 h 41"/>
                <a:gd name="T36" fmla="*/ 16 w 39"/>
                <a:gd name="T37" fmla="*/ 32 h 41"/>
                <a:gd name="T38" fmla="*/ 23 w 39"/>
                <a:gd name="T39" fmla="*/ 32 h 41"/>
                <a:gd name="T40" fmla="*/ 23 w 39"/>
                <a:gd name="T41" fmla="*/ 32 h 41"/>
                <a:gd name="T42" fmla="*/ 23 w 39"/>
                <a:gd name="T43" fmla="*/ 32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16 h 41"/>
                <a:gd name="T50" fmla="*/ 39 w 39"/>
                <a:gd name="T51" fmla="*/ 16 h 41"/>
                <a:gd name="T52" fmla="*/ 31 w 39"/>
                <a:gd name="T53" fmla="*/ 32 h 41"/>
                <a:gd name="T54" fmla="*/ 31 w 39"/>
                <a:gd name="T55" fmla="*/ 32 h 41"/>
                <a:gd name="T56" fmla="*/ 23 w 39"/>
                <a:gd name="T57" fmla="*/ 41 h 41"/>
                <a:gd name="T58" fmla="*/ 16 w 39"/>
                <a:gd name="T59" fmla="*/ 41 h 41"/>
                <a:gd name="T60" fmla="*/ 16 w 39"/>
                <a:gd name="T61" fmla="*/ 41 h 41"/>
                <a:gd name="T62" fmla="*/ 16 w 39"/>
                <a:gd name="T63" fmla="*/ 41 h 41"/>
                <a:gd name="T64" fmla="*/ 8 w 39"/>
                <a:gd name="T65" fmla="*/ 41 h 41"/>
                <a:gd name="T66" fmla="*/ 8 w 39"/>
                <a:gd name="T67" fmla="*/ 41 h 41"/>
                <a:gd name="T68" fmla="*/ 8 w 39"/>
                <a:gd name="T69" fmla="*/ 32 h 41"/>
                <a:gd name="T70" fmla="*/ 0 w 39"/>
                <a:gd name="T71" fmla="*/ 16 h 41"/>
                <a:gd name="T72" fmla="*/ 0 w 39"/>
                <a:gd name="T73" fmla="*/ 16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4"/>
                  </a:moveTo>
                  <a:lnTo>
                    <a:pt x="23" y="16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6"/>
                  </a:lnTo>
                  <a:lnTo>
                    <a:pt x="8" y="24"/>
                  </a:lnTo>
                  <a:lnTo>
                    <a:pt x="8" y="16"/>
                  </a:lnTo>
                  <a:lnTo>
                    <a:pt x="16" y="32"/>
                  </a:lnTo>
                  <a:lnTo>
                    <a:pt x="8" y="32"/>
                  </a:lnTo>
                  <a:lnTo>
                    <a:pt x="16" y="32"/>
                  </a:lnTo>
                  <a:lnTo>
                    <a:pt x="23" y="32"/>
                  </a:lnTo>
                  <a:lnTo>
                    <a:pt x="31" y="16"/>
                  </a:lnTo>
                  <a:lnTo>
                    <a:pt x="39" y="16"/>
                  </a:lnTo>
                  <a:lnTo>
                    <a:pt x="31" y="32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41"/>
                  </a:lnTo>
                  <a:lnTo>
                    <a:pt x="8" y="32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5" name="Freeform 103">
              <a:extLst>
                <a:ext uri="{FF2B5EF4-FFF2-40B4-BE49-F238E27FC236}">
                  <a16:creationId xmlns:a16="http://schemas.microsoft.com/office/drawing/2014/main" id="{969D3624-D67B-6F75-1869-E78667FF4AAA}"/>
                </a:ext>
              </a:extLst>
            </p:cNvPr>
            <p:cNvSpPr>
              <a:spLocks/>
            </p:cNvSpPr>
            <p:nvPr/>
          </p:nvSpPr>
          <p:spPr bwMode="auto">
            <a:xfrm>
              <a:off x="1514" y="1719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6" name="Freeform 104">
              <a:extLst>
                <a:ext uri="{FF2B5EF4-FFF2-40B4-BE49-F238E27FC236}">
                  <a16:creationId xmlns:a16="http://schemas.microsoft.com/office/drawing/2014/main" id="{FD2A1F16-1E78-7883-153A-6253B1B257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456"/>
              <a:ext cx="23" cy="25"/>
            </a:xfrm>
            <a:custGeom>
              <a:avLst/>
              <a:gdLst>
                <a:gd name="T0" fmla="*/ 23 w 23"/>
                <a:gd name="T1" fmla="*/ 8 h 25"/>
                <a:gd name="T2" fmla="*/ 23 w 23"/>
                <a:gd name="T3" fmla="*/ 0 h 25"/>
                <a:gd name="T4" fmla="*/ 7 w 23"/>
                <a:gd name="T5" fmla="*/ 0 h 25"/>
                <a:gd name="T6" fmla="*/ 0 w 23"/>
                <a:gd name="T7" fmla="*/ 0 h 25"/>
                <a:gd name="T8" fmla="*/ 0 w 23"/>
                <a:gd name="T9" fmla="*/ 8 h 25"/>
                <a:gd name="T10" fmla="*/ 0 w 23"/>
                <a:gd name="T11" fmla="*/ 25 h 25"/>
                <a:gd name="T12" fmla="*/ 7 w 23"/>
                <a:gd name="T13" fmla="*/ 25 h 25"/>
                <a:gd name="T14" fmla="*/ 23 w 23"/>
                <a:gd name="T15" fmla="*/ 25 h 25"/>
                <a:gd name="T16" fmla="*/ 23 w 23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25"/>
                <a:gd name="T29" fmla="*/ 23 w 23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25">
                  <a:moveTo>
                    <a:pt x="23" y="8"/>
                  </a:moveTo>
                  <a:lnTo>
                    <a:pt x="23" y="0"/>
                  </a:lnTo>
                  <a:lnTo>
                    <a:pt x="7" y="0"/>
                  </a:lnTo>
                  <a:lnTo>
                    <a:pt x="0" y="0"/>
                  </a:lnTo>
                  <a:lnTo>
                    <a:pt x="0" y="8"/>
                  </a:lnTo>
                  <a:lnTo>
                    <a:pt x="0" y="25"/>
                  </a:lnTo>
                  <a:lnTo>
                    <a:pt x="7" y="25"/>
                  </a:lnTo>
                  <a:lnTo>
                    <a:pt x="23" y="25"/>
                  </a:lnTo>
                  <a:lnTo>
                    <a:pt x="23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7" name="Freeform 105">
              <a:extLst>
                <a:ext uri="{FF2B5EF4-FFF2-40B4-BE49-F238E27FC236}">
                  <a16:creationId xmlns:a16="http://schemas.microsoft.com/office/drawing/2014/main" id="{D73ECE4A-D6E3-1912-587B-5F40E91DDD2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456"/>
              <a:ext cx="31" cy="33"/>
            </a:xfrm>
            <a:custGeom>
              <a:avLst/>
              <a:gdLst>
                <a:gd name="T0" fmla="*/ 23 w 31"/>
                <a:gd name="T1" fmla="*/ 8 h 33"/>
                <a:gd name="T2" fmla="*/ 23 w 31"/>
                <a:gd name="T3" fmla="*/ 0 h 33"/>
                <a:gd name="T4" fmla="*/ 23 w 31"/>
                <a:gd name="T5" fmla="*/ 8 h 33"/>
                <a:gd name="T6" fmla="*/ 23 w 31"/>
                <a:gd name="T7" fmla="*/ 8 h 33"/>
                <a:gd name="T8" fmla="*/ 7 w 31"/>
                <a:gd name="T9" fmla="*/ 8 h 33"/>
                <a:gd name="T10" fmla="*/ 7 w 31"/>
                <a:gd name="T11" fmla="*/ 8 h 33"/>
                <a:gd name="T12" fmla="*/ 7 w 31"/>
                <a:gd name="T13" fmla="*/ 8 h 33"/>
                <a:gd name="T14" fmla="*/ 0 w 31"/>
                <a:gd name="T15" fmla="*/ 8 h 33"/>
                <a:gd name="T16" fmla="*/ 7 w 31"/>
                <a:gd name="T17" fmla="*/ 0 h 33"/>
                <a:gd name="T18" fmla="*/ 7 w 31"/>
                <a:gd name="T19" fmla="*/ 0 h 33"/>
                <a:gd name="T20" fmla="*/ 7 w 31"/>
                <a:gd name="T21" fmla="*/ 8 h 33"/>
                <a:gd name="T22" fmla="*/ 7 w 31"/>
                <a:gd name="T23" fmla="*/ 8 h 33"/>
                <a:gd name="T24" fmla="*/ 7 w 31"/>
                <a:gd name="T25" fmla="*/ 8 h 33"/>
                <a:gd name="T26" fmla="*/ 7 w 31"/>
                <a:gd name="T27" fmla="*/ 25 h 33"/>
                <a:gd name="T28" fmla="*/ 0 w 31"/>
                <a:gd name="T29" fmla="*/ 25 h 33"/>
                <a:gd name="T30" fmla="*/ 0 w 31"/>
                <a:gd name="T31" fmla="*/ 25 h 33"/>
                <a:gd name="T32" fmla="*/ 7 w 31"/>
                <a:gd name="T33" fmla="*/ 25 h 33"/>
                <a:gd name="T34" fmla="*/ 7 w 31"/>
                <a:gd name="T35" fmla="*/ 25 h 33"/>
                <a:gd name="T36" fmla="*/ 7 w 31"/>
                <a:gd name="T37" fmla="*/ 25 h 33"/>
                <a:gd name="T38" fmla="*/ 23 w 31"/>
                <a:gd name="T39" fmla="*/ 25 h 33"/>
                <a:gd name="T40" fmla="*/ 23 w 31"/>
                <a:gd name="T41" fmla="*/ 25 h 33"/>
                <a:gd name="T42" fmla="*/ 23 w 31"/>
                <a:gd name="T43" fmla="*/ 25 h 33"/>
                <a:gd name="T44" fmla="*/ 23 w 31"/>
                <a:gd name="T45" fmla="*/ 8 h 33"/>
                <a:gd name="T46" fmla="*/ 23 w 31"/>
                <a:gd name="T47" fmla="*/ 8 h 33"/>
                <a:gd name="T48" fmla="*/ 31 w 31"/>
                <a:gd name="T49" fmla="*/ 8 h 33"/>
                <a:gd name="T50" fmla="*/ 31 w 31"/>
                <a:gd name="T51" fmla="*/ 8 h 33"/>
                <a:gd name="T52" fmla="*/ 31 w 31"/>
                <a:gd name="T53" fmla="*/ 25 h 33"/>
                <a:gd name="T54" fmla="*/ 31 w 31"/>
                <a:gd name="T55" fmla="*/ 25 h 33"/>
                <a:gd name="T56" fmla="*/ 23 w 31"/>
                <a:gd name="T57" fmla="*/ 33 h 33"/>
                <a:gd name="T58" fmla="*/ 7 w 31"/>
                <a:gd name="T59" fmla="*/ 33 h 33"/>
                <a:gd name="T60" fmla="*/ 7 w 31"/>
                <a:gd name="T61" fmla="*/ 33 h 33"/>
                <a:gd name="T62" fmla="*/ 7 w 31"/>
                <a:gd name="T63" fmla="*/ 33 h 33"/>
                <a:gd name="T64" fmla="*/ 0 w 31"/>
                <a:gd name="T65" fmla="*/ 33 h 33"/>
                <a:gd name="T66" fmla="*/ 0 w 31"/>
                <a:gd name="T67" fmla="*/ 33 h 33"/>
                <a:gd name="T68" fmla="*/ 0 w 31"/>
                <a:gd name="T69" fmla="*/ 25 h 33"/>
                <a:gd name="T70" fmla="*/ 0 w 31"/>
                <a:gd name="T71" fmla="*/ 8 h 33"/>
                <a:gd name="T72" fmla="*/ 0 w 31"/>
                <a:gd name="T73" fmla="*/ 8 h 33"/>
                <a:gd name="T74" fmla="*/ 0 w 31"/>
                <a:gd name="T75" fmla="*/ 8 h 33"/>
                <a:gd name="T76" fmla="*/ 0 w 31"/>
                <a:gd name="T77" fmla="*/ 0 h 33"/>
                <a:gd name="T78" fmla="*/ 0 w 31"/>
                <a:gd name="T79" fmla="*/ 0 h 33"/>
                <a:gd name="T80" fmla="*/ 0 w 31"/>
                <a:gd name="T81" fmla="*/ 0 h 33"/>
                <a:gd name="T82" fmla="*/ 7 w 31"/>
                <a:gd name="T83" fmla="*/ 0 h 33"/>
                <a:gd name="T84" fmla="*/ 7 w 31"/>
                <a:gd name="T85" fmla="*/ 0 h 33"/>
                <a:gd name="T86" fmla="*/ 7 w 31"/>
                <a:gd name="T87" fmla="*/ 0 h 33"/>
                <a:gd name="T88" fmla="*/ 23 w 31"/>
                <a:gd name="T89" fmla="*/ 0 h 33"/>
                <a:gd name="T90" fmla="*/ 23 w 31"/>
                <a:gd name="T91" fmla="*/ 0 h 33"/>
                <a:gd name="T92" fmla="*/ 31 w 31"/>
                <a:gd name="T93" fmla="*/ 0 h 33"/>
                <a:gd name="T94" fmla="*/ 31 w 31"/>
                <a:gd name="T95" fmla="*/ 8 h 33"/>
                <a:gd name="T96" fmla="*/ 23 w 31"/>
                <a:gd name="T97" fmla="*/ 8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33"/>
                <a:gd name="T149" fmla="*/ 31 w 31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33">
                  <a:moveTo>
                    <a:pt x="23" y="8"/>
                  </a:moveTo>
                  <a:lnTo>
                    <a:pt x="23" y="0"/>
                  </a:lnTo>
                  <a:lnTo>
                    <a:pt x="23" y="8"/>
                  </a:lnTo>
                  <a:lnTo>
                    <a:pt x="7" y="8"/>
                  </a:lnTo>
                  <a:lnTo>
                    <a:pt x="0" y="8"/>
                  </a:lnTo>
                  <a:lnTo>
                    <a:pt x="7" y="0"/>
                  </a:lnTo>
                  <a:lnTo>
                    <a:pt x="7" y="8"/>
                  </a:lnTo>
                  <a:lnTo>
                    <a:pt x="7" y="25"/>
                  </a:lnTo>
                  <a:lnTo>
                    <a:pt x="0" y="25"/>
                  </a:lnTo>
                  <a:lnTo>
                    <a:pt x="7" y="25"/>
                  </a:lnTo>
                  <a:lnTo>
                    <a:pt x="23" y="25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7" y="33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8"/>
                  </a:lnTo>
                  <a:lnTo>
                    <a:pt x="0" y="0"/>
                  </a:lnTo>
                  <a:lnTo>
                    <a:pt x="7" y="0"/>
                  </a:lnTo>
                  <a:lnTo>
                    <a:pt x="23" y="0"/>
                  </a:lnTo>
                  <a:lnTo>
                    <a:pt x="31" y="0"/>
                  </a:lnTo>
                  <a:lnTo>
                    <a:pt x="31" y="8"/>
                  </a:lnTo>
                  <a:lnTo>
                    <a:pt x="23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8" name="Freeform 106">
              <a:extLst>
                <a:ext uri="{FF2B5EF4-FFF2-40B4-BE49-F238E27FC236}">
                  <a16:creationId xmlns:a16="http://schemas.microsoft.com/office/drawing/2014/main" id="{B2867A31-98F1-104F-DB78-B637503876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5" y="1464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9" name="Freeform 107">
              <a:extLst>
                <a:ext uri="{FF2B5EF4-FFF2-40B4-BE49-F238E27FC236}">
                  <a16:creationId xmlns:a16="http://schemas.microsoft.com/office/drawing/2014/main" id="{DE94D3E9-FCE3-7B77-4F50-C7EE0C7FDC1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538"/>
              <a:ext cx="23" cy="33"/>
            </a:xfrm>
            <a:custGeom>
              <a:avLst/>
              <a:gdLst>
                <a:gd name="T0" fmla="*/ 23 w 23"/>
                <a:gd name="T1" fmla="*/ 17 h 33"/>
                <a:gd name="T2" fmla="*/ 23 w 23"/>
                <a:gd name="T3" fmla="*/ 8 h 33"/>
                <a:gd name="T4" fmla="*/ 7 w 23"/>
                <a:gd name="T5" fmla="*/ 0 h 33"/>
                <a:gd name="T6" fmla="*/ 0 w 23"/>
                <a:gd name="T7" fmla="*/ 8 h 33"/>
                <a:gd name="T8" fmla="*/ 0 w 23"/>
                <a:gd name="T9" fmla="*/ 17 h 33"/>
                <a:gd name="T10" fmla="*/ 0 w 23"/>
                <a:gd name="T11" fmla="*/ 25 h 33"/>
                <a:gd name="T12" fmla="*/ 7 w 23"/>
                <a:gd name="T13" fmla="*/ 33 h 33"/>
                <a:gd name="T14" fmla="*/ 23 w 23"/>
                <a:gd name="T15" fmla="*/ 25 h 33"/>
                <a:gd name="T16" fmla="*/ 23 w 23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3"/>
                <a:gd name="T29" fmla="*/ 23 w 23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3">
                  <a:moveTo>
                    <a:pt x="23" y="17"/>
                  </a:moveTo>
                  <a:lnTo>
                    <a:pt x="23" y="8"/>
                  </a:lnTo>
                  <a:lnTo>
                    <a:pt x="7" y="0"/>
                  </a:lnTo>
                  <a:lnTo>
                    <a:pt x="0" y="8"/>
                  </a:lnTo>
                  <a:lnTo>
                    <a:pt x="0" y="17"/>
                  </a:lnTo>
                  <a:lnTo>
                    <a:pt x="0" y="25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0" name="Freeform 108">
              <a:extLst>
                <a:ext uri="{FF2B5EF4-FFF2-40B4-BE49-F238E27FC236}">
                  <a16:creationId xmlns:a16="http://schemas.microsoft.com/office/drawing/2014/main" id="{695A5839-545A-BE90-8EC2-0BAF1A232D48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538"/>
              <a:ext cx="31" cy="41"/>
            </a:xfrm>
            <a:custGeom>
              <a:avLst/>
              <a:gdLst>
                <a:gd name="T0" fmla="*/ 23 w 31"/>
                <a:gd name="T1" fmla="*/ 17 h 41"/>
                <a:gd name="T2" fmla="*/ 23 w 31"/>
                <a:gd name="T3" fmla="*/ 8 h 41"/>
                <a:gd name="T4" fmla="*/ 23 w 31"/>
                <a:gd name="T5" fmla="*/ 17 h 41"/>
                <a:gd name="T6" fmla="*/ 23 w 31"/>
                <a:gd name="T7" fmla="*/ 17 h 41"/>
                <a:gd name="T8" fmla="*/ 7 w 31"/>
                <a:gd name="T9" fmla="*/ 8 h 41"/>
                <a:gd name="T10" fmla="*/ 15 w 31"/>
                <a:gd name="T11" fmla="*/ 8 h 41"/>
                <a:gd name="T12" fmla="*/ 15 w 31"/>
                <a:gd name="T13" fmla="*/ 8 h 41"/>
                <a:gd name="T14" fmla="*/ 7 w 31"/>
                <a:gd name="T15" fmla="*/ 17 h 41"/>
                <a:gd name="T16" fmla="*/ 7 w 31"/>
                <a:gd name="T17" fmla="*/ 8 h 41"/>
                <a:gd name="T18" fmla="*/ 7 w 31"/>
                <a:gd name="T19" fmla="*/ 8 h 41"/>
                <a:gd name="T20" fmla="*/ 7 w 31"/>
                <a:gd name="T21" fmla="*/ 17 h 41"/>
                <a:gd name="T22" fmla="*/ 7 w 31"/>
                <a:gd name="T23" fmla="*/ 17 h 41"/>
                <a:gd name="T24" fmla="*/ 7 w 31"/>
                <a:gd name="T25" fmla="*/ 17 h 41"/>
                <a:gd name="T26" fmla="*/ 7 w 31"/>
                <a:gd name="T27" fmla="*/ 25 h 41"/>
                <a:gd name="T28" fmla="*/ 7 w 31"/>
                <a:gd name="T29" fmla="*/ 25 h 41"/>
                <a:gd name="T30" fmla="*/ 7 w 31"/>
                <a:gd name="T31" fmla="*/ 25 h 41"/>
                <a:gd name="T32" fmla="*/ 15 w 31"/>
                <a:gd name="T33" fmla="*/ 33 h 41"/>
                <a:gd name="T34" fmla="*/ 7 w 31"/>
                <a:gd name="T35" fmla="*/ 33 h 41"/>
                <a:gd name="T36" fmla="*/ 7 w 31"/>
                <a:gd name="T37" fmla="*/ 33 h 41"/>
                <a:gd name="T38" fmla="*/ 23 w 31"/>
                <a:gd name="T39" fmla="*/ 25 h 41"/>
                <a:gd name="T40" fmla="*/ 23 w 31"/>
                <a:gd name="T41" fmla="*/ 25 h 41"/>
                <a:gd name="T42" fmla="*/ 23 w 31"/>
                <a:gd name="T43" fmla="*/ 25 h 41"/>
                <a:gd name="T44" fmla="*/ 23 w 31"/>
                <a:gd name="T45" fmla="*/ 17 h 41"/>
                <a:gd name="T46" fmla="*/ 23 w 31"/>
                <a:gd name="T47" fmla="*/ 17 h 41"/>
                <a:gd name="T48" fmla="*/ 31 w 31"/>
                <a:gd name="T49" fmla="*/ 17 h 41"/>
                <a:gd name="T50" fmla="*/ 31 w 31"/>
                <a:gd name="T51" fmla="*/ 17 h 41"/>
                <a:gd name="T52" fmla="*/ 31 w 31"/>
                <a:gd name="T53" fmla="*/ 25 h 41"/>
                <a:gd name="T54" fmla="*/ 31 w 31"/>
                <a:gd name="T55" fmla="*/ 25 h 41"/>
                <a:gd name="T56" fmla="*/ 23 w 31"/>
                <a:gd name="T57" fmla="*/ 33 h 41"/>
                <a:gd name="T58" fmla="*/ 7 w 31"/>
                <a:gd name="T59" fmla="*/ 41 h 41"/>
                <a:gd name="T60" fmla="*/ 7 w 31"/>
                <a:gd name="T61" fmla="*/ 41 h 41"/>
                <a:gd name="T62" fmla="*/ 7 w 31"/>
                <a:gd name="T63" fmla="*/ 41 h 41"/>
                <a:gd name="T64" fmla="*/ 0 w 31"/>
                <a:gd name="T65" fmla="*/ 33 h 41"/>
                <a:gd name="T66" fmla="*/ 0 w 31"/>
                <a:gd name="T67" fmla="*/ 33 h 41"/>
                <a:gd name="T68" fmla="*/ 0 w 31"/>
                <a:gd name="T69" fmla="*/ 25 h 41"/>
                <a:gd name="T70" fmla="*/ 0 w 31"/>
                <a:gd name="T71" fmla="*/ 17 h 41"/>
                <a:gd name="T72" fmla="*/ 0 w 31"/>
                <a:gd name="T73" fmla="*/ 17 h 41"/>
                <a:gd name="T74" fmla="*/ 0 w 31"/>
                <a:gd name="T75" fmla="*/ 17 h 41"/>
                <a:gd name="T76" fmla="*/ 0 w 31"/>
                <a:gd name="T77" fmla="*/ 8 h 41"/>
                <a:gd name="T78" fmla="*/ 0 w 31"/>
                <a:gd name="T79" fmla="*/ 8 h 41"/>
                <a:gd name="T80" fmla="*/ 0 w 31"/>
                <a:gd name="T81" fmla="*/ 8 h 41"/>
                <a:gd name="T82" fmla="*/ 7 w 31"/>
                <a:gd name="T83" fmla="*/ 0 h 41"/>
                <a:gd name="T84" fmla="*/ 7 w 31"/>
                <a:gd name="T85" fmla="*/ 0 h 41"/>
                <a:gd name="T86" fmla="*/ 7 w 31"/>
                <a:gd name="T87" fmla="*/ 0 h 41"/>
                <a:gd name="T88" fmla="*/ 23 w 31"/>
                <a:gd name="T89" fmla="*/ 8 h 41"/>
                <a:gd name="T90" fmla="*/ 23 w 31"/>
                <a:gd name="T91" fmla="*/ 8 h 41"/>
                <a:gd name="T92" fmla="*/ 31 w 31"/>
                <a:gd name="T93" fmla="*/ 8 h 41"/>
                <a:gd name="T94" fmla="*/ 31 w 31"/>
                <a:gd name="T95" fmla="*/ 17 h 41"/>
                <a:gd name="T96" fmla="*/ 23 w 31"/>
                <a:gd name="T97" fmla="*/ 17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1"/>
                <a:gd name="T149" fmla="*/ 31 w 31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1">
                  <a:moveTo>
                    <a:pt x="23" y="17"/>
                  </a:moveTo>
                  <a:lnTo>
                    <a:pt x="23" y="8"/>
                  </a:lnTo>
                  <a:lnTo>
                    <a:pt x="23" y="17"/>
                  </a:lnTo>
                  <a:lnTo>
                    <a:pt x="7" y="8"/>
                  </a:lnTo>
                  <a:lnTo>
                    <a:pt x="15" y="8"/>
                  </a:lnTo>
                  <a:lnTo>
                    <a:pt x="7" y="17"/>
                  </a:lnTo>
                  <a:lnTo>
                    <a:pt x="7" y="8"/>
                  </a:lnTo>
                  <a:lnTo>
                    <a:pt x="7" y="17"/>
                  </a:lnTo>
                  <a:lnTo>
                    <a:pt x="7" y="25"/>
                  </a:lnTo>
                  <a:lnTo>
                    <a:pt x="15" y="33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7"/>
                  </a:lnTo>
                  <a:lnTo>
                    <a:pt x="31" y="17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7" y="41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0" y="8"/>
                  </a:lnTo>
                  <a:lnTo>
                    <a:pt x="7" y="0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17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1" name="Freeform 109">
              <a:extLst>
                <a:ext uri="{FF2B5EF4-FFF2-40B4-BE49-F238E27FC236}">
                  <a16:creationId xmlns:a16="http://schemas.microsoft.com/office/drawing/2014/main" id="{44FA0FEE-A9FB-E412-E4CF-544F4E2BD31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5" y="1555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2" name="Freeform 110">
              <a:extLst>
                <a:ext uri="{FF2B5EF4-FFF2-40B4-BE49-F238E27FC236}">
                  <a16:creationId xmlns:a16="http://schemas.microsoft.com/office/drawing/2014/main" id="{2F40D246-D673-41E9-0EDA-E6EE1E42ABF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859"/>
              <a:ext cx="23" cy="33"/>
            </a:xfrm>
            <a:custGeom>
              <a:avLst/>
              <a:gdLst>
                <a:gd name="T0" fmla="*/ 23 w 23"/>
                <a:gd name="T1" fmla="*/ 16 h 33"/>
                <a:gd name="T2" fmla="*/ 23 w 23"/>
                <a:gd name="T3" fmla="*/ 8 h 33"/>
                <a:gd name="T4" fmla="*/ 7 w 23"/>
                <a:gd name="T5" fmla="*/ 0 h 33"/>
                <a:gd name="T6" fmla="*/ 0 w 23"/>
                <a:gd name="T7" fmla="*/ 8 h 33"/>
                <a:gd name="T8" fmla="*/ 0 w 23"/>
                <a:gd name="T9" fmla="*/ 16 h 33"/>
                <a:gd name="T10" fmla="*/ 0 w 23"/>
                <a:gd name="T11" fmla="*/ 24 h 33"/>
                <a:gd name="T12" fmla="*/ 7 w 23"/>
                <a:gd name="T13" fmla="*/ 33 h 33"/>
                <a:gd name="T14" fmla="*/ 23 w 23"/>
                <a:gd name="T15" fmla="*/ 24 h 33"/>
                <a:gd name="T16" fmla="*/ 23 w 23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3"/>
                <a:gd name="T29" fmla="*/ 23 w 23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3">
                  <a:moveTo>
                    <a:pt x="23" y="16"/>
                  </a:moveTo>
                  <a:lnTo>
                    <a:pt x="23" y="8"/>
                  </a:lnTo>
                  <a:lnTo>
                    <a:pt x="7" y="0"/>
                  </a:lnTo>
                  <a:lnTo>
                    <a:pt x="0" y="8"/>
                  </a:lnTo>
                  <a:lnTo>
                    <a:pt x="0" y="16"/>
                  </a:lnTo>
                  <a:lnTo>
                    <a:pt x="0" y="24"/>
                  </a:lnTo>
                  <a:lnTo>
                    <a:pt x="7" y="33"/>
                  </a:lnTo>
                  <a:lnTo>
                    <a:pt x="23" y="24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3" name="Freeform 111">
              <a:extLst>
                <a:ext uri="{FF2B5EF4-FFF2-40B4-BE49-F238E27FC236}">
                  <a16:creationId xmlns:a16="http://schemas.microsoft.com/office/drawing/2014/main" id="{ABB81DB6-413A-6159-F80A-A49F8DA8247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859"/>
              <a:ext cx="31" cy="41"/>
            </a:xfrm>
            <a:custGeom>
              <a:avLst/>
              <a:gdLst>
                <a:gd name="T0" fmla="*/ 23 w 31"/>
                <a:gd name="T1" fmla="*/ 16 h 41"/>
                <a:gd name="T2" fmla="*/ 23 w 31"/>
                <a:gd name="T3" fmla="*/ 8 h 41"/>
                <a:gd name="T4" fmla="*/ 23 w 31"/>
                <a:gd name="T5" fmla="*/ 16 h 41"/>
                <a:gd name="T6" fmla="*/ 23 w 31"/>
                <a:gd name="T7" fmla="*/ 16 h 41"/>
                <a:gd name="T8" fmla="*/ 7 w 31"/>
                <a:gd name="T9" fmla="*/ 8 h 41"/>
                <a:gd name="T10" fmla="*/ 15 w 31"/>
                <a:gd name="T11" fmla="*/ 8 h 41"/>
                <a:gd name="T12" fmla="*/ 15 w 31"/>
                <a:gd name="T13" fmla="*/ 8 h 41"/>
                <a:gd name="T14" fmla="*/ 7 w 31"/>
                <a:gd name="T15" fmla="*/ 16 h 41"/>
                <a:gd name="T16" fmla="*/ 7 w 31"/>
                <a:gd name="T17" fmla="*/ 8 h 41"/>
                <a:gd name="T18" fmla="*/ 7 w 31"/>
                <a:gd name="T19" fmla="*/ 8 h 41"/>
                <a:gd name="T20" fmla="*/ 7 w 31"/>
                <a:gd name="T21" fmla="*/ 16 h 41"/>
                <a:gd name="T22" fmla="*/ 7 w 31"/>
                <a:gd name="T23" fmla="*/ 16 h 41"/>
                <a:gd name="T24" fmla="*/ 7 w 31"/>
                <a:gd name="T25" fmla="*/ 16 h 41"/>
                <a:gd name="T26" fmla="*/ 7 w 31"/>
                <a:gd name="T27" fmla="*/ 24 h 41"/>
                <a:gd name="T28" fmla="*/ 7 w 31"/>
                <a:gd name="T29" fmla="*/ 24 h 41"/>
                <a:gd name="T30" fmla="*/ 7 w 31"/>
                <a:gd name="T31" fmla="*/ 24 h 41"/>
                <a:gd name="T32" fmla="*/ 15 w 31"/>
                <a:gd name="T33" fmla="*/ 33 h 41"/>
                <a:gd name="T34" fmla="*/ 7 w 31"/>
                <a:gd name="T35" fmla="*/ 33 h 41"/>
                <a:gd name="T36" fmla="*/ 7 w 31"/>
                <a:gd name="T37" fmla="*/ 33 h 41"/>
                <a:gd name="T38" fmla="*/ 23 w 31"/>
                <a:gd name="T39" fmla="*/ 24 h 41"/>
                <a:gd name="T40" fmla="*/ 23 w 31"/>
                <a:gd name="T41" fmla="*/ 24 h 41"/>
                <a:gd name="T42" fmla="*/ 23 w 31"/>
                <a:gd name="T43" fmla="*/ 24 h 41"/>
                <a:gd name="T44" fmla="*/ 23 w 31"/>
                <a:gd name="T45" fmla="*/ 16 h 41"/>
                <a:gd name="T46" fmla="*/ 23 w 31"/>
                <a:gd name="T47" fmla="*/ 16 h 41"/>
                <a:gd name="T48" fmla="*/ 31 w 31"/>
                <a:gd name="T49" fmla="*/ 16 h 41"/>
                <a:gd name="T50" fmla="*/ 31 w 31"/>
                <a:gd name="T51" fmla="*/ 16 h 41"/>
                <a:gd name="T52" fmla="*/ 31 w 31"/>
                <a:gd name="T53" fmla="*/ 24 h 41"/>
                <a:gd name="T54" fmla="*/ 31 w 31"/>
                <a:gd name="T55" fmla="*/ 24 h 41"/>
                <a:gd name="T56" fmla="*/ 23 w 31"/>
                <a:gd name="T57" fmla="*/ 33 h 41"/>
                <a:gd name="T58" fmla="*/ 7 w 31"/>
                <a:gd name="T59" fmla="*/ 41 h 41"/>
                <a:gd name="T60" fmla="*/ 7 w 31"/>
                <a:gd name="T61" fmla="*/ 41 h 41"/>
                <a:gd name="T62" fmla="*/ 7 w 31"/>
                <a:gd name="T63" fmla="*/ 41 h 41"/>
                <a:gd name="T64" fmla="*/ 0 w 31"/>
                <a:gd name="T65" fmla="*/ 33 h 41"/>
                <a:gd name="T66" fmla="*/ 0 w 31"/>
                <a:gd name="T67" fmla="*/ 33 h 41"/>
                <a:gd name="T68" fmla="*/ 0 w 31"/>
                <a:gd name="T69" fmla="*/ 24 h 41"/>
                <a:gd name="T70" fmla="*/ 0 w 31"/>
                <a:gd name="T71" fmla="*/ 16 h 41"/>
                <a:gd name="T72" fmla="*/ 0 w 31"/>
                <a:gd name="T73" fmla="*/ 16 h 41"/>
                <a:gd name="T74" fmla="*/ 0 w 31"/>
                <a:gd name="T75" fmla="*/ 16 h 41"/>
                <a:gd name="T76" fmla="*/ 0 w 31"/>
                <a:gd name="T77" fmla="*/ 8 h 41"/>
                <a:gd name="T78" fmla="*/ 0 w 31"/>
                <a:gd name="T79" fmla="*/ 8 h 41"/>
                <a:gd name="T80" fmla="*/ 0 w 31"/>
                <a:gd name="T81" fmla="*/ 8 h 41"/>
                <a:gd name="T82" fmla="*/ 7 w 31"/>
                <a:gd name="T83" fmla="*/ 0 h 41"/>
                <a:gd name="T84" fmla="*/ 7 w 31"/>
                <a:gd name="T85" fmla="*/ 0 h 41"/>
                <a:gd name="T86" fmla="*/ 7 w 31"/>
                <a:gd name="T87" fmla="*/ 0 h 41"/>
                <a:gd name="T88" fmla="*/ 23 w 31"/>
                <a:gd name="T89" fmla="*/ 8 h 41"/>
                <a:gd name="T90" fmla="*/ 23 w 31"/>
                <a:gd name="T91" fmla="*/ 8 h 41"/>
                <a:gd name="T92" fmla="*/ 31 w 31"/>
                <a:gd name="T93" fmla="*/ 8 h 41"/>
                <a:gd name="T94" fmla="*/ 31 w 31"/>
                <a:gd name="T95" fmla="*/ 16 h 41"/>
                <a:gd name="T96" fmla="*/ 23 w 31"/>
                <a:gd name="T97" fmla="*/ 16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1"/>
                <a:gd name="T149" fmla="*/ 31 w 31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1">
                  <a:moveTo>
                    <a:pt x="23" y="16"/>
                  </a:moveTo>
                  <a:lnTo>
                    <a:pt x="23" y="8"/>
                  </a:lnTo>
                  <a:lnTo>
                    <a:pt x="23" y="16"/>
                  </a:lnTo>
                  <a:lnTo>
                    <a:pt x="7" y="8"/>
                  </a:lnTo>
                  <a:lnTo>
                    <a:pt x="15" y="8"/>
                  </a:lnTo>
                  <a:lnTo>
                    <a:pt x="7" y="16"/>
                  </a:lnTo>
                  <a:lnTo>
                    <a:pt x="7" y="8"/>
                  </a:lnTo>
                  <a:lnTo>
                    <a:pt x="7" y="16"/>
                  </a:lnTo>
                  <a:lnTo>
                    <a:pt x="7" y="24"/>
                  </a:lnTo>
                  <a:lnTo>
                    <a:pt x="15" y="33"/>
                  </a:lnTo>
                  <a:lnTo>
                    <a:pt x="7" y="33"/>
                  </a:lnTo>
                  <a:lnTo>
                    <a:pt x="23" y="24"/>
                  </a:lnTo>
                  <a:lnTo>
                    <a:pt x="23" y="16"/>
                  </a:lnTo>
                  <a:lnTo>
                    <a:pt x="31" y="16"/>
                  </a:lnTo>
                  <a:lnTo>
                    <a:pt x="31" y="24"/>
                  </a:lnTo>
                  <a:lnTo>
                    <a:pt x="23" y="33"/>
                  </a:lnTo>
                  <a:lnTo>
                    <a:pt x="7" y="41"/>
                  </a:lnTo>
                  <a:lnTo>
                    <a:pt x="0" y="33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0" y="8"/>
                  </a:lnTo>
                  <a:lnTo>
                    <a:pt x="7" y="0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16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4" name="Freeform 112">
              <a:extLst>
                <a:ext uri="{FF2B5EF4-FFF2-40B4-BE49-F238E27FC236}">
                  <a16:creationId xmlns:a16="http://schemas.microsoft.com/office/drawing/2014/main" id="{DC73C92A-3F00-DA6E-FF56-C3334301AF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5" y="1875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5" name="Freeform 113">
              <a:extLst>
                <a:ext uri="{FF2B5EF4-FFF2-40B4-BE49-F238E27FC236}">
                  <a16:creationId xmlns:a16="http://schemas.microsoft.com/office/drawing/2014/main" id="{33A98BDC-86E9-7779-AB6D-A42D150E86D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957"/>
              <a:ext cx="23" cy="33"/>
            </a:xfrm>
            <a:custGeom>
              <a:avLst/>
              <a:gdLst>
                <a:gd name="T0" fmla="*/ 23 w 23"/>
                <a:gd name="T1" fmla="*/ 17 h 33"/>
                <a:gd name="T2" fmla="*/ 23 w 23"/>
                <a:gd name="T3" fmla="*/ 9 h 33"/>
                <a:gd name="T4" fmla="*/ 7 w 23"/>
                <a:gd name="T5" fmla="*/ 0 h 33"/>
                <a:gd name="T6" fmla="*/ 0 w 23"/>
                <a:gd name="T7" fmla="*/ 9 h 33"/>
                <a:gd name="T8" fmla="*/ 0 w 23"/>
                <a:gd name="T9" fmla="*/ 17 h 33"/>
                <a:gd name="T10" fmla="*/ 0 w 23"/>
                <a:gd name="T11" fmla="*/ 33 h 33"/>
                <a:gd name="T12" fmla="*/ 7 w 23"/>
                <a:gd name="T13" fmla="*/ 33 h 33"/>
                <a:gd name="T14" fmla="*/ 23 w 23"/>
                <a:gd name="T15" fmla="*/ 33 h 33"/>
                <a:gd name="T16" fmla="*/ 23 w 23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3"/>
                <a:gd name="T29" fmla="*/ 23 w 23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3">
                  <a:moveTo>
                    <a:pt x="23" y="17"/>
                  </a:moveTo>
                  <a:lnTo>
                    <a:pt x="23" y="9"/>
                  </a:lnTo>
                  <a:lnTo>
                    <a:pt x="7" y="0"/>
                  </a:lnTo>
                  <a:lnTo>
                    <a:pt x="0" y="9"/>
                  </a:lnTo>
                  <a:lnTo>
                    <a:pt x="0" y="17"/>
                  </a:lnTo>
                  <a:lnTo>
                    <a:pt x="0" y="33"/>
                  </a:lnTo>
                  <a:lnTo>
                    <a:pt x="7" y="33"/>
                  </a:lnTo>
                  <a:lnTo>
                    <a:pt x="23" y="33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6" name="Freeform 114">
              <a:extLst>
                <a:ext uri="{FF2B5EF4-FFF2-40B4-BE49-F238E27FC236}">
                  <a16:creationId xmlns:a16="http://schemas.microsoft.com/office/drawing/2014/main" id="{EEDC5786-789A-60F6-951C-20D78E9C866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957"/>
              <a:ext cx="31" cy="41"/>
            </a:xfrm>
            <a:custGeom>
              <a:avLst/>
              <a:gdLst>
                <a:gd name="T0" fmla="*/ 23 w 31"/>
                <a:gd name="T1" fmla="*/ 17 h 41"/>
                <a:gd name="T2" fmla="*/ 23 w 31"/>
                <a:gd name="T3" fmla="*/ 9 h 41"/>
                <a:gd name="T4" fmla="*/ 23 w 31"/>
                <a:gd name="T5" fmla="*/ 17 h 41"/>
                <a:gd name="T6" fmla="*/ 23 w 31"/>
                <a:gd name="T7" fmla="*/ 17 h 41"/>
                <a:gd name="T8" fmla="*/ 7 w 31"/>
                <a:gd name="T9" fmla="*/ 9 h 41"/>
                <a:gd name="T10" fmla="*/ 15 w 31"/>
                <a:gd name="T11" fmla="*/ 9 h 41"/>
                <a:gd name="T12" fmla="*/ 15 w 31"/>
                <a:gd name="T13" fmla="*/ 9 h 41"/>
                <a:gd name="T14" fmla="*/ 7 w 31"/>
                <a:gd name="T15" fmla="*/ 17 h 41"/>
                <a:gd name="T16" fmla="*/ 7 w 31"/>
                <a:gd name="T17" fmla="*/ 9 h 41"/>
                <a:gd name="T18" fmla="*/ 7 w 31"/>
                <a:gd name="T19" fmla="*/ 9 h 41"/>
                <a:gd name="T20" fmla="*/ 7 w 31"/>
                <a:gd name="T21" fmla="*/ 17 h 41"/>
                <a:gd name="T22" fmla="*/ 7 w 31"/>
                <a:gd name="T23" fmla="*/ 17 h 41"/>
                <a:gd name="T24" fmla="*/ 7 w 31"/>
                <a:gd name="T25" fmla="*/ 17 h 41"/>
                <a:gd name="T26" fmla="*/ 7 w 31"/>
                <a:gd name="T27" fmla="*/ 33 h 41"/>
                <a:gd name="T28" fmla="*/ 0 w 31"/>
                <a:gd name="T29" fmla="*/ 33 h 41"/>
                <a:gd name="T30" fmla="*/ 0 w 31"/>
                <a:gd name="T31" fmla="*/ 33 h 41"/>
                <a:gd name="T32" fmla="*/ 7 w 31"/>
                <a:gd name="T33" fmla="*/ 33 h 41"/>
                <a:gd name="T34" fmla="*/ 7 w 31"/>
                <a:gd name="T35" fmla="*/ 33 h 41"/>
                <a:gd name="T36" fmla="*/ 7 w 31"/>
                <a:gd name="T37" fmla="*/ 33 h 41"/>
                <a:gd name="T38" fmla="*/ 23 w 31"/>
                <a:gd name="T39" fmla="*/ 33 h 41"/>
                <a:gd name="T40" fmla="*/ 23 w 31"/>
                <a:gd name="T41" fmla="*/ 33 h 41"/>
                <a:gd name="T42" fmla="*/ 23 w 31"/>
                <a:gd name="T43" fmla="*/ 33 h 41"/>
                <a:gd name="T44" fmla="*/ 23 w 31"/>
                <a:gd name="T45" fmla="*/ 17 h 41"/>
                <a:gd name="T46" fmla="*/ 23 w 31"/>
                <a:gd name="T47" fmla="*/ 17 h 41"/>
                <a:gd name="T48" fmla="*/ 31 w 31"/>
                <a:gd name="T49" fmla="*/ 17 h 41"/>
                <a:gd name="T50" fmla="*/ 31 w 31"/>
                <a:gd name="T51" fmla="*/ 17 h 41"/>
                <a:gd name="T52" fmla="*/ 31 w 31"/>
                <a:gd name="T53" fmla="*/ 33 h 41"/>
                <a:gd name="T54" fmla="*/ 31 w 31"/>
                <a:gd name="T55" fmla="*/ 33 h 41"/>
                <a:gd name="T56" fmla="*/ 23 w 31"/>
                <a:gd name="T57" fmla="*/ 41 h 41"/>
                <a:gd name="T58" fmla="*/ 7 w 31"/>
                <a:gd name="T59" fmla="*/ 41 h 41"/>
                <a:gd name="T60" fmla="*/ 7 w 31"/>
                <a:gd name="T61" fmla="*/ 41 h 41"/>
                <a:gd name="T62" fmla="*/ 7 w 31"/>
                <a:gd name="T63" fmla="*/ 41 h 41"/>
                <a:gd name="T64" fmla="*/ 0 w 31"/>
                <a:gd name="T65" fmla="*/ 41 h 41"/>
                <a:gd name="T66" fmla="*/ 0 w 31"/>
                <a:gd name="T67" fmla="*/ 41 h 41"/>
                <a:gd name="T68" fmla="*/ 0 w 31"/>
                <a:gd name="T69" fmla="*/ 33 h 41"/>
                <a:gd name="T70" fmla="*/ 0 w 31"/>
                <a:gd name="T71" fmla="*/ 17 h 41"/>
                <a:gd name="T72" fmla="*/ 0 w 31"/>
                <a:gd name="T73" fmla="*/ 17 h 41"/>
                <a:gd name="T74" fmla="*/ 0 w 31"/>
                <a:gd name="T75" fmla="*/ 17 h 41"/>
                <a:gd name="T76" fmla="*/ 0 w 31"/>
                <a:gd name="T77" fmla="*/ 9 h 41"/>
                <a:gd name="T78" fmla="*/ 0 w 31"/>
                <a:gd name="T79" fmla="*/ 9 h 41"/>
                <a:gd name="T80" fmla="*/ 0 w 31"/>
                <a:gd name="T81" fmla="*/ 9 h 41"/>
                <a:gd name="T82" fmla="*/ 7 w 31"/>
                <a:gd name="T83" fmla="*/ 0 h 41"/>
                <a:gd name="T84" fmla="*/ 7 w 31"/>
                <a:gd name="T85" fmla="*/ 0 h 41"/>
                <a:gd name="T86" fmla="*/ 7 w 31"/>
                <a:gd name="T87" fmla="*/ 0 h 41"/>
                <a:gd name="T88" fmla="*/ 23 w 31"/>
                <a:gd name="T89" fmla="*/ 9 h 41"/>
                <a:gd name="T90" fmla="*/ 23 w 31"/>
                <a:gd name="T91" fmla="*/ 9 h 41"/>
                <a:gd name="T92" fmla="*/ 31 w 31"/>
                <a:gd name="T93" fmla="*/ 9 h 41"/>
                <a:gd name="T94" fmla="*/ 31 w 31"/>
                <a:gd name="T95" fmla="*/ 17 h 41"/>
                <a:gd name="T96" fmla="*/ 23 w 31"/>
                <a:gd name="T97" fmla="*/ 17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1"/>
                <a:gd name="T149" fmla="*/ 31 w 31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1">
                  <a:moveTo>
                    <a:pt x="23" y="17"/>
                  </a:moveTo>
                  <a:lnTo>
                    <a:pt x="23" y="9"/>
                  </a:lnTo>
                  <a:lnTo>
                    <a:pt x="23" y="17"/>
                  </a:lnTo>
                  <a:lnTo>
                    <a:pt x="7" y="9"/>
                  </a:lnTo>
                  <a:lnTo>
                    <a:pt x="15" y="9"/>
                  </a:lnTo>
                  <a:lnTo>
                    <a:pt x="7" y="17"/>
                  </a:lnTo>
                  <a:lnTo>
                    <a:pt x="7" y="9"/>
                  </a:lnTo>
                  <a:lnTo>
                    <a:pt x="7" y="17"/>
                  </a:lnTo>
                  <a:lnTo>
                    <a:pt x="7" y="33"/>
                  </a:lnTo>
                  <a:lnTo>
                    <a:pt x="0" y="33"/>
                  </a:lnTo>
                  <a:lnTo>
                    <a:pt x="7" y="33"/>
                  </a:lnTo>
                  <a:lnTo>
                    <a:pt x="23" y="33"/>
                  </a:lnTo>
                  <a:lnTo>
                    <a:pt x="23" y="17"/>
                  </a:lnTo>
                  <a:lnTo>
                    <a:pt x="31" y="17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7" y="41"/>
                  </a:lnTo>
                  <a:lnTo>
                    <a:pt x="0" y="41"/>
                  </a:lnTo>
                  <a:lnTo>
                    <a:pt x="0" y="33"/>
                  </a:lnTo>
                  <a:lnTo>
                    <a:pt x="0" y="17"/>
                  </a:lnTo>
                  <a:lnTo>
                    <a:pt x="0" y="9"/>
                  </a:lnTo>
                  <a:lnTo>
                    <a:pt x="7" y="0"/>
                  </a:lnTo>
                  <a:lnTo>
                    <a:pt x="23" y="9"/>
                  </a:lnTo>
                  <a:lnTo>
                    <a:pt x="31" y="9"/>
                  </a:lnTo>
                  <a:lnTo>
                    <a:pt x="31" y="17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7" name="Freeform 115">
              <a:extLst>
                <a:ext uri="{FF2B5EF4-FFF2-40B4-BE49-F238E27FC236}">
                  <a16:creationId xmlns:a16="http://schemas.microsoft.com/office/drawing/2014/main" id="{118CBC88-5C04-4C5C-B415-1B7146F4137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5" y="1974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8" name="Freeform 116">
              <a:extLst>
                <a:ext uri="{FF2B5EF4-FFF2-40B4-BE49-F238E27FC236}">
                  <a16:creationId xmlns:a16="http://schemas.microsoft.com/office/drawing/2014/main" id="{CD038B7D-4C83-D4B9-2A34-EF7F7F43E718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3" y="2114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23 w 31"/>
                <a:gd name="T3" fmla="*/ 8 h 32"/>
                <a:gd name="T4" fmla="*/ 16 w 31"/>
                <a:gd name="T5" fmla="*/ 0 h 32"/>
                <a:gd name="T6" fmla="*/ 8 w 31"/>
                <a:gd name="T7" fmla="*/ 8 h 32"/>
                <a:gd name="T8" fmla="*/ 0 w 31"/>
                <a:gd name="T9" fmla="*/ 16 h 32"/>
                <a:gd name="T10" fmla="*/ 8 w 31"/>
                <a:gd name="T11" fmla="*/ 24 h 32"/>
                <a:gd name="T12" fmla="*/ 16 w 31"/>
                <a:gd name="T13" fmla="*/ 32 h 32"/>
                <a:gd name="T14" fmla="*/ 23 w 31"/>
                <a:gd name="T15" fmla="*/ 24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24"/>
                  </a:lnTo>
                  <a:lnTo>
                    <a:pt x="16" y="32"/>
                  </a:lnTo>
                  <a:lnTo>
                    <a:pt x="23" y="24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9" name="Freeform 117">
              <a:extLst>
                <a:ext uri="{FF2B5EF4-FFF2-40B4-BE49-F238E27FC236}">
                  <a16:creationId xmlns:a16="http://schemas.microsoft.com/office/drawing/2014/main" id="{2A88F7F6-1084-B59B-B58E-3DECF5AA5A7E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3" y="2114"/>
              <a:ext cx="39" cy="41"/>
            </a:xfrm>
            <a:custGeom>
              <a:avLst/>
              <a:gdLst>
                <a:gd name="T0" fmla="*/ 31 w 39"/>
                <a:gd name="T1" fmla="*/ 24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4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24 h 41"/>
                <a:gd name="T28" fmla="*/ 16 w 39"/>
                <a:gd name="T29" fmla="*/ 24 h 41"/>
                <a:gd name="T30" fmla="*/ 16 w 39"/>
                <a:gd name="T31" fmla="*/ 24 h 41"/>
                <a:gd name="T32" fmla="*/ 23 w 39"/>
                <a:gd name="T33" fmla="*/ 32 h 41"/>
                <a:gd name="T34" fmla="*/ 16 w 39"/>
                <a:gd name="T35" fmla="*/ 32 h 41"/>
                <a:gd name="T36" fmla="*/ 16 w 39"/>
                <a:gd name="T37" fmla="*/ 32 h 41"/>
                <a:gd name="T38" fmla="*/ 23 w 39"/>
                <a:gd name="T39" fmla="*/ 24 h 41"/>
                <a:gd name="T40" fmla="*/ 23 w 39"/>
                <a:gd name="T41" fmla="*/ 24 h 41"/>
                <a:gd name="T42" fmla="*/ 23 w 39"/>
                <a:gd name="T43" fmla="*/ 24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24 h 41"/>
                <a:gd name="T50" fmla="*/ 39 w 39"/>
                <a:gd name="T51" fmla="*/ 24 h 41"/>
                <a:gd name="T52" fmla="*/ 31 w 39"/>
                <a:gd name="T53" fmla="*/ 32 h 41"/>
                <a:gd name="T54" fmla="*/ 31 w 39"/>
                <a:gd name="T55" fmla="*/ 32 h 41"/>
                <a:gd name="T56" fmla="*/ 31 w 39"/>
                <a:gd name="T57" fmla="*/ 32 h 41"/>
                <a:gd name="T58" fmla="*/ 23 w 39"/>
                <a:gd name="T59" fmla="*/ 41 h 41"/>
                <a:gd name="T60" fmla="*/ 23 w 39"/>
                <a:gd name="T61" fmla="*/ 41 h 41"/>
                <a:gd name="T62" fmla="*/ 16 w 39"/>
                <a:gd name="T63" fmla="*/ 41 h 41"/>
                <a:gd name="T64" fmla="*/ 8 w 39"/>
                <a:gd name="T65" fmla="*/ 32 h 41"/>
                <a:gd name="T66" fmla="*/ 8 w 39"/>
                <a:gd name="T67" fmla="*/ 32 h 41"/>
                <a:gd name="T68" fmla="*/ 8 w 39"/>
                <a:gd name="T69" fmla="*/ 32 h 41"/>
                <a:gd name="T70" fmla="*/ 0 w 39"/>
                <a:gd name="T71" fmla="*/ 24 h 41"/>
                <a:gd name="T72" fmla="*/ 0 w 39"/>
                <a:gd name="T73" fmla="*/ 24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4"/>
                  </a:moveTo>
                  <a:lnTo>
                    <a:pt x="23" y="16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6"/>
                  </a:lnTo>
                  <a:lnTo>
                    <a:pt x="8" y="24"/>
                  </a:lnTo>
                  <a:lnTo>
                    <a:pt x="8" y="16"/>
                  </a:lnTo>
                  <a:lnTo>
                    <a:pt x="16" y="24"/>
                  </a:lnTo>
                  <a:lnTo>
                    <a:pt x="23" y="32"/>
                  </a:lnTo>
                  <a:lnTo>
                    <a:pt x="16" y="32"/>
                  </a:lnTo>
                  <a:lnTo>
                    <a:pt x="23" y="24"/>
                  </a:lnTo>
                  <a:lnTo>
                    <a:pt x="31" y="16"/>
                  </a:lnTo>
                  <a:lnTo>
                    <a:pt x="39" y="24"/>
                  </a:lnTo>
                  <a:lnTo>
                    <a:pt x="31" y="32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32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0" name="Freeform 118">
              <a:extLst>
                <a:ext uri="{FF2B5EF4-FFF2-40B4-BE49-F238E27FC236}">
                  <a16:creationId xmlns:a16="http://schemas.microsoft.com/office/drawing/2014/main" id="{B7226CCE-E921-83E8-A93B-FE8D46E8D53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14" y="2130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1" name="Freeform 119">
              <a:extLst>
                <a:ext uri="{FF2B5EF4-FFF2-40B4-BE49-F238E27FC236}">
                  <a16:creationId xmlns:a16="http://schemas.microsoft.com/office/drawing/2014/main" id="{F02501EA-298B-C6DE-4281-C4317B482FA1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" y="2114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31 w 31"/>
                <a:gd name="T3" fmla="*/ 8 h 32"/>
                <a:gd name="T4" fmla="*/ 16 w 31"/>
                <a:gd name="T5" fmla="*/ 0 h 32"/>
                <a:gd name="T6" fmla="*/ 8 w 31"/>
                <a:gd name="T7" fmla="*/ 8 h 32"/>
                <a:gd name="T8" fmla="*/ 0 w 31"/>
                <a:gd name="T9" fmla="*/ 16 h 32"/>
                <a:gd name="T10" fmla="*/ 8 w 31"/>
                <a:gd name="T11" fmla="*/ 24 h 32"/>
                <a:gd name="T12" fmla="*/ 16 w 31"/>
                <a:gd name="T13" fmla="*/ 32 h 32"/>
                <a:gd name="T14" fmla="*/ 31 w 31"/>
                <a:gd name="T15" fmla="*/ 24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31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24"/>
                  </a:lnTo>
                  <a:lnTo>
                    <a:pt x="16" y="32"/>
                  </a:lnTo>
                  <a:lnTo>
                    <a:pt x="31" y="24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2" name="Freeform 120">
              <a:extLst>
                <a:ext uri="{FF2B5EF4-FFF2-40B4-BE49-F238E27FC236}">
                  <a16:creationId xmlns:a16="http://schemas.microsoft.com/office/drawing/2014/main" id="{3D0C298C-691D-95CD-EE40-A974DD073A8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" y="2114"/>
              <a:ext cx="39" cy="41"/>
            </a:xfrm>
            <a:custGeom>
              <a:avLst/>
              <a:gdLst>
                <a:gd name="T0" fmla="*/ 31 w 39"/>
                <a:gd name="T1" fmla="*/ 16 h 41"/>
                <a:gd name="T2" fmla="*/ 31 w 39"/>
                <a:gd name="T3" fmla="*/ 8 h 41"/>
                <a:gd name="T4" fmla="*/ 31 w 39"/>
                <a:gd name="T5" fmla="*/ 16 h 41"/>
                <a:gd name="T6" fmla="*/ 31 w 39"/>
                <a:gd name="T7" fmla="*/ 16 h 41"/>
                <a:gd name="T8" fmla="*/ 16 w 39"/>
                <a:gd name="T9" fmla="*/ 8 h 41"/>
                <a:gd name="T10" fmla="*/ 24 w 39"/>
                <a:gd name="T11" fmla="*/ 8 h 41"/>
                <a:gd name="T12" fmla="*/ 24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4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24 h 41"/>
                <a:gd name="T28" fmla="*/ 16 w 39"/>
                <a:gd name="T29" fmla="*/ 24 h 41"/>
                <a:gd name="T30" fmla="*/ 16 w 39"/>
                <a:gd name="T31" fmla="*/ 24 h 41"/>
                <a:gd name="T32" fmla="*/ 24 w 39"/>
                <a:gd name="T33" fmla="*/ 32 h 41"/>
                <a:gd name="T34" fmla="*/ 16 w 39"/>
                <a:gd name="T35" fmla="*/ 32 h 41"/>
                <a:gd name="T36" fmla="*/ 16 w 39"/>
                <a:gd name="T37" fmla="*/ 32 h 41"/>
                <a:gd name="T38" fmla="*/ 31 w 39"/>
                <a:gd name="T39" fmla="*/ 24 h 41"/>
                <a:gd name="T40" fmla="*/ 31 w 39"/>
                <a:gd name="T41" fmla="*/ 24 h 41"/>
                <a:gd name="T42" fmla="*/ 31 w 39"/>
                <a:gd name="T43" fmla="*/ 24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16 h 41"/>
                <a:gd name="T50" fmla="*/ 39 w 39"/>
                <a:gd name="T51" fmla="*/ 16 h 41"/>
                <a:gd name="T52" fmla="*/ 39 w 39"/>
                <a:gd name="T53" fmla="*/ 24 h 41"/>
                <a:gd name="T54" fmla="*/ 39 w 39"/>
                <a:gd name="T55" fmla="*/ 24 h 41"/>
                <a:gd name="T56" fmla="*/ 31 w 39"/>
                <a:gd name="T57" fmla="*/ 32 h 41"/>
                <a:gd name="T58" fmla="*/ 16 w 39"/>
                <a:gd name="T59" fmla="*/ 41 h 41"/>
                <a:gd name="T60" fmla="*/ 16 w 39"/>
                <a:gd name="T61" fmla="*/ 41 h 41"/>
                <a:gd name="T62" fmla="*/ 16 w 39"/>
                <a:gd name="T63" fmla="*/ 41 h 41"/>
                <a:gd name="T64" fmla="*/ 8 w 39"/>
                <a:gd name="T65" fmla="*/ 32 h 41"/>
                <a:gd name="T66" fmla="*/ 8 w 39"/>
                <a:gd name="T67" fmla="*/ 32 h 41"/>
                <a:gd name="T68" fmla="*/ 8 w 39"/>
                <a:gd name="T69" fmla="*/ 32 h 41"/>
                <a:gd name="T70" fmla="*/ 0 w 39"/>
                <a:gd name="T71" fmla="*/ 24 h 41"/>
                <a:gd name="T72" fmla="*/ 0 w 39"/>
                <a:gd name="T73" fmla="*/ 24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16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9 w 39"/>
                <a:gd name="T93" fmla="*/ 8 h 41"/>
                <a:gd name="T94" fmla="*/ 39 w 39"/>
                <a:gd name="T95" fmla="*/ 16 h 41"/>
                <a:gd name="T96" fmla="*/ 31 w 39"/>
                <a:gd name="T97" fmla="*/ 16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16"/>
                  </a:moveTo>
                  <a:lnTo>
                    <a:pt x="31" y="8"/>
                  </a:lnTo>
                  <a:lnTo>
                    <a:pt x="31" y="16"/>
                  </a:lnTo>
                  <a:lnTo>
                    <a:pt x="16" y="8"/>
                  </a:lnTo>
                  <a:lnTo>
                    <a:pt x="24" y="8"/>
                  </a:lnTo>
                  <a:lnTo>
                    <a:pt x="16" y="16"/>
                  </a:lnTo>
                  <a:lnTo>
                    <a:pt x="8" y="24"/>
                  </a:lnTo>
                  <a:lnTo>
                    <a:pt x="8" y="16"/>
                  </a:lnTo>
                  <a:lnTo>
                    <a:pt x="16" y="24"/>
                  </a:lnTo>
                  <a:lnTo>
                    <a:pt x="24" y="32"/>
                  </a:lnTo>
                  <a:lnTo>
                    <a:pt x="16" y="32"/>
                  </a:lnTo>
                  <a:lnTo>
                    <a:pt x="31" y="24"/>
                  </a:lnTo>
                  <a:lnTo>
                    <a:pt x="31" y="16"/>
                  </a:lnTo>
                  <a:lnTo>
                    <a:pt x="39" y="16"/>
                  </a:lnTo>
                  <a:lnTo>
                    <a:pt x="39" y="24"/>
                  </a:lnTo>
                  <a:lnTo>
                    <a:pt x="31" y="32"/>
                  </a:lnTo>
                  <a:lnTo>
                    <a:pt x="16" y="41"/>
                  </a:lnTo>
                  <a:lnTo>
                    <a:pt x="8" y="32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31" y="8"/>
                  </a:lnTo>
                  <a:lnTo>
                    <a:pt x="39" y="8"/>
                  </a:lnTo>
                  <a:lnTo>
                    <a:pt x="39" y="16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3" name="Freeform 121">
              <a:extLst>
                <a:ext uri="{FF2B5EF4-FFF2-40B4-BE49-F238E27FC236}">
                  <a16:creationId xmlns:a16="http://schemas.microsoft.com/office/drawing/2014/main" id="{ABAB5FF1-92E2-23CB-3269-CE4F313080CF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1" y="2130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4" name="Freeform 122">
              <a:extLst>
                <a:ext uri="{FF2B5EF4-FFF2-40B4-BE49-F238E27FC236}">
                  <a16:creationId xmlns:a16="http://schemas.microsoft.com/office/drawing/2014/main" id="{B42FE9FB-2094-EB38-5AE4-4D57DE8ECD6E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957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9 h 33"/>
                <a:gd name="T4" fmla="*/ 15 w 31"/>
                <a:gd name="T5" fmla="*/ 0 h 33"/>
                <a:gd name="T6" fmla="*/ 0 w 31"/>
                <a:gd name="T7" fmla="*/ 9 h 33"/>
                <a:gd name="T8" fmla="*/ 0 w 31"/>
                <a:gd name="T9" fmla="*/ 17 h 33"/>
                <a:gd name="T10" fmla="*/ 0 w 31"/>
                <a:gd name="T11" fmla="*/ 33 h 33"/>
                <a:gd name="T12" fmla="*/ 15 w 31"/>
                <a:gd name="T13" fmla="*/ 33 h 33"/>
                <a:gd name="T14" fmla="*/ 23 w 31"/>
                <a:gd name="T15" fmla="*/ 33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9"/>
                  </a:lnTo>
                  <a:lnTo>
                    <a:pt x="15" y="0"/>
                  </a:lnTo>
                  <a:lnTo>
                    <a:pt x="0" y="9"/>
                  </a:lnTo>
                  <a:lnTo>
                    <a:pt x="0" y="17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5" name="Freeform 123">
              <a:extLst>
                <a:ext uri="{FF2B5EF4-FFF2-40B4-BE49-F238E27FC236}">
                  <a16:creationId xmlns:a16="http://schemas.microsoft.com/office/drawing/2014/main" id="{40FD0F41-A8ED-521C-1105-E0B99F1937E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957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7 h 41"/>
                <a:gd name="T4" fmla="*/ 23 w 39"/>
                <a:gd name="T5" fmla="*/ 17 h 41"/>
                <a:gd name="T6" fmla="*/ 23 w 39"/>
                <a:gd name="T7" fmla="*/ 17 h 41"/>
                <a:gd name="T8" fmla="*/ 15 w 39"/>
                <a:gd name="T9" fmla="*/ 9 h 41"/>
                <a:gd name="T10" fmla="*/ 15 w 39"/>
                <a:gd name="T11" fmla="*/ 9 h 41"/>
                <a:gd name="T12" fmla="*/ 15 w 39"/>
                <a:gd name="T13" fmla="*/ 9 h 41"/>
                <a:gd name="T14" fmla="*/ 0 w 39"/>
                <a:gd name="T15" fmla="*/ 17 h 41"/>
                <a:gd name="T16" fmla="*/ 8 w 39"/>
                <a:gd name="T17" fmla="*/ 9 h 41"/>
                <a:gd name="T18" fmla="*/ 8 w 39"/>
                <a:gd name="T19" fmla="*/ 9 h 41"/>
                <a:gd name="T20" fmla="*/ 8 w 39"/>
                <a:gd name="T21" fmla="*/ 17 h 41"/>
                <a:gd name="T22" fmla="*/ 8 w 39"/>
                <a:gd name="T23" fmla="*/ 17 h 41"/>
                <a:gd name="T24" fmla="*/ 8 w 39"/>
                <a:gd name="T25" fmla="*/ 17 h 41"/>
                <a:gd name="T26" fmla="*/ 8 w 39"/>
                <a:gd name="T27" fmla="*/ 33 h 41"/>
                <a:gd name="T28" fmla="*/ 0 w 39"/>
                <a:gd name="T29" fmla="*/ 33 h 41"/>
                <a:gd name="T30" fmla="*/ 0 w 39"/>
                <a:gd name="T31" fmla="*/ 33 h 41"/>
                <a:gd name="T32" fmla="*/ 15 w 39"/>
                <a:gd name="T33" fmla="*/ 33 h 41"/>
                <a:gd name="T34" fmla="*/ 15 w 39"/>
                <a:gd name="T35" fmla="*/ 33 h 41"/>
                <a:gd name="T36" fmla="*/ 15 w 39"/>
                <a:gd name="T37" fmla="*/ 33 h 41"/>
                <a:gd name="T38" fmla="*/ 23 w 39"/>
                <a:gd name="T39" fmla="*/ 33 h 41"/>
                <a:gd name="T40" fmla="*/ 23 w 39"/>
                <a:gd name="T41" fmla="*/ 33 h 41"/>
                <a:gd name="T42" fmla="*/ 23 w 39"/>
                <a:gd name="T43" fmla="*/ 33 h 41"/>
                <a:gd name="T44" fmla="*/ 31 w 39"/>
                <a:gd name="T45" fmla="*/ 17 h 41"/>
                <a:gd name="T46" fmla="*/ 31 w 39"/>
                <a:gd name="T47" fmla="*/ 17 h 41"/>
                <a:gd name="T48" fmla="*/ 39 w 39"/>
                <a:gd name="T49" fmla="*/ 17 h 41"/>
                <a:gd name="T50" fmla="*/ 39 w 39"/>
                <a:gd name="T51" fmla="*/ 17 h 41"/>
                <a:gd name="T52" fmla="*/ 31 w 39"/>
                <a:gd name="T53" fmla="*/ 33 h 41"/>
                <a:gd name="T54" fmla="*/ 31 w 39"/>
                <a:gd name="T55" fmla="*/ 33 h 41"/>
                <a:gd name="T56" fmla="*/ 23 w 39"/>
                <a:gd name="T57" fmla="*/ 41 h 41"/>
                <a:gd name="T58" fmla="*/ 15 w 39"/>
                <a:gd name="T59" fmla="*/ 41 h 41"/>
                <a:gd name="T60" fmla="*/ 15 w 39"/>
                <a:gd name="T61" fmla="*/ 41 h 41"/>
                <a:gd name="T62" fmla="*/ 15 w 39"/>
                <a:gd name="T63" fmla="*/ 41 h 41"/>
                <a:gd name="T64" fmla="*/ 0 w 39"/>
                <a:gd name="T65" fmla="*/ 41 h 41"/>
                <a:gd name="T66" fmla="*/ 0 w 39"/>
                <a:gd name="T67" fmla="*/ 41 h 41"/>
                <a:gd name="T68" fmla="*/ 0 w 39"/>
                <a:gd name="T69" fmla="*/ 33 h 41"/>
                <a:gd name="T70" fmla="*/ 0 w 39"/>
                <a:gd name="T71" fmla="*/ 17 h 41"/>
                <a:gd name="T72" fmla="*/ 0 w 39"/>
                <a:gd name="T73" fmla="*/ 17 h 41"/>
                <a:gd name="T74" fmla="*/ 0 w 39"/>
                <a:gd name="T75" fmla="*/ 17 h 41"/>
                <a:gd name="T76" fmla="*/ 0 w 39"/>
                <a:gd name="T77" fmla="*/ 9 h 41"/>
                <a:gd name="T78" fmla="*/ 0 w 39"/>
                <a:gd name="T79" fmla="*/ 9 h 41"/>
                <a:gd name="T80" fmla="*/ 0 w 39"/>
                <a:gd name="T81" fmla="*/ 9 h 41"/>
                <a:gd name="T82" fmla="*/ 15 w 39"/>
                <a:gd name="T83" fmla="*/ 0 h 41"/>
                <a:gd name="T84" fmla="*/ 15 w 39"/>
                <a:gd name="T85" fmla="*/ 0 h 41"/>
                <a:gd name="T86" fmla="*/ 23 w 39"/>
                <a:gd name="T87" fmla="*/ 0 h 41"/>
                <a:gd name="T88" fmla="*/ 31 w 39"/>
                <a:gd name="T89" fmla="*/ 9 h 41"/>
                <a:gd name="T90" fmla="*/ 31 w 39"/>
                <a:gd name="T91" fmla="*/ 9 h 41"/>
                <a:gd name="T92" fmla="*/ 31 w 39"/>
                <a:gd name="T93" fmla="*/ 9 h 41"/>
                <a:gd name="T94" fmla="*/ 39 w 39"/>
                <a:gd name="T95" fmla="*/ 17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7"/>
                  </a:lnTo>
                  <a:lnTo>
                    <a:pt x="15" y="9"/>
                  </a:lnTo>
                  <a:lnTo>
                    <a:pt x="0" y="17"/>
                  </a:lnTo>
                  <a:lnTo>
                    <a:pt x="8" y="9"/>
                  </a:lnTo>
                  <a:lnTo>
                    <a:pt x="8" y="17"/>
                  </a:lnTo>
                  <a:lnTo>
                    <a:pt x="8" y="33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lnTo>
                    <a:pt x="39" y="17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0" y="41"/>
                  </a:lnTo>
                  <a:lnTo>
                    <a:pt x="0" y="33"/>
                  </a:lnTo>
                  <a:lnTo>
                    <a:pt x="0" y="17"/>
                  </a:lnTo>
                  <a:lnTo>
                    <a:pt x="0" y="9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9"/>
                  </a:lnTo>
                  <a:lnTo>
                    <a:pt x="39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6" name="Freeform 124">
              <a:extLst>
                <a:ext uri="{FF2B5EF4-FFF2-40B4-BE49-F238E27FC236}">
                  <a16:creationId xmlns:a16="http://schemas.microsoft.com/office/drawing/2014/main" id="{B62F6D65-40B0-2B01-A9B5-BEB5272F0823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6" y="1974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7" name="Freeform 125">
              <a:extLst>
                <a:ext uri="{FF2B5EF4-FFF2-40B4-BE49-F238E27FC236}">
                  <a16:creationId xmlns:a16="http://schemas.microsoft.com/office/drawing/2014/main" id="{CEA304D8-66B9-4B55-A62D-E1F7D7819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859"/>
              <a:ext cx="31" cy="33"/>
            </a:xfrm>
            <a:custGeom>
              <a:avLst/>
              <a:gdLst>
                <a:gd name="T0" fmla="*/ 31 w 31"/>
                <a:gd name="T1" fmla="*/ 16 h 33"/>
                <a:gd name="T2" fmla="*/ 23 w 31"/>
                <a:gd name="T3" fmla="*/ 8 h 33"/>
                <a:gd name="T4" fmla="*/ 15 w 31"/>
                <a:gd name="T5" fmla="*/ 0 h 33"/>
                <a:gd name="T6" fmla="*/ 0 w 31"/>
                <a:gd name="T7" fmla="*/ 8 h 33"/>
                <a:gd name="T8" fmla="*/ 0 w 31"/>
                <a:gd name="T9" fmla="*/ 16 h 33"/>
                <a:gd name="T10" fmla="*/ 0 w 31"/>
                <a:gd name="T11" fmla="*/ 24 h 33"/>
                <a:gd name="T12" fmla="*/ 15 w 31"/>
                <a:gd name="T13" fmla="*/ 33 h 33"/>
                <a:gd name="T14" fmla="*/ 23 w 31"/>
                <a:gd name="T15" fmla="*/ 24 h 33"/>
                <a:gd name="T16" fmla="*/ 31 w 31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6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0" y="8"/>
                  </a:lnTo>
                  <a:lnTo>
                    <a:pt x="0" y="16"/>
                  </a:lnTo>
                  <a:lnTo>
                    <a:pt x="0" y="24"/>
                  </a:lnTo>
                  <a:lnTo>
                    <a:pt x="15" y="33"/>
                  </a:lnTo>
                  <a:lnTo>
                    <a:pt x="23" y="24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8" name="Freeform 126">
              <a:extLst>
                <a:ext uri="{FF2B5EF4-FFF2-40B4-BE49-F238E27FC236}">
                  <a16:creationId xmlns:a16="http://schemas.microsoft.com/office/drawing/2014/main" id="{AC9CF047-C52B-C202-7E99-D43A4D7993AE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859"/>
              <a:ext cx="39" cy="41"/>
            </a:xfrm>
            <a:custGeom>
              <a:avLst/>
              <a:gdLst>
                <a:gd name="T0" fmla="*/ 31 w 39"/>
                <a:gd name="T1" fmla="*/ 24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5 w 39"/>
                <a:gd name="T9" fmla="*/ 8 h 41"/>
                <a:gd name="T10" fmla="*/ 15 w 39"/>
                <a:gd name="T11" fmla="*/ 8 h 41"/>
                <a:gd name="T12" fmla="*/ 15 w 39"/>
                <a:gd name="T13" fmla="*/ 8 h 41"/>
                <a:gd name="T14" fmla="*/ 0 w 39"/>
                <a:gd name="T15" fmla="*/ 16 h 41"/>
                <a:gd name="T16" fmla="*/ 8 w 39"/>
                <a:gd name="T17" fmla="*/ 8 h 41"/>
                <a:gd name="T18" fmla="*/ 8 w 39"/>
                <a:gd name="T19" fmla="*/ 8 h 41"/>
                <a:gd name="T20" fmla="*/ 8 w 39"/>
                <a:gd name="T21" fmla="*/ 16 h 41"/>
                <a:gd name="T22" fmla="*/ 8 w 39"/>
                <a:gd name="T23" fmla="*/ 16 h 41"/>
                <a:gd name="T24" fmla="*/ 8 w 39"/>
                <a:gd name="T25" fmla="*/ 16 h 41"/>
                <a:gd name="T26" fmla="*/ 8 w 39"/>
                <a:gd name="T27" fmla="*/ 24 h 41"/>
                <a:gd name="T28" fmla="*/ 0 w 39"/>
                <a:gd name="T29" fmla="*/ 24 h 41"/>
                <a:gd name="T30" fmla="*/ 0 w 39"/>
                <a:gd name="T31" fmla="*/ 24 h 41"/>
                <a:gd name="T32" fmla="*/ 15 w 39"/>
                <a:gd name="T33" fmla="*/ 33 h 41"/>
                <a:gd name="T34" fmla="*/ 15 w 39"/>
                <a:gd name="T35" fmla="*/ 33 h 41"/>
                <a:gd name="T36" fmla="*/ 15 w 39"/>
                <a:gd name="T37" fmla="*/ 33 h 41"/>
                <a:gd name="T38" fmla="*/ 23 w 39"/>
                <a:gd name="T39" fmla="*/ 24 h 41"/>
                <a:gd name="T40" fmla="*/ 23 w 39"/>
                <a:gd name="T41" fmla="*/ 24 h 41"/>
                <a:gd name="T42" fmla="*/ 23 w 39"/>
                <a:gd name="T43" fmla="*/ 24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24 h 41"/>
                <a:gd name="T50" fmla="*/ 39 w 39"/>
                <a:gd name="T51" fmla="*/ 24 h 41"/>
                <a:gd name="T52" fmla="*/ 31 w 39"/>
                <a:gd name="T53" fmla="*/ 33 h 41"/>
                <a:gd name="T54" fmla="*/ 31 w 39"/>
                <a:gd name="T55" fmla="*/ 33 h 41"/>
                <a:gd name="T56" fmla="*/ 31 w 39"/>
                <a:gd name="T57" fmla="*/ 33 h 41"/>
                <a:gd name="T58" fmla="*/ 23 w 39"/>
                <a:gd name="T59" fmla="*/ 41 h 41"/>
                <a:gd name="T60" fmla="*/ 23 w 39"/>
                <a:gd name="T61" fmla="*/ 41 h 41"/>
                <a:gd name="T62" fmla="*/ 15 w 39"/>
                <a:gd name="T63" fmla="*/ 41 h 41"/>
                <a:gd name="T64" fmla="*/ 0 w 39"/>
                <a:gd name="T65" fmla="*/ 33 h 41"/>
                <a:gd name="T66" fmla="*/ 0 w 39"/>
                <a:gd name="T67" fmla="*/ 33 h 41"/>
                <a:gd name="T68" fmla="*/ 0 w 39"/>
                <a:gd name="T69" fmla="*/ 24 h 41"/>
                <a:gd name="T70" fmla="*/ 0 w 39"/>
                <a:gd name="T71" fmla="*/ 16 h 41"/>
                <a:gd name="T72" fmla="*/ 0 w 39"/>
                <a:gd name="T73" fmla="*/ 16 h 41"/>
                <a:gd name="T74" fmla="*/ 0 w 39"/>
                <a:gd name="T75" fmla="*/ 16 h 41"/>
                <a:gd name="T76" fmla="*/ 0 w 39"/>
                <a:gd name="T77" fmla="*/ 8 h 41"/>
                <a:gd name="T78" fmla="*/ 0 w 39"/>
                <a:gd name="T79" fmla="*/ 8 h 41"/>
                <a:gd name="T80" fmla="*/ 0 w 39"/>
                <a:gd name="T81" fmla="*/ 8 h 41"/>
                <a:gd name="T82" fmla="*/ 15 w 39"/>
                <a:gd name="T83" fmla="*/ 0 h 41"/>
                <a:gd name="T84" fmla="*/ 15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4"/>
                  </a:moveTo>
                  <a:lnTo>
                    <a:pt x="23" y="16"/>
                  </a:lnTo>
                  <a:lnTo>
                    <a:pt x="15" y="8"/>
                  </a:lnTo>
                  <a:lnTo>
                    <a:pt x="0" y="16"/>
                  </a:lnTo>
                  <a:lnTo>
                    <a:pt x="8" y="8"/>
                  </a:lnTo>
                  <a:lnTo>
                    <a:pt x="8" y="16"/>
                  </a:lnTo>
                  <a:lnTo>
                    <a:pt x="8" y="24"/>
                  </a:lnTo>
                  <a:lnTo>
                    <a:pt x="0" y="24"/>
                  </a:lnTo>
                  <a:lnTo>
                    <a:pt x="15" y="33"/>
                  </a:lnTo>
                  <a:lnTo>
                    <a:pt x="23" y="24"/>
                  </a:lnTo>
                  <a:lnTo>
                    <a:pt x="31" y="16"/>
                  </a:lnTo>
                  <a:lnTo>
                    <a:pt x="39" y="24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0" y="33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0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9" name="Freeform 127">
              <a:extLst>
                <a:ext uri="{FF2B5EF4-FFF2-40B4-BE49-F238E27FC236}">
                  <a16:creationId xmlns:a16="http://schemas.microsoft.com/office/drawing/2014/main" id="{BB6EE671-7D8D-6B15-E7FB-C134BDDC3F4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6" y="1875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0" name="Freeform 128">
              <a:extLst>
                <a:ext uri="{FF2B5EF4-FFF2-40B4-BE49-F238E27FC236}">
                  <a16:creationId xmlns:a16="http://schemas.microsoft.com/office/drawing/2014/main" id="{6255C07D-932A-BBCC-9508-1F73A7B3AFE4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4" y="2114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23 w 31"/>
                <a:gd name="T3" fmla="*/ 8 h 32"/>
                <a:gd name="T4" fmla="*/ 16 w 31"/>
                <a:gd name="T5" fmla="*/ 0 h 32"/>
                <a:gd name="T6" fmla="*/ 8 w 31"/>
                <a:gd name="T7" fmla="*/ 8 h 32"/>
                <a:gd name="T8" fmla="*/ 0 w 31"/>
                <a:gd name="T9" fmla="*/ 16 h 32"/>
                <a:gd name="T10" fmla="*/ 8 w 31"/>
                <a:gd name="T11" fmla="*/ 24 h 32"/>
                <a:gd name="T12" fmla="*/ 16 w 31"/>
                <a:gd name="T13" fmla="*/ 32 h 32"/>
                <a:gd name="T14" fmla="*/ 23 w 31"/>
                <a:gd name="T15" fmla="*/ 24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24"/>
                  </a:lnTo>
                  <a:lnTo>
                    <a:pt x="16" y="32"/>
                  </a:lnTo>
                  <a:lnTo>
                    <a:pt x="23" y="24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1" name="Freeform 129">
              <a:extLst>
                <a:ext uri="{FF2B5EF4-FFF2-40B4-BE49-F238E27FC236}">
                  <a16:creationId xmlns:a16="http://schemas.microsoft.com/office/drawing/2014/main" id="{A24E8715-66D1-667A-5B48-3023715C09B7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4" y="2114"/>
              <a:ext cx="39" cy="41"/>
            </a:xfrm>
            <a:custGeom>
              <a:avLst/>
              <a:gdLst>
                <a:gd name="T0" fmla="*/ 31 w 39"/>
                <a:gd name="T1" fmla="*/ 24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4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24 h 41"/>
                <a:gd name="T28" fmla="*/ 16 w 39"/>
                <a:gd name="T29" fmla="*/ 24 h 41"/>
                <a:gd name="T30" fmla="*/ 16 w 39"/>
                <a:gd name="T31" fmla="*/ 24 h 41"/>
                <a:gd name="T32" fmla="*/ 23 w 39"/>
                <a:gd name="T33" fmla="*/ 32 h 41"/>
                <a:gd name="T34" fmla="*/ 16 w 39"/>
                <a:gd name="T35" fmla="*/ 32 h 41"/>
                <a:gd name="T36" fmla="*/ 16 w 39"/>
                <a:gd name="T37" fmla="*/ 32 h 41"/>
                <a:gd name="T38" fmla="*/ 23 w 39"/>
                <a:gd name="T39" fmla="*/ 24 h 41"/>
                <a:gd name="T40" fmla="*/ 23 w 39"/>
                <a:gd name="T41" fmla="*/ 24 h 41"/>
                <a:gd name="T42" fmla="*/ 23 w 39"/>
                <a:gd name="T43" fmla="*/ 24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24 h 41"/>
                <a:gd name="T50" fmla="*/ 39 w 39"/>
                <a:gd name="T51" fmla="*/ 24 h 41"/>
                <a:gd name="T52" fmla="*/ 31 w 39"/>
                <a:gd name="T53" fmla="*/ 32 h 41"/>
                <a:gd name="T54" fmla="*/ 31 w 39"/>
                <a:gd name="T55" fmla="*/ 32 h 41"/>
                <a:gd name="T56" fmla="*/ 31 w 39"/>
                <a:gd name="T57" fmla="*/ 32 h 41"/>
                <a:gd name="T58" fmla="*/ 23 w 39"/>
                <a:gd name="T59" fmla="*/ 41 h 41"/>
                <a:gd name="T60" fmla="*/ 23 w 39"/>
                <a:gd name="T61" fmla="*/ 41 h 41"/>
                <a:gd name="T62" fmla="*/ 16 w 39"/>
                <a:gd name="T63" fmla="*/ 41 h 41"/>
                <a:gd name="T64" fmla="*/ 8 w 39"/>
                <a:gd name="T65" fmla="*/ 32 h 41"/>
                <a:gd name="T66" fmla="*/ 8 w 39"/>
                <a:gd name="T67" fmla="*/ 32 h 41"/>
                <a:gd name="T68" fmla="*/ 8 w 39"/>
                <a:gd name="T69" fmla="*/ 32 h 41"/>
                <a:gd name="T70" fmla="*/ 0 w 39"/>
                <a:gd name="T71" fmla="*/ 24 h 41"/>
                <a:gd name="T72" fmla="*/ 0 w 39"/>
                <a:gd name="T73" fmla="*/ 24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4"/>
                  </a:moveTo>
                  <a:lnTo>
                    <a:pt x="23" y="16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6"/>
                  </a:lnTo>
                  <a:lnTo>
                    <a:pt x="8" y="24"/>
                  </a:lnTo>
                  <a:lnTo>
                    <a:pt x="8" y="16"/>
                  </a:lnTo>
                  <a:lnTo>
                    <a:pt x="16" y="24"/>
                  </a:lnTo>
                  <a:lnTo>
                    <a:pt x="23" y="32"/>
                  </a:lnTo>
                  <a:lnTo>
                    <a:pt x="16" y="32"/>
                  </a:lnTo>
                  <a:lnTo>
                    <a:pt x="23" y="24"/>
                  </a:lnTo>
                  <a:lnTo>
                    <a:pt x="31" y="16"/>
                  </a:lnTo>
                  <a:lnTo>
                    <a:pt x="39" y="24"/>
                  </a:lnTo>
                  <a:lnTo>
                    <a:pt x="31" y="32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32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2" name="Freeform 130">
              <a:extLst>
                <a:ext uri="{FF2B5EF4-FFF2-40B4-BE49-F238E27FC236}">
                  <a16:creationId xmlns:a16="http://schemas.microsoft.com/office/drawing/2014/main" id="{0DC92993-70F6-74B6-2476-D9223684F047}"/>
                </a:ext>
              </a:extLst>
            </p:cNvPr>
            <p:cNvSpPr>
              <a:spLocks/>
            </p:cNvSpPr>
            <p:nvPr/>
          </p:nvSpPr>
          <p:spPr bwMode="auto">
            <a:xfrm>
              <a:off x="1885" y="2130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3" name="Freeform 131">
              <a:extLst>
                <a:ext uri="{FF2B5EF4-FFF2-40B4-BE49-F238E27FC236}">
                  <a16:creationId xmlns:a16="http://schemas.microsoft.com/office/drawing/2014/main" id="{6A8C944E-7D3A-3FCA-1FBC-9918A6B472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9" y="2114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23 w 31"/>
                <a:gd name="T3" fmla="*/ 8 h 32"/>
                <a:gd name="T4" fmla="*/ 16 w 31"/>
                <a:gd name="T5" fmla="*/ 0 h 32"/>
                <a:gd name="T6" fmla="*/ 8 w 31"/>
                <a:gd name="T7" fmla="*/ 8 h 32"/>
                <a:gd name="T8" fmla="*/ 0 w 31"/>
                <a:gd name="T9" fmla="*/ 16 h 32"/>
                <a:gd name="T10" fmla="*/ 8 w 31"/>
                <a:gd name="T11" fmla="*/ 24 h 32"/>
                <a:gd name="T12" fmla="*/ 16 w 31"/>
                <a:gd name="T13" fmla="*/ 32 h 32"/>
                <a:gd name="T14" fmla="*/ 23 w 31"/>
                <a:gd name="T15" fmla="*/ 24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24"/>
                  </a:lnTo>
                  <a:lnTo>
                    <a:pt x="16" y="32"/>
                  </a:lnTo>
                  <a:lnTo>
                    <a:pt x="23" y="24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4" name="Freeform 132">
              <a:extLst>
                <a:ext uri="{FF2B5EF4-FFF2-40B4-BE49-F238E27FC236}">
                  <a16:creationId xmlns:a16="http://schemas.microsoft.com/office/drawing/2014/main" id="{8D948DB4-DAEC-B7F2-50A8-427891017819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9" y="2114"/>
              <a:ext cx="39" cy="41"/>
            </a:xfrm>
            <a:custGeom>
              <a:avLst/>
              <a:gdLst>
                <a:gd name="T0" fmla="*/ 31 w 39"/>
                <a:gd name="T1" fmla="*/ 24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4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24 h 41"/>
                <a:gd name="T28" fmla="*/ 16 w 39"/>
                <a:gd name="T29" fmla="*/ 24 h 41"/>
                <a:gd name="T30" fmla="*/ 16 w 39"/>
                <a:gd name="T31" fmla="*/ 24 h 41"/>
                <a:gd name="T32" fmla="*/ 23 w 39"/>
                <a:gd name="T33" fmla="*/ 32 h 41"/>
                <a:gd name="T34" fmla="*/ 16 w 39"/>
                <a:gd name="T35" fmla="*/ 32 h 41"/>
                <a:gd name="T36" fmla="*/ 16 w 39"/>
                <a:gd name="T37" fmla="*/ 32 h 41"/>
                <a:gd name="T38" fmla="*/ 23 w 39"/>
                <a:gd name="T39" fmla="*/ 24 h 41"/>
                <a:gd name="T40" fmla="*/ 23 w 39"/>
                <a:gd name="T41" fmla="*/ 24 h 41"/>
                <a:gd name="T42" fmla="*/ 23 w 39"/>
                <a:gd name="T43" fmla="*/ 24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24 h 41"/>
                <a:gd name="T50" fmla="*/ 39 w 39"/>
                <a:gd name="T51" fmla="*/ 24 h 41"/>
                <a:gd name="T52" fmla="*/ 31 w 39"/>
                <a:gd name="T53" fmla="*/ 32 h 41"/>
                <a:gd name="T54" fmla="*/ 31 w 39"/>
                <a:gd name="T55" fmla="*/ 32 h 41"/>
                <a:gd name="T56" fmla="*/ 31 w 39"/>
                <a:gd name="T57" fmla="*/ 32 h 41"/>
                <a:gd name="T58" fmla="*/ 23 w 39"/>
                <a:gd name="T59" fmla="*/ 41 h 41"/>
                <a:gd name="T60" fmla="*/ 23 w 39"/>
                <a:gd name="T61" fmla="*/ 41 h 41"/>
                <a:gd name="T62" fmla="*/ 16 w 39"/>
                <a:gd name="T63" fmla="*/ 41 h 41"/>
                <a:gd name="T64" fmla="*/ 8 w 39"/>
                <a:gd name="T65" fmla="*/ 32 h 41"/>
                <a:gd name="T66" fmla="*/ 8 w 39"/>
                <a:gd name="T67" fmla="*/ 32 h 41"/>
                <a:gd name="T68" fmla="*/ 8 w 39"/>
                <a:gd name="T69" fmla="*/ 32 h 41"/>
                <a:gd name="T70" fmla="*/ 0 w 39"/>
                <a:gd name="T71" fmla="*/ 24 h 41"/>
                <a:gd name="T72" fmla="*/ 0 w 39"/>
                <a:gd name="T73" fmla="*/ 24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4"/>
                  </a:moveTo>
                  <a:lnTo>
                    <a:pt x="23" y="16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6"/>
                  </a:lnTo>
                  <a:lnTo>
                    <a:pt x="8" y="24"/>
                  </a:lnTo>
                  <a:lnTo>
                    <a:pt x="8" y="16"/>
                  </a:lnTo>
                  <a:lnTo>
                    <a:pt x="16" y="24"/>
                  </a:lnTo>
                  <a:lnTo>
                    <a:pt x="23" y="32"/>
                  </a:lnTo>
                  <a:lnTo>
                    <a:pt x="16" y="32"/>
                  </a:lnTo>
                  <a:lnTo>
                    <a:pt x="23" y="24"/>
                  </a:lnTo>
                  <a:lnTo>
                    <a:pt x="31" y="16"/>
                  </a:lnTo>
                  <a:lnTo>
                    <a:pt x="39" y="24"/>
                  </a:lnTo>
                  <a:lnTo>
                    <a:pt x="31" y="32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32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5" name="Freeform 133">
              <a:extLst>
                <a:ext uri="{FF2B5EF4-FFF2-40B4-BE49-F238E27FC236}">
                  <a16:creationId xmlns:a16="http://schemas.microsoft.com/office/drawing/2014/main" id="{3D94E2D4-6305-1767-9205-D5A35B5E142F}"/>
                </a:ext>
              </a:extLst>
            </p:cNvPr>
            <p:cNvSpPr>
              <a:spLocks/>
            </p:cNvSpPr>
            <p:nvPr/>
          </p:nvSpPr>
          <p:spPr bwMode="auto">
            <a:xfrm>
              <a:off x="1970" y="2130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6" name="Freeform 134">
              <a:extLst>
                <a:ext uri="{FF2B5EF4-FFF2-40B4-BE49-F238E27FC236}">
                  <a16:creationId xmlns:a16="http://schemas.microsoft.com/office/drawing/2014/main" id="{CAAE97E4-72D3-3831-4740-6CDADAAC1C5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957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9 h 33"/>
                <a:gd name="T4" fmla="*/ 15 w 31"/>
                <a:gd name="T5" fmla="*/ 0 h 33"/>
                <a:gd name="T6" fmla="*/ 8 w 31"/>
                <a:gd name="T7" fmla="*/ 9 h 33"/>
                <a:gd name="T8" fmla="*/ 0 w 31"/>
                <a:gd name="T9" fmla="*/ 17 h 33"/>
                <a:gd name="T10" fmla="*/ 8 w 31"/>
                <a:gd name="T11" fmla="*/ 33 h 33"/>
                <a:gd name="T12" fmla="*/ 15 w 31"/>
                <a:gd name="T13" fmla="*/ 33 h 33"/>
                <a:gd name="T14" fmla="*/ 23 w 31"/>
                <a:gd name="T15" fmla="*/ 33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9"/>
                  </a:lnTo>
                  <a:lnTo>
                    <a:pt x="15" y="0"/>
                  </a:lnTo>
                  <a:lnTo>
                    <a:pt x="8" y="9"/>
                  </a:lnTo>
                  <a:lnTo>
                    <a:pt x="0" y="17"/>
                  </a:lnTo>
                  <a:lnTo>
                    <a:pt x="8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7" name="Freeform 135">
              <a:extLst>
                <a:ext uri="{FF2B5EF4-FFF2-40B4-BE49-F238E27FC236}">
                  <a16:creationId xmlns:a16="http://schemas.microsoft.com/office/drawing/2014/main" id="{D68C24FA-A9DF-D45F-FA9D-C1046102B54C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957"/>
              <a:ext cx="38" cy="41"/>
            </a:xfrm>
            <a:custGeom>
              <a:avLst/>
              <a:gdLst>
                <a:gd name="T0" fmla="*/ 31 w 38"/>
                <a:gd name="T1" fmla="*/ 25 h 41"/>
                <a:gd name="T2" fmla="*/ 23 w 38"/>
                <a:gd name="T3" fmla="*/ 17 h 41"/>
                <a:gd name="T4" fmla="*/ 23 w 38"/>
                <a:gd name="T5" fmla="*/ 17 h 41"/>
                <a:gd name="T6" fmla="*/ 23 w 38"/>
                <a:gd name="T7" fmla="*/ 17 h 41"/>
                <a:gd name="T8" fmla="*/ 15 w 38"/>
                <a:gd name="T9" fmla="*/ 9 h 41"/>
                <a:gd name="T10" fmla="*/ 23 w 38"/>
                <a:gd name="T11" fmla="*/ 9 h 41"/>
                <a:gd name="T12" fmla="*/ 23 w 38"/>
                <a:gd name="T13" fmla="*/ 9 h 41"/>
                <a:gd name="T14" fmla="*/ 15 w 38"/>
                <a:gd name="T15" fmla="*/ 17 h 41"/>
                <a:gd name="T16" fmla="*/ 15 w 38"/>
                <a:gd name="T17" fmla="*/ 17 h 41"/>
                <a:gd name="T18" fmla="*/ 15 w 38"/>
                <a:gd name="T19" fmla="*/ 17 h 41"/>
                <a:gd name="T20" fmla="*/ 8 w 38"/>
                <a:gd name="T21" fmla="*/ 25 h 41"/>
                <a:gd name="T22" fmla="*/ 8 w 38"/>
                <a:gd name="T23" fmla="*/ 17 h 41"/>
                <a:gd name="T24" fmla="*/ 8 w 38"/>
                <a:gd name="T25" fmla="*/ 17 h 41"/>
                <a:gd name="T26" fmla="*/ 15 w 38"/>
                <a:gd name="T27" fmla="*/ 33 h 41"/>
                <a:gd name="T28" fmla="*/ 8 w 38"/>
                <a:gd name="T29" fmla="*/ 33 h 41"/>
                <a:gd name="T30" fmla="*/ 8 w 38"/>
                <a:gd name="T31" fmla="*/ 33 h 41"/>
                <a:gd name="T32" fmla="*/ 15 w 38"/>
                <a:gd name="T33" fmla="*/ 33 h 41"/>
                <a:gd name="T34" fmla="*/ 15 w 38"/>
                <a:gd name="T35" fmla="*/ 33 h 41"/>
                <a:gd name="T36" fmla="*/ 15 w 38"/>
                <a:gd name="T37" fmla="*/ 33 h 41"/>
                <a:gd name="T38" fmla="*/ 23 w 38"/>
                <a:gd name="T39" fmla="*/ 33 h 41"/>
                <a:gd name="T40" fmla="*/ 23 w 38"/>
                <a:gd name="T41" fmla="*/ 33 h 41"/>
                <a:gd name="T42" fmla="*/ 23 w 38"/>
                <a:gd name="T43" fmla="*/ 33 h 41"/>
                <a:gd name="T44" fmla="*/ 31 w 38"/>
                <a:gd name="T45" fmla="*/ 17 h 41"/>
                <a:gd name="T46" fmla="*/ 31 w 38"/>
                <a:gd name="T47" fmla="*/ 17 h 41"/>
                <a:gd name="T48" fmla="*/ 38 w 38"/>
                <a:gd name="T49" fmla="*/ 17 h 41"/>
                <a:gd name="T50" fmla="*/ 38 w 38"/>
                <a:gd name="T51" fmla="*/ 17 h 41"/>
                <a:gd name="T52" fmla="*/ 31 w 38"/>
                <a:gd name="T53" fmla="*/ 33 h 41"/>
                <a:gd name="T54" fmla="*/ 31 w 38"/>
                <a:gd name="T55" fmla="*/ 33 h 41"/>
                <a:gd name="T56" fmla="*/ 23 w 38"/>
                <a:gd name="T57" fmla="*/ 41 h 41"/>
                <a:gd name="T58" fmla="*/ 15 w 38"/>
                <a:gd name="T59" fmla="*/ 41 h 41"/>
                <a:gd name="T60" fmla="*/ 15 w 38"/>
                <a:gd name="T61" fmla="*/ 41 h 41"/>
                <a:gd name="T62" fmla="*/ 15 w 38"/>
                <a:gd name="T63" fmla="*/ 41 h 41"/>
                <a:gd name="T64" fmla="*/ 8 w 38"/>
                <a:gd name="T65" fmla="*/ 41 h 41"/>
                <a:gd name="T66" fmla="*/ 8 w 38"/>
                <a:gd name="T67" fmla="*/ 41 h 41"/>
                <a:gd name="T68" fmla="*/ 8 w 38"/>
                <a:gd name="T69" fmla="*/ 33 h 41"/>
                <a:gd name="T70" fmla="*/ 0 w 38"/>
                <a:gd name="T71" fmla="*/ 17 h 41"/>
                <a:gd name="T72" fmla="*/ 0 w 38"/>
                <a:gd name="T73" fmla="*/ 17 h 41"/>
                <a:gd name="T74" fmla="*/ 0 w 38"/>
                <a:gd name="T75" fmla="*/ 17 h 41"/>
                <a:gd name="T76" fmla="*/ 8 w 38"/>
                <a:gd name="T77" fmla="*/ 9 h 41"/>
                <a:gd name="T78" fmla="*/ 8 w 38"/>
                <a:gd name="T79" fmla="*/ 9 h 41"/>
                <a:gd name="T80" fmla="*/ 8 w 38"/>
                <a:gd name="T81" fmla="*/ 9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1 w 38"/>
                <a:gd name="T89" fmla="*/ 9 h 41"/>
                <a:gd name="T90" fmla="*/ 31 w 38"/>
                <a:gd name="T91" fmla="*/ 9 h 41"/>
                <a:gd name="T92" fmla="*/ 31 w 38"/>
                <a:gd name="T93" fmla="*/ 9 h 41"/>
                <a:gd name="T94" fmla="*/ 38 w 38"/>
                <a:gd name="T95" fmla="*/ 17 h 41"/>
                <a:gd name="T96" fmla="*/ 31 w 38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1" y="25"/>
                  </a:moveTo>
                  <a:lnTo>
                    <a:pt x="23" y="17"/>
                  </a:lnTo>
                  <a:lnTo>
                    <a:pt x="15" y="9"/>
                  </a:lnTo>
                  <a:lnTo>
                    <a:pt x="23" y="9"/>
                  </a:lnTo>
                  <a:lnTo>
                    <a:pt x="15" y="17"/>
                  </a:lnTo>
                  <a:lnTo>
                    <a:pt x="8" y="25"/>
                  </a:lnTo>
                  <a:lnTo>
                    <a:pt x="8" y="17"/>
                  </a:lnTo>
                  <a:lnTo>
                    <a:pt x="15" y="33"/>
                  </a:lnTo>
                  <a:lnTo>
                    <a:pt x="8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lnTo>
                    <a:pt x="38" y="17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8" y="41"/>
                  </a:lnTo>
                  <a:lnTo>
                    <a:pt x="8" y="33"/>
                  </a:lnTo>
                  <a:lnTo>
                    <a:pt x="0" y="17"/>
                  </a:lnTo>
                  <a:lnTo>
                    <a:pt x="8" y="9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9"/>
                  </a:lnTo>
                  <a:lnTo>
                    <a:pt x="38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8" name="Freeform 136">
              <a:extLst>
                <a:ext uri="{FF2B5EF4-FFF2-40B4-BE49-F238E27FC236}">
                  <a16:creationId xmlns:a16="http://schemas.microsoft.com/office/drawing/2014/main" id="{FA6830E4-98E0-3F49-6DF8-E7A2F4D2B326}"/>
                </a:ext>
              </a:extLst>
            </p:cNvPr>
            <p:cNvSpPr>
              <a:spLocks/>
            </p:cNvSpPr>
            <p:nvPr/>
          </p:nvSpPr>
          <p:spPr bwMode="auto">
            <a:xfrm>
              <a:off x="2125" y="1974"/>
              <a:ext cx="7" cy="8"/>
            </a:xfrm>
            <a:custGeom>
              <a:avLst/>
              <a:gdLst>
                <a:gd name="T0" fmla="*/ 0 w 7"/>
                <a:gd name="T1" fmla="*/ 0 h 8"/>
                <a:gd name="T2" fmla="*/ 0 w 7"/>
                <a:gd name="T3" fmla="*/ 0 h 8"/>
                <a:gd name="T4" fmla="*/ 0 w 7"/>
                <a:gd name="T5" fmla="*/ 8 h 8"/>
                <a:gd name="T6" fmla="*/ 7 w 7"/>
                <a:gd name="T7" fmla="*/ 0 h 8"/>
                <a:gd name="T8" fmla="*/ 7 w 7"/>
                <a:gd name="T9" fmla="*/ 0 h 8"/>
                <a:gd name="T10" fmla="*/ 7 w 7"/>
                <a:gd name="T11" fmla="*/ 0 h 8"/>
                <a:gd name="T12" fmla="*/ 0 w 7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8"/>
                <a:gd name="T23" fmla="*/ 7 w 7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7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9" name="Freeform 137">
              <a:extLst>
                <a:ext uri="{FF2B5EF4-FFF2-40B4-BE49-F238E27FC236}">
                  <a16:creationId xmlns:a16="http://schemas.microsoft.com/office/drawing/2014/main" id="{81A8755C-40C2-2BAC-BC63-8DDA71ACF3E1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6" y="1867"/>
              <a:ext cx="39" cy="1"/>
            </a:xfrm>
            <a:custGeom>
              <a:avLst/>
              <a:gdLst>
                <a:gd name="T0" fmla="*/ 39 w 39"/>
                <a:gd name="T1" fmla="*/ 0 h 1"/>
                <a:gd name="T2" fmla="*/ 31 w 39"/>
                <a:gd name="T3" fmla="*/ 0 h 1"/>
                <a:gd name="T4" fmla="*/ 16 w 39"/>
                <a:gd name="T5" fmla="*/ 0 h 1"/>
                <a:gd name="T6" fmla="*/ 8 w 39"/>
                <a:gd name="T7" fmla="*/ 0 h 1"/>
                <a:gd name="T8" fmla="*/ 0 w 39"/>
                <a:gd name="T9" fmla="*/ 0 h 1"/>
                <a:gd name="T10" fmla="*/ 8 w 39"/>
                <a:gd name="T11" fmla="*/ 0 h 1"/>
                <a:gd name="T12" fmla="*/ 16 w 39"/>
                <a:gd name="T13" fmla="*/ 0 h 1"/>
                <a:gd name="T14" fmla="*/ 31 w 39"/>
                <a:gd name="T15" fmla="*/ 0 h 1"/>
                <a:gd name="T16" fmla="*/ 39 w 39"/>
                <a:gd name="T17" fmla="*/ 0 h 1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9"/>
                <a:gd name="T28" fmla="*/ 0 h 1"/>
                <a:gd name="T29" fmla="*/ 39 w 39"/>
                <a:gd name="T30" fmla="*/ 1 h 1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9" h="1">
                  <a:moveTo>
                    <a:pt x="39" y="0"/>
                  </a:moveTo>
                  <a:lnTo>
                    <a:pt x="31" y="0"/>
                  </a:lnTo>
                  <a:lnTo>
                    <a:pt x="16" y="0"/>
                  </a:lnTo>
                  <a:lnTo>
                    <a:pt x="8" y="0"/>
                  </a:lnTo>
                  <a:lnTo>
                    <a:pt x="0" y="0"/>
                  </a:lnTo>
                  <a:lnTo>
                    <a:pt x="8" y="0"/>
                  </a:lnTo>
                  <a:lnTo>
                    <a:pt x="16" y="0"/>
                  </a:lnTo>
                  <a:lnTo>
                    <a:pt x="31" y="0"/>
                  </a:lnTo>
                  <a:lnTo>
                    <a:pt x="39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0" name="Freeform 138">
              <a:extLst>
                <a:ext uri="{FF2B5EF4-FFF2-40B4-BE49-F238E27FC236}">
                  <a16:creationId xmlns:a16="http://schemas.microsoft.com/office/drawing/2014/main" id="{FE6D1D6D-BFF6-05EA-B40D-B40066DD73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6" y="1867"/>
              <a:ext cx="39" cy="8"/>
            </a:xfrm>
            <a:custGeom>
              <a:avLst/>
              <a:gdLst>
                <a:gd name="T0" fmla="*/ 39 w 39"/>
                <a:gd name="T1" fmla="*/ 8 h 8"/>
                <a:gd name="T2" fmla="*/ 31 w 39"/>
                <a:gd name="T3" fmla="*/ 8 h 8"/>
                <a:gd name="T4" fmla="*/ 31 w 39"/>
                <a:gd name="T5" fmla="*/ 8 h 8"/>
                <a:gd name="T6" fmla="*/ 31 w 39"/>
                <a:gd name="T7" fmla="*/ 8 h 8"/>
                <a:gd name="T8" fmla="*/ 16 w 39"/>
                <a:gd name="T9" fmla="*/ 8 h 8"/>
                <a:gd name="T10" fmla="*/ 16 w 39"/>
                <a:gd name="T11" fmla="*/ 8 h 8"/>
                <a:gd name="T12" fmla="*/ 16 w 39"/>
                <a:gd name="T13" fmla="*/ 8 h 8"/>
                <a:gd name="T14" fmla="*/ 8 w 39"/>
                <a:gd name="T15" fmla="*/ 8 h 8"/>
                <a:gd name="T16" fmla="*/ 8 w 39"/>
                <a:gd name="T17" fmla="*/ 8 h 8"/>
                <a:gd name="T18" fmla="*/ 8 w 39"/>
                <a:gd name="T19" fmla="*/ 8 h 8"/>
                <a:gd name="T20" fmla="*/ 0 w 39"/>
                <a:gd name="T21" fmla="*/ 8 h 8"/>
                <a:gd name="T22" fmla="*/ 0 w 39"/>
                <a:gd name="T23" fmla="*/ 0 h 8"/>
                <a:gd name="T24" fmla="*/ 0 w 39"/>
                <a:gd name="T25" fmla="*/ 0 h 8"/>
                <a:gd name="T26" fmla="*/ 8 w 39"/>
                <a:gd name="T27" fmla="*/ 0 h 8"/>
                <a:gd name="T28" fmla="*/ 8 w 39"/>
                <a:gd name="T29" fmla="*/ 0 h 8"/>
                <a:gd name="T30" fmla="*/ 8 w 39"/>
                <a:gd name="T31" fmla="*/ 0 h 8"/>
                <a:gd name="T32" fmla="*/ 16 w 39"/>
                <a:gd name="T33" fmla="*/ 0 h 8"/>
                <a:gd name="T34" fmla="*/ 16 w 39"/>
                <a:gd name="T35" fmla="*/ 0 h 8"/>
                <a:gd name="T36" fmla="*/ 16 w 39"/>
                <a:gd name="T37" fmla="*/ 0 h 8"/>
                <a:gd name="T38" fmla="*/ 31 w 39"/>
                <a:gd name="T39" fmla="*/ 0 h 8"/>
                <a:gd name="T40" fmla="*/ 31 w 39"/>
                <a:gd name="T41" fmla="*/ 0 h 8"/>
                <a:gd name="T42" fmla="*/ 31 w 39"/>
                <a:gd name="T43" fmla="*/ 0 h 8"/>
                <a:gd name="T44" fmla="*/ 39 w 39"/>
                <a:gd name="T45" fmla="*/ 0 h 8"/>
                <a:gd name="T46" fmla="*/ 39 w 39"/>
                <a:gd name="T47" fmla="*/ 0 h 8"/>
                <a:gd name="T48" fmla="*/ 39 w 39"/>
                <a:gd name="T49" fmla="*/ 8 h 8"/>
                <a:gd name="T50" fmla="*/ 39 w 39"/>
                <a:gd name="T51" fmla="*/ 8 h 8"/>
                <a:gd name="T52" fmla="*/ 31 w 39"/>
                <a:gd name="T53" fmla="*/ 8 h 8"/>
                <a:gd name="T54" fmla="*/ 31 w 39"/>
                <a:gd name="T55" fmla="*/ 8 h 8"/>
                <a:gd name="T56" fmla="*/ 31 w 39"/>
                <a:gd name="T57" fmla="*/ 8 h 8"/>
                <a:gd name="T58" fmla="*/ 16 w 39"/>
                <a:gd name="T59" fmla="*/ 8 h 8"/>
                <a:gd name="T60" fmla="*/ 16 w 39"/>
                <a:gd name="T61" fmla="*/ 8 h 8"/>
                <a:gd name="T62" fmla="*/ 16 w 39"/>
                <a:gd name="T63" fmla="*/ 8 h 8"/>
                <a:gd name="T64" fmla="*/ 8 w 39"/>
                <a:gd name="T65" fmla="*/ 8 h 8"/>
                <a:gd name="T66" fmla="*/ 8 w 39"/>
                <a:gd name="T67" fmla="*/ 8 h 8"/>
                <a:gd name="T68" fmla="*/ 8 w 39"/>
                <a:gd name="T69" fmla="*/ 8 h 8"/>
                <a:gd name="T70" fmla="*/ 0 w 39"/>
                <a:gd name="T71" fmla="*/ 8 h 8"/>
                <a:gd name="T72" fmla="*/ 0 w 39"/>
                <a:gd name="T73" fmla="*/ 8 h 8"/>
                <a:gd name="T74" fmla="*/ 0 w 39"/>
                <a:gd name="T75" fmla="*/ 0 h 8"/>
                <a:gd name="T76" fmla="*/ 8 w 39"/>
                <a:gd name="T77" fmla="*/ 0 h 8"/>
                <a:gd name="T78" fmla="*/ 8 w 39"/>
                <a:gd name="T79" fmla="*/ 0 h 8"/>
                <a:gd name="T80" fmla="*/ 8 w 39"/>
                <a:gd name="T81" fmla="*/ 0 h 8"/>
                <a:gd name="T82" fmla="*/ 16 w 39"/>
                <a:gd name="T83" fmla="*/ 0 h 8"/>
                <a:gd name="T84" fmla="*/ 16 w 39"/>
                <a:gd name="T85" fmla="*/ 0 h 8"/>
                <a:gd name="T86" fmla="*/ 16 w 39"/>
                <a:gd name="T87" fmla="*/ 0 h 8"/>
                <a:gd name="T88" fmla="*/ 31 w 39"/>
                <a:gd name="T89" fmla="*/ 0 h 8"/>
                <a:gd name="T90" fmla="*/ 31 w 39"/>
                <a:gd name="T91" fmla="*/ 0 h 8"/>
                <a:gd name="T92" fmla="*/ 31 w 39"/>
                <a:gd name="T93" fmla="*/ 0 h 8"/>
                <a:gd name="T94" fmla="*/ 39 w 39"/>
                <a:gd name="T95" fmla="*/ 0 h 8"/>
                <a:gd name="T96" fmla="*/ 39 w 39"/>
                <a:gd name="T97" fmla="*/ 8 h 8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8"/>
                <a:gd name="T149" fmla="*/ 39 w 39"/>
                <a:gd name="T150" fmla="*/ 8 h 8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8">
                  <a:moveTo>
                    <a:pt x="39" y="8"/>
                  </a:moveTo>
                  <a:lnTo>
                    <a:pt x="31" y="8"/>
                  </a:lnTo>
                  <a:lnTo>
                    <a:pt x="16" y="8"/>
                  </a:lnTo>
                  <a:lnTo>
                    <a:pt x="8" y="8"/>
                  </a:lnTo>
                  <a:lnTo>
                    <a:pt x="0" y="8"/>
                  </a:lnTo>
                  <a:lnTo>
                    <a:pt x="0" y="0"/>
                  </a:lnTo>
                  <a:lnTo>
                    <a:pt x="8" y="0"/>
                  </a:lnTo>
                  <a:lnTo>
                    <a:pt x="16" y="0"/>
                  </a:lnTo>
                  <a:lnTo>
                    <a:pt x="31" y="0"/>
                  </a:lnTo>
                  <a:lnTo>
                    <a:pt x="39" y="0"/>
                  </a:lnTo>
                  <a:lnTo>
                    <a:pt x="39" y="8"/>
                  </a:lnTo>
                  <a:lnTo>
                    <a:pt x="31" y="8"/>
                  </a:lnTo>
                  <a:lnTo>
                    <a:pt x="16" y="8"/>
                  </a:lnTo>
                  <a:lnTo>
                    <a:pt x="8" y="8"/>
                  </a:lnTo>
                  <a:lnTo>
                    <a:pt x="0" y="8"/>
                  </a:lnTo>
                  <a:lnTo>
                    <a:pt x="0" y="0"/>
                  </a:lnTo>
                  <a:lnTo>
                    <a:pt x="8" y="0"/>
                  </a:lnTo>
                  <a:lnTo>
                    <a:pt x="16" y="0"/>
                  </a:lnTo>
                  <a:lnTo>
                    <a:pt x="31" y="0"/>
                  </a:lnTo>
                  <a:lnTo>
                    <a:pt x="39" y="0"/>
                  </a:lnTo>
                  <a:lnTo>
                    <a:pt x="39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1" name="Freeform 139">
              <a:extLst>
                <a:ext uri="{FF2B5EF4-FFF2-40B4-BE49-F238E27FC236}">
                  <a16:creationId xmlns:a16="http://schemas.microsoft.com/office/drawing/2014/main" id="{220B9E5D-9D84-774E-B852-E93DC9671D07}"/>
                </a:ext>
              </a:extLst>
            </p:cNvPr>
            <p:cNvSpPr>
              <a:spLocks/>
            </p:cNvSpPr>
            <p:nvPr/>
          </p:nvSpPr>
          <p:spPr bwMode="auto">
            <a:xfrm>
              <a:off x="2125" y="1867"/>
              <a:ext cx="1" cy="8"/>
            </a:xfrm>
            <a:custGeom>
              <a:avLst/>
              <a:gdLst>
                <a:gd name="T0" fmla="*/ 0 w 1"/>
                <a:gd name="T1" fmla="*/ 0 h 8"/>
                <a:gd name="T2" fmla="*/ 0 w 1"/>
                <a:gd name="T3" fmla="*/ 0 h 8"/>
                <a:gd name="T4" fmla="*/ 0 w 1"/>
                <a:gd name="T5" fmla="*/ 8 h 8"/>
                <a:gd name="T6" fmla="*/ 0 w 1"/>
                <a:gd name="T7" fmla="*/ 0 h 8"/>
                <a:gd name="T8" fmla="*/ 0 w 1"/>
                <a:gd name="T9" fmla="*/ 8 h 8"/>
                <a:gd name="T10" fmla="*/ 0 w 1"/>
                <a:gd name="T11" fmla="*/ 8 h 8"/>
                <a:gd name="T12" fmla="*/ 0 w 1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"/>
                <a:gd name="T22" fmla="*/ 0 h 8"/>
                <a:gd name="T23" fmla="*/ 1 w 1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0" y="0"/>
                  </a:lnTo>
                  <a:lnTo>
                    <a:pt x="0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2" name="Freeform 140">
              <a:extLst>
                <a:ext uri="{FF2B5EF4-FFF2-40B4-BE49-F238E27FC236}">
                  <a16:creationId xmlns:a16="http://schemas.microsoft.com/office/drawing/2014/main" id="{90E9F746-E810-FE7A-38F6-EDD8A542E4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862" y="1703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23 w 31"/>
                <a:gd name="T3" fmla="*/ 8 h 32"/>
                <a:gd name="T4" fmla="*/ 15 w 31"/>
                <a:gd name="T5" fmla="*/ 0 h 32"/>
                <a:gd name="T6" fmla="*/ 8 w 31"/>
                <a:gd name="T7" fmla="*/ 8 h 32"/>
                <a:gd name="T8" fmla="*/ 0 w 31"/>
                <a:gd name="T9" fmla="*/ 16 h 32"/>
                <a:gd name="T10" fmla="*/ 8 w 31"/>
                <a:gd name="T11" fmla="*/ 32 h 32"/>
                <a:gd name="T12" fmla="*/ 15 w 31"/>
                <a:gd name="T13" fmla="*/ 32 h 32"/>
                <a:gd name="T14" fmla="*/ 23 w 31"/>
                <a:gd name="T15" fmla="*/ 32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32"/>
                  </a:lnTo>
                  <a:lnTo>
                    <a:pt x="15" y="32"/>
                  </a:lnTo>
                  <a:lnTo>
                    <a:pt x="23" y="32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3" name="Freeform 141">
              <a:extLst>
                <a:ext uri="{FF2B5EF4-FFF2-40B4-BE49-F238E27FC236}">
                  <a16:creationId xmlns:a16="http://schemas.microsoft.com/office/drawing/2014/main" id="{BE97CEAC-826D-B9FC-3A2B-63B49C0CC6A7}"/>
                </a:ext>
              </a:extLst>
            </p:cNvPr>
            <p:cNvSpPr>
              <a:spLocks/>
            </p:cNvSpPr>
            <p:nvPr/>
          </p:nvSpPr>
          <p:spPr bwMode="auto">
            <a:xfrm>
              <a:off x="1862" y="1703"/>
              <a:ext cx="39" cy="41"/>
            </a:xfrm>
            <a:custGeom>
              <a:avLst/>
              <a:gdLst>
                <a:gd name="T0" fmla="*/ 31 w 39"/>
                <a:gd name="T1" fmla="*/ 24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5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5 w 39"/>
                <a:gd name="T15" fmla="*/ 16 h 41"/>
                <a:gd name="T16" fmla="*/ 15 w 39"/>
                <a:gd name="T17" fmla="*/ 16 h 41"/>
                <a:gd name="T18" fmla="*/ 15 w 39"/>
                <a:gd name="T19" fmla="*/ 16 h 41"/>
                <a:gd name="T20" fmla="*/ 8 w 39"/>
                <a:gd name="T21" fmla="*/ 24 h 41"/>
                <a:gd name="T22" fmla="*/ 8 w 39"/>
                <a:gd name="T23" fmla="*/ 16 h 41"/>
                <a:gd name="T24" fmla="*/ 8 w 39"/>
                <a:gd name="T25" fmla="*/ 16 h 41"/>
                <a:gd name="T26" fmla="*/ 15 w 39"/>
                <a:gd name="T27" fmla="*/ 32 h 41"/>
                <a:gd name="T28" fmla="*/ 8 w 39"/>
                <a:gd name="T29" fmla="*/ 32 h 41"/>
                <a:gd name="T30" fmla="*/ 8 w 39"/>
                <a:gd name="T31" fmla="*/ 32 h 41"/>
                <a:gd name="T32" fmla="*/ 15 w 39"/>
                <a:gd name="T33" fmla="*/ 32 h 41"/>
                <a:gd name="T34" fmla="*/ 15 w 39"/>
                <a:gd name="T35" fmla="*/ 32 h 41"/>
                <a:gd name="T36" fmla="*/ 15 w 39"/>
                <a:gd name="T37" fmla="*/ 32 h 41"/>
                <a:gd name="T38" fmla="*/ 23 w 39"/>
                <a:gd name="T39" fmla="*/ 32 h 41"/>
                <a:gd name="T40" fmla="*/ 23 w 39"/>
                <a:gd name="T41" fmla="*/ 32 h 41"/>
                <a:gd name="T42" fmla="*/ 23 w 39"/>
                <a:gd name="T43" fmla="*/ 32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16 h 41"/>
                <a:gd name="T50" fmla="*/ 39 w 39"/>
                <a:gd name="T51" fmla="*/ 16 h 41"/>
                <a:gd name="T52" fmla="*/ 31 w 39"/>
                <a:gd name="T53" fmla="*/ 32 h 41"/>
                <a:gd name="T54" fmla="*/ 31 w 39"/>
                <a:gd name="T55" fmla="*/ 32 h 41"/>
                <a:gd name="T56" fmla="*/ 23 w 39"/>
                <a:gd name="T57" fmla="*/ 41 h 41"/>
                <a:gd name="T58" fmla="*/ 15 w 39"/>
                <a:gd name="T59" fmla="*/ 41 h 41"/>
                <a:gd name="T60" fmla="*/ 15 w 39"/>
                <a:gd name="T61" fmla="*/ 41 h 41"/>
                <a:gd name="T62" fmla="*/ 15 w 39"/>
                <a:gd name="T63" fmla="*/ 41 h 41"/>
                <a:gd name="T64" fmla="*/ 8 w 39"/>
                <a:gd name="T65" fmla="*/ 41 h 41"/>
                <a:gd name="T66" fmla="*/ 8 w 39"/>
                <a:gd name="T67" fmla="*/ 41 h 41"/>
                <a:gd name="T68" fmla="*/ 8 w 39"/>
                <a:gd name="T69" fmla="*/ 32 h 41"/>
                <a:gd name="T70" fmla="*/ 0 w 39"/>
                <a:gd name="T71" fmla="*/ 16 h 41"/>
                <a:gd name="T72" fmla="*/ 0 w 39"/>
                <a:gd name="T73" fmla="*/ 16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5 w 39"/>
                <a:gd name="T83" fmla="*/ 0 h 41"/>
                <a:gd name="T84" fmla="*/ 15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4"/>
                  </a:moveTo>
                  <a:lnTo>
                    <a:pt x="23" y="16"/>
                  </a:lnTo>
                  <a:lnTo>
                    <a:pt x="15" y="8"/>
                  </a:lnTo>
                  <a:lnTo>
                    <a:pt x="23" y="8"/>
                  </a:lnTo>
                  <a:lnTo>
                    <a:pt x="15" y="16"/>
                  </a:lnTo>
                  <a:lnTo>
                    <a:pt x="8" y="24"/>
                  </a:lnTo>
                  <a:lnTo>
                    <a:pt x="8" y="16"/>
                  </a:lnTo>
                  <a:lnTo>
                    <a:pt x="15" y="32"/>
                  </a:lnTo>
                  <a:lnTo>
                    <a:pt x="8" y="32"/>
                  </a:lnTo>
                  <a:lnTo>
                    <a:pt x="15" y="32"/>
                  </a:lnTo>
                  <a:lnTo>
                    <a:pt x="23" y="32"/>
                  </a:lnTo>
                  <a:lnTo>
                    <a:pt x="31" y="16"/>
                  </a:lnTo>
                  <a:lnTo>
                    <a:pt x="39" y="16"/>
                  </a:lnTo>
                  <a:lnTo>
                    <a:pt x="31" y="32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8" y="41"/>
                  </a:lnTo>
                  <a:lnTo>
                    <a:pt x="8" y="32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4" name="Freeform 142">
              <a:extLst>
                <a:ext uri="{FF2B5EF4-FFF2-40B4-BE49-F238E27FC236}">
                  <a16:creationId xmlns:a16="http://schemas.microsoft.com/office/drawing/2014/main" id="{BF2DE587-E2C3-6A59-AB63-7E22476BDED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93" y="1719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5" name="Freeform 143">
              <a:extLst>
                <a:ext uri="{FF2B5EF4-FFF2-40B4-BE49-F238E27FC236}">
                  <a16:creationId xmlns:a16="http://schemas.microsoft.com/office/drawing/2014/main" id="{94A5EDDA-660B-2CFD-D1F2-9E82864C468B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9" y="1703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23 w 31"/>
                <a:gd name="T3" fmla="*/ 8 h 32"/>
                <a:gd name="T4" fmla="*/ 16 w 31"/>
                <a:gd name="T5" fmla="*/ 0 h 32"/>
                <a:gd name="T6" fmla="*/ 8 w 31"/>
                <a:gd name="T7" fmla="*/ 8 h 32"/>
                <a:gd name="T8" fmla="*/ 0 w 31"/>
                <a:gd name="T9" fmla="*/ 16 h 32"/>
                <a:gd name="T10" fmla="*/ 8 w 31"/>
                <a:gd name="T11" fmla="*/ 32 h 32"/>
                <a:gd name="T12" fmla="*/ 16 w 31"/>
                <a:gd name="T13" fmla="*/ 32 h 32"/>
                <a:gd name="T14" fmla="*/ 23 w 31"/>
                <a:gd name="T15" fmla="*/ 32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32"/>
                  </a:lnTo>
                  <a:lnTo>
                    <a:pt x="16" y="32"/>
                  </a:lnTo>
                  <a:lnTo>
                    <a:pt x="23" y="32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6" name="Freeform 144">
              <a:extLst>
                <a:ext uri="{FF2B5EF4-FFF2-40B4-BE49-F238E27FC236}">
                  <a16:creationId xmlns:a16="http://schemas.microsoft.com/office/drawing/2014/main" id="{BDF3066C-8A12-B22F-9CA5-C8FE84E82455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9" y="1703"/>
              <a:ext cx="39" cy="41"/>
            </a:xfrm>
            <a:custGeom>
              <a:avLst/>
              <a:gdLst>
                <a:gd name="T0" fmla="*/ 31 w 39"/>
                <a:gd name="T1" fmla="*/ 24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4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32 h 41"/>
                <a:gd name="T28" fmla="*/ 8 w 39"/>
                <a:gd name="T29" fmla="*/ 32 h 41"/>
                <a:gd name="T30" fmla="*/ 8 w 39"/>
                <a:gd name="T31" fmla="*/ 32 h 41"/>
                <a:gd name="T32" fmla="*/ 16 w 39"/>
                <a:gd name="T33" fmla="*/ 32 h 41"/>
                <a:gd name="T34" fmla="*/ 16 w 39"/>
                <a:gd name="T35" fmla="*/ 32 h 41"/>
                <a:gd name="T36" fmla="*/ 16 w 39"/>
                <a:gd name="T37" fmla="*/ 32 h 41"/>
                <a:gd name="T38" fmla="*/ 23 w 39"/>
                <a:gd name="T39" fmla="*/ 32 h 41"/>
                <a:gd name="T40" fmla="*/ 23 w 39"/>
                <a:gd name="T41" fmla="*/ 32 h 41"/>
                <a:gd name="T42" fmla="*/ 23 w 39"/>
                <a:gd name="T43" fmla="*/ 32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16 h 41"/>
                <a:gd name="T50" fmla="*/ 39 w 39"/>
                <a:gd name="T51" fmla="*/ 16 h 41"/>
                <a:gd name="T52" fmla="*/ 31 w 39"/>
                <a:gd name="T53" fmla="*/ 32 h 41"/>
                <a:gd name="T54" fmla="*/ 31 w 39"/>
                <a:gd name="T55" fmla="*/ 32 h 41"/>
                <a:gd name="T56" fmla="*/ 23 w 39"/>
                <a:gd name="T57" fmla="*/ 41 h 41"/>
                <a:gd name="T58" fmla="*/ 16 w 39"/>
                <a:gd name="T59" fmla="*/ 41 h 41"/>
                <a:gd name="T60" fmla="*/ 16 w 39"/>
                <a:gd name="T61" fmla="*/ 41 h 41"/>
                <a:gd name="T62" fmla="*/ 16 w 39"/>
                <a:gd name="T63" fmla="*/ 41 h 41"/>
                <a:gd name="T64" fmla="*/ 8 w 39"/>
                <a:gd name="T65" fmla="*/ 41 h 41"/>
                <a:gd name="T66" fmla="*/ 8 w 39"/>
                <a:gd name="T67" fmla="*/ 41 h 41"/>
                <a:gd name="T68" fmla="*/ 8 w 39"/>
                <a:gd name="T69" fmla="*/ 32 h 41"/>
                <a:gd name="T70" fmla="*/ 0 w 39"/>
                <a:gd name="T71" fmla="*/ 16 h 41"/>
                <a:gd name="T72" fmla="*/ 0 w 39"/>
                <a:gd name="T73" fmla="*/ 16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4"/>
                  </a:moveTo>
                  <a:lnTo>
                    <a:pt x="23" y="16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6"/>
                  </a:lnTo>
                  <a:lnTo>
                    <a:pt x="8" y="24"/>
                  </a:lnTo>
                  <a:lnTo>
                    <a:pt x="8" y="16"/>
                  </a:lnTo>
                  <a:lnTo>
                    <a:pt x="16" y="32"/>
                  </a:lnTo>
                  <a:lnTo>
                    <a:pt x="8" y="32"/>
                  </a:lnTo>
                  <a:lnTo>
                    <a:pt x="16" y="32"/>
                  </a:lnTo>
                  <a:lnTo>
                    <a:pt x="23" y="32"/>
                  </a:lnTo>
                  <a:lnTo>
                    <a:pt x="31" y="16"/>
                  </a:lnTo>
                  <a:lnTo>
                    <a:pt x="39" y="16"/>
                  </a:lnTo>
                  <a:lnTo>
                    <a:pt x="31" y="32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41"/>
                  </a:lnTo>
                  <a:lnTo>
                    <a:pt x="8" y="32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7" name="Freeform 145">
              <a:extLst>
                <a:ext uri="{FF2B5EF4-FFF2-40B4-BE49-F238E27FC236}">
                  <a16:creationId xmlns:a16="http://schemas.microsoft.com/office/drawing/2014/main" id="{401800EF-4BBF-8200-B9C5-D9BD5140B5C4}"/>
                </a:ext>
              </a:extLst>
            </p:cNvPr>
            <p:cNvSpPr>
              <a:spLocks/>
            </p:cNvSpPr>
            <p:nvPr/>
          </p:nvSpPr>
          <p:spPr bwMode="auto">
            <a:xfrm>
              <a:off x="1970" y="1719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8" name="Freeform 146">
              <a:extLst>
                <a:ext uri="{FF2B5EF4-FFF2-40B4-BE49-F238E27FC236}">
                  <a16:creationId xmlns:a16="http://schemas.microsoft.com/office/drawing/2014/main" id="{B5D43583-0FDE-0AFA-42A9-9D44E7E1C9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538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8 h 33"/>
                <a:gd name="T4" fmla="*/ 15 w 31"/>
                <a:gd name="T5" fmla="*/ 0 h 33"/>
                <a:gd name="T6" fmla="*/ 8 w 31"/>
                <a:gd name="T7" fmla="*/ 8 h 33"/>
                <a:gd name="T8" fmla="*/ 0 w 31"/>
                <a:gd name="T9" fmla="*/ 17 h 33"/>
                <a:gd name="T10" fmla="*/ 8 w 31"/>
                <a:gd name="T11" fmla="*/ 25 h 33"/>
                <a:gd name="T12" fmla="*/ 15 w 31"/>
                <a:gd name="T13" fmla="*/ 33 h 33"/>
                <a:gd name="T14" fmla="*/ 23 w 31"/>
                <a:gd name="T15" fmla="*/ 25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8" y="8"/>
                  </a:lnTo>
                  <a:lnTo>
                    <a:pt x="0" y="17"/>
                  </a:lnTo>
                  <a:lnTo>
                    <a:pt x="8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9" name="Freeform 147">
              <a:extLst>
                <a:ext uri="{FF2B5EF4-FFF2-40B4-BE49-F238E27FC236}">
                  <a16:creationId xmlns:a16="http://schemas.microsoft.com/office/drawing/2014/main" id="{E05CA3C0-FFB2-9205-20EA-CE67EF52449C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538"/>
              <a:ext cx="38" cy="41"/>
            </a:xfrm>
            <a:custGeom>
              <a:avLst/>
              <a:gdLst>
                <a:gd name="T0" fmla="*/ 31 w 38"/>
                <a:gd name="T1" fmla="*/ 25 h 41"/>
                <a:gd name="T2" fmla="*/ 23 w 38"/>
                <a:gd name="T3" fmla="*/ 17 h 41"/>
                <a:gd name="T4" fmla="*/ 23 w 38"/>
                <a:gd name="T5" fmla="*/ 17 h 41"/>
                <a:gd name="T6" fmla="*/ 23 w 38"/>
                <a:gd name="T7" fmla="*/ 17 h 41"/>
                <a:gd name="T8" fmla="*/ 15 w 38"/>
                <a:gd name="T9" fmla="*/ 8 h 41"/>
                <a:gd name="T10" fmla="*/ 23 w 38"/>
                <a:gd name="T11" fmla="*/ 8 h 41"/>
                <a:gd name="T12" fmla="*/ 23 w 38"/>
                <a:gd name="T13" fmla="*/ 8 h 41"/>
                <a:gd name="T14" fmla="*/ 15 w 38"/>
                <a:gd name="T15" fmla="*/ 17 h 41"/>
                <a:gd name="T16" fmla="*/ 15 w 38"/>
                <a:gd name="T17" fmla="*/ 17 h 41"/>
                <a:gd name="T18" fmla="*/ 15 w 38"/>
                <a:gd name="T19" fmla="*/ 17 h 41"/>
                <a:gd name="T20" fmla="*/ 8 w 38"/>
                <a:gd name="T21" fmla="*/ 25 h 41"/>
                <a:gd name="T22" fmla="*/ 8 w 38"/>
                <a:gd name="T23" fmla="*/ 17 h 41"/>
                <a:gd name="T24" fmla="*/ 8 w 38"/>
                <a:gd name="T25" fmla="*/ 17 h 41"/>
                <a:gd name="T26" fmla="*/ 15 w 38"/>
                <a:gd name="T27" fmla="*/ 25 h 41"/>
                <a:gd name="T28" fmla="*/ 15 w 38"/>
                <a:gd name="T29" fmla="*/ 25 h 41"/>
                <a:gd name="T30" fmla="*/ 15 w 38"/>
                <a:gd name="T31" fmla="*/ 25 h 41"/>
                <a:gd name="T32" fmla="*/ 23 w 38"/>
                <a:gd name="T33" fmla="*/ 33 h 41"/>
                <a:gd name="T34" fmla="*/ 15 w 38"/>
                <a:gd name="T35" fmla="*/ 33 h 41"/>
                <a:gd name="T36" fmla="*/ 15 w 38"/>
                <a:gd name="T37" fmla="*/ 33 h 41"/>
                <a:gd name="T38" fmla="*/ 23 w 38"/>
                <a:gd name="T39" fmla="*/ 25 h 41"/>
                <a:gd name="T40" fmla="*/ 23 w 38"/>
                <a:gd name="T41" fmla="*/ 25 h 41"/>
                <a:gd name="T42" fmla="*/ 23 w 38"/>
                <a:gd name="T43" fmla="*/ 25 h 41"/>
                <a:gd name="T44" fmla="*/ 31 w 38"/>
                <a:gd name="T45" fmla="*/ 17 h 41"/>
                <a:gd name="T46" fmla="*/ 31 w 38"/>
                <a:gd name="T47" fmla="*/ 17 h 41"/>
                <a:gd name="T48" fmla="*/ 38 w 38"/>
                <a:gd name="T49" fmla="*/ 25 h 41"/>
                <a:gd name="T50" fmla="*/ 38 w 38"/>
                <a:gd name="T51" fmla="*/ 25 h 41"/>
                <a:gd name="T52" fmla="*/ 31 w 38"/>
                <a:gd name="T53" fmla="*/ 33 h 41"/>
                <a:gd name="T54" fmla="*/ 31 w 38"/>
                <a:gd name="T55" fmla="*/ 33 h 41"/>
                <a:gd name="T56" fmla="*/ 31 w 38"/>
                <a:gd name="T57" fmla="*/ 33 h 41"/>
                <a:gd name="T58" fmla="*/ 23 w 38"/>
                <a:gd name="T59" fmla="*/ 41 h 41"/>
                <a:gd name="T60" fmla="*/ 23 w 38"/>
                <a:gd name="T61" fmla="*/ 41 h 41"/>
                <a:gd name="T62" fmla="*/ 15 w 38"/>
                <a:gd name="T63" fmla="*/ 41 h 41"/>
                <a:gd name="T64" fmla="*/ 8 w 38"/>
                <a:gd name="T65" fmla="*/ 33 h 41"/>
                <a:gd name="T66" fmla="*/ 8 w 38"/>
                <a:gd name="T67" fmla="*/ 33 h 41"/>
                <a:gd name="T68" fmla="*/ 8 w 38"/>
                <a:gd name="T69" fmla="*/ 33 h 41"/>
                <a:gd name="T70" fmla="*/ 0 w 38"/>
                <a:gd name="T71" fmla="*/ 25 h 41"/>
                <a:gd name="T72" fmla="*/ 0 w 38"/>
                <a:gd name="T73" fmla="*/ 25 h 41"/>
                <a:gd name="T74" fmla="*/ 0 w 38"/>
                <a:gd name="T75" fmla="*/ 17 h 41"/>
                <a:gd name="T76" fmla="*/ 8 w 38"/>
                <a:gd name="T77" fmla="*/ 8 h 41"/>
                <a:gd name="T78" fmla="*/ 8 w 38"/>
                <a:gd name="T79" fmla="*/ 8 h 41"/>
                <a:gd name="T80" fmla="*/ 8 w 38"/>
                <a:gd name="T81" fmla="*/ 8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1 w 38"/>
                <a:gd name="T89" fmla="*/ 8 h 41"/>
                <a:gd name="T90" fmla="*/ 31 w 38"/>
                <a:gd name="T91" fmla="*/ 8 h 41"/>
                <a:gd name="T92" fmla="*/ 31 w 38"/>
                <a:gd name="T93" fmla="*/ 8 h 41"/>
                <a:gd name="T94" fmla="*/ 38 w 38"/>
                <a:gd name="T95" fmla="*/ 17 h 41"/>
                <a:gd name="T96" fmla="*/ 31 w 38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1" y="25"/>
                  </a:moveTo>
                  <a:lnTo>
                    <a:pt x="23" y="17"/>
                  </a:lnTo>
                  <a:lnTo>
                    <a:pt x="15" y="8"/>
                  </a:lnTo>
                  <a:lnTo>
                    <a:pt x="23" y="8"/>
                  </a:lnTo>
                  <a:lnTo>
                    <a:pt x="15" y="17"/>
                  </a:lnTo>
                  <a:lnTo>
                    <a:pt x="8" y="25"/>
                  </a:lnTo>
                  <a:lnTo>
                    <a:pt x="8" y="17"/>
                  </a:lnTo>
                  <a:lnTo>
                    <a:pt x="15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7"/>
                  </a:lnTo>
                  <a:lnTo>
                    <a:pt x="38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8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8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8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0" name="Freeform 148">
              <a:extLst>
                <a:ext uri="{FF2B5EF4-FFF2-40B4-BE49-F238E27FC236}">
                  <a16:creationId xmlns:a16="http://schemas.microsoft.com/office/drawing/2014/main" id="{9FE2CE89-0299-E703-4195-F7DB77840874}"/>
                </a:ext>
              </a:extLst>
            </p:cNvPr>
            <p:cNvSpPr>
              <a:spLocks/>
            </p:cNvSpPr>
            <p:nvPr/>
          </p:nvSpPr>
          <p:spPr bwMode="auto">
            <a:xfrm>
              <a:off x="2125" y="1555"/>
              <a:ext cx="7" cy="8"/>
            </a:xfrm>
            <a:custGeom>
              <a:avLst/>
              <a:gdLst>
                <a:gd name="T0" fmla="*/ 0 w 7"/>
                <a:gd name="T1" fmla="*/ 0 h 8"/>
                <a:gd name="T2" fmla="*/ 0 w 7"/>
                <a:gd name="T3" fmla="*/ 0 h 8"/>
                <a:gd name="T4" fmla="*/ 0 w 7"/>
                <a:gd name="T5" fmla="*/ 8 h 8"/>
                <a:gd name="T6" fmla="*/ 7 w 7"/>
                <a:gd name="T7" fmla="*/ 0 h 8"/>
                <a:gd name="T8" fmla="*/ 7 w 7"/>
                <a:gd name="T9" fmla="*/ 8 h 8"/>
                <a:gd name="T10" fmla="*/ 7 w 7"/>
                <a:gd name="T11" fmla="*/ 8 h 8"/>
                <a:gd name="T12" fmla="*/ 0 w 7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8"/>
                <a:gd name="T23" fmla="*/ 7 w 7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7" y="0"/>
                  </a:lnTo>
                  <a:lnTo>
                    <a:pt x="7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1" name="Freeform 149">
              <a:extLst>
                <a:ext uri="{FF2B5EF4-FFF2-40B4-BE49-F238E27FC236}">
                  <a16:creationId xmlns:a16="http://schemas.microsoft.com/office/drawing/2014/main" id="{06C16BDC-C950-B567-64B1-4395139D5EF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456"/>
              <a:ext cx="31" cy="25"/>
            </a:xfrm>
            <a:custGeom>
              <a:avLst/>
              <a:gdLst>
                <a:gd name="T0" fmla="*/ 31 w 31"/>
                <a:gd name="T1" fmla="*/ 8 h 25"/>
                <a:gd name="T2" fmla="*/ 23 w 31"/>
                <a:gd name="T3" fmla="*/ 0 h 25"/>
                <a:gd name="T4" fmla="*/ 15 w 31"/>
                <a:gd name="T5" fmla="*/ 0 h 25"/>
                <a:gd name="T6" fmla="*/ 8 w 31"/>
                <a:gd name="T7" fmla="*/ 0 h 25"/>
                <a:gd name="T8" fmla="*/ 0 w 31"/>
                <a:gd name="T9" fmla="*/ 8 h 25"/>
                <a:gd name="T10" fmla="*/ 8 w 31"/>
                <a:gd name="T11" fmla="*/ 25 h 25"/>
                <a:gd name="T12" fmla="*/ 15 w 31"/>
                <a:gd name="T13" fmla="*/ 25 h 25"/>
                <a:gd name="T14" fmla="*/ 23 w 31"/>
                <a:gd name="T15" fmla="*/ 25 h 25"/>
                <a:gd name="T16" fmla="*/ 31 w 31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25"/>
                <a:gd name="T29" fmla="*/ 31 w 31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25">
                  <a:moveTo>
                    <a:pt x="31" y="8"/>
                  </a:moveTo>
                  <a:lnTo>
                    <a:pt x="23" y="0"/>
                  </a:lnTo>
                  <a:lnTo>
                    <a:pt x="15" y="0"/>
                  </a:lnTo>
                  <a:lnTo>
                    <a:pt x="8" y="0"/>
                  </a:lnTo>
                  <a:lnTo>
                    <a:pt x="0" y="8"/>
                  </a:lnTo>
                  <a:lnTo>
                    <a:pt x="8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1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2" name="Freeform 150">
              <a:extLst>
                <a:ext uri="{FF2B5EF4-FFF2-40B4-BE49-F238E27FC236}">
                  <a16:creationId xmlns:a16="http://schemas.microsoft.com/office/drawing/2014/main" id="{D4920058-2501-3ECF-A685-89DE9A9E64E5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456"/>
              <a:ext cx="38" cy="33"/>
            </a:xfrm>
            <a:custGeom>
              <a:avLst/>
              <a:gdLst>
                <a:gd name="T0" fmla="*/ 31 w 38"/>
                <a:gd name="T1" fmla="*/ 16 h 33"/>
                <a:gd name="T2" fmla="*/ 23 w 38"/>
                <a:gd name="T3" fmla="*/ 8 h 33"/>
                <a:gd name="T4" fmla="*/ 23 w 38"/>
                <a:gd name="T5" fmla="*/ 8 h 33"/>
                <a:gd name="T6" fmla="*/ 23 w 38"/>
                <a:gd name="T7" fmla="*/ 8 h 33"/>
                <a:gd name="T8" fmla="*/ 15 w 38"/>
                <a:gd name="T9" fmla="*/ 8 h 33"/>
                <a:gd name="T10" fmla="*/ 15 w 38"/>
                <a:gd name="T11" fmla="*/ 8 h 33"/>
                <a:gd name="T12" fmla="*/ 15 w 38"/>
                <a:gd name="T13" fmla="*/ 8 h 33"/>
                <a:gd name="T14" fmla="*/ 8 w 38"/>
                <a:gd name="T15" fmla="*/ 8 h 33"/>
                <a:gd name="T16" fmla="*/ 15 w 38"/>
                <a:gd name="T17" fmla="*/ 8 h 33"/>
                <a:gd name="T18" fmla="*/ 15 w 38"/>
                <a:gd name="T19" fmla="*/ 8 h 33"/>
                <a:gd name="T20" fmla="*/ 8 w 38"/>
                <a:gd name="T21" fmla="*/ 16 h 33"/>
                <a:gd name="T22" fmla="*/ 8 w 38"/>
                <a:gd name="T23" fmla="*/ 8 h 33"/>
                <a:gd name="T24" fmla="*/ 8 w 38"/>
                <a:gd name="T25" fmla="*/ 8 h 33"/>
                <a:gd name="T26" fmla="*/ 15 w 38"/>
                <a:gd name="T27" fmla="*/ 25 h 33"/>
                <a:gd name="T28" fmla="*/ 8 w 38"/>
                <a:gd name="T29" fmla="*/ 25 h 33"/>
                <a:gd name="T30" fmla="*/ 8 w 38"/>
                <a:gd name="T31" fmla="*/ 25 h 33"/>
                <a:gd name="T32" fmla="*/ 15 w 38"/>
                <a:gd name="T33" fmla="*/ 25 h 33"/>
                <a:gd name="T34" fmla="*/ 15 w 38"/>
                <a:gd name="T35" fmla="*/ 25 h 33"/>
                <a:gd name="T36" fmla="*/ 15 w 38"/>
                <a:gd name="T37" fmla="*/ 25 h 33"/>
                <a:gd name="T38" fmla="*/ 23 w 38"/>
                <a:gd name="T39" fmla="*/ 25 h 33"/>
                <a:gd name="T40" fmla="*/ 23 w 38"/>
                <a:gd name="T41" fmla="*/ 25 h 33"/>
                <a:gd name="T42" fmla="*/ 23 w 38"/>
                <a:gd name="T43" fmla="*/ 25 h 33"/>
                <a:gd name="T44" fmla="*/ 31 w 38"/>
                <a:gd name="T45" fmla="*/ 8 h 33"/>
                <a:gd name="T46" fmla="*/ 31 w 38"/>
                <a:gd name="T47" fmla="*/ 8 h 33"/>
                <a:gd name="T48" fmla="*/ 38 w 38"/>
                <a:gd name="T49" fmla="*/ 8 h 33"/>
                <a:gd name="T50" fmla="*/ 38 w 38"/>
                <a:gd name="T51" fmla="*/ 8 h 33"/>
                <a:gd name="T52" fmla="*/ 31 w 38"/>
                <a:gd name="T53" fmla="*/ 25 h 33"/>
                <a:gd name="T54" fmla="*/ 31 w 38"/>
                <a:gd name="T55" fmla="*/ 25 h 33"/>
                <a:gd name="T56" fmla="*/ 23 w 38"/>
                <a:gd name="T57" fmla="*/ 33 h 33"/>
                <a:gd name="T58" fmla="*/ 15 w 38"/>
                <a:gd name="T59" fmla="*/ 33 h 33"/>
                <a:gd name="T60" fmla="*/ 15 w 38"/>
                <a:gd name="T61" fmla="*/ 33 h 33"/>
                <a:gd name="T62" fmla="*/ 15 w 38"/>
                <a:gd name="T63" fmla="*/ 33 h 33"/>
                <a:gd name="T64" fmla="*/ 8 w 38"/>
                <a:gd name="T65" fmla="*/ 33 h 33"/>
                <a:gd name="T66" fmla="*/ 8 w 38"/>
                <a:gd name="T67" fmla="*/ 33 h 33"/>
                <a:gd name="T68" fmla="*/ 8 w 38"/>
                <a:gd name="T69" fmla="*/ 25 h 33"/>
                <a:gd name="T70" fmla="*/ 0 w 38"/>
                <a:gd name="T71" fmla="*/ 8 h 33"/>
                <a:gd name="T72" fmla="*/ 0 w 38"/>
                <a:gd name="T73" fmla="*/ 8 h 33"/>
                <a:gd name="T74" fmla="*/ 0 w 38"/>
                <a:gd name="T75" fmla="*/ 8 h 33"/>
                <a:gd name="T76" fmla="*/ 8 w 38"/>
                <a:gd name="T77" fmla="*/ 0 h 33"/>
                <a:gd name="T78" fmla="*/ 8 w 38"/>
                <a:gd name="T79" fmla="*/ 0 h 33"/>
                <a:gd name="T80" fmla="*/ 8 w 38"/>
                <a:gd name="T81" fmla="*/ 0 h 33"/>
                <a:gd name="T82" fmla="*/ 15 w 38"/>
                <a:gd name="T83" fmla="*/ 0 h 33"/>
                <a:gd name="T84" fmla="*/ 15 w 38"/>
                <a:gd name="T85" fmla="*/ 0 h 33"/>
                <a:gd name="T86" fmla="*/ 15 w 38"/>
                <a:gd name="T87" fmla="*/ 0 h 33"/>
                <a:gd name="T88" fmla="*/ 23 w 38"/>
                <a:gd name="T89" fmla="*/ 0 h 33"/>
                <a:gd name="T90" fmla="*/ 23 w 38"/>
                <a:gd name="T91" fmla="*/ 0 h 33"/>
                <a:gd name="T92" fmla="*/ 31 w 38"/>
                <a:gd name="T93" fmla="*/ 0 h 33"/>
                <a:gd name="T94" fmla="*/ 38 w 38"/>
                <a:gd name="T95" fmla="*/ 8 h 33"/>
                <a:gd name="T96" fmla="*/ 31 w 38"/>
                <a:gd name="T97" fmla="*/ 16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33"/>
                <a:gd name="T149" fmla="*/ 38 w 38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33">
                  <a:moveTo>
                    <a:pt x="31" y="16"/>
                  </a:moveTo>
                  <a:lnTo>
                    <a:pt x="23" y="8"/>
                  </a:lnTo>
                  <a:lnTo>
                    <a:pt x="15" y="8"/>
                  </a:lnTo>
                  <a:lnTo>
                    <a:pt x="8" y="8"/>
                  </a:lnTo>
                  <a:lnTo>
                    <a:pt x="15" y="8"/>
                  </a:lnTo>
                  <a:lnTo>
                    <a:pt x="8" y="16"/>
                  </a:lnTo>
                  <a:lnTo>
                    <a:pt x="8" y="8"/>
                  </a:lnTo>
                  <a:lnTo>
                    <a:pt x="15" y="25"/>
                  </a:lnTo>
                  <a:lnTo>
                    <a:pt x="8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1" y="8"/>
                  </a:lnTo>
                  <a:lnTo>
                    <a:pt x="38" y="8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8" y="33"/>
                  </a:lnTo>
                  <a:lnTo>
                    <a:pt x="8" y="25"/>
                  </a:lnTo>
                  <a:lnTo>
                    <a:pt x="0" y="8"/>
                  </a:lnTo>
                  <a:lnTo>
                    <a:pt x="8" y="0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0"/>
                  </a:lnTo>
                  <a:lnTo>
                    <a:pt x="38" y="8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3" name="Freeform 151">
              <a:extLst>
                <a:ext uri="{FF2B5EF4-FFF2-40B4-BE49-F238E27FC236}">
                  <a16:creationId xmlns:a16="http://schemas.microsoft.com/office/drawing/2014/main" id="{308DC78B-E34B-B1F9-7987-C7643387309A}"/>
                </a:ext>
              </a:extLst>
            </p:cNvPr>
            <p:cNvSpPr>
              <a:spLocks/>
            </p:cNvSpPr>
            <p:nvPr/>
          </p:nvSpPr>
          <p:spPr bwMode="auto">
            <a:xfrm>
              <a:off x="2125" y="1464"/>
              <a:ext cx="7" cy="8"/>
            </a:xfrm>
            <a:custGeom>
              <a:avLst/>
              <a:gdLst>
                <a:gd name="T0" fmla="*/ 0 w 7"/>
                <a:gd name="T1" fmla="*/ 0 h 8"/>
                <a:gd name="T2" fmla="*/ 0 w 7"/>
                <a:gd name="T3" fmla="*/ 0 h 8"/>
                <a:gd name="T4" fmla="*/ 0 w 7"/>
                <a:gd name="T5" fmla="*/ 8 h 8"/>
                <a:gd name="T6" fmla="*/ 7 w 7"/>
                <a:gd name="T7" fmla="*/ 0 h 8"/>
                <a:gd name="T8" fmla="*/ 7 w 7"/>
                <a:gd name="T9" fmla="*/ 0 h 8"/>
                <a:gd name="T10" fmla="*/ 7 w 7"/>
                <a:gd name="T11" fmla="*/ 0 h 8"/>
                <a:gd name="T12" fmla="*/ 0 w 7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8"/>
                <a:gd name="T23" fmla="*/ 7 w 7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7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4" name="Freeform 152">
              <a:extLst>
                <a:ext uri="{FF2B5EF4-FFF2-40B4-BE49-F238E27FC236}">
                  <a16:creationId xmlns:a16="http://schemas.microsoft.com/office/drawing/2014/main" id="{6683BC33-25D7-0B30-AFBA-30F3AC79A6A2}"/>
                </a:ext>
              </a:extLst>
            </p:cNvPr>
            <p:cNvSpPr>
              <a:spLocks/>
            </p:cNvSpPr>
            <p:nvPr/>
          </p:nvSpPr>
          <p:spPr bwMode="auto">
            <a:xfrm>
              <a:off x="1862" y="1283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8 h 33"/>
                <a:gd name="T4" fmla="*/ 15 w 31"/>
                <a:gd name="T5" fmla="*/ 0 h 33"/>
                <a:gd name="T6" fmla="*/ 8 w 31"/>
                <a:gd name="T7" fmla="*/ 8 h 33"/>
                <a:gd name="T8" fmla="*/ 0 w 31"/>
                <a:gd name="T9" fmla="*/ 17 h 33"/>
                <a:gd name="T10" fmla="*/ 8 w 31"/>
                <a:gd name="T11" fmla="*/ 33 h 33"/>
                <a:gd name="T12" fmla="*/ 15 w 31"/>
                <a:gd name="T13" fmla="*/ 33 h 33"/>
                <a:gd name="T14" fmla="*/ 23 w 31"/>
                <a:gd name="T15" fmla="*/ 33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8" y="8"/>
                  </a:lnTo>
                  <a:lnTo>
                    <a:pt x="0" y="17"/>
                  </a:lnTo>
                  <a:lnTo>
                    <a:pt x="8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5" name="Freeform 153">
              <a:extLst>
                <a:ext uri="{FF2B5EF4-FFF2-40B4-BE49-F238E27FC236}">
                  <a16:creationId xmlns:a16="http://schemas.microsoft.com/office/drawing/2014/main" id="{7F1D3C4B-C6E4-F916-7415-0901FD5E2E4C}"/>
                </a:ext>
              </a:extLst>
            </p:cNvPr>
            <p:cNvSpPr>
              <a:spLocks/>
            </p:cNvSpPr>
            <p:nvPr/>
          </p:nvSpPr>
          <p:spPr bwMode="auto">
            <a:xfrm>
              <a:off x="1862" y="1283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7 h 41"/>
                <a:gd name="T4" fmla="*/ 23 w 39"/>
                <a:gd name="T5" fmla="*/ 17 h 41"/>
                <a:gd name="T6" fmla="*/ 23 w 39"/>
                <a:gd name="T7" fmla="*/ 17 h 41"/>
                <a:gd name="T8" fmla="*/ 15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5 w 39"/>
                <a:gd name="T15" fmla="*/ 17 h 41"/>
                <a:gd name="T16" fmla="*/ 15 w 39"/>
                <a:gd name="T17" fmla="*/ 17 h 41"/>
                <a:gd name="T18" fmla="*/ 15 w 39"/>
                <a:gd name="T19" fmla="*/ 17 h 41"/>
                <a:gd name="T20" fmla="*/ 8 w 39"/>
                <a:gd name="T21" fmla="*/ 25 h 41"/>
                <a:gd name="T22" fmla="*/ 8 w 39"/>
                <a:gd name="T23" fmla="*/ 17 h 41"/>
                <a:gd name="T24" fmla="*/ 8 w 39"/>
                <a:gd name="T25" fmla="*/ 17 h 41"/>
                <a:gd name="T26" fmla="*/ 15 w 39"/>
                <a:gd name="T27" fmla="*/ 33 h 41"/>
                <a:gd name="T28" fmla="*/ 8 w 39"/>
                <a:gd name="T29" fmla="*/ 33 h 41"/>
                <a:gd name="T30" fmla="*/ 8 w 39"/>
                <a:gd name="T31" fmla="*/ 33 h 41"/>
                <a:gd name="T32" fmla="*/ 15 w 39"/>
                <a:gd name="T33" fmla="*/ 33 h 41"/>
                <a:gd name="T34" fmla="*/ 15 w 39"/>
                <a:gd name="T35" fmla="*/ 33 h 41"/>
                <a:gd name="T36" fmla="*/ 15 w 39"/>
                <a:gd name="T37" fmla="*/ 33 h 41"/>
                <a:gd name="T38" fmla="*/ 23 w 39"/>
                <a:gd name="T39" fmla="*/ 33 h 41"/>
                <a:gd name="T40" fmla="*/ 23 w 39"/>
                <a:gd name="T41" fmla="*/ 33 h 41"/>
                <a:gd name="T42" fmla="*/ 23 w 39"/>
                <a:gd name="T43" fmla="*/ 33 h 41"/>
                <a:gd name="T44" fmla="*/ 31 w 39"/>
                <a:gd name="T45" fmla="*/ 17 h 41"/>
                <a:gd name="T46" fmla="*/ 31 w 39"/>
                <a:gd name="T47" fmla="*/ 17 h 41"/>
                <a:gd name="T48" fmla="*/ 39 w 39"/>
                <a:gd name="T49" fmla="*/ 17 h 41"/>
                <a:gd name="T50" fmla="*/ 39 w 39"/>
                <a:gd name="T51" fmla="*/ 17 h 41"/>
                <a:gd name="T52" fmla="*/ 31 w 39"/>
                <a:gd name="T53" fmla="*/ 33 h 41"/>
                <a:gd name="T54" fmla="*/ 31 w 39"/>
                <a:gd name="T55" fmla="*/ 33 h 41"/>
                <a:gd name="T56" fmla="*/ 23 w 39"/>
                <a:gd name="T57" fmla="*/ 41 h 41"/>
                <a:gd name="T58" fmla="*/ 15 w 39"/>
                <a:gd name="T59" fmla="*/ 41 h 41"/>
                <a:gd name="T60" fmla="*/ 15 w 39"/>
                <a:gd name="T61" fmla="*/ 41 h 41"/>
                <a:gd name="T62" fmla="*/ 15 w 39"/>
                <a:gd name="T63" fmla="*/ 41 h 41"/>
                <a:gd name="T64" fmla="*/ 8 w 39"/>
                <a:gd name="T65" fmla="*/ 41 h 41"/>
                <a:gd name="T66" fmla="*/ 8 w 39"/>
                <a:gd name="T67" fmla="*/ 41 h 41"/>
                <a:gd name="T68" fmla="*/ 8 w 39"/>
                <a:gd name="T69" fmla="*/ 33 h 41"/>
                <a:gd name="T70" fmla="*/ 0 w 39"/>
                <a:gd name="T71" fmla="*/ 17 h 41"/>
                <a:gd name="T72" fmla="*/ 0 w 39"/>
                <a:gd name="T73" fmla="*/ 17 h 41"/>
                <a:gd name="T74" fmla="*/ 0 w 39"/>
                <a:gd name="T75" fmla="*/ 17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5 w 39"/>
                <a:gd name="T83" fmla="*/ 0 h 41"/>
                <a:gd name="T84" fmla="*/ 15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7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7"/>
                  </a:lnTo>
                  <a:lnTo>
                    <a:pt x="15" y="8"/>
                  </a:lnTo>
                  <a:lnTo>
                    <a:pt x="23" y="8"/>
                  </a:lnTo>
                  <a:lnTo>
                    <a:pt x="15" y="17"/>
                  </a:lnTo>
                  <a:lnTo>
                    <a:pt x="8" y="25"/>
                  </a:lnTo>
                  <a:lnTo>
                    <a:pt x="8" y="17"/>
                  </a:lnTo>
                  <a:lnTo>
                    <a:pt x="15" y="33"/>
                  </a:lnTo>
                  <a:lnTo>
                    <a:pt x="8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lnTo>
                    <a:pt x="39" y="17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8" y="41"/>
                  </a:lnTo>
                  <a:lnTo>
                    <a:pt x="8" y="33"/>
                  </a:lnTo>
                  <a:lnTo>
                    <a:pt x="0" y="17"/>
                  </a:lnTo>
                  <a:lnTo>
                    <a:pt x="8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6" name="Freeform 154">
              <a:extLst>
                <a:ext uri="{FF2B5EF4-FFF2-40B4-BE49-F238E27FC236}">
                  <a16:creationId xmlns:a16="http://schemas.microsoft.com/office/drawing/2014/main" id="{311D55D4-D752-F261-5E99-111BFFF406D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93" y="1300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7" name="Freeform 155">
              <a:extLst>
                <a:ext uri="{FF2B5EF4-FFF2-40B4-BE49-F238E27FC236}">
                  <a16:creationId xmlns:a16="http://schemas.microsoft.com/office/drawing/2014/main" id="{EA4AC587-EFB3-3688-FED7-E63F59C39392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9" y="1283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8 h 33"/>
                <a:gd name="T4" fmla="*/ 16 w 31"/>
                <a:gd name="T5" fmla="*/ 0 h 33"/>
                <a:gd name="T6" fmla="*/ 8 w 31"/>
                <a:gd name="T7" fmla="*/ 8 h 33"/>
                <a:gd name="T8" fmla="*/ 0 w 31"/>
                <a:gd name="T9" fmla="*/ 17 h 33"/>
                <a:gd name="T10" fmla="*/ 8 w 31"/>
                <a:gd name="T11" fmla="*/ 25 h 33"/>
                <a:gd name="T12" fmla="*/ 16 w 31"/>
                <a:gd name="T13" fmla="*/ 33 h 33"/>
                <a:gd name="T14" fmla="*/ 23 w 31"/>
                <a:gd name="T15" fmla="*/ 25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7"/>
                  </a:lnTo>
                  <a:lnTo>
                    <a:pt x="8" y="25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8" name="Freeform 156">
              <a:extLst>
                <a:ext uri="{FF2B5EF4-FFF2-40B4-BE49-F238E27FC236}">
                  <a16:creationId xmlns:a16="http://schemas.microsoft.com/office/drawing/2014/main" id="{8056AE0A-09EF-2D14-F578-0E8879B4518E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9" y="1283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7 h 41"/>
                <a:gd name="T4" fmla="*/ 23 w 39"/>
                <a:gd name="T5" fmla="*/ 17 h 41"/>
                <a:gd name="T6" fmla="*/ 23 w 39"/>
                <a:gd name="T7" fmla="*/ 17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7 h 41"/>
                <a:gd name="T16" fmla="*/ 16 w 39"/>
                <a:gd name="T17" fmla="*/ 17 h 41"/>
                <a:gd name="T18" fmla="*/ 16 w 39"/>
                <a:gd name="T19" fmla="*/ 17 h 41"/>
                <a:gd name="T20" fmla="*/ 8 w 39"/>
                <a:gd name="T21" fmla="*/ 25 h 41"/>
                <a:gd name="T22" fmla="*/ 8 w 39"/>
                <a:gd name="T23" fmla="*/ 17 h 41"/>
                <a:gd name="T24" fmla="*/ 8 w 39"/>
                <a:gd name="T25" fmla="*/ 17 h 41"/>
                <a:gd name="T26" fmla="*/ 16 w 39"/>
                <a:gd name="T27" fmla="*/ 25 h 41"/>
                <a:gd name="T28" fmla="*/ 16 w 39"/>
                <a:gd name="T29" fmla="*/ 25 h 41"/>
                <a:gd name="T30" fmla="*/ 16 w 39"/>
                <a:gd name="T31" fmla="*/ 25 h 41"/>
                <a:gd name="T32" fmla="*/ 23 w 39"/>
                <a:gd name="T33" fmla="*/ 33 h 41"/>
                <a:gd name="T34" fmla="*/ 16 w 39"/>
                <a:gd name="T35" fmla="*/ 33 h 41"/>
                <a:gd name="T36" fmla="*/ 16 w 39"/>
                <a:gd name="T37" fmla="*/ 33 h 41"/>
                <a:gd name="T38" fmla="*/ 23 w 39"/>
                <a:gd name="T39" fmla="*/ 25 h 41"/>
                <a:gd name="T40" fmla="*/ 23 w 39"/>
                <a:gd name="T41" fmla="*/ 25 h 41"/>
                <a:gd name="T42" fmla="*/ 23 w 39"/>
                <a:gd name="T43" fmla="*/ 25 h 41"/>
                <a:gd name="T44" fmla="*/ 31 w 39"/>
                <a:gd name="T45" fmla="*/ 17 h 41"/>
                <a:gd name="T46" fmla="*/ 31 w 39"/>
                <a:gd name="T47" fmla="*/ 17 h 41"/>
                <a:gd name="T48" fmla="*/ 39 w 39"/>
                <a:gd name="T49" fmla="*/ 25 h 41"/>
                <a:gd name="T50" fmla="*/ 39 w 39"/>
                <a:gd name="T51" fmla="*/ 25 h 41"/>
                <a:gd name="T52" fmla="*/ 31 w 39"/>
                <a:gd name="T53" fmla="*/ 33 h 41"/>
                <a:gd name="T54" fmla="*/ 31 w 39"/>
                <a:gd name="T55" fmla="*/ 33 h 41"/>
                <a:gd name="T56" fmla="*/ 31 w 39"/>
                <a:gd name="T57" fmla="*/ 33 h 41"/>
                <a:gd name="T58" fmla="*/ 23 w 39"/>
                <a:gd name="T59" fmla="*/ 41 h 41"/>
                <a:gd name="T60" fmla="*/ 23 w 39"/>
                <a:gd name="T61" fmla="*/ 41 h 41"/>
                <a:gd name="T62" fmla="*/ 16 w 39"/>
                <a:gd name="T63" fmla="*/ 41 h 41"/>
                <a:gd name="T64" fmla="*/ 8 w 39"/>
                <a:gd name="T65" fmla="*/ 33 h 41"/>
                <a:gd name="T66" fmla="*/ 8 w 39"/>
                <a:gd name="T67" fmla="*/ 33 h 41"/>
                <a:gd name="T68" fmla="*/ 8 w 39"/>
                <a:gd name="T69" fmla="*/ 33 h 41"/>
                <a:gd name="T70" fmla="*/ 0 w 39"/>
                <a:gd name="T71" fmla="*/ 25 h 41"/>
                <a:gd name="T72" fmla="*/ 0 w 39"/>
                <a:gd name="T73" fmla="*/ 25 h 41"/>
                <a:gd name="T74" fmla="*/ 0 w 39"/>
                <a:gd name="T75" fmla="*/ 17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7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7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7"/>
                  </a:lnTo>
                  <a:lnTo>
                    <a:pt x="8" y="25"/>
                  </a:lnTo>
                  <a:lnTo>
                    <a:pt x="8" y="17"/>
                  </a:lnTo>
                  <a:lnTo>
                    <a:pt x="16" y="25"/>
                  </a:lnTo>
                  <a:lnTo>
                    <a:pt x="23" y="33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7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9" name="Freeform 157">
              <a:extLst>
                <a:ext uri="{FF2B5EF4-FFF2-40B4-BE49-F238E27FC236}">
                  <a16:creationId xmlns:a16="http://schemas.microsoft.com/office/drawing/2014/main" id="{C6CED9E1-9FFE-A2C7-9E5D-5ECFB8C5A766}"/>
                </a:ext>
              </a:extLst>
            </p:cNvPr>
            <p:cNvSpPr>
              <a:spLocks/>
            </p:cNvSpPr>
            <p:nvPr/>
          </p:nvSpPr>
          <p:spPr bwMode="auto">
            <a:xfrm>
              <a:off x="1970" y="1300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0" name="Freeform 158">
              <a:extLst>
                <a:ext uri="{FF2B5EF4-FFF2-40B4-BE49-F238E27FC236}">
                  <a16:creationId xmlns:a16="http://schemas.microsoft.com/office/drawing/2014/main" id="{7E9F5D34-0AD0-FA4D-35AB-A5C16E228CD9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127"/>
              <a:ext cx="31" cy="25"/>
            </a:xfrm>
            <a:custGeom>
              <a:avLst/>
              <a:gdLst>
                <a:gd name="T0" fmla="*/ 31 w 31"/>
                <a:gd name="T1" fmla="*/ 8 h 25"/>
                <a:gd name="T2" fmla="*/ 23 w 31"/>
                <a:gd name="T3" fmla="*/ 0 h 25"/>
                <a:gd name="T4" fmla="*/ 15 w 31"/>
                <a:gd name="T5" fmla="*/ 0 h 25"/>
                <a:gd name="T6" fmla="*/ 8 w 31"/>
                <a:gd name="T7" fmla="*/ 0 h 25"/>
                <a:gd name="T8" fmla="*/ 0 w 31"/>
                <a:gd name="T9" fmla="*/ 8 h 25"/>
                <a:gd name="T10" fmla="*/ 8 w 31"/>
                <a:gd name="T11" fmla="*/ 25 h 25"/>
                <a:gd name="T12" fmla="*/ 15 w 31"/>
                <a:gd name="T13" fmla="*/ 25 h 25"/>
                <a:gd name="T14" fmla="*/ 23 w 31"/>
                <a:gd name="T15" fmla="*/ 25 h 25"/>
                <a:gd name="T16" fmla="*/ 31 w 31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25"/>
                <a:gd name="T29" fmla="*/ 31 w 31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25">
                  <a:moveTo>
                    <a:pt x="31" y="8"/>
                  </a:moveTo>
                  <a:lnTo>
                    <a:pt x="23" y="0"/>
                  </a:lnTo>
                  <a:lnTo>
                    <a:pt x="15" y="0"/>
                  </a:lnTo>
                  <a:lnTo>
                    <a:pt x="8" y="0"/>
                  </a:lnTo>
                  <a:lnTo>
                    <a:pt x="0" y="8"/>
                  </a:lnTo>
                  <a:lnTo>
                    <a:pt x="8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1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1" name="Freeform 159">
              <a:extLst>
                <a:ext uri="{FF2B5EF4-FFF2-40B4-BE49-F238E27FC236}">
                  <a16:creationId xmlns:a16="http://schemas.microsoft.com/office/drawing/2014/main" id="{1D440AB7-A107-D99E-E461-74352254811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127"/>
              <a:ext cx="38" cy="33"/>
            </a:xfrm>
            <a:custGeom>
              <a:avLst/>
              <a:gdLst>
                <a:gd name="T0" fmla="*/ 31 w 38"/>
                <a:gd name="T1" fmla="*/ 17 h 33"/>
                <a:gd name="T2" fmla="*/ 23 w 38"/>
                <a:gd name="T3" fmla="*/ 8 h 33"/>
                <a:gd name="T4" fmla="*/ 23 w 38"/>
                <a:gd name="T5" fmla="*/ 8 h 33"/>
                <a:gd name="T6" fmla="*/ 23 w 38"/>
                <a:gd name="T7" fmla="*/ 8 h 33"/>
                <a:gd name="T8" fmla="*/ 15 w 38"/>
                <a:gd name="T9" fmla="*/ 8 h 33"/>
                <a:gd name="T10" fmla="*/ 15 w 38"/>
                <a:gd name="T11" fmla="*/ 8 h 33"/>
                <a:gd name="T12" fmla="*/ 15 w 38"/>
                <a:gd name="T13" fmla="*/ 8 h 33"/>
                <a:gd name="T14" fmla="*/ 8 w 38"/>
                <a:gd name="T15" fmla="*/ 8 h 33"/>
                <a:gd name="T16" fmla="*/ 15 w 38"/>
                <a:gd name="T17" fmla="*/ 8 h 33"/>
                <a:gd name="T18" fmla="*/ 15 w 38"/>
                <a:gd name="T19" fmla="*/ 8 h 33"/>
                <a:gd name="T20" fmla="*/ 8 w 38"/>
                <a:gd name="T21" fmla="*/ 17 h 33"/>
                <a:gd name="T22" fmla="*/ 8 w 38"/>
                <a:gd name="T23" fmla="*/ 8 h 33"/>
                <a:gd name="T24" fmla="*/ 8 w 38"/>
                <a:gd name="T25" fmla="*/ 8 h 33"/>
                <a:gd name="T26" fmla="*/ 15 w 38"/>
                <a:gd name="T27" fmla="*/ 25 h 33"/>
                <a:gd name="T28" fmla="*/ 8 w 38"/>
                <a:gd name="T29" fmla="*/ 25 h 33"/>
                <a:gd name="T30" fmla="*/ 8 w 38"/>
                <a:gd name="T31" fmla="*/ 25 h 33"/>
                <a:gd name="T32" fmla="*/ 15 w 38"/>
                <a:gd name="T33" fmla="*/ 25 h 33"/>
                <a:gd name="T34" fmla="*/ 15 w 38"/>
                <a:gd name="T35" fmla="*/ 25 h 33"/>
                <a:gd name="T36" fmla="*/ 15 w 38"/>
                <a:gd name="T37" fmla="*/ 25 h 33"/>
                <a:gd name="T38" fmla="*/ 23 w 38"/>
                <a:gd name="T39" fmla="*/ 25 h 33"/>
                <a:gd name="T40" fmla="*/ 23 w 38"/>
                <a:gd name="T41" fmla="*/ 25 h 33"/>
                <a:gd name="T42" fmla="*/ 23 w 38"/>
                <a:gd name="T43" fmla="*/ 25 h 33"/>
                <a:gd name="T44" fmla="*/ 31 w 38"/>
                <a:gd name="T45" fmla="*/ 8 h 33"/>
                <a:gd name="T46" fmla="*/ 31 w 38"/>
                <a:gd name="T47" fmla="*/ 8 h 33"/>
                <a:gd name="T48" fmla="*/ 38 w 38"/>
                <a:gd name="T49" fmla="*/ 8 h 33"/>
                <a:gd name="T50" fmla="*/ 38 w 38"/>
                <a:gd name="T51" fmla="*/ 8 h 33"/>
                <a:gd name="T52" fmla="*/ 31 w 38"/>
                <a:gd name="T53" fmla="*/ 25 h 33"/>
                <a:gd name="T54" fmla="*/ 31 w 38"/>
                <a:gd name="T55" fmla="*/ 25 h 33"/>
                <a:gd name="T56" fmla="*/ 23 w 38"/>
                <a:gd name="T57" fmla="*/ 33 h 33"/>
                <a:gd name="T58" fmla="*/ 15 w 38"/>
                <a:gd name="T59" fmla="*/ 33 h 33"/>
                <a:gd name="T60" fmla="*/ 15 w 38"/>
                <a:gd name="T61" fmla="*/ 33 h 33"/>
                <a:gd name="T62" fmla="*/ 15 w 38"/>
                <a:gd name="T63" fmla="*/ 33 h 33"/>
                <a:gd name="T64" fmla="*/ 8 w 38"/>
                <a:gd name="T65" fmla="*/ 33 h 33"/>
                <a:gd name="T66" fmla="*/ 8 w 38"/>
                <a:gd name="T67" fmla="*/ 33 h 33"/>
                <a:gd name="T68" fmla="*/ 8 w 38"/>
                <a:gd name="T69" fmla="*/ 25 h 33"/>
                <a:gd name="T70" fmla="*/ 0 w 38"/>
                <a:gd name="T71" fmla="*/ 8 h 33"/>
                <a:gd name="T72" fmla="*/ 0 w 38"/>
                <a:gd name="T73" fmla="*/ 8 h 33"/>
                <a:gd name="T74" fmla="*/ 0 w 38"/>
                <a:gd name="T75" fmla="*/ 8 h 33"/>
                <a:gd name="T76" fmla="*/ 8 w 38"/>
                <a:gd name="T77" fmla="*/ 0 h 33"/>
                <a:gd name="T78" fmla="*/ 8 w 38"/>
                <a:gd name="T79" fmla="*/ 0 h 33"/>
                <a:gd name="T80" fmla="*/ 8 w 38"/>
                <a:gd name="T81" fmla="*/ 0 h 33"/>
                <a:gd name="T82" fmla="*/ 15 w 38"/>
                <a:gd name="T83" fmla="*/ 0 h 33"/>
                <a:gd name="T84" fmla="*/ 15 w 38"/>
                <a:gd name="T85" fmla="*/ 0 h 33"/>
                <a:gd name="T86" fmla="*/ 15 w 38"/>
                <a:gd name="T87" fmla="*/ 0 h 33"/>
                <a:gd name="T88" fmla="*/ 23 w 38"/>
                <a:gd name="T89" fmla="*/ 0 h 33"/>
                <a:gd name="T90" fmla="*/ 23 w 38"/>
                <a:gd name="T91" fmla="*/ 0 h 33"/>
                <a:gd name="T92" fmla="*/ 31 w 38"/>
                <a:gd name="T93" fmla="*/ 0 h 33"/>
                <a:gd name="T94" fmla="*/ 38 w 38"/>
                <a:gd name="T95" fmla="*/ 8 h 33"/>
                <a:gd name="T96" fmla="*/ 31 w 38"/>
                <a:gd name="T97" fmla="*/ 17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33"/>
                <a:gd name="T149" fmla="*/ 38 w 38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33">
                  <a:moveTo>
                    <a:pt x="31" y="17"/>
                  </a:moveTo>
                  <a:lnTo>
                    <a:pt x="23" y="8"/>
                  </a:lnTo>
                  <a:lnTo>
                    <a:pt x="15" y="8"/>
                  </a:lnTo>
                  <a:lnTo>
                    <a:pt x="8" y="8"/>
                  </a:lnTo>
                  <a:lnTo>
                    <a:pt x="15" y="8"/>
                  </a:lnTo>
                  <a:lnTo>
                    <a:pt x="8" y="17"/>
                  </a:lnTo>
                  <a:lnTo>
                    <a:pt x="8" y="8"/>
                  </a:lnTo>
                  <a:lnTo>
                    <a:pt x="15" y="25"/>
                  </a:lnTo>
                  <a:lnTo>
                    <a:pt x="8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1" y="8"/>
                  </a:lnTo>
                  <a:lnTo>
                    <a:pt x="38" y="8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8" y="33"/>
                  </a:lnTo>
                  <a:lnTo>
                    <a:pt x="8" y="25"/>
                  </a:lnTo>
                  <a:lnTo>
                    <a:pt x="0" y="8"/>
                  </a:lnTo>
                  <a:lnTo>
                    <a:pt x="8" y="0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0"/>
                  </a:lnTo>
                  <a:lnTo>
                    <a:pt x="38" y="8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2" name="Freeform 160">
              <a:extLst>
                <a:ext uri="{FF2B5EF4-FFF2-40B4-BE49-F238E27FC236}">
                  <a16:creationId xmlns:a16="http://schemas.microsoft.com/office/drawing/2014/main" id="{5893CB7B-5F00-9FD5-8AD8-F8480C8C3F6F}"/>
                </a:ext>
              </a:extLst>
            </p:cNvPr>
            <p:cNvSpPr>
              <a:spLocks/>
            </p:cNvSpPr>
            <p:nvPr/>
          </p:nvSpPr>
          <p:spPr bwMode="auto">
            <a:xfrm>
              <a:off x="2125" y="1135"/>
              <a:ext cx="7" cy="9"/>
            </a:xfrm>
            <a:custGeom>
              <a:avLst/>
              <a:gdLst>
                <a:gd name="T0" fmla="*/ 0 w 7"/>
                <a:gd name="T1" fmla="*/ 0 h 9"/>
                <a:gd name="T2" fmla="*/ 0 w 7"/>
                <a:gd name="T3" fmla="*/ 0 h 9"/>
                <a:gd name="T4" fmla="*/ 0 w 7"/>
                <a:gd name="T5" fmla="*/ 9 h 9"/>
                <a:gd name="T6" fmla="*/ 7 w 7"/>
                <a:gd name="T7" fmla="*/ 0 h 9"/>
                <a:gd name="T8" fmla="*/ 7 w 7"/>
                <a:gd name="T9" fmla="*/ 0 h 9"/>
                <a:gd name="T10" fmla="*/ 7 w 7"/>
                <a:gd name="T11" fmla="*/ 0 h 9"/>
                <a:gd name="T12" fmla="*/ 0 w 7"/>
                <a:gd name="T13" fmla="*/ 0 h 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9"/>
                <a:gd name="T23" fmla="*/ 7 w 7"/>
                <a:gd name="T24" fmla="*/ 9 h 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9">
                  <a:moveTo>
                    <a:pt x="0" y="0"/>
                  </a:moveTo>
                  <a:lnTo>
                    <a:pt x="0" y="0"/>
                  </a:lnTo>
                  <a:lnTo>
                    <a:pt x="0" y="9"/>
                  </a:lnTo>
                  <a:lnTo>
                    <a:pt x="7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3" name="Freeform 161">
              <a:extLst>
                <a:ext uri="{FF2B5EF4-FFF2-40B4-BE49-F238E27FC236}">
                  <a16:creationId xmlns:a16="http://schemas.microsoft.com/office/drawing/2014/main" id="{5FEC134C-8426-2C31-642D-A8CA8F36AE0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028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9 h 33"/>
                <a:gd name="T4" fmla="*/ 15 w 31"/>
                <a:gd name="T5" fmla="*/ 0 h 33"/>
                <a:gd name="T6" fmla="*/ 8 w 31"/>
                <a:gd name="T7" fmla="*/ 9 h 33"/>
                <a:gd name="T8" fmla="*/ 0 w 31"/>
                <a:gd name="T9" fmla="*/ 17 h 33"/>
                <a:gd name="T10" fmla="*/ 8 w 31"/>
                <a:gd name="T11" fmla="*/ 33 h 33"/>
                <a:gd name="T12" fmla="*/ 15 w 31"/>
                <a:gd name="T13" fmla="*/ 33 h 33"/>
                <a:gd name="T14" fmla="*/ 23 w 31"/>
                <a:gd name="T15" fmla="*/ 33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9"/>
                  </a:lnTo>
                  <a:lnTo>
                    <a:pt x="15" y="0"/>
                  </a:lnTo>
                  <a:lnTo>
                    <a:pt x="8" y="9"/>
                  </a:lnTo>
                  <a:lnTo>
                    <a:pt x="0" y="17"/>
                  </a:lnTo>
                  <a:lnTo>
                    <a:pt x="8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4" name="Freeform 162">
              <a:extLst>
                <a:ext uri="{FF2B5EF4-FFF2-40B4-BE49-F238E27FC236}">
                  <a16:creationId xmlns:a16="http://schemas.microsoft.com/office/drawing/2014/main" id="{16BA9CB0-DA0E-5497-C7FC-7ED7CE1415A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028"/>
              <a:ext cx="38" cy="42"/>
            </a:xfrm>
            <a:custGeom>
              <a:avLst/>
              <a:gdLst>
                <a:gd name="T0" fmla="*/ 31 w 38"/>
                <a:gd name="T1" fmla="*/ 25 h 42"/>
                <a:gd name="T2" fmla="*/ 23 w 38"/>
                <a:gd name="T3" fmla="*/ 17 h 42"/>
                <a:gd name="T4" fmla="*/ 23 w 38"/>
                <a:gd name="T5" fmla="*/ 17 h 42"/>
                <a:gd name="T6" fmla="*/ 23 w 38"/>
                <a:gd name="T7" fmla="*/ 17 h 42"/>
                <a:gd name="T8" fmla="*/ 15 w 38"/>
                <a:gd name="T9" fmla="*/ 9 h 42"/>
                <a:gd name="T10" fmla="*/ 23 w 38"/>
                <a:gd name="T11" fmla="*/ 9 h 42"/>
                <a:gd name="T12" fmla="*/ 23 w 38"/>
                <a:gd name="T13" fmla="*/ 9 h 42"/>
                <a:gd name="T14" fmla="*/ 15 w 38"/>
                <a:gd name="T15" fmla="*/ 17 h 42"/>
                <a:gd name="T16" fmla="*/ 15 w 38"/>
                <a:gd name="T17" fmla="*/ 17 h 42"/>
                <a:gd name="T18" fmla="*/ 15 w 38"/>
                <a:gd name="T19" fmla="*/ 17 h 42"/>
                <a:gd name="T20" fmla="*/ 8 w 38"/>
                <a:gd name="T21" fmla="*/ 25 h 42"/>
                <a:gd name="T22" fmla="*/ 8 w 38"/>
                <a:gd name="T23" fmla="*/ 17 h 42"/>
                <a:gd name="T24" fmla="*/ 8 w 38"/>
                <a:gd name="T25" fmla="*/ 17 h 42"/>
                <a:gd name="T26" fmla="*/ 15 w 38"/>
                <a:gd name="T27" fmla="*/ 33 h 42"/>
                <a:gd name="T28" fmla="*/ 8 w 38"/>
                <a:gd name="T29" fmla="*/ 33 h 42"/>
                <a:gd name="T30" fmla="*/ 8 w 38"/>
                <a:gd name="T31" fmla="*/ 33 h 42"/>
                <a:gd name="T32" fmla="*/ 15 w 38"/>
                <a:gd name="T33" fmla="*/ 33 h 42"/>
                <a:gd name="T34" fmla="*/ 15 w 38"/>
                <a:gd name="T35" fmla="*/ 33 h 42"/>
                <a:gd name="T36" fmla="*/ 15 w 38"/>
                <a:gd name="T37" fmla="*/ 33 h 42"/>
                <a:gd name="T38" fmla="*/ 23 w 38"/>
                <a:gd name="T39" fmla="*/ 33 h 42"/>
                <a:gd name="T40" fmla="*/ 23 w 38"/>
                <a:gd name="T41" fmla="*/ 33 h 42"/>
                <a:gd name="T42" fmla="*/ 23 w 38"/>
                <a:gd name="T43" fmla="*/ 33 h 42"/>
                <a:gd name="T44" fmla="*/ 31 w 38"/>
                <a:gd name="T45" fmla="*/ 17 h 42"/>
                <a:gd name="T46" fmla="*/ 31 w 38"/>
                <a:gd name="T47" fmla="*/ 17 h 42"/>
                <a:gd name="T48" fmla="*/ 38 w 38"/>
                <a:gd name="T49" fmla="*/ 17 h 42"/>
                <a:gd name="T50" fmla="*/ 38 w 38"/>
                <a:gd name="T51" fmla="*/ 17 h 42"/>
                <a:gd name="T52" fmla="*/ 31 w 38"/>
                <a:gd name="T53" fmla="*/ 33 h 42"/>
                <a:gd name="T54" fmla="*/ 31 w 38"/>
                <a:gd name="T55" fmla="*/ 33 h 42"/>
                <a:gd name="T56" fmla="*/ 23 w 38"/>
                <a:gd name="T57" fmla="*/ 42 h 42"/>
                <a:gd name="T58" fmla="*/ 15 w 38"/>
                <a:gd name="T59" fmla="*/ 42 h 42"/>
                <a:gd name="T60" fmla="*/ 15 w 38"/>
                <a:gd name="T61" fmla="*/ 42 h 42"/>
                <a:gd name="T62" fmla="*/ 15 w 38"/>
                <a:gd name="T63" fmla="*/ 42 h 42"/>
                <a:gd name="T64" fmla="*/ 8 w 38"/>
                <a:gd name="T65" fmla="*/ 42 h 42"/>
                <a:gd name="T66" fmla="*/ 8 w 38"/>
                <a:gd name="T67" fmla="*/ 42 h 42"/>
                <a:gd name="T68" fmla="*/ 8 w 38"/>
                <a:gd name="T69" fmla="*/ 33 h 42"/>
                <a:gd name="T70" fmla="*/ 0 w 38"/>
                <a:gd name="T71" fmla="*/ 17 h 42"/>
                <a:gd name="T72" fmla="*/ 0 w 38"/>
                <a:gd name="T73" fmla="*/ 17 h 42"/>
                <a:gd name="T74" fmla="*/ 0 w 38"/>
                <a:gd name="T75" fmla="*/ 17 h 42"/>
                <a:gd name="T76" fmla="*/ 8 w 38"/>
                <a:gd name="T77" fmla="*/ 9 h 42"/>
                <a:gd name="T78" fmla="*/ 8 w 38"/>
                <a:gd name="T79" fmla="*/ 9 h 42"/>
                <a:gd name="T80" fmla="*/ 8 w 38"/>
                <a:gd name="T81" fmla="*/ 9 h 42"/>
                <a:gd name="T82" fmla="*/ 15 w 38"/>
                <a:gd name="T83" fmla="*/ 0 h 42"/>
                <a:gd name="T84" fmla="*/ 15 w 38"/>
                <a:gd name="T85" fmla="*/ 0 h 42"/>
                <a:gd name="T86" fmla="*/ 23 w 38"/>
                <a:gd name="T87" fmla="*/ 0 h 42"/>
                <a:gd name="T88" fmla="*/ 31 w 38"/>
                <a:gd name="T89" fmla="*/ 9 h 42"/>
                <a:gd name="T90" fmla="*/ 31 w 38"/>
                <a:gd name="T91" fmla="*/ 9 h 42"/>
                <a:gd name="T92" fmla="*/ 31 w 38"/>
                <a:gd name="T93" fmla="*/ 9 h 42"/>
                <a:gd name="T94" fmla="*/ 38 w 38"/>
                <a:gd name="T95" fmla="*/ 17 h 42"/>
                <a:gd name="T96" fmla="*/ 31 w 38"/>
                <a:gd name="T97" fmla="*/ 25 h 42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2"/>
                <a:gd name="T149" fmla="*/ 38 w 38"/>
                <a:gd name="T150" fmla="*/ 42 h 42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2">
                  <a:moveTo>
                    <a:pt x="31" y="25"/>
                  </a:moveTo>
                  <a:lnTo>
                    <a:pt x="23" y="17"/>
                  </a:lnTo>
                  <a:lnTo>
                    <a:pt x="15" y="9"/>
                  </a:lnTo>
                  <a:lnTo>
                    <a:pt x="23" y="9"/>
                  </a:lnTo>
                  <a:lnTo>
                    <a:pt x="15" y="17"/>
                  </a:lnTo>
                  <a:lnTo>
                    <a:pt x="8" y="25"/>
                  </a:lnTo>
                  <a:lnTo>
                    <a:pt x="8" y="17"/>
                  </a:lnTo>
                  <a:lnTo>
                    <a:pt x="15" y="33"/>
                  </a:lnTo>
                  <a:lnTo>
                    <a:pt x="8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lnTo>
                    <a:pt x="38" y="17"/>
                  </a:lnTo>
                  <a:lnTo>
                    <a:pt x="31" y="33"/>
                  </a:lnTo>
                  <a:lnTo>
                    <a:pt x="23" y="42"/>
                  </a:lnTo>
                  <a:lnTo>
                    <a:pt x="15" y="42"/>
                  </a:lnTo>
                  <a:lnTo>
                    <a:pt x="8" y="42"/>
                  </a:lnTo>
                  <a:lnTo>
                    <a:pt x="8" y="33"/>
                  </a:lnTo>
                  <a:lnTo>
                    <a:pt x="0" y="17"/>
                  </a:lnTo>
                  <a:lnTo>
                    <a:pt x="8" y="9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9"/>
                  </a:lnTo>
                  <a:lnTo>
                    <a:pt x="38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5" name="Freeform 163">
              <a:extLst>
                <a:ext uri="{FF2B5EF4-FFF2-40B4-BE49-F238E27FC236}">
                  <a16:creationId xmlns:a16="http://schemas.microsoft.com/office/drawing/2014/main" id="{3403C17C-30D0-4CC6-C1C1-AB4B6377C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2125" y="1045"/>
              <a:ext cx="7" cy="8"/>
            </a:xfrm>
            <a:custGeom>
              <a:avLst/>
              <a:gdLst>
                <a:gd name="T0" fmla="*/ 0 w 7"/>
                <a:gd name="T1" fmla="*/ 0 h 8"/>
                <a:gd name="T2" fmla="*/ 0 w 7"/>
                <a:gd name="T3" fmla="*/ 0 h 8"/>
                <a:gd name="T4" fmla="*/ 0 w 7"/>
                <a:gd name="T5" fmla="*/ 8 h 8"/>
                <a:gd name="T6" fmla="*/ 7 w 7"/>
                <a:gd name="T7" fmla="*/ 0 h 8"/>
                <a:gd name="T8" fmla="*/ 7 w 7"/>
                <a:gd name="T9" fmla="*/ 0 h 8"/>
                <a:gd name="T10" fmla="*/ 7 w 7"/>
                <a:gd name="T11" fmla="*/ 0 h 8"/>
                <a:gd name="T12" fmla="*/ 0 w 7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8"/>
                <a:gd name="T23" fmla="*/ 7 w 7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7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6" name="Freeform 164">
              <a:extLst>
                <a:ext uri="{FF2B5EF4-FFF2-40B4-BE49-F238E27FC236}">
                  <a16:creationId xmlns:a16="http://schemas.microsoft.com/office/drawing/2014/main" id="{989C0048-03EC-30F6-08C8-B77C5E6CACFE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6" y="864"/>
              <a:ext cx="23" cy="33"/>
            </a:xfrm>
            <a:custGeom>
              <a:avLst/>
              <a:gdLst>
                <a:gd name="T0" fmla="*/ 23 w 23"/>
                <a:gd name="T1" fmla="*/ 16 h 33"/>
                <a:gd name="T2" fmla="*/ 23 w 23"/>
                <a:gd name="T3" fmla="*/ 8 h 33"/>
                <a:gd name="T4" fmla="*/ 7 w 23"/>
                <a:gd name="T5" fmla="*/ 0 h 33"/>
                <a:gd name="T6" fmla="*/ 0 w 23"/>
                <a:gd name="T7" fmla="*/ 8 h 33"/>
                <a:gd name="T8" fmla="*/ 0 w 23"/>
                <a:gd name="T9" fmla="*/ 16 h 33"/>
                <a:gd name="T10" fmla="*/ 0 w 23"/>
                <a:gd name="T11" fmla="*/ 25 h 33"/>
                <a:gd name="T12" fmla="*/ 7 w 23"/>
                <a:gd name="T13" fmla="*/ 33 h 33"/>
                <a:gd name="T14" fmla="*/ 23 w 23"/>
                <a:gd name="T15" fmla="*/ 25 h 33"/>
                <a:gd name="T16" fmla="*/ 23 w 23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3"/>
                <a:gd name="T29" fmla="*/ 23 w 23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3">
                  <a:moveTo>
                    <a:pt x="23" y="16"/>
                  </a:moveTo>
                  <a:lnTo>
                    <a:pt x="23" y="8"/>
                  </a:lnTo>
                  <a:lnTo>
                    <a:pt x="7" y="0"/>
                  </a:lnTo>
                  <a:lnTo>
                    <a:pt x="0" y="8"/>
                  </a:lnTo>
                  <a:lnTo>
                    <a:pt x="0" y="16"/>
                  </a:lnTo>
                  <a:lnTo>
                    <a:pt x="0" y="25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7" name="Freeform 165">
              <a:extLst>
                <a:ext uri="{FF2B5EF4-FFF2-40B4-BE49-F238E27FC236}">
                  <a16:creationId xmlns:a16="http://schemas.microsoft.com/office/drawing/2014/main" id="{E9F20905-EDFC-171B-EFC1-BDE5D8F62645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6" y="864"/>
              <a:ext cx="31" cy="41"/>
            </a:xfrm>
            <a:custGeom>
              <a:avLst/>
              <a:gdLst>
                <a:gd name="T0" fmla="*/ 23 w 31"/>
                <a:gd name="T1" fmla="*/ 16 h 41"/>
                <a:gd name="T2" fmla="*/ 23 w 31"/>
                <a:gd name="T3" fmla="*/ 8 h 41"/>
                <a:gd name="T4" fmla="*/ 23 w 31"/>
                <a:gd name="T5" fmla="*/ 16 h 41"/>
                <a:gd name="T6" fmla="*/ 23 w 31"/>
                <a:gd name="T7" fmla="*/ 16 h 41"/>
                <a:gd name="T8" fmla="*/ 7 w 31"/>
                <a:gd name="T9" fmla="*/ 8 h 41"/>
                <a:gd name="T10" fmla="*/ 15 w 31"/>
                <a:gd name="T11" fmla="*/ 8 h 41"/>
                <a:gd name="T12" fmla="*/ 15 w 31"/>
                <a:gd name="T13" fmla="*/ 8 h 41"/>
                <a:gd name="T14" fmla="*/ 7 w 31"/>
                <a:gd name="T15" fmla="*/ 16 h 41"/>
                <a:gd name="T16" fmla="*/ 7 w 31"/>
                <a:gd name="T17" fmla="*/ 8 h 41"/>
                <a:gd name="T18" fmla="*/ 7 w 31"/>
                <a:gd name="T19" fmla="*/ 8 h 41"/>
                <a:gd name="T20" fmla="*/ 7 w 31"/>
                <a:gd name="T21" fmla="*/ 16 h 41"/>
                <a:gd name="T22" fmla="*/ 7 w 31"/>
                <a:gd name="T23" fmla="*/ 16 h 41"/>
                <a:gd name="T24" fmla="*/ 7 w 31"/>
                <a:gd name="T25" fmla="*/ 16 h 41"/>
                <a:gd name="T26" fmla="*/ 7 w 31"/>
                <a:gd name="T27" fmla="*/ 25 h 41"/>
                <a:gd name="T28" fmla="*/ 7 w 31"/>
                <a:gd name="T29" fmla="*/ 25 h 41"/>
                <a:gd name="T30" fmla="*/ 7 w 31"/>
                <a:gd name="T31" fmla="*/ 25 h 41"/>
                <a:gd name="T32" fmla="*/ 15 w 31"/>
                <a:gd name="T33" fmla="*/ 33 h 41"/>
                <a:gd name="T34" fmla="*/ 7 w 31"/>
                <a:gd name="T35" fmla="*/ 33 h 41"/>
                <a:gd name="T36" fmla="*/ 7 w 31"/>
                <a:gd name="T37" fmla="*/ 33 h 41"/>
                <a:gd name="T38" fmla="*/ 23 w 31"/>
                <a:gd name="T39" fmla="*/ 25 h 41"/>
                <a:gd name="T40" fmla="*/ 23 w 31"/>
                <a:gd name="T41" fmla="*/ 25 h 41"/>
                <a:gd name="T42" fmla="*/ 23 w 31"/>
                <a:gd name="T43" fmla="*/ 25 h 41"/>
                <a:gd name="T44" fmla="*/ 23 w 31"/>
                <a:gd name="T45" fmla="*/ 16 h 41"/>
                <a:gd name="T46" fmla="*/ 23 w 31"/>
                <a:gd name="T47" fmla="*/ 16 h 41"/>
                <a:gd name="T48" fmla="*/ 31 w 31"/>
                <a:gd name="T49" fmla="*/ 16 h 41"/>
                <a:gd name="T50" fmla="*/ 31 w 31"/>
                <a:gd name="T51" fmla="*/ 16 h 41"/>
                <a:gd name="T52" fmla="*/ 31 w 31"/>
                <a:gd name="T53" fmla="*/ 25 h 41"/>
                <a:gd name="T54" fmla="*/ 31 w 31"/>
                <a:gd name="T55" fmla="*/ 25 h 41"/>
                <a:gd name="T56" fmla="*/ 23 w 31"/>
                <a:gd name="T57" fmla="*/ 33 h 41"/>
                <a:gd name="T58" fmla="*/ 7 w 31"/>
                <a:gd name="T59" fmla="*/ 41 h 41"/>
                <a:gd name="T60" fmla="*/ 7 w 31"/>
                <a:gd name="T61" fmla="*/ 41 h 41"/>
                <a:gd name="T62" fmla="*/ 7 w 31"/>
                <a:gd name="T63" fmla="*/ 41 h 41"/>
                <a:gd name="T64" fmla="*/ 0 w 31"/>
                <a:gd name="T65" fmla="*/ 33 h 41"/>
                <a:gd name="T66" fmla="*/ 0 w 31"/>
                <a:gd name="T67" fmla="*/ 33 h 41"/>
                <a:gd name="T68" fmla="*/ 0 w 31"/>
                <a:gd name="T69" fmla="*/ 25 h 41"/>
                <a:gd name="T70" fmla="*/ 0 w 31"/>
                <a:gd name="T71" fmla="*/ 16 h 41"/>
                <a:gd name="T72" fmla="*/ 0 w 31"/>
                <a:gd name="T73" fmla="*/ 16 h 41"/>
                <a:gd name="T74" fmla="*/ 0 w 31"/>
                <a:gd name="T75" fmla="*/ 16 h 41"/>
                <a:gd name="T76" fmla="*/ 0 w 31"/>
                <a:gd name="T77" fmla="*/ 8 h 41"/>
                <a:gd name="T78" fmla="*/ 0 w 31"/>
                <a:gd name="T79" fmla="*/ 8 h 41"/>
                <a:gd name="T80" fmla="*/ 0 w 31"/>
                <a:gd name="T81" fmla="*/ 8 h 41"/>
                <a:gd name="T82" fmla="*/ 7 w 31"/>
                <a:gd name="T83" fmla="*/ 0 h 41"/>
                <a:gd name="T84" fmla="*/ 7 w 31"/>
                <a:gd name="T85" fmla="*/ 0 h 41"/>
                <a:gd name="T86" fmla="*/ 7 w 31"/>
                <a:gd name="T87" fmla="*/ 0 h 41"/>
                <a:gd name="T88" fmla="*/ 23 w 31"/>
                <a:gd name="T89" fmla="*/ 8 h 41"/>
                <a:gd name="T90" fmla="*/ 23 w 31"/>
                <a:gd name="T91" fmla="*/ 8 h 41"/>
                <a:gd name="T92" fmla="*/ 31 w 31"/>
                <a:gd name="T93" fmla="*/ 8 h 41"/>
                <a:gd name="T94" fmla="*/ 31 w 31"/>
                <a:gd name="T95" fmla="*/ 16 h 41"/>
                <a:gd name="T96" fmla="*/ 23 w 31"/>
                <a:gd name="T97" fmla="*/ 16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1"/>
                <a:gd name="T149" fmla="*/ 31 w 31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1">
                  <a:moveTo>
                    <a:pt x="23" y="16"/>
                  </a:moveTo>
                  <a:lnTo>
                    <a:pt x="23" y="8"/>
                  </a:lnTo>
                  <a:lnTo>
                    <a:pt x="23" y="16"/>
                  </a:lnTo>
                  <a:lnTo>
                    <a:pt x="7" y="8"/>
                  </a:lnTo>
                  <a:lnTo>
                    <a:pt x="15" y="8"/>
                  </a:lnTo>
                  <a:lnTo>
                    <a:pt x="7" y="16"/>
                  </a:lnTo>
                  <a:lnTo>
                    <a:pt x="7" y="8"/>
                  </a:lnTo>
                  <a:lnTo>
                    <a:pt x="7" y="16"/>
                  </a:lnTo>
                  <a:lnTo>
                    <a:pt x="7" y="25"/>
                  </a:lnTo>
                  <a:lnTo>
                    <a:pt x="15" y="33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6"/>
                  </a:lnTo>
                  <a:lnTo>
                    <a:pt x="31" y="16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7" y="41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16"/>
                  </a:lnTo>
                  <a:lnTo>
                    <a:pt x="0" y="8"/>
                  </a:lnTo>
                  <a:lnTo>
                    <a:pt x="7" y="0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16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8" name="Freeform 166">
              <a:extLst>
                <a:ext uri="{FF2B5EF4-FFF2-40B4-BE49-F238E27FC236}">
                  <a16:creationId xmlns:a16="http://schemas.microsoft.com/office/drawing/2014/main" id="{DB4A4AED-B422-38AD-AEEF-2F628584B8C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9" y="880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9" name="Freeform 167">
              <a:extLst>
                <a:ext uri="{FF2B5EF4-FFF2-40B4-BE49-F238E27FC236}">
                  <a16:creationId xmlns:a16="http://schemas.microsoft.com/office/drawing/2014/main" id="{071C08B2-92B8-85A5-F48D-71D168B64C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1" y="864"/>
              <a:ext cx="31" cy="33"/>
            </a:xfrm>
            <a:custGeom>
              <a:avLst/>
              <a:gdLst>
                <a:gd name="T0" fmla="*/ 31 w 31"/>
                <a:gd name="T1" fmla="*/ 16 h 33"/>
                <a:gd name="T2" fmla="*/ 23 w 31"/>
                <a:gd name="T3" fmla="*/ 8 h 33"/>
                <a:gd name="T4" fmla="*/ 15 w 31"/>
                <a:gd name="T5" fmla="*/ 0 h 33"/>
                <a:gd name="T6" fmla="*/ 7 w 31"/>
                <a:gd name="T7" fmla="*/ 8 h 33"/>
                <a:gd name="T8" fmla="*/ 0 w 31"/>
                <a:gd name="T9" fmla="*/ 16 h 33"/>
                <a:gd name="T10" fmla="*/ 7 w 31"/>
                <a:gd name="T11" fmla="*/ 25 h 33"/>
                <a:gd name="T12" fmla="*/ 15 w 31"/>
                <a:gd name="T13" fmla="*/ 33 h 33"/>
                <a:gd name="T14" fmla="*/ 23 w 31"/>
                <a:gd name="T15" fmla="*/ 25 h 33"/>
                <a:gd name="T16" fmla="*/ 31 w 31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6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7" y="8"/>
                  </a:lnTo>
                  <a:lnTo>
                    <a:pt x="0" y="16"/>
                  </a:lnTo>
                  <a:lnTo>
                    <a:pt x="7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0" name="Freeform 168">
              <a:extLst>
                <a:ext uri="{FF2B5EF4-FFF2-40B4-BE49-F238E27FC236}">
                  <a16:creationId xmlns:a16="http://schemas.microsoft.com/office/drawing/2014/main" id="{D91AE8D5-0EF3-2619-55F6-FC446DF352AC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1" y="864"/>
              <a:ext cx="38" cy="41"/>
            </a:xfrm>
            <a:custGeom>
              <a:avLst/>
              <a:gdLst>
                <a:gd name="T0" fmla="*/ 31 w 38"/>
                <a:gd name="T1" fmla="*/ 25 h 41"/>
                <a:gd name="T2" fmla="*/ 23 w 38"/>
                <a:gd name="T3" fmla="*/ 16 h 41"/>
                <a:gd name="T4" fmla="*/ 23 w 38"/>
                <a:gd name="T5" fmla="*/ 16 h 41"/>
                <a:gd name="T6" fmla="*/ 23 w 38"/>
                <a:gd name="T7" fmla="*/ 16 h 41"/>
                <a:gd name="T8" fmla="*/ 15 w 38"/>
                <a:gd name="T9" fmla="*/ 8 h 41"/>
                <a:gd name="T10" fmla="*/ 23 w 38"/>
                <a:gd name="T11" fmla="*/ 8 h 41"/>
                <a:gd name="T12" fmla="*/ 23 w 38"/>
                <a:gd name="T13" fmla="*/ 8 h 41"/>
                <a:gd name="T14" fmla="*/ 15 w 38"/>
                <a:gd name="T15" fmla="*/ 16 h 41"/>
                <a:gd name="T16" fmla="*/ 15 w 38"/>
                <a:gd name="T17" fmla="*/ 16 h 41"/>
                <a:gd name="T18" fmla="*/ 15 w 38"/>
                <a:gd name="T19" fmla="*/ 16 h 41"/>
                <a:gd name="T20" fmla="*/ 7 w 38"/>
                <a:gd name="T21" fmla="*/ 25 h 41"/>
                <a:gd name="T22" fmla="*/ 7 w 38"/>
                <a:gd name="T23" fmla="*/ 16 h 41"/>
                <a:gd name="T24" fmla="*/ 7 w 38"/>
                <a:gd name="T25" fmla="*/ 16 h 41"/>
                <a:gd name="T26" fmla="*/ 15 w 38"/>
                <a:gd name="T27" fmla="*/ 25 h 41"/>
                <a:gd name="T28" fmla="*/ 15 w 38"/>
                <a:gd name="T29" fmla="*/ 25 h 41"/>
                <a:gd name="T30" fmla="*/ 15 w 38"/>
                <a:gd name="T31" fmla="*/ 25 h 41"/>
                <a:gd name="T32" fmla="*/ 23 w 38"/>
                <a:gd name="T33" fmla="*/ 33 h 41"/>
                <a:gd name="T34" fmla="*/ 15 w 38"/>
                <a:gd name="T35" fmla="*/ 33 h 41"/>
                <a:gd name="T36" fmla="*/ 15 w 38"/>
                <a:gd name="T37" fmla="*/ 33 h 41"/>
                <a:gd name="T38" fmla="*/ 23 w 38"/>
                <a:gd name="T39" fmla="*/ 25 h 41"/>
                <a:gd name="T40" fmla="*/ 23 w 38"/>
                <a:gd name="T41" fmla="*/ 25 h 41"/>
                <a:gd name="T42" fmla="*/ 23 w 38"/>
                <a:gd name="T43" fmla="*/ 25 h 41"/>
                <a:gd name="T44" fmla="*/ 31 w 38"/>
                <a:gd name="T45" fmla="*/ 16 h 41"/>
                <a:gd name="T46" fmla="*/ 31 w 38"/>
                <a:gd name="T47" fmla="*/ 16 h 41"/>
                <a:gd name="T48" fmla="*/ 38 w 38"/>
                <a:gd name="T49" fmla="*/ 25 h 41"/>
                <a:gd name="T50" fmla="*/ 38 w 38"/>
                <a:gd name="T51" fmla="*/ 25 h 41"/>
                <a:gd name="T52" fmla="*/ 31 w 38"/>
                <a:gd name="T53" fmla="*/ 33 h 41"/>
                <a:gd name="T54" fmla="*/ 31 w 38"/>
                <a:gd name="T55" fmla="*/ 33 h 41"/>
                <a:gd name="T56" fmla="*/ 31 w 38"/>
                <a:gd name="T57" fmla="*/ 33 h 41"/>
                <a:gd name="T58" fmla="*/ 23 w 38"/>
                <a:gd name="T59" fmla="*/ 41 h 41"/>
                <a:gd name="T60" fmla="*/ 23 w 38"/>
                <a:gd name="T61" fmla="*/ 41 h 41"/>
                <a:gd name="T62" fmla="*/ 15 w 38"/>
                <a:gd name="T63" fmla="*/ 41 h 41"/>
                <a:gd name="T64" fmla="*/ 7 w 38"/>
                <a:gd name="T65" fmla="*/ 33 h 41"/>
                <a:gd name="T66" fmla="*/ 7 w 38"/>
                <a:gd name="T67" fmla="*/ 33 h 41"/>
                <a:gd name="T68" fmla="*/ 7 w 38"/>
                <a:gd name="T69" fmla="*/ 33 h 41"/>
                <a:gd name="T70" fmla="*/ 0 w 38"/>
                <a:gd name="T71" fmla="*/ 25 h 41"/>
                <a:gd name="T72" fmla="*/ 0 w 38"/>
                <a:gd name="T73" fmla="*/ 25 h 41"/>
                <a:gd name="T74" fmla="*/ 0 w 38"/>
                <a:gd name="T75" fmla="*/ 16 h 41"/>
                <a:gd name="T76" fmla="*/ 7 w 38"/>
                <a:gd name="T77" fmla="*/ 8 h 41"/>
                <a:gd name="T78" fmla="*/ 7 w 38"/>
                <a:gd name="T79" fmla="*/ 8 h 41"/>
                <a:gd name="T80" fmla="*/ 7 w 38"/>
                <a:gd name="T81" fmla="*/ 8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1 w 38"/>
                <a:gd name="T89" fmla="*/ 8 h 41"/>
                <a:gd name="T90" fmla="*/ 31 w 38"/>
                <a:gd name="T91" fmla="*/ 8 h 41"/>
                <a:gd name="T92" fmla="*/ 31 w 38"/>
                <a:gd name="T93" fmla="*/ 8 h 41"/>
                <a:gd name="T94" fmla="*/ 38 w 38"/>
                <a:gd name="T95" fmla="*/ 16 h 41"/>
                <a:gd name="T96" fmla="*/ 31 w 38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1" y="25"/>
                  </a:moveTo>
                  <a:lnTo>
                    <a:pt x="23" y="16"/>
                  </a:lnTo>
                  <a:lnTo>
                    <a:pt x="15" y="8"/>
                  </a:lnTo>
                  <a:lnTo>
                    <a:pt x="23" y="8"/>
                  </a:lnTo>
                  <a:lnTo>
                    <a:pt x="15" y="16"/>
                  </a:lnTo>
                  <a:lnTo>
                    <a:pt x="7" y="25"/>
                  </a:lnTo>
                  <a:lnTo>
                    <a:pt x="7" y="16"/>
                  </a:lnTo>
                  <a:lnTo>
                    <a:pt x="15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6"/>
                  </a:lnTo>
                  <a:lnTo>
                    <a:pt x="38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7" y="33"/>
                  </a:lnTo>
                  <a:lnTo>
                    <a:pt x="0" y="25"/>
                  </a:lnTo>
                  <a:lnTo>
                    <a:pt x="0" y="16"/>
                  </a:lnTo>
                  <a:lnTo>
                    <a:pt x="7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8" y="16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1" name="Freeform 169">
              <a:extLst>
                <a:ext uri="{FF2B5EF4-FFF2-40B4-BE49-F238E27FC236}">
                  <a16:creationId xmlns:a16="http://schemas.microsoft.com/office/drawing/2014/main" id="{1EAEE6C9-506C-6D04-0788-DC11DCFB720C}"/>
                </a:ext>
              </a:extLst>
            </p:cNvPr>
            <p:cNvSpPr>
              <a:spLocks/>
            </p:cNvSpPr>
            <p:nvPr/>
          </p:nvSpPr>
          <p:spPr bwMode="auto">
            <a:xfrm>
              <a:off x="2272" y="880"/>
              <a:ext cx="7" cy="9"/>
            </a:xfrm>
            <a:custGeom>
              <a:avLst/>
              <a:gdLst>
                <a:gd name="T0" fmla="*/ 0 w 7"/>
                <a:gd name="T1" fmla="*/ 0 h 9"/>
                <a:gd name="T2" fmla="*/ 0 w 7"/>
                <a:gd name="T3" fmla="*/ 0 h 9"/>
                <a:gd name="T4" fmla="*/ 0 w 7"/>
                <a:gd name="T5" fmla="*/ 9 h 9"/>
                <a:gd name="T6" fmla="*/ 7 w 7"/>
                <a:gd name="T7" fmla="*/ 0 h 9"/>
                <a:gd name="T8" fmla="*/ 7 w 7"/>
                <a:gd name="T9" fmla="*/ 9 h 9"/>
                <a:gd name="T10" fmla="*/ 7 w 7"/>
                <a:gd name="T11" fmla="*/ 9 h 9"/>
                <a:gd name="T12" fmla="*/ 0 w 7"/>
                <a:gd name="T13" fmla="*/ 0 h 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9"/>
                <a:gd name="T23" fmla="*/ 7 w 7"/>
                <a:gd name="T24" fmla="*/ 9 h 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9">
                  <a:moveTo>
                    <a:pt x="0" y="0"/>
                  </a:moveTo>
                  <a:lnTo>
                    <a:pt x="0" y="0"/>
                  </a:lnTo>
                  <a:lnTo>
                    <a:pt x="0" y="9"/>
                  </a:lnTo>
                  <a:lnTo>
                    <a:pt x="7" y="0"/>
                  </a:lnTo>
                  <a:lnTo>
                    <a:pt x="7" y="9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2" name="Freeform 170">
              <a:extLst>
                <a:ext uri="{FF2B5EF4-FFF2-40B4-BE49-F238E27FC236}">
                  <a16:creationId xmlns:a16="http://schemas.microsoft.com/office/drawing/2014/main" id="{BA2FED06-A15B-EEAC-EEBF-BD8F254850D6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9" y="864"/>
              <a:ext cx="31" cy="33"/>
            </a:xfrm>
            <a:custGeom>
              <a:avLst/>
              <a:gdLst>
                <a:gd name="T0" fmla="*/ 31 w 31"/>
                <a:gd name="T1" fmla="*/ 16 h 33"/>
                <a:gd name="T2" fmla="*/ 23 w 31"/>
                <a:gd name="T3" fmla="*/ 8 h 33"/>
                <a:gd name="T4" fmla="*/ 16 w 31"/>
                <a:gd name="T5" fmla="*/ 0 h 33"/>
                <a:gd name="T6" fmla="*/ 8 w 31"/>
                <a:gd name="T7" fmla="*/ 8 h 33"/>
                <a:gd name="T8" fmla="*/ 0 w 31"/>
                <a:gd name="T9" fmla="*/ 16 h 33"/>
                <a:gd name="T10" fmla="*/ 8 w 31"/>
                <a:gd name="T11" fmla="*/ 25 h 33"/>
                <a:gd name="T12" fmla="*/ 16 w 31"/>
                <a:gd name="T13" fmla="*/ 33 h 33"/>
                <a:gd name="T14" fmla="*/ 23 w 31"/>
                <a:gd name="T15" fmla="*/ 25 h 33"/>
                <a:gd name="T16" fmla="*/ 31 w 31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6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25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3" name="Freeform 171">
              <a:extLst>
                <a:ext uri="{FF2B5EF4-FFF2-40B4-BE49-F238E27FC236}">
                  <a16:creationId xmlns:a16="http://schemas.microsoft.com/office/drawing/2014/main" id="{C1786F46-2CD4-C99C-DB17-762E3B0AF2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9" y="864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5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25 h 41"/>
                <a:gd name="T28" fmla="*/ 16 w 39"/>
                <a:gd name="T29" fmla="*/ 25 h 41"/>
                <a:gd name="T30" fmla="*/ 16 w 39"/>
                <a:gd name="T31" fmla="*/ 25 h 41"/>
                <a:gd name="T32" fmla="*/ 23 w 39"/>
                <a:gd name="T33" fmla="*/ 33 h 41"/>
                <a:gd name="T34" fmla="*/ 16 w 39"/>
                <a:gd name="T35" fmla="*/ 33 h 41"/>
                <a:gd name="T36" fmla="*/ 16 w 39"/>
                <a:gd name="T37" fmla="*/ 33 h 41"/>
                <a:gd name="T38" fmla="*/ 23 w 39"/>
                <a:gd name="T39" fmla="*/ 25 h 41"/>
                <a:gd name="T40" fmla="*/ 23 w 39"/>
                <a:gd name="T41" fmla="*/ 25 h 41"/>
                <a:gd name="T42" fmla="*/ 23 w 39"/>
                <a:gd name="T43" fmla="*/ 25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25 h 41"/>
                <a:gd name="T50" fmla="*/ 39 w 39"/>
                <a:gd name="T51" fmla="*/ 25 h 41"/>
                <a:gd name="T52" fmla="*/ 31 w 39"/>
                <a:gd name="T53" fmla="*/ 33 h 41"/>
                <a:gd name="T54" fmla="*/ 31 w 39"/>
                <a:gd name="T55" fmla="*/ 33 h 41"/>
                <a:gd name="T56" fmla="*/ 31 w 39"/>
                <a:gd name="T57" fmla="*/ 33 h 41"/>
                <a:gd name="T58" fmla="*/ 23 w 39"/>
                <a:gd name="T59" fmla="*/ 41 h 41"/>
                <a:gd name="T60" fmla="*/ 23 w 39"/>
                <a:gd name="T61" fmla="*/ 41 h 41"/>
                <a:gd name="T62" fmla="*/ 16 w 39"/>
                <a:gd name="T63" fmla="*/ 41 h 41"/>
                <a:gd name="T64" fmla="*/ 8 w 39"/>
                <a:gd name="T65" fmla="*/ 33 h 41"/>
                <a:gd name="T66" fmla="*/ 8 w 39"/>
                <a:gd name="T67" fmla="*/ 33 h 41"/>
                <a:gd name="T68" fmla="*/ 8 w 39"/>
                <a:gd name="T69" fmla="*/ 33 h 41"/>
                <a:gd name="T70" fmla="*/ 0 w 39"/>
                <a:gd name="T71" fmla="*/ 25 h 41"/>
                <a:gd name="T72" fmla="*/ 0 w 39"/>
                <a:gd name="T73" fmla="*/ 25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6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6"/>
                  </a:lnTo>
                  <a:lnTo>
                    <a:pt x="8" y="25"/>
                  </a:lnTo>
                  <a:lnTo>
                    <a:pt x="8" y="16"/>
                  </a:lnTo>
                  <a:lnTo>
                    <a:pt x="16" y="25"/>
                  </a:lnTo>
                  <a:lnTo>
                    <a:pt x="23" y="33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6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33"/>
                  </a:lnTo>
                  <a:lnTo>
                    <a:pt x="0" y="25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4" name="Freeform 172">
              <a:extLst>
                <a:ext uri="{FF2B5EF4-FFF2-40B4-BE49-F238E27FC236}">
                  <a16:creationId xmlns:a16="http://schemas.microsoft.com/office/drawing/2014/main" id="{1C432947-A25E-FD6F-1870-C781C3B404E0}"/>
                </a:ext>
              </a:extLst>
            </p:cNvPr>
            <p:cNvSpPr>
              <a:spLocks/>
            </p:cNvSpPr>
            <p:nvPr/>
          </p:nvSpPr>
          <p:spPr bwMode="auto">
            <a:xfrm>
              <a:off x="1970" y="880"/>
              <a:ext cx="8" cy="9"/>
            </a:xfrm>
            <a:custGeom>
              <a:avLst/>
              <a:gdLst>
                <a:gd name="T0" fmla="*/ 0 w 8"/>
                <a:gd name="T1" fmla="*/ 0 h 9"/>
                <a:gd name="T2" fmla="*/ 0 w 8"/>
                <a:gd name="T3" fmla="*/ 0 h 9"/>
                <a:gd name="T4" fmla="*/ 0 w 8"/>
                <a:gd name="T5" fmla="*/ 9 h 9"/>
                <a:gd name="T6" fmla="*/ 8 w 8"/>
                <a:gd name="T7" fmla="*/ 0 h 9"/>
                <a:gd name="T8" fmla="*/ 8 w 8"/>
                <a:gd name="T9" fmla="*/ 9 h 9"/>
                <a:gd name="T10" fmla="*/ 8 w 8"/>
                <a:gd name="T11" fmla="*/ 9 h 9"/>
                <a:gd name="T12" fmla="*/ 0 w 8"/>
                <a:gd name="T13" fmla="*/ 0 h 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9"/>
                <a:gd name="T23" fmla="*/ 8 w 8"/>
                <a:gd name="T24" fmla="*/ 9 h 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9">
                  <a:moveTo>
                    <a:pt x="0" y="0"/>
                  </a:moveTo>
                  <a:lnTo>
                    <a:pt x="0" y="0"/>
                  </a:lnTo>
                  <a:lnTo>
                    <a:pt x="0" y="9"/>
                  </a:lnTo>
                  <a:lnTo>
                    <a:pt x="8" y="0"/>
                  </a:lnTo>
                  <a:lnTo>
                    <a:pt x="8" y="9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5" name="Freeform 173">
              <a:extLst>
                <a:ext uri="{FF2B5EF4-FFF2-40B4-BE49-F238E27FC236}">
                  <a16:creationId xmlns:a16="http://schemas.microsoft.com/office/drawing/2014/main" id="{48FC8583-8BE6-95A9-0339-367A99090B68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4" y="864"/>
              <a:ext cx="31" cy="33"/>
            </a:xfrm>
            <a:custGeom>
              <a:avLst/>
              <a:gdLst>
                <a:gd name="T0" fmla="*/ 31 w 31"/>
                <a:gd name="T1" fmla="*/ 16 h 33"/>
                <a:gd name="T2" fmla="*/ 23 w 31"/>
                <a:gd name="T3" fmla="*/ 8 h 33"/>
                <a:gd name="T4" fmla="*/ 16 w 31"/>
                <a:gd name="T5" fmla="*/ 0 h 33"/>
                <a:gd name="T6" fmla="*/ 8 w 31"/>
                <a:gd name="T7" fmla="*/ 8 h 33"/>
                <a:gd name="T8" fmla="*/ 0 w 31"/>
                <a:gd name="T9" fmla="*/ 16 h 33"/>
                <a:gd name="T10" fmla="*/ 8 w 31"/>
                <a:gd name="T11" fmla="*/ 25 h 33"/>
                <a:gd name="T12" fmla="*/ 16 w 31"/>
                <a:gd name="T13" fmla="*/ 33 h 33"/>
                <a:gd name="T14" fmla="*/ 23 w 31"/>
                <a:gd name="T15" fmla="*/ 25 h 33"/>
                <a:gd name="T16" fmla="*/ 31 w 31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6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25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6" name="Freeform 174">
              <a:extLst>
                <a:ext uri="{FF2B5EF4-FFF2-40B4-BE49-F238E27FC236}">
                  <a16:creationId xmlns:a16="http://schemas.microsoft.com/office/drawing/2014/main" id="{DA75D80D-AC97-E3D5-AB86-60398FDB62D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4" y="864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5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25 h 41"/>
                <a:gd name="T28" fmla="*/ 16 w 39"/>
                <a:gd name="T29" fmla="*/ 25 h 41"/>
                <a:gd name="T30" fmla="*/ 16 w 39"/>
                <a:gd name="T31" fmla="*/ 25 h 41"/>
                <a:gd name="T32" fmla="*/ 23 w 39"/>
                <a:gd name="T33" fmla="*/ 33 h 41"/>
                <a:gd name="T34" fmla="*/ 16 w 39"/>
                <a:gd name="T35" fmla="*/ 33 h 41"/>
                <a:gd name="T36" fmla="*/ 16 w 39"/>
                <a:gd name="T37" fmla="*/ 33 h 41"/>
                <a:gd name="T38" fmla="*/ 23 w 39"/>
                <a:gd name="T39" fmla="*/ 25 h 41"/>
                <a:gd name="T40" fmla="*/ 23 w 39"/>
                <a:gd name="T41" fmla="*/ 25 h 41"/>
                <a:gd name="T42" fmla="*/ 23 w 39"/>
                <a:gd name="T43" fmla="*/ 25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25 h 41"/>
                <a:gd name="T50" fmla="*/ 39 w 39"/>
                <a:gd name="T51" fmla="*/ 25 h 41"/>
                <a:gd name="T52" fmla="*/ 31 w 39"/>
                <a:gd name="T53" fmla="*/ 33 h 41"/>
                <a:gd name="T54" fmla="*/ 31 w 39"/>
                <a:gd name="T55" fmla="*/ 33 h 41"/>
                <a:gd name="T56" fmla="*/ 31 w 39"/>
                <a:gd name="T57" fmla="*/ 33 h 41"/>
                <a:gd name="T58" fmla="*/ 23 w 39"/>
                <a:gd name="T59" fmla="*/ 41 h 41"/>
                <a:gd name="T60" fmla="*/ 23 w 39"/>
                <a:gd name="T61" fmla="*/ 41 h 41"/>
                <a:gd name="T62" fmla="*/ 16 w 39"/>
                <a:gd name="T63" fmla="*/ 41 h 41"/>
                <a:gd name="T64" fmla="*/ 8 w 39"/>
                <a:gd name="T65" fmla="*/ 33 h 41"/>
                <a:gd name="T66" fmla="*/ 8 w 39"/>
                <a:gd name="T67" fmla="*/ 33 h 41"/>
                <a:gd name="T68" fmla="*/ 8 w 39"/>
                <a:gd name="T69" fmla="*/ 33 h 41"/>
                <a:gd name="T70" fmla="*/ 0 w 39"/>
                <a:gd name="T71" fmla="*/ 25 h 41"/>
                <a:gd name="T72" fmla="*/ 0 w 39"/>
                <a:gd name="T73" fmla="*/ 25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6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6"/>
                  </a:lnTo>
                  <a:lnTo>
                    <a:pt x="8" y="25"/>
                  </a:lnTo>
                  <a:lnTo>
                    <a:pt x="8" y="16"/>
                  </a:lnTo>
                  <a:lnTo>
                    <a:pt x="16" y="25"/>
                  </a:lnTo>
                  <a:lnTo>
                    <a:pt x="23" y="33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6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33"/>
                  </a:lnTo>
                  <a:lnTo>
                    <a:pt x="0" y="25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7" name="Freeform 175">
              <a:extLst>
                <a:ext uri="{FF2B5EF4-FFF2-40B4-BE49-F238E27FC236}">
                  <a16:creationId xmlns:a16="http://schemas.microsoft.com/office/drawing/2014/main" id="{0A988D04-9852-D416-E5F5-0C447F8E3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85" y="880"/>
              <a:ext cx="8" cy="9"/>
            </a:xfrm>
            <a:custGeom>
              <a:avLst/>
              <a:gdLst>
                <a:gd name="T0" fmla="*/ 0 w 8"/>
                <a:gd name="T1" fmla="*/ 0 h 9"/>
                <a:gd name="T2" fmla="*/ 0 w 8"/>
                <a:gd name="T3" fmla="*/ 0 h 9"/>
                <a:gd name="T4" fmla="*/ 0 w 8"/>
                <a:gd name="T5" fmla="*/ 9 h 9"/>
                <a:gd name="T6" fmla="*/ 8 w 8"/>
                <a:gd name="T7" fmla="*/ 0 h 9"/>
                <a:gd name="T8" fmla="*/ 8 w 8"/>
                <a:gd name="T9" fmla="*/ 9 h 9"/>
                <a:gd name="T10" fmla="*/ 8 w 8"/>
                <a:gd name="T11" fmla="*/ 9 h 9"/>
                <a:gd name="T12" fmla="*/ 0 w 8"/>
                <a:gd name="T13" fmla="*/ 0 h 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9"/>
                <a:gd name="T23" fmla="*/ 8 w 8"/>
                <a:gd name="T24" fmla="*/ 9 h 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9">
                  <a:moveTo>
                    <a:pt x="0" y="0"/>
                  </a:moveTo>
                  <a:lnTo>
                    <a:pt x="0" y="0"/>
                  </a:lnTo>
                  <a:lnTo>
                    <a:pt x="0" y="9"/>
                  </a:lnTo>
                  <a:lnTo>
                    <a:pt x="8" y="0"/>
                  </a:lnTo>
                  <a:lnTo>
                    <a:pt x="8" y="9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8" name="Freeform 176">
              <a:extLst>
                <a:ext uri="{FF2B5EF4-FFF2-40B4-BE49-F238E27FC236}">
                  <a16:creationId xmlns:a16="http://schemas.microsoft.com/office/drawing/2014/main" id="{FA5BE402-C81C-0499-6637-5947991EF07D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6" y="1283"/>
              <a:ext cx="23" cy="33"/>
            </a:xfrm>
            <a:custGeom>
              <a:avLst/>
              <a:gdLst>
                <a:gd name="T0" fmla="*/ 23 w 23"/>
                <a:gd name="T1" fmla="*/ 17 h 33"/>
                <a:gd name="T2" fmla="*/ 23 w 23"/>
                <a:gd name="T3" fmla="*/ 8 h 33"/>
                <a:gd name="T4" fmla="*/ 7 w 23"/>
                <a:gd name="T5" fmla="*/ 0 h 33"/>
                <a:gd name="T6" fmla="*/ 0 w 23"/>
                <a:gd name="T7" fmla="*/ 8 h 33"/>
                <a:gd name="T8" fmla="*/ 0 w 23"/>
                <a:gd name="T9" fmla="*/ 17 h 33"/>
                <a:gd name="T10" fmla="*/ 0 w 23"/>
                <a:gd name="T11" fmla="*/ 25 h 33"/>
                <a:gd name="T12" fmla="*/ 7 w 23"/>
                <a:gd name="T13" fmla="*/ 33 h 33"/>
                <a:gd name="T14" fmla="*/ 23 w 23"/>
                <a:gd name="T15" fmla="*/ 25 h 33"/>
                <a:gd name="T16" fmla="*/ 23 w 23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3"/>
                <a:gd name="T29" fmla="*/ 23 w 23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3">
                  <a:moveTo>
                    <a:pt x="23" y="17"/>
                  </a:moveTo>
                  <a:lnTo>
                    <a:pt x="23" y="8"/>
                  </a:lnTo>
                  <a:lnTo>
                    <a:pt x="7" y="0"/>
                  </a:lnTo>
                  <a:lnTo>
                    <a:pt x="0" y="8"/>
                  </a:lnTo>
                  <a:lnTo>
                    <a:pt x="0" y="17"/>
                  </a:lnTo>
                  <a:lnTo>
                    <a:pt x="0" y="25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9" name="Freeform 177">
              <a:extLst>
                <a:ext uri="{FF2B5EF4-FFF2-40B4-BE49-F238E27FC236}">
                  <a16:creationId xmlns:a16="http://schemas.microsoft.com/office/drawing/2014/main" id="{C025FB0B-448C-1711-5A57-1FEB64A6585C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6" y="1283"/>
              <a:ext cx="31" cy="41"/>
            </a:xfrm>
            <a:custGeom>
              <a:avLst/>
              <a:gdLst>
                <a:gd name="T0" fmla="*/ 23 w 31"/>
                <a:gd name="T1" fmla="*/ 17 h 41"/>
                <a:gd name="T2" fmla="*/ 23 w 31"/>
                <a:gd name="T3" fmla="*/ 8 h 41"/>
                <a:gd name="T4" fmla="*/ 23 w 31"/>
                <a:gd name="T5" fmla="*/ 17 h 41"/>
                <a:gd name="T6" fmla="*/ 23 w 31"/>
                <a:gd name="T7" fmla="*/ 17 h 41"/>
                <a:gd name="T8" fmla="*/ 7 w 31"/>
                <a:gd name="T9" fmla="*/ 8 h 41"/>
                <a:gd name="T10" fmla="*/ 15 w 31"/>
                <a:gd name="T11" fmla="*/ 8 h 41"/>
                <a:gd name="T12" fmla="*/ 15 w 31"/>
                <a:gd name="T13" fmla="*/ 8 h 41"/>
                <a:gd name="T14" fmla="*/ 7 w 31"/>
                <a:gd name="T15" fmla="*/ 17 h 41"/>
                <a:gd name="T16" fmla="*/ 7 w 31"/>
                <a:gd name="T17" fmla="*/ 8 h 41"/>
                <a:gd name="T18" fmla="*/ 7 w 31"/>
                <a:gd name="T19" fmla="*/ 8 h 41"/>
                <a:gd name="T20" fmla="*/ 7 w 31"/>
                <a:gd name="T21" fmla="*/ 17 h 41"/>
                <a:gd name="T22" fmla="*/ 7 w 31"/>
                <a:gd name="T23" fmla="*/ 17 h 41"/>
                <a:gd name="T24" fmla="*/ 7 w 31"/>
                <a:gd name="T25" fmla="*/ 17 h 41"/>
                <a:gd name="T26" fmla="*/ 7 w 31"/>
                <a:gd name="T27" fmla="*/ 25 h 41"/>
                <a:gd name="T28" fmla="*/ 7 w 31"/>
                <a:gd name="T29" fmla="*/ 25 h 41"/>
                <a:gd name="T30" fmla="*/ 7 w 31"/>
                <a:gd name="T31" fmla="*/ 25 h 41"/>
                <a:gd name="T32" fmla="*/ 15 w 31"/>
                <a:gd name="T33" fmla="*/ 33 h 41"/>
                <a:gd name="T34" fmla="*/ 7 w 31"/>
                <a:gd name="T35" fmla="*/ 33 h 41"/>
                <a:gd name="T36" fmla="*/ 7 w 31"/>
                <a:gd name="T37" fmla="*/ 33 h 41"/>
                <a:gd name="T38" fmla="*/ 23 w 31"/>
                <a:gd name="T39" fmla="*/ 25 h 41"/>
                <a:gd name="T40" fmla="*/ 23 w 31"/>
                <a:gd name="T41" fmla="*/ 25 h 41"/>
                <a:gd name="T42" fmla="*/ 23 w 31"/>
                <a:gd name="T43" fmla="*/ 25 h 41"/>
                <a:gd name="T44" fmla="*/ 23 w 31"/>
                <a:gd name="T45" fmla="*/ 17 h 41"/>
                <a:gd name="T46" fmla="*/ 23 w 31"/>
                <a:gd name="T47" fmla="*/ 17 h 41"/>
                <a:gd name="T48" fmla="*/ 31 w 31"/>
                <a:gd name="T49" fmla="*/ 17 h 41"/>
                <a:gd name="T50" fmla="*/ 31 w 31"/>
                <a:gd name="T51" fmla="*/ 17 h 41"/>
                <a:gd name="T52" fmla="*/ 31 w 31"/>
                <a:gd name="T53" fmla="*/ 25 h 41"/>
                <a:gd name="T54" fmla="*/ 31 w 31"/>
                <a:gd name="T55" fmla="*/ 25 h 41"/>
                <a:gd name="T56" fmla="*/ 23 w 31"/>
                <a:gd name="T57" fmla="*/ 33 h 41"/>
                <a:gd name="T58" fmla="*/ 7 w 31"/>
                <a:gd name="T59" fmla="*/ 41 h 41"/>
                <a:gd name="T60" fmla="*/ 7 w 31"/>
                <a:gd name="T61" fmla="*/ 41 h 41"/>
                <a:gd name="T62" fmla="*/ 7 w 31"/>
                <a:gd name="T63" fmla="*/ 41 h 41"/>
                <a:gd name="T64" fmla="*/ 0 w 31"/>
                <a:gd name="T65" fmla="*/ 33 h 41"/>
                <a:gd name="T66" fmla="*/ 0 w 31"/>
                <a:gd name="T67" fmla="*/ 33 h 41"/>
                <a:gd name="T68" fmla="*/ 0 w 31"/>
                <a:gd name="T69" fmla="*/ 25 h 41"/>
                <a:gd name="T70" fmla="*/ 0 w 31"/>
                <a:gd name="T71" fmla="*/ 17 h 41"/>
                <a:gd name="T72" fmla="*/ 0 w 31"/>
                <a:gd name="T73" fmla="*/ 17 h 41"/>
                <a:gd name="T74" fmla="*/ 0 w 31"/>
                <a:gd name="T75" fmla="*/ 17 h 41"/>
                <a:gd name="T76" fmla="*/ 0 w 31"/>
                <a:gd name="T77" fmla="*/ 8 h 41"/>
                <a:gd name="T78" fmla="*/ 0 w 31"/>
                <a:gd name="T79" fmla="*/ 8 h 41"/>
                <a:gd name="T80" fmla="*/ 0 w 31"/>
                <a:gd name="T81" fmla="*/ 8 h 41"/>
                <a:gd name="T82" fmla="*/ 7 w 31"/>
                <a:gd name="T83" fmla="*/ 0 h 41"/>
                <a:gd name="T84" fmla="*/ 7 w 31"/>
                <a:gd name="T85" fmla="*/ 0 h 41"/>
                <a:gd name="T86" fmla="*/ 7 w 31"/>
                <a:gd name="T87" fmla="*/ 0 h 41"/>
                <a:gd name="T88" fmla="*/ 23 w 31"/>
                <a:gd name="T89" fmla="*/ 8 h 41"/>
                <a:gd name="T90" fmla="*/ 23 w 31"/>
                <a:gd name="T91" fmla="*/ 8 h 41"/>
                <a:gd name="T92" fmla="*/ 31 w 31"/>
                <a:gd name="T93" fmla="*/ 8 h 41"/>
                <a:gd name="T94" fmla="*/ 31 w 31"/>
                <a:gd name="T95" fmla="*/ 17 h 41"/>
                <a:gd name="T96" fmla="*/ 23 w 31"/>
                <a:gd name="T97" fmla="*/ 17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1"/>
                <a:gd name="T149" fmla="*/ 31 w 31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1">
                  <a:moveTo>
                    <a:pt x="23" y="17"/>
                  </a:moveTo>
                  <a:lnTo>
                    <a:pt x="23" y="8"/>
                  </a:lnTo>
                  <a:lnTo>
                    <a:pt x="23" y="17"/>
                  </a:lnTo>
                  <a:lnTo>
                    <a:pt x="7" y="8"/>
                  </a:lnTo>
                  <a:lnTo>
                    <a:pt x="15" y="8"/>
                  </a:lnTo>
                  <a:lnTo>
                    <a:pt x="7" y="17"/>
                  </a:lnTo>
                  <a:lnTo>
                    <a:pt x="7" y="8"/>
                  </a:lnTo>
                  <a:lnTo>
                    <a:pt x="7" y="17"/>
                  </a:lnTo>
                  <a:lnTo>
                    <a:pt x="7" y="25"/>
                  </a:lnTo>
                  <a:lnTo>
                    <a:pt x="15" y="33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7"/>
                  </a:lnTo>
                  <a:lnTo>
                    <a:pt x="31" y="17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7" y="41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0" y="8"/>
                  </a:lnTo>
                  <a:lnTo>
                    <a:pt x="7" y="0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17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0" name="Freeform 178">
              <a:extLst>
                <a:ext uri="{FF2B5EF4-FFF2-40B4-BE49-F238E27FC236}">
                  <a16:creationId xmlns:a16="http://schemas.microsoft.com/office/drawing/2014/main" id="{C0CEB971-3F61-0DDE-C55C-391D4A2B0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9" y="1300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1" name="Freeform 179">
              <a:extLst>
                <a:ext uri="{FF2B5EF4-FFF2-40B4-BE49-F238E27FC236}">
                  <a16:creationId xmlns:a16="http://schemas.microsoft.com/office/drawing/2014/main" id="{0A69C59B-B1BF-455D-8022-B4520600592C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538"/>
              <a:ext cx="30" cy="33"/>
            </a:xfrm>
            <a:custGeom>
              <a:avLst/>
              <a:gdLst>
                <a:gd name="T0" fmla="*/ 30 w 30"/>
                <a:gd name="T1" fmla="*/ 17 h 33"/>
                <a:gd name="T2" fmla="*/ 23 w 30"/>
                <a:gd name="T3" fmla="*/ 8 h 33"/>
                <a:gd name="T4" fmla="*/ 15 w 30"/>
                <a:gd name="T5" fmla="*/ 0 h 33"/>
                <a:gd name="T6" fmla="*/ 0 w 30"/>
                <a:gd name="T7" fmla="*/ 8 h 33"/>
                <a:gd name="T8" fmla="*/ 0 w 30"/>
                <a:gd name="T9" fmla="*/ 17 h 33"/>
                <a:gd name="T10" fmla="*/ 0 w 30"/>
                <a:gd name="T11" fmla="*/ 25 h 33"/>
                <a:gd name="T12" fmla="*/ 15 w 30"/>
                <a:gd name="T13" fmla="*/ 33 h 33"/>
                <a:gd name="T14" fmla="*/ 23 w 30"/>
                <a:gd name="T15" fmla="*/ 25 h 33"/>
                <a:gd name="T16" fmla="*/ 30 w 30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0"/>
                <a:gd name="T28" fmla="*/ 0 h 33"/>
                <a:gd name="T29" fmla="*/ 30 w 30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0" h="33">
                  <a:moveTo>
                    <a:pt x="30" y="17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0" y="8"/>
                  </a:lnTo>
                  <a:lnTo>
                    <a:pt x="0" y="17"/>
                  </a:lnTo>
                  <a:lnTo>
                    <a:pt x="0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0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2" name="Freeform 180">
              <a:extLst>
                <a:ext uri="{FF2B5EF4-FFF2-40B4-BE49-F238E27FC236}">
                  <a16:creationId xmlns:a16="http://schemas.microsoft.com/office/drawing/2014/main" id="{06108315-FF1A-D445-B439-659B5AE6FAD4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538"/>
              <a:ext cx="38" cy="41"/>
            </a:xfrm>
            <a:custGeom>
              <a:avLst/>
              <a:gdLst>
                <a:gd name="T0" fmla="*/ 30 w 38"/>
                <a:gd name="T1" fmla="*/ 25 h 41"/>
                <a:gd name="T2" fmla="*/ 23 w 38"/>
                <a:gd name="T3" fmla="*/ 17 h 41"/>
                <a:gd name="T4" fmla="*/ 23 w 38"/>
                <a:gd name="T5" fmla="*/ 17 h 41"/>
                <a:gd name="T6" fmla="*/ 23 w 38"/>
                <a:gd name="T7" fmla="*/ 17 h 41"/>
                <a:gd name="T8" fmla="*/ 15 w 38"/>
                <a:gd name="T9" fmla="*/ 8 h 41"/>
                <a:gd name="T10" fmla="*/ 15 w 38"/>
                <a:gd name="T11" fmla="*/ 8 h 41"/>
                <a:gd name="T12" fmla="*/ 15 w 38"/>
                <a:gd name="T13" fmla="*/ 8 h 41"/>
                <a:gd name="T14" fmla="*/ 0 w 38"/>
                <a:gd name="T15" fmla="*/ 17 h 41"/>
                <a:gd name="T16" fmla="*/ 7 w 38"/>
                <a:gd name="T17" fmla="*/ 8 h 41"/>
                <a:gd name="T18" fmla="*/ 7 w 38"/>
                <a:gd name="T19" fmla="*/ 8 h 41"/>
                <a:gd name="T20" fmla="*/ 7 w 38"/>
                <a:gd name="T21" fmla="*/ 17 h 41"/>
                <a:gd name="T22" fmla="*/ 7 w 38"/>
                <a:gd name="T23" fmla="*/ 17 h 41"/>
                <a:gd name="T24" fmla="*/ 7 w 38"/>
                <a:gd name="T25" fmla="*/ 17 h 41"/>
                <a:gd name="T26" fmla="*/ 7 w 38"/>
                <a:gd name="T27" fmla="*/ 25 h 41"/>
                <a:gd name="T28" fmla="*/ 0 w 38"/>
                <a:gd name="T29" fmla="*/ 25 h 41"/>
                <a:gd name="T30" fmla="*/ 0 w 38"/>
                <a:gd name="T31" fmla="*/ 25 h 41"/>
                <a:gd name="T32" fmla="*/ 15 w 38"/>
                <a:gd name="T33" fmla="*/ 33 h 41"/>
                <a:gd name="T34" fmla="*/ 15 w 38"/>
                <a:gd name="T35" fmla="*/ 33 h 41"/>
                <a:gd name="T36" fmla="*/ 15 w 38"/>
                <a:gd name="T37" fmla="*/ 33 h 41"/>
                <a:gd name="T38" fmla="*/ 23 w 38"/>
                <a:gd name="T39" fmla="*/ 25 h 41"/>
                <a:gd name="T40" fmla="*/ 23 w 38"/>
                <a:gd name="T41" fmla="*/ 25 h 41"/>
                <a:gd name="T42" fmla="*/ 23 w 38"/>
                <a:gd name="T43" fmla="*/ 25 h 41"/>
                <a:gd name="T44" fmla="*/ 30 w 38"/>
                <a:gd name="T45" fmla="*/ 17 h 41"/>
                <a:gd name="T46" fmla="*/ 30 w 38"/>
                <a:gd name="T47" fmla="*/ 17 h 41"/>
                <a:gd name="T48" fmla="*/ 38 w 38"/>
                <a:gd name="T49" fmla="*/ 25 h 41"/>
                <a:gd name="T50" fmla="*/ 38 w 38"/>
                <a:gd name="T51" fmla="*/ 25 h 41"/>
                <a:gd name="T52" fmla="*/ 30 w 38"/>
                <a:gd name="T53" fmla="*/ 33 h 41"/>
                <a:gd name="T54" fmla="*/ 30 w 38"/>
                <a:gd name="T55" fmla="*/ 33 h 41"/>
                <a:gd name="T56" fmla="*/ 30 w 38"/>
                <a:gd name="T57" fmla="*/ 33 h 41"/>
                <a:gd name="T58" fmla="*/ 23 w 38"/>
                <a:gd name="T59" fmla="*/ 41 h 41"/>
                <a:gd name="T60" fmla="*/ 23 w 38"/>
                <a:gd name="T61" fmla="*/ 41 h 41"/>
                <a:gd name="T62" fmla="*/ 15 w 38"/>
                <a:gd name="T63" fmla="*/ 41 h 41"/>
                <a:gd name="T64" fmla="*/ 0 w 38"/>
                <a:gd name="T65" fmla="*/ 33 h 41"/>
                <a:gd name="T66" fmla="*/ 0 w 38"/>
                <a:gd name="T67" fmla="*/ 33 h 41"/>
                <a:gd name="T68" fmla="*/ 0 w 38"/>
                <a:gd name="T69" fmla="*/ 25 h 41"/>
                <a:gd name="T70" fmla="*/ 0 w 38"/>
                <a:gd name="T71" fmla="*/ 17 h 41"/>
                <a:gd name="T72" fmla="*/ 0 w 38"/>
                <a:gd name="T73" fmla="*/ 17 h 41"/>
                <a:gd name="T74" fmla="*/ 0 w 38"/>
                <a:gd name="T75" fmla="*/ 17 h 41"/>
                <a:gd name="T76" fmla="*/ 0 w 38"/>
                <a:gd name="T77" fmla="*/ 8 h 41"/>
                <a:gd name="T78" fmla="*/ 0 w 38"/>
                <a:gd name="T79" fmla="*/ 8 h 41"/>
                <a:gd name="T80" fmla="*/ 0 w 38"/>
                <a:gd name="T81" fmla="*/ 8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0 w 38"/>
                <a:gd name="T89" fmla="*/ 8 h 41"/>
                <a:gd name="T90" fmla="*/ 30 w 38"/>
                <a:gd name="T91" fmla="*/ 8 h 41"/>
                <a:gd name="T92" fmla="*/ 30 w 38"/>
                <a:gd name="T93" fmla="*/ 8 h 41"/>
                <a:gd name="T94" fmla="*/ 38 w 38"/>
                <a:gd name="T95" fmla="*/ 17 h 41"/>
                <a:gd name="T96" fmla="*/ 30 w 38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0" y="25"/>
                  </a:moveTo>
                  <a:lnTo>
                    <a:pt x="23" y="17"/>
                  </a:lnTo>
                  <a:lnTo>
                    <a:pt x="15" y="8"/>
                  </a:lnTo>
                  <a:lnTo>
                    <a:pt x="0" y="17"/>
                  </a:lnTo>
                  <a:lnTo>
                    <a:pt x="7" y="8"/>
                  </a:lnTo>
                  <a:lnTo>
                    <a:pt x="7" y="17"/>
                  </a:lnTo>
                  <a:lnTo>
                    <a:pt x="7" y="25"/>
                  </a:lnTo>
                  <a:lnTo>
                    <a:pt x="0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0" y="17"/>
                  </a:lnTo>
                  <a:lnTo>
                    <a:pt x="38" y="25"/>
                  </a:lnTo>
                  <a:lnTo>
                    <a:pt x="30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0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0" y="8"/>
                  </a:lnTo>
                  <a:lnTo>
                    <a:pt x="38" y="17"/>
                  </a:lnTo>
                  <a:lnTo>
                    <a:pt x="30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3" name="Freeform 181">
              <a:extLst>
                <a:ext uri="{FF2B5EF4-FFF2-40B4-BE49-F238E27FC236}">
                  <a16:creationId xmlns:a16="http://schemas.microsoft.com/office/drawing/2014/main" id="{33C7CC4D-C1F7-FB74-9162-4EEC518BEC87}"/>
                </a:ext>
              </a:extLst>
            </p:cNvPr>
            <p:cNvSpPr>
              <a:spLocks/>
            </p:cNvSpPr>
            <p:nvPr/>
          </p:nvSpPr>
          <p:spPr bwMode="auto">
            <a:xfrm>
              <a:off x="2503" y="1555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4" name="Freeform 182">
              <a:extLst>
                <a:ext uri="{FF2B5EF4-FFF2-40B4-BE49-F238E27FC236}">
                  <a16:creationId xmlns:a16="http://schemas.microsoft.com/office/drawing/2014/main" id="{B2C77849-D823-BC23-0F3A-B2443908B631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028"/>
              <a:ext cx="30" cy="33"/>
            </a:xfrm>
            <a:custGeom>
              <a:avLst/>
              <a:gdLst>
                <a:gd name="T0" fmla="*/ 30 w 30"/>
                <a:gd name="T1" fmla="*/ 17 h 33"/>
                <a:gd name="T2" fmla="*/ 23 w 30"/>
                <a:gd name="T3" fmla="*/ 9 h 33"/>
                <a:gd name="T4" fmla="*/ 15 w 30"/>
                <a:gd name="T5" fmla="*/ 0 h 33"/>
                <a:gd name="T6" fmla="*/ 0 w 30"/>
                <a:gd name="T7" fmla="*/ 9 h 33"/>
                <a:gd name="T8" fmla="*/ 0 w 30"/>
                <a:gd name="T9" fmla="*/ 17 h 33"/>
                <a:gd name="T10" fmla="*/ 0 w 30"/>
                <a:gd name="T11" fmla="*/ 33 h 33"/>
                <a:gd name="T12" fmla="*/ 15 w 30"/>
                <a:gd name="T13" fmla="*/ 33 h 33"/>
                <a:gd name="T14" fmla="*/ 23 w 30"/>
                <a:gd name="T15" fmla="*/ 33 h 33"/>
                <a:gd name="T16" fmla="*/ 30 w 30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0"/>
                <a:gd name="T28" fmla="*/ 0 h 33"/>
                <a:gd name="T29" fmla="*/ 30 w 30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0" h="33">
                  <a:moveTo>
                    <a:pt x="30" y="17"/>
                  </a:moveTo>
                  <a:lnTo>
                    <a:pt x="23" y="9"/>
                  </a:lnTo>
                  <a:lnTo>
                    <a:pt x="15" y="0"/>
                  </a:lnTo>
                  <a:lnTo>
                    <a:pt x="0" y="9"/>
                  </a:lnTo>
                  <a:lnTo>
                    <a:pt x="0" y="17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0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5" name="Freeform 183">
              <a:extLst>
                <a:ext uri="{FF2B5EF4-FFF2-40B4-BE49-F238E27FC236}">
                  <a16:creationId xmlns:a16="http://schemas.microsoft.com/office/drawing/2014/main" id="{3545E6C0-A3AD-9D1F-5C54-2D337CCBB6C5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028"/>
              <a:ext cx="38" cy="42"/>
            </a:xfrm>
            <a:custGeom>
              <a:avLst/>
              <a:gdLst>
                <a:gd name="T0" fmla="*/ 30 w 38"/>
                <a:gd name="T1" fmla="*/ 25 h 42"/>
                <a:gd name="T2" fmla="*/ 23 w 38"/>
                <a:gd name="T3" fmla="*/ 17 h 42"/>
                <a:gd name="T4" fmla="*/ 23 w 38"/>
                <a:gd name="T5" fmla="*/ 17 h 42"/>
                <a:gd name="T6" fmla="*/ 23 w 38"/>
                <a:gd name="T7" fmla="*/ 17 h 42"/>
                <a:gd name="T8" fmla="*/ 15 w 38"/>
                <a:gd name="T9" fmla="*/ 9 h 42"/>
                <a:gd name="T10" fmla="*/ 15 w 38"/>
                <a:gd name="T11" fmla="*/ 9 h 42"/>
                <a:gd name="T12" fmla="*/ 15 w 38"/>
                <a:gd name="T13" fmla="*/ 9 h 42"/>
                <a:gd name="T14" fmla="*/ 0 w 38"/>
                <a:gd name="T15" fmla="*/ 17 h 42"/>
                <a:gd name="T16" fmla="*/ 7 w 38"/>
                <a:gd name="T17" fmla="*/ 9 h 42"/>
                <a:gd name="T18" fmla="*/ 7 w 38"/>
                <a:gd name="T19" fmla="*/ 9 h 42"/>
                <a:gd name="T20" fmla="*/ 7 w 38"/>
                <a:gd name="T21" fmla="*/ 17 h 42"/>
                <a:gd name="T22" fmla="*/ 7 w 38"/>
                <a:gd name="T23" fmla="*/ 17 h 42"/>
                <a:gd name="T24" fmla="*/ 7 w 38"/>
                <a:gd name="T25" fmla="*/ 17 h 42"/>
                <a:gd name="T26" fmla="*/ 7 w 38"/>
                <a:gd name="T27" fmla="*/ 33 h 42"/>
                <a:gd name="T28" fmla="*/ 0 w 38"/>
                <a:gd name="T29" fmla="*/ 33 h 42"/>
                <a:gd name="T30" fmla="*/ 0 w 38"/>
                <a:gd name="T31" fmla="*/ 33 h 42"/>
                <a:gd name="T32" fmla="*/ 15 w 38"/>
                <a:gd name="T33" fmla="*/ 33 h 42"/>
                <a:gd name="T34" fmla="*/ 15 w 38"/>
                <a:gd name="T35" fmla="*/ 33 h 42"/>
                <a:gd name="T36" fmla="*/ 15 w 38"/>
                <a:gd name="T37" fmla="*/ 33 h 42"/>
                <a:gd name="T38" fmla="*/ 23 w 38"/>
                <a:gd name="T39" fmla="*/ 33 h 42"/>
                <a:gd name="T40" fmla="*/ 23 w 38"/>
                <a:gd name="T41" fmla="*/ 33 h 42"/>
                <a:gd name="T42" fmla="*/ 23 w 38"/>
                <a:gd name="T43" fmla="*/ 33 h 42"/>
                <a:gd name="T44" fmla="*/ 30 w 38"/>
                <a:gd name="T45" fmla="*/ 17 h 42"/>
                <a:gd name="T46" fmla="*/ 30 w 38"/>
                <a:gd name="T47" fmla="*/ 17 h 42"/>
                <a:gd name="T48" fmla="*/ 38 w 38"/>
                <a:gd name="T49" fmla="*/ 17 h 42"/>
                <a:gd name="T50" fmla="*/ 38 w 38"/>
                <a:gd name="T51" fmla="*/ 17 h 42"/>
                <a:gd name="T52" fmla="*/ 30 w 38"/>
                <a:gd name="T53" fmla="*/ 33 h 42"/>
                <a:gd name="T54" fmla="*/ 30 w 38"/>
                <a:gd name="T55" fmla="*/ 33 h 42"/>
                <a:gd name="T56" fmla="*/ 23 w 38"/>
                <a:gd name="T57" fmla="*/ 42 h 42"/>
                <a:gd name="T58" fmla="*/ 15 w 38"/>
                <a:gd name="T59" fmla="*/ 42 h 42"/>
                <a:gd name="T60" fmla="*/ 15 w 38"/>
                <a:gd name="T61" fmla="*/ 42 h 42"/>
                <a:gd name="T62" fmla="*/ 15 w 38"/>
                <a:gd name="T63" fmla="*/ 42 h 42"/>
                <a:gd name="T64" fmla="*/ 0 w 38"/>
                <a:gd name="T65" fmla="*/ 42 h 42"/>
                <a:gd name="T66" fmla="*/ 0 w 38"/>
                <a:gd name="T67" fmla="*/ 42 h 42"/>
                <a:gd name="T68" fmla="*/ 0 w 38"/>
                <a:gd name="T69" fmla="*/ 33 h 42"/>
                <a:gd name="T70" fmla="*/ 0 w 38"/>
                <a:gd name="T71" fmla="*/ 17 h 42"/>
                <a:gd name="T72" fmla="*/ 0 w 38"/>
                <a:gd name="T73" fmla="*/ 17 h 42"/>
                <a:gd name="T74" fmla="*/ 0 w 38"/>
                <a:gd name="T75" fmla="*/ 17 h 42"/>
                <a:gd name="T76" fmla="*/ 0 w 38"/>
                <a:gd name="T77" fmla="*/ 9 h 42"/>
                <a:gd name="T78" fmla="*/ 0 w 38"/>
                <a:gd name="T79" fmla="*/ 9 h 42"/>
                <a:gd name="T80" fmla="*/ 0 w 38"/>
                <a:gd name="T81" fmla="*/ 9 h 42"/>
                <a:gd name="T82" fmla="*/ 15 w 38"/>
                <a:gd name="T83" fmla="*/ 0 h 42"/>
                <a:gd name="T84" fmla="*/ 15 w 38"/>
                <a:gd name="T85" fmla="*/ 0 h 42"/>
                <a:gd name="T86" fmla="*/ 23 w 38"/>
                <a:gd name="T87" fmla="*/ 0 h 42"/>
                <a:gd name="T88" fmla="*/ 30 w 38"/>
                <a:gd name="T89" fmla="*/ 9 h 42"/>
                <a:gd name="T90" fmla="*/ 30 w 38"/>
                <a:gd name="T91" fmla="*/ 9 h 42"/>
                <a:gd name="T92" fmla="*/ 30 w 38"/>
                <a:gd name="T93" fmla="*/ 9 h 42"/>
                <a:gd name="T94" fmla="*/ 38 w 38"/>
                <a:gd name="T95" fmla="*/ 17 h 42"/>
                <a:gd name="T96" fmla="*/ 30 w 38"/>
                <a:gd name="T97" fmla="*/ 25 h 42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2"/>
                <a:gd name="T149" fmla="*/ 38 w 38"/>
                <a:gd name="T150" fmla="*/ 42 h 42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2">
                  <a:moveTo>
                    <a:pt x="30" y="25"/>
                  </a:moveTo>
                  <a:lnTo>
                    <a:pt x="23" y="17"/>
                  </a:lnTo>
                  <a:lnTo>
                    <a:pt x="15" y="9"/>
                  </a:lnTo>
                  <a:lnTo>
                    <a:pt x="0" y="17"/>
                  </a:lnTo>
                  <a:lnTo>
                    <a:pt x="7" y="9"/>
                  </a:lnTo>
                  <a:lnTo>
                    <a:pt x="7" y="17"/>
                  </a:lnTo>
                  <a:lnTo>
                    <a:pt x="7" y="33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0" y="17"/>
                  </a:lnTo>
                  <a:lnTo>
                    <a:pt x="38" y="17"/>
                  </a:lnTo>
                  <a:lnTo>
                    <a:pt x="30" y="33"/>
                  </a:lnTo>
                  <a:lnTo>
                    <a:pt x="23" y="42"/>
                  </a:lnTo>
                  <a:lnTo>
                    <a:pt x="15" y="42"/>
                  </a:lnTo>
                  <a:lnTo>
                    <a:pt x="0" y="42"/>
                  </a:lnTo>
                  <a:lnTo>
                    <a:pt x="0" y="33"/>
                  </a:lnTo>
                  <a:lnTo>
                    <a:pt x="0" y="17"/>
                  </a:lnTo>
                  <a:lnTo>
                    <a:pt x="0" y="9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0" y="9"/>
                  </a:lnTo>
                  <a:lnTo>
                    <a:pt x="38" y="17"/>
                  </a:lnTo>
                  <a:lnTo>
                    <a:pt x="30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6" name="Freeform 184">
              <a:extLst>
                <a:ext uri="{FF2B5EF4-FFF2-40B4-BE49-F238E27FC236}">
                  <a16:creationId xmlns:a16="http://schemas.microsoft.com/office/drawing/2014/main" id="{DB825583-0F64-DE72-4099-B134213B49BF}"/>
                </a:ext>
              </a:extLst>
            </p:cNvPr>
            <p:cNvSpPr>
              <a:spLocks/>
            </p:cNvSpPr>
            <p:nvPr/>
          </p:nvSpPr>
          <p:spPr bwMode="auto">
            <a:xfrm>
              <a:off x="2503" y="1045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7" name="Freeform 185">
              <a:extLst>
                <a:ext uri="{FF2B5EF4-FFF2-40B4-BE49-F238E27FC236}">
                  <a16:creationId xmlns:a16="http://schemas.microsoft.com/office/drawing/2014/main" id="{A8E24BAE-0334-98A5-861F-FA7F87FFDA32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127"/>
              <a:ext cx="30" cy="25"/>
            </a:xfrm>
            <a:custGeom>
              <a:avLst/>
              <a:gdLst>
                <a:gd name="T0" fmla="*/ 30 w 30"/>
                <a:gd name="T1" fmla="*/ 8 h 25"/>
                <a:gd name="T2" fmla="*/ 23 w 30"/>
                <a:gd name="T3" fmla="*/ 0 h 25"/>
                <a:gd name="T4" fmla="*/ 15 w 30"/>
                <a:gd name="T5" fmla="*/ 0 h 25"/>
                <a:gd name="T6" fmla="*/ 0 w 30"/>
                <a:gd name="T7" fmla="*/ 0 h 25"/>
                <a:gd name="T8" fmla="*/ 0 w 30"/>
                <a:gd name="T9" fmla="*/ 8 h 25"/>
                <a:gd name="T10" fmla="*/ 0 w 30"/>
                <a:gd name="T11" fmla="*/ 25 h 25"/>
                <a:gd name="T12" fmla="*/ 15 w 30"/>
                <a:gd name="T13" fmla="*/ 25 h 25"/>
                <a:gd name="T14" fmla="*/ 23 w 30"/>
                <a:gd name="T15" fmla="*/ 25 h 25"/>
                <a:gd name="T16" fmla="*/ 30 w 30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0"/>
                <a:gd name="T28" fmla="*/ 0 h 25"/>
                <a:gd name="T29" fmla="*/ 30 w 30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0" h="25">
                  <a:moveTo>
                    <a:pt x="30" y="8"/>
                  </a:moveTo>
                  <a:lnTo>
                    <a:pt x="23" y="0"/>
                  </a:lnTo>
                  <a:lnTo>
                    <a:pt x="15" y="0"/>
                  </a:lnTo>
                  <a:lnTo>
                    <a:pt x="0" y="0"/>
                  </a:lnTo>
                  <a:lnTo>
                    <a:pt x="0" y="8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0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8" name="Freeform 186">
              <a:extLst>
                <a:ext uri="{FF2B5EF4-FFF2-40B4-BE49-F238E27FC236}">
                  <a16:creationId xmlns:a16="http://schemas.microsoft.com/office/drawing/2014/main" id="{FDCB9686-AA9D-4B00-4136-7FD67D76CD58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127"/>
              <a:ext cx="38" cy="33"/>
            </a:xfrm>
            <a:custGeom>
              <a:avLst/>
              <a:gdLst>
                <a:gd name="T0" fmla="*/ 30 w 38"/>
                <a:gd name="T1" fmla="*/ 17 h 33"/>
                <a:gd name="T2" fmla="*/ 23 w 38"/>
                <a:gd name="T3" fmla="*/ 8 h 33"/>
                <a:gd name="T4" fmla="*/ 23 w 38"/>
                <a:gd name="T5" fmla="*/ 8 h 33"/>
                <a:gd name="T6" fmla="*/ 23 w 38"/>
                <a:gd name="T7" fmla="*/ 8 h 33"/>
                <a:gd name="T8" fmla="*/ 15 w 38"/>
                <a:gd name="T9" fmla="*/ 8 h 33"/>
                <a:gd name="T10" fmla="*/ 15 w 38"/>
                <a:gd name="T11" fmla="*/ 8 h 33"/>
                <a:gd name="T12" fmla="*/ 15 w 38"/>
                <a:gd name="T13" fmla="*/ 8 h 33"/>
                <a:gd name="T14" fmla="*/ 0 w 38"/>
                <a:gd name="T15" fmla="*/ 8 h 33"/>
                <a:gd name="T16" fmla="*/ 7 w 38"/>
                <a:gd name="T17" fmla="*/ 0 h 33"/>
                <a:gd name="T18" fmla="*/ 7 w 38"/>
                <a:gd name="T19" fmla="*/ 0 h 33"/>
                <a:gd name="T20" fmla="*/ 7 w 38"/>
                <a:gd name="T21" fmla="*/ 8 h 33"/>
                <a:gd name="T22" fmla="*/ 7 w 38"/>
                <a:gd name="T23" fmla="*/ 8 h 33"/>
                <a:gd name="T24" fmla="*/ 7 w 38"/>
                <a:gd name="T25" fmla="*/ 8 h 33"/>
                <a:gd name="T26" fmla="*/ 7 w 38"/>
                <a:gd name="T27" fmla="*/ 25 h 33"/>
                <a:gd name="T28" fmla="*/ 0 w 38"/>
                <a:gd name="T29" fmla="*/ 25 h 33"/>
                <a:gd name="T30" fmla="*/ 0 w 38"/>
                <a:gd name="T31" fmla="*/ 25 h 33"/>
                <a:gd name="T32" fmla="*/ 15 w 38"/>
                <a:gd name="T33" fmla="*/ 25 h 33"/>
                <a:gd name="T34" fmla="*/ 15 w 38"/>
                <a:gd name="T35" fmla="*/ 25 h 33"/>
                <a:gd name="T36" fmla="*/ 15 w 38"/>
                <a:gd name="T37" fmla="*/ 25 h 33"/>
                <a:gd name="T38" fmla="*/ 23 w 38"/>
                <a:gd name="T39" fmla="*/ 25 h 33"/>
                <a:gd name="T40" fmla="*/ 23 w 38"/>
                <a:gd name="T41" fmla="*/ 25 h 33"/>
                <a:gd name="T42" fmla="*/ 23 w 38"/>
                <a:gd name="T43" fmla="*/ 25 h 33"/>
                <a:gd name="T44" fmla="*/ 30 w 38"/>
                <a:gd name="T45" fmla="*/ 8 h 33"/>
                <a:gd name="T46" fmla="*/ 30 w 38"/>
                <a:gd name="T47" fmla="*/ 8 h 33"/>
                <a:gd name="T48" fmla="*/ 38 w 38"/>
                <a:gd name="T49" fmla="*/ 8 h 33"/>
                <a:gd name="T50" fmla="*/ 38 w 38"/>
                <a:gd name="T51" fmla="*/ 8 h 33"/>
                <a:gd name="T52" fmla="*/ 30 w 38"/>
                <a:gd name="T53" fmla="*/ 25 h 33"/>
                <a:gd name="T54" fmla="*/ 30 w 38"/>
                <a:gd name="T55" fmla="*/ 25 h 33"/>
                <a:gd name="T56" fmla="*/ 23 w 38"/>
                <a:gd name="T57" fmla="*/ 33 h 33"/>
                <a:gd name="T58" fmla="*/ 15 w 38"/>
                <a:gd name="T59" fmla="*/ 33 h 33"/>
                <a:gd name="T60" fmla="*/ 15 w 38"/>
                <a:gd name="T61" fmla="*/ 33 h 33"/>
                <a:gd name="T62" fmla="*/ 15 w 38"/>
                <a:gd name="T63" fmla="*/ 33 h 33"/>
                <a:gd name="T64" fmla="*/ 0 w 38"/>
                <a:gd name="T65" fmla="*/ 33 h 33"/>
                <a:gd name="T66" fmla="*/ 0 w 38"/>
                <a:gd name="T67" fmla="*/ 33 h 33"/>
                <a:gd name="T68" fmla="*/ 0 w 38"/>
                <a:gd name="T69" fmla="*/ 25 h 33"/>
                <a:gd name="T70" fmla="*/ 0 w 38"/>
                <a:gd name="T71" fmla="*/ 8 h 33"/>
                <a:gd name="T72" fmla="*/ 0 w 38"/>
                <a:gd name="T73" fmla="*/ 8 h 33"/>
                <a:gd name="T74" fmla="*/ 0 w 38"/>
                <a:gd name="T75" fmla="*/ 8 h 33"/>
                <a:gd name="T76" fmla="*/ 0 w 38"/>
                <a:gd name="T77" fmla="*/ 0 h 33"/>
                <a:gd name="T78" fmla="*/ 0 w 38"/>
                <a:gd name="T79" fmla="*/ 0 h 33"/>
                <a:gd name="T80" fmla="*/ 0 w 38"/>
                <a:gd name="T81" fmla="*/ 0 h 33"/>
                <a:gd name="T82" fmla="*/ 15 w 38"/>
                <a:gd name="T83" fmla="*/ 0 h 33"/>
                <a:gd name="T84" fmla="*/ 15 w 38"/>
                <a:gd name="T85" fmla="*/ 0 h 33"/>
                <a:gd name="T86" fmla="*/ 15 w 38"/>
                <a:gd name="T87" fmla="*/ 0 h 33"/>
                <a:gd name="T88" fmla="*/ 23 w 38"/>
                <a:gd name="T89" fmla="*/ 0 h 33"/>
                <a:gd name="T90" fmla="*/ 23 w 38"/>
                <a:gd name="T91" fmla="*/ 0 h 33"/>
                <a:gd name="T92" fmla="*/ 30 w 38"/>
                <a:gd name="T93" fmla="*/ 0 h 33"/>
                <a:gd name="T94" fmla="*/ 38 w 38"/>
                <a:gd name="T95" fmla="*/ 8 h 33"/>
                <a:gd name="T96" fmla="*/ 30 w 38"/>
                <a:gd name="T97" fmla="*/ 17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33"/>
                <a:gd name="T149" fmla="*/ 38 w 38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33">
                  <a:moveTo>
                    <a:pt x="30" y="17"/>
                  </a:moveTo>
                  <a:lnTo>
                    <a:pt x="23" y="8"/>
                  </a:lnTo>
                  <a:lnTo>
                    <a:pt x="15" y="8"/>
                  </a:lnTo>
                  <a:lnTo>
                    <a:pt x="0" y="8"/>
                  </a:lnTo>
                  <a:lnTo>
                    <a:pt x="7" y="0"/>
                  </a:lnTo>
                  <a:lnTo>
                    <a:pt x="7" y="8"/>
                  </a:lnTo>
                  <a:lnTo>
                    <a:pt x="7" y="25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0" y="8"/>
                  </a:lnTo>
                  <a:lnTo>
                    <a:pt x="38" y="8"/>
                  </a:lnTo>
                  <a:lnTo>
                    <a:pt x="30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8"/>
                  </a:lnTo>
                  <a:lnTo>
                    <a:pt x="0" y="0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0" y="0"/>
                  </a:lnTo>
                  <a:lnTo>
                    <a:pt x="38" y="8"/>
                  </a:lnTo>
                  <a:lnTo>
                    <a:pt x="30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9" name="Freeform 187">
              <a:extLst>
                <a:ext uri="{FF2B5EF4-FFF2-40B4-BE49-F238E27FC236}">
                  <a16:creationId xmlns:a16="http://schemas.microsoft.com/office/drawing/2014/main" id="{09E14601-7AC9-2827-69F2-1BC10A49DB06}"/>
                </a:ext>
              </a:extLst>
            </p:cNvPr>
            <p:cNvSpPr>
              <a:spLocks/>
            </p:cNvSpPr>
            <p:nvPr/>
          </p:nvSpPr>
          <p:spPr bwMode="auto">
            <a:xfrm>
              <a:off x="2503" y="1135"/>
              <a:ext cx="8" cy="9"/>
            </a:xfrm>
            <a:custGeom>
              <a:avLst/>
              <a:gdLst>
                <a:gd name="T0" fmla="*/ 0 w 8"/>
                <a:gd name="T1" fmla="*/ 0 h 9"/>
                <a:gd name="T2" fmla="*/ 0 w 8"/>
                <a:gd name="T3" fmla="*/ 0 h 9"/>
                <a:gd name="T4" fmla="*/ 0 w 8"/>
                <a:gd name="T5" fmla="*/ 9 h 9"/>
                <a:gd name="T6" fmla="*/ 8 w 8"/>
                <a:gd name="T7" fmla="*/ 0 h 9"/>
                <a:gd name="T8" fmla="*/ 8 w 8"/>
                <a:gd name="T9" fmla="*/ 0 h 9"/>
                <a:gd name="T10" fmla="*/ 8 w 8"/>
                <a:gd name="T11" fmla="*/ 0 h 9"/>
                <a:gd name="T12" fmla="*/ 0 w 8"/>
                <a:gd name="T13" fmla="*/ 0 h 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9"/>
                <a:gd name="T23" fmla="*/ 8 w 8"/>
                <a:gd name="T24" fmla="*/ 9 h 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9">
                  <a:moveTo>
                    <a:pt x="0" y="0"/>
                  </a:moveTo>
                  <a:lnTo>
                    <a:pt x="0" y="0"/>
                  </a:lnTo>
                  <a:lnTo>
                    <a:pt x="0" y="9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0" name="Freeform 188">
              <a:extLst>
                <a:ext uri="{FF2B5EF4-FFF2-40B4-BE49-F238E27FC236}">
                  <a16:creationId xmlns:a16="http://schemas.microsoft.com/office/drawing/2014/main" id="{A5E9C71F-FD1E-9320-5F6F-FE95DCDDE9A4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1" y="1283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8 h 33"/>
                <a:gd name="T4" fmla="*/ 15 w 31"/>
                <a:gd name="T5" fmla="*/ 0 h 33"/>
                <a:gd name="T6" fmla="*/ 7 w 31"/>
                <a:gd name="T7" fmla="*/ 8 h 33"/>
                <a:gd name="T8" fmla="*/ 0 w 31"/>
                <a:gd name="T9" fmla="*/ 17 h 33"/>
                <a:gd name="T10" fmla="*/ 7 w 31"/>
                <a:gd name="T11" fmla="*/ 25 h 33"/>
                <a:gd name="T12" fmla="*/ 15 w 31"/>
                <a:gd name="T13" fmla="*/ 33 h 33"/>
                <a:gd name="T14" fmla="*/ 23 w 31"/>
                <a:gd name="T15" fmla="*/ 25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7" y="8"/>
                  </a:lnTo>
                  <a:lnTo>
                    <a:pt x="0" y="17"/>
                  </a:lnTo>
                  <a:lnTo>
                    <a:pt x="7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1" name="Freeform 189">
              <a:extLst>
                <a:ext uri="{FF2B5EF4-FFF2-40B4-BE49-F238E27FC236}">
                  <a16:creationId xmlns:a16="http://schemas.microsoft.com/office/drawing/2014/main" id="{15F667F9-A32D-3A3E-E4CC-191A713A8B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1" y="1283"/>
              <a:ext cx="38" cy="41"/>
            </a:xfrm>
            <a:custGeom>
              <a:avLst/>
              <a:gdLst>
                <a:gd name="T0" fmla="*/ 31 w 38"/>
                <a:gd name="T1" fmla="*/ 25 h 41"/>
                <a:gd name="T2" fmla="*/ 23 w 38"/>
                <a:gd name="T3" fmla="*/ 17 h 41"/>
                <a:gd name="T4" fmla="*/ 23 w 38"/>
                <a:gd name="T5" fmla="*/ 17 h 41"/>
                <a:gd name="T6" fmla="*/ 23 w 38"/>
                <a:gd name="T7" fmla="*/ 17 h 41"/>
                <a:gd name="T8" fmla="*/ 15 w 38"/>
                <a:gd name="T9" fmla="*/ 8 h 41"/>
                <a:gd name="T10" fmla="*/ 23 w 38"/>
                <a:gd name="T11" fmla="*/ 8 h 41"/>
                <a:gd name="T12" fmla="*/ 23 w 38"/>
                <a:gd name="T13" fmla="*/ 8 h 41"/>
                <a:gd name="T14" fmla="*/ 15 w 38"/>
                <a:gd name="T15" fmla="*/ 17 h 41"/>
                <a:gd name="T16" fmla="*/ 15 w 38"/>
                <a:gd name="T17" fmla="*/ 17 h 41"/>
                <a:gd name="T18" fmla="*/ 15 w 38"/>
                <a:gd name="T19" fmla="*/ 17 h 41"/>
                <a:gd name="T20" fmla="*/ 7 w 38"/>
                <a:gd name="T21" fmla="*/ 25 h 41"/>
                <a:gd name="T22" fmla="*/ 7 w 38"/>
                <a:gd name="T23" fmla="*/ 17 h 41"/>
                <a:gd name="T24" fmla="*/ 7 w 38"/>
                <a:gd name="T25" fmla="*/ 17 h 41"/>
                <a:gd name="T26" fmla="*/ 15 w 38"/>
                <a:gd name="T27" fmla="*/ 25 h 41"/>
                <a:gd name="T28" fmla="*/ 15 w 38"/>
                <a:gd name="T29" fmla="*/ 25 h 41"/>
                <a:gd name="T30" fmla="*/ 15 w 38"/>
                <a:gd name="T31" fmla="*/ 25 h 41"/>
                <a:gd name="T32" fmla="*/ 23 w 38"/>
                <a:gd name="T33" fmla="*/ 33 h 41"/>
                <a:gd name="T34" fmla="*/ 15 w 38"/>
                <a:gd name="T35" fmla="*/ 33 h 41"/>
                <a:gd name="T36" fmla="*/ 15 w 38"/>
                <a:gd name="T37" fmla="*/ 33 h 41"/>
                <a:gd name="T38" fmla="*/ 23 w 38"/>
                <a:gd name="T39" fmla="*/ 25 h 41"/>
                <a:gd name="T40" fmla="*/ 23 w 38"/>
                <a:gd name="T41" fmla="*/ 25 h 41"/>
                <a:gd name="T42" fmla="*/ 23 w 38"/>
                <a:gd name="T43" fmla="*/ 25 h 41"/>
                <a:gd name="T44" fmla="*/ 31 w 38"/>
                <a:gd name="T45" fmla="*/ 17 h 41"/>
                <a:gd name="T46" fmla="*/ 31 w 38"/>
                <a:gd name="T47" fmla="*/ 17 h 41"/>
                <a:gd name="T48" fmla="*/ 38 w 38"/>
                <a:gd name="T49" fmla="*/ 25 h 41"/>
                <a:gd name="T50" fmla="*/ 38 w 38"/>
                <a:gd name="T51" fmla="*/ 25 h 41"/>
                <a:gd name="T52" fmla="*/ 31 w 38"/>
                <a:gd name="T53" fmla="*/ 33 h 41"/>
                <a:gd name="T54" fmla="*/ 31 w 38"/>
                <a:gd name="T55" fmla="*/ 33 h 41"/>
                <a:gd name="T56" fmla="*/ 31 w 38"/>
                <a:gd name="T57" fmla="*/ 33 h 41"/>
                <a:gd name="T58" fmla="*/ 23 w 38"/>
                <a:gd name="T59" fmla="*/ 41 h 41"/>
                <a:gd name="T60" fmla="*/ 23 w 38"/>
                <a:gd name="T61" fmla="*/ 41 h 41"/>
                <a:gd name="T62" fmla="*/ 15 w 38"/>
                <a:gd name="T63" fmla="*/ 41 h 41"/>
                <a:gd name="T64" fmla="*/ 7 w 38"/>
                <a:gd name="T65" fmla="*/ 33 h 41"/>
                <a:gd name="T66" fmla="*/ 7 w 38"/>
                <a:gd name="T67" fmla="*/ 33 h 41"/>
                <a:gd name="T68" fmla="*/ 7 w 38"/>
                <a:gd name="T69" fmla="*/ 33 h 41"/>
                <a:gd name="T70" fmla="*/ 0 w 38"/>
                <a:gd name="T71" fmla="*/ 25 h 41"/>
                <a:gd name="T72" fmla="*/ 0 w 38"/>
                <a:gd name="T73" fmla="*/ 25 h 41"/>
                <a:gd name="T74" fmla="*/ 0 w 38"/>
                <a:gd name="T75" fmla="*/ 17 h 41"/>
                <a:gd name="T76" fmla="*/ 7 w 38"/>
                <a:gd name="T77" fmla="*/ 8 h 41"/>
                <a:gd name="T78" fmla="*/ 7 w 38"/>
                <a:gd name="T79" fmla="*/ 8 h 41"/>
                <a:gd name="T80" fmla="*/ 7 w 38"/>
                <a:gd name="T81" fmla="*/ 8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1 w 38"/>
                <a:gd name="T89" fmla="*/ 8 h 41"/>
                <a:gd name="T90" fmla="*/ 31 w 38"/>
                <a:gd name="T91" fmla="*/ 8 h 41"/>
                <a:gd name="T92" fmla="*/ 31 w 38"/>
                <a:gd name="T93" fmla="*/ 8 h 41"/>
                <a:gd name="T94" fmla="*/ 38 w 38"/>
                <a:gd name="T95" fmla="*/ 17 h 41"/>
                <a:gd name="T96" fmla="*/ 31 w 38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1" y="25"/>
                  </a:moveTo>
                  <a:lnTo>
                    <a:pt x="23" y="17"/>
                  </a:lnTo>
                  <a:lnTo>
                    <a:pt x="15" y="8"/>
                  </a:lnTo>
                  <a:lnTo>
                    <a:pt x="23" y="8"/>
                  </a:lnTo>
                  <a:lnTo>
                    <a:pt x="15" y="17"/>
                  </a:lnTo>
                  <a:lnTo>
                    <a:pt x="7" y="25"/>
                  </a:lnTo>
                  <a:lnTo>
                    <a:pt x="7" y="17"/>
                  </a:lnTo>
                  <a:lnTo>
                    <a:pt x="15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7"/>
                  </a:lnTo>
                  <a:lnTo>
                    <a:pt x="38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7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7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8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2" name="Freeform 190">
              <a:extLst>
                <a:ext uri="{FF2B5EF4-FFF2-40B4-BE49-F238E27FC236}">
                  <a16:creationId xmlns:a16="http://schemas.microsoft.com/office/drawing/2014/main" id="{99CB4DE6-265E-8FD3-0512-93C5D7149400}"/>
                </a:ext>
              </a:extLst>
            </p:cNvPr>
            <p:cNvSpPr>
              <a:spLocks/>
            </p:cNvSpPr>
            <p:nvPr/>
          </p:nvSpPr>
          <p:spPr bwMode="auto">
            <a:xfrm>
              <a:off x="2272" y="1300"/>
              <a:ext cx="7" cy="8"/>
            </a:xfrm>
            <a:custGeom>
              <a:avLst/>
              <a:gdLst>
                <a:gd name="T0" fmla="*/ 0 w 7"/>
                <a:gd name="T1" fmla="*/ 0 h 8"/>
                <a:gd name="T2" fmla="*/ 0 w 7"/>
                <a:gd name="T3" fmla="*/ 0 h 8"/>
                <a:gd name="T4" fmla="*/ 0 w 7"/>
                <a:gd name="T5" fmla="*/ 8 h 8"/>
                <a:gd name="T6" fmla="*/ 7 w 7"/>
                <a:gd name="T7" fmla="*/ 0 h 8"/>
                <a:gd name="T8" fmla="*/ 7 w 7"/>
                <a:gd name="T9" fmla="*/ 8 h 8"/>
                <a:gd name="T10" fmla="*/ 7 w 7"/>
                <a:gd name="T11" fmla="*/ 8 h 8"/>
                <a:gd name="T12" fmla="*/ 0 w 7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8"/>
                <a:gd name="T23" fmla="*/ 7 w 7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7" y="0"/>
                  </a:lnTo>
                  <a:lnTo>
                    <a:pt x="7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3" name="Freeform 191">
              <a:extLst>
                <a:ext uri="{FF2B5EF4-FFF2-40B4-BE49-F238E27FC236}">
                  <a16:creationId xmlns:a16="http://schemas.microsoft.com/office/drawing/2014/main" id="{F66C146A-0060-E4FA-F5F0-56EFF3D6E5F0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456"/>
              <a:ext cx="30" cy="25"/>
            </a:xfrm>
            <a:custGeom>
              <a:avLst/>
              <a:gdLst>
                <a:gd name="T0" fmla="*/ 30 w 30"/>
                <a:gd name="T1" fmla="*/ 8 h 25"/>
                <a:gd name="T2" fmla="*/ 23 w 30"/>
                <a:gd name="T3" fmla="*/ 0 h 25"/>
                <a:gd name="T4" fmla="*/ 15 w 30"/>
                <a:gd name="T5" fmla="*/ 0 h 25"/>
                <a:gd name="T6" fmla="*/ 0 w 30"/>
                <a:gd name="T7" fmla="*/ 0 h 25"/>
                <a:gd name="T8" fmla="*/ 0 w 30"/>
                <a:gd name="T9" fmla="*/ 8 h 25"/>
                <a:gd name="T10" fmla="*/ 0 w 30"/>
                <a:gd name="T11" fmla="*/ 25 h 25"/>
                <a:gd name="T12" fmla="*/ 15 w 30"/>
                <a:gd name="T13" fmla="*/ 25 h 25"/>
                <a:gd name="T14" fmla="*/ 23 w 30"/>
                <a:gd name="T15" fmla="*/ 25 h 25"/>
                <a:gd name="T16" fmla="*/ 30 w 30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0"/>
                <a:gd name="T28" fmla="*/ 0 h 25"/>
                <a:gd name="T29" fmla="*/ 30 w 30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0" h="25">
                  <a:moveTo>
                    <a:pt x="30" y="8"/>
                  </a:moveTo>
                  <a:lnTo>
                    <a:pt x="23" y="0"/>
                  </a:lnTo>
                  <a:lnTo>
                    <a:pt x="15" y="0"/>
                  </a:lnTo>
                  <a:lnTo>
                    <a:pt x="0" y="0"/>
                  </a:lnTo>
                  <a:lnTo>
                    <a:pt x="0" y="8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0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4" name="Freeform 192">
              <a:extLst>
                <a:ext uri="{FF2B5EF4-FFF2-40B4-BE49-F238E27FC236}">
                  <a16:creationId xmlns:a16="http://schemas.microsoft.com/office/drawing/2014/main" id="{02324570-0B38-E2E3-9F47-35DDB913DC69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456"/>
              <a:ext cx="38" cy="33"/>
            </a:xfrm>
            <a:custGeom>
              <a:avLst/>
              <a:gdLst>
                <a:gd name="T0" fmla="*/ 30 w 38"/>
                <a:gd name="T1" fmla="*/ 16 h 33"/>
                <a:gd name="T2" fmla="*/ 23 w 38"/>
                <a:gd name="T3" fmla="*/ 8 h 33"/>
                <a:gd name="T4" fmla="*/ 23 w 38"/>
                <a:gd name="T5" fmla="*/ 8 h 33"/>
                <a:gd name="T6" fmla="*/ 23 w 38"/>
                <a:gd name="T7" fmla="*/ 8 h 33"/>
                <a:gd name="T8" fmla="*/ 15 w 38"/>
                <a:gd name="T9" fmla="*/ 8 h 33"/>
                <a:gd name="T10" fmla="*/ 15 w 38"/>
                <a:gd name="T11" fmla="*/ 8 h 33"/>
                <a:gd name="T12" fmla="*/ 15 w 38"/>
                <a:gd name="T13" fmla="*/ 8 h 33"/>
                <a:gd name="T14" fmla="*/ 0 w 38"/>
                <a:gd name="T15" fmla="*/ 8 h 33"/>
                <a:gd name="T16" fmla="*/ 7 w 38"/>
                <a:gd name="T17" fmla="*/ 0 h 33"/>
                <a:gd name="T18" fmla="*/ 7 w 38"/>
                <a:gd name="T19" fmla="*/ 0 h 33"/>
                <a:gd name="T20" fmla="*/ 7 w 38"/>
                <a:gd name="T21" fmla="*/ 8 h 33"/>
                <a:gd name="T22" fmla="*/ 7 w 38"/>
                <a:gd name="T23" fmla="*/ 8 h 33"/>
                <a:gd name="T24" fmla="*/ 7 w 38"/>
                <a:gd name="T25" fmla="*/ 8 h 33"/>
                <a:gd name="T26" fmla="*/ 7 w 38"/>
                <a:gd name="T27" fmla="*/ 25 h 33"/>
                <a:gd name="T28" fmla="*/ 0 w 38"/>
                <a:gd name="T29" fmla="*/ 25 h 33"/>
                <a:gd name="T30" fmla="*/ 0 w 38"/>
                <a:gd name="T31" fmla="*/ 25 h 33"/>
                <a:gd name="T32" fmla="*/ 15 w 38"/>
                <a:gd name="T33" fmla="*/ 25 h 33"/>
                <a:gd name="T34" fmla="*/ 15 w 38"/>
                <a:gd name="T35" fmla="*/ 25 h 33"/>
                <a:gd name="T36" fmla="*/ 15 w 38"/>
                <a:gd name="T37" fmla="*/ 25 h 33"/>
                <a:gd name="T38" fmla="*/ 23 w 38"/>
                <a:gd name="T39" fmla="*/ 25 h 33"/>
                <a:gd name="T40" fmla="*/ 23 w 38"/>
                <a:gd name="T41" fmla="*/ 25 h 33"/>
                <a:gd name="T42" fmla="*/ 23 w 38"/>
                <a:gd name="T43" fmla="*/ 25 h 33"/>
                <a:gd name="T44" fmla="*/ 30 w 38"/>
                <a:gd name="T45" fmla="*/ 8 h 33"/>
                <a:gd name="T46" fmla="*/ 30 w 38"/>
                <a:gd name="T47" fmla="*/ 8 h 33"/>
                <a:gd name="T48" fmla="*/ 38 w 38"/>
                <a:gd name="T49" fmla="*/ 8 h 33"/>
                <a:gd name="T50" fmla="*/ 38 w 38"/>
                <a:gd name="T51" fmla="*/ 8 h 33"/>
                <a:gd name="T52" fmla="*/ 30 w 38"/>
                <a:gd name="T53" fmla="*/ 25 h 33"/>
                <a:gd name="T54" fmla="*/ 30 w 38"/>
                <a:gd name="T55" fmla="*/ 25 h 33"/>
                <a:gd name="T56" fmla="*/ 23 w 38"/>
                <a:gd name="T57" fmla="*/ 33 h 33"/>
                <a:gd name="T58" fmla="*/ 15 w 38"/>
                <a:gd name="T59" fmla="*/ 33 h 33"/>
                <a:gd name="T60" fmla="*/ 15 w 38"/>
                <a:gd name="T61" fmla="*/ 33 h 33"/>
                <a:gd name="T62" fmla="*/ 15 w 38"/>
                <a:gd name="T63" fmla="*/ 33 h 33"/>
                <a:gd name="T64" fmla="*/ 0 w 38"/>
                <a:gd name="T65" fmla="*/ 33 h 33"/>
                <a:gd name="T66" fmla="*/ 0 w 38"/>
                <a:gd name="T67" fmla="*/ 33 h 33"/>
                <a:gd name="T68" fmla="*/ 0 w 38"/>
                <a:gd name="T69" fmla="*/ 25 h 33"/>
                <a:gd name="T70" fmla="*/ 0 w 38"/>
                <a:gd name="T71" fmla="*/ 8 h 33"/>
                <a:gd name="T72" fmla="*/ 0 w 38"/>
                <a:gd name="T73" fmla="*/ 8 h 33"/>
                <a:gd name="T74" fmla="*/ 0 w 38"/>
                <a:gd name="T75" fmla="*/ 8 h 33"/>
                <a:gd name="T76" fmla="*/ 0 w 38"/>
                <a:gd name="T77" fmla="*/ 0 h 33"/>
                <a:gd name="T78" fmla="*/ 0 w 38"/>
                <a:gd name="T79" fmla="*/ 0 h 33"/>
                <a:gd name="T80" fmla="*/ 0 w 38"/>
                <a:gd name="T81" fmla="*/ 0 h 33"/>
                <a:gd name="T82" fmla="*/ 15 w 38"/>
                <a:gd name="T83" fmla="*/ 0 h 33"/>
                <a:gd name="T84" fmla="*/ 15 w 38"/>
                <a:gd name="T85" fmla="*/ 0 h 33"/>
                <a:gd name="T86" fmla="*/ 15 w 38"/>
                <a:gd name="T87" fmla="*/ 0 h 33"/>
                <a:gd name="T88" fmla="*/ 23 w 38"/>
                <a:gd name="T89" fmla="*/ 0 h 33"/>
                <a:gd name="T90" fmla="*/ 23 w 38"/>
                <a:gd name="T91" fmla="*/ 0 h 33"/>
                <a:gd name="T92" fmla="*/ 30 w 38"/>
                <a:gd name="T93" fmla="*/ 0 h 33"/>
                <a:gd name="T94" fmla="*/ 38 w 38"/>
                <a:gd name="T95" fmla="*/ 8 h 33"/>
                <a:gd name="T96" fmla="*/ 30 w 38"/>
                <a:gd name="T97" fmla="*/ 16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33"/>
                <a:gd name="T149" fmla="*/ 38 w 38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33">
                  <a:moveTo>
                    <a:pt x="30" y="16"/>
                  </a:moveTo>
                  <a:lnTo>
                    <a:pt x="23" y="8"/>
                  </a:lnTo>
                  <a:lnTo>
                    <a:pt x="15" y="8"/>
                  </a:lnTo>
                  <a:lnTo>
                    <a:pt x="0" y="8"/>
                  </a:lnTo>
                  <a:lnTo>
                    <a:pt x="7" y="0"/>
                  </a:lnTo>
                  <a:lnTo>
                    <a:pt x="7" y="8"/>
                  </a:lnTo>
                  <a:lnTo>
                    <a:pt x="7" y="25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0" y="8"/>
                  </a:lnTo>
                  <a:lnTo>
                    <a:pt x="38" y="8"/>
                  </a:lnTo>
                  <a:lnTo>
                    <a:pt x="30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8"/>
                  </a:lnTo>
                  <a:lnTo>
                    <a:pt x="0" y="0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0" y="0"/>
                  </a:lnTo>
                  <a:lnTo>
                    <a:pt x="38" y="8"/>
                  </a:lnTo>
                  <a:lnTo>
                    <a:pt x="30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5" name="Freeform 193">
              <a:extLst>
                <a:ext uri="{FF2B5EF4-FFF2-40B4-BE49-F238E27FC236}">
                  <a16:creationId xmlns:a16="http://schemas.microsoft.com/office/drawing/2014/main" id="{2AD3B172-EC7D-A616-A6C2-533DC7F5FDB8}"/>
                </a:ext>
              </a:extLst>
            </p:cNvPr>
            <p:cNvSpPr>
              <a:spLocks/>
            </p:cNvSpPr>
            <p:nvPr/>
          </p:nvSpPr>
          <p:spPr bwMode="auto">
            <a:xfrm>
              <a:off x="2503" y="1464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6" name="Freeform 194">
              <a:extLst>
                <a:ext uri="{FF2B5EF4-FFF2-40B4-BE49-F238E27FC236}">
                  <a16:creationId xmlns:a16="http://schemas.microsoft.com/office/drawing/2014/main" id="{FEA1A08B-20F8-E347-FF76-828303E7DFC6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6" y="1703"/>
              <a:ext cx="23" cy="32"/>
            </a:xfrm>
            <a:custGeom>
              <a:avLst/>
              <a:gdLst>
                <a:gd name="T0" fmla="*/ 23 w 23"/>
                <a:gd name="T1" fmla="*/ 16 h 32"/>
                <a:gd name="T2" fmla="*/ 23 w 23"/>
                <a:gd name="T3" fmla="*/ 8 h 32"/>
                <a:gd name="T4" fmla="*/ 7 w 23"/>
                <a:gd name="T5" fmla="*/ 0 h 32"/>
                <a:gd name="T6" fmla="*/ 0 w 23"/>
                <a:gd name="T7" fmla="*/ 8 h 32"/>
                <a:gd name="T8" fmla="*/ 0 w 23"/>
                <a:gd name="T9" fmla="*/ 16 h 32"/>
                <a:gd name="T10" fmla="*/ 0 w 23"/>
                <a:gd name="T11" fmla="*/ 32 h 32"/>
                <a:gd name="T12" fmla="*/ 7 w 23"/>
                <a:gd name="T13" fmla="*/ 32 h 32"/>
                <a:gd name="T14" fmla="*/ 23 w 23"/>
                <a:gd name="T15" fmla="*/ 32 h 32"/>
                <a:gd name="T16" fmla="*/ 23 w 23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2"/>
                <a:gd name="T29" fmla="*/ 23 w 23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2">
                  <a:moveTo>
                    <a:pt x="23" y="16"/>
                  </a:moveTo>
                  <a:lnTo>
                    <a:pt x="23" y="8"/>
                  </a:lnTo>
                  <a:lnTo>
                    <a:pt x="7" y="0"/>
                  </a:lnTo>
                  <a:lnTo>
                    <a:pt x="0" y="8"/>
                  </a:lnTo>
                  <a:lnTo>
                    <a:pt x="0" y="16"/>
                  </a:lnTo>
                  <a:lnTo>
                    <a:pt x="0" y="32"/>
                  </a:lnTo>
                  <a:lnTo>
                    <a:pt x="7" y="32"/>
                  </a:lnTo>
                  <a:lnTo>
                    <a:pt x="23" y="32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7" name="Freeform 195">
              <a:extLst>
                <a:ext uri="{FF2B5EF4-FFF2-40B4-BE49-F238E27FC236}">
                  <a16:creationId xmlns:a16="http://schemas.microsoft.com/office/drawing/2014/main" id="{FFCE6974-EDC6-E9E1-ED23-83D69AC625A3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6" y="1703"/>
              <a:ext cx="31" cy="41"/>
            </a:xfrm>
            <a:custGeom>
              <a:avLst/>
              <a:gdLst>
                <a:gd name="T0" fmla="*/ 23 w 31"/>
                <a:gd name="T1" fmla="*/ 16 h 41"/>
                <a:gd name="T2" fmla="*/ 23 w 31"/>
                <a:gd name="T3" fmla="*/ 8 h 41"/>
                <a:gd name="T4" fmla="*/ 23 w 31"/>
                <a:gd name="T5" fmla="*/ 16 h 41"/>
                <a:gd name="T6" fmla="*/ 23 w 31"/>
                <a:gd name="T7" fmla="*/ 16 h 41"/>
                <a:gd name="T8" fmla="*/ 7 w 31"/>
                <a:gd name="T9" fmla="*/ 8 h 41"/>
                <a:gd name="T10" fmla="*/ 15 w 31"/>
                <a:gd name="T11" fmla="*/ 8 h 41"/>
                <a:gd name="T12" fmla="*/ 15 w 31"/>
                <a:gd name="T13" fmla="*/ 8 h 41"/>
                <a:gd name="T14" fmla="*/ 7 w 31"/>
                <a:gd name="T15" fmla="*/ 16 h 41"/>
                <a:gd name="T16" fmla="*/ 7 w 31"/>
                <a:gd name="T17" fmla="*/ 8 h 41"/>
                <a:gd name="T18" fmla="*/ 7 w 31"/>
                <a:gd name="T19" fmla="*/ 8 h 41"/>
                <a:gd name="T20" fmla="*/ 7 w 31"/>
                <a:gd name="T21" fmla="*/ 16 h 41"/>
                <a:gd name="T22" fmla="*/ 7 w 31"/>
                <a:gd name="T23" fmla="*/ 16 h 41"/>
                <a:gd name="T24" fmla="*/ 7 w 31"/>
                <a:gd name="T25" fmla="*/ 16 h 41"/>
                <a:gd name="T26" fmla="*/ 7 w 31"/>
                <a:gd name="T27" fmla="*/ 32 h 41"/>
                <a:gd name="T28" fmla="*/ 0 w 31"/>
                <a:gd name="T29" fmla="*/ 32 h 41"/>
                <a:gd name="T30" fmla="*/ 0 w 31"/>
                <a:gd name="T31" fmla="*/ 32 h 41"/>
                <a:gd name="T32" fmla="*/ 7 w 31"/>
                <a:gd name="T33" fmla="*/ 32 h 41"/>
                <a:gd name="T34" fmla="*/ 7 w 31"/>
                <a:gd name="T35" fmla="*/ 32 h 41"/>
                <a:gd name="T36" fmla="*/ 7 w 31"/>
                <a:gd name="T37" fmla="*/ 32 h 41"/>
                <a:gd name="T38" fmla="*/ 23 w 31"/>
                <a:gd name="T39" fmla="*/ 32 h 41"/>
                <a:gd name="T40" fmla="*/ 23 w 31"/>
                <a:gd name="T41" fmla="*/ 32 h 41"/>
                <a:gd name="T42" fmla="*/ 23 w 31"/>
                <a:gd name="T43" fmla="*/ 32 h 41"/>
                <a:gd name="T44" fmla="*/ 23 w 31"/>
                <a:gd name="T45" fmla="*/ 16 h 41"/>
                <a:gd name="T46" fmla="*/ 23 w 31"/>
                <a:gd name="T47" fmla="*/ 16 h 41"/>
                <a:gd name="T48" fmla="*/ 31 w 31"/>
                <a:gd name="T49" fmla="*/ 16 h 41"/>
                <a:gd name="T50" fmla="*/ 31 w 31"/>
                <a:gd name="T51" fmla="*/ 16 h 41"/>
                <a:gd name="T52" fmla="*/ 31 w 31"/>
                <a:gd name="T53" fmla="*/ 32 h 41"/>
                <a:gd name="T54" fmla="*/ 31 w 31"/>
                <a:gd name="T55" fmla="*/ 32 h 41"/>
                <a:gd name="T56" fmla="*/ 23 w 31"/>
                <a:gd name="T57" fmla="*/ 41 h 41"/>
                <a:gd name="T58" fmla="*/ 7 w 31"/>
                <a:gd name="T59" fmla="*/ 41 h 41"/>
                <a:gd name="T60" fmla="*/ 7 w 31"/>
                <a:gd name="T61" fmla="*/ 41 h 41"/>
                <a:gd name="T62" fmla="*/ 7 w 31"/>
                <a:gd name="T63" fmla="*/ 41 h 41"/>
                <a:gd name="T64" fmla="*/ 0 w 31"/>
                <a:gd name="T65" fmla="*/ 41 h 41"/>
                <a:gd name="T66" fmla="*/ 0 w 31"/>
                <a:gd name="T67" fmla="*/ 41 h 41"/>
                <a:gd name="T68" fmla="*/ 0 w 31"/>
                <a:gd name="T69" fmla="*/ 32 h 41"/>
                <a:gd name="T70" fmla="*/ 0 w 31"/>
                <a:gd name="T71" fmla="*/ 16 h 41"/>
                <a:gd name="T72" fmla="*/ 0 w 31"/>
                <a:gd name="T73" fmla="*/ 16 h 41"/>
                <a:gd name="T74" fmla="*/ 0 w 31"/>
                <a:gd name="T75" fmla="*/ 16 h 41"/>
                <a:gd name="T76" fmla="*/ 0 w 31"/>
                <a:gd name="T77" fmla="*/ 8 h 41"/>
                <a:gd name="T78" fmla="*/ 0 w 31"/>
                <a:gd name="T79" fmla="*/ 8 h 41"/>
                <a:gd name="T80" fmla="*/ 0 w 31"/>
                <a:gd name="T81" fmla="*/ 8 h 41"/>
                <a:gd name="T82" fmla="*/ 7 w 31"/>
                <a:gd name="T83" fmla="*/ 0 h 41"/>
                <a:gd name="T84" fmla="*/ 7 w 31"/>
                <a:gd name="T85" fmla="*/ 0 h 41"/>
                <a:gd name="T86" fmla="*/ 7 w 31"/>
                <a:gd name="T87" fmla="*/ 0 h 41"/>
                <a:gd name="T88" fmla="*/ 23 w 31"/>
                <a:gd name="T89" fmla="*/ 8 h 41"/>
                <a:gd name="T90" fmla="*/ 23 w 31"/>
                <a:gd name="T91" fmla="*/ 8 h 41"/>
                <a:gd name="T92" fmla="*/ 31 w 31"/>
                <a:gd name="T93" fmla="*/ 8 h 41"/>
                <a:gd name="T94" fmla="*/ 31 w 31"/>
                <a:gd name="T95" fmla="*/ 16 h 41"/>
                <a:gd name="T96" fmla="*/ 23 w 31"/>
                <a:gd name="T97" fmla="*/ 16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1"/>
                <a:gd name="T149" fmla="*/ 31 w 31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1">
                  <a:moveTo>
                    <a:pt x="23" y="16"/>
                  </a:moveTo>
                  <a:lnTo>
                    <a:pt x="23" y="8"/>
                  </a:lnTo>
                  <a:lnTo>
                    <a:pt x="23" y="16"/>
                  </a:lnTo>
                  <a:lnTo>
                    <a:pt x="7" y="8"/>
                  </a:lnTo>
                  <a:lnTo>
                    <a:pt x="15" y="8"/>
                  </a:lnTo>
                  <a:lnTo>
                    <a:pt x="7" y="16"/>
                  </a:lnTo>
                  <a:lnTo>
                    <a:pt x="7" y="8"/>
                  </a:lnTo>
                  <a:lnTo>
                    <a:pt x="7" y="16"/>
                  </a:lnTo>
                  <a:lnTo>
                    <a:pt x="7" y="32"/>
                  </a:lnTo>
                  <a:lnTo>
                    <a:pt x="0" y="32"/>
                  </a:lnTo>
                  <a:lnTo>
                    <a:pt x="7" y="32"/>
                  </a:lnTo>
                  <a:lnTo>
                    <a:pt x="23" y="32"/>
                  </a:lnTo>
                  <a:lnTo>
                    <a:pt x="23" y="16"/>
                  </a:lnTo>
                  <a:lnTo>
                    <a:pt x="31" y="16"/>
                  </a:lnTo>
                  <a:lnTo>
                    <a:pt x="31" y="32"/>
                  </a:lnTo>
                  <a:lnTo>
                    <a:pt x="23" y="41"/>
                  </a:lnTo>
                  <a:lnTo>
                    <a:pt x="7" y="41"/>
                  </a:lnTo>
                  <a:lnTo>
                    <a:pt x="0" y="41"/>
                  </a:lnTo>
                  <a:lnTo>
                    <a:pt x="0" y="32"/>
                  </a:lnTo>
                  <a:lnTo>
                    <a:pt x="0" y="16"/>
                  </a:lnTo>
                  <a:lnTo>
                    <a:pt x="0" y="8"/>
                  </a:lnTo>
                  <a:lnTo>
                    <a:pt x="7" y="0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16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8" name="Freeform 196">
              <a:extLst>
                <a:ext uri="{FF2B5EF4-FFF2-40B4-BE49-F238E27FC236}">
                  <a16:creationId xmlns:a16="http://schemas.microsoft.com/office/drawing/2014/main" id="{63DA21AD-597D-2869-8CCB-3DC3E01355F8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9" y="1719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9" name="Freeform 197">
              <a:extLst>
                <a:ext uri="{FF2B5EF4-FFF2-40B4-BE49-F238E27FC236}">
                  <a16:creationId xmlns:a16="http://schemas.microsoft.com/office/drawing/2014/main" id="{A06AEA7C-152D-8A5C-BAF5-231699496507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1" y="1703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23 w 31"/>
                <a:gd name="T3" fmla="*/ 8 h 32"/>
                <a:gd name="T4" fmla="*/ 15 w 31"/>
                <a:gd name="T5" fmla="*/ 0 h 32"/>
                <a:gd name="T6" fmla="*/ 7 w 31"/>
                <a:gd name="T7" fmla="*/ 8 h 32"/>
                <a:gd name="T8" fmla="*/ 0 w 31"/>
                <a:gd name="T9" fmla="*/ 16 h 32"/>
                <a:gd name="T10" fmla="*/ 7 w 31"/>
                <a:gd name="T11" fmla="*/ 32 h 32"/>
                <a:gd name="T12" fmla="*/ 15 w 31"/>
                <a:gd name="T13" fmla="*/ 32 h 32"/>
                <a:gd name="T14" fmla="*/ 23 w 31"/>
                <a:gd name="T15" fmla="*/ 32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7" y="8"/>
                  </a:lnTo>
                  <a:lnTo>
                    <a:pt x="0" y="16"/>
                  </a:lnTo>
                  <a:lnTo>
                    <a:pt x="7" y="32"/>
                  </a:lnTo>
                  <a:lnTo>
                    <a:pt x="15" y="32"/>
                  </a:lnTo>
                  <a:lnTo>
                    <a:pt x="23" y="32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0" name="Freeform 198">
              <a:extLst>
                <a:ext uri="{FF2B5EF4-FFF2-40B4-BE49-F238E27FC236}">
                  <a16:creationId xmlns:a16="http://schemas.microsoft.com/office/drawing/2014/main" id="{B96A3F45-BEB6-1714-AC66-34733B5BD81D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1" y="1703"/>
              <a:ext cx="38" cy="41"/>
            </a:xfrm>
            <a:custGeom>
              <a:avLst/>
              <a:gdLst>
                <a:gd name="T0" fmla="*/ 31 w 38"/>
                <a:gd name="T1" fmla="*/ 24 h 41"/>
                <a:gd name="T2" fmla="*/ 23 w 38"/>
                <a:gd name="T3" fmla="*/ 16 h 41"/>
                <a:gd name="T4" fmla="*/ 23 w 38"/>
                <a:gd name="T5" fmla="*/ 16 h 41"/>
                <a:gd name="T6" fmla="*/ 23 w 38"/>
                <a:gd name="T7" fmla="*/ 16 h 41"/>
                <a:gd name="T8" fmla="*/ 15 w 38"/>
                <a:gd name="T9" fmla="*/ 8 h 41"/>
                <a:gd name="T10" fmla="*/ 23 w 38"/>
                <a:gd name="T11" fmla="*/ 8 h 41"/>
                <a:gd name="T12" fmla="*/ 23 w 38"/>
                <a:gd name="T13" fmla="*/ 8 h 41"/>
                <a:gd name="T14" fmla="*/ 15 w 38"/>
                <a:gd name="T15" fmla="*/ 16 h 41"/>
                <a:gd name="T16" fmla="*/ 15 w 38"/>
                <a:gd name="T17" fmla="*/ 16 h 41"/>
                <a:gd name="T18" fmla="*/ 15 w 38"/>
                <a:gd name="T19" fmla="*/ 16 h 41"/>
                <a:gd name="T20" fmla="*/ 7 w 38"/>
                <a:gd name="T21" fmla="*/ 24 h 41"/>
                <a:gd name="T22" fmla="*/ 7 w 38"/>
                <a:gd name="T23" fmla="*/ 16 h 41"/>
                <a:gd name="T24" fmla="*/ 7 w 38"/>
                <a:gd name="T25" fmla="*/ 16 h 41"/>
                <a:gd name="T26" fmla="*/ 15 w 38"/>
                <a:gd name="T27" fmla="*/ 32 h 41"/>
                <a:gd name="T28" fmla="*/ 7 w 38"/>
                <a:gd name="T29" fmla="*/ 32 h 41"/>
                <a:gd name="T30" fmla="*/ 7 w 38"/>
                <a:gd name="T31" fmla="*/ 32 h 41"/>
                <a:gd name="T32" fmla="*/ 15 w 38"/>
                <a:gd name="T33" fmla="*/ 32 h 41"/>
                <a:gd name="T34" fmla="*/ 15 w 38"/>
                <a:gd name="T35" fmla="*/ 32 h 41"/>
                <a:gd name="T36" fmla="*/ 15 w 38"/>
                <a:gd name="T37" fmla="*/ 32 h 41"/>
                <a:gd name="T38" fmla="*/ 23 w 38"/>
                <a:gd name="T39" fmla="*/ 32 h 41"/>
                <a:gd name="T40" fmla="*/ 23 w 38"/>
                <a:gd name="T41" fmla="*/ 32 h 41"/>
                <a:gd name="T42" fmla="*/ 23 w 38"/>
                <a:gd name="T43" fmla="*/ 32 h 41"/>
                <a:gd name="T44" fmla="*/ 31 w 38"/>
                <a:gd name="T45" fmla="*/ 16 h 41"/>
                <a:gd name="T46" fmla="*/ 31 w 38"/>
                <a:gd name="T47" fmla="*/ 16 h 41"/>
                <a:gd name="T48" fmla="*/ 38 w 38"/>
                <a:gd name="T49" fmla="*/ 16 h 41"/>
                <a:gd name="T50" fmla="*/ 38 w 38"/>
                <a:gd name="T51" fmla="*/ 16 h 41"/>
                <a:gd name="T52" fmla="*/ 31 w 38"/>
                <a:gd name="T53" fmla="*/ 32 h 41"/>
                <a:gd name="T54" fmla="*/ 31 w 38"/>
                <a:gd name="T55" fmla="*/ 32 h 41"/>
                <a:gd name="T56" fmla="*/ 23 w 38"/>
                <a:gd name="T57" fmla="*/ 41 h 41"/>
                <a:gd name="T58" fmla="*/ 15 w 38"/>
                <a:gd name="T59" fmla="*/ 41 h 41"/>
                <a:gd name="T60" fmla="*/ 15 w 38"/>
                <a:gd name="T61" fmla="*/ 41 h 41"/>
                <a:gd name="T62" fmla="*/ 15 w 38"/>
                <a:gd name="T63" fmla="*/ 41 h 41"/>
                <a:gd name="T64" fmla="*/ 7 w 38"/>
                <a:gd name="T65" fmla="*/ 41 h 41"/>
                <a:gd name="T66" fmla="*/ 7 w 38"/>
                <a:gd name="T67" fmla="*/ 41 h 41"/>
                <a:gd name="T68" fmla="*/ 7 w 38"/>
                <a:gd name="T69" fmla="*/ 32 h 41"/>
                <a:gd name="T70" fmla="*/ 0 w 38"/>
                <a:gd name="T71" fmla="*/ 16 h 41"/>
                <a:gd name="T72" fmla="*/ 0 w 38"/>
                <a:gd name="T73" fmla="*/ 16 h 41"/>
                <a:gd name="T74" fmla="*/ 0 w 38"/>
                <a:gd name="T75" fmla="*/ 16 h 41"/>
                <a:gd name="T76" fmla="*/ 7 w 38"/>
                <a:gd name="T77" fmla="*/ 8 h 41"/>
                <a:gd name="T78" fmla="*/ 7 w 38"/>
                <a:gd name="T79" fmla="*/ 8 h 41"/>
                <a:gd name="T80" fmla="*/ 7 w 38"/>
                <a:gd name="T81" fmla="*/ 8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1 w 38"/>
                <a:gd name="T89" fmla="*/ 8 h 41"/>
                <a:gd name="T90" fmla="*/ 31 w 38"/>
                <a:gd name="T91" fmla="*/ 8 h 41"/>
                <a:gd name="T92" fmla="*/ 31 w 38"/>
                <a:gd name="T93" fmla="*/ 8 h 41"/>
                <a:gd name="T94" fmla="*/ 38 w 38"/>
                <a:gd name="T95" fmla="*/ 16 h 41"/>
                <a:gd name="T96" fmla="*/ 31 w 38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1" y="24"/>
                  </a:moveTo>
                  <a:lnTo>
                    <a:pt x="23" y="16"/>
                  </a:lnTo>
                  <a:lnTo>
                    <a:pt x="15" y="8"/>
                  </a:lnTo>
                  <a:lnTo>
                    <a:pt x="23" y="8"/>
                  </a:lnTo>
                  <a:lnTo>
                    <a:pt x="15" y="16"/>
                  </a:lnTo>
                  <a:lnTo>
                    <a:pt x="7" y="24"/>
                  </a:lnTo>
                  <a:lnTo>
                    <a:pt x="7" y="16"/>
                  </a:lnTo>
                  <a:lnTo>
                    <a:pt x="15" y="32"/>
                  </a:lnTo>
                  <a:lnTo>
                    <a:pt x="7" y="32"/>
                  </a:lnTo>
                  <a:lnTo>
                    <a:pt x="15" y="32"/>
                  </a:lnTo>
                  <a:lnTo>
                    <a:pt x="23" y="32"/>
                  </a:lnTo>
                  <a:lnTo>
                    <a:pt x="31" y="16"/>
                  </a:lnTo>
                  <a:lnTo>
                    <a:pt x="38" y="16"/>
                  </a:lnTo>
                  <a:lnTo>
                    <a:pt x="31" y="32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7" y="41"/>
                  </a:lnTo>
                  <a:lnTo>
                    <a:pt x="7" y="32"/>
                  </a:lnTo>
                  <a:lnTo>
                    <a:pt x="0" y="16"/>
                  </a:lnTo>
                  <a:lnTo>
                    <a:pt x="7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8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1" name="Freeform 199">
              <a:extLst>
                <a:ext uri="{FF2B5EF4-FFF2-40B4-BE49-F238E27FC236}">
                  <a16:creationId xmlns:a16="http://schemas.microsoft.com/office/drawing/2014/main" id="{D98517FD-B282-11EF-2608-9FD0FC35E3BC}"/>
                </a:ext>
              </a:extLst>
            </p:cNvPr>
            <p:cNvSpPr>
              <a:spLocks/>
            </p:cNvSpPr>
            <p:nvPr/>
          </p:nvSpPr>
          <p:spPr bwMode="auto">
            <a:xfrm>
              <a:off x="2272" y="1719"/>
              <a:ext cx="7" cy="8"/>
            </a:xfrm>
            <a:custGeom>
              <a:avLst/>
              <a:gdLst>
                <a:gd name="T0" fmla="*/ 0 w 7"/>
                <a:gd name="T1" fmla="*/ 0 h 8"/>
                <a:gd name="T2" fmla="*/ 0 w 7"/>
                <a:gd name="T3" fmla="*/ 0 h 8"/>
                <a:gd name="T4" fmla="*/ 0 w 7"/>
                <a:gd name="T5" fmla="*/ 8 h 8"/>
                <a:gd name="T6" fmla="*/ 7 w 7"/>
                <a:gd name="T7" fmla="*/ 0 h 8"/>
                <a:gd name="T8" fmla="*/ 7 w 7"/>
                <a:gd name="T9" fmla="*/ 0 h 8"/>
                <a:gd name="T10" fmla="*/ 7 w 7"/>
                <a:gd name="T11" fmla="*/ 0 h 8"/>
                <a:gd name="T12" fmla="*/ 0 w 7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8"/>
                <a:gd name="T23" fmla="*/ 7 w 7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7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2" name="Freeform 200">
              <a:extLst>
                <a:ext uri="{FF2B5EF4-FFF2-40B4-BE49-F238E27FC236}">
                  <a16:creationId xmlns:a16="http://schemas.microsoft.com/office/drawing/2014/main" id="{23EFC108-99B8-2AB8-1DE3-373068E181BF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859"/>
              <a:ext cx="30" cy="33"/>
            </a:xfrm>
            <a:custGeom>
              <a:avLst/>
              <a:gdLst>
                <a:gd name="T0" fmla="*/ 30 w 30"/>
                <a:gd name="T1" fmla="*/ 16 h 33"/>
                <a:gd name="T2" fmla="*/ 23 w 30"/>
                <a:gd name="T3" fmla="*/ 8 h 33"/>
                <a:gd name="T4" fmla="*/ 15 w 30"/>
                <a:gd name="T5" fmla="*/ 0 h 33"/>
                <a:gd name="T6" fmla="*/ 0 w 30"/>
                <a:gd name="T7" fmla="*/ 8 h 33"/>
                <a:gd name="T8" fmla="*/ 0 w 30"/>
                <a:gd name="T9" fmla="*/ 16 h 33"/>
                <a:gd name="T10" fmla="*/ 0 w 30"/>
                <a:gd name="T11" fmla="*/ 24 h 33"/>
                <a:gd name="T12" fmla="*/ 15 w 30"/>
                <a:gd name="T13" fmla="*/ 33 h 33"/>
                <a:gd name="T14" fmla="*/ 23 w 30"/>
                <a:gd name="T15" fmla="*/ 24 h 33"/>
                <a:gd name="T16" fmla="*/ 30 w 30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0"/>
                <a:gd name="T28" fmla="*/ 0 h 33"/>
                <a:gd name="T29" fmla="*/ 30 w 30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0" h="33">
                  <a:moveTo>
                    <a:pt x="30" y="16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0" y="8"/>
                  </a:lnTo>
                  <a:lnTo>
                    <a:pt x="0" y="16"/>
                  </a:lnTo>
                  <a:lnTo>
                    <a:pt x="0" y="24"/>
                  </a:lnTo>
                  <a:lnTo>
                    <a:pt x="15" y="33"/>
                  </a:lnTo>
                  <a:lnTo>
                    <a:pt x="23" y="24"/>
                  </a:lnTo>
                  <a:lnTo>
                    <a:pt x="30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3" name="Freeform 201">
              <a:extLst>
                <a:ext uri="{FF2B5EF4-FFF2-40B4-BE49-F238E27FC236}">
                  <a16:creationId xmlns:a16="http://schemas.microsoft.com/office/drawing/2014/main" id="{FD92DE10-19AC-95EC-F808-74B98E64B9DD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859"/>
              <a:ext cx="38" cy="41"/>
            </a:xfrm>
            <a:custGeom>
              <a:avLst/>
              <a:gdLst>
                <a:gd name="T0" fmla="*/ 30 w 38"/>
                <a:gd name="T1" fmla="*/ 24 h 41"/>
                <a:gd name="T2" fmla="*/ 23 w 38"/>
                <a:gd name="T3" fmla="*/ 16 h 41"/>
                <a:gd name="T4" fmla="*/ 23 w 38"/>
                <a:gd name="T5" fmla="*/ 16 h 41"/>
                <a:gd name="T6" fmla="*/ 23 w 38"/>
                <a:gd name="T7" fmla="*/ 16 h 41"/>
                <a:gd name="T8" fmla="*/ 15 w 38"/>
                <a:gd name="T9" fmla="*/ 8 h 41"/>
                <a:gd name="T10" fmla="*/ 15 w 38"/>
                <a:gd name="T11" fmla="*/ 8 h 41"/>
                <a:gd name="T12" fmla="*/ 15 w 38"/>
                <a:gd name="T13" fmla="*/ 8 h 41"/>
                <a:gd name="T14" fmla="*/ 0 w 38"/>
                <a:gd name="T15" fmla="*/ 16 h 41"/>
                <a:gd name="T16" fmla="*/ 7 w 38"/>
                <a:gd name="T17" fmla="*/ 8 h 41"/>
                <a:gd name="T18" fmla="*/ 7 w 38"/>
                <a:gd name="T19" fmla="*/ 8 h 41"/>
                <a:gd name="T20" fmla="*/ 7 w 38"/>
                <a:gd name="T21" fmla="*/ 16 h 41"/>
                <a:gd name="T22" fmla="*/ 7 w 38"/>
                <a:gd name="T23" fmla="*/ 16 h 41"/>
                <a:gd name="T24" fmla="*/ 7 w 38"/>
                <a:gd name="T25" fmla="*/ 16 h 41"/>
                <a:gd name="T26" fmla="*/ 7 w 38"/>
                <a:gd name="T27" fmla="*/ 24 h 41"/>
                <a:gd name="T28" fmla="*/ 0 w 38"/>
                <a:gd name="T29" fmla="*/ 24 h 41"/>
                <a:gd name="T30" fmla="*/ 0 w 38"/>
                <a:gd name="T31" fmla="*/ 24 h 41"/>
                <a:gd name="T32" fmla="*/ 15 w 38"/>
                <a:gd name="T33" fmla="*/ 33 h 41"/>
                <a:gd name="T34" fmla="*/ 15 w 38"/>
                <a:gd name="T35" fmla="*/ 33 h 41"/>
                <a:gd name="T36" fmla="*/ 15 w 38"/>
                <a:gd name="T37" fmla="*/ 33 h 41"/>
                <a:gd name="T38" fmla="*/ 23 w 38"/>
                <a:gd name="T39" fmla="*/ 24 h 41"/>
                <a:gd name="T40" fmla="*/ 23 w 38"/>
                <a:gd name="T41" fmla="*/ 24 h 41"/>
                <a:gd name="T42" fmla="*/ 23 w 38"/>
                <a:gd name="T43" fmla="*/ 24 h 41"/>
                <a:gd name="T44" fmla="*/ 30 w 38"/>
                <a:gd name="T45" fmla="*/ 16 h 41"/>
                <a:gd name="T46" fmla="*/ 30 w 38"/>
                <a:gd name="T47" fmla="*/ 16 h 41"/>
                <a:gd name="T48" fmla="*/ 38 w 38"/>
                <a:gd name="T49" fmla="*/ 24 h 41"/>
                <a:gd name="T50" fmla="*/ 38 w 38"/>
                <a:gd name="T51" fmla="*/ 24 h 41"/>
                <a:gd name="T52" fmla="*/ 30 w 38"/>
                <a:gd name="T53" fmla="*/ 33 h 41"/>
                <a:gd name="T54" fmla="*/ 30 w 38"/>
                <a:gd name="T55" fmla="*/ 33 h 41"/>
                <a:gd name="T56" fmla="*/ 30 w 38"/>
                <a:gd name="T57" fmla="*/ 33 h 41"/>
                <a:gd name="T58" fmla="*/ 23 w 38"/>
                <a:gd name="T59" fmla="*/ 41 h 41"/>
                <a:gd name="T60" fmla="*/ 23 w 38"/>
                <a:gd name="T61" fmla="*/ 41 h 41"/>
                <a:gd name="T62" fmla="*/ 15 w 38"/>
                <a:gd name="T63" fmla="*/ 41 h 41"/>
                <a:gd name="T64" fmla="*/ 0 w 38"/>
                <a:gd name="T65" fmla="*/ 33 h 41"/>
                <a:gd name="T66" fmla="*/ 0 w 38"/>
                <a:gd name="T67" fmla="*/ 33 h 41"/>
                <a:gd name="T68" fmla="*/ 0 w 38"/>
                <a:gd name="T69" fmla="*/ 24 h 41"/>
                <a:gd name="T70" fmla="*/ 0 w 38"/>
                <a:gd name="T71" fmla="*/ 16 h 41"/>
                <a:gd name="T72" fmla="*/ 0 w 38"/>
                <a:gd name="T73" fmla="*/ 16 h 41"/>
                <a:gd name="T74" fmla="*/ 0 w 38"/>
                <a:gd name="T75" fmla="*/ 16 h 41"/>
                <a:gd name="T76" fmla="*/ 0 w 38"/>
                <a:gd name="T77" fmla="*/ 8 h 41"/>
                <a:gd name="T78" fmla="*/ 0 w 38"/>
                <a:gd name="T79" fmla="*/ 8 h 41"/>
                <a:gd name="T80" fmla="*/ 0 w 38"/>
                <a:gd name="T81" fmla="*/ 8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0 w 38"/>
                <a:gd name="T89" fmla="*/ 8 h 41"/>
                <a:gd name="T90" fmla="*/ 30 w 38"/>
                <a:gd name="T91" fmla="*/ 8 h 41"/>
                <a:gd name="T92" fmla="*/ 30 w 38"/>
                <a:gd name="T93" fmla="*/ 8 h 41"/>
                <a:gd name="T94" fmla="*/ 38 w 38"/>
                <a:gd name="T95" fmla="*/ 16 h 41"/>
                <a:gd name="T96" fmla="*/ 30 w 38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0" y="24"/>
                  </a:moveTo>
                  <a:lnTo>
                    <a:pt x="23" y="16"/>
                  </a:lnTo>
                  <a:lnTo>
                    <a:pt x="15" y="8"/>
                  </a:lnTo>
                  <a:lnTo>
                    <a:pt x="0" y="16"/>
                  </a:lnTo>
                  <a:lnTo>
                    <a:pt x="7" y="8"/>
                  </a:lnTo>
                  <a:lnTo>
                    <a:pt x="7" y="16"/>
                  </a:lnTo>
                  <a:lnTo>
                    <a:pt x="7" y="24"/>
                  </a:lnTo>
                  <a:lnTo>
                    <a:pt x="0" y="24"/>
                  </a:lnTo>
                  <a:lnTo>
                    <a:pt x="15" y="33"/>
                  </a:lnTo>
                  <a:lnTo>
                    <a:pt x="23" y="24"/>
                  </a:lnTo>
                  <a:lnTo>
                    <a:pt x="30" y="16"/>
                  </a:lnTo>
                  <a:lnTo>
                    <a:pt x="38" y="24"/>
                  </a:lnTo>
                  <a:lnTo>
                    <a:pt x="30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0" y="33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0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0" y="8"/>
                  </a:lnTo>
                  <a:lnTo>
                    <a:pt x="38" y="16"/>
                  </a:lnTo>
                  <a:lnTo>
                    <a:pt x="30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4" name="Freeform 202">
              <a:extLst>
                <a:ext uri="{FF2B5EF4-FFF2-40B4-BE49-F238E27FC236}">
                  <a16:creationId xmlns:a16="http://schemas.microsoft.com/office/drawing/2014/main" id="{C81A697D-755F-F27E-3ACD-48182347DE2F}"/>
                </a:ext>
              </a:extLst>
            </p:cNvPr>
            <p:cNvSpPr>
              <a:spLocks/>
            </p:cNvSpPr>
            <p:nvPr/>
          </p:nvSpPr>
          <p:spPr bwMode="auto">
            <a:xfrm>
              <a:off x="2503" y="1875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5" name="Freeform 203">
              <a:extLst>
                <a:ext uri="{FF2B5EF4-FFF2-40B4-BE49-F238E27FC236}">
                  <a16:creationId xmlns:a16="http://schemas.microsoft.com/office/drawing/2014/main" id="{6B56EA4A-36B9-4D26-ECCE-9BA093BC1A2A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957"/>
              <a:ext cx="30" cy="33"/>
            </a:xfrm>
            <a:custGeom>
              <a:avLst/>
              <a:gdLst>
                <a:gd name="T0" fmla="*/ 30 w 30"/>
                <a:gd name="T1" fmla="*/ 17 h 33"/>
                <a:gd name="T2" fmla="*/ 23 w 30"/>
                <a:gd name="T3" fmla="*/ 9 h 33"/>
                <a:gd name="T4" fmla="*/ 15 w 30"/>
                <a:gd name="T5" fmla="*/ 0 h 33"/>
                <a:gd name="T6" fmla="*/ 0 w 30"/>
                <a:gd name="T7" fmla="*/ 9 h 33"/>
                <a:gd name="T8" fmla="*/ 0 w 30"/>
                <a:gd name="T9" fmla="*/ 17 h 33"/>
                <a:gd name="T10" fmla="*/ 0 w 30"/>
                <a:gd name="T11" fmla="*/ 33 h 33"/>
                <a:gd name="T12" fmla="*/ 15 w 30"/>
                <a:gd name="T13" fmla="*/ 33 h 33"/>
                <a:gd name="T14" fmla="*/ 23 w 30"/>
                <a:gd name="T15" fmla="*/ 33 h 33"/>
                <a:gd name="T16" fmla="*/ 30 w 30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0"/>
                <a:gd name="T28" fmla="*/ 0 h 33"/>
                <a:gd name="T29" fmla="*/ 30 w 30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0" h="33">
                  <a:moveTo>
                    <a:pt x="30" y="17"/>
                  </a:moveTo>
                  <a:lnTo>
                    <a:pt x="23" y="9"/>
                  </a:lnTo>
                  <a:lnTo>
                    <a:pt x="15" y="0"/>
                  </a:lnTo>
                  <a:lnTo>
                    <a:pt x="0" y="9"/>
                  </a:lnTo>
                  <a:lnTo>
                    <a:pt x="0" y="17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0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6" name="Freeform 204">
              <a:extLst>
                <a:ext uri="{FF2B5EF4-FFF2-40B4-BE49-F238E27FC236}">
                  <a16:creationId xmlns:a16="http://schemas.microsoft.com/office/drawing/2014/main" id="{9B4E1D77-29E7-CAAF-5E4E-08BC14AA0D1B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957"/>
              <a:ext cx="38" cy="41"/>
            </a:xfrm>
            <a:custGeom>
              <a:avLst/>
              <a:gdLst>
                <a:gd name="T0" fmla="*/ 30 w 38"/>
                <a:gd name="T1" fmla="*/ 25 h 41"/>
                <a:gd name="T2" fmla="*/ 23 w 38"/>
                <a:gd name="T3" fmla="*/ 17 h 41"/>
                <a:gd name="T4" fmla="*/ 23 w 38"/>
                <a:gd name="T5" fmla="*/ 17 h 41"/>
                <a:gd name="T6" fmla="*/ 23 w 38"/>
                <a:gd name="T7" fmla="*/ 17 h 41"/>
                <a:gd name="T8" fmla="*/ 15 w 38"/>
                <a:gd name="T9" fmla="*/ 9 h 41"/>
                <a:gd name="T10" fmla="*/ 15 w 38"/>
                <a:gd name="T11" fmla="*/ 9 h 41"/>
                <a:gd name="T12" fmla="*/ 15 w 38"/>
                <a:gd name="T13" fmla="*/ 9 h 41"/>
                <a:gd name="T14" fmla="*/ 0 w 38"/>
                <a:gd name="T15" fmla="*/ 17 h 41"/>
                <a:gd name="T16" fmla="*/ 7 w 38"/>
                <a:gd name="T17" fmla="*/ 9 h 41"/>
                <a:gd name="T18" fmla="*/ 7 w 38"/>
                <a:gd name="T19" fmla="*/ 9 h 41"/>
                <a:gd name="T20" fmla="*/ 7 w 38"/>
                <a:gd name="T21" fmla="*/ 17 h 41"/>
                <a:gd name="T22" fmla="*/ 7 w 38"/>
                <a:gd name="T23" fmla="*/ 17 h 41"/>
                <a:gd name="T24" fmla="*/ 7 w 38"/>
                <a:gd name="T25" fmla="*/ 17 h 41"/>
                <a:gd name="T26" fmla="*/ 7 w 38"/>
                <a:gd name="T27" fmla="*/ 33 h 41"/>
                <a:gd name="T28" fmla="*/ 0 w 38"/>
                <a:gd name="T29" fmla="*/ 33 h 41"/>
                <a:gd name="T30" fmla="*/ 0 w 38"/>
                <a:gd name="T31" fmla="*/ 33 h 41"/>
                <a:gd name="T32" fmla="*/ 15 w 38"/>
                <a:gd name="T33" fmla="*/ 33 h 41"/>
                <a:gd name="T34" fmla="*/ 15 w 38"/>
                <a:gd name="T35" fmla="*/ 33 h 41"/>
                <a:gd name="T36" fmla="*/ 15 w 38"/>
                <a:gd name="T37" fmla="*/ 33 h 41"/>
                <a:gd name="T38" fmla="*/ 23 w 38"/>
                <a:gd name="T39" fmla="*/ 33 h 41"/>
                <a:gd name="T40" fmla="*/ 23 w 38"/>
                <a:gd name="T41" fmla="*/ 33 h 41"/>
                <a:gd name="T42" fmla="*/ 23 w 38"/>
                <a:gd name="T43" fmla="*/ 33 h 41"/>
                <a:gd name="T44" fmla="*/ 30 w 38"/>
                <a:gd name="T45" fmla="*/ 17 h 41"/>
                <a:gd name="T46" fmla="*/ 30 w 38"/>
                <a:gd name="T47" fmla="*/ 17 h 41"/>
                <a:gd name="T48" fmla="*/ 38 w 38"/>
                <a:gd name="T49" fmla="*/ 17 h 41"/>
                <a:gd name="T50" fmla="*/ 38 w 38"/>
                <a:gd name="T51" fmla="*/ 17 h 41"/>
                <a:gd name="T52" fmla="*/ 30 w 38"/>
                <a:gd name="T53" fmla="*/ 33 h 41"/>
                <a:gd name="T54" fmla="*/ 30 w 38"/>
                <a:gd name="T55" fmla="*/ 33 h 41"/>
                <a:gd name="T56" fmla="*/ 23 w 38"/>
                <a:gd name="T57" fmla="*/ 41 h 41"/>
                <a:gd name="T58" fmla="*/ 15 w 38"/>
                <a:gd name="T59" fmla="*/ 41 h 41"/>
                <a:gd name="T60" fmla="*/ 15 w 38"/>
                <a:gd name="T61" fmla="*/ 41 h 41"/>
                <a:gd name="T62" fmla="*/ 15 w 38"/>
                <a:gd name="T63" fmla="*/ 41 h 41"/>
                <a:gd name="T64" fmla="*/ 0 w 38"/>
                <a:gd name="T65" fmla="*/ 41 h 41"/>
                <a:gd name="T66" fmla="*/ 0 w 38"/>
                <a:gd name="T67" fmla="*/ 41 h 41"/>
                <a:gd name="T68" fmla="*/ 0 w 38"/>
                <a:gd name="T69" fmla="*/ 33 h 41"/>
                <a:gd name="T70" fmla="*/ 0 w 38"/>
                <a:gd name="T71" fmla="*/ 17 h 41"/>
                <a:gd name="T72" fmla="*/ 0 w 38"/>
                <a:gd name="T73" fmla="*/ 17 h 41"/>
                <a:gd name="T74" fmla="*/ 0 w 38"/>
                <a:gd name="T75" fmla="*/ 17 h 41"/>
                <a:gd name="T76" fmla="*/ 0 w 38"/>
                <a:gd name="T77" fmla="*/ 9 h 41"/>
                <a:gd name="T78" fmla="*/ 0 w 38"/>
                <a:gd name="T79" fmla="*/ 9 h 41"/>
                <a:gd name="T80" fmla="*/ 0 w 38"/>
                <a:gd name="T81" fmla="*/ 9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0 w 38"/>
                <a:gd name="T89" fmla="*/ 9 h 41"/>
                <a:gd name="T90" fmla="*/ 30 w 38"/>
                <a:gd name="T91" fmla="*/ 9 h 41"/>
                <a:gd name="T92" fmla="*/ 30 w 38"/>
                <a:gd name="T93" fmla="*/ 9 h 41"/>
                <a:gd name="T94" fmla="*/ 38 w 38"/>
                <a:gd name="T95" fmla="*/ 17 h 41"/>
                <a:gd name="T96" fmla="*/ 30 w 38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0" y="25"/>
                  </a:moveTo>
                  <a:lnTo>
                    <a:pt x="23" y="17"/>
                  </a:lnTo>
                  <a:lnTo>
                    <a:pt x="15" y="9"/>
                  </a:lnTo>
                  <a:lnTo>
                    <a:pt x="0" y="17"/>
                  </a:lnTo>
                  <a:lnTo>
                    <a:pt x="7" y="9"/>
                  </a:lnTo>
                  <a:lnTo>
                    <a:pt x="7" y="17"/>
                  </a:lnTo>
                  <a:lnTo>
                    <a:pt x="7" y="33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0" y="17"/>
                  </a:lnTo>
                  <a:lnTo>
                    <a:pt x="38" y="17"/>
                  </a:lnTo>
                  <a:lnTo>
                    <a:pt x="30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0" y="41"/>
                  </a:lnTo>
                  <a:lnTo>
                    <a:pt x="0" y="33"/>
                  </a:lnTo>
                  <a:lnTo>
                    <a:pt x="0" y="17"/>
                  </a:lnTo>
                  <a:lnTo>
                    <a:pt x="0" y="9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0" y="9"/>
                  </a:lnTo>
                  <a:lnTo>
                    <a:pt x="38" y="17"/>
                  </a:lnTo>
                  <a:lnTo>
                    <a:pt x="30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7" name="Freeform 205">
              <a:extLst>
                <a:ext uri="{FF2B5EF4-FFF2-40B4-BE49-F238E27FC236}">
                  <a16:creationId xmlns:a16="http://schemas.microsoft.com/office/drawing/2014/main" id="{232C4E4D-742E-BEC8-F143-930601BE4A66}"/>
                </a:ext>
              </a:extLst>
            </p:cNvPr>
            <p:cNvSpPr>
              <a:spLocks/>
            </p:cNvSpPr>
            <p:nvPr/>
          </p:nvSpPr>
          <p:spPr bwMode="auto">
            <a:xfrm>
              <a:off x="2503" y="1974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8" name="Freeform 206">
              <a:extLst>
                <a:ext uri="{FF2B5EF4-FFF2-40B4-BE49-F238E27FC236}">
                  <a16:creationId xmlns:a16="http://schemas.microsoft.com/office/drawing/2014/main" id="{6A759CD7-0DAC-7F10-DF99-F114B6208089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6" y="2114"/>
              <a:ext cx="23" cy="32"/>
            </a:xfrm>
            <a:custGeom>
              <a:avLst/>
              <a:gdLst>
                <a:gd name="T0" fmla="*/ 23 w 23"/>
                <a:gd name="T1" fmla="*/ 16 h 32"/>
                <a:gd name="T2" fmla="*/ 23 w 23"/>
                <a:gd name="T3" fmla="*/ 8 h 32"/>
                <a:gd name="T4" fmla="*/ 7 w 23"/>
                <a:gd name="T5" fmla="*/ 0 h 32"/>
                <a:gd name="T6" fmla="*/ 0 w 23"/>
                <a:gd name="T7" fmla="*/ 8 h 32"/>
                <a:gd name="T8" fmla="*/ 0 w 23"/>
                <a:gd name="T9" fmla="*/ 16 h 32"/>
                <a:gd name="T10" fmla="*/ 0 w 23"/>
                <a:gd name="T11" fmla="*/ 24 h 32"/>
                <a:gd name="T12" fmla="*/ 7 w 23"/>
                <a:gd name="T13" fmla="*/ 32 h 32"/>
                <a:gd name="T14" fmla="*/ 23 w 23"/>
                <a:gd name="T15" fmla="*/ 24 h 32"/>
                <a:gd name="T16" fmla="*/ 23 w 23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2"/>
                <a:gd name="T29" fmla="*/ 23 w 23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2">
                  <a:moveTo>
                    <a:pt x="23" y="16"/>
                  </a:moveTo>
                  <a:lnTo>
                    <a:pt x="23" y="8"/>
                  </a:lnTo>
                  <a:lnTo>
                    <a:pt x="7" y="0"/>
                  </a:lnTo>
                  <a:lnTo>
                    <a:pt x="0" y="8"/>
                  </a:lnTo>
                  <a:lnTo>
                    <a:pt x="0" y="16"/>
                  </a:lnTo>
                  <a:lnTo>
                    <a:pt x="0" y="24"/>
                  </a:lnTo>
                  <a:lnTo>
                    <a:pt x="7" y="32"/>
                  </a:lnTo>
                  <a:lnTo>
                    <a:pt x="23" y="24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9" name="Freeform 207">
              <a:extLst>
                <a:ext uri="{FF2B5EF4-FFF2-40B4-BE49-F238E27FC236}">
                  <a16:creationId xmlns:a16="http://schemas.microsoft.com/office/drawing/2014/main" id="{DC02D0CB-0465-CAD9-7BFC-3E6D78607C4A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6" y="2114"/>
              <a:ext cx="31" cy="41"/>
            </a:xfrm>
            <a:custGeom>
              <a:avLst/>
              <a:gdLst>
                <a:gd name="T0" fmla="*/ 23 w 31"/>
                <a:gd name="T1" fmla="*/ 16 h 41"/>
                <a:gd name="T2" fmla="*/ 23 w 31"/>
                <a:gd name="T3" fmla="*/ 8 h 41"/>
                <a:gd name="T4" fmla="*/ 23 w 31"/>
                <a:gd name="T5" fmla="*/ 16 h 41"/>
                <a:gd name="T6" fmla="*/ 23 w 31"/>
                <a:gd name="T7" fmla="*/ 16 h 41"/>
                <a:gd name="T8" fmla="*/ 7 w 31"/>
                <a:gd name="T9" fmla="*/ 8 h 41"/>
                <a:gd name="T10" fmla="*/ 15 w 31"/>
                <a:gd name="T11" fmla="*/ 8 h 41"/>
                <a:gd name="T12" fmla="*/ 15 w 31"/>
                <a:gd name="T13" fmla="*/ 8 h 41"/>
                <a:gd name="T14" fmla="*/ 7 w 31"/>
                <a:gd name="T15" fmla="*/ 16 h 41"/>
                <a:gd name="T16" fmla="*/ 7 w 31"/>
                <a:gd name="T17" fmla="*/ 8 h 41"/>
                <a:gd name="T18" fmla="*/ 7 w 31"/>
                <a:gd name="T19" fmla="*/ 8 h 41"/>
                <a:gd name="T20" fmla="*/ 7 w 31"/>
                <a:gd name="T21" fmla="*/ 16 h 41"/>
                <a:gd name="T22" fmla="*/ 7 w 31"/>
                <a:gd name="T23" fmla="*/ 16 h 41"/>
                <a:gd name="T24" fmla="*/ 7 w 31"/>
                <a:gd name="T25" fmla="*/ 16 h 41"/>
                <a:gd name="T26" fmla="*/ 7 w 31"/>
                <a:gd name="T27" fmla="*/ 24 h 41"/>
                <a:gd name="T28" fmla="*/ 7 w 31"/>
                <a:gd name="T29" fmla="*/ 24 h 41"/>
                <a:gd name="T30" fmla="*/ 7 w 31"/>
                <a:gd name="T31" fmla="*/ 24 h 41"/>
                <a:gd name="T32" fmla="*/ 15 w 31"/>
                <a:gd name="T33" fmla="*/ 32 h 41"/>
                <a:gd name="T34" fmla="*/ 7 w 31"/>
                <a:gd name="T35" fmla="*/ 32 h 41"/>
                <a:gd name="T36" fmla="*/ 7 w 31"/>
                <a:gd name="T37" fmla="*/ 32 h 41"/>
                <a:gd name="T38" fmla="*/ 23 w 31"/>
                <a:gd name="T39" fmla="*/ 24 h 41"/>
                <a:gd name="T40" fmla="*/ 23 w 31"/>
                <a:gd name="T41" fmla="*/ 24 h 41"/>
                <a:gd name="T42" fmla="*/ 23 w 31"/>
                <a:gd name="T43" fmla="*/ 24 h 41"/>
                <a:gd name="T44" fmla="*/ 23 w 31"/>
                <a:gd name="T45" fmla="*/ 16 h 41"/>
                <a:gd name="T46" fmla="*/ 23 w 31"/>
                <a:gd name="T47" fmla="*/ 16 h 41"/>
                <a:gd name="T48" fmla="*/ 31 w 31"/>
                <a:gd name="T49" fmla="*/ 16 h 41"/>
                <a:gd name="T50" fmla="*/ 31 w 31"/>
                <a:gd name="T51" fmla="*/ 16 h 41"/>
                <a:gd name="T52" fmla="*/ 31 w 31"/>
                <a:gd name="T53" fmla="*/ 24 h 41"/>
                <a:gd name="T54" fmla="*/ 31 w 31"/>
                <a:gd name="T55" fmla="*/ 24 h 41"/>
                <a:gd name="T56" fmla="*/ 23 w 31"/>
                <a:gd name="T57" fmla="*/ 32 h 41"/>
                <a:gd name="T58" fmla="*/ 7 w 31"/>
                <a:gd name="T59" fmla="*/ 41 h 41"/>
                <a:gd name="T60" fmla="*/ 7 w 31"/>
                <a:gd name="T61" fmla="*/ 41 h 41"/>
                <a:gd name="T62" fmla="*/ 7 w 31"/>
                <a:gd name="T63" fmla="*/ 41 h 41"/>
                <a:gd name="T64" fmla="*/ 0 w 31"/>
                <a:gd name="T65" fmla="*/ 32 h 41"/>
                <a:gd name="T66" fmla="*/ 0 w 31"/>
                <a:gd name="T67" fmla="*/ 32 h 41"/>
                <a:gd name="T68" fmla="*/ 0 w 31"/>
                <a:gd name="T69" fmla="*/ 24 h 41"/>
                <a:gd name="T70" fmla="*/ 0 w 31"/>
                <a:gd name="T71" fmla="*/ 16 h 41"/>
                <a:gd name="T72" fmla="*/ 0 w 31"/>
                <a:gd name="T73" fmla="*/ 16 h 41"/>
                <a:gd name="T74" fmla="*/ 0 w 31"/>
                <a:gd name="T75" fmla="*/ 16 h 41"/>
                <a:gd name="T76" fmla="*/ 0 w 31"/>
                <a:gd name="T77" fmla="*/ 8 h 41"/>
                <a:gd name="T78" fmla="*/ 0 w 31"/>
                <a:gd name="T79" fmla="*/ 8 h 41"/>
                <a:gd name="T80" fmla="*/ 0 w 31"/>
                <a:gd name="T81" fmla="*/ 8 h 41"/>
                <a:gd name="T82" fmla="*/ 7 w 31"/>
                <a:gd name="T83" fmla="*/ 0 h 41"/>
                <a:gd name="T84" fmla="*/ 7 w 31"/>
                <a:gd name="T85" fmla="*/ 0 h 41"/>
                <a:gd name="T86" fmla="*/ 7 w 31"/>
                <a:gd name="T87" fmla="*/ 0 h 41"/>
                <a:gd name="T88" fmla="*/ 23 w 31"/>
                <a:gd name="T89" fmla="*/ 8 h 41"/>
                <a:gd name="T90" fmla="*/ 23 w 31"/>
                <a:gd name="T91" fmla="*/ 8 h 41"/>
                <a:gd name="T92" fmla="*/ 31 w 31"/>
                <a:gd name="T93" fmla="*/ 8 h 41"/>
                <a:gd name="T94" fmla="*/ 31 w 31"/>
                <a:gd name="T95" fmla="*/ 16 h 41"/>
                <a:gd name="T96" fmla="*/ 23 w 31"/>
                <a:gd name="T97" fmla="*/ 16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1"/>
                <a:gd name="T149" fmla="*/ 31 w 31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1">
                  <a:moveTo>
                    <a:pt x="23" y="16"/>
                  </a:moveTo>
                  <a:lnTo>
                    <a:pt x="23" y="8"/>
                  </a:lnTo>
                  <a:lnTo>
                    <a:pt x="23" y="16"/>
                  </a:lnTo>
                  <a:lnTo>
                    <a:pt x="7" y="8"/>
                  </a:lnTo>
                  <a:lnTo>
                    <a:pt x="15" y="8"/>
                  </a:lnTo>
                  <a:lnTo>
                    <a:pt x="7" y="16"/>
                  </a:lnTo>
                  <a:lnTo>
                    <a:pt x="7" y="8"/>
                  </a:lnTo>
                  <a:lnTo>
                    <a:pt x="7" y="16"/>
                  </a:lnTo>
                  <a:lnTo>
                    <a:pt x="7" y="24"/>
                  </a:lnTo>
                  <a:lnTo>
                    <a:pt x="15" y="32"/>
                  </a:lnTo>
                  <a:lnTo>
                    <a:pt x="7" y="32"/>
                  </a:lnTo>
                  <a:lnTo>
                    <a:pt x="23" y="24"/>
                  </a:lnTo>
                  <a:lnTo>
                    <a:pt x="23" y="16"/>
                  </a:lnTo>
                  <a:lnTo>
                    <a:pt x="31" y="16"/>
                  </a:lnTo>
                  <a:lnTo>
                    <a:pt x="31" y="24"/>
                  </a:lnTo>
                  <a:lnTo>
                    <a:pt x="23" y="32"/>
                  </a:lnTo>
                  <a:lnTo>
                    <a:pt x="7" y="41"/>
                  </a:lnTo>
                  <a:lnTo>
                    <a:pt x="0" y="32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0" y="8"/>
                  </a:lnTo>
                  <a:lnTo>
                    <a:pt x="7" y="0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16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00" name="Freeform 208">
              <a:extLst>
                <a:ext uri="{FF2B5EF4-FFF2-40B4-BE49-F238E27FC236}">
                  <a16:creationId xmlns:a16="http://schemas.microsoft.com/office/drawing/2014/main" id="{033A03F4-BF92-D02A-E8D3-B690A6B7E153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9" y="2130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01" name="Freeform 209">
              <a:extLst>
                <a:ext uri="{FF2B5EF4-FFF2-40B4-BE49-F238E27FC236}">
                  <a16:creationId xmlns:a16="http://schemas.microsoft.com/office/drawing/2014/main" id="{A8786CDB-8D44-7AAA-B2F3-3498C1B5E21E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1" y="2114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23 w 31"/>
                <a:gd name="T3" fmla="*/ 8 h 32"/>
                <a:gd name="T4" fmla="*/ 15 w 31"/>
                <a:gd name="T5" fmla="*/ 0 h 32"/>
                <a:gd name="T6" fmla="*/ 7 w 31"/>
                <a:gd name="T7" fmla="*/ 8 h 32"/>
                <a:gd name="T8" fmla="*/ 0 w 31"/>
                <a:gd name="T9" fmla="*/ 16 h 32"/>
                <a:gd name="T10" fmla="*/ 7 w 31"/>
                <a:gd name="T11" fmla="*/ 24 h 32"/>
                <a:gd name="T12" fmla="*/ 15 w 31"/>
                <a:gd name="T13" fmla="*/ 32 h 32"/>
                <a:gd name="T14" fmla="*/ 23 w 31"/>
                <a:gd name="T15" fmla="*/ 24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7" y="8"/>
                  </a:lnTo>
                  <a:lnTo>
                    <a:pt x="0" y="16"/>
                  </a:lnTo>
                  <a:lnTo>
                    <a:pt x="7" y="24"/>
                  </a:lnTo>
                  <a:lnTo>
                    <a:pt x="15" y="32"/>
                  </a:lnTo>
                  <a:lnTo>
                    <a:pt x="23" y="24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02" name="Freeform 210">
              <a:extLst>
                <a:ext uri="{FF2B5EF4-FFF2-40B4-BE49-F238E27FC236}">
                  <a16:creationId xmlns:a16="http://schemas.microsoft.com/office/drawing/2014/main" id="{766A9ED1-BF32-C5A4-3CED-9CB8EC2F8DD6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1" y="2114"/>
              <a:ext cx="38" cy="41"/>
            </a:xfrm>
            <a:custGeom>
              <a:avLst/>
              <a:gdLst>
                <a:gd name="T0" fmla="*/ 31 w 38"/>
                <a:gd name="T1" fmla="*/ 24 h 41"/>
                <a:gd name="T2" fmla="*/ 23 w 38"/>
                <a:gd name="T3" fmla="*/ 16 h 41"/>
                <a:gd name="T4" fmla="*/ 23 w 38"/>
                <a:gd name="T5" fmla="*/ 16 h 41"/>
                <a:gd name="T6" fmla="*/ 23 w 38"/>
                <a:gd name="T7" fmla="*/ 16 h 41"/>
                <a:gd name="T8" fmla="*/ 15 w 38"/>
                <a:gd name="T9" fmla="*/ 8 h 41"/>
                <a:gd name="T10" fmla="*/ 23 w 38"/>
                <a:gd name="T11" fmla="*/ 8 h 41"/>
                <a:gd name="T12" fmla="*/ 23 w 38"/>
                <a:gd name="T13" fmla="*/ 8 h 41"/>
                <a:gd name="T14" fmla="*/ 15 w 38"/>
                <a:gd name="T15" fmla="*/ 16 h 41"/>
                <a:gd name="T16" fmla="*/ 15 w 38"/>
                <a:gd name="T17" fmla="*/ 16 h 41"/>
                <a:gd name="T18" fmla="*/ 15 w 38"/>
                <a:gd name="T19" fmla="*/ 16 h 41"/>
                <a:gd name="T20" fmla="*/ 7 w 38"/>
                <a:gd name="T21" fmla="*/ 24 h 41"/>
                <a:gd name="T22" fmla="*/ 7 w 38"/>
                <a:gd name="T23" fmla="*/ 16 h 41"/>
                <a:gd name="T24" fmla="*/ 7 w 38"/>
                <a:gd name="T25" fmla="*/ 16 h 41"/>
                <a:gd name="T26" fmla="*/ 15 w 38"/>
                <a:gd name="T27" fmla="*/ 24 h 41"/>
                <a:gd name="T28" fmla="*/ 15 w 38"/>
                <a:gd name="T29" fmla="*/ 24 h 41"/>
                <a:gd name="T30" fmla="*/ 15 w 38"/>
                <a:gd name="T31" fmla="*/ 24 h 41"/>
                <a:gd name="T32" fmla="*/ 23 w 38"/>
                <a:gd name="T33" fmla="*/ 32 h 41"/>
                <a:gd name="T34" fmla="*/ 15 w 38"/>
                <a:gd name="T35" fmla="*/ 32 h 41"/>
                <a:gd name="T36" fmla="*/ 15 w 38"/>
                <a:gd name="T37" fmla="*/ 32 h 41"/>
                <a:gd name="T38" fmla="*/ 23 w 38"/>
                <a:gd name="T39" fmla="*/ 24 h 41"/>
                <a:gd name="T40" fmla="*/ 23 w 38"/>
                <a:gd name="T41" fmla="*/ 24 h 41"/>
                <a:gd name="T42" fmla="*/ 23 w 38"/>
                <a:gd name="T43" fmla="*/ 24 h 41"/>
                <a:gd name="T44" fmla="*/ 31 w 38"/>
                <a:gd name="T45" fmla="*/ 16 h 41"/>
                <a:gd name="T46" fmla="*/ 31 w 38"/>
                <a:gd name="T47" fmla="*/ 16 h 41"/>
                <a:gd name="T48" fmla="*/ 38 w 38"/>
                <a:gd name="T49" fmla="*/ 24 h 41"/>
                <a:gd name="T50" fmla="*/ 38 w 38"/>
                <a:gd name="T51" fmla="*/ 24 h 41"/>
                <a:gd name="T52" fmla="*/ 31 w 38"/>
                <a:gd name="T53" fmla="*/ 32 h 41"/>
                <a:gd name="T54" fmla="*/ 31 w 38"/>
                <a:gd name="T55" fmla="*/ 32 h 41"/>
                <a:gd name="T56" fmla="*/ 31 w 38"/>
                <a:gd name="T57" fmla="*/ 32 h 41"/>
                <a:gd name="T58" fmla="*/ 23 w 38"/>
                <a:gd name="T59" fmla="*/ 41 h 41"/>
                <a:gd name="T60" fmla="*/ 23 w 38"/>
                <a:gd name="T61" fmla="*/ 41 h 41"/>
                <a:gd name="T62" fmla="*/ 15 w 38"/>
                <a:gd name="T63" fmla="*/ 41 h 41"/>
                <a:gd name="T64" fmla="*/ 7 w 38"/>
                <a:gd name="T65" fmla="*/ 32 h 41"/>
                <a:gd name="T66" fmla="*/ 7 w 38"/>
                <a:gd name="T67" fmla="*/ 32 h 41"/>
                <a:gd name="T68" fmla="*/ 7 w 38"/>
                <a:gd name="T69" fmla="*/ 32 h 41"/>
                <a:gd name="T70" fmla="*/ 0 w 38"/>
                <a:gd name="T71" fmla="*/ 24 h 41"/>
                <a:gd name="T72" fmla="*/ 0 w 38"/>
                <a:gd name="T73" fmla="*/ 24 h 41"/>
                <a:gd name="T74" fmla="*/ 0 w 38"/>
                <a:gd name="T75" fmla="*/ 16 h 41"/>
                <a:gd name="T76" fmla="*/ 7 w 38"/>
                <a:gd name="T77" fmla="*/ 8 h 41"/>
                <a:gd name="T78" fmla="*/ 7 w 38"/>
                <a:gd name="T79" fmla="*/ 8 h 41"/>
                <a:gd name="T80" fmla="*/ 7 w 38"/>
                <a:gd name="T81" fmla="*/ 8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1 w 38"/>
                <a:gd name="T89" fmla="*/ 8 h 41"/>
                <a:gd name="T90" fmla="*/ 31 w 38"/>
                <a:gd name="T91" fmla="*/ 8 h 41"/>
                <a:gd name="T92" fmla="*/ 31 w 38"/>
                <a:gd name="T93" fmla="*/ 8 h 41"/>
                <a:gd name="T94" fmla="*/ 38 w 38"/>
                <a:gd name="T95" fmla="*/ 16 h 41"/>
                <a:gd name="T96" fmla="*/ 31 w 38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1" y="24"/>
                  </a:moveTo>
                  <a:lnTo>
                    <a:pt x="23" y="16"/>
                  </a:lnTo>
                  <a:lnTo>
                    <a:pt x="15" y="8"/>
                  </a:lnTo>
                  <a:lnTo>
                    <a:pt x="23" y="8"/>
                  </a:lnTo>
                  <a:lnTo>
                    <a:pt x="15" y="16"/>
                  </a:lnTo>
                  <a:lnTo>
                    <a:pt x="7" y="24"/>
                  </a:lnTo>
                  <a:lnTo>
                    <a:pt x="7" y="16"/>
                  </a:lnTo>
                  <a:lnTo>
                    <a:pt x="15" y="24"/>
                  </a:lnTo>
                  <a:lnTo>
                    <a:pt x="23" y="32"/>
                  </a:lnTo>
                  <a:lnTo>
                    <a:pt x="15" y="32"/>
                  </a:lnTo>
                  <a:lnTo>
                    <a:pt x="23" y="24"/>
                  </a:lnTo>
                  <a:lnTo>
                    <a:pt x="31" y="16"/>
                  </a:lnTo>
                  <a:lnTo>
                    <a:pt x="38" y="24"/>
                  </a:lnTo>
                  <a:lnTo>
                    <a:pt x="31" y="32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7" y="32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7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8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03" name="Freeform 211">
              <a:extLst>
                <a:ext uri="{FF2B5EF4-FFF2-40B4-BE49-F238E27FC236}">
                  <a16:creationId xmlns:a16="http://schemas.microsoft.com/office/drawing/2014/main" id="{4BB4E9C3-5654-C2A4-5820-65C982102BEF}"/>
                </a:ext>
              </a:extLst>
            </p:cNvPr>
            <p:cNvSpPr>
              <a:spLocks/>
            </p:cNvSpPr>
            <p:nvPr/>
          </p:nvSpPr>
          <p:spPr bwMode="auto">
            <a:xfrm>
              <a:off x="2272" y="2130"/>
              <a:ext cx="7" cy="8"/>
            </a:xfrm>
            <a:custGeom>
              <a:avLst/>
              <a:gdLst>
                <a:gd name="T0" fmla="*/ 0 w 7"/>
                <a:gd name="T1" fmla="*/ 0 h 8"/>
                <a:gd name="T2" fmla="*/ 0 w 7"/>
                <a:gd name="T3" fmla="*/ 0 h 8"/>
                <a:gd name="T4" fmla="*/ 0 w 7"/>
                <a:gd name="T5" fmla="*/ 8 h 8"/>
                <a:gd name="T6" fmla="*/ 7 w 7"/>
                <a:gd name="T7" fmla="*/ 0 h 8"/>
                <a:gd name="T8" fmla="*/ 7 w 7"/>
                <a:gd name="T9" fmla="*/ 8 h 8"/>
                <a:gd name="T10" fmla="*/ 7 w 7"/>
                <a:gd name="T11" fmla="*/ 8 h 8"/>
                <a:gd name="T12" fmla="*/ 0 w 7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8"/>
                <a:gd name="T23" fmla="*/ 7 w 7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7" y="0"/>
                  </a:lnTo>
                  <a:lnTo>
                    <a:pt x="7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04" name="Freeform 212">
              <a:extLst>
                <a:ext uri="{FF2B5EF4-FFF2-40B4-BE49-F238E27FC236}">
                  <a16:creationId xmlns:a16="http://schemas.microsoft.com/office/drawing/2014/main" id="{4D4879CC-DA32-0181-341C-2503A7C49F5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859"/>
              <a:ext cx="31" cy="33"/>
            </a:xfrm>
            <a:custGeom>
              <a:avLst/>
              <a:gdLst>
                <a:gd name="T0" fmla="*/ 31 w 31"/>
                <a:gd name="T1" fmla="*/ 16 h 33"/>
                <a:gd name="T2" fmla="*/ 23 w 31"/>
                <a:gd name="T3" fmla="*/ 8 h 33"/>
                <a:gd name="T4" fmla="*/ 15 w 31"/>
                <a:gd name="T5" fmla="*/ 0 h 33"/>
                <a:gd name="T6" fmla="*/ 8 w 31"/>
                <a:gd name="T7" fmla="*/ 8 h 33"/>
                <a:gd name="T8" fmla="*/ 0 w 31"/>
                <a:gd name="T9" fmla="*/ 16 h 33"/>
                <a:gd name="T10" fmla="*/ 8 w 31"/>
                <a:gd name="T11" fmla="*/ 24 h 33"/>
                <a:gd name="T12" fmla="*/ 15 w 31"/>
                <a:gd name="T13" fmla="*/ 33 h 33"/>
                <a:gd name="T14" fmla="*/ 23 w 31"/>
                <a:gd name="T15" fmla="*/ 24 h 33"/>
                <a:gd name="T16" fmla="*/ 31 w 31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6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24"/>
                  </a:lnTo>
                  <a:lnTo>
                    <a:pt x="15" y="33"/>
                  </a:lnTo>
                  <a:lnTo>
                    <a:pt x="23" y="24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05" name="Freeform 213">
              <a:extLst>
                <a:ext uri="{FF2B5EF4-FFF2-40B4-BE49-F238E27FC236}">
                  <a16:creationId xmlns:a16="http://schemas.microsoft.com/office/drawing/2014/main" id="{C5F165AE-FE7A-FE2E-E567-A62E52A8309B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859"/>
              <a:ext cx="38" cy="41"/>
            </a:xfrm>
            <a:custGeom>
              <a:avLst/>
              <a:gdLst>
                <a:gd name="T0" fmla="*/ 31 w 38"/>
                <a:gd name="T1" fmla="*/ 24 h 41"/>
                <a:gd name="T2" fmla="*/ 23 w 38"/>
                <a:gd name="T3" fmla="*/ 16 h 41"/>
                <a:gd name="T4" fmla="*/ 23 w 38"/>
                <a:gd name="T5" fmla="*/ 16 h 41"/>
                <a:gd name="T6" fmla="*/ 23 w 38"/>
                <a:gd name="T7" fmla="*/ 16 h 41"/>
                <a:gd name="T8" fmla="*/ 15 w 38"/>
                <a:gd name="T9" fmla="*/ 8 h 41"/>
                <a:gd name="T10" fmla="*/ 23 w 38"/>
                <a:gd name="T11" fmla="*/ 8 h 41"/>
                <a:gd name="T12" fmla="*/ 23 w 38"/>
                <a:gd name="T13" fmla="*/ 8 h 41"/>
                <a:gd name="T14" fmla="*/ 15 w 38"/>
                <a:gd name="T15" fmla="*/ 16 h 41"/>
                <a:gd name="T16" fmla="*/ 15 w 38"/>
                <a:gd name="T17" fmla="*/ 16 h 41"/>
                <a:gd name="T18" fmla="*/ 15 w 38"/>
                <a:gd name="T19" fmla="*/ 16 h 41"/>
                <a:gd name="T20" fmla="*/ 8 w 38"/>
                <a:gd name="T21" fmla="*/ 24 h 41"/>
                <a:gd name="T22" fmla="*/ 8 w 38"/>
                <a:gd name="T23" fmla="*/ 16 h 41"/>
                <a:gd name="T24" fmla="*/ 8 w 38"/>
                <a:gd name="T25" fmla="*/ 16 h 41"/>
                <a:gd name="T26" fmla="*/ 15 w 38"/>
                <a:gd name="T27" fmla="*/ 24 h 41"/>
                <a:gd name="T28" fmla="*/ 15 w 38"/>
                <a:gd name="T29" fmla="*/ 24 h 41"/>
                <a:gd name="T30" fmla="*/ 15 w 38"/>
                <a:gd name="T31" fmla="*/ 24 h 41"/>
                <a:gd name="T32" fmla="*/ 23 w 38"/>
                <a:gd name="T33" fmla="*/ 33 h 41"/>
                <a:gd name="T34" fmla="*/ 15 w 38"/>
                <a:gd name="T35" fmla="*/ 33 h 41"/>
                <a:gd name="T36" fmla="*/ 15 w 38"/>
                <a:gd name="T37" fmla="*/ 33 h 41"/>
                <a:gd name="T38" fmla="*/ 23 w 38"/>
                <a:gd name="T39" fmla="*/ 24 h 41"/>
                <a:gd name="T40" fmla="*/ 23 w 38"/>
                <a:gd name="T41" fmla="*/ 24 h 41"/>
                <a:gd name="T42" fmla="*/ 23 w 38"/>
                <a:gd name="T43" fmla="*/ 24 h 41"/>
                <a:gd name="T44" fmla="*/ 31 w 38"/>
                <a:gd name="T45" fmla="*/ 16 h 41"/>
                <a:gd name="T46" fmla="*/ 31 w 38"/>
                <a:gd name="T47" fmla="*/ 16 h 41"/>
                <a:gd name="T48" fmla="*/ 38 w 38"/>
                <a:gd name="T49" fmla="*/ 24 h 41"/>
                <a:gd name="T50" fmla="*/ 38 w 38"/>
                <a:gd name="T51" fmla="*/ 24 h 41"/>
                <a:gd name="T52" fmla="*/ 31 w 38"/>
                <a:gd name="T53" fmla="*/ 33 h 41"/>
                <a:gd name="T54" fmla="*/ 31 w 38"/>
                <a:gd name="T55" fmla="*/ 33 h 41"/>
                <a:gd name="T56" fmla="*/ 31 w 38"/>
                <a:gd name="T57" fmla="*/ 33 h 41"/>
                <a:gd name="T58" fmla="*/ 23 w 38"/>
                <a:gd name="T59" fmla="*/ 41 h 41"/>
                <a:gd name="T60" fmla="*/ 23 w 38"/>
                <a:gd name="T61" fmla="*/ 41 h 41"/>
                <a:gd name="T62" fmla="*/ 15 w 38"/>
                <a:gd name="T63" fmla="*/ 41 h 41"/>
                <a:gd name="T64" fmla="*/ 8 w 38"/>
                <a:gd name="T65" fmla="*/ 33 h 41"/>
                <a:gd name="T66" fmla="*/ 8 w 38"/>
                <a:gd name="T67" fmla="*/ 33 h 41"/>
                <a:gd name="T68" fmla="*/ 8 w 38"/>
                <a:gd name="T69" fmla="*/ 33 h 41"/>
                <a:gd name="T70" fmla="*/ 0 w 38"/>
                <a:gd name="T71" fmla="*/ 24 h 41"/>
                <a:gd name="T72" fmla="*/ 0 w 38"/>
                <a:gd name="T73" fmla="*/ 24 h 41"/>
                <a:gd name="T74" fmla="*/ 0 w 38"/>
                <a:gd name="T75" fmla="*/ 16 h 41"/>
                <a:gd name="T76" fmla="*/ 8 w 38"/>
                <a:gd name="T77" fmla="*/ 8 h 41"/>
                <a:gd name="T78" fmla="*/ 8 w 38"/>
                <a:gd name="T79" fmla="*/ 8 h 41"/>
                <a:gd name="T80" fmla="*/ 8 w 38"/>
                <a:gd name="T81" fmla="*/ 8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1 w 38"/>
                <a:gd name="T89" fmla="*/ 8 h 41"/>
                <a:gd name="T90" fmla="*/ 31 w 38"/>
                <a:gd name="T91" fmla="*/ 8 h 41"/>
                <a:gd name="T92" fmla="*/ 31 w 38"/>
                <a:gd name="T93" fmla="*/ 8 h 41"/>
                <a:gd name="T94" fmla="*/ 38 w 38"/>
                <a:gd name="T95" fmla="*/ 16 h 41"/>
                <a:gd name="T96" fmla="*/ 31 w 38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1" y="24"/>
                  </a:moveTo>
                  <a:lnTo>
                    <a:pt x="23" y="16"/>
                  </a:lnTo>
                  <a:lnTo>
                    <a:pt x="15" y="8"/>
                  </a:lnTo>
                  <a:lnTo>
                    <a:pt x="23" y="8"/>
                  </a:lnTo>
                  <a:lnTo>
                    <a:pt x="15" y="16"/>
                  </a:lnTo>
                  <a:lnTo>
                    <a:pt x="8" y="24"/>
                  </a:lnTo>
                  <a:lnTo>
                    <a:pt x="8" y="16"/>
                  </a:lnTo>
                  <a:lnTo>
                    <a:pt x="15" y="24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23" y="24"/>
                  </a:lnTo>
                  <a:lnTo>
                    <a:pt x="31" y="16"/>
                  </a:lnTo>
                  <a:lnTo>
                    <a:pt x="38" y="24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8" y="33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8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06" name="Freeform 214">
              <a:extLst>
                <a:ext uri="{FF2B5EF4-FFF2-40B4-BE49-F238E27FC236}">
                  <a16:creationId xmlns:a16="http://schemas.microsoft.com/office/drawing/2014/main" id="{08471E98-D37D-3798-E0C7-0DD1F6A88165}"/>
                </a:ext>
              </a:extLst>
            </p:cNvPr>
            <p:cNvSpPr>
              <a:spLocks/>
            </p:cNvSpPr>
            <p:nvPr/>
          </p:nvSpPr>
          <p:spPr bwMode="auto">
            <a:xfrm>
              <a:off x="2125" y="1875"/>
              <a:ext cx="7" cy="8"/>
            </a:xfrm>
            <a:custGeom>
              <a:avLst/>
              <a:gdLst>
                <a:gd name="T0" fmla="*/ 0 w 7"/>
                <a:gd name="T1" fmla="*/ 0 h 8"/>
                <a:gd name="T2" fmla="*/ 0 w 7"/>
                <a:gd name="T3" fmla="*/ 0 h 8"/>
                <a:gd name="T4" fmla="*/ 0 w 7"/>
                <a:gd name="T5" fmla="*/ 8 h 8"/>
                <a:gd name="T6" fmla="*/ 7 w 7"/>
                <a:gd name="T7" fmla="*/ 0 h 8"/>
                <a:gd name="T8" fmla="*/ 7 w 7"/>
                <a:gd name="T9" fmla="*/ 8 h 8"/>
                <a:gd name="T10" fmla="*/ 7 w 7"/>
                <a:gd name="T11" fmla="*/ 8 h 8"/>
                <a:gd name="T12" fmla="*/ 0 w 7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8"/>
                <a:gd name="T23" fmla="*/ 7 w 7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7" y="0"/>
                  </a:lnTo>
                  <a:lnTo>
                    <a:pt x="7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07" name="Rectangle 215">
              <a:extLst>
                <a:ext uri="{FF2B5EF4-FFF2-40B4-BE49-F238E27FC236}">
                  <a16:creationId xmlns:a16="http://schemas.microsoft.com/office/drawing/2014/main" id="{44E234E6-764B-2FDD-C420-9665C142CC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7" y="996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4108" name="Rectangle 216">
              <a:extLst>
                <a:ext uri="{FF2B5EF4-FFF2-40B4-BE49-F238E27FC236}">
                  <a16:creationId xmlns:a16="http://schemas.microsoft.com/office/drawing/2014/main" id="{DF431946-BFCA-97AE-3037-2840D2445B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8" y="996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4109" name="Rectangle 217">
              <a:extLst>
                <a:ext uri="{FF2B5EF4-FFF2-40B4-BE49-F238E27FC236}">
                  <a16:creationId xmlns:a16="http://schemas.microsoft.com/office/drawing/2014/main" id="{F293CB40-E612-F491-2411-678F8A6127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67" y="996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4110" name="Rectangle 218">
              <a:extLst>
                <a:ext uri="{FF2B5EF4-FFF2-40B4-BE49-F238E27FC236}">
                  <a16:creationId xmlns:a16="http://schemas.microsoft.com/office/drawing/2014/main" id="{9B9E2F19-23F9-9D01-84FA-2AFCF5507C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7" y="1415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4111" name="Rectangle 219">
              <a:extLst>
                <a:ext uri="{FF2B5EF4-FFF2-40B4-BE49-F238E27FC236}">
                  <a16:creationId xmlns:a16="http://schemas.microsoft.com/office/drawing/2014/main" id="{6D3A6E36-B168-241E-C0F3-B85426386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67" y="1415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4112" name="Rectangle 220">
              <a:extLst>
                <a:ext uri="{FF2B5EF4-FFF2-40B4-BE49-F238E27FC236}">
                  <a16:creationId xmlns:a16="http://schemas.microsoft.com/office/drawing/2014/main" id="{AD55F7C7-143B-56D2-CB18-A07E854DE4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7" y="1834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4113" name="Rectangle 221">
              <a:extLst>
                <a:ext uri="{FF2B5EF4-FFF2-40B4-BE49-F238E27FC236}">
                  <a16:creationId xmlns:a16="http://schemas.microsoft.com/office/drawing/2014/main" id="{9DA6F1E2-00E4-1986-494A-F4BF03FAF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8" y="1834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4114" name="Rectangle 222">
              <a:extLst>
                <a:ext uri="{FF2B5EF4-FFF2-40B4-BE49-F238E27FC236}">
                  <a16:creationId xmlns:a16="http://schemas.microsoft.com/office/drawing/2014/main" id="{CF5CF7CC-67B9-60D0-9F2E-51B9BB9C97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67" y="1834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4115" name="Freeform 223">
              <a:extLst>
                <a:ext uri="{FF2B5EF4-FFF2-40B4-BE49-F238E27FC236}">
                  <a16:creationId xmlns:a16="http://schemas.microsoft.com/office/drawing/2014/main" id="{02353BB8-6976-9FE0-A9EB-18B6CB405FA0}"/>
                </a:ext>
              </a:extLst>
            </p:cNvPr>
            <p:cNvSpPr>
              <a:spLocks/>
            </p:cNvSpPr>
            <p:nvPr/>
          </p:nvSpPr>
          <p:spPr bwMode="auto">
            <a:xfrm>
              <a:off x="3377" y="864"/>
              <a:ext cx="31" cy="33"/>
            </a:xfrm>
            <a:custGeom>
              <a:avLst/>
              <a:gdLst>
                <a:gd name="T0" fmla="*/ 31 w 31"/>
                <a:gd name="T1" fmla="*/ 16 h 33"/>
                <a:gd name="T2" fmla="*/ 23 w 31"/>
                <a:gd name="T3" fmla="*/ 8 h 33"/>
                <a:gd name="T4" fmla="*/ 15 w 31"/>
                <a:gd name="T5" fmla="*/ 0 h 33"/>
                <a:gd name="T6" fmla="*/ 0 w 31"/>
                <a:gd name="T7" fmla="*/ 8 h 33"/>
                <a:gd name="T8" fmla="*/ 0 w 31"/>
                <a:gd name="T9" fmla="*/ 16 h 33"/>
                <a:gd name="T10" fmla="*/ 0 w 31"/>
                <a:gd name="T11" fmla="*/ 25 h 33"/>
                <a:gd name="T12" fmla="*/ 15 w 31"/>
                <a:gd name="T13" fmla="*/ 33 h 33"/>
                <a:gd name="T14" fmla="*/ 23 w 31"/>
                <a:gd name="T15" fmla="*/ 25 h 33"/>
                <a:gd name="T16" fmla="*/ 31 w 31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6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0" y="8"/>
                  </a:lnTo>
                  <a:lnTo>
                    <a:pt x="0" y="16"/>
                  </a:lnTo>
                  <a:lnTo>
                    <a:pt x="0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16" name="Freeform 224">
              <a:extLst>
                <a:ext uri="{FF2B5EF4-FFF2-40B4-BE49-F238E27FC236}">
                  <a16:creationId xmlns:a16="http://schemas.microsoft.com/office/drawing/2014/main" id="{15966BE6-3DA7-94AA-1FA6-1FECCC4DFE9A}"/>
                </a:ext>
              </a:extLst>
            </p:cNvPr>
            <p:cNvSpPr>
              <a:spLocks/>
            </p:cNvSpPr>
            <p:nvPr/>
          </p:nvSpPr>
          <p:spPr bwMode="auto">
            <a:xfrm>
              <a:off x="3377" y="864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5 w 39"/>
                <a:gd name="T9" fmla="*/ 8 h 41"/>
                <a:gd name="T10" fmla="*/ 15 w 39"/>
                <a:gd name="T11" fmla="*/ 8 h 41"/>
                <a:gd name="T12" fmla="*/ 15 w 39"/>
                <a:gd name="T13" fmla="*/ 8 h 41"/>
                <a:gd name="T14" fmla="*/ 0 w 39"/>
                <a:gd name="T15" fmla="*/ 16 h 41"/>
                <a:gd name="T16" fmla="*/ 8 w 39"/>
                <a:gd name="T17" fmla="*/ 8 h 41"/>
                <a:gd name="T18" fmla="*/ 8 w 39"/>
                <a:gd name="T19" fmla="*/ 8 h 41"/>
                <a:gd name="T20" fmla="*/ 8 w 39"/>
                <a:gd name="T21" fmla="*/ 16 h 41"/>
                <a:gd name="T22" fmla="*/ 8 w 39"/>
                <a:gd name="T23" fmla="*/ 16 h 41"/>
                <a:gd name="T24" fmla="*/ 8 w 39"/>
                <a:gd name="T25" fmla="*/ 16 h 41"/>
                <a:gd name="T26" fmla="*/ 8 w 39"/>
                <a:gd name="T27" fmla="*/ 25 h 41"/>
                <a:gd name="T28" fmla="*/ 0 w 39"/>
                <a:gd name="T29" fmla="*/ 25 h 41"/>
                <a:gd name="T30" fmla="*/ 0 w 39"/>
                <a:gd name="T31" fmla="*/ 25 h 41"/>
                <a:gd name="T32" fmla="*/ 15 w 39"/>
                <a:gd name="T33" fmla="*/ 33 h 41"/>
                <a:gd name="T34" fmla="*/ 15 w 39"/>
                <a:gd name="T35" fmla="*/ 33 h 41"/>
                <a:gd name="T36" fmla="*/ 15 w 39"/>
                <a:gd name="T37" fmla="*/ 33 h 41"/>
                <a:gd name="T38" fmla="*/ 23 w 39"/>
                <a:gd name="T39" fmla="*/ 25 h 41"/>
                <a:gd name="T40" fmla="*/ 23 w 39"/>
                <a:gd name="T41" fmla="*/ 25 h 41"/>
                <a:gd name="T42" fmla="*/ 23 w 39"/>
                <a:gd name="T43" fmla="*/ 25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25 h 41"/>
                <a:gd name="T50" fmla="*/ 39 w 39"/>
                <a:gd name="T51" fmla="*/ 25 h 41"/>
                <a:gd name="T52" fmla="*/ 31 w 39"/>
                <a:gd name="T53" fmla="*/ 33 h 41"/>
                <a:gd name="T54" fmla="*/ 31 w 39"/>
                <a:gd name="T55" fmla="*/ 33 h 41"/>
                <a:gd name="T56" fmla="*/ 31 w 39"/>
                <a:gd name="T57" fmla="*/ 33 h 41"/>
                <a:gd name="T58" fmla="*/ 23 w 39"/>
                <a:gd name="T59" fmla="*/ 41 h 41"/>
                <a:gd name="T60" fmla="*/ 23 w 39"/>
                <a:gd name="T61" fmla="*/ 41 h 41"/>
                <a:gd name="T62" fmla="*/ 15 w 39"/>
                <a:gd name="T63" fmla="*/ 41 h 41"/>
                <a:gd name="T64" fmla="*/ 0 w 39"/>
                <a:gd name="T65" fmla="*/ 33 h 41"/>
                <a:gd name="T66" fmla="*/ 0 w 39"/>
                <a:gd name="T67" fmla="*/ 33 h 41"/>
                <a:gd name="T68" fmla="*/ 0 w 39"/>
                <a:gd name="T69" fmla="*/ 25 h 41"/>
                <a:gd name="T70" fmla="*/ 0 w 39"/>
                <a:gd name="T71" fmla="*/ 16 h 41"/>
                <a:gd name="T72" fmla="*/ 0 w 39"/>
                <a:gd name="T73" fmla="*/ 16 h 41"/>
                <a:gd name="T74" fmla="*/ 0 w 39"/>
                <a:gd name="T75" fmla="*/ 16 h 41"/>
                <a:gd name="T76" fmla="*/ 0 w 39"/>
                <a:gd name="T77" fmla="*/ 8 h 41"/>
                <a:gd name="T78" fmla="*/ 0 w 39"/>
                <a:gd name="T79" fmla="*/ 8 h 41"/>
                <a:gd name="T80" fmla="*/ 0 w 39"/>
                <a:gd name="T81" fmla="*/ 8 h 41"/>
                <a:gd name="T82" fmla="*/ 15 w 39"/>
                <a:gd name="T83" fmla="*/ 0 h 41"/>
                <a:gd name="T84" fmla="*/ 15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6"/>
                  </a:lnTo>
                  <a:lnTo>
                    <a:pt x="15" y="8"/>
                  </a:lnTo>
                  <a:lnTo>
                    <a:pt x="0" y="16"/>
                  </a:lnTo>
                  <a:lnTo>
                    <a:pt x="8" y="8"/>
                  </a:lnTo>
                  <a:lnTo>
                    <a:pt x="8" y="16"/>
                  </a:lnTo>
                  <a:lnTo>
                    <a:pt x="8" y="25"/>
                  </a:lnTo>
                  <a:lnTo>
                    <a:pt x="0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6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16"/>
                  </a:lnTo>
                  <a:lnTo>
                    <a:pt x="0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17" name="Freeform 225">
              <a:extLst>
                <a:ext uri="{FF2B5EF4-FFF2-40B4-BE49-F238E27FC236}">
                  <a16:creationId xmlns:a16="http://schemas.microsoft.com/office/drawing/2014/main" id="{A16FDCA3-301A-F132-28BB-C9A0A586262A}"/>
                </a:ext>
              </a:extLst>
            </p:cNvPr>
            <p:cNvSpPr>
              <a:spLocks/>
            </p:cNvSpPr>
            <p:nvPr/>
          </p:nvSpPr>
          <p:spPr bwMode="auto">
            <a:xfrm>
              <a:off x="3408" y="880"/>
              <a:ext cx="8" cy="9"/>
            </a:xfrm>
            <a:custGeom>
              <a:avLst/>
              <a:gdLst>
                <a:gd name="T0" fmla="*/ 0 w 8"/>
                <a:gd name="T1" fmla="*/ 0 h 9"/>
                <a:gd name="T2" fmla="*/ 0 w 8"/>
                <a:gd name="T3" fmla="*/ 0 h 9"/>
                <a:gd name="T4" fmla="*/ 0 w 8"/>
                <a:gd name="T5" fmla="*/ 9 h 9"/>
                <a:gd name="T6" fmla="*/ 8 w 8"/>
                <a:gd name="T7" fmla="*/ 0 h 9"/>
                <a:gd name="T8" fmla="*/ 8 w 8"/>
                <a:gd name="T9" fmla="*/ 9 h 9"/>
                <a:gd name="T10" fmla="*/ 8 w 8"/>
                <a:gd name="T11" fmla="*/ 9 h 9"/>
                <a:gd name="T12" fmla="*/ 0 w 8"/>
                <a:gd name="T13" fmla="*/ 0 h 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9"/>
                <a:gd name="T23" fmla="*/ 8 w 8"/>
                <a:gd name="T24" fmla="*/ 9 h 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9">
                  <a:moveTo>
                    <a:pt x="0" y="0"/>
                  </a:moveTo>
                  <a:lnTo>
                    <a:pt x="0" y="0"/>
                  </a:lnTo>
                  <a:lnTo>
                    <a:pt x="0" y="9"/>
                  </a:lnTo>
                  <a:lnTo>
                    <a:pt x="8" y="0"/>
                  </a:lnTo>
                  <a:lnTo>
                    <a:pt x="8" y="9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18" name="Freeform 226">
              <a:extLst>
                <a:ext uri="{FF2B5EF4-FFF2-40B4-BE49-F238E27FC236}">
                  <a16:creationId xmlns:a16="http://schemas.microsoft.com/office/drawing/2014/main" id="{BC2C7EB6-A32B-0C82-7A4C-B28909B62246}"/>
                </a:ext>
              </a:extLst>
            </p:cNvPr>
            <p:cNvSpPr>
              <a:spLocks/>
            </p:cNvSpPr>
            <p:nvPr/>
          </p:nvSpPr>
          <p:spPr bwMode="auto">
            <a:xfrm>
              <a:off x="3300" y="864"/>
              <a:ext cx="23" cy="33"/>
            </a:xfrm>
            <a:custGeom>
              <a:avLst/>
              <a:gdLst>
                <a:gd name="T0" fmla="*/ 23 w 23"/>
                <a:gd name="T1" fmla="*/ 16 h 33"/>
                <a:gd name="T2" fmla="*/ 23 w 23"/>
                <a:gd name="T3" fmla="*/ 8 h 33"/>
                <a:gd name="T4" fmla="*/ 7 w 23"/>
                <a:gd name="T5" fmla="*/ 0 h 33"/>
                <a:gd name="T6" fmla="*/ 0 w 23"/>
                <a:gd name="T7" fmla="*/ 8 h 33"/>
                <a:gd name="T8" fmla="*/ 0 w 23"/>
                <a:gd name="T9" fmla="*/ 16 h 33"/>
                <a:gd name="T10" fmla="*/ 0 w 23"/>
                <a:gd name="T11" fmla="*/ 25 h 33"/>
                <a:gd name="T12" fmla="*/ 7 w 23"/>
                <a:gd name="T13" fmla="*/ 33 h 33"/>
                <a:gd name="T14" fmla="*/ 23 w 23"/>
                <a:gd name="T15" fmla="*/ 25 h 33"/>
                <a:gd name="T16" fmla="*/ 23 w 23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3"/>
                <a:gd name="T29" fmla="*/ 23 w 23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3">
                  <a:moveTo>
                    <a:pt x="23" y="16"/>
                  </a:moveTo>
                  <a:lnTo>
                    <a:pt x="23" y="8"/>
                  </a:lnTo>
                  <a:lnTo>
                    <a:pt x="7" y="0"/>
                  </a:lnTo>
                  <a:lnTo>
                    <a:pt x="0" y="8"/>
                  </a:lnTo>
                  <a:lnTo>
                    <a:pt x="0" y="16"/>
                  </a:lnTo>
                  <a:lnTo>
                    <a:pt x="0" y="25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19" name="Freeform 227">
              <a:extLst>
                <a:ext uri="{FF2B5EF4-FFF2-40B4-BE49-F238E27FC236}">
                  <a16:creationId xmlns:a16="http://schemas.microsoft.com/office/drawing/2014/main" id="{FEF55C41-A3AF-AA8F-82FD-5952E93F1F77}"/>
                </a:ext>
              </a:extLst>
            </p:cNvPr>
            <p:cNvSpPr>
              <a:spLocks/>
            </p:cNvSpPr>
            <p:nvPr/>
          </p:nvSpPr>
          <p:spPr bwMode="auto">
            <a:xfrm>
              <a:off x="3300" y="864"/>
              <a:ext cx="31" cy="41"/>
            </a:xfrm>
            <a:custGeom>
              <a:avLst/>
              <a:gdLst>
                <a:gd name="T0" fmla="*/ 23 w 31"/>
                <a:gd name="T1" fmla="*/ 16 h 41"/>
                <a:gd name="T2" fmla="*/ 23 w 31"/>
                <a:gd name="T3" fmla="*/ 8 h 41"/>
                <a:gd name="T4" fmla="*/ 23 w 31"/>
                <a:gd name="T5" fmla="*/ 16 h 41"/>
                <a:gd name="T6" fmla="*/ 23 w 31"/>
                <a:gd name="T7" fmla="*/ 16 h 41"/>
                <a:gd name="T8" fmla="*/ 7 w 31"/>
                <a:gd name="T9" fmla="*/ 8 h 41"/>
                <a:gd name="T10" fmla="*/ 15 w 31"/>
                <a:gd name="T11" fmla="*/ 8 h 41"/>
                <a:gd name="T12" fmla="*/ 15 w 31"/>
                <a:gd name="T13" fmla="*/ 8 h 41"/>
                <a:gd name="T14" fmla="*/ 7 w 31"/>
                <a:gd name="T15" fmla="*/ 16 h 41"/>
                <a:gd name="T16" fmla="*/ 7 w 31"/>
                <a:gd name="T17" fmla="*/ 8 h 41"/>
                <a:gd name="T18" fmla="*/ 7 w 31"/>
                <a:gd name="T19" fmla="*/ 8 h 41"/>
                <a:gd name="T20" fmla="*/ 7 w 31"/>
                <a:gd name="T21" fmla="*/ 16 h 41"/>
                <a:gd name="T22" fmla="*/ 7 w 31"/>
                <a:gd name="T23" fmla="*/ 16 h 41"/>
                <a:gd name="T24" fmla="*/ 7 w 31"/>
                <a:gd name="T25" fmla="*/ 16 h 41"/>
                <a:gd name="T26" fmla="*/ 7 w 31"/>
                <a:gd name="T27" fmla="*/ 25 h 41"/>
                <a:gd name="T28" fmla="*/ 7 w 31"/>
                <a:gd name="T29" fmla="*/ 25 h 41"/>
                <a:gd name="T30" fmla="*/ 7 w 31"/>
                <a:gd name="T31" fmla="*/ 25 h 41"/>
                <a:gd name="T32" fmla="*/ 15 w 31"/>
                <a:gd name="T33" fmla="*/ 33 h 41"/>
                <a:gd name="T34" fmla="*/ 7 w 31"/>
                <a:gd name="T35" fmla="*/ 33 h 41"/>
                <a:gd name="T36" fmla="*/ 7 w 31"/>
                <a:gd name="T37" fmla="*/ 33 h 41"/>
                <a:gd name="T38" fmla="*/ 23 w 31"/>
                <a:gd name="T39" fmla="*/ 25 h 41"/>
                <a:gd name="T40" fmla="*/ 23 w 31"/>
                <a:gd name="T41" fmla="*/ 25 h 41"/>
                <a:gd name="T42" fmla="*/ 23 w 31"/>
                <a:gd name="T43" fmla="*/ 25 h 41"/>
                <a:gd name="T44" fmla="*/ 23 w 31"/>
                <a:gd name="T45" fmla="*/ 16 h 41"/>
                <a:gd name="T46" fmla="*/ 23 w 31"/>
                <a:gd name="T47" fmla="*/ 16 h 41"/>
                <a:gd name="T48" fmla="*/ 31 w 31"/>
                <a:gd name="T49" fmla="*/ 16 h 41"/>
                <a:gd name="T50" fmla="*/ 31 w 31"/>
                <a:gd name="T51" fmla="*/ 16 h 41"/>
                <a:gd name="T52" fmla="*/ 31 w 31"/>
                <a:gd name="T53" fmla="*/ 25 h 41"/>
                <a:gd name="T54" fmla="*/ 31 w 31"/>
                <a:gd name="T55" fmla="*/ 25 h 41"/>
                <a:gd name="T56" fmla="*/ 23 w 31"/>
                <a:gd name="T57" fmla="*/ 33 h 41"/>
                <a:gd name="T58" fmla="*/ 7 w 31"/>
                <a:gd name="T59" fmla="*/ 41 h 41"/>
                <a:gd name="T60" fmla="*/ 7 w 31"/>
                <a:gd name="T61" fmla="*/ 41 h 41"/>
                <a:gd name="T62" fmla="*/ 7 w 31"/>
                <a:gd name="T63" fmla="*/ 41 h 41"/>
                <a:gd name="T64" fmla="*/ 0 w 31"/>
                <a:gd name="T65" fmla="*/ 33 h 41"/>
                <a:gd name="T66" fmla="*/ 0 w 31"/>
                <a:gd name="T67" fmla="*/ 33 h 41"/>
                <a:gd name="T68" fmla="*/ 0 w 31"/>
                <a:gd name="T69" fmla="*/ 25 h 41"/>
                <a:gd name="T70" fmla="*/ 0 w 31"/>
                <a:gd name="T71" fmla="*/ 16 h 41"/>
                <a:gd name="T72" fmla="*/ 0 w 31"/>
                <a:gd name="T73" fmla="*/ 16 h 41"/>
                <a:gd name="T74" fmla="*/ 0 w 31"/>
                <a:gd name="T75" fmla="*/ 16 h 41"/>
                <a:gd name="T76" fmla="*/ 0 w 31"/>
                <a:gd name="T77" fmla="*/ 8 h 41"/>
                <a:gd name="T78" fmla="*/ 0 w 31"/>
                <a:gd name="T79" fmla="*/ 8 h 41"/>
                <a:gd name="T80" fmla="*/ 0 w 31"/>
                <a:gd name="T81" fmla="*/ 8 h 41"/>
                <a:gd name="T82" fmla="*/ 7 w 31"/>
                <a:gd name="T83" fmla="*/ 0 h 41"/>
                <a:gd name="T84" fmla="*/ 7 w 31"/>
                <a:gd name="T85" fmla="*/ 0 h 41"/>
                <a:gd name="T86" fmla="*/ 7 w 31"/>
                <a:gd name="T87" fmla="*/ 0 h 41"/>
                <a:gd name="T88" fmla="*/ 23 w 31"/>
                <a:gd name="T89" fmla="*/ 8 h 41"/>
                <a:gd name="T90" fmla="*/ 23 w 31"/>
                <a:gd name="T91" fmla="*/ 8 h 41"/>
                <a:gd name="T92" fmla="*/ 31 w 31"/>
                <a:gd name="T93" fmla="*/ 8 h 41"/>
                <a:gd name="T94" fmla="*/ 31 w 31"/>
                <a:gd name="T95" fmla="*/ 16 h 41"/>
                <a:gd name="T96" fmla="*/ 23 w 31"/>
                <a:gd name="T97" fmla="*/ 16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1"/>
                <a:gd name="T149" fmla="*/ 31 w 31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1">
                  <a:moveTo>
                    <a:pt x="23" y="16"/>
                  </a:moveTo>
                  <a:lnTo>
                    <a:pt x="23" y="8"/>
                  </a:lnTo>
                  <a:lnTo>
                    <a:pt x="23" y="16"/>
                  </a:lnTo>
                  <a:lnTo>
                    <a:pt x="7" y="8"/>
                  </a:lnTo>
                  <a:lnTo>
                    <a:pt x="15" y="8"/>
                  </a:lnTo>
                  <a:lnTo>
                    <a:pt x="7" y="16"/>
                  </a:lnTo>
                  <a:lnTo>
                    <a:pt x="7" y="8"/>
                  </a:lnTo>
                  <a:lnTo>
                    <a:pt x="7" y="16"/>
                  </a:lnTo>
                  <a:lnTo>
                    <a:pt x="7" y="25"/>
                  </a:lnTo>
                  <a:lnTo>
                    <a:pt x="15" y="33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6"/>
                  </a:lnTo>
                  <a:lnTo>
                    <a:pt x="31" y="16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7" y="41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16"/>
                  </a:lnTo>
                  <a:lnTo>
                    <a:pt x="0" y="8"/>
                  </a:lnTo>
                  <a:lnTo>
                    <a:pt x="7" y="0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16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0" name="Freeform 228">
              <a:extLst>
                <a:ext uri="{FF2B5EF4-FFF2-40B4-BE49-F238E27FC236}">
                  <a16:creationId xmlns:a16="http://schemas.microsoft.com/office/drawing/2014/main" id="{BADD60BB-F222-146A-6EB9-1C9B83B3F8B9}"/>
                </a:ext>
              </a:extLst>
            </p:cNvPr>
            <p:cNvSpPr>
              <a:spLocks/>
            </p:cNvSpPr>
            <p:nvPr/>
          </p:nvSpPr>
          <p:spPr bwMode="auto">
            <a:xfrm>
              <a:off x="3323" y="880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1" name="Freeform 229">
              <a:extLst>
                <a:ext uri="{FF2B5EF4-FFF2-40B4-BE49-F238E27FC236}">
                  <a16:creationId xmlns:a16="http://schemas.microsoft.com/office/drawing/2014/main" id="{7B25E980-DC68-19A3-D659-0C22EE1EB6DE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1" y="1028"/>
              <a:ext cx="30" cy="33"/>
            </a:xfrm>
            <a:custGeom>
              <a:avLst/>
              <a:gdLst>
                <a:gd name="T0" fmla="*/ 30 w 30"/>
                <a:gd name="T1" fmla="*/ 17 h 33"/>
                <a:gd name="T2" fmla="*/ 23 w 30"/>
                <a:gd name="T3" fmla="*/ 9 h 33"/>
                <a:gd name="T4" fmla="*/ 15 w 30"/>
                <a:gd name="T5" fmla="*/ 0 h 33"/>
                <a:gd name="T6" fmla="*/ 0 w 30"/>
                <a:gd name="T7" fmla="*/ 9 h 33"/>
                <a:gd name="T8" fmla="*/ 0 w 30"/>
                <a:gd name="T9" fmla="*/ 17 h 33"/>
                <a:gd name="T10" fmla="*/ 0 w 30"/>
                <a:gd name="T11" fmla="*/ 33 h 33"/>
                <a:gd name="T12" fmla="*/ 15 w 30"/>
                <a:gd name="T13" fmla="*/ 33 h 33"/>
                <a:gd name="T14" fmla="*/ 23 w 30"/>
                <a:gd name="T15" fmla="*/ 33 h 33"/>
                <a:gd name="T16" fmla="*/ 30 w 30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0"/>
                <a:gd name="T28" fmla="*/ 0 h 33"/>
                <a:gd name="T29" fmla="*/ 30 w 30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0" h="33">
                  <a:moveTo>
                    <a:pt x="30" y="17"/>
                  </a:moveTo>
                  <a:lnTo>
                    <a:pt x="23" y="9"/>
                  </a:lnTo>
                  <a:lnTo>
                    <a:pt x="15" y="0"/>
                  </a:lnTo>
                  <a:lnTo>
                    <a:pt x="0" y="9"/>
                  </a:lnTo>
                  <a:lnTo>
                    <a:pt x="0" y="17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0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2" name="Freeform 230">
              <a:extLst>
                <a:ext uri="{FF2B5EF4-FFF2-40B4-BE49-F238E27FC236}">
                  <a16:creationId xmlns:a16="http://schemas.microsoft.com/office/drawing/2014/main" id="{FEB67C0D-D5C0-E82B-24DC-BBD6EF15279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1" y="1028"/>
              <a:ext cx="38" cy="42"/>
            </a:xfrm>
            <a:custGeom>
              <a:avLst/>
              <a:gdLst>
                <a:gd name="T0" fmla="*/ 30 w 38"/>
                <a:gd name="T1" fmla="*/ 25 h 42"/>
                <a:gd name="T2" fmla="*/ 23 w 38"/>
                <a:gd name="T3" fmla="*/ 17 h 42"/>
                <a:gd name="T4" fmla="*/ 23 w 38"/>
                <a:gd name="T5" fmla="*/ 17 h 42"/>
                <a:gd name="T6" fmla="*/ 23 w 38"/>
                <a:gd name="T7" fmla="*/ 17 h 42"/>
                <a:gd name="T8" fmla="*/ 15 w 38"/>
                <a:gd name="T9" fmla="*/ 9 h 42"/>
                <a:gd name="T10" fmla="*/ 15 w 38"/>
                <a:gd name="T11" fmla="*/ 9 h 42"/>
                <a:gd name="T12" fmla="*/ 15 w 38"/>
                <a:gd name="T13" fmla="*/ 9 h 42"/>
                <a:gd name="T14" fmla="*/ 0 w 38"/>
                <a:gd name="T15" fmla="*/ 17 h 42"/>
                <a:gd name="T16" fmla="*/ 7 w 38"/>
                <a:gd name="T17" fmla="*/ 9 h 42"/>
                <a:gd name="T18" fmla="*/ 7 w 38"/>
                <a:gd name="T19" fmla="*/ 9 h 42"/>
                <a:gd name="T20" fmla="*/ 7 w 38"/>
                <a:gd name="T21" fmla="*/ 17 h 42"/>
                <a:gd name="T22" fmla="*/ 7 w 38"/>
                <a:gd name="T23" fmla="*/ 17 h 42"/>
                <a:gd name="T24" fmla="*/ 7 w 38"/>
                <a:gd name="T25" fmla="*/ 17 h 42"/>
                <a:gd name="T26" fmla="*/ 7 w 38"/>
                <a:gd name="T27" fmla="*/ 33 h 42"/>
                <a:gd name="T28" fmla="*/ 0 w 38"/>
                <a:gd name="T29" fmla="*/ 33 h 42"/>
                <a:gd name="T30" fmla="*/ 0 w 38"/>
                <a:gd name="T31" fmla="*/ 33 h 42"/>
                <a:gd name="T32" fmla="*/ 15 w 38"/>
                <a:gd name="T33" fmla="*/ 33 h 42"/>
                <a:gd name="T34" fmla="*/ 15 w 38"/>
                <a:gd name="T35" fmla="*/ 33 h 42"/>
                <a:gd name="T36" fmla="*/ 15 w 38"/>
                <a:gd name="T37" fmla="*/ 33 h 42"/>
                <a:gd name="T38" fmla="*/ 23 w 38"/>
                <a:gd name="T39" fmla="*/ 33 h 42"/>
                <a:gd name="T40" fmla="*/ 23 w 38"/>
                <a:gd name="T41" fmla="*/ 33 h 42"/>
                <a:gd name="T42" fmla="*/ 23 w 38"/>
                <a:gd name="T43" fmla="*/ 33 h 42"/>
                <a:gd name="T44" fmla="*/ 30 w 38"/>
                <a:gd name="T45" fmla="*/ 17 h 42"/>
                <a:gd name="T46" fmla="*/ 30 w 38"/>
                <a:gd name="T47" fmla="*/ 17 h 42"/>
                <a:gd name="T48" fmla="*/ 38 w 38"/>
                <a:gd name="T49" fmla="*/ 17 h 42"/>
                <a:gd name="T50" fmla="*/ 38 w 38"/>
                <a:gd name="T51" fmla="*/ 17 h 42"/>
                <a:gd name="T52" fmla="*/ 30 w 38"/>
                <a:gd name="T53" fmla="*/ 33 h 42"/>
                <a:gd name="T54" fmla="*/ 30 w 38"/>
                <a:gd name="T55" fmla="*/ 33 h 42"/>
                <a:gd name="T56" fmla="*/ 23 w 38"/>
                <a:gd name="T57" fmla="*/ 42 h 42"/>
                <a:gd name="T58" fmla="*/ 15 w 38"/>
                <a:gd name="T59" fmla="*/ 42 h 42"/>
                <a:gd name="T60" fmla="*/ 15 w 38"/>
                <a:gd name="T61" fmla="*/ 42 h 42"/>
                <a:gd name="T62" fmla="*/ 15 w 38"/>
                <a:gd name="T63" fmla="*/ 42 h 42"/>
                <a:gd name="T64" fmla="*/ 0 w 38"/>
                <a:gd name="T65" fmla="*/ 42 h 42"/>
                <a:gd name="T66" fmla="*/ 0 w 38"/>
                <a:gd name="T67" fmla="*/ 42 h 42"/>
                <a:gd name="T68" fmla="*/ 0 w 38"/>
                <a:gd name="T69" fmla="*/ 33 h 42"/>
                <a:gd name="T70" fmla="*/ 0 w 38"/>
                <a:gd name="T71" fmla="*/ 17 h 42"/>
                <a:gd name="T72" fmla="*/ 0 w 38"/>
                <a:gd name="T73" fmla="*/ 17 h 42"/>
                <a:gd name="T74" fmla="*/ 0 w 38"/>
                <a:gd name="T75" fmla="*/ 17 h 42"/>
                <a:gd name="T76" fmla="*/ 0 w 38"/>
                <a:gd name="T77" fmla="*/ 9 h 42"/>
                <a:gd name="T78" fmla="*/ 0 w 38"/>
                <a:gd name="T79" fmla="*/ 9 h 42"/>
                <a:gd name="T80" fmla="*/ 0 w 38"/>
                <a:gd name="T81" fmla="*/ 9 h 42"/>
                <a:gd name="T82" fmla="*/ 15 w 38"/>
                <a:gd name="T83" fmla="*/ 0 h 42"/>
                <a:gd name="T84" fmla="*/ 15 w 38"/>
                <a:gd name="T85" fmla="*/ 0 h 42"/>
                <a:gd name="T86" fmla="*/ 23 w 38"/>
                <a:gd name="T87" fmla="*/ 0 h 42"/>
                <a:gd name="T88" fmla="*/ 30 w 38"/>
                <a:gd name="T89" fmla="*/ 9 h 42"/>
                <a:gd name="T90" fmla="*/ 30 w 38"/>
                <a:gd name="T91" fmla="*/ 9 h 42"/>
                <a:gd name="T92" fmla="*/ 30 w 38"/>
                <a:gd name="T93" fmla="*/ 9 h 42"/>
                <a:gd name="T94" fmla="*/ 38 w 38"/>
                <a:gd name="T95" fmla="*/ 17 h 42"/>
                <a:gd name="T96" fmla="*/ 30 w 38"/>
                <a:gd name="T97" fmla="*/ 25 h 42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2"/>
                <a:gd name="T149" fmla="*/ 38 w 38"/>
                <a:gd name="T150" fmla="*/ 42 h 42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2">
                  <a:moveTo>
                    <a:pt x="30" y="25"/>
                  </a:moveTo>
                  <a:lnTo>
                    <a:pt x="23" y="17"/>
                  </a:lnTo>
                  <a:lnTo>
                    <a:pt x="15" y="9"/>
                  </a:lnTo>
                  <a:lnTo>
                    <a:pt x="0" y="17"/>
                  </a:lnTo>
                  <a:lnTo>
                    <a:pt x="7" y="9"/>
                  </a:lnTo>
                  <a:lnTo>
                    <a:pt x="7" y="17"/>
                  </a:lnTo>
                  <a:lnTo>
                    <a:pt x="7" y="33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0" y="17"/>
                  </a:lnTo>
                  <a:lnTo>
                    <a:pt x="38" y="17"/>
                  </a:lnTo>
                  <a:lnTo>
                    <a:pt x="30" y="33"/>
                  </a:lnTo>
                  <a:lnTo>
                    <a:pt x="23" y="42"/>
                  </a:lnTo>
                  <a:lnTo>
                    <a:pt x="15" y="42"/>
                  </a:lnTo>
                  <a:lnTo>
                    <a:pt x="0" y="42"/>
                  </a:lnTo>
                  <a:lnTo>
                    <a:pt x="0" y="33"/>
                  </a:lnTo>
                  <a:lnTo>
                    <a:pt x="0" y="17"/>
                  </a:lnTo>
                  <a:lnTo>
                    <a:pt x="0" y="9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0" y="9"/>
                  </a:lnTo>
                  <a:lnTo>
                    <a:pt x="38" y="17"/>
                  </a:lnTo>
                  <a:lnTo>
                    <a:pt x="30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3" name="Freeform 231">
              <a:extLst>
                <a:ext uri="{FF2B5EF4-FFF2-40B4-BE49-F238E27FC236}">
                  <a16:creationId xmlns:a16="http://schemas.microsoft.com/office/drawing/2014/main" id="{6478D40B-B16E-298A-A9F6-75E880C6F46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1" y="1045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4" name="Freeform 232">
              <a:extLst>
                <a:ext uri="{FF2B5EF4-FFF2-40B4-BE49-F238E27FC236}">
                  <a16:creationId xmlns:a16="http://schemas.microsoft.com/office/drawing/2014/main" id="{0D7976DD-E81B-2CD8-44F7-EE2BB0FB8AC3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1" y="1127"/>
              <a:ext cx="30" cy="25"/>
            </a:xfrm>
            <a:custGeom>
              <a:avLst/>
              <a:gdLst>
                <a:gd name="T0" fmla="*/ 30 w 30"/>
                <a:gd name="T1" fmla="*/ 8 h 25"/>
                <a:gd name="T2" fmla="*/ 23 w 30"/>
                <a:gd name="T3" fmla="*/ 0 h 25"/>
                <a:gd name="T4" fmla="*/ 15 w 30"/>
                <a:gd name="T5" fmla="*/ 0 h 25"/>
                <a:gd name="T6" fmla="*/ 0 w 30"/>
                <a:gd name="T7" fmla="*/ 0 h 25"/>
                <a:gd name="T8" fmla="*/ 0 w 30"/>
                <a:gd name="T9" fmla="*/ 8 h 25"/>
                <a:gd name="T10" fmla="*/ 0 w 30"/>
                <a:gd name="T11" fmla="*/ 25 h 25"/>
                <a:gd name="T12" fmla="*/ 15 w 30"/>
                <a:gd name="T13" fmla="*/ 25 h 25"/>
                <a:gd name="T14" fmla="*/ 23 w 30"/>
                <a:gd name="T15" fmla="*/ 25 h 25"/>
                <a:gd name="T16" fmla="*/ 30 w 30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0"/>
                <a:gd name="T28" fmla="*/ 0 h 25"/>
                <a:gd name="T29" fmla="*/ 30 w 30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0" h="25">
                  <a:moveTo>
                    <a:pt x="30" y="8"/>
                  </a:moveTo>
                  <a:lnTo>
                    <a:pt x="23" y="0"/>
                  </a:lnTo>
                  <a:lnTo>
                    <a:pt x="15" y="0"/>
                  </a:lnTo>
                  <a:lnTo>
                    <a:pt x="0" y="0"/>
                  </a:lnTo>
                  <a:lnTo>
                    <a:pt x="0" y="8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0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5" name="Freeform 233">
              <a:extLst>
                <a:ext uri="{FF2B5EF4-FFF2-40B4-BE49-F238E27FC236}">
                  <a16:creationId xmlns:a16="http://schemas.microsoft.com/office/drawing/2014/main" id="{880692F0-07AF-A485-0E30-FEAFD528BE17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1" y="1127"/>
              <a:ext cx="38" cy="33"/>
            </a:xfrm>
            <a:custGeom>
              <a:avLst/>
              <a:gdLst>
                <a:gd name="T0" fmla="*/ 30 w 38"/>
                <a:gd name="T1" fmla="*/ 17 h 33"/>
                <a:gd name="T2" fmla="*/ 23 w 38"/>
                <a:gd name="T3" fmla="*/ 8 h 33"/>
                <a:gd name="T4" fmla="*/ 23 w 38"/>
                <a:gd name="T5" fmla="*/ 8 h 33"/>
                <a:gd name="T6" fmla="*/ 23 w 38"/>
                <a:gd name="T7" fmla="*/ 8 h 33"/>
                <a:gd name="T8" fmla="*/ 15 w 38"/>
                <a:gd name="T9" fmla="*/ 8 h 33"/>
                <a:gd name="T10" fmla="*/ 15 w 38"/>
                <a:gd name="T11" fmla="*/ 8 h 33"/>
                <a:gd name="T12" fmla="*/ 15 w 38"/>
                <a:gd name="T13" fmla="*/ 8 h 33"/>
                <a:gd name="T14" fmla="*/ 0 w 38"/>
                <a:gd name="T15" fmla="*/ 8 h 33"/>
                <a:gd name="T16" fmla="*/ 7 w 38"/>
                <a:gd name="T17" fmla="*/ 0 h 33"/>
                <a:gd name="T18" fmla="*/ 7 w 38"/>
                <a:gd name="T19" fmla="*/ 0 h 33"/>
                <a:gd name="T20" fmla="*/ 7 w 38"/>
                <a:gd name="T21" fmla="*/ 8 h 33"/>
                <a:gd name="T22" fmla="*/ 7 w 38"/>
                <a:gd name="T23" fmla="*/ 8 h 33"/>
                <a:gd name="T24" fmla="*/ 7 w 38"/>
                <a:gd name="T25" fmla="*/ 8 h 33"/>
                <a:gd name="T26" fmla="*/ 7 w 38"/>
                <a:gd name="T27" fmla="*/ 25 h 33"/>
                <a:gd name="T28" fmla="*/ 0 w 38"/>
                <a:gd name="T29" fmla="*/ 25 h 33"/>
                <a:gd name="T30" fmla="*/ 0 w 38"/>
                <a:gd name="T31" fmla="*/ 25 h 33"/>
                <a:gd name="T32" fmla="*/ 15 w 38"/>
                <a:gd name="T33" fmla="*/ 25 h 33"/>
                <a:gd name="T34" fmla="*/ 15 w 38"/>
                <a:gd name="T35" fmla="*/ 25 h 33"/>
                <a:gd name="T36" fmla="*/ 15 w 38"/>
                <a:gd name="T37" fmla="*/ 25 h 33"/>
                <a:gd name="T38" fmla="*/ 23 w 38"/>
                <a:gd name="T39" fmla="*/ 25 h 33"/>
                <a:gd name="T40" fmla="*/ 23 w 38"/>
                <a:gd name="T41" fmla="*/ 25 h 33"/>
                <a:gd name="T42" fmla="*/ 23 w 38"/>
                <a:gd name="T43" fmla="*/ 25 h 33"/>
                <a:gd name="T44" fmla="*/ 30 w 38"/>
                <a:gd name="T45" fmla="*/ 8 h 33"/>
                <a:gd name="T46" fmla="*/ 30 w 38"/>
                <a:gd name="T47" fmla="*/ 8 h 33"/>
                <a:gd name="T48" fmla="*/ 38 w 38"/>
                <a:gd name="T49" fmla="*/ 8 h 33"/>
                <a:gd name="T50" fmla="*/ 38 w 38"/>
                <a:gd name="T51" fmla="*/ 8 h 33"/>
                <a:gd name="T52" fmla="*/ 30 w 38"/>
                <a:gd name="T53" fmla="*/ 25 h 33"/>
                <a:gd name="T54" fmla="*/ 30 w 38"/>
                <a:gd name="T55" fmla="*/ 25 h 33"/>
                <a:gd name="T56" fmla="*/ 23 w 38"/>
                <a:gd name="T57" fmla="*/ 33 h 33"/>
                <a:gd name="T58" fmla="*/ 15 w 38"/>
                <a:gd name="T59" fmla="*/ 33 h 33"/>
                <a:gd name="T60" fmla="*/ 15 w 38"/>
                <a:gd name="T61" fmla="*/ 33 h 33"/>
                <a:gd name="T62" fmla="*/ 15 w 38"/>
                <a:gd name="T63" fmla="*/ 33 h 33"/>
                <a:gd name="T64" fmla="*/ 0 w 38"/>
                <a:gd name="T65" fmla="*/ 33 h 33"/>
                <a:gd name="T66" fmla="*/ 0 w 38"/>
                <a:gd name="T67" fmla="*/ 33 h 33"/>
                <a:gd name="T68" fmla="*/ 0 w 38"/>
                <a:gd name="T69" fmla="*/ 25 h 33"/>
                <a:gd name="T70" fmla="*/ 0 w 38"/>
                <a:gd name="T71" fmla="*/ 8 h 33"/>
                <a:gd name="T72" fmla="*/ 0 w 38"/>
                <a:gd name="T73" fmla="*/ 8 h 33"/>
                <a:gd name="T74" fmla="*/ 0 w 38"/>
                <a:gd name="T75" fmla="*/ 8 h 33"/>
                <a:gd name="T76" fmla="*/ 0 w 38"/>
                <a:gd name="T77" fmla="*/ 0 h 33"/>
                <a:gd name="T78" fmla="*/ 0 w 38"/>
                <a:gd name="T79" fmla="*/ 0 h 33"/>
                <a:gd name="T80" fmla="*/ 0 w 38"/>
                <a:gd name="T81" fmla="*/ 0 h 33"/>
                <a:gd name="T82" fmla="*/ 15 w 38"/>
                <a:gd name="T83" fmla="*/ 0 h 33"/>
                <a:gd name="T84" fmla="*/ 15 w 38"/>
                <a:gd name="T85" fmla="*/ 0 h 33"/>
                <a:gd name="T86" fmla="*/ 15 w 38"/>
                <a:gd name="T87" fmla="*/ 0 h 33"/>
                <a:gd name="T88" fmla="*/ 23 w 38"/>
                <a:gd name="T89" fmla="*/ 0 h 33"/>
                <a:gd name="T90" fmla="*/ 23 w 38"/>
                <a:gd name="T91" fmla="*/ 0 h 33"/>
                <a:gd name="T92" fmla="*/ 30 w 38"/>
                <a:gd name="T93" fmla="*/ 0 h 33"/>
                <a:gd name="T94" fmla="*/ 38 w 38"/>
                <a:gd name="T95" fmla="*/ 8 h 33"/>
                <a:gd name="T96" fmla="*/ 30 w 38"/>
                <a:gd name="T97" fmla="*/ 17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33"/>
                <a:gd name="T149" fmla="*/ 38 w 38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33">
                  <a:moveTo>
                    <a:pt x="30" y="17"/>
                  </a:moveTo>
                  <a:lnTo>
                    <a:pt x="23" y="8"/>
                  </a:lnTo>
                  <a:lnTo>
                    <a:pt x="15" y="8"/>
                  </a:lnTo>
                  <a:lnTo>
                    <a:pt x="0" y="8"/>
                  </a:lnTo>
                  <a:lnTo>
                    <a:pt x="7" y="0"/>
                  </a:lnTo>
                  <a:lnTo>
                    <a:pt x="7" y="8"/>
                  </a:lnTo>
                  <a:lnTo>
                    <a:pt x="7" y="25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0" y="8"/>
                  </a:lnTo>
                  <a:lnTo>
                    <a:pt x="38" y="8"/>
                  </a:lnTo>
                  <a:lnTo>
                    <a:pt x="30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8"/>
                  </a:lnTo>
                  <a:lnTo>
                    <a:pt x="0" y="0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0" y="0"/>
                  </a:lnTo>
                  <a:lnTo>
                    <a:pt x="38" y="8"/>
                  </a:lnTo>
                  <a:lnTo>
                    <a:pt x="30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6" name="Freeform 234">
              <a:extLst>
                <a:ext uri="{FF2B5EF4-FFF2-40B4-BE49-F238E27FC236}">
                  <a16:creationId xmlns:a16="http://schemas.microsoft.com/office/drawing/2014/main" id="{F67EEE07-E3D6-F89E-A395-090DEFA2ED62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1" y="1135"/>
              <a:ext cx="8" cy="9"/>
            </a:xfrm>
            <a:custGeom>
              <a:avLst/>
              <a:gdLst>
                <a:gd name="T0" fmla="*/ 0 w 8"/>
                <a:gd name="T1" fmla="*/ 0 h 9"/>
                <a:gd name="T2" fmla="*/ 0 w 8"/>
                <a:gd name="T3" fmla="*/ 0 h 9"/>
                <a:gd name="T4" fmla="*/ 0 w 8"/>
                <a:gd name="T5" fmla="*/ 9 h 9"/>
                <a:gd name="T6" fmla="*/ 8 w 8"/>
                <a:gd name="T7" fmla="*/ 0 h 9"/>
                <a:gd name="T8" fmla="*/ 8 w 8"/>
                <a:gd name="T9" fmla="*/ 0 h 9"/>
                <a:gd name="T10" fmla="*/ 8 w 8"/>
                <a:gd name="T11" fmla="*/ 0 h 9"/>
                <a:gd name="T12" fmla="*/ 0 w 8"/>
                <a:gd name="T13" fmla="*/ 0 h 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9"/>
                <a:gd name="T23" fmla="*/ 8 w 8"/>
                <a:gd name="T24" fmla="*/ 9 h 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9">
                  <a:moveTo>
                    <a:pt x="0" y="0"/>
                  </a:moveTo>
                  <a:lnTo>
                    <a:pt x="0" y="0"/>
                  </a:lnTo>
                  <a:lnTo>
                    <a:pt x="0" y="9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7" name="Freeform 235">
              <a:extLst>
                <a:ext uri="{FF2B5EF4-FFF2-40B4-BE49-F238E27FC236}">
                  <a16:creationId xmlns:a16="http://schemas.microsoft.com/office/drawing/2014/main" id="{CF0B951B-1029-1362-15C9-3D34DB8AAAC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4" y="1028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31 w 31"/>
                <a:gd name="T3" fmla="*/ 9 h 33"/>
                <a:gd name="T4" fmla="*/ 15 w 31"/>
                <a:gd name="T5" fmla="*/ 0 h 33"/>
                <a:gd name="T6" fmla="*/ 8 w 31"/>
                <a:gd name="T7" fmla="*/ 9 h 33"/>
                <a:gd name="T8" fmla="*/ 0 w 31"/>
                <a:gd name="T9" fmla="*/ 17 h 33"/>
                <a:gd name="T10" fmla="*/ 8 w 31"/>
                <a:gd name="T11" fmla="*/ 33 h 33"/>
                <a:gd name="T12" fmla="*/ 15 w 31"/>
                <a:gd name="T13" fmla="*/ 33 h 33"/>
                <a:gd name="T14" fmla="*/ 31 w 31"/>
                <a:gd name="T15" fmla="*/ 33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31" y="9"/>
                  </a:lnTo>
                  <a:lnTo>
                    <a:pt x="15" y="0"/>
                  </a:lnTo>
                  <a:lnTo>
                    <a:pt x="8" y="9"/>
                  </a:lnTo>
                  <a:lnTo>
                    <a:pt x="0" y="17"/>
                  </a:lnTo>
                  <a:lnTo>
                    <a:pt x="8" y="33"/>
                  </a:lnTo>
                  <a:lnTo>
                    <a:pt x="15" y="33"/>
                  </a:lnTo>
                  <a:lnTo>
                    <a:pt x="31" y="33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8" name="Freeform 236">
              <a:extLst>
                <a:ext uri="{FF2B5EF4-FFF2-40B4-BE49-F238E27FC236}">
                  <a16:creationId xmlns:a16="http://schemas.microsoft.com/office/drawing/2014/main" id="{F4A68E76-426F-671D-3C9C-90579C5A028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4" y="1028"/>
              <a:ext cx="38" cy="42"/>
            </a:xfrm>
            <a:custGeom>
              <a:avLst/>
              <a:gdLst>
                <a:gd name="T0" fmla="*/ 31 w 38"/>
                <a:gd name="T1" fmla="*/ 17 h 42"/>
                <a:gd name="T2" fmla="*/ 31 w 38"/>
                <a:gd name="T3" fmla="*/ 9 h 42"/>
                <a:gd name="T4" fmla="*/ 31 w 38"/>
                <a:gd name="T5" fmla="*/ 17 h 42"/>
                <a:gd name="T6" fmla="*/ 31 w 38"/>
                <a:gd name="T7" fmla="*/ 17 h 42"/>
                <a:gd name="T8" fmla="*/ 15 w 38"/>
                <a:gd name="T9" fmla="*/ 9 h 42"/>
                <a:gd name="T10" fmla="*/ 23 w 38"/>
                <a:gd name="T11" fmla="*/ 9 h 42"/>
                <a:gd name="T12" fmla="*/ 23 w 38"/>
                <a:gd name="T13" fmla="*/ 9 h 42"/>
                <a:gd name="T14" fmla="*/ 15 w 38"/>
                <a:gd name="T15" fmla="*/ 17 h 42"/>
                <a:gd name="T16" fmla="*/ 15 w 38"/>
                <a:gd name="T17" fmla="*/ 17 h 42"/>
                <a:gd name="T18" fmla="*/ 15 w 38"/>
                <a:gd name="T19" fmla="*/ 17 h 42"/>
                <a:gd name="T20" fmla="*/ 8 w 38"/>
                <a:gd name="T21" fmla="*/ 25 h 42"/>
                <a:gd name="T22" fmla="*/ 8 w 38"/>
                <a:gd name="T23" fmla="*/ 17 h 42"/>
                <a:gd name="T24" fmla="*/ 8 w 38"/>
                <a:gd name="T25" fmla="*/ 17 h 42"/>
                <a:gd name="T26" fmla="*/ 15 w 38"/>
                <a:gd name="T27" fmla="*/ 33 h 42"/>
                <a:gd name="T28" fmla="*/ 8 w 38"/>
                <a:gd name="T29" fmla="*/ 33 h 42"/>
                <a:gd name="T30" fmla="*/ 8 w 38"/>
                <a:gd name="T31" fmla="*/ 33 h 42"/>
                <a:gd name="T32" fmla="*/ 15 w 38"/>
                <a:gd name="T33" fmla="*/ 33 h 42"/>
                <a:gd name="T34" fmla="*/ 15 w 38"/>
                <a:gd name="T35" fmla="*/ 33 h 42"/>
                <a:gd name="T36" fmla="*/ 15 w 38"/>
                <a:gd name="T37" fmla="*/ 33 h 42"/>
                <a:gd name="T38" fmla="*/ 31 w 38"/>
                <a:gd name="T39" fmla="*/ 33 h 42"/>
                <a:gd name="T40" fmla="*/ 31 w 38"/>
                <a:gd name="T41" fmla="*/ 33 h 42"/>
                <a:gd name="T42" fmla="*/ 31 w 38"/>
                <a:gd name="T43" fmla="*/ 33 h 42"/>
                <a:gd name="T44" fmla="*/ 31 w 38"/>
                <a:gd name="T45" fmla="*/ 17 h 42"/>
                <a:gd name="T46" fmla="*/ 31 w 38"/>
                <a:gd name="T47" fmla="*/ 17 h 42"/>
                <a:gd name="T48" fmla="*/ 38 w 38"/>
                <a:gd name="T49" fmla="*/ 17 h 42"/>
                <a:gd name="T50" fmla="*/ 38 w 38"/>
                <a:gd name="T51" fmla="*/ 17 h 42"/>
                <a:gd name="T52" fmla="*/ 38 w 38"/>
                <a:gd name="T53" fmla="*/ 33 h 42"/>
                <a:gd name="T54" fmla="*/ 38 w 38"/>
                <a:gd name="T55" fmla="*/ 33 h 42"/>
                <a:gd name="T56" fmla="*/ 31 w 38"/>
                <a:gd name="T57" fmla="*/ 42 h 42"/>
                <a:gd name="T58" fmla="*/ 15 w 38"/>
                <a:gd name="T59" fmla="*/ 42 h 42"/>
                <a:gd name="T60" fmla="*/ 15 w 38"/>
                <a:gd name="T61" fmla="*/ 42 h 42"/>
                <a:gd name="T62" fmla="*/ 15 w 38"/>
                <a:gd name="T63" fmla="*/ 42 h 42"/>
                <a:gd name="T64" fmla="*/ 8 w 38"/>
                <a:gd name="T65" fmla="*/ 42 h 42"/>
                <a:gd name="T66" fmla="*/ 8 w 38"/>
                <a:gd name="T67" fmla="*/ 42 h 42"/>
                <a:gd name="T68" fmla="*/ 8 w 38"/>
                <a:gd name="T69" fmla="*/ 33 h 42"/>
                <a:gd name="T70" fmla="*/ 0 w 38"/>
                <a:gd name="T71" fmla="*/ 17 h 42"/>
                <a:gd name="T72" fmla="*/ 0 w 38"/>
                <a:gd name="T73" fmla="*/ 17 h 42"/>
                <a:gd name="T74" fmla="*/ 0 w 38"/>
                <a:gd name="T75" fmla="*/ 17 h 42"/>
                <a:gd name="T76" fmla="*/ 8 w 38"/>
                <a:gd name="T77" fmla="*/ 9 h 42"/>
                <a:gd name="T78" fmla="*/ 8 w 38"/>
                <a:gd name="T79" fmla="*/ 9 h 42"/>
                <a:gd name="T80" fmla="*/ 8 w 38"/>
                <a:gd name="T81" fmla="*/ 9 h 42"/>
                <a:gd name="T82" fmla="*/ 15 w 38"/>
                <a:gd name="T83" fmla="*/ 0 h 42"/>
                <a:gd name="T84" fmla="*/ 15 w 38"/>
                <a:gd name="T85" fmla="*/ 0 h 42"/>
                <a:gd name="T86" fmla="*/ 15 w 38"/>
                <a:gd name="T87" fmla="*/ 0 h 42"/>
                <a:gd name="T88" fmla="*/ 31 w 38"/>
                <a:gd name="T89" fmla="*/ 9 h 42"/>
                <a:gd name="T90" fmla="*/ 31 w 38"/>
                <a:gd name="T91" fmla="*/ 9 h 42"/>
                <a:gd name="T92" fmla="*/ 38 w 38"/>
                <a:gd name="T93" fmla="*/ 9 h 42"/>
                <a:gd name="T94" fmla="*/ 38 w 38"/>
                <a:gd name="T95" fmla="*/ 17 h 42"/>
                <a:gd name="T96" fmla="*/ 31 w 38"/>
                <a:gd name="T97" fmla="*/ 17 h 42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2"/>
                <a:gd name="T149" fmla="*/ 38 w 38"/>
                <a:gd name="T150" fmla="*/ 42 h 42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2">
                  <a:moveTo>
                    <a:pt x="31" y="17"/>
                  </a:moveTo>
                  <a:lnTo>
                    <a:pt x="31" y="9"/>
                  </a:lnTo>
                  <a:lnTo>
                    <a:pt x="31" y="17"/>
                  </a:lnTo>
                  <a:lnTo>
                    <a:pt x="15" y="9"/>
                  </a:lnTo>
                  <a:lnTo>
                    <a:pt x="23" y="9"/>
                  </a:lnTo>
                  <a:lnTo>
                    <a:pt x="15" y="17"/>
                  </a:lnTo>
                  <a:lnTo>
                    <a:pt x="8" y="25"/>
                  </a:lnTo>
                  <a:lnTo>
                    <a:pt x="8" y="17"/>
                  </a:lnTo>
                  <a:lnTo>
                    <a:pt x="15" y="33"/>
                  </a:lnTo>
                  <a:lnTo>
                    <a:pt x="8" y="33"/>
                  </a:lnTo>
                  <a:lnTo>
                    <a:pt x="15" y="33"/>
                  </a:lnTo>
                  <a:lnTo>
                    <a:pt x="31" y="33"/>
                  </a:lnTo>
                  <a:lnTo>
                    <a:pt x="31" y="17"/>
                  </a:lnTo>
                  <a:lnTo>
                    <a:pt x="38" y="17"/>
                  </a:lnTo>
                  <a:lnTo>
                    <a:pt x="38" y="33"/>
                  </a:lnTo>
                  <a:lnTo>
                    <a:pt x="31" y="42"/>
                  </a:lnTo>
                  <a:lnTo>
                    <a:pt x="15" y="42"/>
                  </a:lnTo>
                  <a:lnTo>
                    <a:pt x="8" y="42"/>
                  </a:lnTo>
                  <a:lnTo>
                    <a:pt x="8" y="33"/>
                  </a:lnTo>
                  <a:lnTo>
                    <a:pt x="0" y="17"/>
                  </a:lnTo>
                  <a:lnTo>
                    <a:pt x="8" y="9"/>
                  </a:lnTo>
                  <a:lnTo>
                    <a:pt x="15" y="0"/>
                  </a:lnTo>
                  <a:lnTo>
                    <a:pt x="31" y="9"/>
                  </a:lnTo>
                  <a:lnTo>
                    <a:pt x="38" y="9"/>
                  </a:lnTo>
                  <a:lnTo>
                    <a:pt x="38" y="17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9" name="Freeform 237">
              <a:extLst>
                <a:ext uri="{FF2B5EF4-FFF2-40B4-BE49-F238E27FC236}">
                  <a16:creationId xmlns:a16="http://schemas.microsoft.com/office/drawing/2014/main" id="{5221B12B-9DD4-7B36-1B87-CCD3313726D3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5" y="1045"/>
              <a:ext cx="7" cy="1"/>
            </a:xfrm>
            <a:custGeom>
              <a:avLst/>
              <a:gdLst>
                <a:gd name="T0" fmla="*/ 0 w 7"/>
                <a:gd name="T1" fmla="*/ 0 h 1"/>
                <a:gd name="T2" fmla="*/ 0 w 7"/>
                <a:gd name="T3" fmla="*/ 0 h 1"/>
                <a:gd name="T4" fmla="*/ 0 w 7"/>
                <a:gd name="T5" fmla="*/ 0 h 1"/>
                <a:gd name="T6" fmla="*/ 7 w 7"/>
                <a:gd name="T7" fmla="*/ 0 h 1"/>
                <a:gd name="T8" fmla="*/ 7 w 7"/>
                <a:gd name="T9" fmla="*/ 0 h 1"/>
                <a:gd name="T10" fmla="*/ 7 w 7"/>
                <a:gd name="T11" fmla="*/ 0 h 1"/>
                <a:gd name="T12" fmla="*/ 0 w 7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1"/>
                <a:gd name="T23" fmla="*/ 7 w 7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1">
                  <a:moveTo>
                    <a:pt x="0" y="0"/>
                  </a:moveTo>
                  <a:lnTo>
                    <a:pt x="0" y="0"/>
                  </a:lnTo>
                  <a:lnTo>
                    <a:pt x="7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0" name="Freeform 238">
              <a:extLst>
                <a:ext uri="{FF2B5EF4-FFF2-40B4-BE49-F238E27FC236}">
                  <a16:creationId xmlns:a16="http://schemas.microsoft.com/office/drawing/2014/main" id="{CD9E1DA1-0E47-6143-E128-AD9D686D945B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4" y="1127"/>
              <a:ext cx="31" cy="25"/>
            </a:xfrm>
            <a:custGeom>
              <a:avLst/>
              <a:gdLst>
                <a:gd name="T0" fmla="*/ 31 w 31"/>
                <a:gd name="T1" fmla="*/ 8 h 25"/>
                <a:gd name="T2" fmla="*/ 31 w 31"/>
                <a:gd name="T3" fmla="*/ 0 h 25"/>
                <a:gd name="T4" fmla="*/ 15 w 31"/>
                <a:gd name="T5" fmla="*/ 0 h 25"/>
                <a:gd name="T6" fmla="*/ 8 w 31"/>
                <a:gd name="T7" fmla="*/ 0 h 25"/>
                <a:gd name="T8" fmla="*/ 0 w 31"/>
                <a:gd name="T9" fmla="*/ 8 h 25"/>
                <a:gd name="T10" fmla="*/ 8 w 31"/>
                <a:gd name="T11" fmla="*/ 25 h 25"/>
                <a:gd name="T12" fmla="*/ 15 w 31"/>
                <a:gd name="T13" fmla="*/ 25 h 25"/>
                <a:gd name="T14" fmla="*/ 31 w 31"/>
                <a:gd name="T15" fmla="*/ 25 h 25"/>
                <a:gd name="T16" fmla="*/ 31 w 31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25"/>
                <a:gd name="T29" fmla="*/ 31 w 31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25">
                  <a:moveTo>
                    <a:pt x="31" y="8"/>
                  </a:moveTo>
                  <a:lnTo>
                    <a:pt x="31" y="0"/>
                  </a:lnTo>
                  <a:lnTo>
                    <a:pt x="15" y="0"/>
                  </a:lnTo>
                  <a:lnTo>
                    <a:pt x="8" y="0"/>
                  </a:lnTo>
                  <a:lnTo>
                    <a:pt x="0" y="8"/>
                  </a:lnTo>
                  <a:lnTo>
                    <a:pt x="8" y="25"/>
                  </a:lnTo>
                  <a:lnTo>
                    <a:pt x="15" y="25"/>
                  </a:lnTo>
                  <a:lnTo>
                    <a:pt x="31" y="25"/>
                  </a:lnTo>
                  <a:lnTo>
                    <a:pt x="31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1" name="Freeform 239">
              <a:extLst>
                <a:ext uri="{FF2B5EF4-FFF2-40B4-BE49-F238E27FC236}">
                  <a16:creationId xmlns:a16="http://schemas.microsoft.com/office/drawing/2014/main" id="{B5666D21-476D-B948-A8D4-F582A9A5A5A4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4" y="1127"/>
              <a:ext cx="38" cy="33"/>
            </a:xfrm>
            <a:custGeom>
              <a:avLst/>
              <a:gdLst>
                <a:gd name="T0" fmla="*/ 31 w 38"/>
                <a:gd name="T1" fmla="*/ 8 h 33"/>
                <a:gd name="T2" fmla="*/ 31 w 38"/>
                <a:gd name="T3" fmla="*/ 0 h 33"/>
                <a:gd name="T4" fmla="*/ 31 w 38"/>
                <a:gd name="T5" fmla="*/ 8 h 33"/>
                <a:gd name="T6" fmla="*/ 31 w 38"/>
                <a:gd name="T7" fmla="*/ 8 h 33"/>
                <a:gd name="T8" fmla="*/ 15 w 38"/>
                <a:gd name="T9" fmla="*/ 8 h 33"/>
                <a:gd name="T10" fmla="*/ 15 w 38"/>
                <a:gd name="T11" fmla="*/ 8 h 33"/>
                <a:gd name="T12" fmla="*/ 15 w 38"/>
                <a:gd name="T13" fmla="*/ 8 h 33"/>
                <a:gd name="T14" fmla="*/ 8 w 38"/>
                <a:gd name="T15" fmla="*/ 8 h 33"/>
                <a:gd name="T16" fmla="*/ 15 w 38"/>
                <a:gd name="T17" fmla="*/ 8 h 33"/>
                <a:gd name="T18" fmla="*/ 15 w 38"/>
                <a:gd name="T19" fmla="*/ 8 h 33"/>
                <a:gd name="T20" fmla="*/ 8 w 38"/>
                <a:gd name="T21" fmla="*/ 17 h 33"/>
                <a:gd name="T22" fmla="*/ 8 w 38"/>
                <a:gd name="T23" fmla="*/ 8 h 33"/>
                <a:gd name="T24" fmla="*/ 8 w 38"/>
                <a:gd name="T25" fmla="*/ 8 h 33"/>
                <a:gd name="T26" fmla="*/ 15 w 38"/>
                <a:gd name="T27" fmla="*/ 25 h 33"/>
                <a:gd name="T28" fmla="*/ 8 w 38"/>
                <a:gd name="T29" fmla="*/ 25 h 33"/>
                <a:gd name="T30" fmla="*/ 8 w 38"/>
                <a:gd name="T31" fmla="*/ 25 h 33"/>
                <a:gd name="T32" fmla="*/ 15 w 38"/>
                <a:gd name="T33" fmla="*/ 25 h 33"/>
                <a:gd name="T34" fmla="*/ 15 w 38"/>
                <a:gd name="T35" fmla="*/ 25 h 33"/>
                <a:gd name="T36" fmla="*/ 15 w 38"/>
                <a:gd name="T37" fmla="*/ 25 h 33"/>
                <a:gd name="T38" fmla="*/ 31 w 38"/>
                <a:gd name="T39" fmla="*/ 25 h 33"/>
                <a:gd name="T40" fmla="*/ 31 w 38"/>
                <a:gd name="T41" fmla="*/ 25 h 33"/>
                <a:gd name="T42" fmla="*/ 31 w 38"/>
                <a:gd name="T43" fmla="*/ 25 h 33"/>
                <a:gd name="T44" fmla="*/ 31 w 38"/>
                <a:gd name="T45" fmla="*/ 8 h 33"/>
                <a:gd name="T46" fmla="*/ 31 w 38"/>
                <a:gd name="T47" fmla="*/ 8 h 33"/>
                <a:gd name="T48" fmla="*/ 38 w 38"/>
                <a:gd name="T49" fmla="*/ 8 h 33"/>
                <a:gd name="T50" fmla="*/ 38 w 38"/>
                <a:gd name="T51" fmla="*/ 8 h 33"/>
                <a:gd name="T52" fmla="*/ 38 w 38"/>
                <a:gd name="T53" fmla="*/ 25 h 33"/>
                <a:gd name="T54" fmla="*/ 38 w 38"/>
                <a:gd name="T55" fmla="*/ 25 h 33"/>
                <a:gd name="T56" fmla="*/ 31 w 38"/>
                <a:gd name="T57" fmla="*/ 33 h 33"/>
                <a:gd name="T58" fmla="*/ 15 w 38"/>
                <a:gd name="T59" fmla="*/ 33 h 33"/>
                <a:gd name="T60" fmla="*/ 15 w 38"/>
                <a:gd name="T61" fmla="*/ 33 h 33"/>
                <a:gd name="T62" fmla="*/ 15 w 38"/>
                <a:gd name="T63" fmla="*/ 33 h 33"/>
                <a:gd name="T64" fmla="*/ 8 w 38"/>
                <a:gd name="T65" fmla="*/ 33 h 33"/>
                <a:gd name="T66" fmla="*/ 8 w 38"/>
                <a:gd name="T67" fmla="*/ 33 h 33"/>
                <a:gd name="T68" fmla="*/ 8 w 38"/>
                <a:gd name="T69" fmla="*/ 25 h 33"/>
                <a:gd name="T70" fmla="*/ 0 w 38"/>
                <a:gd name="T71" fmla="*/ 8 h 33"/>
                <a:gd name="T72" fmla="*/ 0 w 38"/>
                <a:gd name="T73" fmla="*/ 8 h 33"/>
                <a:gd name="T74" fmla="*/ 0 w 38"/>
                <a:gd name="T75" fmla="*/ 8 h 33"/>
                <a:gd name="T76" fmla="*/ 8 w 38"/>
                <a:gd name="T77" fmla="*/ 0 h 33"/>
                <a:gd name="T78" fmla="*/ 8 w 38"/>
                <a:gd name="T79" fmla="*/ 0 h 33"/>
                <a:gd name="T80" fmla="*/ 8 w 38"/>
                <a:gd name="T81" fmla="*/ 0 h 33"/>
                <a:gd name="T82" fmla="*/ 15 w 38"/>
                <a:gd name="T83" fmla="*/ 0 h 33"/>
                <a:gd name="T84" fmla="*/ 15 w 38"/>
                <a:gd name="T85" fmla="*/ 0 h 33"/>
                <a:gd name="T86" fmla="*/ 15 w 38"/>
                <a:gd name="T87" fmla="*/ 0 h 33"/>
                <a:gd name="T88" fmla="*/ 31 w 38"/>
                <a:gd name="T89" fmla="*/ 0 h 33"/>
                <a:gd name="T90" fmla="*/ 31 w 38"/>
                <a:gd name="T91" fmla="*/ 0 h 33"/>
                <a:gd name="T92" fmla="*/ 38 w 38"/>
                <a:gd name="T93" fmla="*/ 0 h 33"/>
                <a:gd name="T94" fmla="*/ 38 w 38"/>
                <a:gd name="T95" fmla="*/ 8 h 33"/>
                <a:gd name="T96" fmla="*/ 31 w 38"/>
                <a:gd name="T97" fmla="*/ 8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33"/>
                <a:gd name="T149" fmla="*/ 38 w 38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33">
                  <a:moveTo>
                    <a:pt x="31" y="8"/>
                  </a:moveTo>
                  <a:lnTo>
                    <a:pt x="31" y="0"/>
                  </a:lnTo>
                  <a:lnTo>
                    <a:pt x="31" y="8"/>
                  </a:lnTo>
                  <a:lnTo>
                    <a:pt x="15" y="8"/>
                  </a:lnTo>
                  <a:lnTo>
                    <a:pt x="8" y="8"/>
                  </a:lnTo>
                  <a:lnTo>
                    <a:pt x="15" y="8"/>
                  </a:lnTo>
                  <a:lnTo>
                    <a:pt x="8" y="17"/>
                  </a:lnTo>
                  <a:lnTo>
                    <a:pt x="8" y="8"/>
                  </a:lnTo>
                  <a:lnTo>
                    <a:pt x="15" y="25"/>
                  </a:lnTo>
                  <a:lnTo>
                    <a:pt x="8" y="25"/>
                  </a:lnTo>
                  <a:lnTo>
                    <a:pt x="15" y="25"/>
                  </a:lnTo>
                  <a:lnTo>
                    <a:pt x="31" y="25"/>
                  </a:lnTo>
                  <a:lnTo>
                    <a:pt x="31" y="8"/>
                  </a:lnTo>
                  <a:lnTo>
                    <a:pt x="38" y="8"/>
                  </a:lnTo>
                  <a:lnTo>
                    <a:pt x="38" y="25"/>
                  </a:lnTo>
                  <a:lnTo>
                    <a:pt x="31" y="33"/>
                  </a:lnTo>
                  <a:lnTo>
                    <a:pt x="15" y="33"/>
                  </a:lnTo>
                  <a:lnTo>
                    <a:pt x="8" y="33"/>
                  </a:lnTo>
                  <a:lnTo>
                    <a:pt x="8" y="25"/>
                  </a:lnTo>
                  <a:lnTo>
                    <a:pt x="0" y="8"/>
                  </a:lnTo>
                  <a:lnTo>
                    <a:pt x="8" y="0"/>
                  </a:lnTo>
                  <a:lnTo>
                    <a:pt x="15" y="0"/>
                  </a:lnTo>
                  <a:lnTo>
                    <a:pt x="31" y="0"/>
                  </a:lnTo>
                  <a:lnTo>
                    <a:pt x="38" y="0"/>
                  </a:lnTo>
                  <a:lnTo>
                    <a:pt x="38" y="8"/>
                  </a:lnTo>
                  <a:lnTo>
                    <a:pt x="31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2" name="Freeform 240">
              <a:extLst>
                <a:ext uri="{FF2B5EF4-FFF2-40B4-BE49-F238E27FC236}">
                  <a16:creationId xmlns:a16="http://schemas.microsoft.com/office/drawing/2014/main" id="{FEC16556-0F5A-6D96-E75D-D615D982A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5" y="1135"/>
              <a:ext cx="7" cy="1"/>
            </a:xfrm>
            <a:custGeom>
              <a:avLst/>
              <a:gdLst>
                <a:gd name="T0" fmla="*/ 0 w 7"/>
                <a:gd name="T1" fmla="*/ 0 h 1"/>
                <a:gd name="T2" fmla="*/ 0 w 7"/>
                <a:gd name="T3" fmla="*/ 0 h 1"/>
                <a:gd name="T4" fmla="*/ 0 w 7"/>
                <a:gd name="T5" fmla="*/ 0 h 1"/>
                <a:gd name="T6" fmla="*/ 7 w 7"/>
                <a:gd name="T7" fmla="*/ 0 h 1"/>
                <a:gd name="T8" fmla="*/ 7 w 7"/>
                <a:gd name="T9" fmla="*/ 0 h 1"/>
                <a:gd name="T10" fmla="*/ 7 w 7"/>
                <a:gd name="T11" fmla="*/ 0 h 1"/>
                <a:gd name="T12" fmla="*/ 0 w 7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1"/>
                <a:gd name="T23" fmla="*/ 7 w 7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1">
                  <a:moveTo>
                    <a:pt x="0" y="0"/>
                  </a:moveTo>
                  <a:lnTo>
                    <a:pt x="0" y="0"/>
                  </a:lnTo>
                  <a:lnTo>
                    <a:pt x="7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3" name="Freeform 241">
              <a:extLst>
                <a:ext uri="{FF2B5EF4-FFF2-40B4-BE49-F238E27FC236}">
                  <a16:creationId xmlns:a16="http://schemas.microsoft.com/office/drawing/2014/main" id="{44B528F7-FB14-49E5-8246-825E554FCB0E}"/>
                </a:ext>
              </a:extLst>
            </p:cNvPr>
            <p:cNvSpPr>
              <a:spLocks/>
            </p:cNvSpPr>
            <p:nvPr/>
          </p:nvSpPr>
          <p:spPr bwMode="auto">
            <a:xfrm>
              <a:off x="3377" y="1283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8 h 33"/>
                <a:gd name="T4" fmla="*/ 15 w 31"/>
                <a:gd name="T5" fmla="*/ 0 h 33"/>
                <a:gd name="T6" fmla="*/ 0 w 31"/>
                <a:gd name="T7" fmla="*/ 8 h 33"/>
                <a:gd name="T8" fmla="*/ 0 w 31"/>
                <a:gd name="T9" fmla="*/ 17 h 33"/>
                <a:gd name="T10" fmla="*/ 0 w 31"/>
                <a:gd name="T11" fmla="*/ 25 h 33"/>
                <a:gd name="T12" fmla="*/ 15 w 31"/>
                <a:gd name="T13" fmla="*/ 33 h 33"/>
                <a:gd name="T14" fmla="*/ 23 w 31"/>
                <a:gd name="T15" fmla="*/ 25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0" y="8"/>
                  </a:lnTo>
                  <a:lnTo>
                    <a:pt x="0" y="17"/>
                  </a:lnTo>
                  <a:lnTo>
                    <a:pt x="0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4" name="Freeform 242">
              <a:extLst>
                <a:ext uri="{FF2B5EF4-FFF2-40B4-BE49-F238E27FC236}">
                  <a16:creationId xmlns:a16="http://schemas.microsoft.com/office/drawing/2014/main" id="{51C9451F-2D62-4BC1-E140-74A70A0EC2C5}"/>
                </a:ext>
              </a:extLst>
            </p:cNvPr>
            <p:cNvSpPr>
              <a:spLocks/>
            </p:cNvSpPr>
            <p:nvPr/>
          </p:nvSpPr>
          <p:spPr bwMode="auto">
            <a:xfrm>
              <a:off x="3377" y="1283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7 h 41"/>
                <a:gd name="T4" fmla="*/ 23 w 39"/>
                <a:gd name="T5" fmla="*/ 17 h 41"/>
                <a:gd name="T6" fmla="*/ 23 w 39"/>
                <a:gd name="T7" fmla="*/ 17 h 41"/>
                <a:gd name="T8" fmla="*/ 15 w 39"/>
                <a:gd name="T9" fmla="*/ 8 h 41"/>
                <a:gd name="T10" fmla="*/ 15 w 39"/>
                <a:gd name="T11" fmla="*/ 8 h 41"/>
                <a:gd name="T12" fmla="*/ 15 w 39"/>
                <a:gd name="T13" fmla="*/ 8 h 41"/>
                <a:gd name="T14" fmla="*/ 0 w 39"/>
                <a:gd name="T15" fmla="*/ 17 h 41"/>
                <a:gd name="T16" fmla="*/ 8 w 39"/>
                <a:gd name="T17" fmla="*/ 8 h 41"/>
                <a:gd name="T18" fmla="*/ 8 w 39"/>
                <a:gd name="T19" fmla="*/ 8 h 41"/>
                <a:gd name="T20" fmla="*/ 8 w 39"/>
                <a:gd name="T21" fmla="*/ 17 h 41"/>
                <a:gd name="T22" fmla="*/ 8 w 39"/>
                <a:gd name="T23" fmla="*/ 17 h 41"/>
                <a:gd name="T24" fmla="*/ 8 w 39"/>
                <a:gd name="T25" fmla="*/ 17 h 41"/>
                <a:gd name="T26" fmla="*/ 8 w 39"/>
                <a:gd name="T27" fmla="*/ 25 h 41"/>
                <a:gd name="T28" fmla="*/ 0 w 39"/>
                <a:gd name="T29" fmla="*/ 25 h 41"/>
                <a:gd name="T30" fmla="*/ 0 w 39"/>
                <a:gd name="T31" fmla="*/ 25 h 41"/>
                <a:gd name="T32" fmla="*/ 15 w 39"/>
                <a:gd name="T33" fmla="*/ 33 h 41"/>
                <a:gd name="T34" fmla="*/ 15 w 39"/>
                <a:gd name="T35" fmla="*/ 33 h 41"/>
                <a:gd name="T36" fmla="*/ 15 w 39"/>
                <a:gd name="T37" fmla="*/ 33 h 41"/>
                <a:gd name="T38" fmla="*/ 23 w 39"/>
                <a:gd name="T39" fmla="*/ 25 h 41"/>
                <a:gd name="T40" fmla="*/ 23 w 39"/>
                <a:gd name="T41" fmla="*/ 25 h 41"/>
                <a:gd name="T42" fmla="*/ 23 w 39"/>
                <a:gd name="T43" fmla="*/ 25 h 41"/>
                <a:gd name="T44" fmla="*/ 31 w 39"/>
                <a:gd name="T45" fmla="*/ 17 h 41"/>
                <a:gd name="T46" fmla="*/ 31 w 39"/>
                <a:gd name="T47" fmla="*/ 17 h 41"/>
                <a:gd name="T48" fmla="*/ 39 w 39"/>
                <a:gd name="T49" fmla="*/ 25 h 41"/>
                <a:gd name="T50" fmla="*/ 39 w 39"/>
                <a:gd name="T51" fmla="*/ 25 h 41"/>
                <a:gd name="T52" fmla="*/ 31 w 39"/>
                <a:gd name="T53" fmla="*/ 33 h 41"/>
                <a:gd name="T54" fmla="*/ 31 w 39"/>
                <a:gd name="T55" fmla="*/ 33 h 41"/>
                <a:gd name="T56" fmla="*/ 31 w 39"/>
                <a:gd name="T57" fmla="*/ 33 h 41"/>
                <a:gd name="T58" fmla="*/ 23 w 39"/>
                <a:gd name="T59" fmla="*/ 41 h 41"/>
                <a:gd name="T60" fmla="*/ 23 w 39"/>
                <a:gd name="T61" fmla="*/ 41 h 41"/>
                <a:gd name="T62" fmla="*/ 15 w 39"/>
                <a:gd name="T63" fmla="*/ 41 h 41"/>
                <a:gd name="T64" fmla="*/ 0 w 39"/>
                <a:gd name="T65" fmla="*/ 33 h 41"/>
                <a:gd name="T66" fmla="*/ 0 w 39"/>
                <a:gd name="T67" fmla="*/ 33 h 41"/>
                <a:gd name="T68" fmla="*/ 0 w 39"/>
                <a:gd name="T69" fmla="*/ 25 h 41"/>
                <a:gd name="T70" fmla="*/ 0 w 39"/>
                <a:gd name="T71" fmla="*/ 17 h 41"/>
                <a:gd name="T72" fmla="*/ 0 w 39"/>
                <a:gd name="T73" fmla="*/ 17 h 41"/>
                <a:gd name="T74" fmla="*/ 0 w 39"/>
                <a:gd name="T75" fmla="*/ 17 h 41"/>
                <a:gd name="T76" fmla="*/ 0 w 39"/>
                <a:gd name="T77" fmla="*/ 8 h 41"/>
                <a:gd name="T78" fmla="*/ 0 w 39"/>
                <a:gd name="T79" fmla="*/ 8 h 41"/>
                <a:gd name="T80" fmla="*/ 0 w 39"/>
                <a:gd name="T81" fmla="*/ 8 h 41"/>
                <a:gd name="T82" fmla="*/ 15 w 39"/>
                <a:gd name="T83" fmla="*/ 0 h 41"/>
                <a:gd name="T84" fmla="*/ 15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7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7"/>
                  </a:lnTo>
                  <a:lnTo>
                    <a:pt x="15" y="8"/>
                  </a:lnTo>
                  <a:lnTo>
                    <a:pt x="0" y="17"/>
                  </a:lnTo>
                  <a:lnTo>
                    <a:pt x="8" y="8"/>
                  </a:lnTo>
                  <a:lnTo>
                    <a:pt x="8" y="17"/>
                  </a:lnTo>
                  <a:lnTo>
                    <a:pt x="8" y="25"/>
                  </a:lnTo>
                  <a:lnTo>
                    <a:pt x="0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7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0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5" name="Freeform 243">
              <a:extLst>
                <a:ext uri="{FF2B5EF4-FFF2-40B4-BE49-F238E27FC236}">
                  <a16:creationId xmlns:a16="http://schemas.microsoft.com/office/drawing/2014/main" id="{E7AA1820-D5D7-6FCF-C5DA-05D1B708C263}"/>
                </a:ext>
              </a:extLst>
            </p:cNvPr>
            <p:cNvSpPr>
              <a:spLocks/>
            </p:cNvSpPr>
            <p:nvPr/>
          </p:nvSpPr>
          <p:spPr bwMode="auto">
            <a:xfrm>
              <a:off x="3408" y="1300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6" name="Freeform 244">
              <a:extLst>
                <a:ext uri="{FF2B5EF4-FFF2-40B4-BE49-F238E27FC236}">
                  <a16:creationId xmlns:a16="http://schemas.microsoft.com/office/drawing/2014/main" id="{5B5106B0-6DFF-F98D-6BEF-8AA89203978A}"/>
                </a:ext>
              </a:extLst>
            </p:cNvPr>
            <p:cNvSpPr>
              <a:spLocks/>
            </p:cNvSpPr>
            <p:nvPr/>
          </p:nvSpPr>
          <p:spPr bwMode="auto">
            <a:xfrm>
              <a:off x="3300" y="1283"/>
              <a:ext cx="23" cy="33"/>
            </a:xfrm>
            <a:custGeom>
              <a:avLst/>
              <a:gdLst>
                <a:gd name="T0" fmla="*/ 23 w 23"/>
                <a:gd name="T1" fmla="*/ 17 h 33"/>
                <a:gd name="T2" fmla="*/ 23 w 23"/>
                <a:gd name="T3" fmla="*/ 8 h 33"/>
                <a:gd name="T4" fmla="*/ 7 w 23"/>
                <a:gd name="T5" fmla="*/ 0 h 33"/>
                <a:gd name="T6" fmla="*/ 0 w 23"/>
                <a:gd name="T7" fmla="*/ 8 h 33"/>
                <a:gd name="T8" fmla="*/ 0 w 23"/>
                <a:gd name="T9" fmla="*/ 17 h 33"/>
                <a:gd name="T10" fmla="*/ 0 w 23"/>
                <a:gd name="T11" fmla="*/ 25 h 33"/>
                <a:gd name="T12" fmla="*/ 7 w 23"/>
                <a:gd name="T13" fmla="*/ 33 h 33"/>
                <a:gd name="T14" fmla="*/ 23 w 23"/>
                <a:gd name="T15" fmla="*/ 25 h 33"/>
                <a:gd name="T16" fmla="*/ 23 w 23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3"/>
                <a:gd name="T29" fmla="*/ 23 w 23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3">
                  <a:moveTo>
                    <a:pt x="23" y="17"/>
                  </a:moveTo>
                  <a:lnTo>
                    <a:pt x="23" y="8"/>
                  </a:lnTo>
                  <a:lnTo>
                    <a:pt x="7" y="0"/>
                  </a:lnTo>
                  <a:lnTo>
                    <a:pt x="0" y="8"/>
                  </a:lnTo>
                  <a:lnTo>
                    <a:pt x="0" y="17"/>
                  </a:lnTo>
                  <a:lnTo>
                    <a:pt x="0" y="25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7" name="Freeform 245">
              <a:extLst>
                <a:ext uri="{FF2B5EF4-FFF2-40B4-BE49-F238E27FC236}">
                  <a16:creationId xmlns:a16="http://schemas.microsoft.com/office/drawing/2014/main" id="{AD3949C4-EC1C-3E09-07FF-1C67FF22348E}"/>
                </a:ext>
              </a:extLst>
            </p:cNvPr>
            <p:cNvSpPr>
              <a:spLocks/>
            </p:cNvSpPr>
            <p:nvPr/>
          </p:nvSpPr>
          <p:spPr bwMode="auto">
            <a:xfrm>
              <a:off x="3300" y="1283"/>
              <a:ext cx="31" cy="41"/>
            </a:xfrm>
            <a:custGeom>
              <a:avLst/>
              <a:gdLst>
                <a:gd name="T0" fmla="*/ 23 w 31"/>
                <a:gd name="T1" fmla="*/ 17 h 41"/>
                <a:gd name="T2" fmla="*/ 23 w 31"/>
                <a:gd name="T3" fmla="*/ 8 h 41"/>
                <a:gd name="T4" fmla="*/ 23 w 31"/>
                <a:gd name="T5" fmla="*/ 17 h 41"/>
                <a:gd name="T6" fmla="*/ 23 w 31"/>
                <a:gd name="T7" fmla="*/ 17 h 41"/>
                <a:gd name="T8" fmla="*/ 7 w 31"/>
                <a:gd name="T9" fmla="*/ 8 h 41"/>
                <a:gd name="T10" fmla="*/ 15 w 31"/>
                <a:gd name="T11" fmla="*/ 8 h 41"/>
                <a:gd name="T12" fmla="*/ 15 w 31"/>
                <a:gd name="T13" fmla="*/ 8 h 41"/>
                <a:gd name="T14" fmla="*/ 7 w 31"/>
                <a:gd name="T15" fmla="*/ 17 h 41"/>
                <a:gd name="T16" fmla="*/ 7 w 31"/>
                <a:gd name="T17" fmla="*/ 8 h 41"/>
                <a:gd name="T18" fmla="*/ 7 w 31"/>
                <a:gd name="T19" fmla="*/ 8 h 41"/>
                <a:gd name="T20" fmla="*/ 7 w 31"/>
                <a:gd name="T21" fmla="*/ 17 h 41"/>
                <a:gd name="T22" fmla="*/ 7 w 31"/>
                <a:gd name="T23" fmla="*/ 17 h 41"/>
                <a:gd name="T24" fmla="*/ 7 w 31"/>
                <a:gd name="T25" fmla="*/ 17 h 41"/>
                <a:gd name="T26" fmla="*/ 7 w 31"/>
                <a:gd name="T27" fmla="*/ 25 h 41"/>
                <a:gd name="T28" fmla="*/ 7 w 31"/>
                <a:gd name="T29" fmla="*/ 25 h 41"/>
                <a:gd name="T30" fmla="*/ 7 w 31"/>
                <a:gd name="T31" fmla="*/ 25 h 41"/>
                <a:gd name="T32" fmla="*/ 15 w 31"/>
                <a:gd name="T33" fmla="*/ 33 h 41"/>
                <a:gd name="T34" fmla="*/ 7 w 31"/>
                <a:gd name="T35" fmla="*/ 33 h 41"/>
                <a:gd name="T36" fmla="*/ 7 w 31"/>
                <a:gd name="T37" fmla="*/ 33 h 41"/>
                <a:gd name="T38" fmla="*/ 23 w 31"/>
                <a:gd name="T39" fmla="*/ 25 h 41"/>
                <a:gd name="T40" fmla="*/ 23 w 31"/>
                <a:gd name="T41" fmla="*/ 25 h 41"/>
                <a:gd name="T42" fmla="*/ 23 w 31"/>
                <a:gd name="T43" fmla="*/ 25 h 41"/>
                <a:gd name="T44" fmla="*/ 23 w 31"/>
                <a:gd name="T45" fmla="*/ 17 h 41"/>
                <a:gd name="T46" fmla="*/ 23 w 31"/>
                <a:gd name="T47" fmla="*/ 17 h 41"/>
                <a:gd name="T48" fmla="*/ 31 w 31"/>
                <a:gd name="T49" fmla="*/ 17 h 41"/>
                <a:gd name="T50" fmla="*/ 31 w 31"/>
                <a:gd name="T51" fmla="*/ 17 h 41"/>
                <a:gd name="T52" fmla="*/ 31 w 31"/>
                <a:gd name="T53" fmla="*/ 25 h 41"/>
                <a:gd name="T54" fmla="*/ 31 w 31"/>
                <a:gd name="T55" fmla="*/ 25 h 41"/>
                <a:gd name="T56" fmla="*/ 23 w 31"/>
                <a:gd name="T57" fmla="*/ 33 h 41"/>
                <a:gd name="T58" fmla="*/ 7 w 31"/>
                <a:gd name="T59" fmla="*/ 41 h 41"/>
                <a:gd name="T60" fmla="*/ 7 w 31"/>
                <a:gd name="T61" fmla="*/ 41 h 41"/>
                <a:gd name="T62" fmla="*/ 7 w 31"/>
                <a:gd name="T63" fmla="*/ 41 h 41"/>
                <a:gd name="T64" fmla="*/ 0 w 31"/>
                <a:gd name="T65" fmla="*/ 33 h 41"/>
                <a:gd name="T66" fmla="*/ 0 w 31"/>
                <a:gd name="T67" fmla="*/ 33 h 41"/>
                <a:gd name="T68" fmla="*/ 0 w 31"/>
                <a:gd name="T69" fmla="*/ 25 h 41"/>
                <a:gd name="T70" fmla="*/ 0 w 31"/>
                <a:gd name="T71" fmla="*/ 17 h 41"/>
                <a:gd name="T72" fmla="*/ 0 w 31"/>
                <a:gd name="T73" fmla="*/ 17 h 41"/>
                <a:gd name="T74" fmla="*/ 0 w 31"/>
                <a:gd name="T75" fmla="*/ 17 h 41"/>
                <a:gd name="T76" fmla="*/ 0 w 31"/>
                <a:gd name="T77" fmla="*/ 8 h 41"/>
                <a:gd name="T78" fmla="*/ 0 w 31"/>
                <a:gd name="T79" fmla="*/ 8 h 41"/>
                <a:gd name="T80" fmla="*/ 0 w 31"/>
                <a:gd name="T81" fmla="*/ 8 h 41"/>
                <a:gd name="T82" fmla="*/ 7 w 31"/>
                <a:gd name="T83" fmla="*/ 0 h 41"/>
                <a:gd name="T84" fmla="*/ 7 w 31"/>
                <a:gd name="T85" fmla="*/ 0 h 41"/>
                <a:gd name="T86" fmla="*/ 7 w 31"/>
                <a:gd name="T87" fmla="*/ 0 h 41"/>
                <a:gd name="T88" fmla="*/ 23 w 31"/>
                <a:gd name="T89" fmla="*/ 8 h 41"/>
                <a:gd name="T90" fmla="*/ 23 w 31"/>
                <a:gd name="T91" fmla="*/ 8 h 41"/>
                <a:gd name="T92" fmla="*/ 31 w 31"/>
                <a:gd name="T93" fmla="*/ 8 h 41"/>
                <a:gd name="T94" fmla="*/ 31 w 31"/>
                <a:gd name="T95" fmla="*/ 17 h 41"/>
                <a:gd name="T96" fmla="*/ 23 w 31"/>
                <a:gd name="T97" fmla="*/ 17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1"/>
                <a:gd name="T149" fmla="*/ 31 w 31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1">
                  <a:moveTo>
                    <a:pt x="23" y="17"/>
                  </a:moveTo>
                  <a:lnTo>
                    <a:pt x="23" y="8"/>
                  </a:lnTo>
                  <a:lnTo>
                    <a:pt x="23" y="17"/>
                  </a:lnTo>
                  <a:lnTo>
                    <a:pt x="7" y="8"/>
                  </a:lnTo>
                  <a:lnTo>
                    <a:pt x="15" y="8"/>
                  </a:lnTo>
                  <a:lnTo>
                    <a:pt x="7" y="17"/>
                  </a:lnTo>
                  <a:lnTo>
                    <a:pt x="7" y="8"/>
                  </a:lnTo>
                  <a:lnTo>
                    <a:pt x="7" y="17"/>
                  </a:lnTo>
                  <a:lnTo>
                    <a:pt x="7" y="25"/>
                  </a:lnTo>
                  <a:lnTo>
                    <a:pt x="15" y="33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7"/>
                  </a:lnTo>
                  <a:lnTo>
                    <a:pt x="31" y="17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7" y="41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0" y="8"/>
                  </a:lnTo>
                  <a:lnTo>
                    <a:pt x="7" y="0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17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8" name="Freeform 246">
              <a:extLst>
                <a:ext uri="{FF2B5EF4-FFF2-40B4-BE49-F238E27FC236}">
                  <a16:creationId xmlns:a16="http://schemas.microsoft.com/office/drawing/2014/main" id="{3A511996-75A4-9CA3-806B-81324E1A2AD7}"/>
                </a:ext>
              </a:extLst>
            </p:cNvPr>
            <p:cNvSpPr>
              <a:spLocks/>
            </p:cNvSpPr>
            <p:nvPr/>
          </p:nvSpPr>
          <p:spPr bwMode="auto">
            <a:xfrm>
              <a:off x="3323" y="1300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9" name="Freeform 247">
              <a:extLst>
                <a:ext uri="{FF2B5EF4-FFF2-40B4-BE49-F238E27FC236}">
                  <a16:creationId xmlns:a16="http://schemas.microsoft.com/office/drawing/2014/main" id="{E126B6BD-7F89-F427-BF61-F37742FF7F62}"/>
                </a:ext>
              </a:extLst>
            </p:cNvPr>
            <p:cNvSpPr>
              <a:spLocks/>
            </p:cNvSpPr>
            <p:nvPr/>
          </p:nvSpPr>
          <p:spPr bwMode="auto">
            <a:xfrm>
              <a:off x="3516" y="1415"/>
              <a:ext cx="62" cy="66"/>
            </a:xfrm>
            <a:custGeom>
              <a:avLst/>
              <a:gdLst>
                <a:gd name="T0" fmla="*/ 62 w 62"/>
                <a:gd name="T1" fmla="*/ 33 h 66"/>
                <a:gd name="T2" fmla="*/ 54 w 62"/>
                <a:gd name="T3" fmla="*/ 8 h 66"/>
                <a:gd name="T4" fmla="*/ 31 w 62"/>
                <a:gd name="T5" fmla="*/ 0 h 66"/>
                <a:gd name="T6" fmla="*/ 8 w 62"/>
                <a:gd name="T7" fmla="*/ 8 h 66"/>
                <a:gd name="T8" fmla="*/ 0 w 62"/>
                <a:gd name="T9" fmla="*/ 33 h 66"/>
                <a:gd name="T10" fmla="*/ 8 w 62"/>
                <a:gd name="T11" fmla="*/ 57 h 66"/>
                <a:gd name="T12" fmla="*/ 31 w 62"/>
                <a:gd name="T13" fmla="*/ 66 h 66"/>
                <a:gd name="T14" fmla="*/ 54 w 62"/>
                <a:gd name="T15" fmla="*/ 57 h 66"/>
                <a:gd name="T16" fmla="*/ 62 w 62"/>
                <a:gd name="T17" fmla="*/ 33 h 6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62"/>
                <a:gd name="T28" fmla="*/ 0 h 66"/>
                <a:gd name="T29" fmla="*/ 62 w 62"/>
                <a:gd name="T30" fmla="*/ 66 h 6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62" h="66">
                  <a:moveTo>
                    <a:pt x="62" y="33"/>
                  </a:moveTo>
                  <a:lnTo>
                    <a:pt x="54" y="8"/>
                  </a:lnTo>
                  <a:lnTo>
                    <a:pt x="31" y="0"/>
                  </a:lnTo>
                  <a:lnTo>
                    <a:pt x="8" y="8"/>
                  </a:lnTo>
                  <a:lnTo>
                    <a:pt x="0" y="33"/>
                  </a:lnTo>
                  <a:lnTo>
                    <a:pt x="8" y="57"/>
                  </a:lnTo>
                  <a:lnTo>
                    <a:pt x="31" y="66"/>
                  </a:lnTo>
                  <a:lnTo>
                    <a:pt x="54" y="57"/>
                  </a:lnTo>
                  <a:lnTo>
                    <a:pt x="62" y="33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40" name="Freeform 248">
              <a:extLst>
                <a:ext uri="{FF2B5EF4-FFF2-40B4-BE49-F238E27FC236}">
                  <a16:creationId xmlns:a16="http://schemas.microsoft.com/office/drawing/2014/main" id="{BC1A38BE-B7A7-4E0B-6C94-E1B211199459}"/>
                </a:ext>
              </a:extLst>
            </p:cNvPr>
            <p:cNvSpPr>
              <a:spLocks/>
            </p:cNvSpPr>
            <p:nvPr/>
          </p:nvSpPr>
          <p:spPr bwMode="auto">
            <a:xfrm>
              <a:off x="3516" y="1415"/>
              <a:ext cx="70" cy="74"/>
            </a:xfrm>
            <a:custGeom>
              <a:avLst/>
              <a:gdLst>
                <a:gd name="T0" fmla="*/ 62 w 70"/>
                <a:gd name="T1" fmla="*/ 33 h 74"/>
                <a:gd name="T2" fmla="*/ 54 w 70"/>
                <a:gd name="T3" fmla="*/ 8 h 74"/>
                <a:gd name="T4" fmla="*/ 54 w 70"/>
                <a:gd name="T5" fmla="*/ 16 h 74"/>
                <a:gd name="T6" fmla="*/ 54 w 70"/>
                <a:gd name="T7" fmla="*/ 16 h 74"/>
                <a:gd name="T8" fmla="*/ 31 w 70"/>
                <a:gd name="T9" fmla="*/ 8 h 74"/>
                <a:gd name="T10" fmla="*/ 31 w 70"/>
                <a:gd name="T11" fmla="*/ 8 h 74"/>
                <a:gd name="T12" fmla="*/ 31 w 70"/>
                <a:gd name="T13" fmla="*/ 8 h 74"/>
                <a:gd name="T14" fmla="*/ 8 w 70"/>
                <a:gd name="T15" fmla="*/ 16 h 74"/>
                <a:gd name="T16" fmla="*/ 16 w 70"/>
                <a:gd name="T17" fmla="*/ 8 h 74"/>
                <a:gd name="T18" fmla="*/ 16 w 70"/>
                <a:gd name="T19" fmla="*/ 8 h 74"/>
                <a:gd name="T20" fmla="*/ 8 w 70"/>
                <a:gd name="T21" fmla="*/ 33 h 74"/>
                <a:gd name="T22" fmla="*/ 8 w 70"/>
                <a:gd name="T23" fmla="*/ 33 h 74"/>
                <a:gd name="T24" fmla="*/ 8 w 70"/>
                <a:gd name="T25" fmla="*/ 33 h 74"/>
                <a:gd name="T26" fmla="*/ 16 w 70"/>
                <a:gd name="T27" fmla="*/ 57 h 74"/>
                <a:gd name="T28" fmla="*/ 8 w 70"/>
                <a:gd name="T29" fmla="*/ 57 h 74"/>
                <a:gd name="T30" fmla="*/ 8 w 70"/>
                <a:gd name="T31" fmla="*/ 57 h 74"/>
                <a:gd name="T32" fmla="*/ 31 w 70"/>
                <a:gd name="T33" fmla="*/ 66 h 74"/>
                <a:gd name="T34" fmla="*/ 31 w 70"/>
                <a:gd name="T35" fmla="*/ 66 h 74"/>
                <a:gd name="T36" fmla="*/ 31 w 70"/>
                <a:gd name="T37" fmla="*/ 66 h 74"/>
                <a:gd name="T38" fmla="*/ 54 w 70"/>
                <a:gd name="T39" fmla="*/ 57 h 74"/>
                <a:gd name="T40" fmla="*/ 54 w 70"/>
                <a:gd name="T41" fmla="*/ 57 h 74"/>
                <a:gd name="T42" fmla="*/ 54 w 70"/>
                <a:gd name="T43" fmla="*/ 57 h 74"/>
                <a:gd name="T44" fmla="*/ 62 w 70"/>
                <a:gd name="T45" fmla="*/ 33 h 74"/>
                <a:gd name="T46" fmla="*/ 62 w 70"/>
                <a:gd name="T47" fmla="*/ 33 h 74"/>
                <a:gd name="T48" fmla="*/ 70 w 70"/>
                <a:gd name="T49" fmla="*/ 33 h 74"/>
                <a:gd name="T50" fmla="*/ 70 w 70"/>
                <a:gd name="T51" fmla="*/ 33 h 74"/>
                <a:gd name="T52" fmla="*/ 62 w 70"/>
                <a:gd name="T53" fmla="*/ 57 h 74"/>
                <a:gd name="T54" fmla="*/ 62 w 70"/>
                <a:gd name="T55" fmla="*/ 57 h 74"/>
                <a:gd name="T56" fmla="*/ 54 w 70"/>
                <a:gd name="T57" fmla="*/ 66 h 74"/>
                <a:gd name="T58" fmla="*/ 31 w 70"/>
                <a:gd name="T59" fmla="*/ 74 h 74"/>
                <a:gd name="T60" fmla="*/ 31 w 70"/>
                <a:gd name="T61" fmla="*/ 74 h 74"/>
                <a:gd name="T62" fmla="*/ 31 w 70"/>
                <a:gd name="T63" fmla="*/ 74 h 74"/>
                <a:gd name="T64" fmla="*/ 8 w 70"/>
                <a:gd name="T65" fmla="*/ 66 h 74"/>
                <a:gd name="T66" fmla="*/ 8 w 70"/>
                <a:gd name="T67" fmla="*/ 66 h 74"/>
                <a:gd name="T68" fmla="*/ 8 w 70"/>
                <a:gd name="T69" fmla="*/ 57 h 74"/>
                <a:gd name="T70" fmla="*/ 0 w 70"/>
                <a:gd name="T71" fmla="*/ 33 h 74"/>
                <a:gd name="T72" fmla="*/ 0 w 70"/>
                <a:gd name="T73" fmla="*/ 33 h 74"/>
                <a:gd name="T74" fmla="*/ 0 w 70"/>
                <a:gd name="T75" fmla="*/ 33 h 74"/>
                <a:gd name="T76" fmla="*/ 8 w 70"/>
                <a:gd name="T77" fmla="*/ 8 h 74"/>
                <a:gd name="T78" fmla="*/ 8 w 70"/>
                <a:gd name="T79" fmla="*/ 8 h 74"/>
                <a:gd name="T80" fmla="*/ 8 w 70"/>
                <a:gd name="T81" fmla="*/ 8 h 74"/>
                <a:gd name="T82" fmla="*/ 31 w 70"/>
                <a:gd name="T83" fmla="*/ 0 h 74"/>
                <a:gd name="T84" fmla="*/ 31 w 70"/>
                <a:gd name="T85" fmla="*/ 0 h 74"/>
                <a:gd name="T86" fmla="*/ 31 w 70"/>
                <a:gd name="T87" fmla="*/ 0 h 74"/>
                <a:gd name="T88" fmla="*/ 54 w 70"/>
                <a:gd name="T89" fmla="*/ 8 h 74"/>
                <a:gd name="T90" fmla="*/ 54 w 70"/>
                <a:gd name="T91" fmla="*/ 8 h 74"/>
                <a:gd name="T92" fmla="*/ 62 w 70"/>
                <a:gd name="T93" fmla="*/ 8 h 74"/>
                <a:gd name="T94" fmla="*/ 70 w 70"/>
                <a:gd name="T95" fmla="*/ 33 h 74"/>
                <a:gd name="T96" fmla="*/ 62 w 70"/>
                <a:gd name="T97" fmla="*/ 33 h 74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70"/>
                <a:gd name="T148" fmla="*/ 0 h 74"/>
                <a:gd name="T149" fmla="*/ 70 w 70"/>
                <a:gd name="T150" fmla="*/ 74 h 74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70" h="74">
                  <a:moveTo>
                    <a:pt x="62" y="33"/>
                  </a:moveTo>
                  <a:lnTo>
                    <a:pt x="54" y="8"/>
                  </a:lnTo>
                  <a:lnTo>
                    <a:pt x="54" y="16"/>
                  </a:lnTo>
                  <a:lnTo>
                    <a:pt x="31" y="8"/>
                  </a:lnTo>
                  <a:lnTo>
                    <a:pt x="8" y="16"/>
                  </a:lnTo>
                  <a:lnTo>
                    <a:pt x="16" y="8"/>
                  </a:lnTo>
                  <a:lnTo>
                    <a:pt x="8" y="33"/>
                  </a:lnTo>
                  <a:lnTo>
                    <a:pt x="16" y="57"/>
                  </a:lnTo>
                  <a:lnTo>
                    <a:pt x="8" y="57"/>
                  </a:lnTo>
                  <a:lnTo>
                    <a:pt x="31" y="66"/>
                  </a:lnTo>
                  <a:lnTo>
                    <a:pt x="54" y="57"/>
                  </a:lnTo>
                  <a:lnTo>
                    <a:pt x="62" y="33"/>
                  </a:lnTo>
                  <a:lnTo>
                    <a:pt x="70" y="33"/>
                  </a:lnTo>
                  <a:lnTo>
                    <a:pt x="62" y="57"/>
                  </a:lnTo>
                  <a:lnTo>
                    <a:pt x="54" y="66"/>
                  </a:lnTo>
                  <a:lnTo>
                    <a:pt x="31" y="74"/>
                  </a:lnTo>
                  <a:lnTo>
                    <a:pt x="8" y="66"/>
                  </a:lnTo>
                  <a:lnTo>
                    <a:pt x="8" y="57"/>
                  </a:lnTo>
                  <a:lnTo>
                    <a:pt x="0" y="33"/>
                  </a:lnTo>
                  <a:lnTo>
                    <a:pt x="8" y="8"/>
                  </a:lnTo>
                  <a:lnTo>
                    <a:pt x="31" y="0"/>
                  </a:lnTo>
                  <a:lnTo>
                    <a:pt x="54" y="8"/>
                  </a:lnTo>
                  <a:lnTo>
                    <a:pt x="62" y="8"/>
                  </a:lnTo>
                  <a:lnTo>
                    <a:pt x="70" y="33"/>
                  </a:lnTo>
                  <a:lnTo>
                    <a:pt x="62" y="33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41" name="Freeform 249">
              <a:extLst>
                <a:ext uri="{FF2B5EF4-FFF2-40B4-BE49-F238E27FC236}">
                  <a16:creationId xmlns:a16="http://schemas.microsoft.com/office/drawing/2014/main" id="{F3B4682B-A303-D245-08D0-F9F524DD75CE}"/>
                </a:ext>
              </a:extLst>
            </p:cNvPr>
            <p:cNvSpPr>
              <a:spLocks/>
            </p:cNvSpPr>
            <p:nvPr/>
          </p:nvSpPr>
          <p:spPr bwMode="auto">
            <a:xfrm>
              <a:off x="3578" y="1448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42" name="Freeform 250">
              <a:extLst>
                <a:ext uri="{FF2B5EF4-FFF2-40B4-BE49-F238E27FC236}">
                  <a16:creationId xmlns:a16="http://schemas.microsoft.com/office/drawing/2014/main" id="{B8B89A26-6487-0A07-AC8E-3B14529D0B2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4" y="1538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31 w 31"/>
                <a:gd name="T3" fmla="*/ 8 h 33"/>
                <a:gd name="T4" fmla="*/ 15 w 31"/>
                <a:gd name="T5" fmla="*/ 0 h 33"/>
                <a:gd name="T6" fmla="*/ 8 w 31"/>
                <a:gd name="T7" fmla="*/ 8 h 33"/>
                <a:gd name="T8" fmla="*/ 0 w 31"/>
                <a:gd name="T9" fmla="*/ 17 h 33"/>
                <a:gd name="T10" fmla="*/ 8 w 31"/>
                <a:gd name="T11" fmla="*/ 25 h 33"/>
                <a:gd name="T12" fmla="*/ 15 w 31"/>
                <a:gd name="T13" fmla="*/ 33 h 33"/>
                <a:gd name="T14" fmla="*/ 31 w 31"/>
                <a:gd name="T15" fmla="*/ 25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31" y="8"/>
                  </a:lnTo>
                  <a:lnTo>
                    <a:pt x="15" y="0"/>
                  </a:lnTo>
                  <a:lnTo>
                    <a:pt x="8" y="8"/>
                  </a:lnTo>
                  <a:lnTo>
                    <a:pt x="0" y="17"/>
                  </a:lnTo>
                  <a:lnTo>
                    <a:pt x="8" y="25"/>
                  </a:lnTo>
                  <a:lnTo>
                    <a:pt x="15" y="33"/>
                  </a:lnTo>
                  <a:lnTo>
                    <a:pt x="31" y="25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43" name="Freeform 251">
              <a:extLst>
                <a:ext uri="{FF2B5EF4-FFF2-40B4-BE49-F238E27FC236}">
                  <a16:creationId xmlns:a16="http://schemas.microsoft.com/office/drawing/2014/main" id="{B55779F3-A767-5A2D-C216-44D5BB2BC306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4" y="1538"/>
              <a:ext cx="38" cy="41"/>
            </a:xfrm>
            <a:custGeom>
              <a:avLst/>
              <a:gdLst>
                <a:gd name="T0" fmla="*/ 31 w 38"/>
                <a:gd name="T1" fmla="*/ 17 h 41"/>
                <a:gd name="T2" fmla="*/ 31 w 38"/>
                <a:gd name="T3" fmla="*/ 8 h 41"/>
                <a:gd name="T4" fmla="*/ 31 w 38"/>
                <a:gd name="T5" fmla="*/ 17 h 41"/>
                <a:gd name="T6" fmla="*/ 31 w 38"/>
                <a:gd name="T7" fmla="*/ 17 h 41"/>
                <a:gd name="T8" fmla="*/ 15 w 38"/>
                <a:gd name="T9" fmla="*/ 8 h 41"/>
                <a:gd name="T10" fmla="*/ 23 w 38"/>
                <a:gd name="T11" fmla="*/ 8 h 41"/>
                <a:gd name="T12" fmla="*/ 23 w 38"/>
                <a:gd name="T13" fmla="*/ 8 h 41"/>
                <a:gd name="T14" fmla="*/ 15 w 38"/>
                <a:gd name="T15" fmla="*/ 17 h 41"/>
                <a:gd name="T16" fmla="*/ 15 w 38"/>
                <a:gd name="T17" fmla="*/ 17 h 41"/>
                <a:gd name="T18" fmla="*/ 15 w 38"/>
                <a:gd name="T19" fmla="*/ 17 h 41"/>
                <a:gd name="T20" fmla="*/ 8 w 38"/>
                <a:gd name="T21" fmla="*/ 25 h 41"/>
                <a:gd name="T22" fmla="*/ 8 w 38"/>
                <a:gd name="T23" fmla="*/ 17 h 41"/>
                <a:gd name="T24" fmla="*/ 8 w 38"/>
                <a:gd name="T25" fmla="*/ 17 h 41"/>
                <a:gd name="T26" fmla="*/ 15 w 38"/>
                <a:gd name="T27" fmla="*/ 25 h 41"/>
                <a:gd name="T28" fmla="*/ 15 w 38"/>
                <a:gd name="T29" fmla="*/ 25 h 41"/>
                <a:gd name="T30" fmla="*/ 15 w 38"/>
                <a:gd name="T31" fmla="*/ 25 h 41"/>
                <a:gd name="T32" fmla="*/ 23 w 38"/>
                <a:gd name="T33" fmla="*/ 33 h 41"/>
                <a:gd name="T34" fmla="*/ 15 w 38"/>
                <a:gd name="T35" fmla="*/ 33 h 41"/>
                <a:gd name="T36" fmla="*/ 15 w 38"/>
                <a:gd name="T37" fmla="*/ 33 h 41"/>
                <a:gd name="T38" fmla="*/ 31 w 38"/>
                <a:gd name="T39" fmla="*/ 25 h 41"/>
                <a:gd name="T40" fmla="*/ 31 w 38"/>
                <a:gd name="T41" fmla="*/ 25 h 41"/>
                <a:gd name="T42" fmla="*/ 31 w 38"/>
                <a:gd name="T43" fmla="*/ 25 h 41"/>
                <a:gd name="T44" fmla="*/ 31 w 38"/>
                <a:gd name="T45" fmla="*/ 17 h 41"/>
                <a:gd name="T46" fmla="*/ 31 w 38"/>
                <a:gd name="T47" fmla="*/ 17 h 41"/>
                <a:gd name="T48" fmla="*/ 38 w 38"/>
                <a:gd name="T49" fmla="*/ 17 h 41"/>
                <a:gd name="T50" fmla="*/ 38 w 38"/>
                <a:gd name="T51" fmla="*/ 17 h 41"/>
                <a:gd name="T52" fmla="*/ 38 w 38"/>
                <a:gd name="T53" fmla="*/ 25 h 41"/>
                <a:gd name="T54" fmla="*/ 38 w 38"/>
                <a:gd name="T55" fmla="*/ 25 h 41"/>
                <a:gd name="T56" fmla="*/ 31 w 38"/>
                <a:gd name="T57" fmla="*/ 33 h 41"/>
                <a:gd name="T58" fmla="*/ 15 w 38"/>
                <a:gd name="T59" fmla="*/ 41 h 41"/>
                <a:gd name="T60" fmla="*/ 15 w 38"/>
                <a:gd name="T61" fmla="*/ 41 h 41"/>
                <a:gd name="T62" fmla="*/ 15 w 38"/>
                <a:gd name="T63" fmla="*/ 41 h 41"/>
                <a:gd name="T64" fmla="*/ 8 w 38"/>
                <a:gd name="T65" fmla="*/ 33 h 41"/>
                <a:gd name="T66" fmla="*/ 8 w 38"/>
                <a:gd name="T67" fmla="*/ 33 h 41"/>
                <a:gd name="T68" fmla="*/ 8 w 38"/>
                <a:gd name="T69" fmla="*/ 33 h 41"/>
                <a:gd name="T70" fmla="*/ 0 w 38"/>
                <a:gd name="T71" fmla="*/ 25 h 41"/>
                <a:gd name="T72" fmla="*/ 0 w 38"/>
                <a:gd name="T73" fmla="*/ 25 h 41"/>
                <a:gd name="T74" fmla="*/ 0 w 38"/>
                <a:gd name="T75" fmla="*/ 17 h 41"/>
                <a:gd name="T76" fmla="*/ 8 w 38"/>
                <a:gd name="T77" fmla="*/ 8 h 41"/>
                <a:gd name="T78" fmla="*/ 8 w 38"/>
                <a:gd name="T79" fmla="*/ 8 h 41"/>
                <a:gd name="T80" fmla="*/ 8 w 38"/>
                <a:gd name="T81" fmla="*/ 8 h 41"/>
                <a:gd name="T82" fmla="*/ 15 w 38"/>
                <a:gd name="T83" fmla="*/ 0 h 41"/>
                <a:gd name="T84" fmla="*/ 15 w 38"/>
                <a:gd name="T85" fmla="*/ 0 h 41"/>
                <a:gd name="T86" fmla="*/ 15 w 38"/>
                <a:gd name="T87" fmla="*/ 0 h 41"/>
                <a:gd name="T88" fmla="*/ 31 w 38"/>
                <a:gd name="T89" fmla="*/ 8 h 41"/>
                <a:gd name="T90" fmla="*/ 31 w 38"/>
                <a:gd name="T91" fmla="*/ 8 h 41"/>
                <a:gd name="T92" fmla="*/ 38 w 38"/>
                <a:gd name="T93" fmla="*/ 8 h 41"/>
                <a:gd name="T94" fmla="*/ 38 w 38"/>
                <a:gd name="T95" fmla="*/ 17 h 41"/>
                <a:gd name="T96" fmla="*/ 31 w 38"/>
                <a:gd name="T97" fmla="*/ 17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1" y="17"/>
                  </a:moveTo>
                  <a:lnTo>
                    <a:pt x="31" y="8"/>
                  </a:lnTo>
                  <a:lnTo>
                    <a:pt x="31" y="17"/>
                  </a:lnTo>
                  <a:lnTo>
                    <a:pt x="15" y="8"/>
                  </a:lnTo>
                  <a:lnTo>
                    <a:pt x="23" y="8"/>
                  </a:lnTo>
                  <a:lnTo>
                    <a:pt x="15" y="17"/>
                  </a:lnTo>
                  <a:lnTo>
                    <a:pt x="8" y="25"/>
                  </a:lnTo>
                  <a:lnTo>
                    <a:pt x="8" y="17"/>
                  </a:lnTo>
                  <a:lnTo>
                    <a:pt x="15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31" y="25"/>
                  </a:lnTo>
                  <a:lnTo>
                    <a:pt x="31" y="17"/>
                  </a:lnTo>
                  <a:lnTo>
                    <a:pt x="38" y="17"/>
                  </a:lnTo>
                  <a:lnTo>
                    <a:pt x="38" y="25"/>
                  </a:lnTo>
                  <a:lnTo>
                    <a:pt x="31" y="33"/>
                  </a:lnTo>
                  <a:lnTo>
                    <a:pt x="15" y="41"/>
                  </a:lnTo>
                  <a:lnTo>
                    <a:pt x="8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8" y="8"/>
                  </a:lnTo>
                  <a:lnTo>
                    <a:pt x="15" y="0"/>
                  </a:lnTo>
                  <a:lnTo>
                    <a:pt x="31" y="8"/>
                  </a:lnTo>
                  <a:lnTo>
                    <a:pt x="38" y="8"/>
                  </a:lnTo>
                  <a:lnTo>
                    <a:pt x="38" y="17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44" name="Freeform 252">
              <a:extLst>
                <a:ext uri="{FF2B5EF4-FFF2-40B4-BE49-F238E27FC236}">
                  <a16:creationId xmlns:a16="http://schemas.microsoft.com/office/drawing/2014/main" id="{96149666-28AA-FB77-2211-6C17286A6B20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5" y="1555"/>
              <a:ext cx="7" cy="1"/>
            </a:xfrm>
            <a:custGeom>
              <a:avLst/>
              <a:gdLst>
                <a:gd name="T0" fmla="*/ 0 w 7"/>
                <a:gd name="T1" fmla="*/ 0 h 1"/>
                <a:gd name="T2" fmla="*/ 0 w 7"/>
                <a:gd name="T3" fmla="*/ 0 h 1"/>
                <a:gd name="T4" fmla="*/ 0 w 7"/>
                <a:gd name="T5" fmla="*/ 0 h 1"/>
                <a:gd name="T6" fmla="*/ 7 w 7"/>
                <a:gd name="T7" fmla="*/ 0 h 1"/>
                <a:gd name="T8" fmla="*/ 7 w 7"/>
                <a:gd name="T9" fmla="*/ 0 h 1"/>
                <a:gd name="T10" fmla="*/ 7 w 7"/>
                <a:gd name="T11" fmla="*/ 0 h 1"/>
                <a:gd name="T12" fmla="*/ 0 w 7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1"/>
                <a:gd name="T23" fmla="*/ 7 w 7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1">
                  <a:moveTo>
                    <a:pt x="0" y="0"/>
                  </a:moveTo>
                  <a:lnTo>
                    <a:pt x="0" y="0"/>
                  </a:lnTo>
                  <a:lnTo>
                    <a:pt x="7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45" name="Freeform 253">
              <a:extLst>
                <a:ext uri="{FF2B5EF4-FFF2-40B4-BE49-F238E27FC236}">
                  <a16:creationId xmlns:a16="http://schemas.microsoft.com/office/drawing/2014/main" id="{8419CF0D-5E53-958B-A0EE-9480E62B85C2}"/>
                </a:ext>
              </a:extLst>
            </p:cNvPr>
            <p:cNvSpPr>
              <a:spLocks/>
            </p:cNvSpPr>
            <p:nvPr/>
          </p:nvSpPr>
          <p:spPr bwMode="auto">
            <a:xfrm>
              <a:off x="3361" y="1694"/>
              <a:ext cx="70" cy="66"/>
            </a:xfrm>
            <a:custGeom>
              <a:avLst/>
              <a:gdLst>
                <a:gd name="T0" fmla="*/ 62 w 70"/>
                <a:gd name="T1" fmla="*/ 25 h 66"/>
                <a:gd name="T2" fmla="*/ 55 w 70"/>
                <a:gd name="T3" fmla="*/ 9 h 66"/>
                <a:gd name="T4" fmla="*/ 55 w 70"/>
                <a:gd name="T5" fmla="*/ 17 h 66"/>
                <a:gd name="T6" fmla="*/ 55 w 70"/>
                <a:gd name="T7" fmla="*/ 17 h 66"/>
                <a:gd name="T8" fmla="*/ 31 w 70"/>
                <a:gd name="T9" fmla="*/ 9 h 66"/>
                <a:gd name="T10" fmla="*/ 31 w 70"/>
                <a:gd name="T11" fmla="*/ 9 h 66"/>
                <a:gd name="T12" fmla="*/ 31 w 70"/>
                <a:gd name="T13" fmla="*/ 9 h 66"/>
                <a:gd name="T14" fmla="*/ 16 w 70"/>
                <a:gd name="T15" fmla="*/ 17 h 66"/>
                <a:gd name="T16" fmla="*/ 24 w 70"/>
                <a:gd name="T17" fmla="*/ 17 h 66"/>
                <a:gd name="T18" fmla="*/ 24 w 70"/>
                <a:gd name="T19" fmla="*/ 17 h 66"/>
                <a:gd name="T20" fmla="*/ 8 w 70"/>
                <a:gd name="T21" fmla="*/ 33 h 66"/>
                <a:gd name="T22" fmla="*/ 8 w 70"/>
                <a:gd name="T23" fmla="*/ 25 h 66"/>
                <a:gd name="T24" fmla="*/ 8 w 70"/>
                <a:gd name="T25" fmla="*/ 25 h 66"/>
                <a:gd name="T26" fmla="*/ 24 w 70"/>
                <a:gd name="T27" fmla="*/ 50 h 66"/>
                <a:gd name="T28" fmla="*/ 16 w 70"/>
                <a:gd name="T29" fmla="*/ 50 h 66"/>
                <a:gd name="T30" fmla="*/ 16 w 70"/>
                <a:gd name="T31" fmla="*/ 50 h 66"/>
                <a:gd name="T32" fmla="*/ 31 w 70"/>
                <a:gd name="T33" fmla="*/ 58 h 66"/>
                <a:gd name="T34" fmla="*/ 31 w 70"/>
                <a:gd name="T35" fmla="*/ 58 h 66"/>
                <a:gd name="T36" fmla="*/ 31 w 70"/>
                <a:gd name="T37" fmla="*/ 58 h 66"/>
                <a:gd name="T38" fmla="*/ 55 w 70"/>
                <a:gd name="T39" fmla="*/ 50 h 66"/>
                <a:gd name="T40" fmla="*/ 55 w 70"/>
                <a:gd name="T41" fmla="*/ 50 h 66"/>
                <a:gd name="T42" fmla="*/ 55 w 70"/>
                <a:gd name="T43" fmla="*/ 50 h 66"/>
                <a:gd name="T44" fmla="*/ 62 w 70"/>
                <a:gd name="T45" fmla="*/ 25 h 66"/>
                <a:gd name="T46" fmla="*/ 62 w 70"/>
                <a:gd name="T47" fmla="*/ 25 h 66"/>
                <a:gd name="T48" fmla="*/ 70 w 70"/>
                <a:gd name="T49" fmla="*/ 25 h 66"/>
                <a:gd name="T50" fmla="*/ 70 w 70"/>
                <a:gd name="T51" fmla="*/ 25 h 66"/>
                <a:gd name="T52" fmla="*/ 62 w 70"/>
                <a:gd name="T53" fmla="*/ 50 h 66"/>
                <a:gd name="T54" fmla="*/ 62 w 70"/>
                <a:gd name="T55" fmla="*/ 50 h 66"/>
                <a:gd name="T56" fmla="*/ 55 w 70"/>
                <a:gd name="T57" fmla="*/ 58 h 66"/>
                <a:gd name="T58" fmla="*/ 31 w 70"/>
                <a:gd name="T59" fmla="*/ 66 h 66"/>
                <a:gd name="T60" fmla="*/ 31 w 70"/>
                <a:gd name="T61" fmla="*/ 66 h 66"/>
                <a:gd name="T62" fmla="*/ 31 w 70"/>
                <a:gd name="T63" fmla="*/ 66 h 66"/>
                <a:gd name="T64" fmla="*/ 16 w 70"/>
                <a:gd name="T65" fmla="*/ 58 h 66"/>
                <a:gd name="T66" fmla="*/ 16 w 70"/>
                <a:gd name="T67" fmla="*/ 58 h 66"/>
                <a:gd name="T68" fmla="*/ 16 w 70"/>
                <a:gd name="T69" fmla="*/ 58 h 66"/>
                <a:gd name="T70" fmla="*/ 0 w 70"/>
                <a:gd name="T71" fmla="*/ 33 h 66"/>
                <a:gd name="T72" fmla="*/ 0 w 70"/>
                <a:gd name="T73" fmla="*/ 33 h 66"/>
                <a:gd name="T74" fmla="*/ 0 w 70"/>
                <a:gd name="T75" fmla="*/ 25 h 66"/>
                <a:gd name="T76" fmla="*/ 16 w 70"/>
                <a:gd name="T77" fmla="*/ 9 h 66"/>
                <a:gd name="T78" fmla="*/ 16 w 70"/>
                <a:gd name="T79" fmla="*/ 9 h 66"/>
                <a:gd name="T80" fmla="*/ 16 w 70"/>
                <a:gd name="T81" fmla="*/ 9 h 66"/>
                <a:gd name="T82" fmla="*/ 31 w 70"/>
                <a:gd name="T83" fmla="*/ 0 h 66"/>
                <a:gd name="T84" fmla="*/ 31 w 70"/>
                <a:gd name="T85" fmla="*/ 0 h 66"/>
                <a:gd name="T86" fmla="*/ 31 w 70"/>
                <a:gd name="T87" fmla="*/ 0 h 66"/>
                <a:gd name="T88" fmla="*/ 55 w 70"/>
                <a:gd name="T89" fmla="*/ 9 h 66"/>
                <a:gd name="T90" fmla="*/ 55 w 70"/>
                <a:gd name="T91" fmla="*/ 9 h 66"/>
                <a:gd name="T92" fmla="*/ 62 w 70"/>
                <a:gd name="T93" fmla="*/ 9 h 66"/>
                <a:gd name="T94" fmla="*/ 70 w 70"/>
                <a:gd name="T95" fmla="*/ 25 h 66"/>
                <a:gd name="T96" fmla="*/ 62 w 70"/>
                <a:gd name="T97" fmla="*/ 25 h 6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70"/>
                <a:gd name="T148" fmla="*/ 0 h 66"/>
                <a:gd name="T149" fmla="*/ 70 w 70"/>
                <a:gd name="T150" fmla="*/ 66 h 66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70" h="66">
                  <a:moveTo>
                    <a:pt x="62" y="25"/>
                  </a:moveTo>
                  <a:lnTo>
                    <a:pt x="55" y="9"/>
                  </a:lnTo>
                  <a:lnTo>
                    <a:pt x="55" y="17"/>
                  </a:lnTo>
                  <a:lnTo>
                    <a:pt x="31" y="9"/>
                  </a:lnTo>
                  <a:lnTo>
                    <a:pt x="16" y="17"/>
                  </a:lnTo>
                  <a:lnTo>
                    <a:pt x="24" y="17"/>
                  </a:lnTo>
                  <a:lnTo>
                    <a:pt x="8" y="33"/>
                  </a:lnTo>
                  <a:lnTo>
                    <a:pt x="8" y="25"/>
                  </a:lnTo>
                  <a:lnTo>
                    <a:pt x="24" y="50"/>
                  </a:lnTo>
                  <a:lnTo>
                    <a:pt x="16" y="50"/>
                  </a:lnTo>
                  <a:lnTo>
                    <a:pt x="31" y="58"/>
                  </a:lnTo>
                  <a:lnTo>
                    <a:pt x="55" y="50"/>
                  </a:lnTo>
                  <a:lnTo>
                    <a:pt x="62" y="25"/>
                  </a:lnTo>
                  <a:lnTo>
                    <a:pt x="70" y="25"/>
                  </a:lnTo>
                  <a:lnTo>
                    <a:pt x="62" y="50"/>
                  </a:lnTo>
                  <a:lnTo>
                    <a:pt x="55" y="58"/>
                  </a:lnTo>
                  <a:lnTo>
                    <a:pt x="31" y="66"/>
                  </a:lnTo>
                  <a:lnTo>
                    <a:pt x="16" y="58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16" y="9"/>
                  </a:lnTo>
                  <a:lnTo>
                    <a:pt x="31" y="0"/>
                  </a:lnTo>
                  <a:lnTo>
                    <a:pt x="55" y="9"/>
                  </a:lnTo>
                  <a:lnTo>
                    <a:pt x="62" y="9"/>
                  </a:lnTo>
                  <a:lnTo>
                    <a:pt x="70" y="25"/>
                  </a:lnTo>
                  <a:lnTo>
                    <a:pt x="62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46" name="Freeform 254">
              <a:extLst>
                <a:ext uri="{FF2B5EF4-FFF2-40B4-BE49-F238E27FC236}">
                  <a16:creationId xmlns:a16="http://schemas.microsoft.com/office/drawing/2014/main" id="{18E34CDA-8BAE-09EA-CDD3-1A1B408F5FAA}"/>
                </a:ext>
              </a:extLst>
            </p:cNvPr>
            <p:cNvSpPr>
              <a:spLocks/>
            </p:cNvSpPr>
            <p:nvPr/>
          </p:nvSpPr>
          <p:spPr bwMode="auto">
            <a:xfrm>
              <a:off x="3423" y="1719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47" name="Freeform 255">
              <a:extLst>
                <a:ext uri="{FF2B5EF4-FFF2-40B4-BE49-F238E27FC236}">
                  <a16:creationId xmlns:a16="http://schemas.microsoft.com/office/drawing/2014/main" id="{BEEE2C46-0E14-77B1-333E-90C3476D4198}"/>
                </a:ext>
              </a:extLst>
            </p:cNvPr>
            <p:cNvSpPr>
              <a:spLocks/>
            </p:cNvSpPr>
            <p:nvPr/>
          </p:nvSpPr>
          <p:spPr bwMode="auto">
            <a:xfrm>
              <a:off x="3300" y="1703"/>
              <a:ext cx="23" cy="32"/>
            </a:xfrm>
            <a:custGeom>
              <a:avLst/>
              <a:gdLst>
                <a:gd name="T0" fmla="*/ 23 w 23"/>
                <a:gd name="T1" fmla="*/ 16 h 32"/>
                <a:gd name="T2" fmla="*/ 23 w 23"/>
                <a:gd name="T3" fmla="*/ 8 h 32"/>
                <a:gd name="T4" fmla="*/ 7 w 23"/>
                <a:gd name="T5" fmla="*/ 0 h 32"/>
                <a:gd name="T6" fmla="*/ 0 w 23"/>
                <a:gd name="T7" fmla="*/ 8 h 32"/>
                <a:gd name="T8" fmla="*/ 0 w 23"/>
                <a:gd name="T9" fmla="*/ 16 h 32"/>
                <a:gd name="T10" fmla="*/ 0 w 23"/>
                <a:gd name="T11" fmla="*/ 32 h 32"/>
                <a:gd name="T12" fmla="*/ 7 w 23"/>
                <a:gd name="T13" fmla="*/ 32 h 32"/>
                <a:gd name="T14" fmla="*/ 23 w 23"/>
                <a:gd name="T15" fmla="*/ 32 h 32"/>
                <a:gd name="T16" fmla="*/ 23 w 23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2"/>
                <a:gd name="T29" fmla="*/ 23 w 23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2">
                  <a:moveTo>
                    <a:pt x="23" y="16"/>
                  </a:moveTo>
                  <a:lnTo>
                    <a:pt x="23" y="8"/>
                  </a:lnTo>
                  <a:lnTo>
                    <a:pt x="7" y="0"/>
                  </a:lnTo>
                  <a:lnTo>
                    <a:pt x="0" y="8"/>
                  </a:lnTo>
                  <a:lnTo>
                    <a:pt x="0" y="16"/>
                  </a:lnTo>
                  <a:lnTo>
                    <a:pt x="0" y="32"/>
                  </a:lnTo>
                  <a:lnTo>
                    <a:pt x="7" y="32"/>
                  </a:lnTo>
                  <a:lnTo>
                    <a:pt x="23" y="32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</p:grpSp>
      <p:sp>
        <p:nvSpPr>
          <p:cNvPr id="33796" name="Freeform 257">
            <a:extLst>
              <a:ext uri="{FF2B5EF4-FFF2-40B4-BE49-F238E27FC236}">
                <a16:creationId xmlns:a16="http://schemas.microsoft.com/office/drawing/2014/main" id="{4CFD9D3C-8AC0-300E-B252-67A1CE5A4AB0}"/>
              </a:ext>
            </a:extLst>
          </p:cNvPr>
          <p:cNvSpPr>
            <a:spLocks/>
          </p:cNvSpPr>
          <p:nvPr/>
        </p:nvSpPr>
        <p:spPr bwMode="auto">
          <a:xfrm>
            <a:off x="6762751" y="2703514"/>
            <a:ext cx="49213" cy="65087"/>
          </a:xfrm>
          <a:custGeom>
            <a:avLst/>
            <a:gdLst>
              <a:gd name="T0" fmla="*/ 2147483646 w 31"/>
              <a:gd name="T1" fmla="*/ 2147483646 h 41"/>
              <a:gd name="T2" fmla="*/ 2147483646 w 31"/>
              <a:gd name="T3" fmla="*/ 2147483646 h 41"/>
              <a:gd name="T4" fmla="*/ 2147483646 w 31"/>
              <a:gd name="T5" fmla="*/ 2147483646 h 41"/>
              <a:gd name="T6" fmla="*/ 2147483646 w 31"/>
              <a:gd name="T7" fmla="*/ 2147483646 h 41"/>
              <a:gd name="T8" fmla="*/ 2147483646 w 31"/>
              <a:gd name="T9" fmla="*/ 2147483646 h 41"/>
              <a:gd name="T10" fmla="*/ 2147483646 w 31"/>
              <a:gd name="T11" fmla="*/ 2147483646 h 41"/>
              <a:gd name="T12" fmla="*/ 2147483646 w 31"/>
              <a:gd name="T13" fmla="*/ 2147483646 h 41"/>
              <a:gd name="T14" fmla="*/ 2147483646 w 31"/>
              <a:gd name="T15" fmla="*/ 2147483646 h 41"/>
              <a:gd name="T16" fmla="*/ 2147483646 w 31"/>
              <a:gd name="T17" fmla="*/ 2147483646 h 41"/>
              <a:gd name="T18" fmla="*/ 2147483646 w 31"/>
              <a:gd name="T19" fmla="*/ 2147483646 h 41"/>
              <a:gd name="T20" fmla="*/ 2147483646 w 31"/>
              <a:gd name="T21" fmla="*/ 2147483646 h 41"/>
              <a:gd name="T22" fmla="*/ 2147483646 w 31"/>
              <a:gd name="T23" fmla="*/ 2147483646 h 41"/>
              <a:gd name="T24" fmla="*/ 2147483646 w 31"/>
              <a:gd name="T25" fmla="*/ 2147483646 h 41"/>
              <a:gd name="T26" fmla="*/ 2147483646 w 31"/>
              <a:gd name="T27" fmla="*/ 2147483646 h 41"/>
              <a:gd name="T28" fmla="*/ 0 w 31"/>
              <a:gd name="T29" fmla="*/ 2147483646 h 41"/>
              <a:gd name="T30" fmla="*/ 0 w 31"/>
              <a:gd name="T31" fmla="*/ 2147483646 h 41"/>
              <a:gd name="T32" fmla="*/ 2147483646 w 31"/>
              <a:gd name="T33" fmla="*/ 2147483646 h 41"/>
              <a:gd name="T34" fmla="*/ 2147483646 w 31"/>
              <a:gd name="T35" fmla="*/ 2147483646 h 41"/>
              <a:gd name="T36" fmla="*/ 2147483646 w 31"/>
              <a:gd name="T37" fmla="*/ 2147483646 h 41"/>
              <a:gd name="T38" fmla="*/ 2147483646 w 31"/>
              <a:gd name="T39" fmla="*/ 2147483646 h 41"/>
              <a:gd name="T40" fmla="*/ 2147483646 w 31"/>
              <a:gd name="T41" fmla="*/ 2147483646 h 41"/>
              <a:gd name="T42" fmla="*/ 2147483646 w 31"/>
              <a:gd name="T43" fmla="*/ 2147483646 h 41"/>
              <a:gd name="T44" fmla="*/ 2147483646 w 31"/>
              <a:gd name="T45" fmla="*/ 2147483646 h 41"/>
              <a:gd name="T46" fmla="*/ 2147483646 w 31"/>
              <a:gd name="T47" fmla="*/ 2147483646 h 41"/>
              <a:gd name="T48" fmla="*/ 2147483646 w 31"/>
              <a:gd name="T49" fmla="*/ 2147483646 h 41"/>
              <a:gd name="T50" fmla="*/ 2147483646 w 31"/>
              <a:gd name="T51" fmla="*/ 2147483646 h 41"/>
              <a:gd name="T52" fmla="*/ 2147483646 w 31"/>
              <a:gd name="T53" fmla="*/ 2147483646 h 41"/>
              <a:gd name="T54" fmla="*/ 2147483646 w 31"/>
              <a:gd name="T55" fmla="*/ 2147483646 h 41"/>
              <a:gd name="T56" fmla="*/ 2147483646 w 31"/>
              <a:gd name="T57" fmla="*/ 2147483646 h 41"/>
              <a:gd name="T58" fmla="*/ 2147483646 w 31"/>
              <a:gd name="T59" fmla="*/ 2147483646 h 41"/>
              <a:gd name="T60" fmla="*/ 2147483646 w 31"/>
              <a:gd name="T61" fmla="*/ 2147483646 h 41"/>
              <a:gd name="T62" fmla="*/ 2147483646 w 31"/>
              <a:gd name="T63" fmla="*/ 2147483646 h 41"/>
              <a:gd name="T64" fmla="*/ 0 w 31"/>
              <a:gd name="T65" fmla="*/ 2147483646 h 41"/>
              <a:gd name="T66" fmla="*/ 0 w 31"/>
              <a:gd name="T67" fmla="*/ 2147483646 h 41"/>
              <a:gd name="T68" fmla="*/ 0 w 31"/>
              <a:gd name="T69" fmla="*/ 2147483646 h 41"/>
              <a:gd name="T70" fmla="*/ 0 w 31"/>
              <a:gd name="T71" fmla="*/ 2147483646 h 41"/>
              <a:gd name="T72" fmla="*/ 0 w 31"/>
              <a:gd name="T73" fmla="*/ 2147483646 h 41"/>
              <a:gd name="T74" fmla="*/ 0 w 31"/>
              <a:gd name="T75" fmla="*/ 2147483646 h 41"/>
              <a:gd name="T76" fmla="*/ 0 w 31"/>
              <a:gd name="T77" fmla="*/ 2147483646 h 41"/>
              <a:gd name="T78" fmla="*/ 0 w 31"/>
              <a:gd name="T79" fmla="*/ 2147483646 h 41"/>
              <a:gd name="T80" fmla="*/ 0 w 31"/>
              <a:gd name="T81" fmla="*/ 2147483646 h 41"/>
              <a:gd name="T82" fmla="*/ 2147483646 w 31"/>
              <a:gd name="T83" fmla="*/ 0 h 41"/>
              <a:gd name="T84" fmla="*/ 2147483646 w 31"/>
              <a:gd name="T85" fmla="*/ 0 h 41"/>
              <a:gd name="T86" fmla="*/ 2147483646 w 31"/>
              <a:gd name="T87" fmla="*/ 0 h 41"/>
              <a:gd name="T88" fmla="*/ 2147483646 w 31"/>
              <a:gd name="T89" fmla="*/ 2147483646 h 41"/>
              <a:gd name="T90" fmla="*/ 2147483646 w 31"/>
              <a:gd name="T91" fmla="*/ 2147483646 h 41"/>
              <a:gd name="T92" fmla="*/ 2147483646 w 31"/>
              <a:gd name="T93" fmla="*/ 2147483646 h 41"/>
              <a:gd name="T94" fmla="*/ 2147483646 w 31"/>
              <a:gd name="T95" fmla="*/ 2147483646 h 41"/>
              <a:gd name="T96" fmla="*/ 2147483646 w 31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1"/>
              <a:gd name="T148" fmla="*/ 0 h 41"/>
              <a:gd name="T149" fmla="*/ 31 w 31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1" h="41">
                <a:moveTo>
                  <a:pt x="23" y="16"/>
                </a:moveTo>
                <a:lnTo>
                  <a:pt x="23" y="8"/>
                </a:lnTo>
                <a:lnTo>
                  <a:pt x="23" y="16"/>
                </a:lnTo>
                <a:lnTo>
                  <a:pt x="7" y="8"/>
                </a:lnTo>
                <a:lnTo>
                  <a:pt x="15" y="8"/>
                </a:lnTo>
                <a:lnTo>
                  <a:pt x="7" y="16"/>
                </a:lnTo>
                <a:lnTo>
                  <a:pt x="7" y="8"/>
                </a:lnTo>
                <a:lnTo>
                  <a:pt x="7" y="16"/>
                </a:lnTo>
                <a:lnTo>
                  <a:pt x="7" y="32"/>
                </a:lnTo>
                <a:lnTo>
                  <a:pt x="0" y="32"/>
                </a:lnTo>
                <a:lnTo>
                  <a:pt x="7" y="32"/>
                </a:lnTo>
                <a:lnTo>
                  <a:pt x="23" y="32"/>
                </a:lnTo>
                <a:lnTo>
                  <a:pt x="23" y="16"/>
                </a:lnTo>
                <a:lnTo>
                  <a:pt x="31" y="16"/>
                </a:lnTo>
                <a:lnTo>
                  <a:pt x="31" y="32"/>
                </a:lnTo>
                <a:lnTo>
                  <a:pt x="23" y="41"/>
                </a:lnTo>
                <a:lnTo>
                  <a:pt x="7" y="41"/>
                </a:lnTo>
                <a:lnTo>
                  <a:pt x="0" y="41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7" y="0"/>
                </a:lnTo>
                <a:lnTo>
                  <a:pt x="23" y="8"/>
                </a:lnTo>
                <a:lnTo>
                  <a:pt x="31" y="8"/>
                </a:lnTo>
                <a:lnTo>
                  <a:pt x="31" y="16"/>
                </a:lnTo>
                <a:lnTo>
                  <a:pt x="23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797" name="Freeform 258">
            <a:extLst>
              <a:ext uri="{FF2B5EF4-FFF2-40B4-BE49-F238E27FC236}">
                <a16:creationId xmlns:a16="http://schemas.microsoft.com/office/drawing/2014/main" id="{70333F77-F78E-2EE4-6864-449C9500A19A}"/>
              </a:ext>
            </a:extLst>
          </p:cNvPr>
          <p:cNvSpPr>
            <a:spLocks/>
          </p:cNvSpPr>
          <p:nvPr/>
        </p:nvSpPr>
        <p:spPr bwMode="auto">
          <a:xfrm>
            <a:off x="6799263" y="27289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798" name="Freeform 259">
            <a:extLst>
              <a:ext uri="{FF2B5EF4-FFF2-40B4-BE49-F238E27FC236}">
                <a16:creationId xmlns:a16="http://schemas.microsoft.com/office/drawing/2014/main" id="{2B168C7F-629A-C988-BB74-DFEB909D0DCE}"/>
              </a:ext>
            </a:extLst>
          </p:cNvPr>
          <p:cNvSpPr>
            <a:spLocks/>
          </p:cNvSpPr>
          <p:nvPr/>
        </p:nvSpPr>
        <p:spPr bwMode="auto">
          <a:xfrm>
            <a:off x="6542089" y="2311400"/>
            <a:ext cx="47625" cy="39688"/>
          </a:xfrm>
          <a:custGeom>
            <a:avLst/>
            <a:gdLst>
              <a:gd name="T0" fmla="*/ 2147483646 w 30"/>
              <a:gd name="T1" fmla="*/ 2147483646 h 25"/>
              <a:gd name="T2" fmla="*/ 2147483646 w 30"/>
              <a:gd name="T3" fmla="*/ 0 h 25"/>
              <a:gd name="T4" fmla="*/ 2147483646 w 30"/>
              <a:gd name="T5" fmla="*/ 0 h 25"/>
              <a:gd name="T6" fmla="*/ 0 w 30"/>
              <a:gd name="T7" fmla="*/ 0 h 25"/>
              <a:gd name="T8" fmla="*/ 0 w 30"/>
              <a:gd name="T9" fmla="*/ 2147483646 h 25"/>
              <a:gd name="T10" fmla="*/ 0 w 30"/>
              <a:gd name="T11" fmla="*/ 2147483646 h 25"/>
              <a:gd name="T12" fmla="*/ 2147483646 w 30"/>
              <a:gd name="T13" fmla="*/ 2147483646 h 25"/>
              <a:gd name="T14" fmla="*/ 2147483646 w 30"/>
              <a:gd name="T15" fmla="*/ 2147483646 h 25"/>
              <a:gd name="T16" fmla="*/ 2147483646 w 30"/>
              <a:gd name="T17" fmla="*/ 2147483646 h 2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0"/>
              <a:gd name="T28" fmla="*/ 0 h 25"/>
              <a:gd name="T29" fmla="*/ 30 w 30"/>
              <a:gd name="T30" fmla="*/ 25 h 2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0" h="25">
                <a:moveTo>
                  <a:pt x="30" y="8"/>
                </a:moveTo>
                <a:lnTo>
                  <a:pt x="23" y="0"/>
                </a:lnTo>
                <a:lnTo>
                  <a:pt x="15" y="0"/>
                </a:lnTo>
                <a:lnTo>
                  <a:pt x="0" y="0"/>
                </a:lnTo>
                <a:lnTo>
                  <a:pt x="0" y="8"/>
                </a:lnTo>
                <a:lnTo>
                  <a:pt x="0" y="25"/>
                </a:lnTo>
                <a:lnTo>
                  <a:pt x="15" y="25"/>
                </a:lnTo>
                <a:lnTo>
                  <a:pt x="23" y="25"/>
                </a:lnTo>
                <a:lnTo>
                  <a:pt x="30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799" name="Freeform 260">
            <a:extLst>
              <a:ext uri="{FF2B5EF4-FFF2-40B4-BE49-F238E27FC236}">
                <a16:creationId xmlns:a16="http://schemas.microsoft.com/office/drawing/2014/main" id="{AC75B370-ECAC-FCE1-BB71-219B18AB9970}"/>
              </a:ext>
            </a:extLst>
          </p:cNvPr>
          <p:cNvSpPr>
            <a:spLocks/>
          </p:cNvSpPr>
          <p:nvPr/>
        </p:nvSpPr>
        <p:spPr bwMode="auto">
          <a:xfrm>
            <a:off x="6542089" y="2311400"/>
            <a:ext cx="60325" cy="52388"/>
          </a:xfrm>
          <a:custGeom>
            <a:avLst/>
            <a:gdLst>
              <a:gd name="T0" fmla="*/ 2147483646 w 38"/>
              <a:gd name="T1" fmla="*/ 2147483646 h 33"/>
              <a:gd name="T2" fmla="*/ 2147483646 w 38"/>
              <a:gd name="T3" fmla="*/ 2147483646 h 33"/>
              <a:gd name="T4" fmla="*/ 2147483646 w 38"/>
              <a:gd name="T5" fmla="*/ 2147483646 h 33"/>
              <a:gd name="T6" fmla="*/ 2147483646 w 38"/>
              <a:gd name="T7" fmla="*/ 2147483646 h 33"/>
              <a:gd name="T8" fmla="*/ 2147483646 w 38"/>
              <a:gd name="T9" fmla="*/ 2147483646 h 33"/>
              <a:gd name="T10" fmla="*/ 2147483646 w 38"/>
              <a:gd name="T11" fmla="*/ 2147483646 h 33"/>
              <a:gd name="T12" fmla="*/ 2147483646 w 38"/>
              <a:gd name="T13" fmla="*/ 2147483646 h 33"/>
              <a:gd name="T14" fmla="*/ 0 w 38"/>
              <a:gd name="T15" fmla="*/ 2147483646 h 33"/>
              <a:gd name="T16" fmla="*/ 2147483646 w 38"/>
              <a:gd name="T17" fmla="*/ 0 h 33"/>
              <a:gd name="T18" fmla="*/ 2147483646 w 38"/>
              <a:gd name="T19" fmla="*/ 0 h 33"/>
              <a:gd name="T20" fmla="*/ 2147483646 w 38"/>
              <a:gd name="T21" fmla="*/ 2147483646 h 33"/>
              <a:gd name="T22" fmla="*/ 2147483646 w 38"/>
              <a:gd name="T23" fmla="*/ 2147483646 h 33"/>
              <a:gd name="T24" fmla="*/ 2147483646 w 38"/>
              <a:gd name="T25" fmla="*/ 2147483646 h 33"/>
              <a:gd name="T26" fmla="*/ 2147483646 w 38"/>
              <a:gd name="T27" fmla="*/ 2147483646 h 33"/>
              <a:gd name="T28" fmla="*/ 0 w 38"/>
              <a:gd name="T29" fmla="*/ 2147483646 h 33"/>
              <a:gd name="T30" fmla="*/ 0 w 38"/>
              <a:gd name="T31" fmla="*/ 2147483646 h 33"/>
              <a:gd name="T32" fmla="*/ 2147483646 w 38"/>
              <a:gd name="T33" fmla="*/ 2147483646 h 33"/>
              <a:gd name="T34" fmla="*/ 2147483646 w 38"/>
              <a:gd name="T35" fmla="*/ 2147483646 h 33"/>
              <a:gd name="T36" fmla="*/ 2147483646 w 38"/>
              <a:gd name="T37" fmla="*/ 2147483646 h 33"/>
              <a:gd name="T38" fmla="*/ 2147483646 w 38"/>
              <a:gd name="T39" fmla="*/ 2147483646 h 33"/>
              <a:gd name="T40" fmla="*/ 2147483646 w 38"/>
              <a:gd name="T41" fmla="*/ 2147483646 h 33"/>
              <a:gd name="T42" fmla="*/ 2147483646 w 38"/>
              <a:gd name="T43" fmla="*/ 2147483646 h 33"/>
              <a:gd name="T44" fmla="*/ 2147483646 w 38"/>
              <a:gd name="T45" fmla="*/ 2147483646 h 33"/>
              <a:gd name="T46" fmla="*/ 2147483646 w 38"/>
              <a:gd name="T47" fmla="*/ 2147483646 h 33"/>
              <a:gd name="T48" fmla="*/ 2147483646 w 38"/>
              <a:gd name="T49" fmla="*/ 2147483646 h 33"/>
              <a:gd name="T50" fmla="*/ 2147483646 w 38"/>
              <a:gd name="T51" fmla="*/ 2147483646 h 33"/>
              <a:gd name="T52" fmla="*/ 2147483646 w 38"/>
              <a:gd name="T53" fmla="*/ 2147483646 h 33"/>
              <a:gd name="T54" fmla="*/ 2147483646 w 38"/>
              <a:gd name="T55" fmla="*/ 2147483646 h 33"/>
              <a:gd name="T56" fmla="*/ 2147483646 w 38"/>
              <a:gd name="T57" fmla="*/ 2147483646 h 33"/>
              <a:gd name="T58" fmla="*/ 2147483646 w 38"/>
              <a:gd name="T59" fmla="*/ 2147483646 h 33"/>
              <a:gd name="T60" fmla="*/ 2147483646 w 38"/>
              <a:gd name="T61" fmla="*/ 2147483646 h 33"/>
              <a:gd name="T62" fmla="*/ 2147483646 w 38"/>
              <a:gd name="T63" fmla="*/ 2147483646 h 33"/>
              <a:gd name="T64" fmla="*/ 0 w 38"/>
              <a:gd name="T65" fmla="*/ 2147483646 h 33"/>
              <a:gd name="T66" fmla="*/ 0 w 38"/>
              <a:gd name="T67" fmla="*/ 2147483646 h 33"/>
              <a:gd name="T68" fmla="*/ 0 w 38"/>
              <a:gd name="T69" fmla="*/ 2147483646 h 33"/>
              <a:gd name="T70" fmla="*/ 0 w 38"/>
              <a:gd name="T71" fmla="*/ 2147483646 h 33"/>
              <a:gd name="T72" fmla="*/ 0 w 38"/>
              <a:gd name="T73" fmla="*/ 2147483646 h 33"/>
              <a:gd name="T74" fmla="*/ 0 w 38"/>
              <a:gd name="T75" fmla="*/ 2147483646 h 33"/>
              <a:gd name="T76" fmla="*/ 0 w 38"/>
              <a:gd name="T77" fmla="*/ 0 h 33"/>
              <a:gd name="T78" fmla="*/ 0 w 38"/>
              <a:gd name="T79" fmla="*/ 0 h 33"/>
              <a:gd name="T80" fmla="*/ 0 w 38"/>
              <a:gd name="T81" fmla="*/ 0 h 33"/>
              <a:gd name="T82" fmla="*/ 2147483646 w 38"/>
              <a:gd name="T83" fmla="*/ 0 h 33"/>
              <a:gd name="T84" fmla="*/ 2147483646 w 38"/>
              <a:gd name="T85" fmla="*/ 0 h 33"/>
              <a:gd name="T86" fmla="*/ 2147483646 w 38"/>
              <a:gd name="T87" fmla="*/ 0 h 33"/>
              <a:gd name="T88" fmla="*/ 2147483646 w 38"/>
              <a:gd name="T89" fmla="*/ 0 h 33"/>
              <a:gd name="T90" fmla="*/ 2147483646 w 38"/>
              <a:gd name="T91" fmla="*/ 0 h 33"/>
              <a:gd name="T92" fmla="*/ 2147483646 w 38"/>
              <a:gd name="T93" fmla="*/ 0 h 33"/>
              <a:gd name="T94" fmla="*/ 2147483646 w 38"/>
              <a:gd name="T95" fmla="*/ 2147483646 h 33"/>
              <a:gd name="T96" fmla="*/ 2147483646 w 38"/>
              <a:gd name="T97" fmla="*/ 2147483646 h 3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33"/>
              <a:gd name="T149" fmla="*/ 38 w 38"/>
              <a:gd name="T150" fmla="*/ 33 h 3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33">
                <a:moveTo>
                  <a:pt x="30" y="16"/>
                </a:moveTo>
                <a:lnTo>
                  <a:pt x="23" y="8"/>
                </a:lnTo>
                <a:lnTo>
                  <a:pt x="15" y="8"/>
                </a:lnTo>
                <a:lnTo>
                  <a:pt x="0" y="8"/>
                </a:lnTo>
                <a:lnTo>
                  <a:pt x="7" y="0"/>
                </a:lnTo>
                <a:lnTo>
                  <a:pt x="7" y="8"/>
                </a:lnTo>
                <a:lnTo>
                  <a:pt x="7" y="25"/>
                </a:lnTo>
                <a:lnTo>
                  <a:pt x="0" y="25"/>
                </a:lnTo>
                <a:lnTo>
                  <a:pt x="15" y="25"/>
                </a:lnTo>
                <a:lnTo>
                  <a:pt x="23" y="25"/>
                </a:lnTo>
                <a:lnTo>
                  <a:pt x="30" y="8"/>
                </a:lnTo>
                <a:lnTo>
                  <a:pt x="38" y="8"/>
                </a:lnTo>
                <a:lnTo>
                  <a:pt x="30" y="25"/>
                </a:lnTo>
                <a:lnTo>
                  <a:pt x="23" y="33"/>
                </a:lnTo>
                <a:lnTo>
                  <a:pt x="15" y="33"/>
                </a:lnTo>
                <a:lnTo>
                  <a:pt x="0" y="33"/>
                </a:lnTo>
                <a:lnTo>
                  <a:pt x="0" y="25"/>
                </a:lnTo>
                <a:lnTo>
                  <a:pt x="0" y="8"/>
                </a:lnTo>
                <a:lnTo>
                  <a:pt x="0" y="0"/>
                </a:lnTo>
                <a:lnTo>
                  <a:pt x="15" y="0"/>
                </a:lnTo>
                <a:lnTo>
                  <a:pt x="23" y="0"/>
                </a:lnTo>
                <a:lnTo>
                  <a:pt x="30" y="0"/>
                </a:lnTo>
                <a:lnTo>
                  <a:pt x="38" y="8"/>
                </a:lnTo>
                <a:lnTo>
                  <a:pt x="30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0" name="Freeform 261">
            <a:extLst>
              <a:ext uri="{FF2B5EF4-FFF2-40B4-BE49-F238E27FC236}">
                <a16:creationId xmlns:a16="http://schemas.microsoft.com/office/drawing/2014/main" id="{89ECA722-68BE-7AA8-8978-3BC5F1C85E40}"/>
              </a:ext>
            </a:extLst>
          </p:cNvPr>
          <p:cNvSpPr>
            <a:spLocks/>
          </p:cNvSpPr>
          <p:nvPr/>
        </p:nvSpPr>
        <p:spPr bwMode="auto">
          <a:xfrm>
            <a:off x="6589713" y="23241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1" name="Freeform 262">
            <a:extLst>
              <a:ext uri="{FF2B5EF4-FFF2-40B4-BE49-F238E27FC236}">
                <a16:creationId xmlns:a16="http://schemas.microsoft.com/office/drawing/2014/main" id="{EFE89D5C-F57C-15D1-2DF5-C4E839FA507B}"/>
              </a:ext>
            </a:extLst>
          </p:cNvPr>
          <p:cNvSpPr>
            <a:spLocks/>
          </p:cNvSpPr>
          <p:nvPr/>
        </p:nvSpPr>
        <p:spPr bwMode="auto">
          <a:xfrm>
            <a:off x="6542089" y="2441575"/>
            <a:ext cx="47625" cy="52388"/>
          </a:xfrm>
          <a:custGeom>
            <a:avLst/>
            <a:gdLst>
              <a:gd name="T0" fmla="*/ 2147483646 w 30"/>
              <a:gd name="T1" fmla="*/ 2147483646 h 33"/>
              <a:gd name="T2" fmla="*/ 2147483646 w 30"/>
              <a:gd name="T3" fmla="*/ 2147483646 h 33"/>
              <a:gd name="T4" fmla="*/ 2147483646 w 30"/>
              <a:gd name="T5" fmla="*/ 0 h 33"/>
              <a:gd name="T6" fmla="*/ 0 w 30"/>
              <a:gd name="T7" fmla="*/ 2147483646 h 33"/>
              <a:gd name="T8" fmla="*/ 0 w 30"/>
              <a:gd name="T9" fmla="*/ 2147483646 h 33"/>
              <a:gd name="T10" fmla="*/ 0 w 30"/>
              <a:gd name="T11" fmla="*/ 2147483646 h 33"/>
              <a:gd name="T12" fmla="*/ 2147483646 w 30"/>
              <a:gd name="T13" fmla="*/ 2147483646 h 33"/>
              <a:gd name="T14" fmla="*/ 2147483646 w 30"/>
              <a:gd name="T15" fmla="*/ 2147483646 h 33"/>
              <a:gd name="T16" fmla="*/ 2147483646 w 30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0"/>
              <a:gd name="T28" fmla="*/ 0 h 33"/>
              <a:gd name="T29" fmla="*/ 30 w 30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0" h="33">
                <a:moveTo>
                  <a:pt x="30" y="17"/>
                </a:moveTo>
                <a:lnTo>
                  <a:pt x="23" y="8"/>
                </a:lnTo>
                <a:lnTo>
                  <a:pt x="15" y="0"/>
                </a:lnTo>
                <a:lnTo>
                  <a:pt x="0" y="8"/>
                </a:lnTo>
                <a:lnTo>
                  <a:pt x="0" y="17"/>
                </a:lnTo>
                <a:lnTo>
                  <a:pt x="0" y="25"/>
                </a:lnTo>
                <a:lnTo>
                  <a:pt x="15" y="33"/>
                </a:lnTo>
                <a:lnTo>
                  <a:pt x="23" y="25"/>
                </a:lnTo>
                <a:lnTo>
                  <a:pt x="30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2" name="Freeform 263">
            <a:extLst>
              <a:ext uri="{FF2B5EF4-FFF2-40B4-BE49-F238E27FC236}">
                <a16:creationId xmlns:a16="http://schemas.microsoft.com/office/drawing/2014/main" id="{695B8F3F-8BC0-3BFF-9261-2822AFD89E23}"/>
              </a:ext>
            </a:extLst>
          </p:cNvPr>
          <p:cNvSpPr>
            <a:spLocks/>
          </p:cNvSpPr>
          <p:nvPr/>
        </p:nvSpPr>
        <p:spPr bwMode="auto">
          <a:xfrm>
            <a:off x="6542089" y="2441575"/>
            <a:ext cx="60325" cy="65088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0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0 w 38"/>
              <a:gd name="T29" fmla="*/ 2147483646 h 41"/>
              <a:gd name="T30" fmla="*/ 0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0 w 38"/>
              <a:gd name="T65" fmla="*/ 2147483646 h 41"/>
              <a:gd name="T66" fmla="*/ 0 w 38"/>
              <a:gd name="T67" fmla="*/ 2147483646 h 41"/>
              <a:gd name="T68" fmla="*/ 0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0 w 38"/>
              <a:gd name="T77" fmla="*/ 2147483646 h 41"/>
              <a:gd name="T78" fmla="*/ 0 w 38"/>
              <a:gd name="T79" fmla="*/ 2147483646 h 41"/>
              <a:gd name="T80" fmla="*/ 0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0" y="25"/>
                </a:moveTo>
                <a:lnTo>
                  <a:pt x="23" y="17"/>
                </a:lnTo>
                <a:lnTo>
                  <a:pt x="15" y="8"/>
                </a:lnTo>
                <a:lnTo>
                  <a:pt x="0" y="17"/>
                </a:lnTo>
                <a:lnTo>
                  <a:pt x="7" y="8"/>
                </a:lnTo>
                <a:lnTo>
                  <a:pt x="7" y="17"/>
                </a:lnTo>
                <a:lnTo>
                  <a:pt x="7" y="25"/>
                </a:lnTo>
                <a:lnTo>
                  <a:pt x="0" y="25"/>
                </a:lnTo>
                <a:lnTo>
                  <a:pt x="15" y="33"/>
                </a:lnTo>
                <a:lnTo>
                  <a:pt x="23" y="25"/>
                </a:lnTo>
                <a:lnTo>
                  <a:pt x="30" y="17"/>
                </a:lnTo>
                <a:lnTo>
                  <a:pt x="38" y="25"/>
                </a:lnTo>
                <a:lnTo>
                  <a:pt x="30" y="33"/>
                </a:lnTo>
                <a:lnTo>
                  <a:pt x="23" y="41"/>
                </a:lnTo>
                <a:lnTo>
                  <a:pt x="15" y="41"/>
                </a:lnTo>
                <a:lnTo>
                  <a:pt x="0" y="33"/>
                </a:lnTo>
                <a:lnTo>
                  <a:pt x="0" y="25"/>
                </a:lnTo>
                <a:lnTo>
                  <a:pt x="0" y="17"/>
                </a:lnTo>
                <a:lnTo>
                  <a:pt x="0" y="8"/>
                </a:lnTo>
                <a:lnTo>
                  <a:pt x="15" y="0"/>
                </a:lnTo>
                <a:lnTo>
                  <a:pt x="23" y="0"/>
                </a:lnTo>
                <a:lnTo>
                  <a:pt x="30" y="8"/>
                </a:lnTo>
                <a:lnTo>
                  <a:pt x="38" y="17"/>
                </a:lnTo>
                <a:lnTo>
                  <a:pt x="30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3" name="Freeform 264">
            <a:extLst>
              <a:ext uri="{FF2B5EF4-FFF2-40B4-BE49-F238E27FC236}">
                <a16:creationId xmlns:a16="http://schemas.microsoft.com/office/drawing/2014/main" id="{FFFDF55C-D26F-8EB7-3CDD-682E2FDB8A8F}"/>
              </a:ext>
            </a:extLst>
          </p:cNvPr>
          <p:cNvSpPr>
            <a:spLocks/>
          </p:cNvSpPr>
          <p:nvPr/>
        </p:nvSpPr>
        <p:spPr bwMode="auto">
          <a:xfrm>
            <a:off x="6589713" y="246856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4" name="Freeform 265">
            <a:extLst>
              <a:ext uri="{FF2B5EF4-FFF2-40B4-BE49-F238E27FC236}">
                <a16:creationId xmlns:a16="http://schemas.microsoft.com/office/drawing/2014/main" id="{4B7E02F1-56EC-A8EC-C83C-2AAF3F5A544E}"/>
              </a:ext>
            </a:extLst>
          </p:cNvPr>
          <p:cNvSpPr>
            <a:spLocks/>
          </p:cNvSpPr>
          <p:nvPr/>
        </p:nvSpPr>
        <p:spPr bwMode="auto">
          <a:xfrm>
            <a:off x="6542089" y="2951164"/>
            <a:ext cx="47625" cy="52387"/>
          </a:xfrm>
          <a:custGeom>
            <a:avLst/>
            <a:gdLst>
              <a:gd name="T0" fmla="*/ 2147483646 w 30"/>
              <a:gd name="T1" fmla="*/ 2147483646 h 33"/>
              <a:gd name="T2" fmla="*/ 2147483646 w 30"/>
              <a:gd name="T3" fmla="*/ 2147483646 h 33"/>
              <a:gd name="T4" fmla="*/ 2147483646 w 30"/>
              <a:gd name="T5" fmla="*/ 0 h 33"/>
              <a:gd name="T6" fmla="*/ 0 w 30"/>
              <a:gd name="T7" fmla="*/ 2147483646 h 33"/>
              <a:gd name="T8" fmla="*/ 0 w 30"/>
              <a:gd name="T9" fmla="*/ 2147483646 h 33"/>
              <a:gd name="T10" fmla="*/ 0 w 30"/>
              <a:gd name="T11" fmla="*/ 2147483646 h 33"/>
              <a:gd name="T12" fmla="*/ 2147483646 w 30"/>
              <a:gd name="T13" fmla="*/ 2147483646 h 33"/>
              <a:gd name="T14" fmla="*/ 2147483646 w 30"/>
              <a:gd name="T15" fmla="*/ 2147483646 h 33"/>
              <a:gd name="T16" fmla="*/ 2147483646 w 30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0"/>
              <a:gd name="T28" fmla="*/ 0 h 33"/>
              <a:gd name="T29" fmla="*/ 30 w 30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0" h="33">
                <a:moveTo>
                  <a:pt x="30" y="16"/>
                </a:moveTo>
                <a:lnTo>
                  <a:pt x="23" y="8"/>
                </a:lnTo>
                <a:lnTo>
                  <a:pt x="15" y="0"/>
                </a:lnTo>
                <a:lnTo>
                  <a:pt x="0" y="8"/>
                </a:lnTo>
                <a:lnTo>
                  <a:pt x="0" y="16"/>
                </a:lnTo>
                <a:lnTo>
                  <a:pt x="0" y="24"/>
                </a:lnTo>
                <a:lnTo>
                  <a:pt x="15" y="33"/>
                </a:lnTo>
                <a:lnTo>
                  <a:pt x="23" y="24"/>
                </a:lnTo>
                <a:lnTo>
                  <a:pt x="30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5" name="Freeform 266">
            <a:extLst>
              <a:ext uri="{FF2B5EF4-FFF2-40B4-BE49-F238E27FC236}">
                <a16:creationId xmlns:a16="http://schemas.microsoft.com/office/drawing/2014/main" id="{52A921B1-AFBF-D40D-C1B5-69C88A2EEAEB}"/>
              </a:ext>
            </a:extLst>
          </p:cNvPr>
          <p:cNvSpPr>
            <a:spLocks/>
          </p:cNvSpPr>
          <p:nvPr/>
        </p:nvSpPr>
        <p:spPr bwMode="auto">
          <a:xfrm>
            <a:off x="6542089" y="2951164"/>
            <a:ext cx="60325" cy="65087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0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0 w 38"/>
              <a:gd name="T29" fmla="*/ 2147483646 h 41"/>
              <a:gd name="T30" fmla="*/ 0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0 w 38"/>
              <a:gd name="T65" fmla="*/ 2147483646 h 41"/>
              <a:gd name="T66" fmla="*/ 0 w 38"/>
              <a:gd name="T67" fmla="*/ 2147483646 h 41"/>
              <a:gd name="T68" fmla="*/ 0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0 w 38"/>
              <a:gd name="T77" fmla="*/ 2147483646 h 41"/>
              <a:gd name="T78" fmla="*/ 0 w 38"/>
              <a:gd name="T79" fmla="*/ 2147483646 h 41"/>
              <a:gd name="T80" fmla="*/ 0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0" y="24"/>
                </a:moveTo>
                <a:lnTo>
                  <a:pt x="23" y="16"/>
                </a:lnTo>
                <a:lnTo>
                  <a:pt x="15" y="8"/>
                </a:lnTo>
                <a:lnTo>
                  <a:pt x="0" y="16"/>
                </a:lnTo>
                <a:lnTo>
                  <a:pt x="7" y="8"/>
                </a:lnTo>
                <a:lnTo>
                  <a:pt x="7" y="16"/>
                </a:lnTo>
                <a:lnTo>
                  <a:pt x="7" y="24"/>
                </a:lnTo>
                <a:lnTo>
                  <a:pt x="0" y="24"/>
                </a:lnTo>
                <a:lnTo>
                  <a:pt x="15" y="33"/>
                </a:lnTo>
                <a:lnTo>
                  <a:pt x="23" y="24"/>
                </a:lnTo>
                <a:lnTo>
                  <a:pt x="30" y="16"/>
                </a:lnTo>
                <a:lnTo>
                  <a:pt x="38" y="24"/>
                </a:lnTo>
                <a:lnTo>
                  <a:pt x="30" y="33"/>
                </a:lnTo>
                <a:lnTo>
                  <a:pt x="23" y="41"/>
                </a:lnTo>
                <a:lnTo>
                  <a:pt x="15" y="41"/>
                </a:lnTo>
                <a:lnTo>
                  <a:pt x="0" y="33"/>
                </a:lnTo>
                <a:lnTo>
                  <a:pt x="0" y="24"/>
                </a:lnTo>
                <a:lnTo>
                  <a:pt x="0" y="16"/>
                </a:lnTo>
                <a:lnTo>
                  <a:pt x="0" y="8"/>
                </a:lnTo>
                <a:lnTo>
                  <a:pt x="15" y="0"/>
                </a:lnTo>
                <a:lnTo>
                  <a:pt x="23" y="0"/>
                </a:lnTo>
                <a:lnTo>
                  <a:pt x="30" y="8"/>
                </a:lnTo>
                <a:lnTo>
                  <a:pt x="38" y="16"/>
                </a:lnTo>
                <a:lnTo>
                  <a:pt x="30" y="24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6" name="Freeform 267">
            <a:extLst>
              <a:ext uri="{FF2B5EF4-FFF2-40B4-BE49-F238E27FC236}">
                <a16:creationId xmlns:a16="http://schemas.microsoft.com/office/drawing/2014/main" id="{D71B63AD-90D8-EC02-0999-602D18B2FE18}"/>
              </a:ext>
            </a:extLst>
          </p:cNvPr>
          <p:cNvSpPr>
            <a:spLocks/>
          </p:cNvSpPr>
          <p:nvPr/>
        </p:nvSpPr>
        <p:spPr bwMode="auto">
          <a:xfrm>
            <a:off x="6589713" y="297656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7" name="Freeform 268">
            <a:extLst>
              <a:ext uri="{FF2B5EF4-FFF2-40B4-BE49-F238E27FC236}">
                <a16:creationId xmlns:a16="http://schemas.microsoft.com/office/drawing/2014/main" id="{B0009DEF-B97C-FBBD-1F4E-63B94D2E3B22}"/>
              </a:ext>
            </a:extLst>
          </p:cNvPr>
          <p:cNvSpPr>
            <a:spLocks/>
          </p:cNvSpPr>
          <p:nvPr/>
        </p:nvSpPr>
        <p:spPr bwMode="auto">
          <a:xfrm>
            <a:off x="6542089" y="3106739"/>
            <a:ext cx="47625" cy="52387"/>
          </a:xfrm>
          <a:custGeom>
            <a:avLst/>
            <a:gdLst>
              <a:gd name="T0" fmla="*/ 2147483646 w 30"/>
              <a:gd name="T1" fmla="*/ 2147483646 h 33"/>
              <a:gd name="T2" fmla="*/ 2147483646 w 30"/>
              <a:gd name="T3" fmla="*/ 2147483646 h 33"/>
              <a:gd name="T4" fmla="*/ 2147483646 w 30"/>
              <a:gd name="T5" fmla="*/ 0 h 33"/>
              <a:gd name="T6" fmla="*/ 0 w 30"/>
              <a:gd name="T7" fmla="*/ 2147483646 h 33"/>
              <a:gd name="T8" fmla="*/ 0 w 30"/>
              <a:gd name="T9" fmla="*/ 2147483646 h 33"/>
              <a:gd name="T10" fmla="*/ 0 w 30"/>
              <a:gd name="T11" fmla="*/ 2147483646 h 33"/>
              <a:gd name="T12" fmla="*/ 2147483646 w 30"/>
              <a:gd name="T13" fmla="*/ 2147483646 h 33"/>
              <a:gd name="T14" fmla="*/ 2147483646 w 30"/>
              <a:gd name="T15" fmla="*/ 2147483646 h 33"/>
              <a:gd name="T16" fmla="*/ 2147483646 w 30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0"/>
              <a:gd name="T28" fmla="*/ 0 h 33"/>
              <a:gd name="T29" fmla="*/ 30 w 30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0" h="33">
                <a:moveTo>
                  <a:pt x="30" y="17"/>
                </a:moveTo>
                <a:lnTo>
                  <a:pt x="23" y="9"/>
                </a:lnTo>
                <a:lnTo>
                  <a:pt x="15" y="0"/>
                </a:lnTo>
                <a:lnTo>
                  <a:pt x="0" y="9"/>
                </a:lnTo>
                <a:lnTo>
                  <a:pt x="0" y="17"/>
                </a:lnTo>
                <a:lnTo>
                  <a:pt x="0" y="33"/>
                </a:lnTo>
                <a:lnTo>
                  <a:pt x="15" y="33"/>
                </a:lnTo>
                <a:lnTo>
                  <a:pt x="23" y="33"/>
                </a:lnTo>
                <a:lnTo>
                  <a:pt x="30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8" name="Freeform 269">
            <a:extLst>
              <a:ext uri="{FF2B5EF4-FFF2-40B4-BE49-F238E27FC236}">
                <a16:creationId xmlns:a16="http://schemas.microsoft.com/office/drawing/2014/main" id="{800B0E5F-A123-9127-8BE5-A1DF5CF9D651}"/>
              </a:ext>
            </a:extLst>
          </p:cNvPr>
          <p:cNvSpPr>
            <a:spLocks/>
          </p:cNvSpPr>
          <p:nvPr/>
        </p:nvSpPr>
        <p:spPr bwMode="auto">
          <a:xfrm>
            <a:off x="6542089" y="3106739"/>
            <a:ext cx="60325" cy="65087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0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0 w 38"/>
              <a:gd name="T29" fmla="*/ 2147483646 h 41"/>
              <a:gd name="T30" fmla="*/ 0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0 w 38"/>
              <a:gd name="T65" fmla="*/ 2147483646 h 41"/>
              <a:gd name="T66" fmla="*/ 0 w 38"/>
              <a:gd name="T67" fmla="*/ 2147483646 h 41"/>
              <a:gd name="T68" fmla="*/ 0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0 w 38"/>
              <a:gd name="T77" fmla="*/ 2147483646 h 41"/>
              <a:gd name="T78" fmla="*/ 0 w 38"/>
              <a:gd name="T79" fmla="*/ 2147483646 h 41"/>
              <a:gd name="T80" fmla="*/ 0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0" y="25"/>
                </a:moveTo>
                <a:lnTo>
                  <a:pt x="23" y="17"/>
                </a:lnTo>
                <a:lnTo>
                  <a:pt x="15" y="9"/>
                </a:lnTo>
                <a:lnTo>
                  <a:pt x="0" y="17"/>
                </a:lnTo>
                <a:lnTo>
                  <a:pt x="7" y="9"/>
                </a:lnTo>
                <a:lnTo>
                  <a:pt x="7" y="17"/>
                </a:lnTo>
                <a:lnTo>
                  <a:pt x="7" y="33"/>
                </a:lnTo>
                <a:lnTo>
                  <a:pt x="0" y="33"/>
                </a:lnTo>
                <a:lnTo>
                  <a:pt x="15" y="33"/>
                </a:lnTo>
                <a:lnTo>
                  <a:pt x="23" y="33"/>
                </a:lnTo>
                <a:lnTo>
                  <a:pt x="30" y="17"/>
                </a:lnTo>
                <a:lnTo>
                  <a:pt x="38" y="17"/>
                </a:lnTo>
                <a:lnTo>
                  <a:pt x="30" y="33"/>
                </a:lnTo>
                <a:lnTo>
                  <a:pt x="23" y="41"/>
                </a:lnTo>
                <a:lnTo>
                  <a:pt x="15" y="41"/>
                </a:lnTo>
                <a:lnTo>
                  <a:pt x="0" y="41"/>
                </a:lnTo>
                <a:lnTo>
                  <a:pt x="0" y="33"/>
                </a:lnTo>
                <a:lnTo>
                  <a:pt x="0" y="17"/>
                </a:lnTo>
                <a:lnTo>
                  <a:pt x="0" y="9"/>
                </a:lnTo>
                <a:lnTo>
                  <a:pt x="15" y="0"/>
                </a:lnTo>
                <a:lnTo>
                  <a:pt x="23" y="0"/>
                </a:lnTo>
                <a:lnTo>
                  <a:pt x="30" y="9"/>
                </a:lnTo>
                <a:lnTo>
                  <a:pt x="38" y="17"/>
                </a:lnTo>
                <a:lnTo>
                  <a:pt x="30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9" name="Freeform 270">
            <a:extLst>
              <a:ext uri="{FF2B5EF4-FFF2-40B4-BE49-F238E27FC236}">
                <a16:creationId xmlns:a16="http://schemas.microsoft.com/office/drawing/2014/main" id="{18036AF4-F8C9-D93D-D47F-BCBFE2138DAE}"/>
              </a:ext>
            </a:extLst>
          </p:cNvPr>
          <p:cNvSpPr>
            <a:spLocks/>
          </p:cNvSpPr>
          <p:nvPr/>
        </p:nvSpPr>
        <p:spPr bwMode="auto">
          <a:xfrm>
            <a:off x="6589713" y="31337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0" name="Freeform 271">
            <a:extLst>
              <a:ext uri="{FF2B5EF4-FFF2-40B4-BE49-F238E27FC236}">
                <a16:creationId xmlns:a16="http://schemas.microsoft.com/office/drawing/2014/main" id="{87176C30-5272-1C1A-1292-F6185630D934}"/>
              </a:ext>
            </a:extLst>
          </p:cNvPr>
          <p:cNvSpPr>
            <a:spLocks/>
          </p:cNvSpPr>
          <p:nvPr/>
        </p:nvSpPr>
        <p:spPr bwMode="auto">
          <a:xfrm>
            <a:off x="6762751" y="3355975"/>
            <a:ext cx="36513" cy="50800"/>
          </a:xfrm>
          <a:custGeom>
            <a:avLst/>
            <a:gdLst>
              <a:gd name="T0" fmla="*/ 2147483646 w 23"/>
              <a:gd name="T1" fmla="*/ 2147483646 h 32"/>
              <a:gd name="T2" fmla="*/ 2147483646 w 23"/>
              <a:gd name="T3" fmla="*/ 2147483646 h 32"/>
              <a:gd name="T4" fmla="*/ 2147483646 w 23"/>
              <a:gd name="T5" fmla="*/ 0 h 32"/>
              <a:gd name="T6" fmla="*/ 0 w 23"/>
              <a:gd name="T7" fmla="*/ 2147483646 h 32"/>
              <a:gd name="T8" fmla="*/ 0 w 23"/>
              <a:gd name="T9" fmla="*/ 2147483646 h 32"/>
              <a:gd name="T10" fmla="*/ 0 w 23"/>
              <a:gd name="T11" fmla="*/ 2147483646 h 32"/>
              <a:gd name="T12" fmla="*/ 2147483646 w 23"/>
              <a:gd name="T13" fmla="*/ 2147483646 h 32"/>
              <a:gd name="T14" fmla="*/ 2147483646 w 23"/>
              <a:gd name="T15" fmla="*/ 2147483646 h 32"/>
              <a:gd name="T16" fmla="*/ 2147483646 w 23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23"/>
              <a:gd name="T28" fmla="*/ 0 h 32"/>
              <a:gd name="T29" fmla="*/ 23 w 23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23" h="32">
                <a:moveTo>
                  <a:pt x="23" y="16"/>
                </a:moveTo>
                <a:lnTo>
                  <a:pt x="23" y="8"/>
                </a:lnTo>
                <a:lnTo>
                  <a:pt x="7" y="0"/>
                </a:lnTo>
                <a:lnTo>
                  <a:pt x="0" y="8"/>
                </a:lnTo>
                <a:lnTo>
                  <a:pt x="0" y="16"/>
                </a:lnTo>
                <a:lnTo>
                  <a:pt x="0" y="24"/>
                </a:lnTo>
                <a:lnTo>
                  <a:pt x="7" y="32"/>
                </a:lnTo>
                <a:lnTo>
                  <a:pt x="23" y="24"/>
                </a:lnTo>
                <a:lnTo>
                  <a:pt x="23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1" name="Freeform 272">
            <a:extLst>
              <a:ext uri="{FF2B5EF4-FFF2-40B4-BE49-F238E27FC236}">
                <a16:creationId xmlns:a16="http://schemas.microsoft.com/office/drawing/2014/main" id="{86D4E440-6F72-8F67-034C-CBA91BD34E01}"/>
              </a:ext>
            </a:extLst>
          </p:cNvPr>
          <p:cNvSpPr>
            <a:spLocks/>
          </p:cNvSpPr>
          <p:nvPr/>
        </p:nvSpPr>
        <p:spPr bwMode="auto">
          <a:xfrm>
            <a:off x="6762751" y="3355975"/>
            <a:ext cx="49213" cy="65088"/>
          </a:xfrm>
          <a:custGeom>
            <a:avLst/>
            <a:gdLst>
              <a:gd name="T0" fmla="*/ 2147483646 w 31"/>
              <a:gd name="T1" fmla="*/ 2147483646 h 41"/>
              <a:gd name="T2" fmla="*/ 2147483646 w 31"/>
              <a:gd name="T3" fmla="*/ 2147483646 h 41"/>
              <a:gd name="T4" fmla="*/ 2147483646 w 31"/>
              <a:gd name="T5" fmla="*/ 2147483646 h 41"/>
              <a:gd name="T6" fmla="*/ 2147483646 w 31"/>
              <a:gd name="T7" fmla="*/ 2147483646 h 41"/>
              <a:gd name="T8" fmla="*/ 2147483646 w 31"/>
              <a:gd name="T9" fmla="*/ 2147483646 h 41"/>
              <a:gd name="T10" fmla="*/ 2147483646 w 31"/>
              <a:gd name="T11" fmla="*/ 2147483646 h 41"/>
              <a:gd name="T12" fmla="*/ 2147483646 w 31"/>
              <a:gd name="T13" fmla="*/ 2147483646 h 41"/>
              <a:gd name="T14" fmla="*/ 2147483646 w 31"/>
              <a:gd name="T15" fmla="*/ 2147483646 h 41"/>
              <a:gd name="T16" fmla="*/ 2147483646 w 31"/>
              <a:gd name="T17" fmla="*/ 2147483646 h 41"/>
              <a:gd name="T18" fmla="*/ 2147483646 w 31"/>
              <a:gd name="T19" fmla="*/ 2147483646 h 41"/>
              <a:gd name="T20" fmla="*/ 2147483646 w 31"/>
              <a:gd name="T21" fmla="*/ 2147483646 h 41"/>
              <a:gd name="T22" fmla="*/ 2147483646 w 31"/>
              <a:gd name="T23" fmla="*/ 2147483646 h 41"/>
              <a:gd name="T24" fmla="*/ 2147483646 w 31"/>
              <a:gd name="T25" fmla="*/ 2147483646 h 41"/>
              <a:gd name="T26" fmla="*/ 2147483646 w 31"/>
              <a:gd name="T27" fmla="*/ 2147483646 h 41"/>
              <a:gd name="T28" fmla="*/ 2147483646 w 31"/>
              <a:gd name="T29" fmla="*/ 2147483646 h 41"/>
              <a:gd name="T30" fmla="*/ 2147483646 w 31"/>
              <a:gd name="T31" fmla="*/ 2147483646 h 41"/>
              <a:gd name="T32" fmla="*/ 2147483646 w 31"/>
              <a:gd name="T33" fmla="*/ 2147483646 h 41"/>
              <a:gd name="T34" fmla="*/ 2147483646 w 31"/>
              <a:gd name="T35" fmla="*/ 2147483646 h 41"/>
              <a:gd name="T36" fmla="*/ 2147483646 w 31"/>
              <a:gd name="T37" fmla="*/ 2147483646 h 41"/>
              <a:gd name="T38" fmla="*/ 2147483646 w 31"/>
              <a:gd name="T39" fmla="*/ 2147483646 h 41"/>
              <a:gd name="T40" fmla="*/ 2147483646 w 31"/>
              <a:gd name="T41" fmla="*/ 2147483646 h 41"/>
              <a:gd name="T42" fmla="*/ 2147483646 w 31"/>
              <a:gd name="T43" fmla="*/ 2147483646 h 41"/>
              <a:gd name="T44" fmla="*/ 2147483646 w 31"/>
              <a:gd name="T45" fmla="*/ 2147483646 h 41"/>
              <a:gd name="T46" fmla="*/ 2147483646 w 31"/>
              <a:gd name="T47" fmla="*/ 2147483646 h 41"/>
              <a:gd name="T48" fmla="*/ 2147483646 w 31"/>
              <a:gd name="T49" fmla="*/ 2147483646 h 41"/>
              <a:gd name="T50" fmla="*/ 2147483646 w 31"/>
              <a:gd name="T51" fmla="*/ 2147483646 h 41"/>
              <a:gd name="T52" fmla="*/ 2147483646 w 31"/>
              <a:gd name="T53" fmla="*/ 2147483646 h 41"/>
              <a:gd name="T54" fmla="*/ 2147483646 w 31"/>
              <a:gd name="T55" fmla="*/ 2147483646 h 41"/>
              <a:gd name="T56" fmla="*/ 2147483646 w 31"/>
              <a:gd name="T57" fmla="*/ 2147483646 h 41"/>
              <a:gd name="T58" fmla="*/ 2147483646 w 31"/>
              <a:gd name="T59" fmla="*/ 2147483646 h 41"/>
              <a:gd name="T60" fmla="*/ 2147483646 w 31"/>
              <a:gd name="T61" fmla="*/ 2147483646 h 41"/>
              <a:gd name="T62" fmla="*/ 2147483646 w 31"/>
              <a:gd name="T63" fmla="*/ 2147483646 h 41"/>
              <a:gd name="T64" fmla="*/ 0 w 31"/>
              <a:gd name="T65" fmla="*/ 2147483646 h 41"/>
              <a:gd name="T66" fmla="*/ 0 w 31"/>
              <a:gd name="T67" fmla="*/ 2147483646 h 41"/>
              <a:gd name="T68" fmla="*/ 0 w 31"/>
              <a:gd name="T69" fmla="*/ 2147483646 h 41"/>
              <a:gd name="T70" fmla="*/ 0 w 31"/>
              <a:gd name="T71" fmla="*/ 2147483646 h 41"/>
              <a:gd name="T72" fmla="*/ 0 w 31"/>
              <a:gd name="T73" fmla="*/ 2147483646 h 41"/>
              <a:gd name="T74" fmla="*/ 0 w 31"/>
              <a:gd name="T75" fmla="*/ 2147483646 h 41"/>
              <a:gd name="T76" fmla="*/ 0 w 31"/>
              <a:gd name="T77" fmla="*/ 2147483646 h 41"/>
              <a:gd name="T78" fmla="*/ 0 w 31"/>
              <a:gd name="T79" fmla="*/ 2147483646 h 41"/>
              <a:gd name="T80" fmla="*/ 0 w 31"/>
              <a:gd name="T81" fmla="*/ 2147483646 h 41"/>
              <a:gd name="T82" fmla="*/ 2147483646 w 31"/>
              <a:gd name="T83" fmla="*/ 0 h 41"/>
              <a:gd name="T84" fmla="*/ 2147483646 w 31"/>
              <a:gd name="T85" fmla="*/ 0 h 41"/>
              <a:gd name="T86" fmla="*/ 2147483646 w 31"/>
              <a:gd name="T87" fmla="*/ 0 h 41"/>
              <a:gd name="T88" fmla="*/ 2147483646 w 31"/>
              <a:gd name="T89" fmla="*/ 2147483646 h 41"/>
              <a:gd name="T90" fmla="*/ 2147483646 w 31"/>
              <a:gd name="T91" fmla="*/ 2147483646 h 41"/>
              <a:gd name="T92" fmla="*/ 2147483646 w 31"/>
              <a:gd name="T93" fmla="*/ 2147483646 h 41"/>
              <a:gd name="T94" fmla="*/ 2147483646 w 31"/>
              <a:gd name="T95" fmla="*/ 2147483646 h 41"/>
              <a:gd name="T96" fmla="*/ 2147483646 w 31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1"/>
              <a:gd name="T148" fmla="*/ 0 h 41"/>
              <a:gd name="T149" fmla="*/ 31 w 31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1" h="41">
                <a:moveTo>
                  <a:pt x="23" y="16"/>
                </a:moveTo>
                <a:lnTo>
                  <a:pt x="23" y="8"/>
                </a:lnTo>
                <a:lnTo>
                  <a:pt x="23" y="16"/>
                </a:lnTo>
                <a:lnTo>
                  <a:pt x="7" y="8"/>
                </a:lnTo>
                <a:lnTo>
                  <a:pt x="15" y="8"/>
                </a:lnTo>
                <a:lnTo>
                  <a:pt x="7" y="16"/>
                </a:lnTo>
                <a:lnTo>
                  <a:pt x="7" y="8"/>
                </a:lnTo>
                <a:lnTo>
                  <a:pt x="7" y="16"/>
                </a:lnTo>
                <a:lnTo>
                  <a:pt x="7" y="24"/>
                </a:lnTo>
                <a:lnTo>
                  <a:pt x="15" y="32"/>
                </a:lnTo>
                <a:lnTo>
                  <a:pt x="7" y="32"/>
                </a:lnTo>
                <a:lnTo>
                  <a:pt x="23" y="24"/>
                </a:lnTo>
                <a:lnTo>
                  <a:pt x="23" y="16"/>
                </a:lnTo>
                <a:lnTo>
                  <a:pt x="31" y="16"/>
                </a:lnTo>
                <a:lnTo>
                  <a:pt x="31" y="24"/>
                </a:lnTo>
                <a:lnTo>
                  <a:pt x="23" y="32"/>
                </a:lnTo>
                <a:lnTo>
                  <a:pt x="7" y="41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8"/>
                </a:lnTo>
                <a:lnTo>
                  <a:pt x="7" y="0"/>
                </a:lnTo>
                <a:lnTo>
                  <a:pt x="23" y="8"/>
                </a:lnTo>
                <a:lnTo>
                  <a:pt x="31" y="8"/>
                </a:lnTo>
                <a:lnTo>
                  <a:pt x="31" y="16"/>
                </a:lnTo>
                <a:lnTo>
                  <a:pt x="23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2" name="Freeform 273">
            <a:extLst>
              <a:ext uri="{FF2B5EF4-FFF2-40B4-BE49-F238E27FC236}">
                <a16:creationId xmlns:a16="http://schemas.microsoft.com/office/drawing/2014/main" id="{CB0C30BC-C9F5-B347-DBD5-81995F6F75E4}"/>
              </a:ext>
            </a:extLst>
          </p:cNvPr>
          <p:cNvSpPr>
            <a:spLocks/>
          </p:cNvSpPr>
          <p:nvPr/>
        </p:nvSpPr>
        <p:spPr bwMode="auto">
          <a:xfrm>
            <a:off x="6799263" y="338137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3" name="Freeform 274">
            <a:extLst>
              <a:ext uri="{FF2B5EF4-FFF2-40B4-BE49-F238E27FC236}">
                <a16:creationId xmlns:a16="http://schemas.microsoft.com/office/drawing/2014/main" id="{C9E2CD72-3313-04BD-E9AA-75523AB85A65}"/>
              </a:ext>
            </a:extLst>
          </p:cNvPr>
          <p:cNvSpPr>
            <a:spLocks/>
          </p:cNvSpPr>
          <p:nvPr/>
        </p:nvSpPr>
        <p:spPr bwMode="auto">
          <a:xfrm>
            <a:off x="6884988" y="3355975"/>
            <a:ext cx="49212" cy="50800"/>
          </a:xfrm>
          <a:custGeom>
            <a:avLst/>
            <a:gdLst>
              <a:gd name="T0" fmla="*/ 2147483646 w 31"/>
              <a:gd name="T1" fmla="*/ 2147483646 h 32"/>
              <a:gd name="T2" fmla="*/ 2147483646 w 31"/>
              <a:gd name="T3" fmla="*/ 2147483646 h 32"/>
              <a:gd name="T4" fmla="*/ 2147483646 w 31"/>
              <a:gd name="T5" fmla="*/ 0 h 32"/>
              <a:gd name="T6" fmla="*/ 0 w 31"/>
              <a:gd name="T7" fmla="*/ 2147483646 h 32"/>
              <a:gd name="T8" fmla="*/ 0 w 31"/>
              <a:gd name="T9" fmla="*/ 2147483646 h 32"/>
              <a:gd name="T10" fmla="*/ 0 w 31"/>
              <a:gd name="T11" fmla="*/ 2147483646 h 32"/>
              <a:gd name="T12" fmla="*/ 2147483646 w 31"/>
              <a:gd name="T13" fmla="*/ 2147483646 h 32"/>
              <a:gd name="T14" fmla="*/ 2147483646 w 31"/>
              <a:gd name="T15" fmla="*/ 2147483646 h 32"/>
              <a:gd name="T16" fmla="*/ 2147483646 w 31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2"/>
              <a:gd name="T29" fmla="*/ 31 w 31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2">
                <a:moveTo>
                  <a:pt x="31" y="16"/>
                </a:moveTo>
                <a:lnTo>
                  <a:pt x="23" y="8"/>
                </a:lnTo>
                <a:lnTo>
                  <a:pt x="15" y="0"/>
                </a:lnTo>
                <a:lnTo>
                  <a:pt x="0" y="8"/>
                </a:lnTo>
                <a:lnTo>
                  <a:pt x="0" y="16"/>
                </a:lnTo>
                <a:lnTo>
                  <a:pt x="0" y="24"/>
                </a:lnTo>
                <a:lnTo>
                  <a:pt x="15" y="32"/>
                </a:lnTo>
                <a:lnTo>
                  <a:pt x="23" y="24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4" name="Freeform 275">
            <a:extLst>
              <a:ext uri="{FF2B5EF4-FFF2-40B4-BE49-F238E27FC236}">
                <a16:creationId xmlns:a16="http://schemas.microsoft.com/office/drawing/2014/main" id="{2DAD8428-588C-2FCB-6AF7-58AD443BD7F9}"/>
              </a:ext>
            </a:extLst>
          </p:cNvPr>
          <p:cNvSpPr>
            <a:spLocks/>
          </p:cNvSpPr>
          <p:nvPr/>
        </p:nvSpPr>
        <p:spPr bwMode="auto">
          <a:xfrm>
            <a:off x="6884988" y="3355975"/>
            <a:ext cx="61912" cy="65088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0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0 w 39"/>
              <a:gd name="T29" fmla="*/ 2147483646 h 41"/>
              <a:gd name="T30" fmla="*/ 0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0 w 39"/>
              <a:gd name="T65" fmla="*/ 2147483646 h 41"/>
              <a:gd name="T66" fmla="*/ 0 w 39"/>
              <a:gd name="T67" fmla="*/ 2147483646 h 41"/>
              <a:gd name="T68" fmla="*/ 0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0 w 39"/>
              <a:gd name="T77" fmla="*/ 2147483646 h 41"/>
              <a:gd name="T78" fmla="*/ 0 w 39"/>
              <a:gd name="T79" fmla="*/ 2147483646 h 41"/>
              <a:gd name="T80" fmla="*/ 0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24"/>
                </a:moveTo>
                <a:lnTo>
                  <a:pt x="23" y="16"/>
                </a:lnTo>
                <a:lnTo>
                  <a:pt x="15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5" y="32"/>
                </a:lnTo>
                <a:lnTo>
                  <a:pt x="23" y="24"/>
                </a:lnTo>
                <a:lnTo>
                  <a:pt x="31" y="16"/>
                </a:lnTo>
                <a:lnTo>
                  <a:pt x="39" y="24"/>
                </a:lnTo>
                <a:lnTo>
                  <a:pt x="31" y="32"/>
                </a:lnTo>
                <a:lnTo>
                  <a:pt x="23" y="41"/>
                </a:lnTo>
                <a:lnTo>
                  <a:pt x="15" y="41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8"/>
                </a:lnTo>
                <a:lnTo>
                  <a:pt x="15" y="0"/>
                </a:lnTo>
                <a:lnTo>
                  <a:pt x="23" y="0"/>
                </a:lnTo>
                <a:lnTo>
                  <a:pt x="31" y="8"/>
                </a:lnTo>
                <a:lnTo>
                  <a:pt x="39" y="16"/>
                </a:lnTo>
                <a:lnTo>
                  <a:pt x="31" y="24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5" name="Freeform 276">
            <a:extLst>
              <a:ext uri="{FF2B5EF4-FFF2-40B4-BE49-F238E27FC236}">
                <a16:creationId xmlns:a16="http://schemas.microsoft.com/office/drawing/2014/main" id="{BEEEDBBB-BA8A-1A8B-74D9-0C8C9FE0A1B4}"/>
              </a:ext>
            </a:extLst>
          </p:cNvPr>
          <p:cNvSpPr>
            <a:spLocks/>
          </p:cNvSpPr>
          <p:nvPr/>
        </p:nvSpPr>
        <p:spPr bwMode="auto">
          <a:xfrm>
            <a:off x="6934200" y="33813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6" name="Freeform 277">
            <a:extLst>
              <a:ext uri="{FF2B5EF4-FFF2-40B4-BE49-F238E27FC236}">
                <a16:creationId xmlns:a16="http://schemas.microsoft.com/office/drawing/2014/main" id="{8B89B9D0-E132-769D-14B9-B6DBA2ABE74E}"/>
              </a:ext>
            </a:extLst>
          </p:cNvPr>
          <p:cNvSpPr>
            <a:spLocks/>
          </p:cNvSpPr>
          <p:nvPr/>
        </p:nvSpPr>
        <p:spPr bwMode="auto">
          <a:xfrm>
            <a:off x="7118351" y="3106739"/>
            <a:ext cx="49213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31" y="9"/>
                </a:lnTo>
                <a:lnTo>
                  <a:pt x="15" y="0"/>
                </a:lnTo>
                <a:lnTo>
                  <a:pt x="8" y="9"/>
                </a:lnTo>
                <a:lnTo>
                  <a:pt x="0" y="17"/>
                </a:lnTo>
                <a:lnTo>
                  <a:pt x="8" y="33"/>
                </a:lnTo>
                <a:lnTo>
                  <a:pt x="15" y="33"/>
                </a:lnTo>
                <a:lnTo>
                  <a:pt x="31" y="33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7" name="Freeform 278">
            <a:extLst>
              <a:ext uri="{FF2B5EF4-FFF2-40B4-BE49-F238E27FC236}">
                <a16:creationId xmlns:a16="http://schemas.microsoft.com/office/drawing/2014/main" id="{DC56DAC3-EC56-5D24-35D7-75E1526484C0}"/>
              </a:ext>
            </a:extLst>
          </p:cNvPr>
          <p:cNvSpPr>
            <a:spLocks/>
          </p:cNvSpPr>
          <p:nvPr/>
        </p:nvSpPr>
        <p:spPr bwMode="auto">
          <a:xfrm>
            <a:off x="7118351" y="3106739"/>
            <a:ext cx="60325" cy="65087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2147483646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2147483646 w 38"/>
              <a:gd name="T29" fmla="*/ 2147483646 h 41"/>
              <a:gd name="T30" fmla="*/ 2147483646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2147483646 w 38"/>
              <a:gd name="T65" fmla="*/ 2147483646 h 41"/>
              <a:gd name="T66" fmla="*/ 2147483646 w 38"/>
              <a:gd name="T67" fmla="*/ 2147483646 h 41"/>
              <a:gd name="T68" fmla="*/ 2147483646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2147483646 w 38"/>
              <a:gd name="T77" fmla="*/ 2147483646 h 41"/>
              <a:gd name="T78" fmla="*/ 2147483646 w 38"/>
              <a:gd name="T79" fmla="*/ 2147483646 h 41"/>
              <a:gd name="T80" fmla="*/ 2147483646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1" y="17"/>
                </a:moveTo>
                <a:lnTo>
                  <a:pt x="31" y="9"/>
                </a:lnTo>
                <a:lnTo>
                  <a:pt x="31" y="17"/>
                </a:lnTo>
                <a:lnTo>
                  <a:pt x="15" y="9"/>
                </a:lnTo>
                <a:lnTo>
                  <a:pt x="23" y="9"/>
                </a:lnTo>
                <a:lnTo>
                  <a:pt x="15" y="17"/>
                </a:lnTo>
                <a:lnTo>
                  <a:pt x="8" y="25"/>
                </a:lnTo>
                <a:lnTo>
                  <a:pt x="8" y="17"/>
                </a:lnTo>
                <a:lnTo>
                  <a:pt x="15" y="33"/>
                </a:lnTo>
                <a:lnTo>
                  <a:pt x="8" y="33"/>
                </a:lnTo>
                <a:lnTo>
                  <a:pt x="15" y="33"/>
                </a:lnTo>
                <a:lnTo>
                  <a:pt x="31" y="33"/>
                </a:lnTo>
                <a:lnTo>
                  <a:pt x="31" y="17"/>
                </a:lnTo>
                <a:lnTo>
                  <a:pt x="38" y="17"/>
                </a:lnTo>
                <a:lnTo>
                  <a:pt x="38" y="33"/>
                </a:lnTo>
                <a:lnTo>
                  <a:pt x="31" y="41"/>
                </a:lnTo>
                <a:lnTo>
                  <a:pt x="15" y="41"/>
                </a:lnTo>
                <a:lnTo>
                  <a:pt x="8" y="41"/>
                </a:lnTo>
                <a:lnTo>
                  <a:pt x="8" y="33"/>
                </a:lnTo>
                <a:lnTo>
                  <a:pt x="0" y="17"/>
                </a:lnTo>
                <a:lnTo>
                  <a:pt x="8" y="9"/>
                </a:lnTo>
                <a:lnTo>
                  <a:pt x="15" y="0"/>
                </a:lnTo>
                <a:lnTo>
                  <a:pt x="31" y="9"/>
                </a:lnTo>
                <a:lnTo>
                  <a:pt x="38" y="9"/>
                </a:lnTo>
                <a:lnTo>
                  <a:pt x="38" y="17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8" name="Freeform 279">
            <a:extLst>
              <a:ext uri="{FF2B5EF4-FFF2-40B4-BE49-F238E27FC236}">
                <a16:creationId xmlns:a16="http://schemas.microsoft.com/office/drawing/2014/main" id="{D8BAB661-2D1A-D93B-050B-42F9D6EC81B7}"/>
              </a:ext>
            </a:extLst>
          </p:cNvPr>
          <p:cNvSpPr>
            <a:spLocks/>
          </p:cNvSpPr>
          <p:nvPr/>
        </p:nvSpPr>
        <p:spPr bwMode="auto">
          <a:xfrm>
            <a:off x="7167563" y="3133725"/>
            <a:ext cx="11112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9" name="Freeform 280">
            <a:extLst>
              <a:ext uri="{FF2B5EF4-FFF2-40B4-BE49-F238E27FC236}">
                <a16:creationId xmlns:a16="http://schemas.microsoft.com/office/drawing/2014/main" id="{55E31F14-54CC-A5FF-D129-CF77857D853A}"/>
              </a:ext>
            </a:extLst>
          </p:cNvPr>
          <p:cNvSpPr>
            <a:spLocks/>
          </p:cNvSpPr>
          <p:nvPr/>
        </p:nvSpPr>
        <p:spPr bwMode="auto">
          <a:xfrm>
            <a:off x="7118351" y="2951164"/>
            <a:ext cx="49213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6"/>
                </a:moveTo>
                <a:lnTo>
                  <a:pt x="31" y="8"/>
                </a:lnTo>
                <a:lnTo>
                  <a:pt x="15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5" y="33"/>
                </a:lnTo>
                <a:lnTo>
                  <a:pt x="31" y="24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0" name="Freeform 281">
            <a:extLst>
              <a:ext uri="{FF2B5EF4-FFF2-40B4-BE49-F238E27FC236}">
                <a16:creationId xmlns:a16="http://schemas.microsoft.com/office/drawing/2014/main" id="{A70C9F25-AECE-C1B6-8C6A-0304B0D2F3E3}"/>
              </a:ext>
            </a:extLst>
          </p:cNvPr>
          <p:cNvSpPr>
            <a:spLocks/>
          </p:cNvSpPr>
          <p:nvPr/>
        </p:nvSpPr>
        <p:spPr bwMode="auto">
          <a:xfrm>
            <a:off x="7118351" y="2951164"/>
            <a:ext cx="60325" cy="65087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2147483646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2147483646 w 38"/>
              <a:gd name="T29" fmla="*/ 2147483646 h 41"/>
              <a:gd name="T30" fmla="*/ 2147483646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2147483646 w 38"/>
              <a:gd name="T65" fmla="*/ 2147483646 h 41"/>
              <a:gd name="T66" fmla="*/ 2147483646 w 38"/>
              <a:gd name="T67" fmla="*/ 2147483646 h 41"/>
              <a:gd name="T68" fmla="*/ 2147483646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2147483646 w 38"/>
              <a:gd name="T77" fmla="*/ 2147483646 h 41"/>
              <a:gd name="T78" fmla="*/ 2147483646 w 38"/>
              <a:gd name="T79" fmla="*/ 2147483646 h 41"/>
              <a:gd name="T80" fmla="*/ 2147483646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1" y="16"/>
                </a:moveTo>
                <a:lnTo>
                  <a:pt x="31" y="8"/>
                </a:lnTo>
                <a:lnTo>
                  <a:pt x="31" y="16"/>
                </a:lnTo>
                <a:lnTo>
                  <a:pt x="15" y="8"/>
                </a:lnTo>
                <a:lnTo>
                  <a:pt x="23" y="8"/>
                </a:lnTo>
                <a:lnTo>
                  <a:pt x="15" y="16"/>
                </a:lnTo>
                <a:lnTo>
                  <a:pt x="8" y="24"/>
                </a:lnTo>
                <a:lnTo>
                  <a:pt x="8" y="16"/>
                </a:lnTo>
                <a:lnTo>
                  <a:pt x="15" y="24"/>
                </a:lnTo>
                <a:lnTo>
                  <a:pt x="23" y="33"/>
                </a:lnTo>
                <a:lnTo>
                  <a:pt x="15" y="33"/>
                </a:lnTo>
                <a:lnTo>
                  <a:pt x="31" y="24"/>
                </a:lnTo>
                <a:lnTo>
                  <a:pt x="31" y="16"/>
                </a:lnTo>
                <a:lnTo>
                  <a:pt x="38" y="16"/>
                </a:lnTo>
                <a:lnTo>
                  <a:pt x="38" y="24"/>
                </a:lnTo>
                <a:lnTo>
                  <a:pt x="31" y="33"/>
                </a:lnTo>
                <a:lnTo>
                  <a:pt x="15" y="41"/>
                </a:lnTo>
                <a:lnTo>
                  <a:pt x="8" y="33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5" y="0"/>
                </a:lnTo>
                <a:lnTo>
                  <a:pt x="31" y="8"/>
                </a:lnTo>
                <a:lnTo>
                  <a:pt x="38" y="8"/>
                </a:lnTo>
                <a:lnTo>
                  <a:pt x="38" y="16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1" name="Freeform 282">
            <a:extLst>
              <a:ext uri="{FF2B5EF4-FFF2-40B4-BE49-F238E27FC236}">
                <a16:creationId xmlns:a16="http://schemas.microsoft.com/office/drawing/2014/main" id="{B33F0EFB-FED7-D4B4-3EF6-ED8FB7F6BCFB}"/>
              </a:ext>
            </a:extLst>
          </p:cNvPr>
          <p:cNvSpPr>
            <a:spLocks/>
          </p:cNvSpPr>
          <p:nvPr/>
        </p:nvSpPr>
        <p:spPr bwMode="auto">
          <a:xfrm>
            <a:off x="7167563" y="2976564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2" name="Freeform 283">
            <a:extLst>
              <a:ext uri="{FF2B5EF4-FFF2-40B4-BE49-F238E27FC236}">
                <a16:creationId xmlns:a16="http://schemas.microsoft.com/office/drawing/2014/main" id="{E78BD2D3-4995-45DD-EB26-D098EE1638C6}"/>
              </a:ext>
            </a:extLst>
          </p:cNvPr>
          <p:cNvSpPr>
            <a:spLocks/>
          </p:cNvSpPr>
          <p:nvPr/>
        </p:nvSpPr>
        <p:spPr bwMode="auto">
          <a:xfrm>
            <a:off x="7339013" y="3355975"/>
            <a:ext cx="49212" cy="50800"/>
          </a:xfrm>
          <a:custGeom>
            <a:avLst/>
            <a:gdLst>
              <a:gd name="T0" fmla="*/ 2147483646 w 31"/>
              <a:gd name="T1" fmla="*/ 2147483646 h 32"/>
              <a:gd name="T2" fmla="*/ 2147483646 w 31"/>
              <a:gd name="T3" fmla="*/ 2147483646 h 32"/>
              <a:gd name="T4" fmla="*/ 2147483646 w 31"/>
              <a:gd name="T5" fmla="*/ 0 h 32"/>
              <a:gd name="T6" fmla="*/ 2147483646 w 31"/>
              <a:gd name="T7" fmla="*/ 2147483646 h 32"/>
              <a:gd name="T8" fmla="*/ 0 w 31"/>
              <a:gd name="T9" fmla="*/ 2147483646 h 32"/>
              <a:gd name="T10" fmla="*/ 2147483646 w 31"/>
              <a:gd name="T11" fmla="*/ 2147483646 h 32"/>
              <a:gd name="T12" fmla="*/ 2147483646 w 31"/>
              <a:gd name="T13" fmla="*/ 2147483646 h 32"/>
              <a:gd name="T14" fmla="*/ 2147483646 w 31"/>
              <a:gd name="T15" fmla="*/ 2147483646 h 32"/>
              <a:gd name="T16" fmla="*/ 2147483646 w 31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2"/>
              <a:gd name="T29" fmla="*/ 31 w 31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2">
                <a:moveTo>
                  <a:pt x="31" y="16"/>
                </a:moveTo>
                <a:lnTo>
                  <a:pt x="31" y="8"/>
                </a:lnTo>
                <a:lnTo>
                  <a:pt x="15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5" y="32"/>
                </a:lnTo>
                <a:lnTo>
                  <a:pt x="31" y="24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3" name="Freeform 284">
            <a:extLst>
              <a:ext uri="{FF2B5EF4-FFF2-40B4-BE49-F238E27FC236}">
                <a16:creationId xmlns:a16="http://schemas.microsoft.com/office/drawing/2014/main" id="{91A4F1B2-03BD-A768-B432-863B62B982F0}"/>
              </a:ext>
            </a:extLst>
          </p:cNvPr>
          <p:cNvSpPr>
            <a:spLocks/>
          </p:cNvSpPr>
          <p:nvPr/>
        </p:nvSpPr>
        <p:spPr bwMode="auto">
          <a:xfrm>
            <a:off x="7339013" y="3355975"/>
            <a:ext cx="61912" cy="65088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2147483646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2147483646 w 39"/>
              <a:gd name="T29" fmla="*/ 2147483646 h 41"/>
              <a:gd name="T30" fmla="*/ 2147483646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2147483646 w 39"/>
              <a:gd name="T65" fmla="*/ 2147483646 h 41"/>
              <a:gd name="T66" fmla="*/ 2147483646 w 39"/>
              <a:gd name="T67" fmla="*/ 2147483646 h 41"/>
              <a:gd name="T68" fmla="*/ 2147483646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2147483646 w 39"/>
              <a:gd name="T77" fmla="*/ 2147483646 h 41"/>
              <a:gd name="T78" fmla="*/ 2147483646 w 39"/>
              <a:gd name="T79" fmla="*/ 2147483646 h 41"/>
              <a:gd name="T80" fmla="*/ 2147483646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16"/>
                </a:moveTo>
                <a:lnTo>
                  <a:pt x="31" y="8"/>
                </a:lnTo>
                <a:lnTo>
                  <a:pt x="31" y="16"/>
                </a:lnTo>
                <a:lnTo>
                  <a:pt x="15" y="8"/>
                </a:lnTo>
                <a:lnTo>
                  <a:pt x="23" y="8"/>
                </a:lnTo>
                <a:lnTo>
                  <a:pt x="15" y="16"/>
                </a:lnTo>
                <a:lnTo>
                  <a:pt x="8" y="24"/>
                </a:lnTo>
                <a:lnTo>
                  <a:pt x="8" y="16"/>
                </a:lnTo>
                <a:lnTo>
                  <a:pt x="15" y="24"/>
                </a:lnTo>
                <a:lnTo>
                  <a:pt x="23" y="32"/>
                </a:lnTo>
                <a:lnTo>
                  <a:pt x="15" y="32"/>
                </a:lnTo>
                <a:lnTo>
                  <a:pt x="31" y="24"/>
                </a:lnTo>
                <a:lnTo>
                  <a:pt x="31" y="16"/>
                </a:lnTo>
                <a:lnTo>
                  <a:pt x="39" y="16"/>
                </a:lnTo>
                <a:lnTo>
                  <a:pt x="39" y="24"/>
                </a:lnTo>
                <a:lnTo>
                  <a:pt x="31" y="32"/>
                </a:lnTo>
                <a:lnTo>
                  <a:pt x="15" y="41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5" y="0"/>
                </a:lnTo>
                <a:lnTo>
                  <a:pt x="31" y="8"/>
                </a:lnTo>
                <a:lnTo>
                  <a:pt x="39" y="8"/>
                </a:lnTo>
                <a:lnTo>
                  <a:pt x="39" y="16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4" name="Freeform 285">
            <a:extLst>
              <a:ext uri="{FF2B5EF4-FFF2-40B4-BE49-F238E27FC236}">
                <a16:creationId xmlns:a16="http://schemas.microsoft.com/office/drawing/2014/main" id="{77EBDE7A-CBE0-E37E-7EC8-DD68D122E895}"/>
              </a:ext>
            </a:extLst>
          </p:cNvPr>
          <p:cNvSpPr>
            <a:spLocks/>
          </p:cNvSpPr>
          <p:nvPr/>
        </p:nvSpPr>
        <p:spPr bwMode="auto">
          <a:xfrm>
            <a:off x="7388225" y="338137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5" name="Freeform 286">
            <a:extLst>
              <a:ext uri="{FF2B5EF4-FFF2-40B4-BE49-F238E27FC236}">
                <a16:creationId xmlns:a16="http://schemas.microsoft.com/office/drawing/2014/main" id="{5578B757-96DA-7BF7-8234-C3F6F5D6CE7F}"/>
              </a:ext>
            </a:extLst>
          </p:cNvPr>
          <p:cNvSpPr>
            <a:spLocks/>
          </p:cNvSpPr>
          <p:nvPr/>
        </p:nvSpPr>
        <p:spPr bwMode="auto">
          <a:xfrm>
            <a:off x="7486651" y="3355975"/>
            <a:ext cx="36513" cy="50800"/>
          </a:xfrm>
          <a:custGeom>
            <a:avLst/>
            <a:gdLst>
              <a:gd name="T0" fmla="*/ 2147483646 w 23"/>
              <a:gd name="T1" fmla="*/ 2147483646 h 32"/>
              <a:gd name="T2" fmla="*/ 2147483646 w 23"/>
              <a:gd name="T3" fmla="*/ 2147483646 h 32"/>
              <a:gd name="T4" fmla="*/ 2147483646 w 23"/>
              <a:gd name="T5" fmla="*/ 0 h 32"/>
              <a:gd name="T6" fmla="*/ 0 w 23"/>
              <a:gd name="T7" fmla="*/ 2147483646 h 32"/>
              <a:gd name="T8" fmla="*/ 0 w 23"/>
              <a:gd name="T9" fmla="*/ 2147483646 h 32"/>
              <a:gd name="T10" fmla="*/ 0 w 23"/>
              <a:gd name="T11" fmla="*/ 2147483646 h 32"/>
              <a:gd name="T12" fmla="*/ 2147483646 w 23"/>
              <a:gd name="T13" fmla="*/ 2147483646 h 32"/>
              <a:gd name="T14" fmla="*/ 2147483646 w 23"/>
              <a:gd name="T15" fmla="*/ 2147483646 h 32"/>
              <a:gd name="T16" fmla="*/ 2147483646 w 23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23"/>
              <a:gd name="T28" fmla="*/ 0 h 32"/>
              <a:gd name="T29" fmla="*/ 23 w 23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23" h="32">
                <a:moveTo>
                  <a:pt x="23" y="16"/>
                </a:moveTo>
                <a:lnTo>
                  <a:pt x="23" y="8"/>
                </a:lnTo>
                <a:lnTo>
                  <a:pt x="7" y="0"/>
                </a:lnTo>
                <a:lnTo>
                  <a:pt x="0" y="8"/>
                </a:lnTo>
                <a:lnTo>
                  <a:pt x="0" y="16"/>
                </a:lnTo>
                <a:lnTo>
                  <a:pt x="0" y="24"/>
                </a:lnTo>
                <a:lnTo>
                  <a:pt x="7" y="32"/>
                </a:lnTo>
                <a:lnTo>
                  <a:pt x="23" y="24"/>
                </a:lnTo>
                <a:lnTo>
                  <a:pt x="23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6" name="Freeform 287">
            <a:extLst>
              <a:ext uri="{FF2B5EF4-FFF2-40B4-BE49-F238E27FC236}">
                <a16:creationId xmlns:a16="http://schemas.microsoft.com/office/drawing/2014/main" id="{1A51BB24-37F4-B5F4-A138-D4ED63DAF3CE}"/>
              </a:ext>
            </a:extLst>
          </p:cNvPr>
          <p:cNvSpPr>
            <a:spLocks/>
          </p:cNvSpPr>
          <p:nvPr/>
        </p:nvSpPr>
        <p:spPr bwMode="auto">
          <a:xfrm>
            <a:off x="7486651" y="3355975"/>
            <a:ext cx="49213" cy="65088"/>
          </a:xfrm>
          <a:custGeom>
            <a:avLst/>
            <a:gdLst>
              <a:gd name="T0" fmla="*/ 2147483646 w 31"/>
              <a:gd name="T1" fmla="*/ 2147483646 h 41"/>
              <a:gd name="T2" fmla="*/ 2147483646 w 31"/>
              <a:gd name="T3" fmla="*/ 2147483646 h 41"/>
              <a:gd name="T4" fmla="*/ 2147483646 w 31"/>
              <a:gd name="T5" fmla="*/ 2147483646 h 41"/>
              <a:gd name="T6" fmla="*/ 2147483646 w 31"/>
              <a:gd name="T7" fmla="*/ 2147483646 h 41"/>
              <a:gd name="T8" fmla="*/ 2147483646 w 31"/>
              <a:gd name="T9" fmla="*/ 2147483646 h 41"/>
              <a:gd name="T10" fmla="*/ 2147483646 w 31"/>
              <a:gd name="T11" fmla="*/ 2147483646 h 41"/>
              <a:gd name="T12" fmla="*/ 2147483646 w 31"/>
              <a:gd name="T13" fmla="*/ 2147483646 h 41"/>
              <a:gd name="T14" fmla="*/ 2147483646 w 31"/>
              <a:gd name="T15" fmla="*/ 2147483646 h 41"/>
              <a:gd name="T16" fmla="*/ 2147483646 w 31"/>
              <a:gd name="T17" fmla="*/ 2147483646 h 41"/>
              <a:gd name="T18" fmla="*/ 2147483646 w 31"/>
              <a:gd name="T19" fmla="*/ 2147483646 h 41"/>
              <a:gd name="T20" fmla="*/ 2147483646 w 31"/>
              <a:gd name="T21" fmla="*/ 2147483646 h 41"/>
              <a:gd name="T22" fmla="*/ 2147483646 w 31"/>
              <a:gd name="T23" fmla="*/ 2147483646 h 41"/>
              <a:gd name="T24" fmla="*/ 2147483646 w 31"/>
              <a:gd name="T25" fmla="*/ 2147483646 h 41"/>
              <a:gd name="T26" fmla="*/ 2147483646 w 31"/>
              <a:gd name="T27" fmla="*/ 2147483646 h 41"/>
              <a:gd name="T28" fmla="*/ 2147483646 w 31"/>
              <a:gd name="T29" fmla="*/ 2147483646 h 41"/>
              <a:gd name="T30" fmla="*/ 2147483646 w 31"/>
              <a:gd name="T31" fmla="*/ 2147483646 h 41"/>
              <a:gd name="T32" fmla="*/ 2147483646 w 31"/>
              <a:gd name="T33" fmla="*/ 2147483646 h 41"/>
              <a:gd name="T34" fmla="*/ 2147483646 w 31"/>
              <a:gd name="T35" fmla="*/ 2147483646 h 41"/>
              <a:gd name="T36" fmla="*/ 2147483646 w 31"/>
              <a:gd name="T37" fmla="*/ 2147483646 h 41"/>
              <a:gd name="T38" fmla="*/ 2147483646 w 31"/>
              <a:gd name="T39" fmla="*/ 2147483646 h 41"/>
              <a:gd name="T40" fmla="*/ 2147483646 w 31"/>
              <a:gd name="T41" fmla="*/ 2147483646 h 41"/>
              <a:gd name="T42" fmla="*/ 2147483646 w 31"/>
              <a:gd name="T43" fmla="*/ 2147483646 h 41"/>
              <a:gd name="T44" fmla="*/ 2147483646 w 31"/>
              <a:gd name="T45" fmla="*/ 2147483646 h 41"/>
              <a:gd name="T46" fmla="*/ 2147483646 w 31"/>
              <a:gd name="T47" fmla="*/ 2147483646 h 41"/>
              <a:gd name="T48" fmla="*/ 2147483646 w 31"/>
              <a:gd name="T49" fmla="*/ 2147483646 h 41"/>
              <a:gd name="T50" fmla="*/ 2147483646 w 31"/>
              <a:gd name="T51" fmla="*/ 2147483646 h 41"/>
              <a:gd name="T52" fmla="*/ 2147483646 w 31"/>
              <a:gd name="T53" fmla="*/ 2147483646 h 41"/>
              <a:gd name="T54" fmla="*/ 2147483646 w 31"/>
              <a:gd name="T55" fmla="*/ 2147483646 h 41"/>
              <a:gd name="T56" fmla="*/ 2147483646 w 31"/>
              <a:gd name="T57" fmla="*/ 2147483646 h 41"/>
              <a:gd name="T58" fmla="*/ 2147483646 w 31"/>
              <a:gd name="T59" fmla="*/ 2147483646 h 41"/>
              <a:gd name="T60" fmla="*/ 2147483646 w 31"/>
              <a:gd name="T61" fmla="*/ 2147483646 h 41"/>
              <a:gd name="T62" fmla="*/ 2147483646 w 31"/>
              <a:gd name="T63" fmla="*/ 2147483646 h 41"/>
              <a:gd name="T64" fmla="*/ 0 w 31"/>
              <a:gd name="T65" fmla="*/ 2147483646 h 41"/>
              <a:gd name="T66" fmla="*/ 0 w 31"/>
              <a:gd name="T67" fmla="*/ 2147483646 h 41"/>
              <a:gd name="T68" fmla="*/ 0 w 31"/>
              <a:gd name="T69" fmla="*/ 2147483646 h 41"/>
              <a:gd name="T70" fmla="*/ 0 w 31"/>
              <a:gd name="T71" fmla="*/ 2147483646 h 41"/>
              <a:gd name="T72" fmla="*/ 0 w 31"/>
              <a:gd name="T73" fmla="*/ 2147483646 h 41"/>
              <a:gd name="T74" fmla="*/ 0 w 31"/>
              <a:gd name="T75" fmla="*/ 2147483646 h 41"/>
              <a:gd name="T76" fmla="*/ 0 w 31"/>
              <a:gd name="T77" fmla="*/ 2147483646 h 41"/>
              <a:gd name="T78" fmla="*/ 0 w 31"/>
              <a:gd name="T79" fmla="*/ 2147483646 h 41"/>
              <a:gd name="T80" fmla="*/ 0 w 31"/>
              <a:gd name="T81" fmla="*/ 2147483646 h 41"/>
              <a:gd name="T82" fmla="*/ 2147483646 w 31"/>
              <a:gd name="T83" fmla="*/ 0 h 41"/>
              <a:gd name="T84" fmla="*/ 2147483646 w 31"/>
              <a:gd name="T85" fmla="*/ 0 h 41"/>
              <a:gd name="T86" fmla="*/ 2147483646 w 31"/>
              <a:gd name="T87" fmla="*/ 0 h 41"/>
              <a:gd name="T88" fmla="*/ 2147483646 w 31"/>
              <a:gd name="T89" fmla="*/ 2147483646 h 41"/>
              <a:gd name="T90" fmla="*/ 2147483646 w 31"/>
              <a:gd name="T91" fmla="*/ 2147483646 h 41"/>
              <a:gd name="T92" fmla="*/ 2147483646 w 31"/>
              <a:gd name="T93" fmla="*/ 2147483646 h 41"/>
              <a:gd name="T94" fmla="*/ 2147483646 w 31"/>
              <a:gd name="T95" fmla="*/ 2147483646 h 41"/>
              <a:gd name="T96" fmla="*/ 2147483646 w 31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1"/>
              <a:gd name="T148" fmla="*/ 0 h 41"/>
              <a:gd name="T149" fmla="*/ 31 w 31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1" h="41">
                <a:moveTo>
                  <a:pt x="23" y="16"/>
                </a:moveTo>
                <a:lnTo>
                  <a:pt x="23" y="8"/>
                </a:lnTo>
                <a:lnTo>
                  <a:pt x="23" y="16"/>
                </a:lnTo>
                <a:lnTo>
                  <a:pt x="7" y="8"/>
                </a:lnTo>
                <a:lnTo>
                  <a:pt x="15" y="8"/>
                </a:lnTo>
                <a:lnTo>
                  <a:pt x="7" y="16"/>
                </a:lnTo>
                <a:lnTo>
                  <a:pt x="7" y="8"/>
                </a:lnTo>
                <a:lnTo>
                  <a:pt x="7" y="16"/>
                </a:lnTo>
                <a:lnTo>
                  <a:pt x="7" y="24"/>
                </a:lnTo>
                <a:lnTo>
                  <a:pt x="15" y="32"/>
                </a:lnTo>
                <a:lnTo>
                  <a:pt x="7" y="32"/>
                </a:lnTo>
                <a:lnTo>
                  <a:pt x="23" y="24"/>
                </a:lnTo>
                <a:lnTo>
                  <a:pt x="23" y="16"/>
                </a:lnTo>
                <a:lnTo>
                  <a:pt x="31" y="16"/>
                </a:lnTo>
                <a:lnTo>
                  <a:pt x="31" y="24"/>
                </a:lnTo>
                <a:lnTo>
                  <a:pt x="23" y="32"/>
                </a:lnTo>
                <a:lnTo>
                  <a:pt x="7" y="41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8"/>
                </a:lnTo>
                <a:lnTo>
                  <a:pt x="7" y="0"/>
                </a:lnTo>
                <a:lnTo>
                  <a:pt x="23" y="8"/>
                </a:lnTo>
                <a:lnTo>
                  <a:pt x="31" y="8"/>
                </a:lnTo>
                <a:lnTo>
                  <a:pt x="31" y="16"/>
                </a:lnTo>
                <a:lnTo>
                  <a:pt x="23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7" name="Freeform 288">
            <a:extLst>
              <a:ext uri="{FF2B5EF4-FFF2-40B4-BE49-F238E27FC236}">
                <a16:creationId xmlns:a16="http://schemas.microsoft.com/office/drawing/2014/main" id="{F8718B85-499A-C90B-692C-00B87884DC84}"/>
              </a:ext>
            </a:extLst>
          </p:cNvPr>
          <p:cNvSpPr>
            <a:spLocks/>
          </p:cNvSpPr>
          <p:nvPr/>
        </p:nvSpPr>
        <p:spPr bwMode="auto">
          <a:xfrm>
            <a:off x="7523163" y="338137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8" name="Freeform 289">
            <a:extLst>
              <a:ext uri="{FF2B5EF4-FFF2-40B4-BE49-F238E27FC236}">
                <a16:creationId xmlns:a16="http://schemas.microsoft.com/office/drawing/2014/main" id="{881D2086-FEE8-D594-3A48-B7C885A5DD10}"/>
              </a:ext>
            </a:extLst>
          </p:cNvPr>
          <p:cNvSpPr>
            <a:spLocks/>
          </p:cNvSpPr>
          <p:nvPr/>
        </p:nvSpPr>
        <p:spPr bwMode="auto">
          <a:xfrm>
            <a:off x="7720013" y="3106739"/>
            <a:ext cx="49212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23" y="9"/>
                </a:lnTo>
                <a:lnTo>
                  <a:pt x="15" y="0"/>
                </a:lnTo>
                <a:lnTo>
                  <a:pt x="7" y="9"/>
                </a:lnTo>
                <a:lnTo>
                  <a:pt x="0" y="17"/>
                </a:lnTo>
                <a:lnTo>
                  <a:pt x="7" y="33"/>
                </a:lnTo>
                <a:lnTo>
                  <a:pt x="15" y="33"/>
                </a:lnTo>
                <a:lnTo>
                  <a:pt x="23" y="33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9" name="Freeform 290">
            <a:extLst>
              <a:ext uri="{FF2B5EF4-FFF2-40B4-BE49-F238E27FC236}">
                <a16:creationId xmlns:a16="http://schemas.microsoft.com/office/drawing/2014/main" id="{9E84A558-E7D5-7840-D693-BE5C5131DF3A}"/>
              </a:ext>
            </a:extLst>
          </p:cNvPr>
          <p:cNvSpPr>
            <a:spLocks/>
          </p:cNvSpPr>
          <p:nvPr/>
        </p:nvSpPr>
        <p:spPr bwMode="auto">
          <a:xfrm>
            <a:off x="7720014" y="3106739"/>
            <a:ext cx="60325" cy="65087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2147483646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2147483646 w 38"/>
              <a:gd name="T29" fmla="*/ 2147483646 h 41"/>
              <a:gd name="T30" fmla="*/ 2147483646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2147483646 w 38"/>
              <a:gd name="T65" fmla="*/ 2147483646 h 41"/>
              <a:gd name="T66" fmla="*/ 2147483646 w 38"/>
              <a:gd name="T67" fmla="*/ 2147483646 h 41"/>
              <a:gd name="T68" fmla="*/ 2147483646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2147483646 w 38"/>
              <a:gd name="T77" fmla="*/ 2147483646 h 41"/>
              <a:gd name="T78" fmla="*/ 2147483646 w 38"/>
              <a:gd name="T79" fmla="*/ 2147483646 h 41"/>
              <a:gd name="T80" fmla="*/ 2147483646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1" y="25"/>
                </a:moveTo>
                <a:lnTo>
                  <a:pt x="23" y="17"/>
                </a:lnTo>
                <a:lnTo>
                  <a:pt x="15" y="9"/>
                </a:lnTo>
                <a:lnTo>
                  <a:pt x="23" y="9"/>
                </a:lnTo>
                <a:lnTo>
                  <a:pt x="15" y="17"/>
                </a:lnTo>
                <a:lnTo>
                  <a:pt x="7" y="25"/>
                </a:lnTo>
                <a:lnTo>
                  <a:pt x="7" y="17"/>
                </a:lnTo>
                <a:lnTo>
                  <a:pt x="15" y="33"/>
                </a:lnTo>
                <a:lnTo>
                  <a:pt x="7" y="33"/>
                </a:lnTo>
                <a:lnTo>
                  <a:pt x="15" y="33"/>
                </a:lnTo>
                <a:lnTo>
                  <a:pt x="23" y="33"/>
                </a:lnTo>
                <a:lnTo>
                  <a:pt x="31" y="17"/>
                </a:lnTo>
                <a:lnTo>
                  <a:pt x="38" y="17"/>
                </a:lnTo>
                <a:lnTo>
                  <a:pt x="31" y="33"/>
                </a:lnTo>
                <a:lnTo>
                  <a:pt x="23" y="41"/>
                </a:lnTo>
                <a:lnTo>
                  <a:pt x="15" y="41"/>
                </a:lnTo>
                <a:lnTo>
                  <a:pt x="7" y="41"/>
                </a:lnTo>
                <a:lnTo>
                  <a:pt x="7" y="33"/>
                </a:lnTo>
                <a:lnTo>
                  <a:pt x="0" y="17"/>
                </a:lnTo>
                <a:lnTo>
                  <a:pt x="7" y="9"/>
                </a:lnTo>
                <a:lnTo>
                  <a:pt x="15" y="0"/>
                </a:lnTo>
                <a:lnTo>
                  <a:pt x="23" y="0"/>
                </a:lnTo>
                <a:lnTo>
                  <a:pt x="31" y="9"/>
                </a:lnTo>
                <a:lnTo>
                  <a:pt x="38" y="17"/>
                </a:lnTo>
                <a:lnTo>
                  <a:pt x="31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0" name="Freeform 291">
            <a:extLst>
              <a:ext uri="{FF2B5EF4-FFF2-40B4-BE49-F238E27FC236}">
                <a16:creationId xmlns:a16="http://schemas.microsoft.com/office/drawing/2014/main" id="{1CBA2BA9-2092-DB78-16A5-31FEB98A4932}"/>
              </a:ext>
            </a:extLst>
          </p:cNvPr>
          <p:cNvSpPr>
            <a:spLocks/>
          </p:cNvSpPr>
          <p:nvPr/>
        </p:nvSpPr>
        <p:spPr bwMode="auto">
          <a:xfrm>
            <a:off x="7769226" y="3133725"/>
            <a:ext cx="11113" cy="12700"/>
          </a:xfrm>
          <a:custGeom>
            <a:avLst/>
            <a:gdLst>
              <a:gd name="T0" fmla="*/ 0 w 7"/>
              <a:gd name="T1" fmla="*/ 0 h 8"/>
              <a:gd name="T2" fmla="*/ 0 w 7"/>
              <a:gd name="T3" fmla="*/ 0 h 8"/>
              <a:gd name="T4" fmla="*/ 0 w 7"/>
              <a:gd name="T5" fmla="*/ 2147483646 h 8"/>
              <a:gd name="T6" fmla="*/ 2147483646 w 7"/>
              <a:gd name="T7" fmla="*/ 0 h 8"/>
              <a:gd name="T8" fmla="*/ 2147483646 w 7"/>
              <a:gd name="T9" fmla="*/ 0 h 8"/>
              <a:gd name="T10" fmla="*/ 2147483646 w 7"/>
              <a:gd name="T11" fmla="*/ 0 h 8"/>
              <a:gd name="T12" fmla="*/ 0 w 7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8"/>
              <a:gd name="T23" fmla="*/ 7 w 7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1" name="Freeform 292">
            <a:extLst>
              <a:ext uri="{FF2B5EF4-FFF2-40B4-BE49-F238E27FC236}">
                <a16:creationId xmlns:a16="http://schemas.microsoft.com/office/drawing/2014/main" id="{96D0108F-4B5F-96DD-E96D-128553CB7908}"/>
              </a:ext>
            </a:extLst>
          </p:cNvPr>
          <p:cNvSpPr>
            <a:spLocks/>
          </p:cNvSpPr>
          <p:nvPr/>
        </p:nvSpPr>
        <p:spPr bwMode="auto">
          <a:xfrm>
            <a:off x="7707313" y="2963864"/>
            <a:ext cx="61912" cy="1587"/>
          </a:xfrm>
          <a:custGeom>
            <a:avLst/>
            <a:gdLst>
              <a:gd name="T0" fmla="*/ 2147483646 w 39"/>
              <a:gd name="T1" fmla="*/ 0 h 1587"/>
              <a:gd name="T2" fmla="*/ 2147483646 w 39"/>
              <a:gd name="T3" fmla="*/ 0 h 1587"/>
              <a:gd name="T4" fmla="*/ 2147483646 w 39"/>
              <a:gd name="T5" fmla="*/ 0 h 1587"/>
              <a:gd name="T6" fmla="*/ 2147483646 w 39"/>
              <a:gd name="T7" fmla="*/ 0 h 1587"/>
              <a:gd name="T8" fmla="*/ 0 w 39"/>
              <a:gd name="T9" fmla="*/ 0 h 1587"/>
              <a:gd name="T10" fmla="*/ 2147483646 w 39"/>
              <a:gd name="T11" fmla="*/ 0 h 1587"/>
              <a:gd name="T12" fmla="*/ 2147483646 w 39"/>
              <a:gd name="T13" fmla="*/ 0 h 1587"/>
              <a:gd name="T14" fmla="*/ 2147483646 w 39"/>
              <a:gd name="T15" fmla="*/ 0 h 1587"/>
              <a:gd name="T16" fmla="*/ 2147483646 w 39"/>
              <a:gd name="T17" fmla="*/ 0 h 1587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9"/>
              <a:gd name="T28" fmla="*/ 0 h 1587"/>
              <a:gd name="T29" fmla="*/ 39 w 39"/>
              <a:gd name="T30" fmla="*/ 1587 h 1587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9" h="1587">
                <a:moveTo>
                  <a:pt x="39" y="0"/>
                </a:moveTo>
                <a:lnTo>
                  <a:pt x="39" y="0"/>
                </a:lnTo>
                <a:lnTo>
                  <a:pt x="23" y="0"/>
                </a:lnTo>
                <a:lnTo>
                  <a:pt x="8" y="0"/>
                </a:lnTo>
                <a:lnTo>
                  <a:pt x="0" y="0"/>
                </a:lnTo>
                <a:lnTo>
                  <a:pt x="8" y="0"/>
                </a:lnTo>
                <a:lnTo>
                  <a:pt x="23" y="0"/>
                </a:lnTo>
                <a:lnTo>
                  <a:pt x="39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2" name="Freeform 293">
            <a:extLst>
              <a:ext uri="{FF2B5EF4-FFF2-40B4-BE49-F238E27FC236}">
                <a16:creationId xmlns:a16="http://schemas.microsoft.com/office/drawing/2014/main" id="{15272A0F-966E-5D2E-5350-2EAE5913369A}"/>
              </a:ext>
            </a:extLst>
          </p:cNvPr>
          <p:cNvSpPr>
            <a:spLocks/>
          </p:cNvSpPr>
          <p:nvPr/>
        </p:nvSpPr>
        <p:spPr bwMode="auto">
          <a:xfrm>
            <a:off x="7707314" y="2963863"/>
            <a:ext cx="73025" cy="12700"/>
          </a:xfrm>
          <a:custGeom>
            <a:avLst/>
            <a:gdLst>
              <a:gd name="T0" fmla="*/ 2147483646 w 46"/>
              <a:gd name="T1" fmla="*/ 0 h 8"/>
              <a:gd name="T2" fmla="*/ 2147483646 w 46"/>
              <a:gd name="T3" fmla="*/ 0 h 8"/>
              <a:gd name="T4" fmla="*/ 2147483646 w 46"/>
              <a:gd name="T5" fmla="*/ 2147483646 h 8"/>
              <a:gd name="T6" fmla="*/ 2147483646 w 46"/>
              <a:gd name="T7" fmla="*/ 2147483646 h 8"/>
              <a:gd name="T8" fmla="*/ 2147483646 w 46"/>
              <a:gd name="T9" fmla="*/ 2147483646 h 8"/>
              <a:gd name="T10" fmla="*/ 2147483646 w 46"/>
              <a:gd name="T11" fmla="*/ 2147483646 h 8"/>
              <a:gd name="T12" fmla="*/ 2147483646 w 46"/>
              <a:gd name="T13" fmla="*/ 2147483646 h 8"/>
              <a:gd name="T14" fmla="*/ 2147483646 w 46"/>
              <a:gd name="T15" fmla="*/ 2147483646 h 8"/>
              <a:gd name="T16" fmla="*/ 2147483646 w 46"/>
              <a:gd name="T17" fmla="*/ 2147483646 h 8"/>
              <a:gd name="T18" fmla="*/ 2147483646 w 46"/>
              <a:gd name="T19" fmla="*/ 2147483646 h 8"/>
              <a:gd name="T20" fmla="*/ 0 w 46"/>
              <a:gd name="T21" fmla="*/ 2147483646 h 8"/>
              <a:gd name="T22" fmla="*/ 0 w 46"/>
              <a:gd name="T23" fmla="*/ 0 h 8"/>
              <a:gd name="T24" fmla="*/ 0 w 46"/>
              <a:gd name="T25" fmla="*/ 0 h 8"/>
              <a:gd name="T26" fmla="*/ 2147483646 w 46"/>
              <a:gd name="T27" fmla="*/ 0 h 8"/>
              <a:gd name="T28" fmla="*/ 2147483646 w 46"/>
              <a:gd name="T29" fmla="*/ 0 h 8"/>
              <a:gd name="T30" fmla="*/ 2147483646 w 46"/>
              <a:gd name="T31" fmla="*/ 0 h 8"/>
              <a:gd name="T32" fmla="*/ 2147483646 w 46"/>
              <a:gd name="T33" fmla="*/ 0 h 8"/>
              <a:gd name="T34" fmla="*/ 2147483646 w 46"/>
              <a:gd name="T35" fmla="*/ 0 h 8"/>
              <a:gd name="T36" fmla="*/ 2147483646 w 46"/>
              <a:gd name="T37" fmla="*/ 0 h 8"/>
              <a:gd name="T38" fmla="*/ 2147483646 w 46"/>
              <a:gd name="T39" fmla="*/ 0 h 8"/>
              <a:gd name="T40" fmla="*/ 2147483646 w 46"/>
              <a:gd name="T41" fmla="*/ 0 h 8"/>
              <a:gd name="T42" fmla="*/ 2147483646 w 46"/>
              <a:gd name="T43" fmla="*/ 0 h 8"/>
              <a:gd name="T44" fmla="*/ 2147483646 w 46"/>
              <a:gd name="T45" fmla="*/ 0 h 8"/>
              <a:gd name="T46" fmla="*/ 2147483646 w 46"/>
              <a:gd name="T47" fmla="*/ 0 h 8"/>
              <a:gd name="T48" fmla="*/ 2147483646 w 46"/>
              <a:gd name="T49" fmla="*/ 2147483646 h 8"/>
              <a:gd name="T50" fmla="*/ 2147483646 w 46"/>
              <a:gd name="T51" fmla="*/ 2147483646 h 8"/>
              <a:gd name="T52" fmla="*/ 2147483646 w 46"/>
              <a:gd name="T53" fmla="*/ 2147483646 h 8"/>
              <a:gd name="T54" fmla="*/ 2147483646 w 46"/>
              <a:gd name="T55" fmla="*/ 2147483646 h 8"/>
              <a:gd name="T56" fmla="*/ 2147483646 w 46"/>
              <a:gd name="T57" fmla="*/ 2147483646 h 8"/>
              <a:gd name="T58" fmla="*/ 2147483646 w 46"/>
              <a:gd name="T59" fmla="*/ 2147483646 h 8"/>
              <a:gd name="T60" fmla="*/ 2147483646 w 46"/>
              <a:gd name="T61" fmla="*/ 2147483646 h 8"/>
              <a:gd name="T62" fmla="*/ 2147483646 w 46"/>
              <a:gd name="T63" fmla="*/ 2147483646 h 8"/>
              <a:gd name="T64" fmla="*/ 2147483646 w 46"/>
              <a:gd name="T65" fmla="*/ 2147483646 h 8"/>
              <a:gd name="T66" fmla="*/ 2147483646 w 46"/>
              <a:gd name="T67" fmla="*/ 2147483646 h 8"/>
              <a:gd name="T68" fmla="*/ 2147483646 w 46"/>
              <a:gd name="T69" fmla="*/ 2147483646 h 8"/>
              <a:gd name="T70" fmla="*/ 0 w 46"/>
              <a:gd name="T71" fmla="*/ 2147483646 h 8"/>
              <a:gd name="T72" fmla="*/ 0 w 46"/>
              <a:gd name="T73" fmla="*/ 2147483646 h 8"/>
              <a:gd name="T74" fmla="*/ 0 w 46"/>
              <a:gd name="T75" fmla="*/ 0 h 8"/>
              <a:gd name="T76" fmla="*/ 2147483646 w 46"/>
              <a:gd name="T77" fmla="*/ 0 h 8"/>
              <a:gd name="T78" fmla="*/ 2147483646 w 46"/>
              <a:gd name="T79" fmla="*/ 0 h 8"/>
              <a:gd name="T80" fmla="*/ 2147483646 w 46"/>
              <a:gd name="T81" fmla="*/ 0 h 8"/>
              <a:gd name="T82" fmla="*/ 2147483646 w 46"/>
              <a:gd name="T83" fmla="*/ 0 h 8"/>
              <a:gd name="T84" fmla="*/ 2147483646 w 46"/>
              <a:gd name="T85" fmla="*/ 0 h 8"/>
              <a:gd name="T86" fmla="*/ 2147483646 w 46"/>
              <a:gd name="T87" fmla="*/ 0 h 8"/>
              <a:gd name="T88" fmla="*/ 2147483646 w 46"/>
              <a:gd name="T89" fmla="*/ 0 h 8"/>
              <a:gd name="T90" fmla="*/ 2147483646 w 46"/>
              <a:gd name="T91" fmla="*/ 0 h 8"/>
              <a:gd name="T92" fmla="*/ 2147483646 w 46"/>
              <a:gd name="T93" fmla="*/ 0 h 8"/>
              <a:gd name="T94" fmla="*/ 2147483646 w 46"/>
              <a:gd name="T95" fmla="*/ 0 h 8"/>
              <a:gd name="T96" fmla="*/ 2147483646 w 46"/>
              <a:gd name="T97" fmla="*/ 0 h 8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6"/>
              <a:gd name="T148" fmla="*/ 0 h 8"/>
              <a:gd name="T149" fmla="*/ 46 w 46"/>
              <a:gd name="T150" fmla="*/ 8 h 8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6" h="8">
                <a:moveTo>
                  <a:pt x="46" y="0"/>
                </a:moveTo>
                <a:lnTo>
                  <a:pt x="46" y="0"/>
                </a:lnTo>
                <a:lnTo>
                  <a:pt x="39" y="8"/>
                </a:lnTo>
                <a:lnTo>
                  <a:pt x="23" y="8"/>
                </a:lnTo>
                <a:lnTo>
                  <a:pt x="8" y="8"/>
                </a:lnTo>
                <a:lnTo>
                  <a:pt x="0" y="8"/>
                </a:lnTo>
                <a:lnTo>
                  <a:pt x="0" y="0"/>
                </a:lnTo>
                <a:lnTo>
                  <a:pt x="8" y="0"/>
                </a:lnTo>
                <a:lnTo>
                  <a:pt x="23" y="0"/>
                </a:lnTo>
                <a:lnTo>
                  <a:pt x="39" y="0"/>
                </a:lnTo>
                <a:lnTo>
                  <a:pt x="39" y="8"/>
                </a:lnTo>
                <a:lnTo>
                  <a:pt x="23" y="8"/>
                </a:lnTo>
                <a:lnTo>
                  <a:pt x="8" y="8"/>
                </a:lnTo>
                <a:lnTo>
                  <a:pt x="0" y="8"/>
                </a:lnTo>
                <a:lnTo>
                  <a:pt x="0" y="0"/>
                </a:lnTo>
                <a:lnTo>
                  <a:pt x="8" y="0"/>
                </a:lnTo>
                <a:lnTo>
                  <a:pt x="23" y="0"/>
                </a:lnTo>
                <a:lnTo>
                  <a:pt x="39" y="0"/>
                </a:lnTo>
                <a:lnTo>
                  <a:pt x="46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3" name="Freeform 294">
            <a:extLst>
              <a:ext uri="{FF2B5EF4-FFF2-40B4-BE49-F238E27FC236}">
                <a16:creationId xmlns:a16="http://schemas.microsoft.com/office/drawing/2014/main" id="{E307703A-2157-D385-D800-638C71906B21}"/>
              </a:ext>
            </a:extLst>
          </p:cNvPr>
          <p:cNvSpPr>
            <a:spLocks/>
          </p:cNvSpPr>
          <p:nvPr/>
        </p:nvSpPr>
        <p:spPr bwMode="auto">
          <a:xfrm>
            <a:off x="7769225" y="2963863"/>
            <a:ext cx="1588" cy="12700"/>
          </a:xfrm>
          <a:custGeom>
            <a:avLst/>
            <a:gdLst>
              <a:gd name="T0" fmla="*/ 0 w 1588"/>
              <a:gd name="T1" fmla="*/ 0 h 8"/>
              <a:gd name="T2" fmla="*/ 0 w 1588"/>
              <a:gd name="T3" fmla="*/ 0 h 8"/>
              <a:gd name="T4" fmla="*/ 0 w 1588"/>
              <a:gd name="T5" fmla="*/ 0 h 8"/>
              <a:gd name="T6" fmla="*/ 0 w 1588"/>
              <a:gd name="T7" fmla="*/ 2147483646 h 8"/>
              <a:gd name="T8" fmla="*/ 0 w 1588"/>
              <a:gd name="T9" fmla="*/ 2147483646 h 8"/>
              <a:gd name="T10" fmla="*/ 0 w 1588"/>
              <a:gd name="T11" fmla="*/ 2147483646 h 8"/>
              <a:gd name="T12" fmla="*/ 0 w 158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588"/>
              <a:gd name="T22" fmla="*/ 0 h 8"/>
              <a:gd name="T23" fmla="*/ 1588 w 158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58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4" name="Freeform 295">
            <a:extLst>
              <a:ext uri="{FF2B5EF4-FFF2-40B4-BE49-F238E27FC236}">
                <a16:creationId xmlns:a16="http://schemas.microsoft.com/office/drawing/2014/main" id="{B325BB77-4C82-5E4B-A759-CEDD564E49BD}"/>
              </a:ext>
            </a:extLst>
          </p:cNvPr>
          <p:cNvSpPr>
            <a:spLocks/>
          </p:cNvSpPr>
          <p:nvPr/>
        </p:nvSpPr>
        <p:spPr bwMode="auto">
          <a:xfrm>
            <a:off x="7351713" y="2703513"/>
            <a:ext cx="49212" cy="50800"/>
          </a:xfrm>
          <a:custGeom>
            <a:avLst/>
            <a:gdLst>
              <a:gd name="T0" fmla="*/ 2147483646 w 31"/>
              <a:gd name="T1" fmla="*/ 2147483646 h 32"/>
              <a:gd name="T2" fmla="*/ 2147483646 w 31"/>
              <a:gd name="T3" fmla="*/ 2147483646 h 32"/>
              <a:gd name="T4" fmla="*/ 2147483646 w 31"/>
              <a:gd name="T5" fmla="*/ 0 h 32"/>
              <a:gd name="T6" fmla="*/ 2147483646 w 31"/>
              <a:gd name="T7" fmla="*/ 2147483646 h 32"/>
              <a:gd name="T8" fmla="*/ 0 w 31"/>
              <a:gd name="T9" fmla="*/ 2147483646 h 32"/>
              <a:gd name="T10" fmla="*/ 2147483646 w 31"/>
              <a:gd name="T11" fmla="*/ 2147483646 h 32"/>
              <a:gd name="T12" fmla="*/ 2147483646 w 31"/>
              <a:gd name="T13" fmla="*/ 2147483646 h 32"/>
              <a:gd name="T14" fmla="*/ 2147483646 w 31"/>
              <a:gd name="T15" fmla="*/ 2147483646 h 32"/>
              <a:gd name="T16" fmla="*/ 2147483646 w 31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2"/>
              <a:gd name="T29" fmla="*/ 31 w 31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2">
                <a:moveTo>
                  <a:pt x="31" y="16"/>
                </a:moveTo>
                <a:lnTo>
                  <a:pt x="31" y="8"/>
                </a:lnTo>
                <a:lnTo>
                  <a:pt x="15" y="0"/>
                </a:lnTo>
                <a:lnTo>
                  <a:pt x="7" y="8"/>
                </a:lnTo>
                <a:lnTo>
                  <a:pt x="0" y="16"/>
                </a:lnTo>
                <a:lnTo>
                  <a:pt x="7" y="32"/>
                </a:lnTo>
                <a:lnTo>
                  <a:pt x="15" y="32"/>
                </a:lnTo>
                <a:lnTo>
                  <a:pt x="31" y="32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5" name="Freeform 296">
            <a:extLst>
              <a:ext uri="{FF2B5EF4-FFF2-40B4-BE49-F238E27FC236}">
                <a16:creationId xmlns:a16="http://schemas.microsoft.com/office/drawing/2014/main" id="{7E3895CE-DFE0-4C68-5836-6A07F7478A5E}"/>
              </a:ext>
            </a:extLst>
          </p:cNvPr>
          <p:cNvSpPr>
            <a:spLocks/>
          </p:cNvSpPr>
          <p:nvPr/>
        </p:nvSpPr>
        <p:spPr bwMode="auto">
          <a:xfrm>
            <a:off x="7351714" y="2703514"/>
            <a:ext cx="60325" cy="65087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2147483646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2147483646 w 38"/>
              <a:gd name="T29" fmla="*/ 2147483646 h 41"/>
              <a:gd name="T30" fmla="*/ 2147483646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2147483646 w 38"/>
              <a:gd name="T65" fmla="*/ 2147483646 h 41"/>
              <a:gd name="T66" fmla="*/ 2147483646 w 38"/>
              <a:gd name="T67" fmla="*/ 2147483646 h 41"/>
              <a:gd name="T68" fmla="*/ 2147483646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2147483646 w 38"/>
              <a:gd name="T77" fmla="*/ 2147483646 h 41"/>
              <a:gd name="T78" fmla="*/ 2147483646 w 38"/>
              <a:gd name="T79" fmla="*/ 2147483646 h 41"/>
              <a:gd name="T80" fmla="*/ 2147483646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1" y="16"/>
                </a:moveTo>
                <a:lnTo>
                  <a:pt x="31" y="8"/>
                </a:lnTo>
                <a:lnTo>
                  <a:pt x="31" y="16"/>
                </a:lnTo>
                <a:lnTo>
                  <a:pt x="15" y="8"/>
                </a:lnTo>
                <a:lnTo>
                  <a:pt x="23" y="8"/>
                </a:lnTo>
                <a:lnTo>
                  <a:pt x="15" y="16"/>
                </a:lnTo>
                <a:lnTo>
                  <a:pt x="7" y="24"/>
                </a:lnTo>
                <a:lnTo>
                  <a:pt x="7" y="16"/>
                </a:lnTo>
                <a:lnTo>
                  <a:pt x="15" y="32"/>
                </a:lnTo>
                <a:lnTo>
                  <a:pt x="7" y="32"/>
                </a:lnTo>
                <a:lnTo>
                  <a:pt x="15" y="32"/>
                </a:lnTo>
                <a:lnTo>
                  <a:pt x="31" y="32"/>
                </a:lnTo>
                <a:lnTo>
                  <a:pt x="31" y="16"/>
                </a:lnTo>
                <a:lnTo>
                  <a:pt x="38" y="16"/>
                </a:lnTo>
                <a:lnTo>
                  <a:pt x="38" y="32"/>
                </a:lnTo>
                <a:lnTo>
                  <a:pt x="31" y="41"/>
                </a:lnTo>
                <a:lnTo>
                  <a:pt x="15" y="41"/>
                </a:lnTo>
                <a:lnTo>
                  <a:pt x="7" y="41"/>
                </a:lnTo>
                <a:lnTo>
                  <a:pt x="7" y="32"/>
                </a:lnTo>
                <a:lnTo>
                  <a:pt x="0" y="16"/>
                </a:lnTo>
                <a:lnTo>
                  <a:pt x="7" y="8"/>
                </a:lnTo>
                <a:lnTo>
                  <a:pt x="15" y="0"/>
                </a:lnTo>
                <a:lnTo>
                  <a:pt x="31" y="8"/>
                </a:lnTo>
                <a:lnTo>
                  <a:pt x="38" y="8"/>
                </a:lnTo>
                <a:lnTo>
                  <a:pt x="38" y="16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6" name="Freeform 297">
            <a:extLst>
              <a:ext uri="{FF2B5EF4-FFF2-40B4-BE49-F238E27FC236}">
                <a16:creationId xmlns:a16="http://schemas.microsoft.com/office/drawing/2014/main" id="{5746F98B-32AB-CD26-64CE-3B44775E0AE5}"/>
              </a:ext>
            </a:extLst>
          </p:cNvPr>
          <p:cNvSpPr>
            <a:spLocks/>
          </p:cNvSpPr>
          <p:nvPr/>
        </p:nvSpPr>
        <p:spPr bwMode="auto">
          <a:xfrm>
            <a:off x="7400926" y="2728914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7" name="Freeform 298">
            <a:extLst>
              <a:ext uri="{FF2B5EF4-FFF2-40B4-BE49-F238E27FC236}">
                <a16:creationId xmlns:a16="http://schemas.microsoft.com/office/drawing/2014/main" id="{088F3E22-02A1-17E3-E803-D8C79DE74EDD}"/>
              </a:ext>
            </a:extLst>
          </p:cNvPr>
          <p:cNvSpPr>
            <a:spLocks/>
          </p:cNvSpPr>
          <p:nvPr/>
        </p:nvSpPr>
        <p:spPr bwMode="auto">
          <a:xfrm>
            <a:off x="7486651" y="2703513"/>
            <a:ext cx="36513" cy="50800"/>
          </a:xfrm>
          <a:custGeom>
            <a:avLst/>
            <a:gdLst>
              <a:gd name="T0" fmla="*/ 2147483646 w 23"/>
              <a:gd name="T1" fmla="*/ 2147483646 h 32"/>
              <a:gd name="T2" fmla="*/ 2147483646 w 23"/>
              <a:gd name="T3" fmla="*/ 2147483646 h 32"/>
              <a:gd name="T4" fmla="*/ 2147483646 w 23"/>
              <a:gd name="T5" fmla="*/ 0 h 32"/>
              <a:gd name="T6" fmla="*/ 0 w 23"/>
              <a:gd name="T7" fmla="*/ 2147483646 h 32"/>
              <a:gd name="T8" fmla="*/ 0 w 23"/>
              <a:gd name="T9" fmla="*/ 2147483646 h 32"/>
              <a:gd name="T10" fmla="*/ 0 w 23"/>
              <a:gd name="T11" fmla="*/ 2147483646 h 32"/>
              <a:gd name="T12" fmla="*/ 2147483646 w 23"/>
              <a:gd name="T13" fmla="*/ 2147483646 h 32"/>
              <a:gd name="T14" fmla="*/ 2147483646 w 23"/>
              <a:gd name="T15" fmla="*/ 2147483646 h 32"/>
              <a:gd name="T16" fmla="*/ 2147483646 w 23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23"/>
              <a:gd name="T28" fmla="*/ 0 h 32"/>
              <a:gd name="T29" fmla="*/ 23 w 23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23" h="32">
                <a:moveTo>
                  <a:pt x="23" y="16"/>
                </a:moveTo>
                <a:lnTo>
                  <a:pt x="23" y="8"/>
                </a:lnTo>
                <a:lnTo>
                  <a:pt x="7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7" y="32"/>
                </a:lnTo>
                <a:lnTo>
                  <a:pt x="23" y="32"/>
                </a:lnTo>
                <a:lnTo>
                  <a:pt x="23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8" name="Freeform 299">
            <a:extLst>
              <a:ext uri="{FF2B5EF4-FFF2-40B4-BE49-F238E27FC236}">
                <a16:creationId xmlns:a16="http://schemas.microsoft.com/office/drawing/2014/main" id="{C4024099-FA4D-FD09-79B7-3DF5BEA9070A}"/>
              </a:ext>
            </a:extLst>
          </p:cNvPr>
          <p:cNvSpPr>
            <a:spLocks/>
          </p:cNvSpPr>
          <p:nvPr/>
        </p:nvSpPr>
        <p:spPr bwMode="auto">
          <a:xfrm>
            <a:off x="7486651" y="2703514"/>
            <a:ext cx="49213" cy="65087"/>
          </a:xfrm>
          <a:custGeom>
            <a:avLst/>
            <a:gdLst>
              <a:gd name="T0" fmla="*/ 2147483646 w 31"/>
              <a:gd name="T1" fmla="*/ 2147483646 h 41"/>
              <a:gd name="T2" fmla="*/ 2147483646 w 31"/>
              <a:gd name="T3" fmla="*/ 2147483646 h 41"/>
              <a:gd name="T4" fmla="*/ 2147483646 w 31"/>
              <a:gd name="T5" fmla="*/ 2147483646 h 41"/>
              <a:gd name="T6" fmla="*/ 2147483646 w 31"/>
              <a:gd name="T7" fmla="*/ 2147483646 h 41"/>
              <a:gd name="T8" fmla="*/ 2147483646 w 31"/>
              <a:gd name="T9" fmla="*/ 2147483646 h 41"/>
              <a:gd name="T10" fmla="*/ 2147483646 w 31"/>
              <a:gd name="T11" fmla="*/ 2147483646 h 41"/>
              <a:gd name="T12" fmla="*/ 2147483646 w 31"/>
              <a:gd name="T13" fmla="*/ 2147483646 h 41"/>
              <a:gd name="T14" fmla="*/ 2147483646 w 31"/>
              <a:gd name="T15" fmla="*/ 2147483646 h 41"/>
              <a:gd name="T16" fmla="*/ 2147483646 w 31"/>
              <a:gd name="T17" fmla="*/ 2147483646 h 41"/>
              <a:gd name="T18" fmla="*/ 2147483646 w 31"/>
              <a:gd name="T19" fmla="*/ 2147483646 h 41"/>
              <a:gd name="T20" fmla="*/ 2147483646 w 31"/>
              <a:gd name="T21" fmla="*/ 2147483646 h 41"/>
              <a:gd name="T22" fmla="*/ 2147483646 w 31"/>
              <a:gd name="T23" fmla="*/ 2147483646 h 41"/>
              <a:gd name="T24" fmla="*/ 2147483646 w 31"/>
              <a:gd name="T25" fmla="*/ 2147483646 h 41"/>
              <a:gd name="T26" fmla="*/ 2147483646 w 31"/>
              <a:gd name="T27" fmla="*/ 2147483646 h 41"/>
              <a:gd name="T28" fmla="*/ 0 w 31"/>
              <a:gd name="T29" fmla="*/ 2147483646 h 41"/>
              <a:gd name="T30" fmla="*/ 0 w 31"/>
              <a:gd name="T31" fmla="*/ 2147483646 h 41"/>
              <a:gd name="T32" fmla="*/ 2147483646 w 31"/>
              <a:gd name="T33" fmla="*/ 2147483646 h 41"/>
              <a:gd name="T34" fmla="*/ 2147483646 w 31"/>
              <a:gd name="T35" fmla="*/ 2147483646 h 41"/>
              <a:gd name="T36" fmla="*/ 2147483646 w 31"/>
              <a:gd name="T37" fmla="*/ 2147483646 h 41"/>
              <a:gd name="T38" fmla="*/ 2147483646 w 31"/>
              <a:gd name="T39" fmla="*/ 2147483646 h 41"/>
              <a:gd name="T40" fmla="*/ 2147483646 w 31"/>
              <a:gd name="T41" fmla="*/ 2147483646 h 41"/>
              <a:gd name="T42" fmla="*/ 2147483646 w 31"/>
              <a:gd name="T43" fmla="*/ 2147483646 h 41"/>
              <a:gd name="T44" fmla="*/ 2147483646 w 31"/>
              <a:gd name="T45" fmla="*/ 2147483646 h 41"/>
              <a:gd name="T46" fmla="*/ 2147483646 w 31"/>
              <a:gd name="T47" fmla="*/ 2147483646 h 41"/>
              <a:gd name="T48" fmla="*/ 2147483646 w 31"/>
              <a:gd name="T49" fmla="*/ 2147483646 h 41"/>
              <a:gd name="T50" fmla="*/ 2147483646 w 31"/>
              <a:gd name="T51" fmla="*/ 2147483646 h 41"/>
              <a:gd name="T52" fmla="*/ 2147483646 w 31"/>
              <a:gd name="T53" fmla="*/ 2147483646 h 41"/>
              <a:gd name="T54" fmla="*/ 2147483646 w 31"/>
              <a:gd name="T55" fmla="*/ 2147483646 h 41"/>
              <a:gd name="T56" fmla="*/ 2147483646 w 31"/>
              <a:gd name="T57" fmla="*/ 2147483646 h 41"/>
              <a:gd name="T58" fmla="*/ 2147483646 w 31"/>
              <a:gd name="T59" fmla="*/ 2147483646 h 41"/>
              <a:gd name="T60" fmla="*/ 2147483646 w 31"/>
              <a:gd name="T61" fmla="*/ 2147483646 h 41"/>
              <a:gd name="T62" fmla="*/ 2147483646 w 31"/>
              <a:gd name="T63" fmla="*/ 2147483646 h 41"/>
              <a:gd name="T64" fmla="*/ 0 w 31"/>
              <a:gd name="T65" fmla="*/ 2147483646 h 41"/>
              <a:gd name="T66" fmla="*/ 0 w 31"/>
              <a:gd name="T67" fmla="*/ 2147483646 h 41"/>
              <a:gd name="T68" fmla="*/ 0 w 31"/>
              <a:gd name="T69" fmla="*/ 2147483646 h 41"/>
              <a:gd name="T70" fmla="*/ 0 w 31"/>
              <a:gd name="T71" fmla="*/ 2147483646 h 41"/>
              <a:gd name="T72" fmla="*/ 0 w 31"/>
              <a:gd name="T73" fmla="*/ 2147483646 h 41"/>
              <a:gd name="T74" fmla="*/ 0 w 31"/>
              <a:gd name="T75" fmla="*/ 2147483646 h 41"/>
              <a:gd name="T76" fmla="*/ 0 w 31"/>
              <a:gd name="T77" fmla="*/ 2147483646 h 41"/>
              <a:gd name="T78" fmla="*/ 0 w 31"/>
              <a:gd name="T79" fmla="*/ 2147483646 h 41"/>
              <a:gd name="T80" fmla="*/ 0 w 31"/>
              <a:gd name="T81" fmla="*/ 2147483646 h 41"/>
              <a:gd name="T82" fmla="*/ 2147483646 w 31"/>
              <a:gd name="T83" fmla="*/ 0 h 41"/>
              <a:gd name="T84" fmla="*/ 2147483646 w 31"/>
              <a:gd name="T85" fmla="*/ 0 h 41"/>
              <a:gd name="T86" fmla="*/ 2147483646 w 31"/>
              <a:gd name="T87" fmla="*/ 0 h 41"/>
              <a:gd name="T88" fmla="*/ 2147483646 w 31"/>
              <a:gd name="T89" fmla="*/ 2147483646 h 41"/>
              <a:gd name="T90" fmla="*/ 2147483646 w 31"/>
              <a:gd name="T91" fmla="*/ 2147483646 h 41"/>
              <a:gd name="T92" fmla="*/ 2147483646 w 31"/>
              <a:gd name="T93" fmla="*/ 2147483646 h 41"/>
              <a:gd name="T94" fmla="*/ 2147483646 w 31"/>
              <a:gd name="T95" fmla="*/ 2147483646 h 41"/>
              <a:gd name="T96" fmla="*/ 2147483646 w 31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1"/>
              <a:gd name="T148" fmla="*/ 0 h 41"/>
              <a:gd name="T149" fmla="*/ 31 w 31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1" h="41">
                <a:moveTo>
                  <a:pt x="23" y="16"/>
                </a:moveTo>
                <a:lnTo>
                  <a:pt x="23" y="8"/>
                </a:lnTo>
                <a:lnTo>
                  <a:pt x="23" y="16"/>
                </a:lnTo>
                <a:lnTo>
                  <a:pt x="7" y="8"/>
                </a:lnTo>
                <a:lnTo>
                  <a:pt x="15" y="8"/>
                </a:lnTo>
                <a:lnTo>
                  <a:pt x="7" y="16"/>
                </a:lnTo>
                <a:lnTo>
                  <a:pt x="7" y="8"/>
                </a:lnTo>
                <a:lnTo>
                  <a:pt x="7" y="16"/>
                </a:lnTo>
                <a:lnTo>
                  <a:pt x="7" y="32"/>
                </a:lnTo>
                <a:lnTo>
                  <a:pt x="0" y="32"/>
                </a:lnTo>
                <a:lnTo>
                  <a:pt x="7" y="32"/>
                </a:lnTo>
                <a:lnTo>
                  <a:pt x="23" y="32"/>
                </a:lnTo>
                <a:lnTo>
                  <a:pt x="23" y="16"/>
                </a:lnTo>
                <a:lnTo>
                  <a:pt x="31" y="16"/>
                </a:lnTo>
                <a:lnTo>
                  <a:pt x="31" y="32"/>
                </a:lnTo>
                <a:lnTo>
                  <a:pt x="23" y="41"/>
                </a:lnTo>
                <a:lnTo>
                  <a:pt x="7" y="41"/>
                </a:lnTo>
                <a:lnTo>
                  <a:pt x="0" y="41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7" y="0"/>
                </a:lnTo>
                <a:lnTo>
                  <a:pt x="23" y="8"/>
                </a:lnTo>
                <a:lnTo>
                  <a:pt x="31" y="8"/>
                </a:lnTo>
                <a:lnTo>
                  <a:pt x="31" y="16"/>
                </a:lnTo>
                <a:lnTo>
                  <a:pt x="23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9" name="Freeform 300">
            <a:extLst>
              <a:ext uri="{FF2B5EF4-FFF2-40B4-BE49-F238E27FC236}">
                <a16:creationId xmlns:a16="http://schemas.microsoft.com/office/drawing/2014/main" id="{740BC7B4-8400-5AE6-BDB7-57A755E60463}"/>
              </a:ext>
            </a:extLst>
          </p:cNvPr>
          <p:cNvSpPr>
            <a:spLocks/>
          </p:cNvSpPr>
          <p:nvPr/>
        </p:nvSpPr>
        <p:spPr bwMode="auto">
          <a:xfrm>
            <a:off x="7523163" y="27289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0" name="Freeform 301">
            <a:extLst>
              <a:ext uri="{FF2B5EF4-FFF2-40B4-BE49-F238E27FC236}">
                <a16:creationId xmlns:a16="http://schemas.microsoft.com/office/drawing/2014/main" id="{A9D5C676-48E3-2E25-950B-2C4033C42EBF}"/>
              </a:ext>
            </a:extLst>
          </p:cNvPr>
          <p:cNvSpPr>
            <a:spLocks/>
          </p:cNvSpPr>
          <p:nvPr/>
        </p:nvSpPr>
        <p:spPr bwMode="auto">
          <a:xfrm>
            <a:off x="7720013" y="2441575"/>
            <a:ext cx="49212" cy="52388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23" y="8"/>
                </a:lnTo>
                <a:lnTo>
                  <a:pt x="15" y="0"/>
                </a:lnTo>
                <a:lnTo>
                  <a:pt x="7" y="8"/>
                </a:lnTo>
                <a:lnTo>
                  <a:pt x="0" y="17"/>
                </a:lnTo>
                <a:lnTo>
                  <a:pt x="7" y="25"/>
                </a:lnTo>
                <a:lnTo>
                  <a:pt x="15" y="33"/>
                </a:lnTo>
                <a:lnTo>
                  <a:pt x="23" y="25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1" name="Freeform 302">
            <a:extLst>
              <a:ext uri="{FF2B5EF4-FFF2-40B4-BE49-F238E27FC236}">
                <a16:creationId xmlns:a16="http://schemas.microsoft.com/office/drawing/2014/main" id="{D4315AD9-A617-EC32-613A-5249B2879357}"/>
              </a:ext>
            </a:extLst>
          </p:cNvPr>
          <p:cNvSpPr>
            <a:spLocks/>
          </p:cNvSpPr>
          <p:nvPr/>
        </p:nvSpPr>
        <p:spPr bwMode="auto">
          <a:xfrm>
            <a:off x="7720014" y="2441575"/>
            <a:ext cx="60325" cy="65088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2147483646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2147483646 w 38"/>
              <a:gd name="T29" fmla="*/ 2147483646 h 41"/>
              <a:gd name="T30" fmla="*/ 2147483646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2147483646 w 38"/>
              <a:gd name="T65" fmla="*/ 2147483646 h 41"/>
              <a:gd name="T66" fmla="*/ 2147483646 w 38"/>
              <a:gd name="T67" fmla="*/ 2147483646 h 41"/>
              <a:gd name="T68" fmla="*/ 2147483646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2147483646 w 38"/>
              <a:gd name="T77" fmla="*/ 2147483646 h 41"/>
              <a:gd name="T78" fmla="*/ 2147483646 w 38"/>
              <a:gd name="T79" fmla="*/ 2147483646 h 41"/>
              <a:gd name="T80" fmla="*/ 2147483646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1" y="25"/>
                </a:moveTo>
                <a:lnTo>
                  <a:pt x="23" y="17"/>
                </a:lnTo>
                <a:lnTo>
                  <a:pt x="15" y="8"/>
                </a:lnTo>
                <a:lnTo>
                  <a:pt x="23" y="8"/>
                </a:lnTo>
                <a:lnTo>
                  <a:pt x="15" y="17"/>
                </a:lnTo>
                <a:lnTo>
                  <a:pt x="7" y="25"/>
                </a:lnTo>
                <a:lnTo>
                  <a:pt x="7" y="17"/>
                </a:lnTo>
                <a:lnTo>
                  <a:pt x="15" y="25"/>
                </a:lnTo>
                <a:lnTo>
                  <a:pt x="23" y="33"/>
                </a:lnTo>
                <a:lnTo>
                  <a:pt x="15" y="33"/>
                </a:lnTo>
                <a:lnTo>
                  <a:pt x="23" y="25"/>
                </a:lnTo>
                <a:lnTo>
                  <a:pt x="31" y="17"/>
                </a:lnTo>
                <a:lnTo>
                  <a:pt x="38" y="25"/>
                </a:lnTo>
                <a:lnTo>
                  <a:pt x="31" y="33"/>
                </a:lnTo>
                <a:lnTo>
                  <a:pt x="23" y="41"/>
                </a:lnTo>
                <a:lnTo>
                  <a:pt x="15" y="41"/>
                </a:lnTo>
                <a:lnTo>
                  <a:pt x="7" y="33"/>
                </a:lnTo>
                <a:lnTo>
                  <a:pt x="0" y="25"/>
                </a:lnTo>
                <a:lnTo>
                  <a:pt x="0" y="17"/>
                </a:lnTo>
                <a:lnTo>
                  <a:pt x="7" y="8"/>
                </a:lnTo>
                <a:lnTo>
                  <a:pt x="15" y="0"/>
                </a:lnTo>
                <a:lnTo>
                  <a:pt x="23" y="0"/>
                </a:lnTo>
                <a:lnTo>
                  <a:pt x="31" y="8"/>
                </a:lnTo>
                <a:lnTo>
                  <a:pt x="38" y="17"/>
                </a:lnTo>
                <a:lnTo>
                  <a:pt x="31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2" name="Freeform 303">
            <a:extLst>
              <a:ext uri="{FF2B5EF4-FFF2-40B4-BE49-F238E27FC236}">
                <a16:creationId xmlns:a16="http://schemas.microsoft.com/office/drawing/2014/main" id="{650B8AD2-0437-FFAB-6400-6B8B5687296A}"/>
              </a:ext>
            </a:extLst>
          </p:cNvPr>
          <p:cNvSpPr>
            <a:spLocks/>
          </p:cNvSpPr>
          <p:nvPr/>
        </p:nvSpPr>
        <p:spPr bwMode="auto">
          <a:xfrm>
            <a:off x="7769226" y="2468563"/>
            <a:ext cx="11113" cy="12700"/>
          </a:xfrm>
          <a:custGeom>
            <a:avLst/>
            <a:gdLst>
              <a:gd name="T0" fmla="*/ 0 w 7"/>
              <a:gd name="T1" fmla="*/ 0 h 8"/>
              <a:gd name="T2" fmla="*/ 0 w 7"/>
              <a:gd name="T3" fmla="*/ 0 h 8"/>
              <a:gd name="T4" fmla="*/ 0 w 7"/>
              <a:gd name="T5" fmla="*/ 2147483646 h 8"/>
              <a:gd name="T6" fmla="*/ 2147483646 w 7"/>
              <a:gd name="T7" fmla="*/ 0 h 8"/>
              <a:gd name="T8" fmla="*/ 2147483646 w 7"/>
              <a:gd name="T9" fmla="*/ 2147483646 h 8"/>
              <a:gd name="T10" fmla="*/ 2147483646 w 7"/>
              <a:gd name="T11" fmla="*/ 2147483646 h 8"/>
              <a:gd name="T12" fmla="*/ 0 w 7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8"/>
              <a:gd name="T23" fmla="*/ 7 w 7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7" y="0"/>
                </a:lnTo>
                <a:lnTo>
                  <a:pt x="7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3" name="Freeform 304">
            <a:extLst>
              <a:ext uri="{FF2B5EF4-FFF2-40B4-BE49-F238E27FC236}">
                <a16:creationId xmlns:a16="http://schemas.microsoft.com/office/drawing/2014/main" id="{C65B28D4-2522-7E75-51C1-900FF714EA4A}"/>
              </a:ext>
            </a:extLst>
          </p:cNvPr>
          <p:cNvSpPr>
            <a:spLocks/>
          </p:cNvSpPr>
          <p:nvPr/>
        </p:nvSpPr>
        <p:spPr bwMode="auto">
          <a:xfrm>
            <a:off x="7720013" y="2311400"/>
            <a:ext cx="49212" cy="39688"/>
          </a:xfrm>
          <a:custGeom>
            <a:avLst/>
            <a:gdLst>
              <a:gd name="T0" fmla="*/ 2147483646 w 31"/>
              <a:gd name="T1" fmla="*/ 2147483646 h 25"/>
              <a:gd name="T2" fmla="*/ 2147483646 w 31"/>
              <a:gd name="T3" fmla="*/ 0 h 25"/>
              <a:gd name="T4" fmla="*/ 2147483646 w 31"/>
              <a:gd name="T5" fmla="*/ 0 h 25"/>
              <a:gd name="T6" fmla="*/ 2147483646 w 31"/>
              <a:gd name="T7" fmla="*/ 0 h 25"/>
              <a:gd name="T8" fmla="*/ 0 w 31"/>
              <a:gd name="T9" fmla="*/ 2147483646 h 25"/>
              <a:gd name="T10" fmla="*/ 2147483646 w 31"/>
              <a:gd name="T11" fmla="*/ 2147483646 h 25"/>
              <a:gd name="T12" fmla="*/ 2147483646 w 31"/>
              <a:gd name="T13" fmla="*/ 2147483646 h 25"/>
              <a:gd name="T14" fmla="*/ 2147483646 w 31"/>
              <a:gd name="T15" fmla="*/ 2147483646 h 25"/>
              <a:gd name="T16" fmla="*/ 2147483646 w 31"/>
              <a:gd name="T17" fmla="*/ 2147483646 h 2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25"/>
              <a:gd name="T29" fmla="*/ 31 w 31"/>
              <a:gd name="T30" fmla="*/ 25 h 2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25">
                <a:moveTo>
                  <a:pt x="31" y="8"/>
                </a:moveTo>
                <a:lnTo>
                  <a:pt x="23" y="0"/>
                </a:lnTo>
                <a:lnTo>
                  <a:pt x="15" y="0"/>
                </a:lnTo>
                <a:lnTo>
                  <a:pt x="7" y="0"/>
                </a:lnTo>
                <a:lnTo>
                  <a:pt x="0" y="8"/>
                </a:lnTo>
                <a:lnTo>
                  <a:pt x="7" y="25"/>
                </a:lnTo>
                <a:lnTo>
                  <a:pt x="15" y="25"/>
                </a:lnTo>
                <a:lnTo>
                  <a:pt x="23" y="25"/>
                </a:lnTo>
                <a:lnTo>
                  <a:pt x="31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4" name="Freeform 305">
            <a:extLst>
              <a:ext uri="{FF2B5EF4-FFF2-40B4-BE49-F238E27FC236}">
                <a16:creationId xmlns:a16="http://schemas.microsoft.com/office/drawing/2014/main" id="{B1493717-46CC-7737-BC0A-901F62BB6B67}"/>
              </a:ext>
            </a:extLst>
          </p:cNvPr>
          <p:cNvSpPr>
            <a:spLocks/>
          </p:cNvSpPr>
          <p:nvPr/>
        </p:nvSpPr>
        <p:spPr bwMode="auto">
          <a:xfrm>
            <a:off x="7720014" y="2311400"/>
            <a:ext cx="60325" cy="52388"/>
          </a:xfrm>
          <a:custGeom>
            <a:avLst/>
            <a:gdLst>
              <a:gd name="T0" fmla="*/ 2147483646 w 38"/>
              <a:gd name="T1" fmla="*/ 2147483646 h 33"/>
              <a:gd name="T2" fmla="*/ 2147483646 w 38"/>
              <a:gd name="T3" fmla="*/ 2147483646 h 33"/>
              <a:gd name="T4" fmla="*/ 2147483646 w 38"/>
              <a:gd name="T5" fmla="*/ 2147483646 h 33"/>
              <a:gd name="T6" fmla="*/ 2147483646 w 38"/>
              <a:gd name="T7" fmla="*/ 2147483646 h 33"/>
              <a:gd name="T8" fmla="*/ 2147483646 w 38"/>
              <a:gd name="T9" fmla="*/ 2147483646 h 33"/>
              <a:gd name="T10" fmla="*/ 2147483646 w 38"/>
              <a:gd name="T11" fmla="*/ 2147483646 h 33"/>
              <a:gd name="T12" fmla="*/ 2147483646 w 38"/>
              <a:gd name="T13" fmla="*/ 2147483646 h 33"/>
              <a:gd name="T14" fmla="*/ 2147483646 w 38"/>
              <a:gd name="T15" fmla="*/ 2147483646 h 33"/>
              <a:gd name="T16" fmla="*/ 2147483646 w 38"/>
              <a:gd name="T17" fmla="*/ 2147483646 h 33"/>
              <a:gd name="T18" fmla="*/ 2147483646 w 38"/>
              <a:gd name="T19" fmla="*/ 2147483646 h 33"/>
              <a:gd name="T20" fmla="*/ 2147483646 w 38"/>
              <a:gd name="T21" fmla="*/ 2147483646 h 33"/>
              <a:gd name="T22" fmla="*/ 2147483646 w 38"/>
              <a:gd name="T23" fmla="*/ 2147483646 h 33"/>
              <a:gd name="T24" fmla="*/ 2147483646 w 38"/>
              <a:gd name="T25" fmla="*/ 2147483646 h 33"/>
              <a:gd name="T26" fmla="*/ 2147483646 w 38"/>
              <a:gd name="T27" fmla="*/ 2147483646 h 33"/>
              <a:gd name="T28" fmla="*/ 2147483646 w 38"/>
              <a:gd name="T29" fmla="*/ 2147483646 h 33"/>
              <a:gd name="T30" fmla="*/ 2147483646 w 38"/>
              <a:gd name="T31" fmla="*/ 2147483646 h 33"/>
              <a:gd name="T32" fmla="*/ 2147483646 w 38"/>
              <a:gd name="T33" fmla="*/ 2147483646 h 33"/>
              <a:gd name="T34" fmla="*/ 2147483646 w 38"/>
              <a:gd name="T35" fmla="*/ 2147483646 h 33"/>
              <a:gd name="T36" fmla="*/ 2147483646 w 38"/>
              <a:gd name="T37" fmla="*/ 2147483646 h 33"/>
              <a:gd name="T38" fmla="*/ 2147483646 w 38"/>
              <a:gd name="T39" fmla="*/ 2147483646 h 33"/>
              <a:gd name="T40" fmla="*/ 2147483646 w 38"/>
              <a:gd name="T41" fmla="*/ 2147483646 h 33"/>
              <a:gd name="T42" fmla="*/ 2147483646 w 38"/>
              <a:gd name="T43" fmla="*/ 2147483646 h 33"/>
              <a:gd name="T44" fmla="*/ 2147483646 w 38"/>
              <a:gd name="T45" fmla="*/ 2147483646 h 33"/>
              <a:gd name="T46" fmla="*/ 2147483646 w 38"/>
              <a:gd name="T47" fmla="*/ 2147483646 h 33"/>
              <a:gd name="T48" fmla="*/ 2147483646 w 38"/>
              <a:gd name="T49" fmla="*/ 2147483646 h 33"/>
              <a:gd name="T50" fmla="*/ 2147483646 w 38"/>
              <a:gd name="T51" fmla="*/ 2147483646 h 33"/>
              <a:gd name="T52" fmla="*/ 2147483646 w 38"/>
              <a:gd name="T53" fmla="*/ 2147483646 h 33"/>
              <a:gd name="T54" fmla="*/ 2147483646 w 38"/>
              <a:gd name="T55" fmla="*/ 2147483646 h 33"/>
              <a:gd name="T56" fmla="*/ 2147483646 w 38"/>
              <a:gd name="T57" fmla="*/ 2147483646 h 33"/>
              <a:gd name="T58" fmla="*/ 2147483646 w 38"/>
              <a:gd name="T59" fmla="*/ 2147483646 h 33"/>
              <a:gd name="T60" fmla="*/ 2147483646 w 38"/>
              <a:gd name="T61" fmla="*/ 2147483646 h 33"/>
              <a:gd name="T62" fmla="*/ 2147483646 w 38"/>
              <a:gd name="T63" fmla="*/ 2147483646 h 33"/>
              <a:gd name="T64" fmla="*/ 2147483646 w 38"/>
              <a:gd name="T65" fmla="*/ 2147483646 h 33"/>
              <a:gd name="T66" fmla="*/ 2147483646 w 38"/>
              <a:gd name="T67" fmla="*/ 2147483646 h 33"/>
              <a:gd name="T68" fmla="*/ 2147483646 w 38"/>
              <a:gd name="T69" fmla="*/ 2147483646 h 33"/>
              <a:gd name="T70" fmla="*/ 0 w 38"/>
              <a:gd name="T71" fmla="*/ 2147483646 h 33"/>
              <a:gd name="T72" fmla="*/ 0 w 38"/>
              <a:gd name="T73" fmla="*/ 2147483646 h 33"/>
              <a:gd name="T74" fmla="*/ 0 w 38"/>
              <a:gd name="T75" fmla="*/ 2147483646 h 33"/>
              <a:gd name="T76" fmla="*/ 2147483646 w 38"/>
              <a:gd name="T77" fmla="*/ 0 h 33"/>
              <a:gd name="T78" fmla="*/ 2147483646 w 38"/>
              <a:gd name="T79" fmla="*/ 0 h 33"/>
              <a:gd name="T80" fmla="*/ 2147483646 w 38"/>
              <a:gd name="T81" fmla="*/ 0 h 33"/>
              <a:gd name="T82" fmla="*/ 2147483646 w 38"/>
              <a:gd name="T83" fmla="*/ 0 h 33"/>
              <a:gd name="T84" fmla="*/ 2147483646 w 38"/>
              <a:gd name="T85" fmla="*/ 0 h 33"/>
              <a:gd name="T86" fmla="*/ 2147483646 w 38"/>
              <a:gd name="T87" fmla="*/ 0 h 33"/>
              <a:gd name="T88" fmla="*/ 2147483646 w 38"/>
              <a:gd name="T89" fmla="*/ 0 h 33"/>
              <a:gd name="T90" fmla="*/ 2147483646 w 38"/>
              <a:gd name="T91" fmla="*/ 0 h 33"/>
              <a:gd name="T92" fmla="*/ 2147483646 w 38"/>
              <a:gd name="T93" fmla="*/ 0 h 33"/>
              <a:gd name="T94" fmla="*/ 2147483646 w 38"/>
              <a:gd name="T95" fmla="*/ 2147483646 h 33"/>
              <a:gd name="T96" fmla="*/ 2147483646 w 38"/>
              <a:gd name="T97" fmla="*/ 2147483646 h 3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33"/>
              <a:gd name="T149" fmla="*/ 38 w 38"/>
              <a:gd name="T150" fmla="*/ 33 h 3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33">
                <a:moveTo>
                  <a:pt x="31" y="16"/>
                </a:moveTo>
                <a:lnTo>
                  <a:pt x="23" y="8"/>
                </a:lnTo>
                <a:lnTo>
                  <a:pt x="15" y="8"/>
                </a:lnTo>
                <a:lnTo>
                  <a:pt x="7" y="8"/>
                </a:lnTo>
                <a:lnTo>
                  <a:pt x="15" y="8"/>
                </a:lnTo>
                <a:lnTo>
                  <a:pt x="7" y="16"/>
                </a:lnTo>
                <a:lnTo>
                  <a:pt x="7" y="8"/>
                </a:lnTo>
                <a:lnTo>
                  <a:pt x="15" y="25"/>
                </a:lnTo>
                <a:lnTo>
                  <a:pt x="7" y="25"/>
                </a:lnTo>
                <a:lnTo>
                  <a:pt x="15" y="25"/>
                </a:lnTo>
                <a:lnTo>
                  <a:pt x="23" y="25"/>
                </a:lnTo>
                <a:lnTo>
                  <a:pt x="31" y="8"/>
                </a:lnTo>
                <a:lnTo>
                  <a:pt x="38" y="8"/>
                </a:lnTo>
                <a:lnTo>
                  <a:pt x="31" y="25"/>
                </a:lnTo>
                <a:lnTo>
                  <a:pt x="23" y="33"/>
                </a:lnTo>
                <a:lnTo>
                  <a:pt x="15" y="33"/>
                </a:lnTo>
                <a:lnTo>
                  <a:pt x="7" y="33"/>
                </a:lnTo>
                <a:lnTo>
                  <a:pt x="7" y="25"/>
                </a:lnTo>
                <a:lnTo>
                  <a:pt x="0" y="8"/>
                </a:lnTo>
                <a:lnTo>
                  <a:pt x="7" y="0"/>
                </a:lnTo>
                <a:lnTo>
                  <a:pt x="15" y="0"/>
                </a:lnTo>
                <a:lnTo>
                  <a:pt x="23" y="0"/>
                </a:lnTo>
                <a:lnTo>
                  <a:pt x="31" y="0"/>
                </a:lnTo>
                <a:lnTo>
                  <a:pt x="38" y="8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5" name="Freeform 306">
            <a:extLst>
              <a:ext uri="{FF2B5EF4-FFF2-40B4-BE49-F238E27FC236}">
                <a16:creationId xmlns:a16="http://schemas.microsoft.com/office/drawing/2014/main" id="{399A3363-4DD7-B1C3-9555-07B86CF80028}"/>
              </a:ext>
            </a:extLst>
          </p:cNvPr>
          <p:cNvSpPr>
            <a:spLocks/>
          </p:cNvSpPr>
          <p:nvPr/>
        </p:nvSpPr>
        <p:spPr bwMode="auto">
          <a:xfrm>
            <a:off x="7769226" y="2324100"/>
            <a:ext cx="11113" cy="12700"/>
          </a:xfrm>
          <a:custGeom>
            <a:avLst/>
            <a:gdLst>
              <a:gd name="T0" fmla="*/ 0 w 7"/>
              <a:gd name="T1" fmla="*/ 0 h 8"/>
              <a:gd name="T2" fmla="*/ 0 w 7"/>
              <a:gd name="T3" fmla="*/ 0 h 8"/>
              <a:gd name="T4" fmla="*/ 0 w 7"/>
              <a:gd name="T5" fmla="*/ 2147483646 h 8"/>
              <a:gd name="T6" fmla="*/ 2147483646 w 7"/>
              <a:gd name="T7" fmla="*/ 0 h 8"/>
              <a:gd name="T8" fmla="*/ 2147483646 w 7"/>
              <a:gd name="T9" fmla="*/ 0 h 8"/>
              <a:gd name="T10" fmla="*/ 2147483646 w 7"/>
              <a:gd name="T11" fmla="*/ 0 h 8"/>
              <a:gd name="T12" fmla="*/ 0 w 7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8"/>
              <a:gd name="T23" fmla="*/ 7 w 7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6" name="Freeform 307">
            <a:extLst>
              <a:ext uri="{FF2B5EF4-FFF2-40B4-BE49-F238E27FC236}">
                <a16:creationId xmlns:a16="http://schemas.microsoft.com/office/drawing/2014/main" id="{DCD41533-6849-89EF-DD1E-1C75C355C87D}"/>
              </a:ext>
            </a:extLst>
          </p:cNvPr>
          <p:cNvSpPr>
            <a:spLocks/>
          </p:cNvSpPr>
          <p:nvPr/>
        </p:nvSpPr>
        <p:spPr bwMode="auto">
          <a:xfrm>
            <a:off x="7351713" y="2036764"/>
            <a:ext cx="49212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31" y="8"/>
                </a:lnTo>
                <a:lnTo>
                  <a:pt x="15" y="0"/>
                </a:lnTo>
                <a:lnTo>
                  <a:pt x="7" y="8"/>
                </a:lnTo>
                <a:lnTo>
                  <a:pt x="0" y="17"/>
                </a:lnTo>
                <a:lnTo>
                  <a:pt x="7" y="25"/>
                </a:lnTo>
                <a:lnTo>
                  <a:pt x="15" y="33"/>
                </a:lnTo>
                <a:lnTo>
                  <a:pt x="31" y="25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7" name="Freeform 308">
            <a:extLst>
              <a:ext uri="{FF2B5EF4-FFF2-40B4-BE49-F238E27FC236}">
                <a16:creationId xmlns:a16="http://schemas.microsoft.com/office/drawing/2014/main" id="{86975F64-D7E4-6D0B-C9A1-FAE4EC989ABB}"/>
              </a:ext>
            </a:extLst>
          </p:cNvPr>
          <p:cNvSpPr>
            <a:spLocks/>
          </p:cNvSpPr>
          <p:nvPr/>
        </p:nvSpPr>
        <p:spPr bwMode="auto">
          <a:xfrm>
            <a:off x="7351714" y="2036764"/>
            <a:ext cx="60325" cy="65087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2147483646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2147483646 w 38"/>
              <a:gd name="T29" fmla="*/ 2147483646 h 41"/>
              <a:gd name="T30" fmla="*/ 2147483646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2147483646 w 38"/>
              <a:gd name="T65" fmla="*/ 2147483646 h 41"/>
              <a:gd name="T66" fmla="*/ 2147483646 w 38"/>
              <a:gd name="T67" fmla="*/ 2147483646 h 41"/>
              <a:gd name="T68" fmla="*/ 2147483646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2147483646 w 38"/>
              <a:gd name="T77" fmla="*/ 2147483646 h 41"/>
              <a:gd name="T78" fmla="*/ 2147483646 w 38"/>
              <a:gd name="T79" fmla="*/ 2147483646 h 41"/>
              <a:gd name="T80" fmla="*/ 2147483646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1" y="17"/>
                </a:moveTo>
                <a:lnTo>
                  <a:pt x="31" y="8"/>
                </a:lnTo>
                <a:lnTo>
                  <a:pt x="31" y="17"/>
                </a:lnTo>
                <a:lnTo>
                  <a:pt x="15" y="8"/>
                </a:lnTo>
                <a:lnTo>
                  <a:pt x="23" y="8"/>
                </a:lnTo>
                <a:lnTo>
                  <a:pt x="15" y="17"/>
                </a:lnTo>
                <a:lnTo>
                  <a:pt x="7" y="25"/>
                </a:lnTo>
                <a:lnTo>
                  <a:pt x="7" y="17"/>
                </a:lnTo>
                <a:lnTo>
                  <a:pt x="15" y="25"/>
                </a:lnTo>
                <a:lnTo>
                  <a:pt x="23" y="33"/>
                </a:lnTo>
                <a:lnTo>
                  <a:pt x="15" y="33"/>
                </a:lnTo>
                <a:lnTo>
                  <a:pt x="31" y="25"/>
                </a:lnTo>
                <a:lnTo>
                  <a:pt x="31" y="17"/>
                </a:lnTo>
                <a:lnTo>
                  <a:pt x="38" y="17"/>
                </a:lnTo>
                <a:lnTo>
                  <a:pt x="38" y="25"/>
                </a:lnTo>
                <a:lnTo>
                  <a:pt x="31" y="33"/>
                </a:lnTo>
                <a:lnTo>
                  <a:pt x="15" y="41"/>
                </a:lnTo>
                <a:lnTo>
                  <a:pt x="7" y="33"/>
                </a:lnTo>
                <a:lnTo>
                  <a:pt x="0" y="25"/>
                </a:lnTo>
                <a:lnTo>
                  <a:pt x="0" y="17"/>
                </a:lnTo>
                <a:lnTo>
                  <a:pt x="7" y="8"/>
                </a:lnTo>
                <a:lnTo>
                  <a:pt x="15" y="0"/>
                </a:lnTo>
                <a:lnTo>
                  <a:pt x="31" y="8"/>
                </a:lnTo>
                <a:lnTo>
                  <a:pt x="38" y="8"/>
                </a:lnTo>
                <a:lnTo>
                  <a:pt x="38" y="17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8" name="Freeform 309">
            <a:extLst>
              <a:ext uri="{FF2B5EF4-FFF2-40B4-BE49-F238E27FC236}">
                <a16:creationId xmlns:a16="http://schemas.microsoft.com/office/drawing/2014/main" id="{383634F4-FA48-0F93-B03B-8137FD5A66DC}"/>
              </a:ext>
            </a:extLst>
          </p:cNvPr>
          <p:cNvSpPr>
            <a:spLocks/>
          </p:cNvSpPr>
          <p:nvPr/>
        </p:nvSpPr>
        <p:spPr bwMode="auto">
          <a:xfrm>
            <a:off x="7400926" y="2063750"/>
            <a:ext cx="11113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9" name="Freeform 310">
            <a:extLst>
              <a:ext uri="{FF2B5EF4-FFF2-40B4-BE49-F238E27FC236}">
                <a16:creationId xmlns:a16="http://schemas.microsoft.com/office/drawing/2014/main" id="{DCDA05C9-EA46-E5D7-FC5A-D7D6817DA567}"/>
              </a:ext>
            </a:extLst>
          </p:cNvPr>
          <p:cNvSpPr>
            <a:spLocks/>
          </p:cNvSpPr>
          <p:nvPr/>
        </p:nvSpPr>
        <p:spPr bwMode="auto">
          <a:xfrm>
            <a:off x="7486651" y="2036764"/>
            <a:ext cx="36513" cy="39687"/>
          </a:xfrm>
          <a:custGeom>
            <a:avLst/>
            <a:gdLst>
              <a:gd name="T0" fmla="*/ 2147483646 w 23"/>
              <a:gd name="T1" fmla="*/ 2147483646 h 25"/>
              <a:gd name="T2" fmla="*/ 2147483646 w 23"/>
              <a:gd name="T3" fmla="*/ 0 h 25"/>
              <a:gd name="T4" fmla="*/ 2147483646 w 23"/>
              <a:gd name="T5" fmla="*/ 0 h 25"/>
              <a:gd name="T6" fmla="*/ 0 w 23"/>
              <a:gd name="T7" fmla="*/ 0 h 25"/>
              <a:gd name="T8" fmla="*/ 0 w 23"/>
              <a:gd name="T9" fmla="*/ 2147483646 h 25"/>
              <a:gd name="T10" fmla="*/ 0 w 23"/>
              <a:gd name="T11" fmla="*/ 2147483646 h 25"/>
              <a:gd name="T12" fmla="*/ 2147483646 w 23"/>
              <a:gd name="T13" fmla="*/ 2147483646 h 25"/>
              <a:gd name="T14" fmla="*/ 2147483646 w 23"/>
              <a:gd name="T15" fmla="*/ 2147483646 h 25"/>
              <a:gd name="T16" fmla="*/ 2147483646 w 23"/>
              <a:gd name="T17" fmla="*/ 2147483646 h 2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23"/>
              <a:gd name="T28" fmla="*/ 0 h 25"/>
              <a:gd name="T29" fmla="*/ 23 w 23"/>
              <a:gd name="T30" fmla="*/ 25 h 2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23" h="25">
                <a:moveTo>
                  <a:pt x="23" y="17"/>
                </a:moveTo>
                <a:lnTo>
                  <a:pt x="23" y="0"/>
                </a:lnTo>
                <a:lnTo>
                  <a:pt x="7" y="0"/>
                </a:lnTo>
                <a:lnTo>
                  <a:pt x="0" y="0"/>
                </a:lnTo>
                <a:lnTo>
                  <a:pt x="0" y="17"/>
                </a:lnTo>
                <a:lnTo>
                  <a:pt x="0" y="25"/>
                </a:lnTo>
                <a:lnTo>
                  <a:pt x="7" y="25"/>
                </a:lnTo>
                <a:lnTo>
                  <a:pt x="23" y="25"/>
                </a:lnTo>
                <a:lnTo>
                  <a:pt x="23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0" name="Freeform 311">
            <a:extLst>
              <a:ext uri="{FF2B5EF4-FFF2-40B4-BE49-F238E27FC236}">
                <a16:creationId xmlns:a16="http://schemas.microsoft.com/office/drawing/2014/main" id="{DD5F2BFC-9998-8224-9D11-5573C3201B2F}"/>
              </a:ext>
            </a:extLst>
          </p:cNvPr>
          <p:cNvSpPr>
            <a:spLocks/>
          </p:cNvSpPr>
          <p:nvPr/>
        </p:nvSpPr>
        <p:spPr bwMode="auto">
          <a:xfrm>
            <a:off x="7486651" y="2036764"/>
            <a:ext cx="49213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0 h 33"/>
              <a:gd name="T4" fmla="*/ 2147483646 w 31"/>
              <a:gd name="T5" fmla="*/ 2147483646 h 33"/>
              <a:gd name="T6" fmla="*/ 2147483646 w 31"/>
              <a:gd name="T7" fmla="*/ 2147483646 h 33"/>
              <a:gd name="T8" fmla="*/ 2147483646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0 w 31"/>
              <a:gd name="T15" fmla="*/ 2147483646 h 33"/>
              <a:gd name="T16" fmla="*/ 2147483646 w 31"/>
              <a:gd name="T17" fmla="*/ 0 h 33"/>
              <a:gd name="T18" fmla="*/ 2147483646 w 31"/>
              <a:gd name="T19" fmla="*/ 0 h 33"/>
              <a:gd name="T20" fmla="*/ 2147483646 w 31"/>
              <a:gd name="T21" fmla="*/ 2147483646 h 33"/>
              <a:gd name="T22" fmla="*/ 2147483646 w 31"/>
              <a:gd name="T23" fmla="*/ 2147483646 h 33"/>
              <a:gd name="T24" fmla="*/ 2147483646 w 31"/>
              <a:gd name="T25" fmla="*/ 2147483646 h 33"/>
              <a:gd name="T26" fmla="*/ 2147483646 w 31"/>
              <a:gd name="T27" fmla="*/ 2147483646 h 33"/>
              <a:gd name="T28" fmla="*/ 0 w 31"/>
              <a:gd name="T29" fmla="*/ 2147483646 h 33"/>
              <a:gd name="T30" fmla="*/ 0 w 31"/>
              <a:gd name="T31" fmla="*/ 2147483646 h 33"/>
              <a:gd name="T32" fmla="*/ 2147483646 w 31"/>
              <a:gd name="T33" fmla="*/ 2147483646 h 33"/>
              <a:gd name="T34" fmla="*/ 2147483646 w 31"/>
              <a:gd name="T35" fmla="*/ 2147483646 h 33"/>
              <a:gd name="T36" fmla="*/ 2147483646 w 31"/>
              <a:gd name="T37" fmla="*/ 2147483646 h 33"/>
              <a:gd name="T38" fmla="*/ 2147483646 w 31"/>
              <a:gd name="T39" fmla="*/ 2147483646 h 33"/>
              <a:gd name="T40" fmla="*/ 2147483646 w 31"/>
              <a:gd name="T41" fmla="*/ 2147483646 h 33"/>
              <a:gd name="T42" fmla="*/ 2147483646 w 31"/>
              <a:gd name="T43" fmla="*/ 2147483646 h 33"/>
              <a:gd name="T44" fmla="*/ 2147483646 w 31"/>
              <a:gd name="T45" fmla="*/ 2147483646 h 33"/>
              <a:gd name="T46" fmla="*/ 2147483646 w 31"/>
              <a:gd name="T47" fmla="*/ 2147483646 h 33"/>
              <a:gd name="T48" fmla="*/ 2147483646 w 31"/>
              <a:gd name="T49" fmla="*/ 2147483646 h 33"/>
              <a:gd name="T50" fmla="*/ 2147483646 w 31"/>
              <a:gd name="T51" fmla="*/ 2147483646 h 33"/>
              <a:gd name="T52" fmla="*/ 2147483646 w 31"/>
              <a:gd name="T53" fmla="*/ 2147483646 h 33"/>
              <a:gd name="T54" fmla="*/ 2147483646 w 31"/>
              <a:gd name="T55" fmla="*/ 2147483646 h 33"/>
              <a:gd name="T56" fmla="*/ 2147483646 w 31"/>
              <a:gd name="T57" fmla="*/ 2147483646 h 33"/>
              <a:gd name="T58" fmla="*/ 2147483646 w 31"/>
              <a:gd name="T59" fmla="*/ 2147483646 h 33"/>
              <a:gd name="T60" fmla="*/ 2147483646 w 31"/>
              <a:gd name="T61" fmla="*/ 2147483646 h 33"/>
              <a:gd name="T62" fmla="*/ 2147483646 w 31"/>
              <a:gd name="T63" fmla="*/ 2147483646 h 33"/>
              <a:gd name="T64" fmla="*/ 0 w 31"/>
              <a:gd name="T65" fmla="*/ 2147483646 h 33"/>
              <a:gd name="T66" fmla="*/ 0 w 31"/>
              <a:gd name="T67" fmla="*/ 2147483646 h 33"/>
              <a:gd name="T68" fmla="*/ 0 w 31"/>
              <a:gd name="T69" fmla="*/ 2147483646 h 33"/>
              <a:gd name="T70" fmla="*/ 0 w 31"/>
              <a:gd name="T71" fmla="*/ 2147483646 h 33"/>
              <a:gd name="T72" fmla="*/ 0 w 31"/>
              <a:gd name="T73" fmla="*/ 2147483646 h 33"/>
              <a:gd name="T74" fmla="*/ 0 w 31"/>
              <a:gd name="T75" fmla="*/ 2147483646 h 33"/>
              <a:gd name="T76" fmla="*/ 0 w 31"/>
              <a:gd name="T77" fmla="*/ 0 h 33"/>
              <a:gd name="T78" fmla="*/ 0 w 31"/>
              <a:gd name="T79" fmla="*/ 0 h 33"/>
              <a:gd name="T80" fmla="*/ 0 w 31"/>
              <a:gd name="T81" fmla="*/ 0 h 33"/>
              <a:gd name="T82" fmla="*/ 2147483646 w 31"/>
              <a:gd name="T83" fmla="*/ 0 h 33"/>
              <a:gd name="T84" fmla="*/ 2147483646 w 31"/>
              <a:gd name="T85" fmla="*/ 0 h 33"/>
              <a:gd name="T86" fmla="*/ 2147483646 w 31"/>
              <a:gd name="T87" fmla="*/ 0 h 33"/>
              <a:gd name="T88" fmla="*/ 2147483646 w 31"/>
              <a:gd name="T89" fmla="*/ 0 h 33"/>
              <a:gd name="T90" fmla="*/ 2147483646 w 31"/>
              <a:gd name="T91" fmla="*/ 0 h 33"/>
              <a:gd name="T92" fmla="*/ 2147483646 w 31"/>
              <a:gd name="T93" fmla="*/ 0 h 33"/>
              <a:gd name="T94" fmla="*/ 2147483646 w 31"/>
              <a:gd name="T95" fmla="*/ 2147483646 h 33"/>
              <a:gd name="T96" fmla="*/ 2147483646 w 31"/>
              <a:gd name="T97" fmla="*/ 2147483646 h 3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1"/>
              <a:gd name="T148" fmla="*/ 0 h 33"/>
              <a:gd name="T149" fmla="*/ 31 w 31"/>
              <a:gd name="T150" fmla="*/ 33 h 3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1" h="33">
                <a:moveTo>
                  <a:pt x="23" y="17"/>
                </a:moveTo>
                <a:lnTo>
                  <a:pt x="23" y="0"/>
                </a:lnTo>
                <a:lnTo>
                  <a:pt x="23" y="8"/>
                </a:lnTo>
                <a:lnTo>
                  <a:pt x="7" y="8"/>
                </a:lnTo>
                <a:lnTo>
                  <a:pt x="0" y="8"/>
                </a:lnTo>
                <a:lnTo>
                  <a:pt x="7" y="0"/>
                </a:lnTo>
                <a:lnTo>
                  <a:pt x="7" y="17"/>
                </a:lnTo>
                <a:lnTo>
                  <a:pt x="7" y="25"/>
                </a:lnTo>
                <a:lnTo>
                  <a:pt x="0" y="25"/>
                </a:lnTo>
                <a:lnTo>
                  <a:pt x="7" y="25"/>
                </a:lnTo>
                <a:lnTo>
                  <a:pt x="23" y="25"/>
                </a:lnTo>
                <a:lnTo>
                  <a:pt x="23" y="17"/>
                </a:lnTo>
                <a:lnTo>
                  <a:pt x="31" y="17"/>
                </a:lnTo>
                <a:lnTo>
                  <a:pt x="31" y="25"/>
                </a:lnTo>
                <a:lnTo>
                  <a:pt x="23" y="33"/>
                </a:lnTo>
                <a:lnTo>
                  <a:pt x="7" y="33"/>
                </a:lnTo>
                <a:lnTo>
                  <a:pt x="0" y="33"/>
                </a:lnTo>
                <a:lnTo>
                  <a:pt x="0" y="25"/>
                </a:lnTo>
                <a:lnTo>
                  <a:pt x="0" y="17"/>
                </a:lnTo>
                <a:lnTo>
                  <a:pt x="0" y="0"/>
                </a:lnTo>
                <a:lnTo>
                  <a:pt x="7" y="0"/>
                </a:lnTo>
                <a:lnTo>
                  <a:pt x="23" y="0"/>
                </a:lnTo>
                <a:lnTo>
                  <a:pt x="31" y="0"/>
                </a:lnTo>
                <a:lnTo>
                  <a:pt x="31" y="17"/>
                </a:lnTo>
                <a:lnTo>
                  <a:pt x="23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1" name="Freeform 312">
            <a:extLst>
              <a:ext uri="{FF2B5EF4-FFF2-40B4-BE49-F238E27FC236}">
                <a16:creationId xmlns:a16="http://schemas.microsoft.com/office/drawing/2014/main" id="{B66BFF14-0F46-27D9-F949-885244A1EBEE}"/>
              </a:ext>
            </a:extLst>
          </p:cNvPr>
          <p:cNvSpPr>
            <a:spLocks/>
          </p:cNvSpPr>
          <p:nvPr/>
        </p:nvSpPr>
        <p:spPr bwMode="auto">
          <a:xfrm>
            <a:off x="7523163" y="206375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2" name="Freeform 313">
            <a:extLst>
              <a:ext uri="{FF2B5EF4-FFF2-40B4-BE49-F238E27FC236}">
                <a16:creationId xmlns:a16="http://schemas.microsoft.com/office/drawing/2014/main" id="{29462B7B-E931-4BA4-A291-C9B67CF628BA}"/>
              </a:ext>
            </a:extLst>
          </p:cNvPr>
          <p:cNvSpPr>
            <a:spLocks/>
          </p:cNvSpPr>
          <p:nvPr/>
        </p:nvSpPr>
        <p:spPr bwMode="auto">
          <a:xfrm>
            <a:off x="7720013" y="1789114"/>
            <a:ext cx="49212" cy="39687"/>
          </a:xfrm>
          <a:custGeom>
            <a:avLst/>
            <a:gdLst>
              <a:gd name="T0" fmla="*/ 2147483646 w 31"/>
              <a:gd name="T1" fmla="*/ 2147483646 h 25"/>
              <a:gd name="T2" fmla="*/ 2147483646 w 31"/>
              <a:gd name="T3" fmla="*/ 0 h 25"/>
              <a:gd name="T4" fmla="*/ 2147483646 w 31"/>
              <a:gd name="T5" fmla="*/ 0 h 25"/>
              <a:gd name="T6" fmla="*/ 2147483646 w 31"/>
              <a:gd name="T7" fmla="*/ 0 h 25"/>
              <a:gd name="T8" fmla="*/ 0 w 31"/>
              <a:gd name="T9" fmla="*/ 2147483646 h 25"/>
              <a:gd name="T10" fmla="*/ 2147483646 w 31"/>
              <a:gd name="T11" fmla="*/ 2147483646 h 25"/>
              <a:gd name="T12" fmla="*/ 2147483646 w 31"/>
              <a:gd name="T13" fmla="*/ 2147483646 h 25"/>
              <a:gd name="T14" fmla="*/ 2147483646 w 31"/>
              <a:gd name="T15" fmla="*/ 2147483646 h 25"/>
              <a:gd name="T16" fmla="*/ 2147483646 w 31"/>
              <a:gd name="T17" fmla="*/ 2147483646 h 2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25"/>
              <a:gd name="T29" fmla="*/ 31 w 31"/>
              <a:gd name="T30" fmla="*/ 25 h 2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25">
                <a:moveTo>
                  <a:pt x="31" y="8"/>
                </a:moveTo>
                <a:lnTo>
                  <a:pt x="23" y="0"/>
                </a:lnTo>
                <a:lnTo>
                  <a:pt x="15" y="0"/>
                </a:lnTo>
                <a:lnTo>
                  <a:pt x="7" y="0"/>
                </a:lnTo>
                <a:lnTo>
                  <a:pt x="0" y="8"/>
                </a:lnTo>
                <a:lnTo>
                  <a:pt x="7" y="25"/>
                </a:lnTo>
                <a:lnTo>
                  <a:pt x="15" y="25"/>
                </a:lnTo>
                <a:lnTo>
                  <a:pt x="23" y="25"/>
                </a:lnTo>
                <a:lnTo>
                  <a:pt x="31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3" name="Freeform 314">
            <a:extLst>
              <a:ext uri="{FF2B5EF4-FFF2-40B4-BE49-F238E27FC236}">
                <a16:creationId xmlns:a16="http://schemas.microsoft.com/office/drawing/2014/main" id="{D2D683B9-CD0E-B9EE-06DB-0D058E567B72}"/>
              </a:ext>
            </a:extLst>
          </p:cNvPr>
          <p:cNvSpPr>
            <a:spLocks/>
          </p:cNvSpPr>
          <p:nvPr/>
        </p:nvSpPr>
        <p:spPr bwMode="auto">
          <a:xfrm>
            <a:off x="7720014" y="1789114"/>
            <a:ext cx="60325" cy="52387"/>
          </a:xfrm>
          <a:custGeom>
            <a:avLst/>
            <a:gdLst>
              <a:gd name="T0" fmla="*/ 2147483646 w 38"/>
              <a:gd name="T1" fmla="*/ 2147483646 h 33"/>
              <a:gd name="T2" fmla="*/ 2147483646 w 38"/>
              <a:gd name="T3" fmla="*/ 2147483646 h 33"/>
              <a:gd name="T4" fmla="*/ 2147483646 w 38"/>
              <a:gd name="T5" fmla="*/ 2147483646 h 33"/>
              <a:gd name="T6" fmla="*/ 2147483646 w 38"/>
              <a:gd name="T7" fmla="*/ 2147483646 h 33"/>
              <a:gd name="T8" fmla="*/ 2147483646 w 38"/>
              <a:gd name="T9" fmla="*/ 2147483646 h 33"/>
              <a:gd name="T10" fmla="*/ 2147483646 w 38"/>
              <a:gd name="T11" fmla="*/ 2147483646 h 33"/>
              <a:gd name="T12" fmla="*/ 2147483646 w 38"/>
              <a:gd name="T13" fmla="*/ 2147483646 h 33"/>
              <a:gd name="T14" fmla="*/ 2147483646 w 38"/>
              <a:gd name="T15" fmla="*/ 2147483646 h 33"/>
              <a:gd name="T16" fmla="*/ 2147483646 w 38"/>
              <a:gd name="T17" fmla="*/ 2147483646 h 33"/>
              <a:gd name="T18" fmla="*/ 2147483646 w 38"/>
              <a:gd name="T19" fmla="*/ 2147483646 h 33"/>
              <a:gd name="T20" fmla="*/ 2147483646 w 38"/>
              <a:gd name="T21" fmla="*/ 2147483646 h 33"/>
              <a:gd name="T22" fmla="*/ 2147483646 w 38"/>
              <a:gd name="T23" fmla="*/ 2147483646 h 33"/>
              <a:gd name="T24" fmla="*/ 2147483646 w 38"/>
              <a:gd name="T25" fmla="*/ 2147483646 h 33"/>
              <a:gd name="T26" fmla="*/ 2147483646 w 38"/>
              <a:gd name="T27" fmla="*/ 2147483646 h 33"/>
              <a:gd name="T28" fmla="*/ 2147483646 w 38"/>
              <a:gd name="T29" fmla="*/ 2147483646 h 33"/>
              <a:gd name="T30" fmla="*/ 2147483646 w 38"/>
              <a:gd name="T31" fmla="*/ 2147483646 h 33"/>
              <a:gd name="T32" fmla="*/ 2147483646 w 38"/>
              <a:gd name="T33" fmla="*/ 2147483646 h 33"/>
              <a:gd name="T34" fmla="*/ 2147483646 w 38"/>
              <a:gd name="T35" fmla="*/ 2147483646 h 33"/>
              <a:gd name="T36" fmla="*/ 2147483646 w 38"/>
              <a:gd name="T37" fmla="*/ 2147483646 h 33"/>
              <a:gd name="T38" fmla="*/ 2147483646 w 38"/>
              <a:gd name="T39" fmla="*/ 2147483646 h 33"/>
              <a:gd name="T40" fmla="*/ 2147483646 w 38"/>
              <a:gd name="T41" fmla="*/ 2147483646 h 33"/>
              <a:gd name="T42" fmla="*/ 2147483646 w 38"/>
              <a:gd name="T43" fmla="*/ 2147483646 h 33"/>
              <a:gd name="T44" fmla="*/ 2147483646 w 38"/>
              <a:gd name="T45" fmla="*/ 2147483646 h 33"/>
              <a:gd name="T46" fmla="*/ 2147483646 w 38"/>
              <a:gd name="T47" fmla="*/ 2147483646 h 33"/>
              <a:gd name="T48" fmla="*/ 2147483646 w 38"/>
              <a:gd name="T49" fmla="*/ 2147483646 h 33"/>
              <a:gd name="T50" fmla="*/ 2147483646 w 38"/>
              <a:gd name="T51" fmla="*/ 2147483646 h 33"/>
              <a:gd name="T52" fmla="*/ 2147483646 w 38"/>
              <a:gd name="T53" fmla="*/ 2147483646 h 33"/>
              <a:gd name="T54" fmla="*/ 2147483646 w 38"/>
              <a:gd name="T55" fmla="*/ 2147483646 h 33"/>
              <a:gd name="T56" fmla="*/ 2147483646 w 38"/>
              <a:gd name="T57" fmla="*/ 2147483646 h 33"/>
              <a:gd name="T58" fmla="*/ 2147483646 w 38"/>
              <a:gd name="T59" fmla="*/ 2147483646 h 33"/>
              <a:gd name="T60" fmla="*/ 2147483646 w 38"/>
              <a:gd name="T61" fmla="*/ 2147483646 h 33"/>
              <a:gd name="T62" fmla="*/ 2147483646 w 38"/>
              <a:gd name="T63" fmla="*/ 2147483646 h 33"/>
              <a:gd name="T64" fmla="*/ 2147483646 w 38"/>
              <a:gd name="T65" fmla="*/ 2147483646 h 33"/>
              <a:gd name="T66" fmla="*/ 2147483646 w 38"/>
              <a:gd name="T67" fmla="*/ 2147483646 h 33"/>
              <a:gd name="T68" fmla="*/ 2147483646 w 38"/>
              <a:gd name="T69" fmla="*/ 2147483646 h 33"/>
              <a:gd name="T70" fmla="*/ 0 w 38"/>
              <a:gd name="T71" fmla="*/ 2147483646 h 33"/>
              <a:gd name="T72" fmla="*/ 0 w 38"/>
              <a:gd name="T73" fmla="*/ 2147483646 h 33"/>
              <a:gd name="T74" fmla="*/ 0 w 38"/>
              <a:gd name="T75" fmla="*/ 2147483646 h 33"/>
              <a:gd name="T76" fmla="*/ 2147483646 w 38"/>
              <a:gd name="T77" fmla="*/ 0 h 33"/>
              <a:gd name="T78" fmla="*/ 2147483646 w 38"/>
              <a:gd name="T79" fmla="*/ 0 h 33"/>
              <a:gd name="T80" fmla="*/ 2147483646 w 38"/>
              <a:gd name="T81" fmla="*/ 0 h 33"/>
              <a:gd name="T82" fmla="*/ 2147483646 w 38"/>
              <a:gd name="T83" fmla="*/ 0 h 33"/>
              <a:gd name="T84" fmla="*/ 2147483646 w 38"/>
              <a:gd name="T85" fmla="*/ 0 h 33"/>
              <a:gd name="T86" fmla="*/ 2147483646 w 38"/>
              <a:gd name="T87" fmla="*/ 0 h 33"/>
              <a:gd name="T88" fmla="*/ 2147483646 w 38"/>
              <a:gd name="T89" fmla="*/ 0 h 33"/>
              <a:gd name="T90" fmla="*/ 2147483646 w 38"/>
              <a:gd name="T91" fmla="*/ 0 h 33"/>
              <a:gd name="T92" fmla="*/ 2147483646 w 38"/>
              <a:gd name="T93" fmla="*/ 0 h 33"/>
              <a:gd name="T94" fmla="*/ 2147483646 w 38"/>
              <a:gd name="T95" fmla="*/ 2147483646 h 33"/>
              <a:gd name="T96" fmla="*/ 2147483646 w 38"/>
              <a:gd name="T97" fmla="*/ 2147483646 h 3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33"/>
              <a:gd name="T149" fmla="*/ 38 w 38"/>
              <a:gd name="T150" fmla="*/ 33 h 3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33">
                <a:moveTo>
                  <a:pt x="31" y="17"/>
                </a:moveTo>
                <a:lnTo>
                  <a:pt x="23" y="8"/>
                </a:lnTo>
                <a:lnTo>
                  <a:pt x="15" y="8"/>
                </a:lnTo>
                <a:lnTo>
                  <a:pt x="7" y="8"/>
                </a:lnTo>
                <a:lnTo>
                  <a:pt x="15" y="8"/>
                </a:lnTo>
                <a:lnTo>
                  <a:pt x="7" y="17"/>
                </a:lnTo>
                <a:lnTo>
                  <a:pt x="7" y="8"/>
                </a:lnTo>
                <a:lnTo>
                  <a:pt x="15" y="25"/>
                </a:lnTo>
                <a:lnTo>
                  <a:pt x="7" y="25"/>
                </a:lnTo>
                <a:lnTo>
                  <a:pt x="15" y="25"/>
                </a:lnTo>
                <a:lnTo>
                  <a:pt x="23" y="25"/>
                </a:lnTo>
                <a:lnTo>
                  <a:pt x="31" y="8"/>
                </a:lnTo>
                <a:lnTo>
                  <a:pt x="38" y="8"/>
                </a:lnTo>
                <a:lnTo>
                  <a:pt x="31" y="25"/>
                </a:lnTo>
                <a:lnTo>
                  <a:pt x="23" y="33"/>
                </a:lnTo>
                <a:lnTo>
                  <a:pt x="15" y="33"/>
                </a:lnTo>
                <a:lnTo>
                  <a:pt x="7" y="33"/>
                </a:lnTo>
                <a:lnTo>
                  <a:pt x="7" y="25"/>
                </a:lnTo>
                <a:lnTo>
                  <a:pt x="0" y="8"/>
                </a:lnTo>
                <a:lnTo>
                  <a:pt x="7" y="0"/>
                </a:lnTo>
                <a:lnTo>
                  <a:pt x="15" y="0"/>
                </a:lnTo>
                <a:lnTo>
                  <a:pt x="23" y="0"/>
                </a:lnTo>
                <a:lnTo>
                  <a:pt x="31" y="0"/>
                </a:lnTo>
                <a:lnTo>
                  <a:pt x="38" y="8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4" name="Freeform 315">
            <a:extLst>
              <a:ext uri="{FF2B5EF4-FFF2-40B4-BE49-F238E27FC236}">
                <a16:creationId xmlns:a16="http://schemas.microsoft.com/office/drawing/2014/main" id="{0F3FC5D0-C555-DCE0-C79A-0894D73BBF82}"/>
              </a:ext>
            </a:extLst>
          </p:cNvPr>
          <p:cNvSpPr>
            <a:spLocks/>
          </p:cNvSpPr>
          <p:nvPr/>
        </p:nvSpPr>
        <p:spPr bwMode="auto">
          <a:xfrm>
            <a:off x="7769226" y="1801814"/>
            <a:ext cx="11113" cy="14287"/>
          </a:xfrm>
          <a:custGeom>
            <a:avLst/>
            <a:gdLst>
              <a:gd name="T0" fmla="*/ 0 w 7"/>
              <a:gd name="T1" fmla="*/ 0 h 9"/>
              <a:gd name="T2" fmla="*/ 0 w 7"/>
              <a:gd name="T3" fmla="*/ 0 h 9"/>
              <a:gd name="T4" fmla="*/ 0 w 7"/>
              <a:gd name="T5" fmla="*/ 2147483646 h 9"/>
              <a:gd name="T6" fmla="*/ 2147483646 w 7"/>
              <a:gd name="T7" fmla="*/ 0 h 9"/>
              <a:gd name="T8" fmla="*/ 2147483646 w 7"/>
              <a:gd name="T9" fmla="*/ 0 h 9"/>
              <a:gd name="T10" fmla="*/ 2147483646 w 7"/>
              <a:gd name="T11" fmla="*/ 0 h 9"/>
              <a:gd name="T12" fmla="*/ 0 w 7"/>
              <a:gd name="T13" fmla="*/ 0 h 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9"/>
              <a:gd name="T23" fmla="*/ 7 w 7"/>
              <a:gd name="T24" fmla="*/ 9 h 9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9">
                <a:moveTo>
                  <a:pt x="0" y="0"/>
                </a:moveTo>
                <a:lnTo>
                  <a:pt x="0" y="0"/>
                </a:lnTo>
                <a:lnTo>
                  <a:pt x="0" y="9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5" name="Freeform 316">
            <a:extLst>
              <a:ext uri="{FF2B5EF4-FFF2-40B4-BE49-F238E27FC236}">
                <a16:creationId xmlns:a16="http://schemas.microsoft.com/office/drawing/2014/main" id="{9492D690-4F0B-837F-929A-A0E2DE0315EC}"/>
              </a:ext>
            </a:extLst>
          </p:cNvPr>
          <p:cNvSpPr>
            <a:spLocks/>
          </p:cNvSpPr>
          <p:nvPr/>
        </p:nvSpPr>
        <p:spPr bwMode="auto">
          <a:xfrm>
            <a:off x="7720013" y="1631950"/>
            <a:ext cx="49212" cy="52388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23" y="9"/>
                </a:lnTo>
                <a:lnTo>
                  <a:pt x="15" y="0"/>
                </a:lnTo>
                <a:lnTo>
                  <a:pt x="7" y="9"/>
                </a:lnTo>
                <a:lnTo>
                  <a:pt x="0" y="17"/>
                </a:lnTo>
                <a:lnTo>
                  <a:pt x="7" y="33"/>
                </a:lnTo>
                <a:lnTo>
                  <a:pt x="15" y="33"/>
                </a:lnTo>
                <a:lnTo>
                  <a:pt x="23" y="33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6" name="Freeform 317">
            <a:extLst>
              <a:ext uri="{FF2B5EF4-FFF2-40B4-BE49-F238E27FC236}">
                <a16:creationId xmlns:a16="http://schemas.microsoft.com/office/drawing/2014/main" id="{D4880F66-08F4-C161-6C56-65BE9FD931E0}"/>
              </a:ext>
            </a:extLst>
          </p:cNvPr>
          <p:cNvSpPr>
            <a:spLocks/>
          </p:cNvSpPr>
          <p:nvPr/>
        </p:nvSpPr>
        <p:spPr bwMode="auto">
          <a:xfrm>
            <a:off x="7720014" y="1631951"/>
            <a:ext cx="60325" cy="66675"/>
          </a:xfrm>
          <a:custGeom>
            <a:avLst/>
            <a:gdLst>
              <a:gd name="T0" fmla="*/ 2147483646 w 38"/>
              <a:gd name="T1" fmla="*/ 2147483646 h 42"/>
              <a:gd name="T2" fmla="*/ 2147483646 w 38"/>
              <a:gd name="T3" fmla="*/ 2147483646 h 42"/>
              <a:gd name="T4" fmla="*/ 2147483646 w 38"/>
              <a:gd name="T5" fmla="*/ 2147483646 h 42"/>
              <a:gd name="T6" fmla="*/ 2147483646 w 38"/>
              <a:gd name="T7" fmla="*/ 2147483646 h 42"/>
              <a:gd name="T8" fmla="*/ 2147483646 w 38"/>
              <a:gd name="T9" fmla="*/ 2147483646 h 42"/>
              <a:gd name="T10" fmla="*/ 2147483646 w 38"/>
              <a:gd name="T11" fmla="*/ 2147483646 h 42"/>
              <a:gd name="T12" fmla="*/ 2147483646 w 38"/>
              <a:gd name="T13" fmla="*/ 2147483646 h 42"/>
              <a:gd name="T14" fmla="*/ 2147483646 w 38"/>
              <a:gd name="T15" fmla="*/ 2147483646 h 42"/>
              <a:gd name="T16" fmla="*/ 2147483646 w 38"/>
              <a:gd name="T17" fmla="*/ 2147483646 h 42"/>
              <a:gd name="T18" fmla="*/ 2147483646 w 38"/>
              <a:gd name="T19" fmla="*/ 2147483646 h 42"/>
              <a:gd name="T20" fmla="*/ 2147483646 w 38"/>
              <a:gd name="T21" fmla="*/ 2147483646 h 42"/>
              <a:gd name="T22" fmla="*/ 2147483646 w 38"/>
              <a:gd name="T23" fmla="*/ 2147483646 h 42"/>
              <a:gd name="T24" fmla="*/ 2147483646 w 38"/>
              <a:gd name="T25" fmla="*/ 2147483646 h 42"/>
              <a:gd name="T26" fmla="*/ 2147483646 w 38"/>
              <a:gd name="T27" fmla="*/ 2147483646 h 42"/>
              <a:gd name="T28" fmla="*/ 2147483646 w 38"/>
              <a:gd name="T29" fmla="*/ 2147483646 h 42"/>
              <a:gd name="T30" fmla="*/ 2147483646 w 38"/>
              <a:gd name="T31" fmla="*/ 2147483646 h 42"/>
              <a:gd name="T32" fmla="*/ 2147483646 w 38"/>
              <a:gd name="T33" fmla="*/ 2147483646 h 42"/>
              <a:gd name="T34" fmla="*/ 2147483646 w 38"/>
              <a:gd name="T35" fmla="*/ 2147483646 h 42"/>
              <a:gd name="T36" fmla="*/ 2147483646 w 38"/>
              <a:gd name="T37" fmla="*/ 2147483646 h 42"/>
              <a:gd name="T38" fmla="*/ 2147483646 w 38"/>
              <a:gd name="T39" fmla="*/ 2147483646 h 42"/>
              <a:gd name="T40" fmla="*/ 2147483646 w 38"/>
              <a:gd name="T41" fmla="*/ 2147483646 h 42"/>
              <a:gd name="T42" fmla="*/ 2147483646 w 38"/>
              <a:gd name="T43" fmla="*/ 2147483646 h 42"/>
              <a:gd name="T44" fmla="*/ 2147483646 w 38"/>
              <a:gd name="T45" fmla="*/ 2147483646 h 42"/>
              <a:gd name="T46" fmla="*/ 2147483646 w 38"/>
              <a:gd name="T47" fmla="*/ 2147483646 h 42"/>
              <a:gd name="T48" fmla="*/ 2147483646 w 38"/>
              <a:gd name="T49" fmla="*/ 2147483646 h 42"/>
              <a:gd name="T50" fmla="*/ 2147483646 w 38"/>
              <a:gd name="T51" fmla="*/ 2147483646 h 42"/>
              <a:gd name="T52" fmla="*/ 2147483646 w 38"/>
              <a:gd name="T53" fmla="*/ 2147483646 h 42"/>
              <a:gd name="T54" fmla="*/ 2147483646 w 38"/>
              <a:gd name="T55" fmla="*/ 2147483646 h 42"/>
              <a:gd name="T56" fmla="*/ 2147483646 w 38"/>
              <a:gd name="T57" fmla="*/ 2147483646 h 42"/>
              <a:gd name="T58" fmla="*/ 2147483646 w 38"/>
              <a:gd name="T59" fmla="*/ 2147483646 h 42"/>
              <a:gd name="T60" fmla="*/ 2147483646 w 38"/>
              <a:gd name="T61" fmla="*/ 2147483646 h 42"/>
              <a:gd name="T62" fmla="*/ 2147483646 w 38"/>
              <a:gd name="T63" fmla="*/ 2147483646 h 42"/>
              <a:gd name="T64" fmla="*/ 2147483646 w 38"/>
              <a:gd name="T65" fmla="*/ 2147483646 h 42"/>
              <a:gd name="T66" fmla="*/ 2147483646 w 38"/>
              <a:gd name="T67" fmla="*/ 2147483646 h 42"/>
              <a:gd name="T68" fmla="*/ 2147483646 w 38"/>
              <a:gd name="T69" fmla="*/ 2147483646 h 42"/>
              <a:gd name="T70" fmla="*/ 0 w 38"/>
              <a:gd name="T71" fmla="*/ 2147483646 h 42"/>
              <a:gd name="T72" fmla="*/ 0 w 38"/>
              <a:gd name="T73" fmla="*/ 2147483646 h 42"/>
              <a:gd name="T74" fmla="*/ 0 w 38"/>
              <a:gd name="T75" fmla="*/ 2147483646 h 42"/>
              <a:gd name="T76" fmla="*/ 2147483646 w 38"/>
              <a:gd name="T77" fmla="*/ 2147483646 h 42"/>
              <a:gd name="T78" fmla="*/ 2147483646 w 38"/>
              <a:gd name="T79" fmla="*/ 2147483646 h 42"/>
              <a:gd name="T80" fmla="*/ 2147483646 w 38"/>
              <a:gd name="T81" fmla="*/ 2147483646 h 42"/>
              <a:gd name="T82" fmla="*/ 2147483646 w 38"/>
              <a:gd name="T83" fmla="*/ 0 h 42"/>
              <a:gd name="T84" fmla="*/ 2147483646 w 38"/>
              <a:gd name="T85" fmla="*/ 0 h 42"/>
              <a:gd name="T86" fmla="*/ 2147483646 w 38"/>
              <a:gd name="T87" fmla="*/ 0 h 42"/>
              <a:gd name="T88" fmla="*/ 2147483646 w 38"/>
              <a:gd name="T89" fmla="*/ 2147483646 h 42"/>
              <a:gd name="T90" fmla="*/ 2147483646 w 38"/>
              <a:gd name="T91" fmla="*/ 2147483646 h 42"/>
              <a:gd name="T92" fmla="*/ 2147483646 w 38"/>
              <a:gd name="T93" fmla="*/ 2147483646 h 42"/>
              <a:gd name="T94" fmla="*/ 2147483646 w 38"/>
              <a:gd name="T95" fmla="*/ 2147483646 h 42"/>
              <a:gd name="T96" fmla="*/ 2147483646 w 38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2"/>
              <a:gd name="T149" fmla="*/ 38 w 38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2">
                <a:moveTo>
                  <a:pt x="31" y="25"/>
                </a:moveTo>
                <a:lnTo>
                  <a:pt x="23" y="17"/>
                </a:lnTo>
                <a:lnTo>
                  <a:pt x="15" y="9"/>
                </a:lnTo>
                <a:lnTo>
                  <a:pt x="23" y="9"/>
                </a:lnTo>
                <a:lnTo>
                  <a:pt x="15" y="17"/>
                </a:lnTo>
                <a:lnTo>
                  <a:pt x="7" y="25"/>
                </a:lnTo>
                <a:lnTo>
                  <a:pt x="7" y="17"/>
                </a:lnTo>
                <a:lnTo>
                  <a:pt x="15" y="33"/>
                </a:lnTo>
                <a:lnTo>
                  <a:pt x="7" y="33"/>
                </a:lnTo>
                <a:lnTo>
                  <a:pt x="15" y="33"/>
                </a:lnTo>
                <a:lnTo>
                  <a:pt x="23" y="33"/>
                </a:lnTo>
                <a:lnTo>
                  <a:pt x="31" y="17"/>
                </a:lnTo>
                <a:lnTo>
                  <a:pt x="38" y="17"/>
                </a:lnTo>
                <a:lnTo>
                  <a:pt x="31" y="33"/>
                </a:lnTo>
                <a:lnTo>
                  <a:pt x="23" y="42"/>
                </a:lnTo>
                <a:lnTo>
                  <a:pt x="15" y="42"/>
                </a:lnTo>
                <a:lnTo>
                  <a:pt x="7" y="42"/>
                </a:lnTo>
                <a:lnTo>
                  <a:pt x="7" y="33"/>
                </a:lnTo>
                <a:lnTo>
                  <a:pt x="0" y="17"/>
                </a:lnTo>
                <a:lnTo>
                  <a:pt x="7" y="9"/>
                </a:lnTo>
                <a:lnTo>
                  <a:pt x="15" y="0"/>
                </a:lnTo>
                <a:lnTo>
                  <a:pt x="23" y="0"/>
                </a:lnTo>
                <a:lnTo>
                  <a:pt x="31" y="9"/>
                </a:lnTo>
                <a:lnTo>
                  <a:pt x="38" y="17"/>
                </a:lnTo>
                <a:lnTo>
                  <a:pt x="31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7" name="Freeform 318">
            <a:extLst>
              <a:ext uri="{FF2B5EF4-FFF2-40B4-BE49-F238E27FC236}">
                <a16:creationId xmlns:a16="http://schemas.microsoft.com/office/drawing/2014/main" id="{DC177909-704B-EEAE-A746-0AF7E7066181}"/>
              </a:ext>
            </a:extLst>
          </p:cNvPr>
          <p:cNvSpPr>
            <a:spLocks/>
          </p:cNvSpPr>
          <p:nvPr/>
        </p:nvSpPr>
        <p:spPr bwMode="auto">
          <a:xfrm>
            <a:off x="7769226" y="1658938"/>
            <a:ext cx="11113" cy="12700"/>
          </a:xfrm>
          <a:custGeom>
            <a:avLst/>
            <a:gdLst>
              <a:gd name="T0" fmla="*/ 0 w 7"/>
              <a:gd name="T1" fmla="*/ 0 h 8"/>
              <a:gd name="T2" fmla="*/ 0 w 7"/>
              <a:gd name="T3" fmla="*/ 0 h 8"/>
              <a:gd name="T4" fmla="*/ 0 w 7"/>
              <a:gd name="T5" fmla="*/ 2147483646 h 8"/>
              <a:gd name="T6" fmla="*/ 2147483646 w 7"/>
              <a:gd name="T7" fmla="*/ 0 h 8"/>
              <a:gd name="T8" fmla="*/ 2147483646 w 7"/>
              <a:gd name="T9" fmla="*/ 0 h 8"/>
              <a:gd name="T10" fmla="*/ 2147483646 w 7"/>
              <a:gd name="T11" fmla="*/ 0 h 8"/>
              <a:gd name="T12" fmla="*/ 0 w 7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8"/>
              <a:gd name="T23" fmla="*/ 7 w 7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8" name="Freeform 319">
            <a:extLst>
              <a:ext uri="{FF2B5EF4-FFF2-40B4-BE49-F238E27FC236}">
                <a16:creationId xmlns:a16="http://schemas.microsoft.com/office/drawing/2014/main" id="{6D817943-9008-0C4C-8B9E-E02D9B4851FF}"/>
              </a:ext>
            </a:extLst>
          </p:cNvPr>
          <p:cNvSpPr>
            <a:spLocks/>
          </p:cNvSpPr>
          <p:nvPr/>
        </p:nvSpPr>
        <p:spPr bwMode="auto">
          <a:xfrm>
            <a:off x="8086726" y="1371600"/>
            <a:ext cx="49213" cy="52388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0 w 31"/>
              <a:gd name="T7" fmla="*/ 2147483646 h 33"/>
              <a:gd name="T8" fmla="*/ 0 w 31"/>
              <a:gd name="T9" fmla="*/ 2147483646 h 33"/>
              <a:gd name="T10" fmla="*/ 0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25"/>
                </a:lnTo>
                <a:lnTo>
                  <a:pt x="16" y="33"/>
                </a:lnTo>
                <a:lnTo>
                  <a:pt x="24" y="25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9" name="Freeform 320">
            <a:extLst>
              <a:ext uri="{FF2B5EF4-FFF2-40B4-BE49-F238E27FC236}">
                <a16:creationId xmlns:a16="http://schemas.microsoft.com/office/drawing/2014/main" id="{14DE9142-6609-87BC-8286-7D290FA5D1A1}"/>
              </a:ext>
            </a:extLst>
          </p:cNvPr>
          <p:cNvSpPr>
            <a:spLocks/>
          </p:cNvSpPr>
          <p:nvPr/>
        </p:nvSpPr>
        <p:spPr bwMode="auto">
          <a:xfrm>
            <a:off x="8086726" y="1371600"/>
            <a:ext cx="61913" cy="65088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0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0 w 39"/>
              <a:gd name="T29" fmla="*/ 2147483646 h 41"/>
              <a:gd name="T30" fmla="*/ 0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0 w 39"/>
              <a:gd name="T65" fmla="*/ 2147483646 h 41"/>
              <a:gd name="T66" fmla="*/ 0 w 39"/>
              <a:gd name="T67" fmla="*/ 2147483646 h 41"/>
              <a:gd name="T68" fmla="*/ 0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0 w 39"/>
              <a:gd name="T77" fmla="*/ 2147483646 h 41"/>
              <a:gd name="T78" fmla="*/ 0 w 39"/>
              <a:gd name="T79" fmla="*/ 2147483646 h 41"/>
              <a:gd name="T80" fmla="*/ 0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25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25"/>
                </a:lnTo>
                <a:lnTo>
                  <a:pt x="0" y="25"/>
                </a:lnTo>
                <a:lnTo>
                  <a:pt x="16" y="33"/>
                </a:lnTo>
                <a:lnTo>
                  <a:pt x="24" y="25"/>
                </a:lnTo>
                <a:lnTo>
                  <a:pt x="31" y="16"/>
                </a:lnTo>
                <a:lnTo>
                  <a:pt x="39" y="25"/>
                </a:lnTo>
                <a:lnTo>
                  <a:pt x="31" y="33"/>
                </a:lnTo>
                <a:lnTo>
                  <a:pt x="24" y="41"/>
                </a:lnTo>
                <a:lnTo>
                  <a:pt x="16" y="41"/>
                </a:lnTo>
                <a:lnTo>
                  <a:pt x="0" y="33"/>
                </a:lnTo>
                <a:lnTo>
                  <a:pt x="0" y="25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1" y="8"/>
                </a:lnTo>
                <a:lnTo>
                  <a:pt x="39" y="16"/>
                </a:lnTo>
                <a:lnTo>
                  <a:pt x="31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0" name="Freeform 321">
            <a:extLst>
              <a:ext uri="{FF2B5EF4-FFF2-40B4-BE49-F238E27FC236}">
                <a16:creationId xmlns:a16="http://schemas.microsoft.com/office/drawing/2014/main" id="{1583BB2C-97A8-09A8-E7C4-D4930D3C3046}"/>
              </a:ext>
            </a:extLst>
          </p:cNvPr>
          <p:cNvSpPr>
            <a:spLocks/>
          </p:cNvSpPr>
          <p:nvPr/>
        </p:nvSpPr>
        <p:spPr bwMode="auto">
          <a:xfrm>
            <a:off x="8135938" y="1397000"/>
            <a:ext cx="12700" cy="14288"/>
          </a:xfrm>
          <a:custGeom>
            <a:avLst/>
            <a:gdLst>
              <a:gd name="T0" fmla="*/ 0 w 8"/>
              <a:gd name="T1" fmla="*/ 0 h 9"/>
              <a:gd name="T2" fmla="*/ 0 w 8"/>
              <a:gd name="T3" fmla="*/ 0 h 9"/>
              <a:gd name="T4" fmla="*/ 0 w 8"/>
              <a:gd name="T5" fmla="*/ 2147483646 h 9"/>
              <a:gd name="T6" fmla="*/ 2147483646 w 8"/>
              <a:gd name="T7" fmla="*/ 0 h 9"/>
              <a:gd name="T8" fmla="*/ 2147483646 w 8"/>
              <a:gd name="T9" fmla="*/ 2147483646 h 9"/>
              <a:gd name="T10" fmla="*/ 2147483646 w 8"/>
              <a:gd name="T11" fmla="*/ 2147483646 h 9"/>
              <a:gd name="T12" fmla="*/ 0 w 8"/>
              <a:gd name="T13" fmla="*/ 0 h 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9"/>
              <a:gd name="T23" fmla="*/ 8 w 8"/>
              <a:gd name="T24" fmla="*/ 9 h 9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9">
                <a:moveTo>
                  <a:pt x="0" y="0"/>
                </a:moveTo>
                <a:lnTo>
                  <a:pt x="0" y="0"/>
                </a:lnTo>
                <a:lnTo>
                  <a:pt x="0" y="9"/>
                </a:lnTo>
                <a:lnTo>
                  <a:pt x="8" y="0"/>
                </a:lnTo>
                <a:lnTo>
                  <a:pt x="8" y="9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1" name="Freeform 322">
            <a:extLst>
              <a:ext uri="{FF2B5EF4-FFF2-40B4-BE49-F238E27FC236}">
                <a16:creationId xmlns:a16="http://schemas.microsoft.com/office/drawing/2014/main" id="{F7A46D1F-6F04-967B-20B1-FC2C0078A81A}"/>
              </a:ext>
            </a:extLst>
          </p:cNvPr>
          <p:cNvSpPr>
            <a:spLocks/>
          </p:cNvSpPr>
          <p:nvPr/>
        </p:nvSpPr>
        <p:spPr bwMode="auto">
          <a:xfrm>
            <a:off x="7951788" y="1371600"/>
            <a:ext cx="49212" cy="52388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6"/>
                </a:moveTo>
                <a:lnTo>
                  <a:pt x="31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5"/>
                </a:lnTo>
                <a:lnTo>
                  <a:pt x="16" y="33"/>
                </a:lnTo>
                <a:lnTo>
                  <a:pt x="31" y="25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2" name="Freeform 323">
            <a:extLst>
              <a:ext uri="{FF2B5EF4-FFF2-40B4-BE49-F238E27FC236}">
                <a16:creationId xmlns:a16="http://schemas.microsoft.com/office/drawing/2014/main" id="{F4115ECD-7947-D48A-0B06-3C286B9D73D3}"/>
              </a:ext>
            </a:extLst>
          </p:cNvPr>
          <p:cNvSpPr>
            <a:spLocks/>
          </p:cNvSpPr>
          <p:nvPr/>
        </p:nvSpPr>
        <p:spPr bwMode="auto">
          <a:xfrm>
            <a:off x="7951788" y="1371600"/>
            <a:ext cx="61912" cy="65088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2147483646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2147483646 w 39"/>
              <a:gd name="T29" fmla="*/ 2147483646 h 41"/>
              <a:gd name="T30" fmla="*/ 2147483646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2147483646 w 39"/>
              <a:gd name="T65" fmla="*/ 2147483646 h 41"/>
              <a:gd name="T66" fmla="*/ 2147483646 w 39"/>
              <a:gd name="T67" fmla="*/ 2147483646 h 41"/>
              <a:gd name="T68" fmla="*/ 2147483646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2147483646 w 39"/>
              <a:gd name="T77" fmla="*/ 2147483646 h 41"/>
              <a:gd name="T78" fmla="*/ 2147483646 w 39"/>
              <a:gd name="T79" fmla="*/ 2147483646 h 41"/>
              <a:gd name="T80" fmla="*/ 2147483646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16"/>
                </a:moveTo>
                <a:lnTo>
                  <a:pt x="31" y="8"/>
                </a:lnTo>
                <a:lnTo>
                  <a:pt x="31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5"/>
                </a:lnTo>
                <a:lnTo>
                  <a:pt x="8" y="16"/>
                </a:lnTo>
                <a:lnTo>
                  <a:pt x="16" y="25"/>
                </a:lnTo>
                <a:lnTo>
                  <a:pt x="24" y="33"/>
                </a:lnTo>
                <a:lnTo>
                  <a:pt x="16" y="33"/>
                </a:lnTo>
                <a:lnTo>
                  <a:pt x="31" y="25"/>
                </a:lnTo>
                <a:lnTo>
                  <a:pt x="31" y="16"/>
                </a:lnTo>
                <a:lnTo>
                  <a:pt x="39" y="16"/>
                </a:lnTo>
                <a:lnTo>
                  <a:pt x="39" y="25"/>
                </a:lnTo>
                <a:lnTo>
                  <a:pt x="31" y="33"/>
                </a:lnTo>
                <a:lnTo>
                  <a:pt x="16" y="41"/>
                </a:lnTo>
                <a:lnTo>
                  <a:pt x="8" y="33"/>
                </a:lnTo>
                <a:lnTo>
                  <a:pt x="0" y="25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1" y="8"/>
                </a:lnTo>
                <a:lnTo>
                  <a:pt x="39" y="8"/>
                </a:lnTo>
                <a:lnTo>
                  <a:pt x="39" y="16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3" name="Freeform 324">
            <a:extLst>
              <a:ext uri="{FF2B5EF4-FFF2-40B4-BE49-F238E27FC236}">
                <a16:creationId xmlns:a16="http://schemas.microsoft.com/office/drawing/2014/main" id="{B6DD3126-91C1-EE9E-E483-5143DD3FCFED}"/>
              </a:ext>
            </a:extLst>
          </p:cNvPr>
          <p:cNvSpPr>
            <a:spLocks/>
          </p:cNvSpPr>
          <p:nvPr/>
        </p:nvSpPr>
        <p:spPr bwMode="auto">
          <a:xfrm>
            <a:off x="8001000" y="13970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4" name="Freeform 325">
            <a:extLst>
              <a:ext uri="{FF2B5EF4-FFF2-40B4-BE49-F238E27FC236}">
                <a16:creationId xmlns:a16="http://schemas.microsoft.com/office/drawing/2014/main" id="{BC7DED97-A3FE-1FF6-230B-C9B1D283D707}"/>
              </a:ext>
            </a:extLst>
          </p:cNvPr>
          <p:cNvSpPr>
            <a:spLocks/>
          </p:cNvSpPr>
          <p:nvPr/>
        </p:nvSpPr>
        <p:spPr bwMode="auto">
          <a:xfrm>
            <a:off x="7486651" y="1371600"/>
            <a:ext cx="36513" cy="52388"/>
          </a:xfrm>
          <a:custGeom>
            <a:avLst/>
            <a:gdLst>
              <a:gd name="T0" fmla="*/ 2147483646 w 23"/>
              <a:gd name="T1" fmla="*/ 2147483646 h 33"/>
              <a:gd name="T2" fmla="*/ 2147483646 w 23"/>
              <a:gd name="T3" fmla="*/ 2147483646 h 33"/>
              <a:gd name="T4" fmla="*/ 2147483646 w 23"/>
              <a:gd name="T5" fmla="*/ 0 h 33"/>
              <a:gd name="T6" fmla="*/ 0 w 23"/>
              <a:gd name="T7" fmla="*/ 2147483646 h 33"/>
              <a:gd name="T8" fmla="*/ 0 w 23"/>
              <a:gd name="T9" fmla="*/ 2147483646 h 33"/>
              <a:gd name="T10" fmla="*/ 0 w 23"/>
              <a:gd name="T11" fmla="*/ 2147483646 h 33"/>
              <a:gd name="T12" fmla="*/ 2147483646 w 23"/>
              <a:gd name="T13" fmla="*/ 2147483646 h 33"/>
              <a:gd name="T14" fmla="*/ 2147483646 w 23"/>
              <a:gd name="T15" fmla="*/ 2147483646 h 33"/>
              <a:gd name="T16" fmla="*/ 2147483646 w 23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23"/>
              <a:gd name="T28" fmla="*/ 0 h 33"/>
              <a:gd name="T29" fmla="*/ 23 w 23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23" h="33">
                <a:moveTo>
                  <a:pt x="23" y="16"/>
                </a:moveTo>
                <a:lnTo>
                  <a:pt x="23" y="8"/>
                </a:lnTo>
                <a:lnTo>
                  <a:pt x="7" y="0"/>
                </a:lnTo>
                <a:lnTo>
                  <a:pt x="0" y="8"/>
                </a:lnTo>
                <a:lnTo>
                  <a:pt x="0" y="16"/>
                </a:lnTo>
                <a:lnTo>
                  <a:pt x="0" y="25"/>
                </a:lnTo>
                <a:lnTo>
                  <a:pt x="7" y="33"/>
                </a:lnTo>
                <a:lnTo>
                  <a:pt x="23" y="25"/>
                </a:lnTo>
                <a:lnTo>
                  <a:pt x="23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5" name="Freeform 326">
            <a:extLst>
              <a:ext uri="{FF2B5EF4-FFF2-40B4-BE49-F238E27FC236}">
                <a16:creationId xmlns:a16="http://schemas.microsoft.com/office/drawing/2014/main" id="{407644A1-6BB1-0E3B-34F9-D3116F8045DD}"/>
              </a:ext>
            </a:extLst>
          </p:cNvPr>
          <p:cNvSpPr>
            <a:spLocks/>
          </p:cNvSpPr>
          <p:nvPr/>
        </p:nvSpPr>
        <p:spPr bwMode="auto">
          <a:xfrm>
            <a:off x="7486651" y="1371600"/>
            <a:ext cx="49213" cy="65088"/>
          </a:xfrm>
          <a:custGeom>
            <a:avLst/>
            <a:gdLst>
              <a:gd name="T0" fmla="*/ 2147483646 w 31"/>
              <a:gd name="T1" fmla="*/ 2147483646 h 41"/>
              <a:gd name="T2" fmla="*/ 2147483646 w 31"/>
              <a:gd name="T3" fmla="*/ 2147483646 h 41"/>
              <a:gd name="T4" fmla="*/ 2147483646 w 31"/>
              <a:gd name="T5" fmla="*/ 2147483646 h 41"/>
              <a:gd name="T6" fmla="*/ 2147483646 w 31"/>
              <a:gd name="T7" fmla="*/ 2147483646 h 41"/>
              <a:gd name="T8" fmla="*/ 2147483646 w 31"/>
              <a:gd name="T9" fmla="*/ 2147483646 h 41"/>
              <a:gd name="T10" fmla="*/ 2147483646 w 31"/>
              <a:gd name="T11" fmla="*/ 2147483646 h 41"/>
              <a:gd name="T12" fmla="*/ 2147483646 w 31"/>
              <a:gd name="T13" fmla="*/ 2147483646 h 41"/>
              <a:gd name="T14" fmla="*/ 2147483646 w 31"/>
              <a:gd name="T15" fmla="*/ 2147483646 h 41"/>
              <a:gd name="T16" fmla="*/ 2147483646 w 31"/>
              <a:gd name="T17" fmla="*/ 2147483646 h 41"/>
              <a:gd name="T18" fmla="*/ 2147483646 w 31"/>
              <a:gd name="T19" fmla="*/ 2147483646 h 41"/>
              <a:gd name="T20" fmla="*/ 2147483646 w 31"/>
              <a:gd name="T21" fmla="*/ 2147483646 h 41"/>
              <a:gd name="T22" fmla="*/ 2147483646 w 31"/>
              <a:gd name="T23" fmla="*/ 2147483646 h 41"/>
              <a:gd name="T24" fmla="*/ 2147483646 w 31"/>
              <a:gd name="T25" fmla="*/ 2147483646 h 41"/>
              <a:gd name="T26" fmla="*/ 2147483646 w 31"/>
              <a:gd name="T27" fmla="*/ 2147483646 h 41"/>
              <a:gd name="T28" fmla="*/ 2147483646 w 31"/>
              <a:gd name="T29" fmla="*/ 2147483646 h 41"/>
              <a:gd name="T30" fmla="*/ 2147483646 w 31"/>
              <a:gd name="T31" fmla="*/ 2147483646 h 41"/>
              <a:gd name="T32" fmla="*/ 2147483646 w 31"/>
              <a:gd name="T33" fmla="*/ 2147483646 h 41"/>
              <a:gd name="T34" fmla="*/ 2147483646 w 31"/>
              <a:gd name="T35" fmla="*/ 2147483646 h 41"/>
              <a:gd name="T36" fmla="*/ 2147483646 w 31"/>
              <a:gd name="T37" fmla="*/ 2147483646 h 41"/>
              <a:gd name="T38" fmla="*/ 2147483646 w 31"/>
              <a:gd name="T39" fmla="*/ 2147483646 h 41"/>
              <a:gd name="T40" fmla="*/ 2147483646 w 31"/>
              <a:gd name="T41" fmla="*/ 2147483646 h 41"/>
              <a:gd name="T42" fmla="*/ 2147483646 w 31"/>
              <a:gd name="T43" fmla="*/ 2147483646 h 41"/>
              <a:gd name="T44" fmla="*/ 2147483646 w 31"/>
              <a:gd name="T45" fmla="*/ 2147483646 h 41"/>
              <a:gd name="T46" fmla="*/ 2147483646 w 31"/>
              <a:gd name="T47" fmla="*/ 2147483646 h 41"/>
              <a:gd name="T48" fmla="*/ 2147483646 w 31"/>
              <a:gd name="T49" fmla="*/ 2147483646 h 41"/>
              <a:gd name="T50" fmla="*/ 2147483646 w 31"/>
              <a:gd name="T51" fmla="*/ 2147483646 h 41"/>
              <a:gd name="T52" fmla="*/ 2147483646 w 31"/>
              <a:gd name="T53" fmla="*/ 2147483646 h 41"/>
              <a:gd name="T54" fmla="*/ 2147483646 w 31"/>
              <a:gd name="T55" fmla="*/ 2147483646 h 41"/>
              <a:gd name="T56" fmla="*/ 2147483646 w 31"/>
              <a:gd name="T57" fmla="*/ 2147483646 h 41"/>
              <a:gd name="T58" fmla="*/ 2147483646 w 31"/>
              <a:gd name="T59" fmla="*/ 2147483646 h 41"/>
              <a:gd name="T60" fmla="*/ 2147483646 w 31"/>
              <a:gd name="T61" fmla="*/ 2147483646 h 41"/>
              <a:gd name="T62" fmla="*/ 2147483646 w 31"/>
              <a:gd name="T63" fmla="*/ 2147483646 h 41"/>
              <a:gd name="T64" fmla="*/ 0 w 31"/>
              <a:gd name="T65" fmla="*/ 2147483646 h 41"/>
              <a:gd name="T66" fmla="*/ 0 w 31"/>
              <a:gd name="T67" fmla="*/ 2147483646 h 41"/>
              <a:gd name="T68" fmla="*/ 0 w 31"/>
              <a:gd name="T69" fmla="*/ 2147483646 h 41"/>
              <a:gd name="T70" fmla="*/ 0 w 31"/>
              <a:gd name="T71" fmla="*/ 2147483646 h 41"/>
              <a:gd name="T72" fmla="*/ 0 w 31"/>
              <a:gd name="T73" fmla="*/ 2147483646 h 41"/>
              <a:gd name="T74" fmla="*/ 0 w 31"/>
              <a:gd name="T75" fmla="*/ 2147483646 h 41"/>
              <a:gd name="T76" fmla="*/ 0 w 31"/>
              <a:gd name="T77" fmla="*/ 2147483646 h 41"/>
              <a:gd name="T78" fmla="*/ 0 w 31"/>
              <a:gd name="T79" fmla="*/ 2147483646 h 41"/>
              <a:gd name="T80" fmla="*/ 0 w 31"/>
              <a:gd name="T81" fmla="*/ 2147483646 h 41"/>
              <a:gd name="T82" fmla="*/ 2147483646 w 31"/>
              <a:gd name="T83" fmla="*/ 0 h 41"/>
              <a:gd name="T84" fmla="*/ 2147483646 w 31"/>
              <a:gd name="T85" fmla="*/ 0 h 41"/>
              <a:gd name="T86" fmla="*/ 2147483646 w 31"/>
              <a:gd name="T87" fmla="*/ 0 h 41"/>
              <a:gd name="T88" fmla="*/ 2147483646 w 31"/>
              <a:gd name="T89" fmla="*/ 2147483646 h 41"/>
              <a:gd name="T90" fmla="*/ 2147483646 w 31"/>
              <a:gd name="T91" fmla="*/ 2147483646 h 41"/>
              <a:gd name="T92" fmla="*/ 2147483646 w 31"/>
              <a:gd name="T93" fmla="*/ 2147483646 h 41"/>
              <a:gd name="T94" fmla="*/ 2147483646 w 31"/>
              <a:gd name="T95" fmla="*/ 2147483646 h 41"/>
              <a:gd name="T96" fmla="*/ 2147483646 w 31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1"/>
              <a:gd name="T148" fmla="*/ 0 h 41"/>
              <a:gd name="T149" fmla="*/ 31 w 31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1" h="41">
                <a:moveTo>
                  <a:pt x="23" y="16"/>
                </a:moveTo>
                <a:lnTo>
                  <a:pt x="23" y="8"/>
                </a:lnTo>
                <a:lnTo>
                  <a:pt x="23" y="16"/>
                </a:lnTo>
                <a:lnTo>
                  <a:pt x="7" y="8"/>
                </a:lnTo>
                <a:lnTo>
                  <a:pt x="15" y="8"/>
                </a:lnTo>
                <a:lnTo>
                  <a:pt x="7" y="16"/>
                </a:lnTo>
                <a:lnTo>
                  <a:pt x="7" y="8"/>
                </a:lnTo>
                <a:lnTo>
                  <a:pt x="7" y="16"/>
                </a:lnTo>
                <a:lnTo>
                  <a:pt x="7" y="25"/>
                </a:lnTo>
                <a:lnTo>
                  <a:pt x="15" y="33"/>
                </a:lnTo>
                <a:lnTo>
                  <a:pt x="7" y="33"/>
                </a:lnTo>
                <a:lnTo>
                  <a:pt x="23" y="25"/>
                </a:lnTo>
                <a:lnTo>
                  <a:pt x="23" y="16"/>
                </a:lnTo>
                <a:lnTo>
                  <a:pt x="31" y="16"/>
                </a:lnTo>
                <a:lnTo>
                  <a:pt x="31" y="25"/>
                </a:lnTo>
                <a:lnTo>
                  <a:pt x="23" y="33"/>
                </a:lnTo>
                <a:lnTo>
                  <a:pt x="7" y="41"/>
                </a:lnTo>
                <a:lnTo>
                  <a:pt x="0" y="33"/>
                </a:lnTo>
                <a:lnTo>
                  <a:pt x="0" y="25"/>
                </a:lnTo>
                <a:lnTo>
                  <a:pt x="0" y="16"/>
                </a:lnTo>
                <a:lnTo>
                  <a:pt x="0" y="8"/>
                </a:lnTo>
                <a:lnTo>
                  <a:pt x="7" y="0"/>
                </a:lnTo>
                <a:lnTo>
                  <a:pt x="23" y="8"/>
                </a:lnTo>
                <a:lnTo>
                  <a:pt x="31" y="8"/>
                </a:lnTo>
                <a:lnTo>
                  <a:pt x="31" y="16"/>
                </a:lnTo>
                <a:lnTo>
                  <a:pt x="23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6" name="Freeform 327">
            <a:extLst>
              <a:ext uri="{FF2B5EF4-FFF2-40B4-BE49-F238E27FC236}">
                <a16:creationId xmlns:a16="http://schemas.microsoft.com/office/drawing/2014/main" id="{3DC4F9FF-D9C0-383C-59AE-0CF317013ACD}"/>
              </a:ext>
            </a:extLst>
          </p:cNvPr>
          <p:cNvSpPr>
            <a:spLocks/>
          </p:cNvSpPr>
          <p:nvPr/>
        </p:nvSpPr>
        <p:spPr bwMode="auto">
          <a:xfrm>
            <a:off x="7523163" y="13970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7" name="Freeform 328">
            <a:extLst>
              <a:ext uri="{FF2B5EF4-FFF2-40B4-BE49-F238E27FC236}">
                <a16:creationId xmlns:a16="http://schemas.microsoft.com/office/drawing/2014/main" id="{7DDA37B6-413D-D864-4AA5-3C9C79716012}"/>
              </a:ext>
            </a:extLst>
          </p:cNvPr>
          <p:cNvSpPr>
            <a:spLocks/>
          </p:cNvSpPr>
          <p:nvPr/>
        </p:nvSpPr>
        <p:spPr bwMode="auto">
          <a:xfrm>
            <a:off x="7339013" y="1371600"/>
            <a:ext cx="49212" cy="52388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6"/>
                </a:moveTo>
                <a:lnTo>
                  <a:pt x="31" y="8"/>
                </a:lnTo>
                <a:lnTo>
                  <a:pt x="15" y="0"/>
                </a:lnTo>
                <a:lnTo>
                  <a:pt x="8" y="8"/>
                </a:lnTo>
                <a:lnTo>
                  <a:pt x="0" y="16"/>
                </a:lnTo>
                <a:lnTo>
                  <a:pt x="8" y="25"/>
                </a:lnTo>
                <a:lnTo>
                  <a:pt x="15" y="33"/>
                </a:lnTo>
                <a:lnTo>
                  <a:pt x="31" y="25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8" name="Freeform 329">
            <a:extLst>
              <a:ext uri="{FF2B5EF4-FFF2-40B4-BE49-F238E27FC236}">
                <a16:creationId xmlns:a16="http://schemas.microsoft.com/office/drawing/2014/main" id="{DCDE26AA-BC9E-6B6C-D590-941389F60252}"/>
              </a:ext>
            </a:extLst>
          </p:cNvPr>
          <p:cNvSpPr>
            <a:spLocks/>
          </p:cNvSpPr>
          <p:nvPr/>
        </p:nvSpPr>
        <p:spPr bwMode="auto">
          <a:xfrm>
            <a:off x="7339013" y="1371600"/>
            <a:ext cx="61912" cy="65088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2147483646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2147483646 w 39"/>
              <a:gd name="T29" fmla="*/ 2147483646 h 41"/>
              <a:gd name="T30" fmla="*/ 2147483646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2147483646 w 39"/>
              <a:gd name="T65" fmla="*/ 2147483646 h 41"/>
              <a:gd name="T66" fmla="*/ 2147483646 w 39"/>
              <a:gd name="T67" fmla="*/ 2147483646 h 41"/>
              <a:gd name="T68" fmla="*/ 2147483646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2147483646 w 39"/>
              <a:gd name="T77" fmla="*/ 2147483646 h 41"/>
              <a:gd name="T78" fmla="*/ 2147483646 w 39"/>
              <a:gd name="T79" fmla="*/ 2147483646 h 41"/>
              <a:gd name="T80" fmla="*/ 2147483646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16"/>
                </a:moveTo>
                <a:lnTo>
                  <a:pt x="31" y="8"/>
                </a:lnTo>
                <a:lnTo>
                  <a:pt x="31" y="16"/>
                </a:lnTo>
                <a:lnTo>
                  <a:pt x="15" y="8"/>
                </a:lnTo>
                <a:lnTo>
                  <a:pt x="23" y="8"/>
                </a:lnTo>
                <a:lnTo>
                  <a:pt x="15" y="16"/>
                </a:lnTo>
                <a:lnTo>
                  <a:pt x="8" y="25"/>
                </a:lnTo>
                <a:lnTo>
                  <a:pt x="8" y="16"/>
                </a:lnTo>
                <a:lnTo>
                  <a:pt x="15" y="25"/>
                </a:lnTo>
                <a:lnTo>
                  <a:pt x="23" y="33"/>
                </a:lnTo>
                <a:lnTo>
                  <a:pt x="15" y="33"/>
                </a:lnTo>
                <a:lnTo>
                  <a:pt x="31" y="25"/>
                </a:lnTo>
                <a:lnTo>
                  <a:pt x="31" y="16"/>
                </a:lnTo>
                <a:lnTo>
                  <a:pt x="39" y="16"/>
                </a:lnTo>
                <a:lnTo>
                  <a:pt x="39" y="25"/>
                </a:lnTo>
                <a:lnTo>
                  <a:pt x="31" y="33"/>
                </a:lnTo>
                <a:lnTo>
                  <a:pt x="15" y="41"/>
                </a:lnTo>
                <a:lnTo>
                  <a:pt x="8" y="33"/>
                </a:lnTo>
                <a:lnTo>
                  <a:pt x="0" y="25"/>
                </a:lnTo>
                <a:lnTo>
                  <a:pt x="0" y="16"/>
                </a:lnTo>
                <a:lnTo>
                  <a:pt x="8" y="8"/>
                </a:lnTo>
                <a:lnTo>
                  <a:pt x="15" y="0"/>
                </a:lnTo>
                <a:lnTo>
                  <a:pt x="31" y="8"/>
                </a:lnTo>
                <a:lnTo>
                  <a:pt x="39" y="8"/>
                </a:lnTo>
                <a:lnTo>
                  <a:pt x="39" y="16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9" name="Freeform 330">
            <a:extLst>
              <a:ext uri="{FF2B5EF4-FFF2-40B4-BE49-F238E27FC236}">
                <a16:creationId xmlns:a16="http://schemas.microsoft.com/office/drawing/2014/main" id="{DAB4500E-F181-1FFA-3F3D-A158E84CDCA2}"/>
              </a:ext>
            </a:extLst>
          </p:cNvPr>
          <p:cNvSpPr>
            <a:spLocks/>
          </p:cNvSpPr>
          <p:nvPr/>
        </p:nvSpPr>
        <p:spPr bwMode="auto">
          <a:xfrm>
            <a:off x="7388225" y="13970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0" name="Freeform 331">
            <a:extLst>
              <a:ext uri="{FF2B5EF4-FFF2-40B4-BE49-F238E27FC236}">
                <a16:creationId xmlns:a16="http://schemas.microsoft.com/office/drawing/2014/main" id="{F3B688D4-D524-A34A-0492-DBF9CFCA7900}"/>
              </a:ext>
            </a:extLst>
          </p:cNvPr>
          <p:cNvSpPr>
            <a:spLocks/>
          </p:cNvSpPr>
          <p:nvPr/>
        </p:nvSpPr>
        <p:spPr bwMode="auto">
          <a:xfrm>
            <a:off x="8086726" y="2036764"/>
            <a:ext cx="49213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0 w 31"/>
              <a:gd name="T7" fmla="*/ 2147483646 h 33"/>
              <a:gd name="T8" fmla="*/ 0 w 31"/>
              <a:gd name="T9" fmla="*/ 2147483646 h 33"/>
              <a:gd name="T10" fmla="*/ 0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7"/>
                </a:lnTo>
                <a:lnTo>
                  <a:pt x="0" y="25"/>
                </a:lnTo>
                <a:lnTo>
                  <a:pt x="16" y="33"/>
                </a:lnTo>
                <a:lnTo>
                  <a:pt x="24" y="25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1" name="Freeform 332">
            <a:extLst>
              <a:ext uri="{FF2B5EF4-FFF2-40B4-BE49-F238E27FC236}">
                <a16:creationId xmlns:a16="http://schemas.microsoft.com/office/drawing/2014/main" id="{4464642A-63AF-3D09-7BF6-EABE35ACA40F}"/>
              </a:ext>
            </a:extLst>
          </p:cNvPr>
          <p:cNvSpPr>
            <a:spLocks/>
          </p:cNvSpPr>
          <p:nvPr/>
        </p:nvSpPr>
        <p:spPr bwMode="auto">
          <a:xfrm>
            <a:off x="8086726" y="2036764"/>
            <a:ext cx="61913" cy="65087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0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0 w 39"/>
              <a:gd name="T29" fmla="*/ 2147483646 h 41"/>
              <a:gd name="T30" fmla="*/ 0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0 w 39"/>
              <a:gd name="T65" fmla="*/ 2147483646 h 41"/>
              <a:gd name="T66" fmla="*/ 0 w 39"/>
              <a:gd name="T67" fmla="*/ 2147483646 h 41"/>
              <a:gd name="T68" fmla="*/ 0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0 w 39"/>
              <a:gd name="T77" fmla="*/ 2147483646 h 41"/>
              <a:gd name="T78" fmla="*/ 0 w 39"/>
              <a:gd name="T79" fmla="*/ 2147483646 h 41"/>
              <a:gd name="T80" fmla="*/ 0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25"/>
                </a:moveTo>
                <a:lnTo>
                  <a:pt x="24" y="17"/>
                </a:lnTo>
                <a:lnTo>
                  <a:pt x="16" y="8"/>
                </a:lnTo>
                <a:lnTo>
                  <a:pt x="0" y="17"/>
                </a:lnTo>
                <a:lnTo>
                  <a:pt x="8" y="8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lnTo>
                  <a:pt x="16" y="33"/>
                </a:lnTo>
                <a:lnTo>
                  <a:pt x="24" y="25"/>
                </a:lnTo>
                <a:lnTo>
                  <a:pt x="31" y="17"/>
                </a:lnTo>
                <a:lnTo>
                  <a:pt x="39" y="25"/>
                </a:lnTo>
                <a:lnTo>
                  <a:pt x="31" y="33"/>
                </a:lnTo>
                <a:lnTo>
                  <a:pt x="24" y="41"/>
                </a:lnTo>
                <a:lnTo>
                  <a:pt x="16" y="41"/>
                </a:lnTo>
                <a:lnTo>
                  <a:pt x="0" y="33"/>
                </a:lnTo>
                <a:lnTo>
                  <a:pt x="0" y="25"/>
                </a:lnTo>
                <a:lnTo>
                  <a:pt x="0" y="17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1" y="8"/>
                </a:lnTo>
                <a:lnTo>
                  <a:pt x="39" y="17"/>
                </a:lnTo>
                <a:lnTo>
                  <a:pt x="31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2" name="Freeform 333">
            <a:extLst>
              <a:ext uri="{FF2B5EF4-FFF2-40B4-BE49-F238E27FC236}">
                <a16:creationId xmlns:a16="http://schemas.microsoft.com/office/drawing/2014/main" id="{894722DA-72A8-2879-1886-236890F15956}"/>
              </a:ext>
            </a:extLst>
          </p:cNvPr>
          <p:cNvSpPr>
            <a:spLocks/>
          </p:cNvSpPr>
          <p:nvPr/>
        </p:nvSpPr>
        <p:spPr bwMode="auto">
          <a:xfrm>
            <a:off x="8135938" y="206375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3" name="Freeform 334">
            <a:extLst>
              <a:ext uri="{FF2B5EF4-FFF2-40B4-BE49-F238E27FC236}">
                <a16:creationId xmlns:a16="http://schemas.microsoft.com/office/drawing/2014/main" id="{87A5CB6C-0502-1A6A-19F9-34EBB3CFC57C}"/>
              </a:ext>
            </a:extLst>
          </p:cNvPr>
          <p:cNvSpPr>
            <a:spLocks/>
          </p:cNvSpPr>
          <p:nvPr/>
        </p:nvSpPr>
        <p:spPr bwMode="auto">
          <a:xfrm>
            <a:off x="8320088" y="2441575"/>
            <a:ext cx="49212" cy="52388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7"/>
                </a:lnTo>
                <a:lnTo>
                  <a:pt x="8" y="25"/>
                </a:lnTo>
                <a:lnTo>
                  <a:pt x="16" y="33"/>
                </a:lnTo>
                <a:lnTo>
                  <a:pt x="24" y="25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4" name="Freeform 335">
            <a:extLst>
              <a:ext uri="{FF2B5EF4-FFF2-40B4-BE49-F238E27FC236}">
                <a16:creationId xmlns:a16="http://schemas.microsoft.com/office/drawing/2014/main" id="{70A6BC0E-9C00-9B57-55E9-BC5D95312895}"/>
              </a:ext>
            </a:extLst>
          </p:cNvPr>
          <p:cNvSpPr>
            <a:spLocks/>
          </p:cNvSpPr>
          <p:nvPr/>
        </p:nvSpPr>
        <p:spPr bwMode="auto">
          <a:xfrm>
            <a:off x="8320088" y="2441575"/>
            <a:ext cx="61912" cy="65088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2147483646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2147483646 w 39"/>
              <a:gd name="T29" fmla="*/ 2147483646 h 41"/>
              <a:gd name="T30" fmla="*/ 2147483646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2147483646 w 39"/>
              <a:gd name="T65" fmla="*/ 2147483646 h 41"/>
              <a:gd name="T66" fmla="*/ 2147483646 w 39"/>
              <a:gd name="T67" fmla="*/ 2147483646 h 41"/>
              <a:gd name="T68" fmla="*/ 2147483646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2147483646 w 39"/>
              <a:gd name="T77" fmla="*/ 2147483646 h 41"/>
              <a:gd name="T78" fmla="*/ 2147483646 w 39"/>
              <a:gd name="T79" fmla="*/ 2147483646 h 41"/>
              <a:gd name="T80" fmla="*/ 2147483646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25"/>
                </a:moveTo>
                <a:lnTo>
                  <a:pt x="24" y="17"/>
                </a:lnTo>
                <a:lnTo>
                  <a:pt x="16" y="8"/>
                </a:lnTo>
                <a:lnTo>
                  <a:pt x="24" y="8"/>
                </a:lnTo>
                <a:lnTo>
                  <a:pt x="16" y="17"/>
                </a:lnTo>
                <a:lnTo>
                  <a:pt x="8" y="25"/>
                </a:lnTo>
                <a:lnTo>
                  <a:pt x="8" y="17"/>
                </a:lnTo>
                <a:lnTo>
                  <a:pt x="16" y="25"/>
                </a:lnTo>
                <a:lnTo>
                  <a:pt x="24" y="33"/>
                </a:lnTo>
                <a:lnTo>
                  <a:pt x="16" y="33"/>
                </a:lnTo>
                <a:lnTo>
                  <a:pt x="24" y="25"/>
                </a:lnTo>
                <a:lnTo>
                  <a:pt x="31" y="17"/>
                </a:lnTo>
                <a:lnTo>
                  <a:pt x="39" y="25"/>
                </a:lnTo>
                <a:lnTo>
                  <a:pt x="31" y="33"/>
                </a:lnTo>
                <a:lnTo>
                  <a:pt x="24" y="41"/>
                </a:lnTo>
                <a:lnTo>
                  <a:pt x="16" y="41"/>
                </a:lnTo>
                <a:lnTo>
                  <a:pt x="8" y="33"/>
                </a:lnTo>
                <a:lnTo>
                  <a:pt x="0" y="25"/>
                </a:lnTo>
                <a:lnTo>
                  <a:pt x="0" y="17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1" y="8"/>
                </a:lnTo>
                <a:lnTo>
                  <a:pt x="39" y="17"/>
                </a:lnTo>
                <a:lnTo>
                  <a:pt x="31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5" name="Freeform 336">
            <a:extLst>
              <a:ext uri="{FF2B5EF4-FFF2-40B4-BE49-F238E27FC236}">
                <a16:creationId xmlns:a16="http://schemas.microsoft.com/office/drawing/2014/main" id="{1F327E5B-3AEA-9716-D1BB-959416F833A4}"/>
              </a:ext>
            </a:extLst>
          </p:cNvPr>
          <p:cNvSpPr>
            <a:spLocks/>
          </p:cNvSpPr>
          <p:nvPr/>
        </p:nvSpPr>
        <p:spPr bwMode="auto">
          <a:xfrm>
            <a:off x="8369300" y="246856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6" name="Freeform 337">
            <a:extLst>
              <a:ext uri="{FF2B5EF4-FFF2-40B4-BE49-F238E27FC236}">
                <a16:creationId xmlns:a16="http://schemas.microsoft.com/office/drawing/2014/main" id="{85E3A3CC-53CB-6781-BA91-5D54EA34EAFB}"/>
              </a:ext>
            </a:extLst>
          </p:cNvPr>
          <p:cNvSpPr>
            <a:spLocks/>
          </p:cNvSpPr>
          <p:nvPr/>
        </p:nvSpPr>
        <p:spPr bwMode="auto">
          <a:xfrm>
            <a:off x="8320088" y="1631950"/>
            <a:ext cx="49212" cy="52388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24" y="9"/>
                </a:lnTo>
                <a:lnTo>
                  <a:pt x="16" y="0"/>
                </a:lnTo>
                <a:lnTo>
                  <a:pt x="8" y="9"/>
                </a:lnTo>
                <a:lnTo>
                  <a:pt x="0" y="17"/>
                </a:lnTo>
                <a:lnTo>
                  <a:pt x="8" y="33"/>
                </a:lnTo>
                <a:lnTo>
                  <a:pt x="16" y="33"/>
                </a:lnTo>
                <a:lnTo>
                  <a:pt x="24" y="33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7" name="Freeform 338">
            <a:extLst>
              <a:ext uri="{FF2B5EF4-FFF2-40B4-BE49-F238E27FC236}">
                <a16:creationId xmlns:a16="http://schemas.microsoft.com/office/drawing/2014/main" id="{44138D88-F51B-F789-EDFF-79CDAFF8E126}"/>
              </a:ext>
            </a:extLst>
          </p:cNvPr>
          <p:cNvSpPr>
            <a:spLocks/>
          </p:cNvSpPr>
          <p:nvPr/>
        </p:nvSpPr>
        <p:spPr bwMode="auto">
          <a:xfrm>
            <a:off x="8320088" y="1631951"/>
            <a:ext cx="61912" cy="66675"/>
          </a:xfrm>
          <a:custGeom>
            <a:avLst/>
            <a:gdLst>
              <a:gd name="T0" fmla="*/ 2147483646 w 39"/>
              <a:gd name="T1" fmla="*/ 2147483646 h 42"/>
              <a:gd name="T2" fmla="*/ 2147483646 w 39"/>
              <a:gd name="T3" fmla="*/ 2147483646 h 42"/>
              <a:gd name="T4" fmla="*/ 2147483646 w 39"/>
              <a:gd name="T5" fmla="*/ 2147483646 h 42"/>
              <a:gd name="T6" fmla="*/ 2147483646 w 39"/>
              <a:gd name="T7" fmla="*/ 2147483646 h 42"/>
              <a:gd name="T8" fmla="*/ 2147483646 w 39"/>
              <a:gd name="T9" fmla="*/ 2147483646 h 42"/>
              <a:gd name="T10" fmla="*/ 2147483646 w 39"/>
              <a:gd name="T11" fmla="*/ 2147483646 h 42"/>
              <a:gd name="T12" fmla="*/ 2147483646 w 39"/>
              <a:gd name="T13" fmla="*/ 2147483646 h 42"/>
              <a:gd name="T14" fmla="*/ 2147483646 w 39"/>
              <a:gd name="T15" fmla="*/ 2147483646 h 42"/>
              <a:gd name="T16" fmla="*/ 2147483646 w 39"/>
              <a:gd name="T17" fmla="*/ 2147483646 h 42"/>
              <a:gd name="T18" fmla="*/ 2147483646 w 39"/>
              <a:gd name="T19" fmla="*/ 2147483646 h 42"/>
              <a:gd name="T20" fmla="*/ 2147483646 w 39"/>
              <a:gd name="T21" fmla="*/ 2147483646 h 42"/>
              <a:gd name="T22" fmla="*/ 2147483646 w 39"/>
              <a:gd name="T23" fmla="*/ 2147483646 h 42"/>
              <a:gd name="T24" fmla="*/ 2147483646 w 39"/>
              <a:gd name="T25" fmla="*/ 2147483646 h 42"/>
              <a:gd name="T26" fmla="*/ 2147483646 w 39"/>
              <a:gd name="T27" fmla="*/ 2147483646 h 42"/>
              <a:gd name="T28" fmla="*/ 2147483646 w 39"/>
              <a:gd name="T29" fmla="*/ 2147483646 h 42"/>
              <a:gd name="T30" fmla="*/ 2147483646 w 39"/>
              <a:gd name="T31" fmla="*/ 2147483646 h 42"/>
              <a:gd name="T32" fmla="*/ 2147483646 w 39"/>
              <a:gd name="T33" fmla="*/ 2147483646 h 42"/>
              <a:gd name="T34" fmla="*/ 2147483646 w 39"/>
              <a:gd name="T35" fmla="*/ 2147483646 h 42"/>
              <a:gd name="T36" fmla="*/ 2147483646 w 39"/>
              <a:gd name="T37" fmla="*/ 2147483646 h 42"/>
              <a:gd name="T38" fmla="*/ 2147483646 w 39"/>
              <a:gd name="T39" fmla="*/ 2147483646 h 42"/>
              <a:gd name="T40" fmla="*/ 2147483646 w 39"/>
              <a:gd name="T41" fmla="*/ 2147483646 h 42"/>
              <a:gd name="T42" fmla="*/ 2147483646 w 39"/>
              <a:gd name="T43" fmla="*/ 2147483646 h 42"/>
              <a:gd name="T44" fmla="*/ 2147483646 w 39"/>
              <a:gd name="T45" fmla="*/ 2147483646 h 42"/>
              <a:gd name="T46" fmla="*/ 2147483646 w 39"/>
              <a:gd name="T47" fmla="*/ 2147483646 h 42"/>
              <a:gd name="T48" fmla="*/ 2147483646 w 39"/>
              <a:gd name="T49" fmla="*/ 2147483646 h 42"/>
              <a:gd name="T50" fmla="*/ 2147483646 w 39"/>
              <a:gd name="T51" fmla="*/ 2147483646 h 42"/>
              <a:gd name="T52" fmla="*/ 2147483646 w 39"/>
              <a:gd name="T53" fmla="*/ 2147483646 h 42"/>
              <a:gd name="T54" fmla="*/ 2147483646 w 39"/>
              <a:gd name="T55" fmla="*/ 2147483646 h 42"/>
              <a:gd name="T56" fmla="*/ 2147483646 w 39"/>
              <a:gd name="T57" fmla="*/ 2147483646 h 42"/>
              <a:gd name="T58" fmla="*/ 2147483646 w 39"/>
              <a:gd name="T59" fmla="*/ 2147483646 h 42"/>
              <a:gd name="T60" fmla="*/ 2147483646 w 39"/>
              <a:gd name="T61" fmla="*/ 2147483646 h 42"/>
              <a:gd name="T62" fmla="*/ 2147483646 w 39"/>
              <a:gd name="T63" fmla="*/ 2147483646 h 42"/>
              <a:gd name="T64" fmla="*/ 2147483646 w 39"/>
              <a:gd name="T65" fmla="*/ 2147483646 h 42"/>
              <a:gd name="T66" fmla="*/ 2147483646 w 39"/>
              <a:gd name="T67" fmla="*/ 2147483646 h 42"/>
              <a:gd name="T68" fmla="*/ 2147483646 w 39"/>
              <a:gd name="T69" fmla="*/ 2147483646 h 42"/>
              <a:gd name="T70" fmla="*/ 0 w 39"/>
              <a:gd name="T71" fmla="*/ 2147483646 h 42"/>
              <a:gd name="T72" fmla="*/ 0 w 39"/>
              <a:gd name="T73" fmla="*/ 2147483646 h 42"/>
              <a:gd name="T74" fmla="*/ 0 w 39"/>
              <a:gd name="T75" fmla="*/ 2147483646 h 42"/>
              <a:gd name="T76" fmla="*/ 2147483646 w 39"/>
              <a:gd name="T77" fmla="*/ 2147483646 h 42"/>
              <a:gd name="T78" fmla="*/ 2147483646 w 39"/>
              <a:gd name="T79" fmla="*/ 2147483646 h 42"/>
              <a:gd name="T80" fmla="*/ 2147483646 w 39"/>
              <a:gd name="T81" fmla="*/ 2147483646 h 42"/>
              <a:gd name="T82" fmla="*/ 2147483646 w 39"/>
              <a:gd name="T83" fmla="*/ 0 h 42"/>
              <a:gd name="T84" fmla="*/ 2147483646 w 39"/>
              <a:gd name="T85" fmla="*/ 0 h 42"/>
              <a:gd name="T86" fmla="*/ 2147483646 w 39"/>
              <a:gd name="T87" fmla="*/ 0 h 42"/>
              <a:gd name="T88" fmla="*/ 2147483646 w 39"/>
              <a:gd name="T89" fmla="*/ 2147483646 h 42"/>
              <a:gd name="T90" fmla="*/ 2147483646 w 39"/>
              <a:gd name="T91" fmla="*/ 2147483646 h 42"/>
              <a:gd name="T92" fmla="*/ 2147483646 w 39"/>
              <a:gd name="T93" fmla="*/ 2147483646 h 42"/>
              <a:gd name="T94" fmla="*/ 2147483646 w 39"/>
              <a:gd name="T95" fmla="*/ 2147483646 h 42"/>
              <a:gd name="T96" fmla="*/ 2147483646 w 39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2"/>
              <a:gd name="T149" fmla="*/ 39 w 39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2">
                <a:moveTo>
                  <a:pt x="31" y="25"/>
                </a:moveTo>
                <a:lnTo>
                  <a:pt x="24" y="17"/>
                </a:lnTo>
                <a:lnTo>
                  <a:pt x="16" y="9"/>
                </a:lnTo>
                <a:lnTo>
                  <a:pt x="24" y="9"/>
                </a:lnTo>
                <a:lnTo>
                  <a:pt x="16" y="17"/>
                </a:lnTo>
                <a:lnTo>
                  <a:pt x="8" y="25"/>
                </a:lnTo>
                <a:lnTo>
                  <a:pt x="8" y="17"/>
                </a:lnTo>
                <a:lnTo>
                  <a:pt x="16" y="33"/>
                </a:lnTo>
                <a:lnTo>
                  <a:pt x="8" y="33"/>
                </a:lnTo>
                <a:lnTo>
                  <a:pt x="16" y="33"/>
                </a:lnTo>
                <a:lnTo>
                  <a:pt x="24" y="33"/>
                </a:lnTo>
                <a:lnTo>
                  <a:pt x="31" y="17"/>
                </a:lnTo>
                <a:lnTo>
                  <a:pt x="39" y="17"/>
                </a:lnTo>
                <a:lnTo>
                  <a:pt x="31" y="33"/>
                </a:lnTo>
                <a:lnTo>
                  <a:pt x="24" y="42"/>
                </a:lnTo>
                <a:lnTo>
                  <a:pt x="16" y="42"/>
                </a:lnTo>
                <a:lnTo>
                  <a:pt x="8" y="42"/>
                </a:lnTo>
                <a:lnTo>
                  <a:pt x="8" y="33"/>
                </a:lnTo>
                <a:lnTo>
                  <a:pt x="0" y="17"/>
                </a:lnTo>
                <a:lnTo>
                  <a:pt x="8" y="9"/>
                </a:lnTo>
                <a:lnTo>
                  <a:pt x="16" y="0"/>
                </a:lnTo>
                <a:lnTo>
                  <a:pt x="24" y="0"/>
                </a:lnTo>
                <a:lnTo>
                  <a:pt x="31" y="9"/>
                </a:lnTo>
                <a:lnTo>
                  <a:pt x="39" y="17"/>
                </a:lnTo>
                <a:lnTo>
                  <a:pt x="31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8" name="Freeform 339">
            <a:extLst>
              <a:ext uri="{FF2B5EF4-FFF2-40B4-BE49-F238E27FC236}">
                <a16:creationId xmlns:a16="http://schemas.microsoft.com/office/drawing/2014/main" id="{5D28CF5F-0D1B-5B81-1135-56CA139C4A55}"/>
              </a:ext>
            </a:extLst>
          </p:cNvPr>
          <p:cNvSpPr>
            <a:spLocks/>
          </p:cNvSpPr>
          <p:nvPr/>
        </p:nvSpPr>
        <p:spPr bwMode="auto">
          <a:xfrm>
            <a:off x="8369300" y="1658938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9" name="Freeform 340">
            <a:extLst>
              <a:ext uri="{FF2B5EF4-FFF2-40B4-BE49-F238E27FC236}">
                <a16:creationId xmlns:a16="http://schemas.microsoft.com/office/drawing/2014/main" id="{D02DB4A6-8101-1802-821E-E0CFD02BAE76}"/>
              </a:ext>
            </a:extLst>
          </p:cNvPr>
          <p:cNvSpPr>
            <a:spLocks/>
          </p:cNvSpPr>
          <p:nvPr/>
        </p:nvSpPr>
        <p:spPr bwMode="auto">
          <a:xfrm>
            <a:off x="8320088" y="1789114"/>
            <a:ext cx="49212" cy="39687"/>
          </a:xfrm>
          <a:custGeom>
            <a:avLst/>
            <a:gdLst>
              <a:gd name="T0" fmla="*/ 2147483646 w 31"/>
              <a:gd name="T1" fmla="*/ 2147483646 h 25"/>
              <a:gd name="T2" fmla="*/ 2147483646 w 31"/>
              <a:gd name="T3" fmla="*/ 0 h 25"/>
              <a:gd name="T4" fmla="*/ 2147483646 w 31"/>
              <a:gd name="T5" fmla="*/ 0 h 25"/>
              <a:gd name="T6" fmla="*/ 2147483646 w 31"/>
              <a:gd name="T7" fmla="*/ 0 h 25"/>
              <a:gd name="T8" fmla="*/ 0 w 31"/>
              <a:gd name="T9" fmla="*/ 2147483646 h 25"/>
              <a:gd name="T10" fmla="*/ 2147483646 w 31"/>
              <a:gd name="T11" fmla="*/ 2147483646 h 25"/>
              <a:gd name="T12" fmla="*/ 2147483646 w 31"/>
              <a:gd name="T13" fmla="*/ 2147483646 h 25"/>
              <a:gd name="T14" fmla="*/ 2147483646 w 31"/>
              <a:gd name="T15" fmla="*/ 2147483646 h 25"/>
              <a:gd name="T16" fmla="*/ 2147483646 w 31"/>
              <a:gd name="T17" fmla="*/ 2147483646 h 2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25"/>
              <a:gd name="T29" fmla="*/ 31 w 31"/>
              <a:gd name="T30" fmla="*/ 25 h 2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25">
                <a:moveTo>
                  <a:pt x="31" y="8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5"/>
                </a:lnTo>
                <a:lnTo>
                  <a:pt x="16" y="25"/>
                </a:lnTo>
                <a:lnTo>
                  <a:pt x="24" y="25"/>
                </a:lnTo>
                <a:lnTo>
                  <a:pt x="31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0" name="Freeform 341">
            <a:extLst>
              <a:ext uri="{FF2B5EF4-FFF2-40B4-BE49-F238E27FC236}">
                <a16:creationId xmlns:a16="http://schemas.microsoft.com/office/drawing/2014/main" id="{EEBCF7C1-A9DE-F329-24B1-7FD87968B4A0}"/>
              </a:ext>
            </a:extLst>
          </p:cNvPr>
          <p:cNvSpPr>
            <a:spLocks/>
          </p:cNvSpPr>
          <p:nvPr/>
        </p:nvSpPr>
        <p:spPr bwMode="auto">
          <a:xfrm>
            <a:off x="8320088" y="1789114"/>
            <a:ext cx="61912" cy="52387"/>
          </a:xfrm>
          <a:custGeom>
            <a:avLst/>
            <a:gdLst>
              <a:gd name="T0" fmla="*/ 2147483646 w 39"/>
              <a:gd name="T1" fmla="*/ 2147483646 h 33"/>
              <a:gd name="T2" fmla="*/ 2147483646 w 39"/>
              <a:gd name="T3" fmla="*/ 2147483646 h 33"/>
              <a:gd name="T4" fmla="*/ 2147483646 w 39"/>
              <a:gd name="T5" fmla="*/ 2147483646 h 33"/>
              <a:gd name="T6" fmla="*/ 2147483646 w 39"/>
              <a:gd name="T7" fmla="*/ 2147483646 h 33"/>
              <a:gd name="T8" fmla="*/ 2147483646 w 39"/>
              <a:gd name="T9" fmla="*/ 2147483646 h 33"/>
              <a:gd name="T10" fmla="*/ 2147483646 w 39"/>
              <a:gd name="T11" fmla="*/ 2147483646 h 33"/>
              <a:gd name="T12" fmla="*/ 2147483646 w 39"/>
              <a:gd name="T13" fmla="*/ 2147483646 h 33"/>
              <a:gd name="T14" fmla="*/ 2147483646 w 39"/>
              <a:gd name="T15" fmla="*/ 2147483646 h 33"/>
              <a:gd name="T16" fmla="*/ 2147483646 w 39"/>
              <a:gd name="T17" fmla="*/ 2147483646 h 33"/>
              <a:gd name="T18" fmla="*/ 2147483646 w 39"/>
              <a:gd name="T19" fmla="*/ 2147483646 h 33"/>
              <a:gd name="T20" fmla="*/ 2147483646 w 39"/>
              <a:gd name="T21" fmla="*/ 2147483646 h 33"/>
              <a:gd name="T22" fmla="*/ 2147483646 w 39"/>
              <a:gd name="T23" fmla="*/ 2147483646 h 33"/>
              <a:gd name="T24" fmla="*/ 2147483646 w 39"/>
              <a:gd name="T25" fmla="*/ 2147483646 h 33"/>
              <a:gd name="T26" fmla="*/ 2147483646 w 39"/>
              <a:gd name="T27" fmla="*/ 2147483646 h 33"/>
              <a:gd name="T28" fmla="*/ 2147483646 w 39"/>
              <a:gd name="T29" fmla="*/ 2147483646 h 33"/>
              <a:gd name="T30" fmla="*/ 2147483646 w 39"/>
              <a:gd name="T31" fmla="*/ 2147483646 h 33"/>
              <a:gd name="T32" fmla="*/ 2147483646 w 39"/>
              <a:gd name="T33" fmla="*/ 2147483646 h 33"/>
              <a:gd name="T34" fmla="*/ 2147483646 w 39"/>
              <a:gd name="T35" fmla="*/ 2147483646 h 33"/>
              <a:gd name="T36" fmla="*/ 2147483646 w 39"/>
              <a:gd name="T37" fmla="*/ 2147483646 h 33"/>
              <a:gd name="T38" fmla="*/ 2147483646 w 39"/>
              <a:gd name="T39" fmla="*/ 2147483646 h 33"/>
              <a:gd name="T40" fmla="*/ 2147483646 w 39"/>
              <a:gd name="T41" fmla="*/ 2147483646 h 33"/>
              <a:gd name="T42" fmla="*/ 2147483646 w 39"/>
              <a:gd name="T43" fmla="*/ 2147483646 h 33"/>
              <a:gd name="T44" fmla="*/ 2147483646 w 39"/>
              <a:gd name="T45" fmla="*/ 2147483646 h 33"/>
              <a:gd name="T46" fmla="*/ 2147483646 w 39"/>
              <a:gd name="T47" fmla="*/ 2147483646 h 33"/>
              <a:gd name="T48" fmla="*/ 2147483646 w 39"/>
              <a:gd name="T49" fmla="*/ 2147483646 h 33"/>
              <a:gd name="T50" fmla="*/ 2147483646 w 39"/>
              <a:gd name="T51" fmla="*/ 2147483646 h 33"/>
              <a:gd name="T52" fmla="*/ 2147483646 w 39"/>
              <a:gd name="T53" fmla="*/ 2147483646 h 33"/>
              <a:gd name="T54" fmla="*/ 2147483646 w 39"/>
              <a:gd name="T55" fmla="*/ 2147483646 h 33"/>
              <a:gd name="T56" fmla="*/ 2147483646 w 39"/>
              <a:gd name="T57" fmla="*/ 2147483646 h 33"/>
              <a:gd name="T58" fmla="*/ 2147483646 w 39"/>
              <a:gd name="T59" fmla="*/ 2147483646 h 33"/>
              <a:gd name="T60" fmla="*/ 2147483646 w 39"/>
              <a:gd name="T61" fmla="*/ 2147483646 h 33"/>
              <a:gd name="T62" fmla="*/ 2147483646 w 39"/>
              <a:gd name="T63" fmla="*/ 2147483646 h 33"/>
              <a:gd name="T64" fmla="*/ 2147483646 w 39"/>
              <a:gd name="T65" fmla="*/ 2147483646 h 33"/>
              <a:gd name="T66" fmla="*/ 2147483646 w 39"/>
              <a:gd name="T67" fmla="*/ 2147483646 h 33"/>
              <a:gd name="T68" fmla="*/ 2147483646 w 39"/>
              <a:gd name="T69" fmla="*/ 2147483646 h 33"/>
              <a:gd name="T70" fmla="*/ 0 w 39"/>
              <a:gd name="T71" fmla="*/ 2147483646 h 33"/>
              <a:gd name="T72" fmla="*/ 0 w 39"/>
              <a:gd name="T73" fmla="*/ 2147483646 h 33"/>
              <a:gd name="T74" fmla="*/ 0 w 39"/>
              <a:gd name="T75" fmla="*/ 2147483646 h 33"/>
              <a:gd name="T76" fmla="*/ 2147483646 w 39"/>
              <a:gd name="T77" fmla="*/ 0 h 33"/>
              <a:gd name="T78" fmla="*/ 2147483646 w 39"/>
              <a:gd name="T79" fmla="*/ 0 h 33"/>
              <a:gd name="T80" fmla="*/ 2147483646 w 39"/>
              <a:gd name="T81" fmla="*/ 0 h 33"/>
              <a:gd name="T82" fmla="*/ 2147483646 w 39"/>
              <a:gd name="T83" fmla="*/ 0 h 33"/>
              <a:gd name="T84" fmla="*/ 2147483646 w 39"/>
              <a:gd name="T85" fmla="*/ 0 h 33"/>
              <a:gd name="T86" fmla="*/ 2147483646 w 39"/>
              <a:gd name="T87" fmla="*/ 0 h 33"/>
              <a:gd name="T88" fmla="*/ 2147483646 w 39"/>
              <a:gd name="T89" fmla="*/ 0 h 33"/>
              <a:gd name="T90" fmla="*/ 2147483646 w 39"/>
              <a:gd name="T91" fmla="*/ 0 h 33"/>
              <a:gd name="T92" fmla="*/ 2147483646 w 39"/>
              <a:gd name="T93" fmla="*/ 0 h 33"/>
              <a:gd name="T94" fmla="*/ 2147483646 w 39"/>
              <a:gd name="T95" fmla="*/ 2147483646 h 33"/>
              <a:gd name="T96" fmla="*/ 2147483646 w 39"/>
              <a:gd name="T97" fmla="*/ 2147483646 h 3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33"/>
              <a:gd name="T149" fmla="*/ 39 w 39"/>
              <a:gd name="T150" fmla="*/ 33 h 3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33">
                <a:moveTo>
                  <a:pt x="31" y="17"/>
                </a:move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7"/>
                </a:lnTo>
                <a:lnTo>
                  <a:pt x="8" y="8"/>
                </a:lnTo>
                <a:lnTo>
                  <a:pt x="16" y="25"/>
                </a:lnTo>
                <a:lnTo>
                  <a:pt x="8" y="25"/>
                </a:lnTo>
                <a:lnTo>
                  <a:pt x="16" y="25"/>
                </a:lnTo>
                <a:lnTo>
                  <a:pt x="24" y="25"/>
                </a:lnTo>
                <a:lnTo>
                  <a:pt x="31" y="8"/>
                </a:lnTo>
                <a:lnTo>
                  <a:pt x="39" y="8"/>
                </a:lnTo>
                <a:lnTo>
                  <a:pt x="31" y="25"/>
                </a:lnTo>
                <a:lnTo>
                  <a:pt x="24" y="33"/>
                </a:lnTo>
                <a:lnTo>
                  <a:pt x="16" y="33"/>
                </a:lnTo>
                <a:lnTo>
                  <a:pt x="8" y="33"/>
                </a:lnTo>
                <a:lnTo>
                  <a:pt x="8" y="25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1" y="0"/>
                </a:lnTo>
                <a:lnTo>
                  <a:pt x="39" y="8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1" name="Freeform 342">
            <a:extLst>
              <a:ext uri="{FF2B5EF4-FFF2-40B4-BE49-F238E27FC236}">
                <a16:creationId xmlns:a16="http://schemas.microsoft.com/office/drawing/2014/main" id="{622DB910-1975-B50E-C609-0FA34753CE1F}"/>
              </a:ext>
            </a:extLst>
          </p:cNvPr>
          <p:cNvSpPr>
            <a:spLocks/>
          </p:cNvSpPr>
          <p:nvPr/>
        </p:nvSpPr>
        <p:spPr bwMode="auto">
          <a:xfrm>
            <a:off x="8369300" y="1801814"/>
            <a:ext cx="12700" cy="14287"/>
          </a:xfrm>
          <a:custGeom>
            <a:avLst/>
            <a:gdLst>
              <a:gd name="T0" fmla="*/ 0 w 8"/>
              <a:gd name="T1" fmla="*/ 0 h 9"/>
              <a:gd name="T2" fmla="*/ 0 w 8"/>
              <a:gd name="T3" fmla="*/ 0 h 9"/>
              <a:gd name="T4" fmla="*/ 0 w 8"/>
              <a:gd name="T5" fmla="*/ 2147483646 h 9"/>
              <a:gd name="T6" fmla="*/ 2147483646 w 8"/>
              <a:gd name="T7" fmla="*/ 0 h 9"/>
              <a:gd name="T8" fmla="*/ 2147483646 w 8"/>
              <a:gd name="T9" fmla="*/ 0 h 9"/>
              <a:gd name="T10" fmla="*/ 2147483646 w 8"/>
              <a:gd name="T11" fmla="*/ 0 h 9"/>
              <a:gd name="T12" fmla="*/ 0 w 8"/>
              <a:gd name="T13" fmla="*/ 0 h 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9"/>
              <a:gd name="T23" fmla="*/ 8 w 8"/>
              <a:gd name="T24" fmla="*/ 9 h 9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9">
                <a:moveTo>
                  <a:pt x="0" y="0"/>
                </a:moveTo>
                <a:lnTo>
                  <a:pt x="0" y="0"/>
                </a:lnTo>
                <a:lnTo>
                  <a:pt x="0" y="9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2" name="Freeform 343">
            <a:extLst>
              <a:ext uri="{FF2B5EF4-FFF2-40B4-BE49-F238E27FC236}">
                <a16:creationId xmlns:a16="http://schemas.microsoft.com/office/drawing/2014/main" id="{EC446F55-FEE5-4751-FF52-D8F6EF4AEB4E}"/>
              </a:ext>
            </a:extLst>
          </p:cNvPr>
          <p:cNvSpPr>
            <a:spLocks/>
          </p:cNvSpPr>
          <p:nvPr/>
        </p:nvSpPr>
        <p:spPr bwMode="auto">
          <a:xfrm>
            <a:off x="7951788" y="2036764"/>
            <a:ext cx="49212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31" y="8"/>
                </a:lnTo>
                <a:lnTo>
                  <a:pt x="16" y="0"/>
                </a:lnTo>
                <a:lnTo>
                  <a:pt x="8" y="8"/>
                </a:lnTo>
                <a:lnTo>
                  <a:pt x="0" y="17"/>
                </a:lnTo>
                <a:lnTo>
                  <a:pt x="8" y="25"/>
                </a:lnTo>
                <a:lnTo>
                  <a:pt x="16" y="33"/>
                </a:lnTo>
                <a:lnTo>
                  <a:pt x="31" y="25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3" name="Freeform 344">
            <a:extLst>
              <a:ext uri="{FF2B5EF4-FFF2-40B4-BE49-F238E27FC236}">
                <a16:creationId xmlns:a16="http://schemas.microsoft.com/office/drawing/2014/main" id="{F8E5EEFD-999F-9EAC-6204-9864144E1E7D}"/>
              </a:ext>
            </a:extLst>
          </p:cNvPr>
          <p:cNvSpPr>
            <a:spLocks/>
          </p:cNvSpPr>
          <p:nvPr/>
        </p:nvSpPr>
        <p:spPr bwMode="auto">
          <a:xfrm>
            <a:off x="7951788" y="2036764"/>
            <a:ext cx="61912" cy="65087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2147483646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2147483646 w 39"/>
              <a:gd name="T29" fmla="*/ 2147483646 h 41"/>
              <a:gd name="T30" fmla="*/ 2147483646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2147483646 w 39"/>
              <a:gd name="T65" fmla="*/ 2147483646 h 41"/>
              <a:gd name="T66" fmla="*/ 2147483646 w 39"/>
              <a:gd name="T67" fmla="*/ 2147483646 h 41"/>
              <a:gd name="T68" fmla="*/ 2147483646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2147483646 w 39"/>
              <a:gd name="T77" fmla="*/ 2147483646 h 41"/>
              <a:gd name="T78" fmla="*/ 2147483646 w 39"/>
              <a:gd name="T79" fmla="*/ 2147483646 h 41"/>
              <a:gd name="T80" fmla="*/ 2147483646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17"/>
                </a:moveTo>
                <a:lnTo>
                  <a:pt x="31" y="8"/>
                </a:lnTo>
                <a:lnTo>
                  <a:pt x="31" y="17"/>
                </a:lnTo>
                <a:lnTo>
                  <a:pt x="16" y="8"/>
                </a:lnTo>
                <a:lnTo>
                  <a:pt x="24" y="8"/>
                </a:lnTo>
                <a:lnTo>
                  <a:pt x="16" y="17"/>
                </a:lnTo>
                <a:lnTo>
                  <a:pt x="8" y="25"/>
                </a:lnTo>
                <a:lnTo>
                  <a:pt x="8" y="17"/>
                </a:lnTo>
                <a:lnTo>
                  <a:pt x="16" y="25"/>
                </a:lnTo>
                <a:lnTo>
                  <a:pt x="24" y="33"/>
                </a:lnTo>
                <a:lnTo>
                  <a:pt x="16" y="33"/>
                </a:lnTo>
                <a:lnTo>
                  <a:pt x="31" y="25"/>
                </a:lnTo>
                <a:lnTo>
                  <a:pt x="31" y="17"/>
                </a:lnTo>
                <a:lnTo>
                  <a:pt x="39" y="17"/>
                </a:lnTo>
                <a:lnTo>
                  <a:pt x="39" y="25"/>
                </a:lnTo>
                <a:lnTo>
                  <a:pt x="31" y="33"/>
                </a:lnTo>
                <a:lnTo>
                  <a:pt x="16" y="41"/>
                </a:lnTo>
                <a:lnTo>
                  <a:pt x="8" y="33"/>
                </a:lnTo>
                <a:lnTo>
                  <a:pt x="0" y="25"/>
                </a:lnTo>
                <a:lnTo>
                  <a:pt x="0" y="17"/>
                </a:lnTo>
                <a:lnTo>
                  <a:pt x="8" y="8"/>
                </a:lnTo>
                <a:lnTo>
                  <a:pt x="16" y="0"/>
                </a:lnTo>
                <a:lnTo>
                  <a:pt x="31" y="8"/>
                </a:lnTo>
                <a:lnTo>
                  <a:pt x="39" y="8"/>
                </a:lnTo>
                <a:lnTo>
                  <a:pt x="39" y="17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4" name="Freeform 345">
            <a:extLst>
              <a:ext uri="{FF2B5EF4-FFF2-40B4-BE49-F238E27FC236}">
                <a16:creationId xmlns:a16="http://schemas.microsoft.com/office/drawing/2014/main" id="{034C1DEC-0CB5-E5A2-08DC-B4B0814447E2}"/>
              </a:ext>
            </a:extLst>
          </p:cNvPr>
          <p:cNvSpPr>
            <a:spLocks/>
          </p:cNvSpPr>
          <p:nvPr/>
        </p:nvSpPr>
        <p:spPr bwMode="auto">
          <a:xfrm>
            <a:off x="8001000" y="206375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5" name="Freeform 346">
            <a:extLst>
              <a:ext uri="{FF2B5EF4-FFF2-40B4-BE49-F238E27FC236}">
                <a16:creationId xmlns:a16="http://schemas.microsoft.com/office/drawing/2014/main" id="{67884B19-74FE-1791-57E0-26BE8E60ED5B}"/>
              </a:ext>
            </a:extLst>
          </p:cNvPr>
          <p:cNvSpPr>
            <a:spLocks/>
          </p:cNvSpPr>
          <p:nvPr/>
        </p:nvSpPr>
        <p:spPr bwMode="auto">
          <a:xfrm>
            <a:off x="8320088" y="2311400"/>
            <a:ext cx="49212" cy="39688"/>
          </a:xfrm>
          <a:custGeom>
            <a:avLst/>
            <a:gdLst>
              <a:gd name="T0" fmla="*/ 2147483646 w 31"/>
              <a:gd name="T1" fmla="*/ 2147483646 h 25"/>
              <a:gd name="T2" fmla="*/ 2147483646 w 31"/>
              <a:gd name="T3" fmla="*/ 0 h 25"/>
              <a:gd name="T4" fmla="*/ 2147483646 w 31"/>
              <a:gd name="T5" fmla="*/ 0 h 25"/>
              <a:gd name="T6" fmla="*/ 2147483646 w 31"/>
              <a:gd name="T7" fmla="*/ 0 h 25"/>
              <a:gd name="T8" fmla="*/ 0 w 31"/>
              <a:gd name="T9" fmla="*/ 2147483646 h 25"/>
              <a:gd name="T10" fmla="*/ 2147483646 w 31"/>
              <a:gd name="T11" fmla="*/ 2147483646 h 25"/>
              <a:gd name="T12" fmla="*/ 2147483646 w 31"/>
              <a:gd name="T13" fmla="*/ 2147483646 h 25"/>
              <a:gd name="T14" fmla="*/ 2147483646 w 31"/>
              <a:gd name="T15" fmla="*/ 2147483646 h 25"/>
              <a:gd name="T16" fmla="*/ 2147483646 w 31"/>
              <a:gd name="T17" fmla="*/ 2147483646 h 2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25"/>
              <a:gd name="T29" fmla="*/ 31 w 31"/>
              <a:gd name="T30" fmla="*/ 25 h 2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25">
                <a:moveTo>
                  <a:pt x="31" y="8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5"/>
                </a:lnTo>
                <a:lnTo>
                  <a:pt x="16" y="25"/>
                </a:lnTo>
                <a:lnTo>
                  <a:pt x="24" y="25"/>
                </a:lnTo>
                <a:lnTo>
                  <a:pt x="31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6" name="Freeform 347">
            <a:extLst>
              <a:ext uri="{FF2B5EF4-FFF2-40B4-BE49-F238E27FC236}">
                <a16:creationId xmlns:a16="http://schemas.microsoft.com/office/drawing/2014/main" id="{A75ED5B4-E5B5-C33D-9E38-48D5A848C94A}"/>
              </a:ext>
            </a:extLst>
          </p:cNvPr>
          <p:cNvSpPr>
            <a:spLocks/>
          </p:cNvSpPr>
          <p:nvPr/>
        </p:nvSpPr>
        <p:spPr bwMode="auto">
          <a:xfrm>
            <a:off x="8320088" y="2311400"/>
            <a:ext cx="61912" cy="52388"/>
          </a:xfrm>
          <a:custGeom>
            <a:avLst/>
            <a:gdLst>
              <a:gd name="T0" fmla="*/ 2147483646 w 39"/>
              <a:gd name="T1" fmla="*/ 2147483646 h 33"/>
              <a:gd name="T2" fmla="*/ 2147483646 w 39"/>
              <a:gd name="T3" fmla="*/ 2147483646 h 33"/>
              <a:gd name="T4" fmla="*/ 2147483646 w 39"/>
              <a:gd name="T5" fmla="*/ 2147483646 h 33"/>
              <a:gd name="T6" fmla="*/ 2147483646 w 39"/>
              <a:gd name="T7" fmla="*/ 2147483646 h 33"/>
              <a:gd name="T8" fmla="*/ 2147483646 w 39"/>
              <a:gd name="T9" fmla="*/ 2147483646 h 33"/>
              <a:gd name="T10" fmla="*/ 2147483646 w 39"/>
              <a:gd name="T11" fmla="*/ 2147483646 h 33"/>
              <a:gd name="T12" fmla="*/ 2147483646 w 39"/>
              <a:gd name="T13" fmla="*/ 2147483646 h 33"/>
              <a:gd name="T14" fmla="*/ 2147483646 w 39"/>
              <a:gd name="T15" fmla="*/ 2147483646 h 33"/>
              <a:gd name="T16" fmla="*/ 2147483646 w 39"/>
              <a:gd name="T17" fmla="*/ 2147483646 h 33"/>
              <a:gd name="T18" fmla="*/ 2147483646 w 39"/>
              <a:gd name="T19" fmla="*/ 2147483646 h 33"/>
              <a:gd name="T20" fmla="*/ 2147483646 w 39"/>
              <a:gd name="T21" fmla="*/ 2147483646 h 33"/>
              <a:gd name="T22" fmla="*/ 2147483646 w 39"/>
              <a:gd name="T23" fmla="*/ 2147483646 h 33"/>
              <a:gd name="T24" fmla="*/ 2147483646 w 39"/>
              <a:gd name="T25" fmla="*/ 2147483646 h 33"/>
              <a:gd name="T26" fmla="*/ 2147483646 w 39"/>
              <a:gd name="T27" fmla="*/ 2147483646 h 33"/>
              <a:gd name="T28" fmla="*/ 2147483646 w 39"/>
              <a:gd name="T29" fmla="*/ 2147483646 h 33"/>
              <a:gd name="T30" fmla="*/ 2147483646 w 39"/>
              <a:gd name="T31" fmla="*/ 2147483646 h 33"/>
              <a:gd name="T32" fmla="*/ 2147483646 w 39"/>
              <a:gd name="T33" fmla="*/ 2147483646 h 33"/>
              <a:gd name="T34" fmla="*/ 2147483646 w 39"/>
              <a:gd name="T35" fmla="*/ 2147483646 h 33"/>
              <a:gd name="T36" fmla="*/ 2147483646 w 39"/>
              <a:gd name="T37" fmla="*/ 2147483646 h 33"/>
              <a:gd name="T38" fmla="*/ 2147483646 w 39"/>
              <a:gd name="T39" fmla="*/ 2147483646 h 33"/>
              <a:gd name="T40" fmla="*/ 2147483646 w 39"/>
              <a:gd name="T41" fmla="*/ 2147483646 h 33"/>
              <a:gd name="T42" fmla="*/ 2147483646 w 39"/>
              <a:gd name="T43" fmla="*/ 2147483646 h 33"/>
              <a:gd name="T44" fmla="*/ 2147483646 w 39"/>
              <a:gd name="T45" fmla="*/ 2147483646 h 33"/>
              <a:gd name="T46" fmla="*/ 2147483646 w 39"/>
              <a:gd name="T47" fmla="*/ 2147483646 h 33"/>
              <a:gd name="T48" fmla="*/ 2147483646 w 39"/>
              <a:gd name="T49" fmla="*/ 2147483646 h 33"/>
              <a:gd name="T50" fmla="*/ 2147483646 w 39"/>
              <a:gd name="T51" fmla="*/ 2147483646 h 33"/>
              <a:gd name="T52" fmla="*/ 2147483646 w 39"/>
              <a:gd name="T53" fmla="*/ 2147483646 h 33"/>
              <a:gd name="T54" fmla="*/ 2147483646 w 39"/>
              <a:gd name="T55" fmla="*/ 2147483646 h 33"/>
              <a:gd name="T56" fmla="*/ 2147483646 w 39"/>
              <a:gd name="T57" fmla="*/ 2147483646 h 33"/>
              <a:gd name="T58" fmla="*/ 2147483646 w 39"/>
              <a:gd name="T59" fmla="*/ 2147483646 h 33"/>
              <a:gd name="T60" fmla="*/ 2147483646 w 39"/>
              <a:gd name="T61" fmla="*/ 2147483646 h 33"/>
              <a:gd name="T62" fmla="*/ 2147483646 w 39"/>
              <a:gd name="T63" fmla="*/ 2147483646 h 33"/>
              <a:gd name="T64" fmla="*/ 2147483646 w 39"/>
              <a:gd name="T65" fmla="*/ 2147483646 h 33"/>
              <a:gd name="T66" fmla="*/ 2147483646 w 39"/>
              <a:gd name="T67" fmla="*/ 2147483646 h 33"/>
              <a:gd name="T68" fmla="*/ 2147483646 w 39"/>
              <a:gd name="T69" fmla="*/ 2147483646 h 33"/>
              <a:gd name="T70" fmla="*/ 0 w 39"/>
              <a:gd name="T71" fmla="*/ 2147483646 h 33"/>
              <a:gd name="T72" fmla="*/ 0 w 39"/>
              <a:gd name="T73" fmla="*/ 2147483646 h 33"/>
              <a:gd name="T74" fmla="*/ 0 w 39"/>
              <a:gd name="T75" fmla="*/ 2147483646 h 33"/>
              <a:gd name="T76" fmla="*/ 2147483646 w 39"/>
              <a:gd name="T77" fmla="*/ 0 h 33"/>
              <a:gd name="T78" fmla="*/ 2147483646 w 39"/>
              <a:gd name="T79" fmla="*/ 0 h 33"/>
              <a:gd name="T80" fmla="*/ 2147483646 w 39"/>
              <a:gd name="T81" fmla="*/ 0 h 33"/>
              <a:gd name="T82" fmla="*/ 2147483646 w 39"/>
              <a:gd name="T83" fmla="*/ 0 h 33"/>
              <a:gd name="T84" fmla="*/ 2147483646 w 39"/>
              <a:gd name="T85" fmla="*/ 0 h 33"/>
              <a:gd name="T86" fmla="*/ 2147483646 w 39"/>
              <a:gd name="T87" fmla="*/ 0 h 33"/>
              <a:gd name="T88" fmla="*/ 2147483646 w 39"/>
              <a:gd name="T89" fmla="*/ 0 h 33"/>
              <a:gd name="T90" fmla="*/ 2147483646 w 39"/>
              <a:gd name="T91" fmla="*/ 0 h 33"/>
              <a:gd name="T92" fmla="*/ 2147483646 w 39"/>
              <a:gd name="T93" fmla="*/ 0 h 33"/>
              <a:gd name="T94" fmla="*/ 2147483646 w 39"/>
              <a:gd name="T95" fmla="*/ 2147483646 h 33"/>
              <a:gd name="T96" fmla="*/ 2147483646 w 39"/>
              <a:gd name="T97" fmla="*/ 2147483646 h 3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33"/>
              <a:gd name="T149" fmla="*/ 39 w 39"/>
              <a:gd name="T150" fmla="*/ 33 h 3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33">
                <a:moveTo>
                  <a:pt x="31" y="16"/>
                </a:move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5"/>
                </a:lnTo>
                <a:lnTo>
                  <a:pt x="8" y="25"/>
                </a:lnTo>
                <a:lnTo>
                  <a:pt x="16" y="25"/>
                </a:lnTo>
                <a:lnTo>
                  <a:pt x="24" y="25"/>
                </a:lnTo>
                <a:lnTo>
                  <a:pt x="31" y="8"/>
                </a:lnTo>
                <a:lnTo>
                  <a:pt x="39" y="8"/>
                </a:lnTo>
                <a:lnTo>
                  <a:pt x="31" y="25"/>
                </a:lnTo>
                <a:lnTo>
                  <a:pt x="24" y="33"/>
                </a:lnTo>
                <a:lnTo>
                  <a:pt x="16" y="33"/>
                </a:lnTo>
                <a:lnTo>
                  <a:pt x="8" y="33"/>
                </a:lnTo>
                <a:lnTo>
                  <a:pt x="8" y="25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1" y="0"/>
                </a:lnTo>
                <a:lnTo>
                  <a:pt x="39" y="8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7" name="Freeform 348">
            <a:extLst>
              <a:ext uri="{FF2B5EF4-FFF2-40B4-BE49-F238E27FC236}">
                <a16:creationId xmlns:a16="http://schemas.microsoft.com/office/drawing/2014/main" id="{1F09B469-7AED-4083-028F-C38E9B8FE9DD}"/>
              </a:ext>
            </a:extLst>
          </p:cNvPr>
          <p:cNvSpPr>
            <a:spLocks/>
          </p:cNvSpPr>
          <p:nvPr/>
        </p:nvSpPr>
        <p:spPr bwMode="auto">
          <a:xfrm>
            <a:off x="8369300" y="23241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8" name="Freeform 349">
            <a:extLst>
              <a:ext uri="{FF2B5EF4-FFF2-40B4-BE49-F238E27FC236}">
                <a16:creationId xmlns:a16="http://schemas.microsoft.com/office/drawing/2014/main" id="{8F73AA9E-B7BD-12D3-7CA7-2B630ABF4490}"/>
              </a:ext>
            </a:extLst>
          </p:cNvPr>
          <p:cNvSpPr>
            <a:spLocks/>
          </p:cNvSpPr>
          <p:nvPr/>
        </p:nvSpPr>
        <p:spPr bwMode="auto">
          <a:xfrm>
            <a:off x="8086726" y="2703513"/>
            <a:ext cx="49213" cy="50800"/>
          </a:xfrm>
          <a:custGeom>
            <a:avLst/>
            <a:gdLst>
              <a:gd name="T0" fmla="*/ 2147483646 w 31"/>
              <a:gd name="T1" fmla="*/ 2147483646 h 32"/>
              <a:gd name="T2" fmla="*/ 2147483646 w 31"/>
              <a:gd name="T3" fmla="*/ 2147483646 h 32"/>
              <a:gd name="T4" fmla="*/ 2147483646 w 31"/>
              <a:gd name="T5" fmla="*/ 0 h 32"/>
              <a:gd name="T6" fmla="*/ 0 w 31"/>
              <a:gd name="T7" fmla="*/ 2147483646 h 32"/>
              <a:gd name="T8" fmla="*/ 0 w 31"/>
              <a:gd name="T9" fmla="*/ 2147483646 h 32"/>
              <a:gd name="T10" fmla="*/ 0 w 31"/>
              <a:gd name="T11" fmla="*/ 2147483646 h 32"/>
              <a:gd name="T12" fmla="*/ 2147483646 w 31"/>
              <a:gd name="T13" fmla="*/ 2147483646 h 32"/>
              <a:gd name="T14" fmla="*/ 2147483646 w 31"/>
              <a:gd name="T15" fmla="*/ 2147483646 h 32"/>
              <a:gd name="T16" fmla="*/ 2147483646 w 31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2"/>
              <a:gd name="T29" fmla="*/ 31 w 31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2">
                <a:moveTo>
                  <a:pt x="31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9" name="Freeform 350">
            <a:extLst>
              <a:ext uri="{FF2B5EF4-FFF2-40B4-BE49-F238E27FC236}">
                <a16:creationId xmlns:a16="http://schemas.microsoft.com/office/drawing/2014/main" id="{1B330239-8AA7-FF9B-0D33-E86C50CA183C}"/>
              </a:ext>
            </a:extLst>
          </p:cNvPr>
          <p:cNvSpPr>
            <a:spLocks/>
          </p:cNvSpPr>
          <p:nvPr/>
        </p:nvSpPr>
        <p:spPr bwMode="auto">
          <a:xfrm>
            <a:off x="8086726" y="2703514"/>
            <a:ext cx="61913" cy="65087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0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0 w 39"/>
              <a:gd name="T29" fmla="*/ 2147483646 h 41"/>
              <a:gd name="T30" fmla="*/ 0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0 w 39"/>
              <a:gd name="T65" fmla="*/ 2147483646 h 41"/>
              <a:gd name="T66" fmla="*/ 0 w 39"/>
              <a:gd name="T67" fmla="*/ 2147483646 h 41"/>
              <a:gd name="T68" fmla="*/ 0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0 w 39"/>
              <a:gd name="T77" fmla="*/ 2147483646 h 41"/>
              <a:gd name="T78" fmla="*/ 0 w 39"/>
              <a:gd name="T79" fmla="*/ 2147483646 h 41"/>
              <a:gd name="T80" fmla="*/ 0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32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1" y="16"/>
                </a:lnTo>
                <a:lnTo>
                  <a:pt x="39" y="16"/>
                </a:lnTo>
                <a:lnTo>
                  <a:pt x="31" y="32"/>
                </a:lnTo>
                <a:lnTo>
                  <a:pt x="24" y="41"/>
                </a:lnTo>
                <a:lnTo>
                  <a:pt x="16" y="41"/>
                </a:lnTo>
                <a:lnTo>
                  <a:pt x="0" y="41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1" y="8"/>
                </a:lnTo>
                <a:lnTo>
                  <a:pt x="39" y="16"/>
                </a:lnTo>
                <a:lnTo>
                  <a:pt x="31" y="24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0" name="Freeform 351">
            <a:extLst>
              <a:ext uri="{FF2B5EF4-FFF2-40B4-BE49-F238E27FC236}">
                <a16:creationId xmlns:a16="http://schemas.microsoft.com/office/drawing/2014/main" id="{3853E557-6A70-F10A-88F4-339EF4F586A8}"/>
              </a:ext>
            </a:extLst>
          </p:cNvPr>
          <p:cNvSpPr>
            <a:spLocks/>
          </p:cNvSpPr>
          <p:nvPr/>
        </p:nvSpPr>
        <p:spPr bwMode="auto">
          <a:xfrm>
            <a:off x="8135938" y="2728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1" name="Freeform 352">
            <a:extLst>
              <a:ext uri="{FF2B5EF4-FFF2-40B4-BE49-F238E27FC236}">
                <a16:creationId xmlns:a16="http://schemas.microsoft.com/office/drawing/2014/main" id="{B2625B6B-5699-FCDD-632C-5029304164BE}"/>
              </a:ext>
            </a:extLst>
          </p:cNvPr>
          <p:cNvSpPr>
            <a:spLocks/>
          </p:cNvSpPr>
          <p:nvPr/>
        </p:nvSpPr>
        <p:spPr bwMode="auto">
          <a:xfrm>
            <a:off x="7951788" y="2703513"/>
            <a:ext cx="49212" cy="50800"/>
          </a:xfrm>
          <a:custGeom>
            <a:avLst/>
            <a:gdLst>
              <a:gd name="T0" fmla="*/ 2147483646 w 31"/>
              <a:gd name="T1" fmla="*/ 2147483646 h 32"/>
              <a:gd name="T2" fmla="*/ 2147483646 w 31"/>
              <a:gd name="T3" fmla="*/ 2147483646 h 32"/>
              <a:gd name="T4" fmla="*/ 2147483646 w 31"/>
              <a:gd name="T5" fmla="*/ 0 h 32"/>
              <a:gd name="T6" fmla="*/ 2147483646 w 31"/>
              <a:gd name="T7" fmla="*/ 2147483646 h 32"/>
              <a:gd name="T8" fmla="*/ 0 w 31"/>
              <a:gd name="T9" fmla="*/ 2147483646 h 32"/>
              <a:gd name="T10" fmla="*/ 2147483646 w 31"/>
              <a:gd name="T11" fmla="*/ 2147483646 h 32"/>
              <a:gd name="T12" fmla="*/ 2147483646 w 31"/>
              <a:gd name="T13" fmla="*/ 2147483646 h 32"/>
              <a:gd name="T14" fmla="*/ 2147483646 w 31"/>
              <a:gd name="T15" fmla="*/ 2147483646 h 32"/>
              <a:gd name="T16" fmla="*/ 2147483646 w 31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2"/>
              <a:gd name="T29" fmla="*/ 31 w 31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2">
                <a:moveTo>
                  <a:pt x="31" y="16"/>
                </a:moveTo>
                <a:lnTo>
                  <a:pt x="31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31" y="32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2" name="Freeform 353">
            <a:extLst>
              <a:ext uri="{FF2B5EF4-FFF2-40B4-BE49-F238E27FC236}">
                <a16:creationId xmlns:a16="http://schemas.microsoft.com/office/drawing/2014/main" id="{C9B7BF93-8AB5-5639-4CBE-B8940CE301AF}"/>
              </a:ext>
            </a:extLst>
          </p:cNvPr>
          <p:cNvSpPr>
            <a:spLocks/>
          </p:cNvSpPr>
          <p:nvPr/>
        </p:nvSpPr>
        <p:spPr bwMode="auto">
          <a:xfrm>
            <a:off x="7951788" y="2703514"/>
            <a:ext cx="61912" cy="65087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2147483646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2147483646 w 39"/>
              <a:gd name="T29" fmla="*/ 2147483646 h 41"/>
              <a:gd name="T30" fmla="*/ 2147483646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2147483646 w 39"/>
              <a:gd name="T65" fmla="*/ 2147483646 h 41"/>
              <a:gd name="T66" fmla="*/ 2147483646 w 39"/>
              <a:gd name="T67" fmla="*/ 2147483646 h 41"/>
              <a:gd name="T68" fmla="*/ 2147483646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2147483646 w 39"/>
              <a:gd name="T77" fmla="*/ 2147483646 h 41"/>
              <a:gd name="T78" fmla="*/ 2147483646 w 39"/>
              <a:gd name="T79" fmla="*/ 2147483646 h 41"/>
              <a:gd name="T80" fmla="*/ 2147483646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16"/>
                </a:moveTo>
                <a:lnTo>
                  <a:pt x="31" y="8"/>
                </a:lnTo>
                <a:lnTo>
                  <a:pt x="31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31" y="32"/>
                </a:lnTo>
                <a:lnTo>
                  <a:pt x="31" y="16"/>
                </a:lnTo>
                <a:lnTo>
                  <a:pt x="39" y="16"/>
                </a:lnTo>
                <a:lnTo>
                  <a:pt x="39" y="32"/>
                </a:lnTo>
                <a:lnTo>
                  <a:pt x="31" y="41"/>
                </a:lnTo>
                <a:lnTo>
                  <a:pt x="16" y="41"/>
                </a:lnTo>
                <a:lnTo>
                  <a:pt x="8" y="41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1" y="8"/>
                </a:lnTo>
                <a:lnTo>
                  <a:pt x="39" y="8"/>
                </a:lnTo>
                <a:lnTo>
                  <a:pt x="39" y="16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3" name="Freeform 354">
            <a:extLst>
              <a:ext uri="{FF2B5EF4-FFF2-40B4-BE49-F238E27FC236}">
                <a16:creationId xmlns:a16="http://schemas.microsoft.com/office/drawing/2014/main" id="{DA00EC48-94D3-0F15-1B68-3103DEA29040}"/>
              </a:ext>
            </a:extLst>
          </p:cNvPr>
          <p:cNvSpPr>
            <a:spLocks/>
          </p:cNvSpPr>
          <p:nvPr/>
        </p:nvSpPr>
        <p:spPr bwMode="auto">
          <a:xfrm>
            <a:off x="8001000" y="27289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4" name="Freeform 355">
            <a:extLst>
              <a:ext uri="{FF2B5EF4-FFF2-40B4-BE49-F238E27FC236}">
                <a16:creationId xmlns:a16="http://schemas.microsoft.com/office/drawing/2014/main" id="{C6D83877-0E00-3ADB-F581-9C254D445D80}"/>
              </a:ext>
            </a:extLst>
          </p:cNvPr>
          <p:cNvSpPr>
            <a:spLocks/>
          </p:cNvSpPr>
          <p:nvPr/>
        </p:nvSpPr>
        <p:spPr bwMode="auto">
          <a:xfrm>
            <a:off x="8320088" y="2951164"/>
            <a:ext cx="49212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3"/>
                </a:lnTo>
                <a:lnTo>
                  <a:pt x="24" y="24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5" name="Freeform 356">
            <a:extLst>
              <a:ext uri="{FF2B5EF4-FFF2-40B4-BE49-F238E27FC236}">
                <a16:creationId xmlns:a16="http://schemas.microsoft.com/office/drawing/2014/main" id="{259811AD-2F5A-3D16-0813-AF8DEC39412E}"/>
              </a:ext>
            </a:extLst>
          </p:cNvPr>
          <p:cNvSpPr>
            <a:spLocks/>
          </p:cNvSpPr>
          <p:nvPr/>
        </p:nvSpPr>
        <p:spPr bwMode="auto">
          <a:xfrm>
            <a:off x="8320088" y="2951164"/>
            <a:ext cx="61912" cy="65087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2147483646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2147483646 w 39"/>
              <a:gd name="T29" fmla="*/ 2147483646 h 41"/>
              <a:gd name="T30" fmla="*/ 2147483646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2147483646 w 39"/>
              <a:gd name="T65" fmla="*/ 2147483646 h 41"/>
              <a:gd name="T66" fmla="*/ 2147483646 w 39"/>
              <a:gd name="T67" fmla="*/ 2147483646 h 41"/>
              <a:gd name="T68" fmla="*/ 2147483646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2147483646 w 39"/>
              <a:gd name="T77" fmla="*/ 2147483646 h 41"/>
              <a:gd name="T78" fmla="*/ 2147483646 w 39"/>
              <a:gd name="T79" fmla="*/ 2147483646 h 41"/>
              <a:gd name="T80" fmla="*/ 2147483646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3"/>
                </a:lnTo>
                <a:lnTo>
                  <a:pt x="16" y="33"/>
                </a:lnTo>
                <a:lnTo>
                  <a:pt x="24" y="24"/>
                </a:lnTo>
                <a:lnTo>
                  <a:pt x="31" y="16"/>
                </a:lnTo>
                <a:lnTo>
                  <a:pt x="39" y="24"/>
                </a:lnTo>
                <a:lnTo>
                  <a:pt x="31" y="33"/>
                </a:lnTo>
                <a:lnTo>
                  <a:pt x="24" y="41"/>
                </a:lnTo>
                <a:lnTo>
                  <a:pt x="16" y="41"/>
                </a:lnTo>
                <a:lnTo>
                  <a:pt x="8" y="33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1" y="8"/>
                </a:lnTo>
                <a:lnTo>
                  <a:pt x="39" y="16"/>
                </a:lnTo>
                <a:lnTo>
                  <a:pt x="31" y="24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6" name="Freeform 357">
            <a:extLst>
              <a:ext uri="{FF2B5EF4-FFF2-40B4-BE49-F238E27FC236}">
                <a16:creationId xmlns:a16="http://schemas.microsoft.com/office/drawing/2014/main" id="{2EB4456B-8C1A-106D-2102-5B57514EBD7B}"/>
              </a:ext>
            </a:extLst>
          </p:cNvPr>
          <p:cNvSpPr>
            <a:spLocks/>
          </p:cNvSpPr>
          <p:nvPr/>
        </p:nvSpPr>
        <p:spPr bwMode="auto">
          <a:xfrm>
            <a:off x="8369300" y="297656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7" name="Freeform 358">
            <a:extLst>
              <a:ext uri="{FF2B5EF4-FFF2-40B4-BE49-F238E27FC236}">
                <a16:creationId xmlns:a16="http://schemas.microsoft.com/office/drawing/2014/main" id="{5458F7AB-2F51-6A9E-7214-700A4D7432E9}"/>
              </a:ext>
            </a:extLst>
          </p:cNvPr>
          <p:cNvSpPr>
            <a:spLocks/>
          </p:cNvSpPr>
          <p:nvPr/>
        </p:nvSpPr>
        <p:spPr bwMode="auto">
          <a:xfrm>
            <a:off x="8320088" y="3106739"/>
            <a:ext cx="49212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24" y="9"/>
                </a:lnTo>
                <a:lnTo>
                  <a:pt x="16" y="0"/>
                </a:lnTo>
                <a:lnTo>
                  <a:pt x="8" y="9"/>
                </a:lnTo>
                <a:lnTo>
                  <a:pt x="0" y="17"/>
                </a:lnTo>
                <a:lnTo>
                  <a:pt x="8" y="33"/>
                </a:lnTo>
                <a:lnTo>
                  <a:pt x="16" y="33"/>
                </a:lnTo>
                <a:lnTo>
                  <a:pt x="24" y="33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8" name="Freeform 359">
            <a:extLst>
              <a:ext uri="{FF2B5EF4-FFF2-40B4-BE49-F238E27FC236}">
                <a16:creationId xmlns:a16="http://schemas.microsoft.com/office/drawing/2014/main" id="{5B9541F2-EBFF-A48D-F181-5CD86369EB91}"/>
              </a:ext>
            </a:extLst>
          </p:cNvPr>
          <p:cNvSpPr>
            <a:spLocks/>
          </p:cNvSpPr>
          <p:nvPr/>
        </p:nvSpPr>
        <p:spPr bwMode="auto">
          <a:xfrm>
            <a:off x="8320088" y="3106739"/>
            <a:ext cx="61912" cy="65087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2147483646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2147483646 w 39"/>
              <a:gd name="T29" fmla="*/ 2147483646 h 41"/>
              <a:gd name="T30" fmla="*/ 2147483646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2147483646 w 39"/>
              <a:gd name="T65" fmla="*/ 2147483646 h 41"/>
              <a:gd name="T66" fmla="*/ 2147483646 w 39"/>
              <a:gd name="T67" fmla="*/ 2147483646 h 41"/>
              <a:gd name="T68" fmla="*/ 2147483646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2147483646 w 39"/>
              <a:gd name="T77" fmla="*/ 2147483646 h 41"/>
              <a:gd name="T78" fmla="*/ 2147483646 w 39"/>
              <a:gd name="T79" fmla="*/ 2147483646 h 41"/>
              <a:gd name="T80" fmla="*/ 2147483646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25"/>
                </a:moveTo>
                <a:lnTo>
                  <a:pt x="24" y="17"/>
                </a:lnTo>
                <a:lnTo>
                  <a:pt x="16" y="9"/>
                </a:lnTo>
                <a:lnTo>
                  <a:pt x="24" y="9"/>
                </a:lnTo>
                <a:lnTo>
                  <a:pt x="16" y="17"/>
                </a:lnTo>
                <a:lnTo>
                  <a:pt x="8" y="25"/>
                </a:lnTo>
                <a:lnTo>
                  <a:pt x="8" y="17"/>
                </a:lnTo>
                <a:lnTo>
                  <a:pt x="16" y="33"/>
                </a:lnTo>
                <a:lnTo>
                  <a:pt x="8" y="33"/>
                </a:lnTo>
                <a:lnTo>
                  <a:pt x="16" y="33"/>
                </a:lnTo>
                <a:lnTo>
                  <a:pt x="24" y="33"/>
                </a:lnTo>
                <a:lnTo>
                  <a:pt x="31" y="17"/>
                </a:lnTo>
                <a:lnTo>
                  <a:pt x="39" y="17"/>
                </a:lnTo>
                <a:lnTo>
                  <a:pt x="31" y="33"/>
                </a:lnTo>
                <a:lnTo>
                  <a:pt x="24" y="41"/>
                </a:lnTo>
                <a:lnTo>
                  <a:pt x="16" y="41"/>
                </a:lnTo>
                <a:lnTo>
                  <a:pt x="8" y="41"/>
                </a:lnTo>
                <a:lnTo>
                  <a:pt x="8" y="33"/>
                </a:lnTo>
                <a:lnTo>
                  <a:pt x="0" y="17"/>
                </a:lnTo>
                <a:lnTo>
                  <a:pt x="8" y="9"/>
                </a:lnTo>
                <a:lnTo>
                  <a:pt x="16" y="0"/>
                </a:lnTo>
                <a:lnTo>
                  <a:pt x="24" y="0"/>
                </a:lnTo>
                <a:lnTo>
                  <a:pt x="31" y="9"/>
                </a:lnTo>
                <a:lnTo>
                  <a:pt x="39" y="17"/>
                </a:lnTo>
                <a:lnTo>
                  <a:pt x="31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9" name="Freeform 360">
            <a:extLst>
              <a:ext uri="{FF2B5EF4-FFF2-40B4-BE49-F238E27FC236}">
                <a16:creationId xmlns:a16="http://schemas.microsoft.com/office/drawing/2014/main" id="{57639EE0-EA3B-6537-7CDF-EE61558A9F4F}"/>
              </a:ext>
            </a:extLst>
          </p:cNvPr>
          <p:cNvSpPr>
            <a:spLocks/>
          </p:cNvSpPr>
          <p:nvPr/>
        </p:nvSpPr>
        <p:spPr bwMode="auto">
          <a:xfrm>
            <a:off x="8369300" y="31337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0" name="Freeform 361">
            <a:extLst>
              <a:ext uri="{FF2B5EF4-FFF2-40B4-BE49-F238E27FC236}">
                <a16:creationId xmlns:a16="http://schemas.microsoft.com/office/drawing/2014/main" id="{5822767F-29CC-313C-FDFF-3DCD710F10EA}"/>
              </a:ext>
            </a:extLst>
          </p:cNvPr>
          <p:cNvSpPr>
            <a:spLocks/>
          </p:cNvSpPr>
          <p:nvPr/>
        </p:nvSpPr>
        <p:spPr bwMode="auto">
          <a:xfrm>
            <a:off x="8086726" y="3355975"/>
            <a:ext cx="49213" cy="50800"/>
          </a:xfrm>
          <a:custGeom>
            <a:avLst/>
            <a:gdLst>
              <a:gd name="T0" fmla="*/ 2147483646 w 31"/>
              <a:gd name="T1" fmla="*/ 2147483646 h 32"/>
              <a:gd name="T2" fmla="*/ 2147483646 w 31"/>
              <a:gd name="T3" fmla="*/ 2147483646 h 32"/>
              <a:gd name="T4" fmla="*/ 2147483646 w 31"/>
              <a:gd name="T5" fmla="*/ 0 h 32"/>
              <a:gd name="T6" fmla="*/ 0 w 31"/>
              <a:gd name="T7" fmla="*/ 2147483646 h 32"/>
              <a:gd name="T8" fmla="*/ 0 w 31"/>
              <a:gd name="T9" fmla="*/ 2147483646 h 32"/>
              <a:gd name="T10" fmla="*/ 0 w 31"/>
              <a:gd name="T11" fmla="*/ 2147483646 h 32"/>
              <a:gd name="T12" fmla="*/ 2147483646 w 31"/>
              <a:gd name="T13" fmla="*/ 2147483646 h 32"/>
              <a:gd name="T14" fmla="*/ 2147483646 w 31"/>
              <a:gd name="T15" fmla="*/ 2147483646 h 32"/>
              <a:gd name="T16" fmla="*/ 2147483646 w 31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2"/>
              <a:gd name="T29" fmla="*/ 31 w 31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2">
                <a:moveTo>
                  <a:pt x="31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1" name="Freeform 362">
            <a:extLst>
              <a:ext uri="{FF2B5EF4-FFF2-40B4-BE49-F238E27FC236}">
                <a16:creationId xmlns:a16="http://schemas.microsoft.com/office/drawing/2014/main" id="{E1AAE720-F795-95DE-A925-4ADC5CBA8D2C}"/>
              </a:ext>
            </a:extLst>
          </p:cNvPr>
          <p:cNvSpPr>
            <a:spLocks/>
          </p:cNvSpPr>
          <p:nvPr/>
        </p:nvSpPr>
        <p:spPr bwMode="auto">
          <a:xfrm>
            <a:off x="8086726" y="3355975"/>
            <a:ext cx="61913" cy="65088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0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0 w 39"/>
              <a:gd name="T29" fmla="*/ 2147483646 h 41"/>
              <a:gd name="T30" fmla="*/ 0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0 w 39"/>
              <a:gd name="T65" fmla="*/ 2147483646 h 41"/>
              <a:gd name="T66" fmla="*/ 0 w 39"/>
              <a:gd name="T67" fmla="*/ 2147483646 h 41"/>
              <a:gd name="T68" fmla="*/ 0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0 w 39"/>
              <a:gd name="T77" fmla="*/ 2147483646 h 41"/>
              <a:gd name="T78" fmla="*/ 0 w 39"/>
              <a:gd name="T79" fmla="*/ 2147483646 h 41"/>
              <a:gd name="T80" fmla="*/ 0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1" y="16"/>
                </a:lnTo>
                <a:lnTo>
                  <a:pt x="39" y="24"/>
                </a:lnTo>
                <a:lnTo>
                  <a:pt x="31" y="32"/>
                </a:lnTo>
                <a:lnTo>
                  <a:pt x="24" y="41"/>
                </a:lnTo>
                <a:lnTo>
                  <a:pt x="16" y="41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1" y="8"/>
                </a:lnTo>
                <a:lnTo>
                  <a:pt x="39" y="16"/>
                </a:lnTo>
                <a:lnTo>
                  <a:pt x="31" y="24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2" name="Freeform 363">
            <a:extLst>
              <a:ext uri="{FF2B5EF4-FFF2-40B4-BE49-F238E27FC236}">
                <a16:creationId xmlns:a16="http://schemas.microsoft.com/office/drawing/2014/main" id="{66DD7356-7C8D-6D9D-1DEC-914E5DCF5FAE}"/>
              </a:ext>
            </a:extLst>
          </p:cNvPr>
          <p:cNvSpPr>
            <a:spLocks/>
          </p:cNvSpPr>
          <p:nvPr/>
        </p:nvSpPr>
        <p:spPr bwMode="auto">
          <a:xfrm>
            <a:off x="8135938" y="33813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3" name="Freeform 364">
            <a:extLst>
              <a:ext uri="{FF2B5EF4-FFF2-40B4-BE49-F238E27FC236}">
                <a16:creationId xmlns:a16="http://schemas.microsoft.com/office/drawing/2014/main" id="{C8A21F74-35B6-39DA-71A0-F44E917BA64D}"/>
              </a:ext>
            </a:extLst>
          </p:cNvPr>
          <p:cNvSpPr>
            <a:spLocks/>
          </p:cNvSpPr>
          <p:nvPr/>
        </p:nvSpPr>
        <p:spPr bwMode="auto">
          <a:xfrm>
            <a:off x="7951788" y="3355975"/>
            <a:ext cx="49212" cy="50800"/>
          </a:xfrm>
          <a:custGeom>
            <a:avLst/>
            <a:gdLst>
              <a:gd name="T0" fmla="*/ 2147483646 w 31"/>
              <a:gd name="T1" fmla="*/ 2147483646 h 32"/>
              <a:gd name="T2" fmla="*/ 2147483646 w 31"/>
              <a:gd name="T3" fmla="*/ 2147483646 h 32"/>
              <a:gd name="T4" fmla="*/ 2147483646 w 31"/>
              <a:gd name="T5" fmla="*/ 0 h 32"/>
              <a:gd name="T6" fmla="*/ 2147483646 w 31"/>
              <a:gd name="T7" fmla="*/ 2147483646 h 32"/>
              <a:gd name="T8" fmla="*/ 0 w 31"/>
              <a:gd name="T9" fmla="*/ 2147483646 h 32"/>
              <a:gd name="T10" fmla="*/ 2147483646 w 31"/>
              <a:gd name="T11" fmla="*/ 2147483646 h 32"/>
              <a:gd name="T12" fmla="*/ 2147483646 w 31"/>
              <a:gd name="T13" fmla="*/ 2147483646 h 32"/>
              <a:gd name="T14" fmla="*/ 2147483646 w 31"/>
              <a:gd name="T15" fmla="*/ 2147483646 h 32"/>
              <a:gd name="T16" fmla="*/ 2147483646 w 31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2"/>
              <a:gd name="T29" fmla="*/ 31 w 31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2">
                <a:moveTo>
                  <a:pt x="31" y="16"/>
                </a:moveTo>
                <a:lnTo>
                  <a:pt x="31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1" y="24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4" name="Freeform 365">
            <a:extLst>
              <a:ext uri="{FF2B5EF4-FFF2-40B4-BE49-F238E27FC236}">
                <a16:creationId xmlns:a16="http://schemas.microsoft.com/office/drawing/2014/main" id="{8F3ED98E-D9A3-0CCE-9D70-E111D39AC5FD}"/>
              </a:ext>
            </a:extLst>
          </p:cNvPr>
          <p:cNvSpPr>
            <a:spLocks/>
          </p:cNvSpPr>
          <p:nvPr/>
        </p:nvSpPr>
        <p:spPr bwMode="auto">
          <a:xfrm>
            <a:off x="7951788" y="3355975"/>
            <a:ext cx="61912" cy="65088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2147483646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2147483646 w 39"/>
              <a:gd name="T29" fmla="*/ 2147483646 h 41"/>
              <a:gd name="T30" fmla="*/ 2147483646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2147483646 w 39"/>
              <a:gd name="T65" fmla="*/ 2147483646 h 41"/>
              <a:gd name="T66" fmla="*/ 2147483646 w 39"/>
              <a:gd name="T67" fmla="*/ 2147483646 h 41"/>
              <a:gd name="T68" fmla="*/ 2147483646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2147483646 w 39"/>
              <a:gd name="T77" fmla="*/ 2147483646 h 41"/>
              <a:gd name="T78" fmla="*/ 2147483646 w 39"/>
              <a:gd name="T79" fmla="*/ 2147483646 h 41"/>
              <a:gd name="T80" fmla="*/ 2147483646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16"/>
                </a:moveTo>
                <a:lnTo>
                  <a:pt x="31" y="8"/>
                </a:lnTo>
                <a:lnTo>
                  <a:pt x="31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1" y="24"/>
                </a:lnTo>
                <a:lnTo>
                  <a:pt x="31" y="16"/>
                </a:lnTo>
                <a:lnTo>
                  <a:pt x="39" y="16"/>
                </a:lnTo>
                <a:lnTo>
                  <a:pt x="39" y="24"/>
                </a:lnTo>
                <a:lnTo>
                  <a:pt x="31" y="32"/>
                </a:lnTo>
                <a:lnTo>
                  <a:pt x="16" y="41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1" y="8"/>
                </a:lnTo>
                <a:lnTo>
                  <a:pt x="39" y="8"/>
                </a:lnTo>
                <a:lnTo>
                  <a:pt x="39" y="16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5" name="Freeform 366">
            <a:extLst>
              <a:ext uri="{FF2B5EF4-FFF2-40B4-BE49-F238E27FC236}">
                <a16:creationId xmlns:a16="http://schemas.microsoft.com/office/drawing/2014/main" id="{61F7755E-61FC-DB3C-E2C7-9FB82BB987F8}"/>
              </a:ext>
            </a:extLst>
          </p:cNvPr>
          <p:cNvSpPr>
            <a:spLocks/>
          </p:cNvSpPr>
          <p:nvPr/>
        </p:nvSpPr>
        <p:spPr bwMode="auto">
          <a:xfrm>
            <a:off x="8001000" y="338137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6" name="Freeform 367">
            <a:extLst>
              <a:ext uri="{FF2B5EF4-FFF2-40B4-BE49-F238E27FC236}">
                <a16:creationId xmlns:a16="http://schemas.microsoft.com/office/drawing/2014/main" id="{CD6E8F38-512A-4EA3-CB39-C970612CDF04}"/>
              </a:ext>
            </a:extLst>
          </p:cNvPr>
          <p:cNvSpPr>
            <a:spLocks/>
          </p:cNvSpPr>
          <p:nvPr/>
        </p:nvSpPr>
        <p:spPr bwMode="auto">
          <a:xfrm>
            <a:off x="7720013" y="2951164"/>
            <a:ext cx="49212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6"/>
                </a:moveTo>
                <a:lnTo>
                  <a:pt x="23" y="8"/>
                </a:lnTo>
                <a:lnTo>
                  <a:pt x="15" y="0"/>
                </a:lnTo>
                <a:lnTo>
                  <a:pt x="7" y="8"/>
                </a:lnTo>
                <a:lnTo>
                  <a:pt x="0" y="16"/>
                </a:lnTo>
                <a:lnTo>
                  <a:pt x="7" y="24"/>
                </a:lnTo>
                <a:lnTo>
                  <a:pt x="15" y="33"/>
                </a:lnTo>
                <a:lnTo>
                  <a:pt x="23" y="24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7" name="Freeform 368">
            <a:extLst>
              <a:ext uri="{FF2B5EF4-FFF2-40B4-BE49-F238E27FC236}">
                <a16:creationId xmlns:a16="http://schemas.microsoft.com/office/drawing/2014/main" id="{78A757B7-64CC-3964-F878-DDC238C7A6C6}"/>
              </a:ext>
            </a:extLst>
          </p:cNvPr>
          <p:cNvSpPr>
            <a:spLocks/>
          </p:cNvSpPr>
          <p:nvPr/>
        </p:nvSpPr>
        <p:spPr bwMode="auto">
          <a:xfrm>
            <a:off x="7720014" y="2951164"/>
            <a:ext cx="60325" cy="65087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2147483646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2147483646 w 38"/>
              <a:gd name="T29" fmla="*/ 2147483646 h 41"/>
              <a:gd name="T30" fmla="*/ 2147483646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2147483646 w 38"/>
              <a:gd name="T65" fmla="*/ 2147483646 h 41"/>
              <a:gd name="T66" fmla="*/ 2147483646 w 38"/>
              <a:gd name="T67" fmla="*/ 2147483646 h 41"/>
              <a:gd name="T68" fmla="*/ 2147483646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2147483646 w 38"/>
              <a:gd name="T77" fmla="*/ 2147483646 h 41"/>
              <a:gd name="T78" fmla="*/ 2147483646 w 38"/>
              <a:gd name="T79" fmla="*/ 2147483646 h 41"/>
              <a:gd name="T80" fmla="*/ 2147483646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1" y="24"/>
                </a:moveTo>
                <a:lnTo>
                  <a:pt x="23" y="16"/>
                </a:lnTo>
                <a:lnTo>
                  <a:pt x="15" y="8"/>
                </a:lnTo>
                <a:lnTo>
                  <a:pt x="23" y="8"/>
                </a:lnTo>
                <a:lnTo>
                  <a:pt x="15" y="16"/>
                </a:lnTo>
                <a:lnTo>
                  <a:pt x="7" y="24"/>
                </a:lnTo>
                <a:lnTo>
                  <a:pt x="7" y="16"/>
                </a:lnTo>
                <a:lnTo>
                  <a:pt x="15" y="24"/>
                </a:lnTo>
                <a:lnTo>
                  <a:pt x="23" y="33"/>
                </a:lnTo>
                <a:lnTo>
                  <a:pt x="15" y="33"/>
                </a:lnTo>
                <a:lnTo>
                  <a:pt x="23" y="24"/>
                </a:lnTo>
                <a:lnTo>
                  <a:pt x="31" y="16"/>
                </a:lnTo>
                <a:lnTo>
                  <a:pt x="38" y="24"/>
                </a:lnTo>
                <a:lnTo>
                  <a:pt x="31" y="33"/>
                </a:lnTo>
                <a:lnTo>
                  <a:pt x="23" y="41"/>
                </a:lnTo>
                <a:lnTo>
                  <a:pt x="15" y="41"/>
                </a:lnTo>
                <a:lnTo>
                  <a:pt x="7" y="33"/>
                </a:lnTo>
                <a:lnTo>
                  <a:pt x="0" y="24"/>
                </a:lnTo>
                <a:lnTo>
                  <a:pt x="0" y="16"/>
                </a:lnTo>
                <a:lnTo>
                  <a:pt x="7" y="8"/>
                </a:lnTo>
                <a:lnTo>
                  <a:pt x="15" y="0"/>
                </a:lnTo>
                <a:lnTo>
                  <a:pt x="23" y="0"/>
                </a:lnTo>
                <a:lnTo>
                  <a:pt x="31" y="8"/>
                </a:lnTo>
                <a:lnTo>
                  <a:pt x="38" y="16"/>
                </a:lnTo>
                <a:lnTo>
                  <a:pt x="31" y="24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8" name="Freeform 369">
            <a:extLst>
              <a:ext uri="{FF2B5EF4-FFF2-40B4-BE49-F238E27FC236}">
                <a16:creationId xmlns:a16="http://schemas.microsoft.com/office/drawing/2014/main" id="{BC6A1FD8-1E2B-23D2-31B2-01194875FF58}"/>
              </a:ext>
            </a:extLst>
          </p:cNvPr>
          <p:cNvSpPr>
            <a:spLocks/>
          </p:cNvSpPr>
          <p:nvPr/>
        </p:nvSpPr>
        <p:spPr bwMode="auto">
          <a:xfrm>
            <a:off x="7769226" y="2976563"/>
            <a:ext cx="11113" cy="12700"/>
          </a:xfrm>
          <a:custGeom>
            <a:avLst/>
            <a:gdLst>
              <a:gd name="T0" fmla="*/ 0 w 7"/>
              <a:gd name="T1" fmla="*/ 0 h 8"/>
              <a:gd name="T2" fmla="*/ 0 w 7"/>
              <a:gd name="T3" fmla="*/ 0 h 8"/>
              <a:gd name="T4" fmla="*/ 0 w 7"/>
              <a:gd name="T5" fmla="*/ 2147483646 h 8"/>
              <a:gd name="T6" fmla="*/ 2147483646 w 7"/>
              <a:gd name="T7" fmla="*/ 0 h 8"/>
              <a:gd name="T8" fmla="*/ 2147483646 w 7"/>
              <a:gd name="T9" fmla="*/ 2147483646 h 8"/>
              <a:gd name="T10" fmla="*/ 2147483646 w 7"/>
              <a:gd name="T11" fmla="*/ 2147483646 h 8"/>
              <a:gd name="T12" fmla="*/ 0 w 7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8"/>
              <a:gd name="T23" fmla="*/ 7 w 7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7" y="0"/>
                </a:lnTo>
                <a:lnTo>
                  <a:pt x="7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9" name="Rectangle 370">
            <a:extLst>
              <a:ext uri="{FF2B5EF4-FFF2-40B4-BE49-F238E27FC236}">
                <a16:creationId xmlns:a16="http://schemas.microsoft.com/office/drawing/2014/main" id="{910C84C0-AF56-0287-9CBA-EFF7DBD0F5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0297" y="2246313"/>
            <a:ext cx="28373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As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910" name="Freeform 371">
            <a:extLst>
              <a:ext uri="{FF2B5EF4-FFF2-40B4-BE49-F238E27FC236}">
                <a16:creationId xmlns:a16="http://schemas.microsoft.com/office/drawing/2014/main" id="{9C4C8895-2253-5E2B-A5A7-AE139CC3B6E2}"/>
              </a:ext>
            </a:extLst>
          </p:cNvPr>
          <p:cNvSpPr>
            <a:spLocks/>
          </p:cNvSpPr>
          <p:nvPr/>
        </p:nvSpPr>
        <p:spPr bwMode="auto">
          <a:xfrm>
            <a:off x="5424489" y="2024064"/>
            <a:ext cx="85725" cy="92075"/>
          </a:xfrm>
          <a:custGeom>
            <a:avLst/>
            <a:gdLst>
              <a:gd name="T0" fmla="*/ 2147483646 w 54"/>
              <a:gd name="T1" fmla="*/ 2147483646 h 58"/>
              <a:gd name="T2" fmla="*/ 2147483646 w 54"/>
              <a:gd name="T3" fmla="*/ 2147483646 h 58"/>
              <a:gd name="T4" fmla="*/ 2147483646 w 54"/>
              <a:gd name="T5" fmla="*/ 0 h 58"/>
              <a:gd name="T6" fmla="*/ 2147483646 w 54"/>
              <a:gd name="T7" fmla="*/ 2147483646 h 58"/>
              <a:gd name="T8" fmla="*/ 0 w 54"/>
              <a:gd name="T9" fmla="*/ 2147483646 h 58"/>
              <a:gd name="T10" fmla="*/ 2147483646 w 54"/>
              <a:gd name="T11" fmla="*/ 2147483646 h 58"/>
              <a:gd name="T12" fmla="*/ 2147483646 w 54"/>
              <a:gd name="T13" fmla="*/ 2147483646 h 58"/>
              <a:gd name="T14" fmla="*/ 2147483646 w 54"/>
              <a:gd name="T15" fmla="*/ 2147483646 h 58"/>
              <a:gd name="T16" fmla="*/ 2147483646 w 54"/>
              <a:gd name="T17" fmla="*/ 2147483646 h 58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54"/>
              <a:gd name="T28" fmla="*/ 0 h 58"/>
              <a:gd name="T29" fmla="*/ 54 w 54"/>
              <a:gd name="T30" fmla="*/ 58 h 58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54" h="58">
                <a:moveTo>
                  <a:pt x="54" y="33"/>
                </a:moveTo>
                <a:lnTo>
                  <a:pt x="46" y="8"/>
                </a:lnTo>
                <a:lnTo>
                  <a:pt x="31" y="0"/>
                </a:lnTo>
                <a:lnTo>
                  <a:pt x="8" y="8"/>
                </a:lnTo>
                <a:lnTo>
                  <a:pt x="0" y="33"/>
                </a:lnTo>
                <a:lnTo>
                  <a:pt x="8" y="49"/>
                </a:lnTo>
                <a:lnTo>
                  <a:pt x="31" y="58"/>
                </a:lnTo>
                <a:lnTo>
                  <a:pt x="46" y="49"/>
                </a:lnTo>
                <a:lnTo>
                  <a:pt x="54" y="33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11" name="Freeform 372">
            <a:extLst>
              <a:ext uri="{FF2B5EF4-FFF2-40B4-BE49-F238E27FC236}">
                <a16:creationId xmlns:a16="http://schemas.microsoft.com/office/drawing/2014/main" id="{FA9B89DA-9BA6-7E6E-0CE3-063E5E28412E}"/>
              </a:ext>
            </a:extLst>
          </p:cNvPr>
          <p:cNvSpPr>
            <a:spLocks/>
          </p:cNvSpPr>
          <p:nvPr/>
        </p:nvSpPr>
        <p:spPr bwMode="auto">
          <a:xfrm>
            <a:off x="5424489" y="2024064"/>
            <a:ext cx="98425" cy="104775"/>
          </a:xfrm>
          <a:custGeom>
            <a:avLst/>
            <a:gdLst>
              <a:gd name="T0" fmla="*/ 2147483646 w 62"/>
              <a:gd name="T1" fmla="*/ 2147483646 h 66"/>
              <a:gd name="T2" fmla="*/ 2147483646 w 62"/>
              <a:gd name="T3" fmla="*/ 2147483646 h 66"/>
              <a:gd name="T4" fmla="*/ 2147483646 w 62"/>
              <a:gd name="T5" fmla="*/ 2147483646 h 66"/>
              <a:gd name="T6" fmla="*/ 2147483646 w 62"/>
              <a:gd name="T7" fmla="*/ 2147483646 h 66"/>
              <a:gd name="T8" fmla="*/ 2147483646 w 62"/>
              <a:gd name="T9" fmla="*/ 2147483646 h 66"/>
              <a:gd name="T10" fmla="*/ 2147483646 w 62"/>
              <a:gd name="T11" fmla="*/ 2147483646 h 66"/>
              <a:gd name="T12" fmla="*/ 2147483646 w 62"/>
              <a:gd name="T13" fmla="*/ 2147483646 h 66"/>
              <a:gd name="T14" fmla="*/ 2147483646 w 62"/>
              <a:gd name="T15" fmla="*/ 2147483646 h 66"/>
              <a:gd name="T16" fmla="*/ 2147483646 w 62"/>
              <a:gd name="T17" fmla="*/ 2147483646 h 66"/>
              <a:gd name="T18" fmla="*/ 2147483646 w 62"/>
              <a:gd name="T19" fmla="*/ 2147483646 h 66"/>
              <a:gd name="T20" fmla="*/ 2147483646 w 62"/>
              <a:gd name="T21" fmla="*/ 2147483646 h 66"/>
              <a:gd name="T22" fmla="*/ 2147483646 w 62"/>
              <a:gd name="T23" fmla="*/ 2147483646 h 66"/>
              <a:gd name="T24" fmla="*/ 2147483646 w 62"/>
              <a:gd name="T25" fmla="*/ 2147483646 h 66"/>
              <a:gd name="T26" fmla="*/ 2147483646 w 62"/>
              <a:gd name="T27" fmla="*/ 2147483646 h 66"/>
              <a:gd name="T28" fmla="*/ 2147483646 w 62"/>
              <a:gd name="T29" fmla="*/ 2147483646 h 66"/>
              <a:gd name="T30" fmla="*/ 2147483646 w 62"/>
              <a:gd name="T31" fmla="*/ 2147483646 h 66"/>
              <a:gd name="T32" fmla="*/ 2147483646 w 62"/>
              <a:gd name="T33" fmla="*/ 2147483646 h 66"/>
              <a:gd name="T34" fmla="*/ 2147483646 w 62"/>
              <a:gd name="T35" fmla="*/ 2147483646 h 66"/>
              <a:gd name="T36" fmla="*/ 2147483646 w 62"/>
              <a:gd name="T37" fmla="*/ 2147483646 h 66"/>
              <a:gd name="T38" fmla="*/ 2147483646 w 62"/>
              <a:gd name="T39" fmla="*/ 2147483646 h 66"/>
              <a:gd name="T40" fmla="*/ 2147483646 w 62"/>
              <a:gd name="T41" fmla="*/ 2147483646 h 66"/>
              <a:gd name="T42" fmla="*/ 2147483646 w 62"/>
              <a:gd name="T43" fmla="*/ 2147483646 h 66"/>
              <a:gd name="T44" fmla="*/ 2147483646 w 62"/>
              <a:gd name="T45" fmla="*/ 2147483646 h 66"/>
              <a:gd name="T46" fmla="*/ 2147483646 w 62"/>
              <a:gd name="T47" fmla="*/ 2147483646 h 66"/>
              <a:gd name="T48" fmla="*/ 2147483646 w 62"/>
              <a:gd name="T49" fmla="*/ 2147483646 h 66"/>
              <a:gd name="T50" fmla="*/ 2147483646 w 62"/>
              <a:gd name="T51" fmla="*/ 2147483646 h 66"/>
              <a:gd name="T52" fmla="*/ 2147483646 w 62"/>
              <a:gd name="T53" fmla="*/ 2147483646 h 66"/>
              <a:gd name="T54" fmla="*/ 2147483646 w 62"/>
              <a:gd name="T55" fmla="*/ 2147483646 h 66"/>
              <a:gd name="T56" fmla="*/ 2147483646 w 62"/>
              <a:gd name="T57" fmla="*/ 2147483646 h 66"/>
              <a:gd name="T58" fmla="*/ 2147483646 w 62"/>
              <a:gd name="T59" fmla="*/ 2147483646 h 66"/>
              <a:gd name="T60" fmla="*/ 2147483646 w 62"/>
              <a:gd name="T61" fmla="*/ 2147483646 h 66"/>
              <a:gd name="T62" fmla="*/ 2147483646 w 62"/>
              <a:gd name="T63" fmla="*/ 2147483646 h 66"/>
              <a:gd name="T64" fmla="*/ 2147483646 w 62"/>
              <a:gd name="T65" fmla="*/ 2147483646 h 66"/>
              <a:gd name="T66" fmla="*/ 2147483646 w 62"/>
              <a:gd name="T67" fmla="*/ 2147483646 h 66"/>
              <a:gd name="T68" fmla="*/ 2147483646 w 62"/>
              <a:gd name="T69" fmla="*/ 2147483646 h 66"/>
              <a:gd name="T70" fmla="*/ 0 w 62"/>
              <a:gd name="T71" fmla="*/ 2147483646 h 66"/>
              <a:gd name="T72" fmla="*/ 0 w 62"/>
              <a:gd name="T73" fmla="*/ 2147483646 h 66"/>
              <a:gd name="T74" fmla="*/ 0 w 62"/>
              <a:gd name="T75" fmla="*/ 2147483646 h 66"/>
              <a:gd name="T76" fmla="*/ 2147483646 w 62"/>
              <a:gd name="T77" fmla="*/ 2147483646 h 66"/>
              <a:gd name="T78" fmla="*/ 2147483646 w 62"/>
              <a:gd name="T79" fmla="*/ 2147483646 h 66"/>
              <a:gd name="T80" fmla="*/ 2147483646 w 62"/>
              <a:gd name="T81" fmla="*/ 2147483646 h 66"/>
              <a:gd name="T82" fmla="*/ 2147483646 w 62"/>
              <a:gd name="T83" fmla="*/ 0 h 66"/>
              <a:gd name="T84" fmla="*/ 2147483646 w 62"/>
              <a:gd name="T85" fmla="*/ 0 h 66"/>
              <a:gd name="T86" fmla="*/ 2147483646 w 62"/>
              <a:gd name="T87" fmla="*/ 0 h 66"/>
              <a:gd name="T88" fmla="*/ 2147483646 w 62"/>
              <a:gd name="T89" fmla="*/ 2147483646 h 66"/>
              <a:gd name="T90" fmla="*/ 2147483646 w 62"/>
              <a:gd name="T91" fmla="*/ 2147483646 h 66"/>
              <a:gd name="T92" fmla="*/ 2147483646 w 62"/>
              <a:gd name="T93" fmla="*/ 2147483646 h 66"/>
              <a:gd name="T94" fmla="*/ 2147483646 w 62"/>
              <a:gd name="T95" fmla="*/ 2147483646 h 66"/>
              <a:gd name="T96" fmla="*/ 2147483646 w 62"/>
              <a:gd name="T97" fmla="*/ 2147483646 h 6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62"/>
              <a:gd name="T148" fmla="*/ 0 h 66"/>
              <a:gd name="T149" fmla="*/ 62 w 62"/>
              <a:gd name="T150" fmla="*/ 66 h 66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62" h="66">
                <a:moveTo>
                  <a:pt x="54" y="33"/>
                </a:moveTo>
                <a:lnTo>
                  <a:pt x="46" y="8"/>
                </a:lnTo>
                <a:lnTo>
                  <a:pt x="46" y="16"/>
                </a:lnTo>
                <a:lnTo>
                  <a:pt x="31" y="8"/>
                </a:lnTo>
                <a:lnTo>
                  <a:pt x="8" y="16"/>
                </a:lnTo>
                <a:lnTo>
                  <a:pt x="16" y="8"/>
                </a:lnTo>
                <a:lnTo>
                  <a:pt x="8" y="33"/>
                </a:lnTo>
                <a:lnTo>
                  <a:pt x="16" y="49"/>
                </a:lnTo>
                <a:lnTo>
                  <a:pt x="8" y="49"/>
                </a:lnTo>
                <a:lnTo>
                  <a:pt x="31" y="58"/>
                </a:lnTo>
                <a:lnTo>
                  <a:pt x="46" y="49"/>
                </a:lnTo>
                <a:lnTo>
                  <a:pt x="54" y="33"/>
                </a:lnTo>
                <a:lnTo>
                  <a:pt x="62" y="33"/>
                </a:lnTo>
                <a:lnTo>
                  <a:pt x="54" y="49"/>
                </a:lnTo>
                <a:lnTo>
                  <a:pt x="46" y="58"/>
                </a:lnTo>
                <a:lnTo>
                  <a:pt x="31" y="66"/>
                </a:lnTo>
                <a:lnTo>
                  <a:pt x="8" y="58"/>
                </a:lnTo>
                <a:lnTo>
                  <a:pt x="8" y="49"/>
                </a:lnTo>
                <a:lnTo>
                  <a:pt x="0" y="33"/>
                </a:lnTo>
                <a:lnTo>
                  <a:pt x="8" y="8"/>
                </a:lnTo>
                <a:lnTo>
                  <a:pt x="31" y="0"/>
                </a:lnTo>
                <a:lnTo>
                  <a:pt x="46" y="8"/>
                </a:lnTo>
                <a:lnTo>
                  <a:pt x="54" y="8"/>
                </a:lnTo>
                <a:lnTo>
                  <a:pt x="62" y="33"/>
                </a:lnTo>
                <a:lnTo>
                  <a:pt x="54" y="33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12" name="Freeform 373">
            <a:extLst>
              <a:ext uri="{FF2B5EF4-FFF2-40B4-BE49-F238E27FC236}">
                <a16:creationId xmlns:a16="http://schemas.microsoft.com/office/drawing/2014/main" id="{2C9A6A69-A05E-C12D-717E-F721F23EDF80}"/>
              </a:ext>
            </a:extLst>
          </p:cNvPr>
          <p:cNvSpPr>
            <a:spLocks/>
          </p:cNvSpPr>
          <p:nvPr/>
        </p:nvSpPr>
        <p:spPr bwMode="auto">
          <a:xfrm>
            <a:off x="5510213" y="207645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13" name="Freeform 374">
            <a:extLst>
              <a:ext uri="{FF2B5EF4-FFF2-40B4-BE49-F238E27FC236}">
                <a16:creationId xmlns:a16="http://schemas.microsoft.com/office/drawing/2014/main" id="{6764854B-7F4D-E1A0-5781-DA80BE5D9763}"/>
              </a:ext>
            </a:extLst>
          </p:cNvPr>
          <p:cNvSpPr>
            <a:spLocks/>
          </p:cNvSpPr>
          <p:nvPr/>
        </p:nvSpPr>
        <p:spPr bwMode="auto">
          <a:xfrm>
            <a:off x="5326063" y="2166939"/>
            <a:ext cx="12700" cy="26987"/>
          </a:xfrm>
          <a:custGeom>
            <a:avLst/>
            <a:gdLst>
              <a:gd name="T0" fmla="*/ 0 w 8"/>
              <a:gd name="T1" fmla="*/ 2147483646 h 17"/>
              <a:gd name="T2" fmla="*/ 0 w 8"/>
              <a:gd name="T3" fmla="*/ 2147483646 h 17"/>
              <a:gd name="T4" fmla="*/ 2147483646 w 8"/>
              <a:gd name="T5" fmla="*/ 2147483646 h 17"/>
              <a:gd name="T6" fmla="*/ 2147483646 w 8"/>
              <a:gd name="T7" fmla="*/ 0 h 17"/>
              <a:gd name="T8" fmla="*/ 0 w 8"/>
              <a:gd name="T9" fmla="*/ 2147483646 h 1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17"/>
              <a:gd name="T17" fmla="*/ 8 w 8"/>
              <a:gd name="T18" fmla="*/ 17 h 1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17">
                <a:moveTo>
                  <a:pt x="0" y="9"/>
                </a:moveTo>
                <a:lnTo>
                  <a:pt x="0" y="17"/>
                </a:lnTo>
                <a:lnTo>
                  <a:pt x="8" y="9"/>
                </a:lnTo>
                <a:lnTo>
                  <a:pt x="8" y="0"/>
                </a:lnTo>
                <a:lnTo>
                  <a:pt x="0" y="9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14" name="Freeform 375">
            <a:extLst>
              <a:ext uri="{FF2B5EF4-FFF2-40B4-BE49-F238E27FC236}">
                <a16:creationId xmlns:a16="http://schemas.microsoft.com/office/drawing/2014/main" id="{9BF4217C-446B-450D-62F2-3A6E1BED2CA2}"/>
              </a:ext>
            </a:extLst>
          </p:cNvPr>
          <p:cNvSpPr>
            <a:spLocks/>
          </p:cNvSpPr>
          <p:nvPr/>
        </p:nvSpPr>
        <p:spPr bwMode="auto">
          <a:xfrm>
            <a:off x="5314950" y="2116139"/>
            <a:ext cx="109538" cy="103187"/>
          </a:xfrm>
          <a:custGeom>
            <a:avLst/>
            <a:gdLst>
              <a:gd name="T0" fmla="*/ 2147483646 w 69"/>
              <a:gd name="T1" fmla="*/ 2147483646 h 65"/>
              <a:gd name="T2" fmla="*/ 0 w 69"/>
              <a:gd name="T3" fmla="*/ 2147483646 h 65"/>
              <a:gd name="T4" fmla="*/ 0 w 69"/>
              <a:gd name="T5" fmla="*/ 2147483646 h 65"/>
              <a:gd name="T6" fmla="*/ 0 w 69"/>
              <a:gd name="T7" fmla="*/ 2147483646 h 65"/>
              <a:gd name="T8" fmla="*/ 2147483646 w 69"/>
              <a:gd name="T9" fmla="*/ 0 h 65"/>
              <a:gd name="T10" fmla="*/ 2147483646 w 69"/>
              <a:gd name="T11" fmla="*/ 2147483646 h 65"/>
              <a:gd name="T12" fmla="*/ 2147483646 w 69"/>
              <a:gd name="T13" fmla="*/ 2147483646 h 65"/>
              <a:gd name="T14" fmla="*/ 2147483646 w 69"/>
              <a:gd name="T15" fmla="*/ 2147483646 h 65"/>
              <a:gd name="T16" fmla="*/ 2147483646 w 69"/>
              <a:gd name="T17" fmla="*/ 2147483646 h 65"/>
              <a:gd name="T18" fmla="*/ 2147483646 w 69"/>
              <a:gd name="T19" fmla="*/ 2147483646 h 65"/>
              <a:gd name="T20" fmla="*/ 2147483646 w 69"/>
              <a:gd name="T21" fmla="*/ 2147483646 h 65"/>
              <a:gd name="T22" fmla="*/ 2147483646 w 69"/>
              <a:gd name="T23" fmla="*/ 0 h 65"/>
              <a:gd name="T24" fmla="*/ 2147483646 w 69"/>
              <a:gd name="T25" fmla="*/ 0 h 65"/>
              <a:gd name="T26" fmla="*/ 2147483646 w 69"/>
              <a:gd name="T27" fmla="*/ 2147483646 h 65"/>
              <a:gd name="T28" fmla="*/ 0 w 69"/>
              <a:gd name="T29" fmla="*/ 2147483646 h 65"/>
              <a:gd name="T30" fmla="*/ 0 w 69"/>
              <a:gd name="T31" fmla="*/ 2147483646 h 65"/>
              <a:gd name="T32" fmla="*/ 2147483646 w 69"/>
              <a:gd name="T33" fmla="*/ 2147483646 h 65"/>
              <a:gd name="T34" fmla="*/ 2147483646 w 69"/>
              <a:gd name="T35" fmla="*/ 2147483646 h 65"/>
              <a:gd name="T36" fmla="*/ 2147483646 w 69"/>
              <a:gd name="T37" fmla="*/ 2147483646 h 65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69"/>
              <a:gd name="T58" fmla="*/ 0 h 65"/>
              <a:gd name="T59" fmla="*/ 69 w 69"/>
              <a:gd name="T60" fmla="*/ 65 h 65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69" h="65">
                <a:moveTo>
                  <a:pt x="15" y="41"/>
                </a:moveTo>
                <a:lnTo>
                  <a:pt x="0" y="32"/>
                </a:lnTo>
                <a:lnTo>
                  <a:pt x="0" y="24"/>
                </a:lnTo>
                <a:lnTo>
                  <a:pt x="69" y="0"/>
                </a:lnTo>
                <a:lnTo>
                  <a:pt x="69" y="8"/>
                </a:lnTo>
                <a:lnTo>
                  <a:pt x="15" y="65"/>
                </a:lnTo>
                <a:lnTo>
                  <a:pt x="15" y="57"/>
                </a:lnTo>
                <a:lnTo>
                  <a:pt x="69" y="0"/>
                </a:lnTo>
                <a:lnTo>
                  <a:pt x="69" y="8"/>
                </a:lnTo>
                <a:lnTo>
                  <a:pt x="0" y="32"/>
                </a:lnTo>
                <a:lnTo>
                  <a:pt x="0" y="24"/>
                </a:lnTo>
                <a:lnTo>
                  <a:pt x="7" y="24"/>
                </a:lnTo>
                <a:lnTo>
                  <a:pt x="23" y="32"/>
                </a:lnTo>
                <a:lnTo>
                  <a:pt x="15" y="41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15" name="Freeform 376">
            <a:extLst>
              <a:ext uri="{FF2B5EF4-FFF2-40B4-BE49-F238E27FC236}">
                <a16:creationId xmlns:a16="http://schemas.microsoft.com/office/drawing/2014/main" id="{CC9382D9-1FC5-23A0-9CDC-E8FB310AADAF}"/>
              </a:ext>
            </a:extLst>
          </p:cNvPr>
          <p:cNvSpPr>
            <a:spLocks/>
          </p:cNvSpPr>
          <p:nvPr/>
        </p:nvSpPr>
        <p:spPr bwMode="auto">
          <a:xfrm>
            <a:off x="5338763" y="2166939"/>
            <a:ext cx="12700" cy="39687"/>
          </a:xfrm>
          <a:custGeom>
            <a:avLst/>
            <a:gdLst>
              <a:gd name="T0" fmla="*/ 0 w 8"/>
              <a:gd name="T1" fmla="*/ 2147483646 h 25"/>
              <a:gd name="T2" fmla="*/ 0 w 8"/>
              <a:gd name="T3" fmla="*/ 0 h 25"/>
              <a:gd name="T4" fmla="*/ 2147483646 w 8"/>
              <a:gd name="T5" fmla="*/ 0 h 25"/>
              <a:gd name="T6" fmla="*/ 2147483646 w 8"/>
              <a:gd name="T7" fmla="*/ 0 h 25"/>
              <a:gd name="T8" fmla="*/ 2147483646 w 8"/>
              <a:gd name="T9" fmla="*/ 0 h 25"/>
              <a:gd name="T10" fmla="*/ 2147483646 w 8"/>
              <a:gd name="T11" fmla="*/ 2147483646 h 25"/>
              <a:gd name="T12" fmla="*/ 0 w 8"/>
              <a:gd name="T13" fmla="*/ 2147483646 h 25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25"/>
              <a:gd name="T23" fmla="*/ 8 w 8"/>
              <a:gd name="T24" fmla="*/ 25 h 25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25">
                <a:moveTo>
                  <a:pt x="0" y="25"/>
                </a:moveTo>
                <a:lnTo>
                  <a:pt x="0" y="0"/>
                </a:lnTo>
                <a:lnTo>
                  <a:pt x="8" y="0"/>
                </a:lnTo>
                <a:lnTo>
                  <a:pt x="8" y="25"/>
                </a:lnTo>
                <a:lnTo>
                  <a:pt x="0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16" name="Freeform 377">
            <a:extLst>
              <a:ext uri="{FF2B5EF4-FFF2-40B4-BE49-F238E27FC236}">
                <a16:creationId xmlns:a16="http://schemas.microsoft.com/office/drawing/2014/main" id="{D5C1E63E-67D6-FECB-77B6-4326747E2A93}"/>
              </a:ext>
            </a:extLst>
          </p:cNvPr>
          <p:cNvSpPr>
            <a:spLocks/>
          </p:cNvSpPr>
          <p:nvPr/>
        </p:nvSpPr>
        <p:spPr bwMode="auto">
          <a:xfrm>
            <a:off x="5314950" y="2116139"/>
            <a:ext cx="109538" cy="90487"/>
          </a:xfrm>
          <a:custGeom>
            <a:avLst/>
            <a:gdLst>
              <a:gd name="T0" fmla="*/ 2147483646 w 69"/>
              <a:gd name="T1" fmla="*/ 2147483646 h 57"/>
              <a:gd name="T2" fmla="*/ 0 w 69"/>
              <a:gd name="T3" fmla="*/ 2147483646 h 57"/>
              <a:gd name="T4" fmla="*/ 2147483646 w 69"/>
              <a:gd name="T5" fmla="*/ 0 h 57"/>
              <a:gd name="T6" fmla="*/ 2147483646 w 69"/>
              <a:gd name="T7" fmla="*/ 2147483646 h 57"/>
              <a:gd name="T8" fmla="*/ 2147483646 w 69"/>
              <a:gd name="T9" fmla="*/ 2147483646 h 5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9"/>
              <a:gd name="T16" fmla="*/ 0 h 57"/>
              <a:gd name="T17" fmla="*/ 69 w 69"/>
              <a:gd name="T18" fmla="*/ 57 h 5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9" h="57">
                <a:moveTo>
                  <a:pt x="15" y="32"/>
                </a:moveTo>
                <a:lnTo>
                  <a:pt x="0" y="24"/>
                </a:lnTo>
                <a:lnTo>
                  <a:pt x="69" y="0"/>
                </a:lnTo>
                <a:lnTo>
                  <a:pt x="15" y="57"/>
                </a:lnTo>
                <a:lnTo>
                  <a:pt x="15" y="32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17" name="Rectangle 378">
            <a:extLst>
              <a:ext uri="{FF2B5EF4-FFF2-40B4-BE49-F238E27FC236}">
                <a16:creationId xmlns:a16="http://schemas.microsoft.com/office/drawing/2014/main" id="{D7B6AB0A-2E72-9DB3-D21C-DA3F7917E3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37100" y="2193925"/>
            <a:ext cx="0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918" name="Freeform 379">
            <a:extLst>
              <a:ext uri="{FF2B5EF4-FFF2-40B4-BE49-F238E27FC236}">
                <a16:creationId xmlns:a16="http://schemas.microsoft.com/office/drawing/2014/main" id="{12733779-400B-6C39-0B8D-36499484D37B}"/>
              </a:ext>
            </a:extLst>
          </p:cNvPr>
          <p:cNvSpPr>
            <a:spLocks/>
          </p:cNvSpPr>
          <p:nvPr/>
        </p:nvSpPr>
        <p:spPr bwMode="auto">
          <a:xfrm>
            <a:off x="4737101" y="2193925"/>
            <a:ext cx="269875" cy="65088"/>
          </a:xfrm>
          <a:custGeom>
            <a:avLst/>
            <a:gdLst>
              <a:gd name="T0" fmla="*/ 0 w 170"/>
              <a:gd name="T1" fmla="*/ 0 h 41"/>
              <a:gd name="T2" fmla="*/ 2147483646 w 170"/>
              <a:gd name="T3" fmla="*/ 2147483646 h 41"/>
              <a:gd name="T4" fmla="*/ 2147483646 w 170"/>
              <a:gd name="T5" fmla="*/ 2147483646 h 41"/>
              <a:gd name="T6" fmla="*/ 2147483646 w 170"/>
              <a:gd name="T7" fmla="*/ 2147483646 h 41"/>
              <a:gd name="T8" fmla="*/ 2147483646 w 170"/>
              <a:gd name="T9" fmla="*/ 2147483646 h 41"/>
              <a:gd name="T10" fmla="*/ 0 w 170"/>
              <a:gd name="T11" fmla="*/ 2147483646 h 41"/>
              <a:gd name="T12" fmla="*/ 0 w 170"/>
              <a:gd name="T13" fmla="*/ 0 h 41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70"/>
              <a:gd name="T22" fmla="*/ 0 h 41"/>
              <a:gd name="T23" fmla="*/ 170 w 170"/>
              <a:gd name="T24" fmla="*/ 41 h 41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70" h="41">
                <a:moveTo>
                  <a:pt x="0" y="0"/>
                </a:moveTo>
                <a:lnTo>
                  <a:pt x="170" y="33"/>
                </a:lnTo>
                <a:lnTo>
                  <a:pt x="170" y="41"/>
                </a:lnTo>
                <a:lnTo>
                  <a:pt x="0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19" name="Freeform 380">
            <a:extLst>
              <a:ext uri="{FF2B5EF4-FFF2-40B4-BE49-F238E27FC236}">
                <a16:creationId xmlns:a16="http://schemas.microsoft.com/office/drawing/2014/main" id="{4CE4D605-38AF-C10C-8911-AE0174C3A8B3}"/>
              </a:ext>
            </a:extLst>
          </p:cNvPr>
          <p:cNvSpPr>
            <a:spLocks/>
          </p:cNvSpPr>
          <p:nvPr/>
        </p:nvSpPr>
        <p:spPr bwMode="auto">
          <a:xfrm>
            <a:off x="5006975" y="2233613"/>
            <a:ext cx="160338" cy="25400"/>
          </a:xfrm>
          <a:custGeom>
            <a:avLst/>
            <a:gdLst>
              <a:gd name="T0" fmla="*/ 0 w 101"/>
              <a:gd name="T1" fmla="*/ 2147483646 h 16"/>
              <a:gd name="T2" fmla="*/ 2147483646 w 101"/>
              <a:gd name="T3" fmla="*/ 0 h 16"/>
              <a:gd name="T4" fmla="*/ 2147483646 w 101"/>
              <a:gd name="T5" fmla="*/ 0 h 16"/>
              <a:gd name="T6" fmla="*/ 2147483646 w 101"/>
              <a:gd name="T7" fmla="*/ 2147483646 h 16"/>
              <a:gd name="T8" fmla="*/ 2147483646 w 101"/>
              <a:gd name="T9" fmla="*/ 2147483646 h 16"/>
              <a:gd name="T10" fmla="*/ 0 w 101"/>
              <a:gd name="T11" fmla="*/ 2147483646 h 16"/>
              <a:gd name="T12" fmla="*/ 0 w 101"/>
              <a:gd name="T13" fmla="*/ 2147483646 h 16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01"/>
              <a:gd name="T22" fmla="*/ 0 h 16"/>
              <a:gd name="T23" fmla="*/ 101 w 101"/>
              <a:gd name="T24" fmla="*/ 16 h 1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01" h="16">
                <a:moveTo>
                  <a:pt x="0" y="8"/>
                </a:moveTo>
                <a:lnTo>
                  <a:pt x="101" y="0"/>
                </a:lnTo>
                <a:lnTo>
                  <a:pt x="101" y="8"/>
                </a:lnTo>
                <a:lnTo>
                  <a:pt x="0" y="16"/>
                </a:lnTo>
                <a:lnTo>
                  <a:pt x="0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20" name="Rectangle 381">
            <a:extLst>
              <a:ext uri="{FF2B5EF4-FFF2-40B4-BE49-F238E27FC236}">
                <a16:creationId xmlns:a16="http://schemas.microsoft.com/office/drawing/2014/main" id="{18B26AAA-B75F-145E-0679-3529C4921E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6063" y="2181225"/>
            <a:ext cx="0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921" name="Freeform 382">
            <a:extLst>
              <a:ext uri="{FF2B5EF4-FFF2-40B4-BE49-F238E27FC236}">
                <a16:creationId xmlns:a16="http://schemas.microsoft.com/office/drawing/2014/main" id="{275847E5-3475-D84B-EBB5-4F8CAB6A7AEC}"/>
              </a:ext>
            </a:extLst>
          </p:cNvPr>
          <p:cNvSpPr>
            <a:spLocks/>
          </p:cNvSpPr>
          <p:nvPr/>
        </p:nvSpPr>
        <p:spPr bwMode="auto">
          <a:xfrm>
            <a:off x="5167313" y="2181225"/>
            <a:ext cx="158750" cy="65088"/>
          </a:xfrm>
          <a:custGeom>
            <a:avLst/>
            <a:gdLst>
              <a:gd name="T0" fmla="*/ 0 w 100"/>
              <a:gd name="T1" fmla="*/ 2147483646 h 41"/>
              <a:gd name="T2" fmla="*/ 0 w 100"/>
              <a:gd name="T3" fmla="*/ 2147483646 h 41"/>
              <a:gd name="T4" fmla="*/ 2147483646 w 100"/>
              <a:gd name="T5" fmla="*/ 2147483646 h 41"/>
              <a:gd name="T6" fmla="*/ 2147483646 w 100"/>
              <a:gd name="T7" fmla="*/ 0 h 41"/>
              <a:gd name="T8" fmla="*/ 0 w 100"/>
              <a:gd name="T9" fmla="*/ 2147483646 h 4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00"/>
              <a:gd name="T16" fmla="*/ 0 h 41"/>
              <a:gd name="T17" fmla="*/ 100 w 100"/>
              <a:gd name="T18" fmla="*/ 41 h 41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00" h="41">
                <a:moveTo>
                  <a:pt x="0" y="33"/>
                </a:moveTo>
                <a:lnTo>
                  <a:pt x="0" y="41"/>
                </a:lnTo>
                <a:lnTo>
                  <a:pt x="100" y="8"/>
                </a:lnTo>
                <a:lnTo>
                  <a:pt x="100" y="0"/>
                </a:lnTo>
                <a:lnTo>
                  <a:pt x="0" y="33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22" name="Rectangle 383">
            <a:extLst>
              <a:ext uri="{FF2B5EF4-FFF2-40B4-BE49-F238E27FC236}">
                <a16:creationId xmlns:a16="http://schemas.microsoft.com/office/drawing/2014/main" id="{D5B4CA56-AFD9-B362-6B9F-02E2837380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5207" y="2246313"/>
            <a:ext cx="16510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B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923" name="Freeform 384">
            <a:extLst>
              <a:ext uri="{FF2B5EF4-FFF2-40B4-BE49-F238E27FC236}">
                <a16:creationId xmlns:a16="http://schemas.microsoft.com/office/drawing/2014/main" id="{4D5E6B9A-393A-CA3C-B448-1488EAEE8B2E}"/>
              </a:ext>
            </a:extLst>
          </p:cNvPr>
          <p:cNvSpPr>
            <a:spLocks/>
          </p:cNvSpPr>
          <p:nvPr/>
        </p:nvSpPr>
        <p:spPr bwMode="auto">
          <a:xfrm>
            <a:off x="7007225" y="2428875"/>
            <a:ext cx="25400" cy="25400"/>
          </a:xfrm>
          <a:custGeom>
            <a:avLst/>
            <a:gdLst>
              <a:gd name="T0" fmla="*/ 0 w 16"/>
              <a:gd name="T1" fmla="*/ 2147483646 h 16"/>
              <a:gd name="T2" fmla="*/ 2147483646 w 16"/>
              <a:gd name="T3" fmla="*/ 2147483646 h 16"/>
              <a:gd name="T4" fmla="*/ 2147483646 w 16"/>
              <a:gd name="T5" fmla="*/ 2147483646 h 16"/>
              <a:gd name="T6" fmla="*/ 2147483646 w 16"/>
              <a:gd name="T7" fmla="*/ 0 h 16"/>
              <a:gd name="T8" fmla="*/ 0 w 16"/>
              <a:gd name="T9" fmla="*/ 2147483646 h 1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6"/>
              <a:gd name="T16" fmla="*/ 0 h 16"/>
              <a:gd name="T17" fmla="*/ 16 w 16"/>
              <a:gd name="T18" fmla="*/ 16 h 1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6" h="16">
                <a:moveTo>
                  <a:pt x="0" y="8"/>
                </a:moveTo>
                <a:lnTo>
                  <a:pt x="8" y="16"/>
                </a:lnTo>
                <a:lnTo>
                  <a:pt x="16" y="8"/>
                </a:lnTo>
                <a:lnTo>
                  <a:pt x="8" y="0"/>
                </a:lnTo>
                <a:lnTo>
                  <a:pt x="0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24" name="Freeform 385">
            <a:extLst>
              <a:ext uri="{FF2B5EF4-FFF2-40B4-BE49-F238E27FC236}">
                <a16:creationId xmlns:a16="http://schemas.microsoft.com/office/drawing/2014/main" id="{C7B01056-86A2-5515-CAD7-6CB13763666E}"/>
              </a:ext>
            </a:extLst>
          </p:cNvPr>
          <p:cNvSpPr>
            <a:spLocks/>
          </p:cNvSpPr>
          <p:nvPr/>
        </p:nvSpPr>
        <p:spPr bwMode="auto">
          <a:xfrm>
            <a:off x="6996114" y="2351089"/>
            <a:ext cx="109537" cy="130175"/>
          </a:xfrm>
          <a:custGeom>
            <a:avLst/>
            <a:gdLst>
              <a:gd name="T0" fmla="*/ 2147483646 w 69"/>
              <a:gd name="T1" fmla="*/ 2147483646 h 82"/>
              <a:gd name="T2" fmla="*/ 0 w 69"/>
              <a:gd name="T3" fmla="*/ 2147483646 h 82"/>
              <a:gd name="T4" fmla="*/ 0 w 69"/>
              <a:gd name="T5" fmla="*/ 2147483646 h 82"/>
              <a:gd name="T6" fmla="*/ 0 w 69"/>
              <a:gd name="T7" fmla="*/ 2147483646 h 82"/>
              <a:gd name="T8" fmla="*/ 2147483646 w 69"/>
              <a:gd name="T9" fmla="*/ 0 h 82"/>
              <a:gd name="T10" fmla="*/ 2147483646 w 69"/>
              <a:gd name="T11" fmla="*/ 2147483646 h 82"/>
              <a:gd name="T12" fmla="*/ 2147483646 w 69"/>
              <a:gd name="T13" fmla="*/ 2147483646 h 82"/>
              <a:gd name="T14" fmla="*/ 2147483646 w 69"/>
              <a:gd name="T15" fmla="*/ 2147483646 h 82"/>
              <a:gd name="T16" fmla="*/ 2147483646 w 69"/>
              <a:gd name="T17" fmla="*/ 2147483646 h 82"/>
              <a:gd name="T18" fmla="*/ 2147483646 w 69"/>
              <a:gd name="T19" fmla="*/ 2147483646 h 82"/>
              <a:gd name="T20" fmla="*/ 2147483646 w 69"/>
              <a:gd name="T21" fmla="*/ 2147483646 h 82"/>
              <a:gd name="T22" fmla="*/ 2147483646 w 69"/>
              <a:gd name="T23" fmla="*/ 0 h 82"/>
              <a:gd name="T24" fmla="*/ 2147483646 w 69"/>
              <a:gd name="T25" fmla="*/ 0 h 82"/>
              <a:gd name="T26" fmla="*/ 2147483646 w 69"/>
              <a:gd name="T27" fmla="*/ 2147483646 h 82"/>
              <a:gd name="T28" fmla="*/ 2147483646 w 69"/>
              <a:gd name="T29" fmla="*/ 2147483646 h 82"/>
              <a:gd name="T30" fmla="*/ 0 w 69"/>
              <a:gd name="T31" fmla="*/ 2147483646 h 82"/>
              <a:gd name="T32" fmla="*/ 2147483646 w 69"/>
              <a:gd name="T33" fmla="*/ 2147483646 h 82"/>
              <a:gd name="T34" fmla="*/ 2147483646 w 69"/>
              <a:gd name="T35" fmla="*/ 2147483646 h 82"/>
              <a:gd name="T36" fmla="*/ 2147483646 w 69"/>
              <a:gd name="T37" fmla="*/ 2147483646 h 82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69"/>
              <a:gd name="T58" fmla="*/ 0 h 82"/>
              <a:gd name="T59" fmla="*/ 69 w 69"/>
              <a:gd name="T60" fmla="*/ 82 h 82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69" h="82">
                <a:moveTo>
                  <a:pt x="15" y="49"/>
                </a:moveTo>
                <a:lnTo>
                  <a:pt x="0" y="41"/>
                </a:lnTo>
                <a:lnTo>
                  <a:pt x="61" y="0"/>
                </a:lnTo>
                <a:lnTo>
                  <a:pt x="69" y="8"/>
                </a:lnTo>
                <a:lnTo>
                  <a:pt x="30" y="82"/>
                </a:lnTo>
                <a:lnTo>
                  <a:pt x="23" y="82"/>
                </a:lnTo>
                <a:lnTo>
                  <a:pt x="23" y="74"/>
                </a:lnTo>
                <a:lnTo>
                  <a:pt x="61" y="0"/>
                </a:lnTo>
                <a:lnTo>
                  <a:pt x="69" y="8"/>
                </a:lnTo>
                <a:lnTo>
                  <a:pt x="7" y="49"/>
                </a:lnTo>
                <a:lnTo>
                  <a:pt x="0" y="41"/>
                </a:lnTo>
                <a:lnTo>
                  <a:pt x="7" y="32"/>
                </a:lnTo>
                <a:lnTo>
                  <a:pt x="23" y="41"/>
                </a:lnTo>
                <a:lnTo>
                  <a:pt x="15" y="49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25" name="Freeform 386">
            <a:extLst>
              <a:ext uri="{FF2B5EF4-FFF2-40B4-BE49-F238E27FC236}">
                <a16:creationId xmlns:a16="http://schemas.microsoft.com/office/drawing/2014/main" id="{4B236C30-A152-ACC9-6D6B-CB03A95C30D5}"/>
              </a:ext>
            </a:extLst>
          </p:cNvPr>
          <p:cNvSpPr>
            <a:spLocks/>
          </p:cNvSpPr>
          <p:nvPr/>
        </p:nvSpPr>
        <p:spPr bwMode="auto">
          <a:xfrm>
            <a:off x="7019926" y="2416175"/>
            <a:ext cx="23813" cy="52388"/>
          </a:xfrm>
          <a:custGeom>
            <a:avLst/>
            <a:gdLst>
              <a:gd name="T0" fmla="*/ 2147483646 w 15"/>
              <a:gd name="T1" fmla="*/ 2147483646 h 33"/>
              <a:gd name="T2" fmla="*/ 0 w 15"/>
              <a:gd name="T3" fmla="*/ 2147483646 h 33"/>
              <a:gd name="T4" fmla="*/ 2147483646 w 15"/>
              <a:gd name="T5" fmla="*/ 0 h 33"/>
              <a:gd name="T6" fmla="*/ 2147483646 w 15"/>
              <a:gd name="T7" fmla="*/ 0 h 33"/>
              <a:gd name="T8" fmla="*/ 2147483646 w 15"/>
              <a:gd name="T9" fmla="*/ 0 h 33"/>
              <a:gd name="T10" fmla="*/ 2147483646 w 15"/>
              <a:gd name="T11" fmla="*/ 2147483646 h 33"/>
              <a:gd name="T12" fmla="*/ 2147483646 w 15"/>
              <a:gd name="T13" fmla="*/ 2147483646 h 33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5"/>
              <a:gd name="T22" fmla="*/ 0 h 33"/>
              <a:gd name="T23" fmla="*/ 15 w 15"/>
              <a:gd name="T24" fmla="*/ 33 h 33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5" h="33">
                <a:moveTo>
                  <a:pt x="8" y="33"/>
                </a:moveTo>
                <a:lnTo>
                  <a:pt x="0" y="8"/>
                </a:lnTo>
                <a:lnTo>
                  <a:pt x="8" y="0"/>
                </a:lnTo>
                <a:lnTo>
                  <a:pt x="15" y="24"/>
                </a:lnTo>
                <a:lnTo>
                  <a:pt x="8" y="33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26" name="Freeform 387">
            <a:extLst>
              <a:ext uri="{FF2B5EF4-FFF2-40B4-BE49-F238E27FC236}">
                <a16:creationId xmlns:a16="http://schemas.microsoft.com/office/drawing/2014/main" id="{5EB49C8D-6BC1-9E4C-2BF3-4D919FEB9BDD}"/>
              </a:ext>
            </a:extLst>
          </p:cNvPr>
          <p:cNvSpPr>
            <a:spLocks/>
          </p:cNvSpPr>
          <p:nvPr/>
        </p:nvSpPr>
        <p:spPr bwMode="auto">
          <a:xfrm>
            <a:off x="6996114" y="2351089"/>
            <a:ext cx="96837" cy="117475"/>
          </a:xfrm>
          <a:custGeom>
            <a:avLst/>
            <a:gdLst>
              <a:gd name="T0" fmla="*/ 2147483646 w 61"/>
              <a:gd name="T1" fmla="*/ 2147483646 h 74"/>
              <a:gd name="T2" fmla="*/ 0 w 61"/>
              <a:gd name="T3" fmla="*/ 2147483646 h 74"/>
              <a:gd name="T4" fmla="*/ 2147483646 w 61"/>
              <a:gd name="T5" fmla="*/ 0 h 74"/>
              <a:gd name="T6" fmla="*/ 2147483646 w 61"/>
              <a:gd name="T7" fmla="*/ 2147483646 h 74"/>
              <a:gd name="T8" fmla="*/ 2147483646 w 61"/>
              <a:gd name="T9" fmla="*/ 2147483646 h 7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1"/>
              <a:gd name="T16" fmla="*/ 0 h 74"/>
              <a:gd name="T17" fmla="*/ 61 w 61"/>
              <a:gd name="T18" fmla="*/ 74 h 7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1" h="74">
                <a:moveTo>
                  <a:pt x="15" y="49"/>
                </a:moveTo>
                <a:lnTo>
                  <a:pt x="0" y="41"/>
                </a:lnTo>
                <a:lnTo>
                  <a:pt x="61" y="0"/>
                </a:lnTo>
                <a:lnTo>
                  <a:pt x="23" y="74"/>
                </a:lnTo>
                <a:lnTo>
                  <a:pt x="15" y="49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27" name="Rectangle 388">
            <a:extLst>
              <a:ext uri="{FF2B5EF4-FFF2-40B4-BE49-F238E27FC236}">
                <a16:creationId xmlns:a16="http://schemas.microsoft.com/office/drawing/2014/main" id="{E04194A4-D5A8-0408-958B-0AF3CDE864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07225" y="2441575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928" name="Freeform 389">
            <a:extLst>
              <a:ext uri="{FF2B5EF4-FFF2-40B4-BE49-F238E27FC236}">
                <a16:creationId xmlns:a16="http://schemas.microsoft.com/office/drawing/2014/main" id="{3F768A1D-F8DB-904D-901D-ED2C9492E180}"/>
              </a:ext>
            </a:extLst>
          </p:cNvPr>
          <p:cNvSpPr>
            <a:spLocks/>
          </p:cNvSpPr>
          <p:nvPr/>
        </p:nvSpPr>
        <p:spPr bwMode="auto">
          <a:xfrm>
            <a:off x="6958013" y="2441576"/>
            <a:ext cx="61912" cy="130175"/>
          </a:xfrm>
          <a:custGeom>
            <a:avLst/>
            <a:gdLst>
              <a:gd name="T0" fmla="*/ 2147483646 w 39"/>
              <a:gd name="T1" fmla="*/ 0 h 82"/>
              <a:gd name="T2" fmla="*/ 2147483646 w 39"/>
              <a:gd name="T3" fmla="*/ 0 h 82"/>
              <a:gd name="T4" fmla="*/ 0 w 39"/>
              <a:gd name="T5" fmla="*/ 2147483646 h 82"/>
              <a:gd name="T6" fmla="*/ 0 w 39"/>
              <a:gd name="T7" fmla="*/ 2147483646 h 82"/>
              <a:gd name="T8" fmla="*/ 2147483646 w 39"/>
              <a:gd name="T9" fmla="*/ 2147483646 h 82"/>
              <a:gd name="T10" fmla="*/ 2147483646 w 39"/>
              <a:gd name="T11" fmla="*/ 2147483646 h 82"/>
              <a:gd name="T12" fmla="*/ 2147483646 w 39"/>
              <a:gd name="T13" fmla="*/ 0 h 8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9"/>
              <a:gd name="T22" fmla="*/ 0 h 82"/>
              <a:gd name="T23" fmla="*/ 39 w 39"/>
              <a:gd name="T24" fmla="*/ 82 h 8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9" h="82">
                <a:moveTo>
                  <a:pt x="39" y="0"/>
                </a:moveTo>
                <a:lnTo>
                  <a:pt x="31" y="0"/>
                </a:lnTo>
                <a:lnTo>
                  <a:pt x="0" y="82"/>
                </a:lnTo>
                <a:lnTo>
                  <a:pt x="8" y="82"/>
                </a:lnTo>
                <a:lnTo>
                  <a:pt x="39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29" name="Rectangle 390">
            <a:extLst>
              <a:ext uri="{FF2B5EF4-FFF2-40B4-BE49-F238E27FC236}">
                <a16:creationId xmlns:a16="http://schemas.microsoft.com/office/drawing/2014/main" id="{E3E6CBEA-C93A-34B0-E48B-B0762287ED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6901" y="2703513"/>
            <a:ext cx="11113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930" name="Freeform 391">
            <a:extLst>
              <a:ext uri="{FF2B5EF4-FFF2-40B4-BE49-F238E27FC236}">
                <a16:creationId xmlns:a16="http://schemas.microsoft.com/office/drawing/2014/main" id="{C493BB61-B685-7E49-00E5-1EE30F84413B}"/>
              </a:ext>
            </a:extLst>
          </p:cNvPr>
          <p:cNvSpPr>
            <a:spLocks/>
          </p:cNvSpPr>
          <p:nvPr/>
        </p:nvSpPr>
        <p:spPr bwMode="auto">
          <a:xfrm>
            <a:off x="6946901" y="2571751"/>
            <a:ext cx="23813" cy="131763"/>
          </a:xfrm>
          <a:custGeom>
            <a:avLst/>
            <a:gdLst>
              <a:gd name="T0" fmla="*/ 2147483646 w 15"/>
              <a:gd name="T1" fmla="*/ 0 h 83"/>
              <a:gd name="T2" fmla="*/ 2147483646 w 15"/>
              <a:gd name="T3" fmla="*/ 0 h 83"/>
              <a:gd name="T4" fmla="*/ 0 w 15"/>
              <a:gd name="T5" fmla="*/ 2147483646 h 83"/>
              <a:gd name="T6" fmla="*/ 2147483646 w 15"/>
              <a:gd name="T7" fmla="*/ 2147483646 h 83"/>
              <a:gd name="T8" fmla="*/ 2147483646 w 15"/>
              <a:gd name="T9" fmla="*/ 0 h 8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5"/>
              <a:gd name="T16" fmla="*/ 0 h 83"/>
              <a:gd name="T17" fmla="*/ 15 w 15"/>
              <a:gd name="T18" fmla="*/ 83 h 8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5" h="83">
                <a:moveTo>
                  <a:pt x="15" y="0"/>
                </a:moveTo>
                <a:lnTo>
                  <a:pt x="7" y="0"/>
                </a:lnTo>
                <a:lnTo>
                  <a:pt x="0" y="83"/>
                </a:lnTo>
                <a:lnTo>
                  <a:pt x="7" y="83"/>
                </a:lnTo>
                <a:lnTo>
                  <a:pt x="15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31" name="Rectangle 8">
            <a:extLst>
              <a:ext uri="{FF2B5EF4-FFF2-40B4-BE49-F238E27FC236}">
                <a16:creationId xmlns:a16="http://schemas.microsoft.com/office/drawing/2014/main" id="{9F0AA305-00BD-3ABE-1994-4B3C17C9D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0" y="4000501"/>
            <a:ext cx="12182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32" name="Rectangle 9">
            <a:extLst>
              <a:ext uri="{FF2B5EF4-FFF2-40B4-BE49-F238E27FC236}">
                <a16:creationId xmlns:a16="http://schemas.microsoft.com/office/drawing/2014/main" id="{4E902634-E3E0-3CF9-13ED-18640E2183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2588" y="4021139"/>
            <a:ext cx="762067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As (Arsenic), a Group V element, introduces conduction electrons and creates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33" name="Rectangle 10">
            <a:extLst>
              <a:ext uri="{FF2B5EF4-FFF2-40B4-BE49-F238E27FC236}">
                <a16:creationId xmlns:a16="http://schemas.microsoft.com/office/drawing/2014/main" id="{6588DA38-4E7B-4C29-80F7-44562E12B9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0" y="4294189"/>
            <a:ext cx="1827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  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34" name="Rectangle 11">
            <a:extLst>
              <a:ext uri="{FF2B5EF4-FFF2-40B4-BE49-F238E27FC236}">
                <a16:creationId xmlns:a16="http://schemas.microsoft.com/office/drawing/2014/main" id="{81A3E009-0D36-E1AC-8E80-A047C10372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2588" y="4294189"/>
            <a:ext cx="1358900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 i="1">
                <a:solidFill>
                  <a:srgbClr val="000000"/>
                </a:solidFill>
                <a:latin typeface="PT Sans" panose="020B0503020203020204" pitchFamily="34" charset="0"/>
              </a:rPr>
              <a:t>N-type silicon,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35" name="Rectangle 14">
            <a:extLst>
              <a:ext uri="{FF2B5EF4-FFF2-40B4-BE49-F238E27FC236}">
                <a16:creationId xmlns:a16="http://schemas.microsoft.com/office/drawing/2014/main" id="{4FE3003F-CC1A-B780-B752-E1FC0529F3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0" y="4518026"/>
            <a:ext cx="12182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36" name="Rectangle 15">
            <a:extLst>
              <a:ext uri="{FF2B5EF4-FFF2-40B4-BE49-F238E27FC236}">
                <a16:creationId xmlns:a16="http://schemas.microsoft.com/office/drawing/2014/main" id="{42C3FD5E-9CA0-B2A9-21FF-E0740345C3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1948" y="4569621"/>
            <a:ext cx="7173912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solidFill>
                  <a:srgbClr val="000000"/>
                </a:solidFill>
                <a:latin typeface="PT Sans" panose="020B0503020203020204" pitchFamily="34" charset="0"/>
              </a:rPr>
              <a:t>B (Boron), a Group III element, introduces holes and creates </a:t>
            </a:r>
            <a:r>
              <a:rPr lang="en-US" altLang="en-US" sz="1800" b="1" i="1" dirty="0">
                <a:solidFill>
                  <a:srgbClr val="000000"/>
                </a:solidFill>
                <a:latin typeface="PT Sans" panose="020B0503020203020204" pitchFamily="34" charset="0"/>
              </a:rPr>
              <a:t>P-type silicon</a:t>
            </a:r>
            <a:r>
              <a:rPr lang="en-US" altLang="en-US" sz="1800" dirty="0">
                <a:solidFill>
                  <a:srgbClr val="000000"/>
                </a:solidFill>
                <a:latin typeface="PT Sans" panose="020B0503020203020204" pitchFamily="34" charset="0"/>
              </a:rPr>
              <a:t>, </a:t>
            </a:r>
            <a:endParaRPr lang="en-US" altLang="en-US" sz="2400" dirty="0">
              <a:latin typeface="PT Sans" panose="020B0503020203020204" pitchFamily="34" charset="0"/>
            </a:endParaRPr>
          </a:p>
        </p:txBody>
      </p:sp>
      <p:sp>
        <p:nvSpPr>
          <p:cNvPr id="33937" name="Rectangle 18">
            <a:extLst>
              <a:ext uri="{FF2B5EF4-FFF2-40B4-BE49-F238E27FC236}">
                <a16:creationId xmlns:a16="http://schemas.microsoft.com/office/drawing/2014/main" id="{B7478B00-B23F-A4D3-AF7B-230B0D45AB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0" y="4810125"/>
            <a:ext cx="2743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  and is called an </a:t>
            </a:r>
            <a:r>
              <a:rPr lang="en-US" altLang="en-US" sz="1800" b="1" i="1">
                <a:solidFill>
                  <a:srgbClr val="000000"/>
                </a:solidFill>
                <a:latin typeface="PT Sans" panose="020B0503020203020204" pitchFamily="34" charset="0"/>
              </a:rPr>
              <a:t>acceptor</a:t>
            </a: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.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38" name="Rectangle 20">
            <a:extLst>
              <a:ext uri="{FF2B5EF4-FFF2-40B4-BE49-F238E27FC236}">
                <a16:creationId xmlns:a16="http://schemas.microsoft.com/office/drawing/2014/main" id="{29B535E9-9D69-18A7-0FA7-9052951CC3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1" y="5181600"/>
            <a:ext cx="12182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39" name="Rectangle 21">
            <a:extLst>
              <a:ext uri="{FF2B5EF4-FFF2-40B4-BE49-F238E27FC236}">
                <a16:creationId xmlns:a16="http://schemas.microsoft.com/office/drawing/2014/main" id="{EDC51307-FD20-5D72-AEB4-C747DD633B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8625" y="5164139"/>
            <a:ext cx="5168900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Donors and acceptors are known as dopants.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40" name="Rectangle 23">
            <a:extLst>
              <a:ext uri="{FF2B5EF4-FFF2-40B4-BE49-F238E27FC236}">
                <a16:creationId xmlns:a16="http://schemas.microsoft.com/office/drawing/2014/main" id="{99D4EA75-7E0D-A812-03DB-464A29EECE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49875" y="5475289"/>
            <a:ext cx="57150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 i="1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41" name="Rectangle 25">
            <a:extLst>
              <a:ext uri="{FF2B5EF4-FFF2-40B4-BE49-F238E27FC236}">
                <a16:creationId xmlns:a16="http://schemas.microsoft.com/office/drawing/2014/main" id="{699192B6-B6B8-60DB-F2EA-65090DB12E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0" y="5718175"/>
            <a:ext cx="17145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 i="1">
                <a:solidFill>
                  <a:srgbClr val="000000"/>
                </a:solidFill>
                <a:latin typeface="PT Sans" panose="020B0503020203020204" pitchFamily="34" charset="0"/>
              </a:rPr>
              <a:t>  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42" name="Rectangle 26">
            <a:extLst>
              <a:ext uri="{FF2B5EF4-FFF2-40B4-BE49-F238E27FC236}">
                <a16:creationId xmlns:a16="http://schemas.microsoft.com/office/drawing/2014/main" id="{151C011A-003B-1AD9-8605-1923ABABE7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2914" y="5718175"/>
            <a:ext cx="6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43" name="Rectangle 29">
            <a:extLst>
              <a:ext uri="{FF2B5EF4-FFF2-40B4-BE49-F238E27FC236}">
                <a16:creationId xmlns:a16="http://schemas.microsoft.com/office/drawing/2014/main" id="{B65B5B19-716B-4895-DF49-2C88BDA636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21438" y="5832476"/>
            <a:ext cx="1827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  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44" name="Rectangle 32">
            <a:extLst>
              <a:ext uri="{FF2B5EF4-FFF2-40B4-BE49-F238E27FC236}">
                <a16:creationId xmlns:a16="http://schemas.microsoft.com/office/drawing/2014/main" id="{433838DB-18CC-138D-EE79-ECD2B8C4F6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05688" y="5832476"/>
            <a:ext cx="6091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45" name="Rectangle 51">
            <a:extLst>
              <a:ext uri="{FF2B5EF4-FFF2-40B4-BE49-F238E27FC236}">
                <a16:creationId xmlns:a16="http://schemas.microsoft.com/office/drawing/2014/main" id="{7989E1B6-1B3D-3F4F-A0D1-2CD4134E28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9600" y="4294189"/>
            <a:ext cx="213680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PT Sans" panose="020B0503020203020204" pitchFamily="34" charset="0"/>
              </a:rPr>
              <a:t>and is called a </a:t>
            </a:r>
            <a:r>
              <a:rPr lang="en-US" altLang="en-US" sz="1800" b="1" i="1">
                <a:latin typeface="PT Sans" panose="020B0503020203020204" pitchFamily="34" charset="0"/>
              </a:rPr>
              <a:t>donor.</a:t>
            </a:r>
            <a:r>
              <a:rPr lang="en-US" altLang="en-US" sz="1800"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46" name="Text Box 395">
            <a:extLst>
              <a:ext uri="{FF2B5EF4-FFF2-40B4-BE49-F238E27FC236}">
                <a16:creationId xmlns:a16="http://schemas.microsoft.com/office/drawing/2014/main" id="{397C9A23-7426-25F1-16F4-005BBBBD60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98213" y="3454401"/>
            <a:ext cx="109677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1800" u="sng">
                <a:latin typeface="PT Sans" panose="020B0503020203020204" pitchFamily="34" charset="0"/>
              </a:rPr>
              <a:t>N-type Si</a:t>
            </a:r>
          </a:p>
        </p:txBody>
      </p:sp>
      <p:sp>
        <p:nvSpPr>
          <p:cNvPr id="33947" name="Text Box 396">
            <a:extLst>
              <a:ext uri="{FF2B5EF4-FFF2-40B4-BE49-F238E27FC236}">
                <a16:creationId xmlns:a16="http://schemas.microsoft.com/office/drawing/2014/main" id="{462A579A-C84E-9B06-86D0-87FB425F51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70938" y="3454401"/>
            <a:ext cx="106952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1800" u="sng">
                <a:latin typeface="PT Sans" panose="020B0503020203020204" pitchFamily="34" charset="0"/>
              </a:rPr>
              <a:t>P-type Si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3787C00-71DC-6849-9E69-1C32064602EC}"/>
              </a:ext>
            </a:extLst>
          </p:cNvPr>
          <p:cNvGrpSpPr/>
          <p:nvPr/>
        </p:nvGrpSpPr>
        <p:grpSpPr>
          <a:xfrm>
            <a:off x="3291678" y="150312"/>
            <a:ext cx="4211640" cy="3343680"/>
            <a:chOff x="3291678" y="150312"/>
            <a:chExt cx="4211640" cy="334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2B260EB9-179A-38A9-CAB0-186D6B6C1A12}"/>
                    </a:ext>
                  </a:extLst>
                </p14:cNvPr>
                <p14:cNvContentPartPr/>
                <p14:nvPr/>
              </p14:nvContentPartPr>
              <p14:xfrm>
                <a:off x="4122198" y="522912"/>
                <a:ext cx="32760" cy="3081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2B260EB9-179A-38A9-CAB0-186D6B6C1A1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104198" y="504912"/>
                  <a:ext cx="6840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46590D07-6A20-EE40-C2D1-3691E2509B96}"/>
                    </a:ext>
                  </a:extLst>
                </p14:cNvPr>
                <p14:cNvContentPartPr/>
                <p14:nvPr/>
              </p14:nvContentPartPr>
              <p14:xfrm>
                <a:off x="4115718" y="539472"/>
                <a:ext cx="192240" cy="211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46590D07-6A20-EE40-C2D1-3691E2509B9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097718" y="521832"/>
                  <a:ext cx="22788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BFC8F901-D94D-280F-F9A8-12FCD40BBF31}"/>
                    </a:ext>
                  </a:extLst>
                </p14:cNvPr>
                <p14:cNvContentPartPr/>
                <p14:nvPr/>
              </p14:nvContentPartPr>
              <p14:xfrm>
                <a:off x="4211118" y="647112"/>
                <a:ext cx="58680" cy="226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BFC8F901-D94D-280F-F9A8-12FCD40BBF3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193478" y="629472"/>
                  <a:ext cx="943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F1A157D-697D-BB65-8CEE-616018D504D4}"/>
                    </a:ext>
                  </a:extLst>
                </p14:cNvPr>
                <p14:cNvContentPartPr/>
                <p14:nvPr/>
              </p14:nvContentPartPr>
              <p14:xfrm>
                <a:off x="4354758" y="569352"/>
                <a:ext cx="102960" cy="932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F1A157D-697D-BB65-8CEE-616018D504D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337118" y="551712"/>
                  <a:ext cx="1386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E888063-BE96-4F98-6FAD-70B936D0F7AC}"/>
                    </a:ext>
                  </a:extLst>
                </p14:cNvPr>
                <p14:cNvContentPartPr/>
                <p14:nvPr/>
              </p14:nvContentPartPr>
              <p14:xfrm>
                <a:off x="4565358" y="545232"/>
                <a:ext cx="96840" cy="1555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E888063-BE96-4F98-6FAD-70B936D0F7A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547358" y="527592"/>
                  <a:ext cx="1324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2208D1C-6F17-28B8-7A4D-9B55C920D2E2}"/>
                    </a:ext>
                  </a:extLst>
                </p14:cNvPr>
                <p14:cNvContentPartPr/>
                <p14:nvPr/>
              </p14:nvContentPartPr>
              <p14:xfrm>
                <a:off x="4744278" y="505272"/>
                <a:ext cx="275400" cy="1256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2208D1C-6F17-28B8-7A4D-9B55C920D2E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726638" y="487272"/>
                  <a:ext cx="3110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4B0B67A-28DB-4D90-F052-62DC51D57117}"/>
                    </a:ext>
                  </a:extLst>
                </p14:cNvPr>
                <p14:cNvContentPartPr/>
                <p14:nvPr/>
              </p14:nvContentPartPr>
              <p14:xfrm>
                <a:off x="5148558" y="519312"/>
                <a:ext cx="49680" cy="1166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4B0B67A-28DB-4D90-F052-62DC51D5711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130918" y="501672"/>
                  <a:ext cx="853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B052722-8C03-B78F-4B02-44282B7E81D9}"/>
                    </a:ext>
                  </a:extLst>
                </p14:cNvPr>
                <p14:cNvContentPartPr/>
                <p14:nvPr/>
              </p14:nvContentPartPr>
              <p14:xfrm>
                <a:off x="5154678" y="381792"/>
                <a:ext cx="11880" cy="342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B052722-8C03-B78F-4B02-44282B7E81D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136678" y="364152"/>
                  <a:ext cx="4752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B0F57EE-8817-BB48-F44D-DD2B25D7D6F9}"/>
                    </a:ext>
                  </a:extLst>
                </p14:cNvPr>
                <p14:cNvContentPartPr/>
                <p14:nvPr/>
              </p14:nvContentPartPr>
              <p14:xfrm>
                <a:off x="5286798" y="444072"/>
                <a:ext cx="136800" cy="160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B0F57EE-8817-BB48-F44D-DD2B25D7D6F9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269158" y="426072"/>
                  <a:ext cx="1724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8FAE45C-0FCF-22D7-783A-2FA08DBE5FBB}"/>
                    </a:ext>
                  </a:extLst>
                </p14:cNvPr>
                <p14:cNvContentPartPr/>
                <p14:nvPr/>
              </p14:nvContentPartPr>
              <p14:xfrm>
                <a:off x="5581278" y="489072"/>
                <a:ext cx="160920" cy="547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8FAE45C-0FCF-22D7-783A-2FA08DBE5FB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563638" y="471072"/>
                  <a:ext cx="1965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EC3FB93-FBFB-00F3-F3A2-5374ABA61911}"/>
                    </a:ext>
                  </a:extLst>
                </p14:cNvPr>
                <p14:cNvContentPartPr/>
                <p14:nvPr/>
              </p14:nvContentPartPr>
              <p14:xfrm>
                <a:off x="5999238" y="250752"/>
                <a:ext cx="183600" cy="2293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EC3FB93-FBFB-00F3-F3A2-5374ABA6191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981238" y="233112"/>
                  <a:ext cx="21924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E156EC5-B45D-04B4-1A06-9632439B23C1}"/>
                    </a:ext>
                  </a:extLst>
                </p14:cNvPr>
                <p14:cNvContentPartPr/>
                <p14:nvPr/>
              </p14:nvContentPartPr>
              <p14:xfrm>
                <a:off x="6252318" y="309072"/>
                <a:ext cx="116280" cy="1296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E156EC5-B45D-04B4-1A06-9632439B23C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234678" y="291072"/>
                  <a:ext cx="1519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68302BD-7515-9295-E824-6C460362EE48}"/>
                    </a:ext>
                  </a:extLst>
                </p14:cNvPr>
                <p14:cNvContentPartPr/>
                <p14:nvPr/>
              </p14:nvContentPartPr>
              <p14:xfrm>
                <a:off x="6478398" y="241752"/>
                <a:ext cx="275760" cy="139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68302BD-7515-9295-E824-6C460362EE4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460758" y="224112"/>
                  <a:ext cx="3114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3F82AF8-57D5-1EA2-567A-C9DD355A0B69}"/>
                    </a:ext>
                  </a:extLst>
                </p14:cNvPr>
                <p14:cNvContentPartPr/>
                <p14:nvPr/>
              </p14:nvContentPartPr>
              <p14:xfrm>
                <a:off x="6811758" y="235272"/>
                <a:ext cx="71640" cy="227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3F82AF8-57D5-1EA2-567A-C9DD355A0B6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794118" y="217272"/>
                  <a:ext cx="1072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46863D4-1CE0-2314-0A9B-7669DEA47DF8}"/>
                    </a:ext>
                  </a:extLst>
                </p14:cNvPr>
                <p14:cNvContentPartPr/>
                <p14:nvPr/>
              </p14:nvContentPartPr>
              <p14:xfrm>
                <a:off x="6857118" y="213312"/>
                <a:ext cx="63720" cy="950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46863D4-1CE0-2314-0A9B-7669DEA47DF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839118" y="195312"/>
                  <a:ext cx="993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6FBF2E2-6656-E59D-770C-8F8440F643F5}"/>
                    </a:ext>
                  </a:extLst>
                </p14:cNvPr>
                <p14:cNvContentPartPr/>
                <p14:nvPr/>
              </p14:nvContentPartPr>
              <p14:xfrm>
                <a:off x="7081038" y="150312"/>
                <a:ext cx="201960" cy="56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6FBF2E2-6656-E59D-770C-8F8440F643F5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063038" y="132312"/>
                  <a:ext cx="2376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4E62749-1C80-C8DF-0A1A-5249E9601CA2}"/>
                    </a:ext>
                  </a:extLst>
                </p14:cNvPr>
                <p14:cNvContentPartPr/>
                <p14:nvPr/>
              </p14:nvContentPartPr>
              <p14:xfrm>
                <a:off x="7103358" y="204672"/>
                <a:ext cx="133200" cy="1807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4E62749-1C80-C8DF-0A1A-5249E9601CA2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085358" y="187032"/>
                  <a:ext cx="1688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6B7D027-0C84-7DD2-C484-689E1B69B690}"/>
                    </a:ext>
                  </a:extLst>
                </p14:cNvPr>
                <p14:cNvContentPartPr/>
                <p14:nvPr/>
              </p14:nvContentPartPr>
              <p14:xfrm>
                <a:off x="5520078" y="929352"/>
                <a:ext cx="3240" cy="2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6B7D027-0C84-7DD2-C484-689E1B69B69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502078" y="911712"/>
                  <a:ext cx="388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A5439A5-43A6-C04C-31F4-B66651641DAE}"/>
                    </a:ext>
                  </a:extLst>
                </p14:cNvPr>
                <p14:cNvContentPartPr/>
                <p14:nvPr/>
              </p14:nvContentPartPr>
              <p14:xfrm>
                <a:off x="5480478" y="914232"/>
                <a:ext cx="235080" cy="309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A5439A5-43A6-C04C-31F4-B66651641DA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462478" y="896232"/>
                  <a:ext cx="2707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B617402-29BB-D1DB-3BCF-5C42692DCE4F}"/>
                    </a:ext>
                  </a:extLst>
                </p14:cNvPr>
                <p14:cNvContentPartPr/>
                <p14:nvPr/>
              </p14:nvContentPartPr>
              <p14:xfrm>
                <a:off x="5604318" y="814872"/>
                <a:ext cx="69840" cy="257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B617402-29BB-D1DB-3BCF-5C42692DCE4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586318" y="796872"/>
                  <a:ext cx="10548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0C06CB4-1108-BD90-BB22-56DFA8868A0B}"/>
                    </a:ext>
                  </a:extLst>
                </p14:cNvPr>
                <p14:cNvContentPartPr/>
                <p14:nvPr/>
              </p14:nvContentPartPr>
              <p14:xfrm>
                <a:off x="5927958" y="768072"/>
                <a:ext cx="44280" cy="253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0C06CB4-1108-BD90-BB22-56DFA8868A0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909958" y="750072"/>
                  <a:ext cx="799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EB9FFA4-DEB5-D5C1-E88A-05BACD45FF57}"/>
                    </a:ext>
                  </a:extLst>
                </p14:cNvPr>
                <p14:cNvContentPartPr/>
                <p14:nvPr/>
              </p14:nvContentPartPr>
              <p14:xfrm>
                <a:off x="6214158" y="796152"/>
                <a:ext cx="163440" cy="146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EB9FFA4-DEB5-D5C1-E88A-05BACD45FF5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196518" y="778152"/>
                  <a:ext cx="1990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15BB743-BE23-E5C8-7DC1-5B7F05C1AB06}"/>
                    </a:ext>
                  </a:extLst>
                </p14:cNvPr>
                <p14:cNvContentPartPr/>
                <p14:nvPr/>
              </p14:nvContentPartPr>
              <p14:xfrm>
                <a:off x="6508638" y="706152"/>
                <a:ext cx="30960" cy="1630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15BB743-BE23-E5C8-7DC1-5B7F05C1AB0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490638" y="688152"/>
                  <a:ext cx="666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E5031CC-CD36-DF2F-43F2-A716A51E09E2}"/>
                    </a:ext>
                  </a:extLst>
                </p14:cNvPr>
                <p14:cNvContentPartPr/>
                <p14:nvPr/>
              </p14:nvContentPartPr>
              <p14:xfrm>
                <a:off x="6580638" y="775272"/>
                <a:ext cx="177480" cy="135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E5031CC-CD36-DF2F-43F2-A716A51E09E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562998" y="757632"/>
                  <a:ext cx="2131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2866116-425A-A41B-2401-3ED2F8C76547}"/>
                    </a:ext>
                  </a:extLst>
                </p14:cNvPr>
                <p14:cNvContentPartPr/>
                <p14:nvPr/>
              </p14:nvContentPartPr>
              <p14:xfrm>
                <a:off x="6802398" y="785352"/>
                <a:ext cx="61920" cy="892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2866116-425A-A41B-2401-3ED2F8C7654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784758" y="767352"/>
                  <a:ext cx="9756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79A0028-1935-27C6-6CB9-FBB850A68E42}"/>
                    </a:ext>
                  </a:extLst>
                </p14:cNvPr>
                <p14:cNvContentPartPr/>
                <p14:nvPr/>
              </p14:nvContentPartPr>
              <p14:xfrm>
                <a:off x="6947118" y="759792"/>
                <a:ext cx="80280" cy="709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79A0028-1935-27C6-6CB9-FBB850A68E4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929478" y="742152"/>
                  <a:ext cx="1159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F7FD8C4-6BC3-46AC-15A5-F5114A930936}"/>
                    </a:ext>
                  </a:extLst>
                </p14:cNvPr>
                <p14:cNvContentPartPr/>
                <p14:nvPr/>
              </p14:nvContentPartPr>
              <p14:xfrm>
                <a:off x="6986358" y="645672"/>
                <a:ext cx="63000" cy="2390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F7FD8C4-6BC3-46AC-15A5-F5114A930936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968718" y="627672"/>
                  <a:ext cx="9864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5DE6E57-7457-AC76-04BD-60E7A9DB7CD6}"/>
                    </a:ext>
                  </a:extLst>
                </p14:cNvPr>
                <p14:cNvContentPartPr/>
                <p14:nvPr/>
              </p14:nvContentPartPr>
              <p14:xfrm>
                <a:off x="6966198" y="779952"/>
                <a:ext cx="130320" cy="45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5DE6E57-7457-AC76-04BD-60E7A9DB7CD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948558" y="761952"/>
                  <a:ext cx="16596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346CF35-EE93-0EBD-112E-FB06ACA85033}"/>
                    </a:ext>
                  </a:extLst>
                </p14:cNvPr>
                <p14:cNvContentPartPr/>
                <p14:nvPr/>
              </p14:nvContentPartPr>
              <p14:xfrm>
                <a:off x="7151598" y="683832"/>
                <a:ext cx="31320" cy="122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346CF35-EE93-0EBD-112E-FB06ACA8503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133958" y="665832"/>
                  <a:ext cx="669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C599B1C-AB01-4633-0FB6-BB193E4B3FB6}"/>
                    </a:ext>
                  </a:extLst>
                </p14:cNvPr>
                <p14:cNvContentPartPr/>
                <p14:nvPr/>
              </p14:nvContentPartPr>
              <p14:xfrm>
                <a:off x="7277238" y="655752"/>
                <a:ext cx="226080" cy="115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C599B1C-AB01-4633-0FB6-BB193E4B3FB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259598" y="638112"/>
                  <a:ext cx="2617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18B2D5B-492F-55A4-58CC-E36B20B57EF7}"/>
                    </a:ext>
                  </a:extLst>
                </p14:cNvPr>
                <p14:cNvContentPartPr/>
                <p14:nvPr/>
              </p14:nvContentPartPr>
              <p14:xfrm>
                <a:off x="3502998" y="1115832"/>
                <a:ext cx="2114280" cy="79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18B2D5B-492F-55A4-58CC-E36B20B57EF7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484998" y="1097832"/>
                  <a:ext cx="21499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ECC915E-AD1A-C7D0-395F-163279D23FA7}"/>
                    </a:ext>
                  </a:extLst>
                </p14:cNvPr>
                <p14:cNvContentPartPr/>
                <p14:nvPr/>
              </p14:nvContentPartPr>
              <p14:xfrm>
                <a:off x="3675438" y="1135632"/>
                <a:ext cx="2247840" cy="23583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ECC915E-AD1A-C7D0-395F-163279D23FA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657438" y="1117632"/>
                  <a:ext cx="2283480" cy="239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A597359-91B7-C2BA-2DDC-113557DBA115}"/>
                    </a:ext>
                  </a:extLst>
                </p14:cNvPr>
                <p14:cNvContentPartPr/>
                <p14:nvPr/>
              </p14:nvContentPartPr>
              <p14:xfrm>
                <a:off x="3291678" y="1365672"/>
                <a:ext cx="95760" cy="21096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A597359-91B7-C2BA-2DDC-113557DBA11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274038" y="1347672"/>
                  <a:ext cx="131400" cy="21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2375A9D-BE0E-5C39-B7D6-72B90689A6DB}"/>
                    </a:ext>
                  </a:extLst>
                </p14:cNvPr>
                <p14:cNvContentPartPr/>
                <p14:nvPr/>
              </p14:nvContentPartPr>
              <p14:xfrm>
                <a:off x="4229478" y="2044992"/>
                <a:ext cx="835560" cy="792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2375A9D-BE0E-5C39-B7D6-72B90689A6D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211478" y="2026992"/>
                  <a:ext cx="871200" cy="82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9EC64AD-F197-C6F4-5F5A-7A6B2BFFFD02}"/>
              </a:ext>
            </a:extLst>
          </p:cNvPr>
          <p:cNvGrpSpPr/>
          <p:nvPr/>
        </p:nvGrpSpPr>
        <p:grpSpPr>
          <a:xfrm>
            <a:off x="9286398" y="1709832"/>
            <a:ext cx="1017720" cy="365040"/>
            <a:chOff x="9286398" y="1709832"/>
            <a:chExt cx="1017720" cy="36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8520883-6BBA-C09F-4F09-73927CA5F1E9}"/>
                    </a:ext>
                  </a:extLst>
                </p14:cNvPr>
                <p14:cNvContentPartPr/>
                <p14:nvPr/>
              </p14:nvContentPartPr>
              <p14:xfrm>
                <a:off x="9286398" y="1871832"/>
                <a:ext cx="74160" cy="2030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8520883-6BBA-C09F-4F09-73927CA5F1E9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268398" y="1853832"/>
                  <a:ext cx="1098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0D0125D-2584-FB8F-C802-32C556FCA36A}"/>
                    </a:ext>
                  </a:extLst>
                </p14:cNvPr>
                <p14:cNvContentPartPr/>
                <p14:nvPr/>
              </p14:nvContentPartPr>
              <p14:xfrm>
                <a:off x="9317718" y="1801992"/>
                <a:ext cx="165600" cy="1864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0D0125D-2584-FB8F-C802-32C556FCA36A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300078" y="1783992"/>
                  <a:ext cx="20124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17A3927-5BDE-3867-3D2E-BB204937FB6C}"/>
                    </a:ext>
                  </a:extLst>
                </p14:cNvPr>
                <p14:cNvContentPartPr/>
                <p14:nvPr/>
              </p14:nvContentPartPr>
              <p14:xfrm>
                <a:off x="9612918" y="1847712"/>
                <a:ext cx="91800" cy="120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17A3927-5BDE-3867-3D2E-BB204937FB6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595278" y="1830072"/>
                  <a:ext cx="12744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91F6917-E731-5597-EF82-630FC409411E}"/>
                    </a:ext>
                  </a:extLst>
                </p14:cNvPr>
                <p14:cNvContentPartPr/>
                <p14:nvPr/>
              </p14:nvContentPartPr>
              <p14:xfrm>
                <a:off x="9790398" y="1797672"/>
                <a:ext cx="43920" cy="127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91F6917-E731-5597-EF82-630FC409411E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772398" y="1780032"/>
                  <a:ext cx="795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1318C20-8514-B41E-BB4A-A643999CEA01}"/>
                    </a:ext>
                  </a:extLst>
                </p14:cNvPr>
                <p14:cNvContentPartPr/>
                <p14:nvPr/>
              </p14:nvContentPartPr>
              <p14:xfrm>
                <a:off x="9989838" y="1772832"/>
                <a:ext cx="67320" cy="745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1318C20-8514-B41E-BB4A-A643999CEA01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971838" y="1754832"/>
                  <a:ext cx="1029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38CE537-B1D7-7CD7-2A7E-70FBD3CA64CD}"/>
                    </a:ext>
                  </a:extLst>
                </p14:cNvPr>
                <p14:cNvContentPartPr/>
                <p14:nvPr/>
              </p14:nvContentPartPr>
              <p14:xfrm>
                <a:off x="10132398" y="1709832"/>
                <a:ext cx="171720" cy="957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38CE537-B1D7-7CD7-2A7E-70FBD3CA64C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114398" y="1691832"/>
                  <a:ext cx="207360" cy="1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F7ABB09-1057-BB6C-FD83-19E0EA4510DF}"/>
              </a:ext>
            </a:extLst>
          </p:cNvPr>
          <p:cNvGrpSpPr/>
          <p:nvPr/>
        </p:nvGrpSpPr>
        <p:grpSpPr>
          <a:xfrm>
            <a:off x="10509678" y="1161912"/>
            <a:ext cx="1305000" cy="537480"/>
            <a:chOff x="10509678" y="1161912"/>
            <a:chExt cx="1305000" cy="53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30FBB8B-F2B1-C20C-2DC0-BAA041776E5D}"/>
                    </a:ext>
                  </a:extLst>
                </p14:cNvPr>
                <p14:cNvContentPartPr/>
                <p14:nvPr/>
              </p14:nvContentPartPr>
              <p14:xfrm>
                <a:off x="10509678" y="1658712"/>
                <a:ext cx="89640" cy="406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30FBB8B-F2B1-C20C-2DC0-BAA041776E5D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491678" y="1640712"/>
                  <a:ext cx="1252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D6A5D81-E55D-7A74-E5C2-2BE66243CE03}"/>
                    </a:ext>
                  </a:extLst>
                </p14:cNvPr>
                <p14:cNvContentPartPr/>
                <p14:nvPr/>
              </p14:nvContentPartPr>
              <p14:xfrm>
                <a:off x="10763478" y="1461792"/>
                <a:ext cx="222840" cy="1810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D6A5D81-E55D-7A74-E5C2-2BE66243CE03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745478" y="1444152"/>
                  <a:ext cx="2584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409405B-B016-7AFB-B307-1C48CB6DB5E7}"/>
                    </a:ext>
                  </a:extLst>
                </p14:cNvPr>
                <p14:cNvContentPartPr/>
                <p14:nvPr/>
              </p14:nvContentPartPr>
              <p14:xfrm>
                <a:off x="11062998" y="1486632"/>
                <a:ext cx="13320" cy="15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409405B-B016-7AFB-B307-1C48CB6DB5E7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1045358" y="1468992"/>
                  <a:ext cx="4896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3C9FE65-404C-A912-ECFD-A611F1E6B501}"/>
                    </a:ext>
                  </a:extLst>
                </p14:cNvPr>
                <p14:cNvContentPartPr/>
                <p14:nvPr/>
              </p14:nvContentPartPr>
              <p14:xfrm>
                <a:off x="11050398" y="1483032"/>
                <a:ext cx="104400" cy="72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3C9FE65-404C-A912-ECFD-A611F1E6B50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1032398" y="1465032"/>
                  <a:ext cx="1400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E8A1B49-87F1-0B51-0CB6-B084E2B8C689}"/>
                    </a:ext>
                  </a:extLst>
                </p14:cNvPr>
                <p14:cNvContentPartPr/>
                <p14:nvPr/>
              </p14:nvContentPartPr>
              <p14:xfrm>
                <a:off x="11209518" y="1296912"/>
                <a:ext cx="437760" cy="1778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E8A1B49-87F1-0B51-0CB6-B084E2B8C689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1191518" y="1278912"/>
                  <a:ext cx="4734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0E19421-3F4A-0ECA-C023-95B8745CA9EC}"/>
                    </a:ext>
                  </a:extLst>
                </p14:cNvPr>
                <p14:cNvContentPartPr/>
                <p14:nvPr/>
              </p14:nvContentPartPr>
              <p14:xfrm>
                <a:off x="11580318" y="1273152"/>
                <a:ext cx="36360" cy="518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0E19421-3F4A-0ECA-C023-95B8745CA9EC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1562318" y="1255152"/>
                  <a:ext cx="720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5AD40E6-892A-D9E1-352F-454D2E765AE6}"/>
                    </a:ext>
                  </a:extLst>
                </p14:cNvPr>
                <p14:cNvContentPartPr/>
                <p14:nvPr/>
              </p14:nvContentPartPr>
              <p14:xfrm>
                <a:off x="11677158" y="1161912"/>
                <a:ext cx="137520" cy="1620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5AD40E6-892A-D9E1-352F-454D2E765AE6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1659158" y="1144272"/>
                  <a:ext cx="173160" cy="19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49" name="Group 34148">
            <a:extLst>
              <a:ext uri="{FF2B5EF4-FFF2-40B4-BE49-F238E27FC236}">
                <a16:creationId xmlns:a16="http://schemas.microsoft.com/office/drawing/2014/main" id="{BF6D7283-6776-E8D7-9E88-CEFFB5896B50}"/>
              </a:ext>
            </a:extLst>
          </p:cNvPr>
          <p:cNvGrpSpPr/>
          <p:nvPr/>
        </p:nvGrpSpPr>
        <p:grpSpPr>
          <a:xfrm>
            <a:off x="9813078" y="2218512"/>
            <a:ext cx="334800" cy="272520"/>
            <a:chOff x="9813078" y="2218512"/>
            <a:chExt cx="334800" cy="27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548E076-3F72-8528-B247-BADD50F7AAC8}"/>
                    </a:ext>
                  </a:extLst>
                </p14:cNvPr>
                <p14:cNvContentPartPr/>
                <p14:nvPr/>
              </p14:nvContentPartPr>
              <p14:xfrm>
                <a:off x="9813078" y="2377992"/>
                <a:ext cx="177480" cy="113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548E076-3F72-8528-B247-BADD50F7AAC8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795438" y="2359992"/>
                  <a:ext cx="2131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16707B2-FDFC-225C-E8AF-618672B2573C}"/>
                    </a:ext>
                  </a:extLst>
                </p14:cNvPr>
                <p14:cNvContentPartPr/>
                <p14:nvPr/>
              </p14:nvContentPartPr>
              <p14:xfrm>
                <a:off x="10093518" y="2218512"/>
                <a:ext cx="54360" cy="177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16707B2-FDFC-225C-E8AF-618672B2573C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075878" y="2200872"/>
                  <a:ext cx="90000" cy="21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55" name="Group 34154">
            <a:extLst>
              <a:ext uri="{FF2B5EF4-FFF2-40B4-BE49-F238E27FC236}">
                <a16:creationId xmlns:a16="http://schemas.microsoft.com/office/drawing/2014/main" id="{661C809F-6501-C9D4-52C7-278F070C6A40}"/>
              </a:ext>
            </a:extLst>
          </p:cNvPr>
          <p:cNvGrpSpPr/>
          <p:nvPr/>
        </p:nvGrpSpPr>
        <p:grpSpPr>
          <a:xfrm>
            <a:off x="10391598" y="1858512"/>
            <a:ext cx="1337400" cy="505440"/>
            <a:chOff x="10391598" y="1858512"/>
            <a:chExt cx="1337400" cy="50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5B4B627-3A45-360E-EE3F-0E5AF19A5E54}"/>
                    </a:ext>
                  </a:extLst>
                </p14:cNvPr>
                <p14:cNvContentPartPr/>
                <p14:nvPr/>
              </p14:nvContentPartPr>
              <p14:xfrm>
                <a:off x="10391598" y="2251992"/>
                <a:ext cx="160200" cy="1119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5B4B627-3A45-360E-EE3F-0E5AF19A5E5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373958" y="2234352"/>
                  <a:ext cx="1958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1E6FB0B-3E59-8407-583A-639ADFFC7642}"/>
                    </a:ext>
                  </a:extLst>
                </p14:cNvPr>
                <p14:cNvContentPartPr/>
                <p14:nvPr/>
              </p14:nvContentPartPr>
              <p14:xfrm>
                <a:off x="10587798" y="2060472"/>
                <a:ext cx="76320" cy="2008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1E6FB0B-3E59-8407-583A-639ADFFC764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570158" y="2042472"/>
                  <a:ext cx="1119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44FC6FA-30E5-F8FB-CFA7-CAE0DFA9BAC0}"/>
                    </a:ext>
                  </a:extLst>
                </p14:cNvPr>
                <p14:cNvContentPartPr/>
                <p14:nvPr/>
              </p14:nvContentPartPr>
              <p14:xfrm>
                <a:off x="10735038" y="2143632"/>
                <a:ext cx="107280" cy="106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44FC6FA-30E5-F8FB-CFA7-CAE0DFA9BAC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717038" y="2125992"/>
                  <a:ext cx="1429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9F179DE-15BB-8BE5-70DB-22A0A0BEED4B}"/>
                    </a:ext>
                  </a:extLst>
                </p14:cNvPr>
                <p14:cNvContentPartPr/>
                <p14:nvPr/>
              </p14:nvContentPartPr>
              <p14:xfrm>
                <a:off x="10937718" y="2127432"/>
                <a:ext cx="36720" cy="72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9F179DE-15BB-8BE5-70DB-22A0A0BEED4B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920078" y="2109792"/>
                  <a:ext cx="723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DD4CFD9-D9AD-F967-09EB-1D3BBBD3388E}"/>
                    </a:ext>
                  </a:extLst>
                </p14:cNvPr>
                <p14:cNvContentPartPr/>
                <p14:nvPr/>
              </p14:nvContentPartPr>
              <p14:xfrm>
                <a:off x="11053998" y="2039232"/>
                <a:ext cx="101880" cy="1324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DD4CFD9-D9AD-F967-09EB-1D3BBBD3388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1035998" y="2021232"/>
                  <a:ext cx="1375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34150" name="Ink 34149">
                  <a:extLst>
                    <a:ext uri="{FF2B5EF4-FFF2-40B4-BE49-F238E27FC236}">
                      <a16:creationId xmlns:a16="http://schemas.microsoft.com/office/drawing/2014/main" id="{974C6781-8BEB-1F74-D580-376D4827EC2D}"/>
                    </a:ext>
                  </a:extLst>
                </p14:cNvPr>
                <p14:cNvContentPartPr/>
                <p14:nvPr/>
              </p14:nvContentPartPr>
              <p14:xfrm>
                <a:off x="11057238" y="1986312"/>
                <a:ext cx="135720" cy="314640"/>
              </p14:xfrm>
            </p:contentPart>
          </mc:Choice>
          <mc:Fallback xmlns="">
            <p:pic>
              <p:nvPicPr>
                <p:cNvPr id="34150" name="Ink 34149">
                  <a:extLst>
                    <a:ext uri="{FF2B5EF4-FFF2-40B4-BE49-F238E27FC236}">
                      <a16:creationId xmlns:a16="http://schemas.microsoft.com/office/drawing/2014/main" id="{974C6781-8BEB-1F74-D580-376D4827EC2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1039238" y="1968672"/>
                  <a:ext cx="17136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34151" name="Ink 34150">
                  <a:extLst>
                    <a:ext uri="{FF2B5EF4-FFF2-40B4-BE49-F238E27FC236}">
                      <a16:creationId xmlns:a16="http://schemas.microsoft.com/office/drawing/2014/main" id="{97BBA7B7-67EF-C022-0A05-3C3CF15945DA}"/>
                    </a:ext>
                  </a:extLst>
                </p14:cNvPr>
                <p14:cNvContentPartPr/>
                <p14:nvPr/>
              </p14:nvContentPartPr>
              <p14:xfrm>
                <a:off x="11070558" y="2111952"/>
                <a:ext cx="92880" cy="93240"/>
              </p14:xfrm>
            </p:contentPart>
          </mc:Choice>
          <mc:Fallback xmlns="">
            <p:pic>
              <p:nvPicPr>
                <p:cNvPr id="34151" name="Ink 34150">
                  <a:extLst>
                    <a:ext uri="{FF2B5EF4-FFF2-40B4-BE49-F238E27FC236}">
                      <a16:creationId xmlns:a16="http://schemas.microsoft.com/office/drawing/2014/main" id="{97BBA7B7-67EF-C022-0A05-3C3CF15945DA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1052558" y="2094312"/>
                  <a:ext cx="1285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34152" name="Ink 34151">
                  <a:extLst>
                    <a:ext uri="{FF2B5EF4-FFF2-40B4-BE49-F238E27FC236}">
                      <a16:creationId xmlns:a16="http://schemas.microsoft.com/office/drawing/2014/main" id="{2BC7D792-6DDF-1BDC-8722-D052BFEF9FCF}"/>
                    </a:ext>
                  </a:extLst>
                </p14:cNvPr>
                <p14:cNvContentPartPr/>
                <p14:nvPr/>
              </p14:nvContentPartPr>
              <p14:xfrm>
                <a:off x="11236518" y="2062632"/>
                <a:ext cx="111600" cy="78120"/>
              </p14:xfrm>
            </p:contentPart>
          </mc:Choice>
          <mc:Fallback xmlns="">
            <p:pic>
              <p:nvPicPr>
                <p:cNvPr id="34152" name="Ink 34151">
                  <a:extLst>
                    <a:ext uri="{FF2B5EF4-FFF2-40B4-BE49-F238E27FC236}">
                      <a16:creationId xmlns:a16="http://schemas.microsoft.com/office/drawing/2014/main" id="{2BC7D792-6DDF-1BDC-8722-D052BFEF9FC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1218878" y="2044632"/>
                  <a:ext cx="14724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34153" name="Ink 34152">
                  <a:extLst>
                    <a:ext uri="{FF2B5EF4-FFF2-40B4-BE49-F238E27FC236}">
                      <a16:creationId xmlns:a16="http://schemas.microsoft.com/office/drawing/2014/main" id="{ADE1A67D-153C-2615-99BA-13EED6B71745}"/>
                    </a:ext>
                  </a:extLst>
                </p14:cNvPr>
                <p14:cNvContentPartPr/>
                <p14:nvPr/>
              </p14:nvContentPartPr>
              <p14:xfrm>
                <a:off x="11442438" y="1880472"/>
                <a:ext cx="176040" cy="134280"/>
              </p14:xfrm>
            </p:contentPart>
          </mc:Choice>
          <mc:Fallback xmlns="">
            <p:pic>
              <p:nvPicPr>
                <p:cNvPr id="34153" name="Ink 34152">
                  <a:extLst>
                    <a:ext uri="{FF2B5EF4-FFF2-40B4-BE49-F238E27FC236}">
                      <a16:creationId xmlns:a16="http://schemas.microsoft.com/office/drawing/2014/main" id="{ADE1A67D-153C-2615-99BA-13EED6B7174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1424798" y="1862472"/>
                  <a:ext cx="2116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34154" name="Ink 34153">
                  <a:extLst>
                    <a:ext uri="{FF2B5EF4-FFF2-40B4-BE49-F238E27FC236}">
                      <a16:creationId xmlns:a16="http://schemas.microsoft.com/office/drawing/2014/main" id="{C230AC18-E4FD-86F7-F3F9-C56136EDFDB1}"/>
                    </a:ext>
                  </a:extLst>
                </p14:cNvPr>
                <p14:cNvContentPartPr/>
                <p14:nvPr/>
              </p14:nvContentPartPr>
              <p14:xfrm>
                <a:off x="11723598" y="1858512"/>
                <a:ext cx="5400" cy="9720"/>
              </p14:xfrm>
            </p:contentPart>
          </mc:Choice>
          <mc:Fallback xmlns="">
            <p:pic>
              <p:nvPicPr>
                <p:cNvPr id="34154" name="Ink 34153">
                  <a:extLst>
                    <a:ext uri="{FF2B5EF4-FFF2-40B4-BE49-F238E27FC236}">
                      <a16:creationId xmlns:a16="http://schemas.microsoft.com/office/drawing/2014/main" id="{C230AC18-E4FD-86F7-F3F9-C56136EDFDB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1705958" y="1840872"/>
                  <a:ext cx="41040" cy="4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62" name="Group 34161">
            <a:extLst>
              <a:ext uri="{FF2B5EF4-FFF2-40B4-BE49-F238E27FC236}">
                <a16:creationId xmlns:a16="http://schemas.microsoft.com/office/drawing/2014/main" id="{175CA4B5-F8EA-3E59-E770-18554447E7EE}"/>
              </a:ext>
            </a:extLst>
          </p:cNvPr>
          <p:cNvGrpSpPr/>
          <p:nvPr/>
        </p:nvGrpSpPr>
        <p:grpSpPr>
          <a:xfrm>
            <a:off x="6310998" y="1157952"/>
            <a:ext cx="2570040" cy="2667960"/>
            <a:chOff x="6310998" y="1157952"/>
            <a:chExt cx="2570040" cy="266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34156" name="Ink 34155">
                  <a:extLst>
                    <a:ext uri="{FF2B5EF4-FFF2-40B4-BE49-F238E27FC236}">
                      <a16:creationId xmlns:a16="http://schemas.microsoft.com/office/drawing/2014/main" id="{CA437A62-94B9-7252-8BEA-905DA7922AAD}"/>
                    </a:ext>
                  </a:extLst>
                </p14:cNvPr>
                <p14:cNvContentPartPr/>
                <p14:nvPr/>
              </p14:nvContentPartPr>
              <p14:xfrm>
                <a:off x="6310998" y="1241112"/>
                <a:ext cx="179280" cy="1808640"/>
              </p14:xfrm>
            </p:contentPart>
          </mc:Choice>
          <mc:Fallback xmlns="">
            <p:pic>
              <p:nvPicPr>
                <p:cNvPr id="34156" name="Ink 34155">
                  <a:extLst>
                    <a:ext uri="{FF2B5EF4-FFF2-40B4-BE49-F238E27FC236}">
                      <a16:creationId xmlns:a16="http://schemas.microsoft.com/office/drawing/2014/main" id="{CA437A62-94B9-7252-8BEA-905DA7922AAD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293358" y="1223112"/>
                  <a:ext cx="214920" cy="18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34157" name="Ink 34156">
                  <a:extLst>
                    <a:ext uri="{FF2B5EF4-FFF2-40B4-BE49-F238E27FC236}">
                      <a16:creationId xmlns:a16="http://schemas.microsoft.com/office/drawing/2014/main" id="{28C35535-8FA5-AF5C-35EE-5D81E51C2443}"/>
                    </a:ext>
                  </a:extLst>
                </p14:cNvPr>
                <p14:cNvContentPartPr/>
                <p14:nvPr/>
              </p14:nvContentPartPr>
              <p14:xfrm>
                <a:off x="6387318" y="1157952"/>
                <a:ext cx="2228760" cy="146880"/>
              </p14:xfrm>
            </p:contentPart>
          </mc:Choice>
          <mc:Fallback xmlns="">
            <p:pic>
              <p:nvPicPr>
                <p:cNvPr id="34157" name="Ink 34156">
                  <a:extLst>
                    <a:ext uri="{FF2B5EF4-FFF2-40B4-BE49-F238E27FC236}">
                      <a16:creationId xmlns:a16="http://schemas.microsoft.com/office/drawing/2014/main" id="{28C35535-8FA5-AF5C-35EE-5D81E51C244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369678" y="1140312"/>
                  <a:ext cx="22644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34158" name="Ink 34157">
                  <a:extLst>
                    <a:ext uri="{FF2B5EF4-FFF2-40B4-BE49-F238E27FC236}">
                      <a16:creationId xmlns:a16="http://schemas.microsoft.com/office/drawing/2014/main" id="{847BE9D9-88F0-92C5-160D-037861A1C11F}"/>
                    </a:ext>
                  </a:extLst>
                </p14:cNvPr>
                <p14:cNvContentPartPr/>
                <p14:nvPr/>
              </p14:nvContentPartPr>
              <p14:xfrm>
                <a:off x="6681798" y="1215552"/>
                <a:ext cx="2199240" cy="2610360"/>
              </p14:xfrm>
            </p:contentPart>
          </mc:Choice>
          <mc:Fallback xmlns="">
            <p:pic>
              <p:nvPicPr>
                <p:cNvPr id="34158" name="Ink 34157">
                  <a:extLst>
                    <a:ext uri="{FF2B5EF4-FFF2-40B4-BE49-F238E27FC236}">
                      <a16:creationId xmlns:a16="http://schemas.microsoft.com/office/drawing/2014/main" id="{847BE9D9-88F0-92C5-160D-037861A1C11F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664158" y="1197552"/>
                  <a:ext cx="2234880" cy="264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34159" name="Ink 34158">
                  <a:extLst>
                    <a:ext uri="{FF2B5EF4-FFF2-40B4-BE49-F238E27FC236}">
                      <a16:creationId xmlns:a16="http://schemas.microsoft.com/office/drawing/2014/main" id="{C250B71C-1FF8-2437-F9F1-18BF3A018B16}"/>
                    </a:ext>
                  </a:extLst>
                </p14:cNvPr>
                <p14:cNvContentPartPr/>
                <p14:nvPr/>
              </p14:nvContentPartPr>
              <p14:xfrm>
                <a:off x="6474078" y="3203472"/>
                <a:ext cx="44280" cy="487440"/>
              </p14:xfrm>
            </p:contentPart>
          </mc:Choice>
          <mc:Fallback xmlns="">
            <p:pic>
              <p:nvPicPr>
                <p:cNvPr id="34159" name="Ink 34158">
                  <a:extLst>
                    <a:ext uri="{FF2B5EF4-FFF2-40B4-BE49-F238E27FC236}">
                      <a16:creationId xmlns:a16="http://schemas.microsoft.com/office/drawing/2014/main" id="{C250B71C-1FF8-2437-F9F1-18BF3A018B1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456078" y="3185472"/>
                  <a:ext cx="79920" cy="52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34161" name="Ink 34160">
                  <a:extLst>
                    <a:ext uri="{FF2B5EF4-FFF2-40B4-BE49-F238E27FC236}">
                      <a16:creationId xmlns:a16="http://schemas.microsoft.com/office/drawing/2014/main" id="{5367C74B-AC68-7D25-6FAC-4611BBB28C1F}"/>
                    </a:ext>
                  </a:extLst>
                </p14:cNvPr>
                <p14:cNvContentPartPr/>
                <p14:nvPr/>
              </p14:nvContentPartPr>
              <p14:xfrm>
                <a:off x="7173558" y="2041752"/>
                <a:ext cx="698040" cy="833760"/>
              </p14:xfrm>
            </p:contentPart>
          </mc:Choice>
          <mc:Fallback xmlns="">
            <p:pic>
              <p:nvPicPr>
                <p:cNvPr id="34161" name="Ink 34160">
                  <a:extLst>
                    <a:ext uri="{FF2B5EF4-FFF2-40B4-BE49-F238E27FC236}">
                      <a16:creationId xmlns:a16="http://schemas.microsoft.com/office/drawing/2014/main" id="{5367C74B-AC68-7D25-6FAC-4611BBB28C1F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155918" y="2024112"/>
                  <a:ext cx="733680" cy="86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92" name="Group 34191">
            <a:extLst>
              <a:ext uri="{FF2B5EF4-FFF2-40B4-BE49-F238E27FC236}">
                <a16:creationId xmlns:a16="http://schemas.microsoft.com/office/drawing/2014/main" id="{F64D7115-8D0C-BD49-86B4-689D6E0A487B}"/>
              </a:ext>
            </a:extLst>
          </p:cNvPr>
          <p:cNvGrpSpPr/>
          <p:nvPr/>
        </p:nvGrpSpPr>
        <p:grpSpPr>
          <a:xfrm>
            <a:off x="394398" y="1188912"/>
            <a:ext cx="1605600" cy="358560"/>
            <a:chOff x="394398" y="1188912"/>
            <a:chExt cx="1605600" cy="35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34163" name="Ink 34162">
                  <a:extLst>
                    <a:ext uri="{FF2B5EF4-FFF2-40B4-BE49-F238E27FC236}">
                      <a16:creationId xmlns:a16="http://schemas.microsoft.com/office/drawing/2014/main" id="{413B4CF4-4997-0E7F-1033-855E23A0E8A4}"/>
                    </a:ext>
                  </a:extLst>
                </p14:cNvPr>
                <p14:cNvContentPartPr/>
                <p14:nvPr/>
              </p14:nvContentPartPr>
              <p14:xfrm>
                <a:off x="428598" y="1272792"/>
                <a:ext cx="35640" cy="259200"/>
              </p14:xfrm>
            </p:contentPart>
          </mc:Choice>
          <mc:Fallback xmlns="">
            <p:pic>
              <p:nvPicPr>
                <p:cNvPr id="34163" name="Ink 34162">
                  <a:extLst>
                    <a:ext uri="{FF2B5EF4-FFF2-40B4-BE49-F238E27FC236}">
                      <a16:creationId xmlns:a16="http://schemas.microsoft.com/office/drawing/2014/main" id="{413B4CF4-4997-0E7F-1033-855E23A0E8A4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10958" y="1255152"/>
                  <a:ext cx="7128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34164" name="Ink 34163">
                  <a:extLst>
                    <a:ext uri="{FF2B5EF4-FFF2-40B4-BE49-F238E27FC236}">
                      <a16:creationId xmlns:a16="http://schemas.microsoft.com/office/drawing/2014/main" id="{BF9E8596-D2F0-ECC5-51C5-0AF1A54DE1F2}"/>
                    </a:ext>
                  </a:extLst>
                </p14:cNvPr>
                <p14:cNvContentPartPr/>
                <p14:nvPr/>
              </p14:nvContentPartPr>
              <p14:xfrm>
                <a:off x="394398" y="1270632"/>
                <a:ext cx="237960" cy="170640"/>
              </p14:xfrm>
            </p:contentPart>
          </mc:Choice>
          <mc:Fallback xmlns="">
            <p:pic>
              <p:nvPicPr>
                <p:cNvPr id="34164" name="Ink 34163">
                  <a:extLst>
                    <a:ext uri="{FF2B5EF4-FFF2-40B4-BE49-F238E27FC236}">
                      <a16:creationId xmlns:a16="http://schemas.microsoft.com/office/drawing/2014/main" id="{BF9E8596-D2F0-ECC5-51C5-0AF1A54DE1F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376758" y="1252632"/>
                  <a:ext cx="2736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34165" name="Ink 34164">
                  <a:extLst>
                    <a:ext uri="{FF2B5EF4-FFF2-40B4-BE49-F238E27FC236}">
                      <a16:creationId xmlns:a16="http://schemas.microsoft.com/office/drawing/2014/main" id="{970C3C72-D960-A659-49A0-D29064F37406}"/>
                    </a:ext>
                  </a:extLst>
                </p14:cNvPr>
                <p14:cNvContentPartPr/>
                <p14:nvPr/>
              </p14:nvContentPartPr>
              <p14:xfrm>
                <a:off x="737838" y="1349832"/>
                <a:ext cx="88560" cy="79560"/>
              </p14:xfrm>
            </p:contentPart>
          </mc:Choice>
          <mc:Fallback xmlns="">
            <p:pic>
              <p:nvPicPr>
                <p:cNvPr id="34165" name="Ink 34164">
                  <a:extLst>
                    <a:ext uri="{FF2B5EF4-FFF2-40B4-BE49-F238E27FC236}">
                      <a16:creationId xmlns:a16="http://schemas.microsoft.com/office/drawing/2014/main" id="{970C3C72-D960-A659-49A0-D29064F3740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20198" y="1331832"/>
                  <a:ext cx="1242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34166" name="Ink 34165">
                  <a:extLst>
                    <a:ext uri="{FF2B5EF4-FFF2-40B4-BE49-F238E27FC236}">
                      <a16:creationId xmlns:a16="http://schemas.microsoft.com/office/drawing/2014/main" id="{400D5A31-88B2-E889-C247-8982BC7E44C3}"/>
                    </a:ext>
                  </a:extLst>
                </p14:cNvPr>
                <p14:cNvContentPartPr/>
                <p14:nvPr/>
              </p14:nvContentPartPr>
              <p14:xfrm>
                <a:off x="975078" y="1346592"/>
                <a:ext cx="31320" cy="189000"/>
              </p14:xfrm>
            </p:contentPart>
          </mc:Choice>
          <mc:Fallback xmlns="">
            <p:pic>
              <p:nvPicPr>
                <p:cNvPr id="34166" name="Ink 34165">
                  <a:extLst>
                    <a:ext uri="{FF2B5EF4-FFF2-40B4-BE49-F238E27FC236}">
                      <a16:creationId xmlns:a16="http://schemas.microsoft.com/office/drawing/2014/main" id="{400D5A31-88B2-E889-C247-8982BC7E44C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957438" y="1328592"/>
                  <a:ext cx="6696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34167" name="Ink 34166">
                  <a:extLst>
                    <a:ext uri="{FF2B5EF4-FFF2-40B4-BE49-F238E27FC236}">
                      <a16:creationId xmlns:a16="http://schemas.microsoft.com/office/drawing/2014/main" id="{B4F7CBED-47F5-6D7B-95FB-60AFCFB2AB45}"/>
                    </a:ext>
                  </a:extLst>
                </p14:cNvPr>
                <p14:cNvContentPartPr/>
                <p14:nvPr/>
              </p14:nvContentPartPr>
              <p14:xfrm>
                <a:off x="982278" y="1211592"/>
                <a:ext cx="5760" cy="35640"/>
              </p14:xfrm>
            </p:contentPart>
          </mc:Choice>
          <mc:Fallback xmlns="">
            <p:pic>
              <p:nvPicPr>
                <p:cNvPr id="34167" name="Ink 34166">
                  <a:extLst>
                    <a:ext uri="{FF2B5EF4-FFF2-40B4-BE49-F238E27FC236}">
                      <a16:creationId xmlns:a16="http://schemas.microsoft.com/office/drawing/2014/main" id="{B4F7CBED-47F5-6D7B-95FB-60AFCFB2AB45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64278" y="1193952"/>
                  <a:ext cx="414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34168" name="Ink 34167">
                  <a:extLst>
                    <a:ext uri="{FF2B5EF4-FFF2-40B4-BE49-F238E27FC236}">
                      <a16:creationId xmlns:a16="http://schemas.microsoft.com/office/drawing/2014/main" id="{4824BC12-E420-77A6-8A28-905832926496}"/>
                    </a:ext>
                  </a:extLst>
                </p14:cNvPr>
                <p14:cNvContentPartPr/>
                <p14:nvPr/>
              </p14:nvContentPartPr>
              <p14:xfrm>
                <a:off x="1163718" y="1335072"/>
                <a:ext cx="39960" cy="105480"/>
              </p14:xfrm>
            </p:contentPart>
          </mc:Choice>
          <mc:Fallback xmlns="">
            <p:pic>
              <p:nvPicPr>
                <p:cNvPr id="34168" name="Ink 34167">
                  <a:extLst>
                    <a:ext uri="{FF2B5EF4-FFF2-40B4-BE49-F238E27FC236}">
                      <a16:creationId xmlns:a16="http://schemas.microsoft.com/office/drawing/2014/main" id="{4824BC12-E420-77A6-8A28-905832926496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146078" y="1317072"/>
                  <a:ext cx="756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34169" name="Ink 34168">
                  <a:extLst>
                    <a:ext uri="{FF2B5EF4-FFF2-40B4-BE49-F238E27FC236}">
                      <a16:creationId xmlns:a16="http://schemas.microsoft.com/office/drawing/2014/main" id="{09BD56A3-8975-02F1-6FE6-9689A1F95DD4}"/>
                    </a:ext>
                  </a:extLst>
                </p14:cNvPr>
                <p14:cNvContentPartPr/>
                <p14:nvPr/>
              </p14:nvContentPartPr>
              <p14:xfrm>
                <a:off x="1317078" y="1351992"/>
                <a:ext cx="73080" cy="65880"/>
              </p14:xfrm>
            </p:contentPart>
          </mc:Choice>
          <mc:Fallback xmlns="">
            <p:pic>
              <p:nvPicPr>
                <p:cNvPr id="34169" name="Ink 34168">
                  <a:extLst>
                    <a:ext uri="{FF2B5EF4-FFF2-40B4-BE49-F238E27FC236}">
                      <a16:creationId xmlns:a16="http://schemas.microsoft.com/office/drawing/2014/main" id="{09BD56A3-8975-02F1-6FE6-9689A1F95DD4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299438" y="1333992"/>
                  <a:ext cx="1087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34170" name="Ink 34169">
                  <a:extLst>
                    <a:ext uri="{FF2B5EF4-FFF2-40B4-BE49-F238E27FC236}">
                      <a16:creationId xmlns:a16="http://schemas.microsoft.com/office/drawing/2014/main" id="{D0319315-2026-DA49-06AA-3C7A65C3BDC2}"/>
                    </a:ext>
                  </a:extLst>
                </p14:cNvPr>
                <p14:cNvContentPartPr/>
                <p14:nvPr/>
              </p14:nvContentPartPr>
              <p14:xfrm>
                <a:off x="1529838" y="1329672"/>
                <a:ext cx="22680" cy="139680"/>
              </p14:xfrm>
            </p:contentPart>
          </mc:Choice>
          <mc:Fallback xmlns="">
            <p:pic>
              <p:nvPicPr>
                <p:cNvPr id="34170" name="Ink 34169">
                  <a:extLst>
                    <a:ext uri="{FF2B5EF4-FFF2-40B4-BE49-F238E27FC236}">
                      <a16:creationId xmlns:a16="http://schemas.microsoft.com/office/drawing/2014/main" id="{D0319315-2026-DA49-06AA-3C7A65C3BDC2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511838" y="1311672"/>
                  <a:ext cx="583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34171" name="Ink 34170">
                  <a:extLst>
                    <a:ext uri="{FF2B5EF4-FFF2-40B4-BE49-F238E27FC236}">
                      <a16:creationId xmlns:a16="http://schemas.microsoft.com/office/drawing/2014/main" id="{D210BA41-3EF5-E740-1165-823CA0B240B4}"/>
                    </a:ext>
                  </a:extLst>
                </p14:cNvPr>
                <p14:cNvContentPartPr/>
                <p14:nvPr/>
              </p14:nvContentPartPr>
              <p14:xfrm>
                <a:off x="1524438" y="1196472"/>
                <a:ext cx="10080" cy="29160"/>
              </p14:xfrm>
            </p:contentPart>
          </mc:Choice>
          <mc:Fallback xmlns="">
            <p:pic>
              <p:nvPicPr>
                <p:cNvPr id="34171" name="Ink 34170">
                  <a:extLst>
                    <a:ext uri="{FF2B5EF4-FFF2-40B4-BE49-F238E27FC236}">
                      <a16:creationId xmlns:a16="http://schemas.microsoft.com/office/drawing/2014/main" id="{D210BA41-3EF5-E740-1165-823CA0B240B4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506438" y="1178472"/>
                  <a:ext cx="457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34172" name="Ink 34171">
                  <a:extLst>
                    <a:ext uri="{FF2B5EF4-FFF2-40B4-BE49-F238E27FC236}">
                      <a16:creationId xmlns:a16="http://schemas.microsoft.com/office/drawing/2014/main" id="{46004BD8-D08D-6035-477C-D591F2394FAB}"/>
                    </a:ext>
                  </a:extLst>
                </p14:cNvPr>
                <p14:cNvContentPartPr/>
                <p14:nvPr/>
              </p14:nvContentPartPr>
              <p14:xfrm>
                <a:off x="1704438" y="1188912"/>
                <a:ext cx="29160" cy="217440"/>
              </p14:xfrm>
            </p:contentPart>
          </mc:Choice>
          <mc:Fallback xmlns="">
            <p:pic>
              <p:nvPicPr>
                <p:cNvPr id="34172" name="Ink 34171">
                  <a:extLst>
                    <a:ext uri="{FF2B5EF4-FFF2-40B4-BE49-F238E27FC236}">
                      <a16:creationId xmlns:a16="http://schemas.microsoft.com/office/drawing/2014/main" id="{46004BD8-D08D-6035-477C-D591F2394FAB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686438" y="1170912"/>
                  <a:ext cx="648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34173" name="Ink 34172">
                  <a:extLst>
                    <a:ext uri="{FF2B5EF4-FFF2-40B4-BE49-F238E27FC236}">
                      <a16:creationId xmlns:a16="http://schemas.microsoft.com/office/drawing/2014/main" id="{C47D1E56-4897-8A0C-E40C-6F31FC404204}"/>
                    </a:ext>
                  </a:extLst>
                </p14:cNvPr>
                <p14:cNvContentPartPr/>
                <p14:nvPr/>
              </p14:nvContentPartPr>
              <p14:xfrm>
                <a:off x="1654758" y="1305552"/>
                <a:ext cx="146520" cy="34200"/>
              </p14:xfrm>
            </p:contentPart>
          </mc:Choice>
          <mc:Fallback xmlns="">
            <p:pic>
              <p:nvPicPr>
                <p:cNvPr id="34173" name="Ink 34172">
                  <a:extLst>
                    <a:ext uri="{FF2B5EF4-FFF2-40B4-BE49-F238E27FC236}">
                      <a16:creationId xmlns:a16="http://schemas.microsoft.com/office/drawing/2014/main" id="{C47D1E56-4897-8A0C-E40C-6F31FC404204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637118" y="1287912"/>
                  <a:ext cx="1821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34174" name="Ink 34173">
                  <a:extLst>
                    <a:ext uri="{FF2B5EF4-FFF2-40B4-BE49-F238E27FC236}">
                      <a16:creationId xmlns:a16="http://schemas.microsoft.com/office/drawing/2014/main" id="{0C86244F-83C6-CFEF-9D37-41ABCB918499}"/>
                    </a:ext>
                  </a:extLst>
                </p14:cNvPr>
                <p14:cNvContentPartPr/>
                <p14:nvPr/>
              </p14:nvContentPartPr>
              <p14:xfrm>
                <a:off x="1890198" y="1286112"/>
                <a:ext cx="109800" cy="261360"/>
              </p14:xfrm>
            </p:contentPart>
          </mc:Choice>
          <mc:Fallback xmlns="">
            <p:pic>
              <p:nvPicPr>
                <p:cNvPr id="34174" name="Ink 34173">
                  <a:extLst>
                    <a:ext uri="{FF2B5EF4-FFF2-40B4-BE49-F238E27FC236}">
                      <a16:creationId xmlns:a16="http://schemas.microsoft.com/office/drawing/2014/main" id="{0C86244F-83C6-CFEF-9D37-41ABCB918499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872558" y="1268472"/>
                  <a:ext cx="145440" cy="29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91" name="Group 34190">
            <a:extLst>
              <a:ext uri="{FF2B5EF4-FFF2-40B4-BE49-F238E27FC236}">
                <a16:creationId xmlns:a16="http://schemas.microsoft.com/office/drawing/2014/main" id="{3BF7A446-76D2-CC61-EB89-EA0F418EBE27}"/>
              </a:ext>
            </a:extLst>
          </p:cNvPr>
          <p:cNvGrpSpPr/>
          <p:nvPr/>
        </p:nvGrpSpPr>
        <p:grpSpPr>
          <a:xfrm>
            <a:off x="512118" y="1758432"/>
            <a:ext cx="1086480" cy="322920"/>
            <a:chOff x="512118" y="1758432"/>
            <a:chExt cx="1086480" cy="32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34175" name="Ink 34174">
                  <a:extLst>
                    <a:ext uri="{FF2B5EF4-FFF2-40B4-BE49-F238E27FC236}">
                      <a16:creationId xmlns:a16="http://schemas.microsoft.com/office/drawing/2014/main" id="{2F792FFD-51CF-7CDA-CC43-3FF85B3913E3}"/>
                    </a:ext>
                  </a:extLst>
                </p14:cNvPr>
                <p14:cNvContentPartPr/>
                <p14:nvPr/>
              </p14:nvContentPartPr>
              <p14:xfrm>
                <a:off x="512118" y="1879752"/>
                <a:ext cx="114120" cy="201600"/>
              </p14:xfrm>
            </p:contentPart>
          </mc:Choice>
          <mc:Fallback xmlns="">
            <p:pic>
              <p:nvPicPr>
                <p:cNvPr id="34175" name="Ink 34174">
                  <a:extLst>
                    <a:ext uri="{FF2B5EF4-FFF2-40B4-BE49-F238E27FC236}">
                      <a16:creationId xmlns:a16="http://schemas.microsoft.com/office/drawing/2014/main" id="{2F792FFD-51CF-7CDA-CC43-3FF85B3913E3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94118" y="1862112"/>
                  <a:ext cx="14976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33792" name="Ink 33791">
                  <a:extLst>
                    <a:ext uri="{FF2B5EF4-FFF2-40B4-BE49-F238E27FC236}">
                      <a16:creationId xmlns:a16="http://schemas.microsoft.com/office/drawing/2014/main" id="{0D151206-2575-308F-2D67-70046DBAC47F}"/>
                    </a:ext>
                  </a:extLst>
                </p14:cNvPr>
                <p14:cNvContentPartPr/>
                <p14:nvPr/>
              </p14:nvContentPartPr>
              <p14:xfrm>
                <a:off x="684198" y="1886952"/>
                <a:ext cx="94680" cy="120600"/>
              </p14:xfrm>
            </p:contentPart>
          </mc:Choice>
          <mc:Fallback xmlns="">
            <p:pic>
              <p:nvPicPr>
                <p:cNvPr id="33792" name="Ink 33791">
                  <a:extLst>
                    <a:ext uri="{FF2B5EF4-FFF2-40B4-BE49-F238E27FC236}">
                      <a16:creationId xmlns:a16="http://schemas.microsoft.com/office/drawing/2014/main" id="{0D151206-2575-308F-2D67-70046DBAC47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66198" y="1868952"/>
                  <a:ext cx="1303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33793" name="Ink 33792">
                  <a:extLst>
                    <a:ext uri="{FF2B5EF4-FFF2-40B4-BE49-F238E27FC236}">
                      <a16:creationId xmlns:a16="http://schemas.microsoft.com/office/drawing/2014/main" id="{EEDC8E74-2A05-AF76-F791-353DC00E3144}"/>
                    </a:ext>
                  </a:extLst>
                </p14:cNvPr>
                <p14:cNvContentPartPr/>
                <p14:nvPr/>
              </p14:nvContentPartPr>
              <p14:xfrm>
                <a:off x="878238" y="1904232"/>
                <a:ext cx="54720" cy="70560"/>
              </p14:xfrm>
            </p:contentPart>
          </mc:Choice>
          <mc:Fallback xmlns="">
            <p:pic>
              <p:nvPicPr>
                <p:cNvPr id="33793" name="Ink 33792">
                  <a:extLst>
                    <a:ext uri="{FF2B5EF4-FFF2-40B4-BE49-F238E27FC236}">
                      <a16:creationId xmlns:a16="http://schemas.microsoft.com/office/drawing/2014/main" id="{EEDC8E74-2A05-AF76-F791-353DC00E3144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60598" y="1886592"/>
                  <a:ext cx="903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34176" name="Ink 34175">
                  <a:extLst>
                    <a:ext uri="{FF2B5EF4-FFF2-40B4-BE49-F238E27FC236}">
                      <a16:creationId xmlns:a16="http://schemas.microsoft.com/office/drawing/2014/main" id="{DA78B6FB-BD2E-5342-1569-BAAABFC09E3B}"/>
                    </a:ext>
                  </a:extLst>
                </p14:cNvPr>
                <p14:cNvContentPartPr/>
                <p14:nvPr/>
              </p14:nvContentPartPr>
              <p14:xfrm>
                <a:off x="1019358" y="1823952"/>
                <a:ext cx="97560" cy="114840"/>
              </p14:xfrm>
            </p:contentPart>
          </mc:Choice>
          <mc:Fallback xmlns="">
            <p:pic>
              <p:nvPicPr>
                <p:cNvPr id="34176" name="Ink 34175">
                  <a:extLst>
                    <a:ext uri="{FF2B5EF4-FFF2-40B4-BE49-F238E27FC236}">
                      <a16:creationId xmlns:a16="http://schemas.microsoft.com/office/drawing/2014/main" id="{DA78B6FB-BD2E-5342-1569-BAAABFC09E3B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01358" y="1805952"/>
                  <a:ext cx="1332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34177" name="Ink 34176">
                  <a:extLst>
                    <a:ext uri="{FF2B5EF4-FFF2-40B4-BE49-F238E27FC236}">
                      <a16:creationId xmlns:a16="http://schemas.microsoft.com/office/drawing/2014/main" id="{2F7BA1F8-1CB5-41C7-EE9F-0E00B0979F7C}"/>
                    </a:ext>
                  </a:extLst>
                </p14:cNvPr>
                <p14:cNvContentPartPr/>
                <p14:nvPr/>
              </p14:nvContentPartPr>
              <p14:xfrm>
                <a:off x="1236078" y="1886952"/>
                <a:ext cx="15840" cy="103320"/>
              </p14:xfrm>
            </p:contentPart>
          </mc:Choice>
          <mc:Fallback xmlns="">
            <p:pic>
              <p:nvPicPr>
                <p:cNvPr id="34177" name="Ink 34176">
                  <a:extLst>
                    <a:ext uri="{FF2B5EF4-FFF2-40B4-BE49-F238E27FC236}">
                      <a16:creationId xmlns:a16="http://schemas.microsoft.com/office/drawing/2014/main" id="{2F7BA1F8-1CB5-41C7-EE9F-0E00B0979F7C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218438" y="1868952"/>
                  <a:ext cx="5148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34178" name="Ink 34177">
                  <a:extLst>
                    <a:ext uri="{FF2B5EF4-FFF2-40B4-BE49-F238E27FC236}">
                      <a16:creationId xmlns:a16="http://schemas.microsoft.com/office/drawing/2014/main" id="{B9745B59-3D71-D421-B52F-4AAA5CDBDFF6}"/>
                    </a:ext>
                  </a:extLst>
                </p14:cNvPr>
                <p14:cNvContentPartPr/>
                <p14:nvPr/>
              </p14:nvContentPartPr>
              <p14:xfrm>
                <a:off x="1202958" y="1758432"/>
                <a:ext cx="7920" cy="38520"/>
              </p14:xfrm>
            </p:contentPart>
          </mc:Choice>
          <mc:Fallback xmlns="">
            <p:pic>
              <p:nvPicPr>
                <p:cNvPr id="34178" name="Ink 34177">
                  <a:extLst>
                    <a:ext uri="{FF2B5EF4-FFF2-40B4-BE49-F238E27FC236}">
                      <a16:creationId xmlns:a16="http://schemas.microsoft.com/office/drawing/2014/main" id="{B9745B59-3D71-D421-B52F-4AAA5CDBDFF6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185318" y="1740792"/>
                  <a:ext cx="4356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34179" name="Ink 34178">
                  <a:extLst>
                    <a:ext uri="{FF2B5EF4-FFF2-40B4-BE49-F238E27FC236}">
                      <a16:creationId xmlns:a16="http://schemas.microsoft.com/office/drawing/2014/main" id="{506E76BE-BA8E-BF5A-415B-EC260896A2C7}"/>
                    </a:ext>
                  </a:extLst>
                </p14:cNvPr>
                <p14:cNvContentPartPr/>
                <p14:nvPr/>
              </p14:nvContentPartPr>
              <p14:xfrm>
                <a:off x="1326438" y="1852032"/>
                <a:ext cx="99360" cy="142920"/>
              </p14:xfrm>
            </p:contentPart>
          </mc:Choice>
          <mc:Fallback xmlns="">
            <p:pic>
              <p:nvPicPr>
                <p:cNvPr id="34179" name="Ink 34178">
                  <a:extLst>
                    <a:ext uri="{FF2B5EF4-FFF2-40B4-BE49-F238E27FC236}">
                      <a16:creationId xmlns:a16="http://schemas.microsoft.com/office/drawing/2014/main" id="{506E76BE-BA8E-BF5A-415B-EC260896A2C7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308438" y="1834392"/>
                  <a:ext cx="1350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34180" name="Ink 34179">
                  <a:extLst>
                    <a:ext uri="{FF2B5EF4-FFF2-40B4-BE49-F238E27FC236}">
                      <a16:creationId xmlns:a16="http://schemas.microsoft.com/office/drawing/2014/main" id="{B5260050-72ED-F253-E343-AD44B059136F}"/>
                    </a:ext>
                  </a:extLst>
                </p14:cNvPr>
                <p14:cNvContentPartPr/>
                <p14:nvPr/>
              </p14:nvContentPartPr>
              <p14:xfrm>
                <a:off x="1526958" y="1853112"/>
                <a:ext cx="71640" cy="80280"/>
              </p14:xfrm>
            </p:contentPart>
          </mc:Choice>
          <mc:Fallback xmlns="">
            <p:pic>
              <p:nvPicPr>
                <p:cNvPr id="34180" name="Ink 34179">
                  <a:extLst>
                    <a:ext uri="{FF2B5EF4-FFF2-40B4-BE49-F238E27FC236}">
                      <a16:creationId xmlns:a16="http://schemas.microsoft.com/office/drawing/2014/main" id="{B5260050-72ED-F253-E343-AD44B059136F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509318" y="1835472"/>
                  <a:ext cx="107280" cy="115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1">
            <p14:nvContentPartPr>
              <p14:cNvPr id="34181" name="Ink 34180">
                <a:extLst>
                  <a:ext uri="{FF2B5EF4-FFF2-40B4-BE49-F238E27FC236}">
                    <a16:creationId xmlns:a16="http://schemas.microsoft.com/office/drawing/2014/main" id="{DF9AD1FF-C537-FDEE-07F1-AFAEBE6B0E35}"/>
                  </a:ext>
                </a:extLst>
              </p14:cNvPr>
              <p14:cNvContentPartPr/>
              <p14:nvPr/>
            </p14:nvContentPartPr>
            <p14:xfrm>
              <a:off x="1770678" y="1769952"/>
              <a:ext cx="92160" cy="184680"/>
            </p14:xfrm>
          </p:contentPart>
        </mc:Choice>
        <mc:Fallback xmlns="">
          <p:pic>
            <p:nvPicPr>
              <p:cNvPr id="34181" name="Ink 34180">
                <a:extLst>
                  <a:ext uri="{FF2B5EF4-FFF2-40B4-BE49-F238E27FC236}">
                    <a16:creationId xmlns:a16="http://schemas.microsoft.com/office/drawing/2014/main" id="{DF9AD1FF-C537-FDEE-07F1-AFAEBE6B0E35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1753038" y="1752312"/>
                <a:ext cx="127800" cy="22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34190" name="Group 34189">
            <a:extLst>
              <a:ext uri="{FF2B5EF4-FFF2-40B4-BE49-F238E27FC236}">
                <a16:creationId xmlns:a16="http://schemas.microsoft.com/office/drawing/2014/main" id="{C0FF35BE-AEB0-E20E-9B64-9625021A8B2E}"/>
              </a:ext>
            </a:extLst>
          </p:cNvPr>
          <p:cNvGrpSpPr/>
          <p:nvPr/>
        </p:nvGrpSpPr>
        <p:grpSpPr>
          <a:xfrm>
            <a:off x="847278" y="2304192"/>
            <a:ext cx="531720" cy="218160"/>
            <a:chOff x="847278" y="2304192"/>
            <a:chExt cx="531720" cy="21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34182" name="Ink 34181">
                  <a:extLst>
                    <a:ext uri="{FF2B5EF4-FFF2-40B4-BE49-F238E27FC236}">
                      <a16:creationId xmlns:a16="http://schemas.microsoft.com/office/drawing/2014/main" id="{337BA6A7-67C9-1D4D-767E-12C645FFAB11}"/>
                    </a:ext>
                  </a:extLst>
                </p14:cNvPr>
                <p14:cNvContentPartPr/>
                <p14:nvPr/>
              </p14:nvContentPartPr>
              <p14:xfrm>
                <a:off x="847278" y="2309952"/>
                <a:ext cx="322560" cy="212400"/>
              </p14:xfrm>
            </p:contentPart>
          </mc:Choice>
          <mc:Fallback xmlns="">
            <p:pic>
              <p:nvPicPr>
                <p:cNvPr id="34182" name="Ink 34181">
                  <a:extLst>
                    <a:ext uri="{FF2B5EF4-FFF2-40B4-BE49-F238E27FC236}">
                      <a16:creationId xmlns:a16="http://schemas.microsoft.com/office/drawing/2014/main" id="{337BA6A7-67C9-1D4D-767E-12C645FFAB11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29638" y="2291952"/>
                  <a:ext cx="3582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34183" name="Ink 34182">
                  <a:extLst>
                    <a:ext uri="{FF2B5EF4-FFF2-40B4-BE49-F238E27FC236}">
                      <a16:creationId xmlns:a16="http://schemas.microsoft.com/office/drawing/2014/main" id="{9DF5ED57-5539-9C9F-8D95-DA291192EF3C}"/>
                    </a:ext>
                  </a:extLst>
                </p14:cNvPr>
                <p14:cNvContentPartPr/>
                <p14:nvPr/>
              </p14:nvContentPartPr>
              <p14:xfrm>
                <a:off x="1258398" y="2304192"/>
                <a:ext cx="120600" cy="112320"/>
              </p14:xfrm>
            </p:contentPart>
          </mc:Choice>
          <mc:Fallback xmlns="">
            <p:pic>
              <p:nvPicPr>
                <p:cNvPr id="34183" name="Ink 34182">
                  <a:extLst>
                    <a:ext uri="{FF2B5EF4-FFF2-40B4-BE49-F238E27FC236}">
                      <a16:creationId xmlns:a16="http://schemas.microsoft.com/office/drawing/2014/main" id="{9DF5ED57-5539-9C9F-8D95-DA291192EF3C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240758" y="2286192"/>
                  <a:ext cx="15624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99" name="Group 34198">
            <a:extLst>
              <a:ext uri="{FF2B5EF4-FFF2-40B4-BE49-F238E27FC236}">
                <a16:creationId xmlns:a16="http://schemas.microsoft.com/office/drawing/2014/main" id="{83C029B8-D4AA-33B9-D771-803137333465}"/>
              </a:ext>
            </a:extLst>
          </p:cNvPr>
          <p:cNvGrpSpPr/>
          <p:nvPr/>
        </p:nvGrpSpPr>
        <p:grpSpPr>
          <a:xfrm>
            <a:off x="756198" y="2700192"/>
            <a:ext cx="1616040" cy="463320"/>
            <a:chOff x="756198" y="2700192"/>
            <a:chExt cx="1616040" cy="46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34184" name="Ink 34183">
                  <a:extLst>
                    <a:ext uri="{FF2B5EF4-FFF2-40B4-BE49-F238E27FC236}">
                      <a16:creationId xmlns:a16="http://schemas.microsoft.com/office/drawing/2014/main" id="{3C17B2D6-8116-75C9-712C-978240634CCC}"/>
                    </a:ext>
                  </a:extLst>
                </p14:cNvPr>
                <p14:cNvContentPartPr/>
                <p14:nvPr/>
              </p14:nvContentPartPr>
              <p14:xfrm>
                <a:off x="756198" y="2977752"/>
                <a:ext cx="227160" cy="185760"/>
              </p14:xfrm>
            </p:contentPart>
          </mc:Choice>
          <mc:Fallback xmlns="">
            <p:pic>
              <p:nvPicPr>
                <p:cNvPr id="34184" name="Ink 34183">
                  <a:extLst>
                    <a:ext uri="{FF2B5EF4-FFF2-40B4-BE49-F238E27FC236}">
                      <a16:creationId xmlns:a16="http://schemas.microsoft.com/office/drawing/2014/main" id="{3C17B2D6-8116-75C9-712C-978240634CCC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738198" y="2960112"/>
                  <a:ext cx="2628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34185" name="Ink 34184">
                  <a:extLst>
                    <a:ext uri="{FF2B5EF4-FFF2-40B4-BE49-F238E27FC236}">
                      <a16:creationId xmlns:a16="http://schemas.microsoft.com/office/drawing/2014/main" id="{E7E5704F-06E8-C43D-999B-A5CBD4F953FB}"/>
                    </a:ext>
                  </a:extLst>
                </p14:cNvPr>
                <p14:cNvContentPartPr/>
                <p14:nvPr/>
              </p14:nvContentPartPr>
              <p14:xfrm>
                <a:off x="1025118" y="2843472"/>
                <a:ext cx="44640" cy="171720"/>
              </p14:xfrm>
            </p:contentPart>
          </mc:Choice>
          <mc:Fallback xmlns="">
            <p:pic>
              <p:nvPicPr>
                <p:cNvPr id="34185" name="Ink 34184">
                  <a:extLst>
                    <a:ext uri="{FF2B5EF4-FFF2-40B4-BE49-F238E27FC236}">
                      <a16:creationId xmlns:a16="http://schemas.microsoft.com/office/drawing/2014/main" id="{E7E5704F-06E8-C43D-999B-A5CBD4F953FB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007118" y="2825472"/>
                  <a:ext cx="802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34186" name="Ink 34185">
                  <a:extLst>
                    <a:ext uri="{FF2B5EF4-FFF2-40B4-BE49-F238E27FC236}">
                      <a16:creationId xmlns:a16="http://schemas.microsoft.com/office/drawing/2014/main" id="{101A69C3-79AF-F4F5-A972-01AE39FFBBA8}"/>
                    </a:ext>
                  </a:extLst>
                </p14:cNvPr>
                <p14:cNvContentPartPr/>
                <p14:nvPr/>
              </p14:nvContentPartPr>
              <p14:xfrm>
                <a:off x="1143558" y="2930232"/>
                <a:ext cx="141840" cy="128520"/>
              </p14:xfrm>
            </p:contentPart>
          </mc:Choice>
          <mc:Fallback xmlns="">
            <p:pic>
              <p:nvPicPr>
                <p:cNvPr id="34186" name="Ink 34185">
                  <a:extLst>
                    <a:ext uri="{FF2B5EF4-FFF2-40B4-BE49-F238E27FC236}">
                      <a16:creationId xmlns:a16="http://schemas.microsoft.com/office/drawing/2014/main" id="{101A69C3-79AF-F4F5-A972-01AE39FFBBA8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125918" y="2912592"/>
                  <a:ext cx="1774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34187" name="Ink 34186">
                  <a:extLst>
                    <a:ext uri="{FF2B5EF4-FFF2-40B4-BE49-F238E27FC236}">
                      <a16:creationId xmlns:a16="http://schemas.microsoft.com/office/drawing/2014/main" id="{419B7171-1A1C-89AB-C39D-305DFD0FBD5A}"/>
                    </a:ext>
                  </a:extLst>
                </p14:cNvPr>
                <p14:cNvContentPartPr/>
                <p14:nvPr/>
              </p14:nvContentPartPr>
              <p14:xfrm>
                <a:off x="1398078" y="2905392"/>
                <a:ext cx="75600" cy="97200"/>
              </p14:xfrm>
            </p:contentPart>
          </mc:Choice>
          <mc:Fallback xmlns="">
            <p:pic>
              <p:nvPicPr>
                <p:cNvPr id="34187" name="Ink 34186">
                  <a:extLst>
                    <a:ext uri="{FF2B5EF4-FFF2-40B4-BE49-F238E27FC236}">
                      <a16:creationId xmlns:a16="http://schemas.microsoft.com/office/drawing/2014/main" id="{419B7171-1A1C-89AB-C39D-305DFD0FBD5A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380078" y="2887752"/>
                  <a:ext cx="11124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34188" name="Ink 34187">
                  <a:extLst>
                    <a:ext uri="{FF2B5EF4-FFF2-40B4-BE49-F238E27FC236}">
                      <a16:creationId xmlns:a16="http://schemas.microsoft.com/office/drawing/2014/main" id="{03AFF04F-42A1-B11D-92CB-F402ADF04805}"/>
                    </a:ext>
                  </a:extLst>
                </p14:cNvPr>
                <p14:cNvContentPartPr/>
                <p14:nvPr/>
              </p14:nvContentPartPr>
              <p14:xfrm>
                <a:off x="1553238" y="2848152"/>
                <a:ext cx="84960" cy="108720"/>
              </p14:xfrm>
            </p:contentPart>
          </mc:Choice>
          <mc:Fallback xmlns="">
            <p:pic>
              <p:nvPicPr>
                <p:cNvPr id="34188" name="Ink 34187">
                  <a:extLst>
                    <a:ext uri="{FF2B5EF4-FFF2-40B4-BE49-F238E27FC236}">
                      <a16:creationId xmlns:a16="http://schemas.microsoft.com/office/drawing/2014/main" id="{03AFF04F-42A1-B11D-92CB-F402ADF04805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535238" y="2830152"/>
                  <a:ext cx="1206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34193" name="Ink 34192">
                  <a:extLst>
                    <a:ext uri="{FF2B5EF4-FFF2-40B4-BE49-F238E27FC236}">
                      <a16:creationId xmlns:a16="http://schemas.microsoft.com/office/drawing/2014/main" id="{A3F5C3E4-8064-8BD1-7043-10FAD7E20F54}"/>
                    </a:ext>
                  </a:extLst>
                </p14:cNvPr>
                <p14:cNvContentPartPr/>
                <p14:nvPr/>
              </p14:nvContentPartPr>
              <p14:xfrm>
                <a:off x="1568358" y="2779752"/>
                <a:ext cx="134640" cy="324360"/>
              </p14:xfrm>
            </p:contentPart>
          </mc:Choice>
          <mc:Fallback xmlns="">
            <p:pic>
              <p:nvPicPr>
                <p:cNvPr id="34193" name="Ink 34192">
                  <a:extLst>
                    <a:ext uri="{FF2B5EF4-FFF2-40B4-BE49-F238E27FC236}">
                      <a16:creationId xmlns:a16="http://schemas.microsoft.com/office/drawing/2014/main" id="{A3F5C3E4-8064-8BD1-7043-10FAD7E20F54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550718" y="2762112"/>
                  <a:ext cx="17028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34194" name="Ink 34193">
                  <a:extLst>
                    <a:ext uri="{FF2B5EF4-FFF2-40B4-BE49-F238E27FC236}">
                      <a16:creationId xmlns:a16="http://schemas.microsoft.com/office/drawing/2014/main" id="{442919D3-34EE-704A-1F0E-2B0827368059}"/>
                    </a:ext>
                  </a:extLst>
                </p14:cNvPr>
                <p14:cNvContentPartPr/>
                <p14:nvPr/>
              </p14:nvContentPartPr>
              <p14:xfrm>
                <a:off x="1607238" y="2875512"/>
                <a:ext cx="70200" cy="51840"/>
              </p14:xfrm>
            </p:contentPart>
          </mc:Choice>
          <mc:Fallback xmlns="">
            <p:pic>
              <p:nvPicPr>
                <p:cNvPr id="34194" name="Ink 34193">
                  <a:extLst>
                    <a:ext uri="{FF2B5EF4-FFF2-40B4-BE49-F238E27FC236}">
                      <a16:creationId xmlns:a16="http://schemas.microsoft.com/office/drawing/2014/main" id="{442919D3-34EE-704A-1F0E-2B0827368059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589598" y="2857512"/>
                  <a:ext cx="1058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34195" name="Ink 34194">
                  <a:extLst>
                    <a:ext uri="{FF2B5EF4-FFF2-40B4-BE49-F238E27FC236}">
                      <a16:creationId xmlns:a16="http://schemas.microsoft.com/office/drawing/2014/main" id="{D99DD6E0-75BB-E58B-1461-DD776732FE3C}"/>
                    </a:ext>
                  </a:extLst>
                </p14:cNvPr>
                <p14:cNvContentPartPr/>
                <p14:nvPr/>
              </p14:nvContentPartPr>
              <p14:xfrm>
                <a:off x="1730358" y="2899272"/>
                <a:ext cx="102600" cy="97200"/>
              </p14:xfrm>
            </p:contentPart>
          </mc:Choice>
          <mc:Fallback xmlns="">
            <p:pic>
              <p:nvPicPr>
                <p:cNvPr id="34195" name="Ink 34194">
                  <a:extLst>
                    <a:ext uri="{FF2B5EF4-FFF2-40B4-BE49-F238E27FC236}">
                      <a16:creationId xmlns:a16="http://schemas.microsoft.com/office/drawing/2014/main" id="{D99DD6E0-75BB-E58B-1461-DD776732FE3C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712358" y="2881632"/>
                  <a:ext cx="13824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34196" name="Ink 34195">
                  <a:extLst>
                    <a:ext uri="{FF2B5EF4-FFF2-40B4-BE49-F238E27FC236}">
                      <a16:creationId xmlns:a16="http://schemas.microsoft.com/office/drawing/2014/main" id="{25ABC2F6-5B65-9024-B563-DC87F98ACF1A}"/>
                    </a:ext>
                  </a:extLst>
                </p14:cNvPr>
                <p14:cNvContentPartPr/>
                <p14:nvPr/>
              </p14:nvContentPartPr>
              <p14:xfrm>
                <a:off x="1927998" y="2783352"/>
                <a:ext cx="249840" cy="160200"/>
              </p14:xfrm>
            </p:contentPart>
          </mc:Choice>
          <mc:Fallback xmlns="">
            <p:pic>
              <p:nvPicPr>
                <p:cNvPr id="34196" name="Ink 34195">
                  <a:extLst>
                    <a:ext uri="{FF2B5EF4-FFF2-40B4-BE49-F238E27FC236}">
                      <a16:creationId xmlns:a16="http://schemas.microsoft.com/office/drawing/2014/main" id="{25ABC2F6-5B65-9024-B563-DC87F98ACF1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909998" y="2765352"/>
                  <a:ext cx="2854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34197" name="Ink 34196">
                  <a:extLst>
                    <a:ext uri="{FF2B5EF4-FFF2-40B4-BE49-F238E27FC236}">
                      <a16:creationId xmlns:a16="http://schemas.microsoft.com/office/drawing/2014/main" id="{4D815A4A-ED26-984E-A838-FB81616A5F0C}"/>
                    </a:ext>
                  </a:extLst>
                </p14:cNvPr>
                <p14:cNvContentPartPr/>
                <p14:nvPr/>
              </p14:nvContentPartPr>
              <p14:xfrm>
                <a:off x="2296278" y="2724312"/>
                <a:ext cx="4680" cy="11520"/>
              </p14:xfrm>
            </p:contentPart>
          </mc:Choice>
          <mc:Fallback xmlns="">
            <p:pic>
              <p:nvPicPr>
                <p:cNvPr id="34197" name="Ink 34196">
                  <a:extLst>
                    <a:ext uri="{FF2B5EF4-FFF2-40B4-BE49-F238E27FC236}">
                      <a16:creationId xmlns:a16="http://schemas.microsoft.com/office/drawing/2014/main" id="{4D815A4A-ED26-984E-A838-FB81616A5F0C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2278638" y="2706672"/>
                  <a:ext cx="403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34198" name="Ink 34197">
                  <a:extLst>
                    <a:ext uri="{FF2B5EF4-FFF2-40B4-BE49-F238E27FC236}">
                      <a16:creationId xmlns:a16="http://schemas.microsoft.com/office/drawing/2014/main" id="{55484E7C-9B78-B66A-DDB6-3339AA506FB7}"/>
                    </a:ext>
                  </a:extLst>
                </p14:cNvPr>
                <p14:cNvContentPartPr/>
                <p14:nvPr/>
              </p14:nvContentPartPr>
              <p14:xfrm>
                <a:off x="2279718" y="2700192"/>
                <a:ext cx="92520" cy="202320"/>
              </p14:xfrm>
            </p:contentPart>
          </mc:Choice>
          <mc:Fallback xmlns="">
            <p:pic>
              <p:nvPicPr>
                <p:cNvPr id="34198" name="Ink 34197">
                  <a:extLst>
                    <a:ext uri="{FF2B5EF4-FFF2-40B4-BE49-F238E27FC236}">
                      <a16:creationId xmlns:a16="http://schemas.microsoft.com/office/drawing/2014/main" id="{55484E7C-9B78-B66A-DDB6-3339AA506FB7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2261718" y="2682552"/>
                  <a:ext cx="128160" cy="23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212" name="Group 34211">
            <a:extLst>
              <a:ext uri="{FF2B5EF4-FFF2-40B4-BE49-F238E27FC236}">
                <a16:creationId xmlns:a16="http://schemas.microsoft.com/office/drawing/2014/main" id="{02456902-E5D8-577D-5669-D8AB3DF66D05}"/>
              </a:ext>
            </a:extLst>
          </p:cNvPr>
          <p:cNvGrpSpPr/>
          <p:nvPr/>
        </p:nvGrpSpPr>
        <p:grpSpPr>
          <a:xfrm>
            <a:off x="9130158" y="3020232"/>
            <a:ext cx="1443600" cy="383400"/>
            <a:chOff x="9130158" y="3020232"/>
            <a:chExt cx="1443600" cy="38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34200" name="Ink 34199">
                  <a:extLst>
                    <a:ext uri="{FF2B5EF4-FFF2-40B4-BE49-F238E27FC236}">
                      <a16:creationId xmlns:a16="http://schemas.microsoft.com/office/drawing/2014/main" id="{776EC8AA-4A98-9992-E673-62380FA78863}"/>
                    </a:ext>
                  </a:extLst>
                </p14:cNvPr>
                <p14:cNvContentPartPr/>
                <p14:nvPr/>
              </p14:nvContentPartPr>
              <p14:xfrm>
                <a:off x="9150678" y="3020232"/>
                <a:ext cx="11880" cy="295920"/>
              </p14:xfrm>
            </p:contentPart>
          </mc:Choice>
          <mc:Fallback xmlns="">
            <p:pic>
              <p:nvPicPr>
                <p:cNvPr id="34200" name="Ink 34199">
                  <a:extLst>
                    <a:ext uri="{FF2B5EF4-FFF2-40B4-BE49-F238E27FC236}">
                      <a16:creationId xmlns:a16="http://schemas.microsoft.com/office/drawing/2014/main" id="{776EC8AA-4A98-9992-E673-62380FA78863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132678" y="3002232"/>
                  <a:ext cx="4752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34201" name="Ink 34200">
                  <a:extLst>
                    <a:ext uri="{FF2B5EF4-FFF2-40B4-BE49-F238E27FC236}">
                      <a16:creationId xmlns:a16="http://schemas.microsoft.com/office/drawing/2014/main" id="{D1EBE255-AFBD-E07D-C02E-C1B23FC99C08}"/>
                    </a:ext>
                  </a:extLst>
                </p14:cNvPr>
                <p14:cNvContentPartPr/>
                <p14:nvPr/>
              </p14:nvContentPartPr>
              <p14:xfrm>
                <a:off x="9130158" y="3024552"/>
                <a:ext cx="250560" cy="212760"/>
              </p14:xfrm>
            </p:contentPart>
          </mc:Choice>
          <mc:Fallback xmlns="">
            <p:pic>
              <p:nvPicPr>
                <p:cNvPr id="34201" name="Ink 34200">
                  <a:extLst>
                    <a:ext uri="{FF2B5EF4-FFF2-40B4-BE49-F238E27FC236}">
                      <a16:creationId xmlns:a16="http://schemas.microsoft.com/office/drawing/2014/main" id="{D1EBE255-AFBD-E07D-C02E-C1B23FC99C08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9112158" y="3006912"/>
                  <a:ext cx="28620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34202" name="Ink 34201">
                  <a:extLst>
                    <a:ext uri="{FF2B5EF4-FFF2-40B4-BE49-F238E27FC236}">
                      <a16:creationId xmlns:a16="http://schemas.microsoft.com/office/drawing/2014/main" id="{ADB46B3D-0CF4-5497-630D-0826C61785C8}"/>
                    </a:ext>
                  </a:extLst>
                </p14:cNvPr>
                <p14:cNvContentPartPr/>
                <p14:nvPr/>
              </p14:nvContentPartPr>
              <p14:xfrm>
                <a:off x="9396918" y="3136152"/>
                <a:ext cx="190080" cy="166680"/>
              </p14:xfrm>
            </p:contentPart>
          </mc:Choice>
          <mc:Fallback xmlns="">
            <p:pic>
              <p:nvPicPr>
                <p:cNvPr id="34202" name="Ink 34201">
                  <a:extLst>
                    <a:ext uri="{FF2B5EF4-FFF2-40B4-BE49-F238E27FC236}">
                      <a16:creationId xmlns:a16="http://schemas.microsoft.com/office/drawing/2014/main" id="{ADB46B3D-0CF4-5497-630D-0826C61785C8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9378918" y="3118152"/>
                  <a:ext cx="2257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34203" name="Ink 34202">
                  <a:extLst>
                    <a:ext uri="{FF2B5EF4-FFF2-40B4-BE49-F238E27FC236}">
                      <a16:creationId xmlns:a16="http://schemas.microsoft.com/office/drawing/2014/main" id="{ECEEC751-88AF-0D5D-2AF9-B1495EAF104B}"/>
                    </a:ext>
                  </a:extLst>
                </p14:cNvPr>
                <p14:cNvContentPartPr/>
                <p14:nvPr/>
              </p14:nvContentPartPr>
              <p14:xfrm>
                <a:off x="9641358" y="3194472"/>
                <a:ext cx="46080" cy="209160"/>
              </p14:xfrm>
            </p:contentPart>
          </mc:Choice>
          <mc:Fallback xmlns="">
            <p:pic>
              <p:nvPicPr>
                <p:cNvPr id="34203" name="Ink 34202">
                  <a:extLst>
                    <a:ext uri="{FF2B5EF4-FFF2-40B4-BE49-F238E27FC236}">
                      <a16:creationId xmlns:a16="http://schemas.microsoft.com/office/drawing/2014/main" id="{ECEEC751-88AF-0D5D-2AF9-B1495EAF104B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623358" y="3176832"/>
                  <a:ext cx="8172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34204" name="Ink 34203">
                  <a:extLst>
                    <a:ext uri="{FF2B5EF4-FFF2-40B4-BE49-F238E27FC236}">
                      <a16:creationId xmlns:a16="http://schemas.microsoft.com/office/drawing/2014/main" id="{FE899C1B-C008-2E72-1F7E-DE65C79941C1}"/>
                    </a:ext>
                  </a:extLst>
                </p14:cNvPr>
                <p14:cNvContentPartPr/>
                <p14:nvPr/>
              </p14:nvContentPartPr>
              <p14:xfrm>
                <a:off x="9584838" y="3080352"/>
                <a:ext cx="37440" cy="12240"/>
              </p14:xfrm>
            </p:contentPart>
          </mc:Choice>
          <mc:Fallback xmlns="">
            <p:pic>
              <p:nvPicPr>
                <p:cNvPr id="34204" name="Ink 34203">
                  <a:extLst>
                    <a:ext uri="{FF2B5EF4-FFF2-40B4-BE49-F238E27FC236}">
                      <a16:creationId xmlns:a16="http://schemas.microsoft.com/office/drawing/2014/main" id="{FE899C1B-C008-2E72-1F7E-DE65C79941C1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566838" y="3062352"/>
                  <a:ext cx="730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34205" name="Ink 34204">
                  <a:extLst>
                    <a:ext uri="{FF2B5EF4-FFF2-40B4-BE49-F238E27FC236}">
                      <a16:creationId xmlns:a16="http://schemas.microsoft.com/office/drawing/2014/main" id="{C38C5E93-6D47-5CDF-43F0-50039390E78C}"/>
                    </a:ext>
                  </a:extLst>
                </p14:cNvPr>
                <p14:cNvContentPartPr/>
                <p14:nvPr/>
              </p14:nvContentPartPr>
              <p14:xfrm>
                <a:off x="9777438" y="3182592"/>
                <a:ext cx="110880" cy="124200"/>
              </p14:xfrm>
            </p:contentPart>
          </mc:Choice>
          <mc:Fallback xmlns="">
            <p:pic>
              <p:nvPicPr>
                <p:cNvPr id="34205" name="Ink 34204">
                  <a:extLst>
                    <a:ext uri="{FF2B5EF4-FFF2-40B4-BE49-F238E27FC236}">
                      <a16:creationId xmlns:a16="http://schemas.microsoft.com/office/drawing/2014/main" id="{C38C5E93-6D47-5CDF-43F0-50039390E78C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9759438" y="3164592"/>
                  <a:ext cx="1465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34206" name="Ink 34205">
                  <a:extLst>
                    <a:ext uri="{FF2B5EF4-FFF2-40B4-BE49-F238E27FC236}">
                      <a16:creationId xmlns:a16="http://schemas.microsoft.com/office/drawing/2014/main" id="{8A43EDC4-0E9E-5FC1-BD52-B9C0B2A2FA9E}"/>
                    </a:ext>
                  </a:extLst>
                </p14:cNvPr>
                <p14:cNvContentPartPr/>
                <p14:nvPr/>
              </p14:nvContentPartPr>
              <p14:xfrm>
                <a:off x="9943758" y="3194472"/>
                <a:ext cx="57240" cy="84240"/>
              </p14:xfrm>
            </p:contentPart>
          </mc:Choice>
          <mc:Fallback xmlns="">
            <p:pic>
              <p:nvPicPr>
                <p:cNvPr id="34206" name="Ink 34205">
                  <a:extLst>
                    <a:ext uri="{FF2B5EF4-FFF2-40B4-BE49-F238E27FC236}">
                      <a16:creationId xmlns:a16="http://schemas.microsoft.com/office/drawing/2014/main" id="{8A43EDC4-0E9E-5FC1-BD52-B9C0B2A2FA9E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9925758" y="3176832"/>
                  <a:ext cx="928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34207" name="Ink 34206">
                  <a:extLst>
                    <a:ext uri="{FF2B5EF4-FFF2-40B4-BE49-F238E27FC236}">
                      <a16:creationId xmlns:a16="http://schemas.microsoft.com/office/drawing/2014/main" id="{3F7435DB-9C9D-850E-870F-EAA7527A34E9}"/>
                    </a:ext>
                  </a:extLst>
                </p14:cNvPr>
                <p14:cNvContentPartPr/>
                <p14:nvPr/>
              </p14:nvContentPartPr>
              <p14:xfrm>
                <a:off x="10138518" y="3167832"/>
                <a:ext cx="11880" cy="88920"/>
              </p14:xfrm>
            </p:contentPart>
          </mc:Choice>
          <mc:Fallback xmlns="">
            <p:pic>
              <p:nvPicPr>
                <p:cNvPr id="34207" name="Ink 34206">
                  <a:extLst>
                    <a:ext uri="{FF2B5EF4-FFF2-40B4-BE49-F238E27FC236}">
                      <a16:creationId xmlns:a16="http://schemas.microsoft.com/office/drawing/2014/main" id="{3F7435DB-9C9D-850E-870F-EAA7527A34E9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0120878" y="3150192"/>
                  <a:ext cx="475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34208" name="Ink 34207">
                  <a:extLst>
                    <a:ext uri="{FF2B5EF4-FFF2-40B4-BE49-F238E27FC236}">
                      <a16:creationId xmlns:a16="http://schemas.microsoft.com/office/drawing/2014/main" id="{0B61C3B6-99AD-576B-2890-B0D2DAAE2860}"/>
                    </a:ext>
                  </a:extLst>
                </p14:cNvPr>
                <p14:cNvContentPartPr/>
                <p14:nvPr/>
              </p14:nvContentPartPr>
              <p14:xfrm>
                <a:off x="10153278" y="3046152"/>
                <a:ext cx="14040" cy="36000"/>
              </p14:xfrm>
            </p:contentPart>
          </mc:Choice>
          <mc:Fallback xmlns="">
            <p:pic>
              <p:nvPicPr>
                <p:cNvPr id="34208" name="Ink 34207">
                  <a:extLst>
                    <a:ext uri="{FF2B5EF4-FFF2-40B4-BE49-F238E27FC236}">
                      <a16:creationId xmlns:a16="http://schemas.microsoft.com/office/drawing/2014/main" id="{0B61C3B6-99AD-576B-2890-B0D2DAAE2860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135638" y="3028512"/>
                  <a:ext cx="496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34209" name="Ink 34208">
                  <a:extLst>
                    <a:ext uri="{FF2B5EF4-FFF2-40B4-BE49-F238E27FC236}">
                      <a16:creationId xmlns:a16="http://schemas.microsoft.com/office/drawing/2014/main" id="{994A3D61-8F75-B93E-98A3-44D607102A2A}"/>
                    </a:ext>
                  </a:extLst>
                </p14:cNvPr>
                <p14:cNvContentPartPr/>
                <p14:nvPr/>
              </p14:nvContentPartPr>
              <p14:xfrm>
                <a:off x="10232838" y="3061992"/>
                <a:ext cx="96120" cy="188640"/>
              </p14:xfrm>
            </p:contentPart>
          </mc:Choice>
          <mc:Fallback xmlns="">
            <p:pic>
              <p:nvPicPr>
                <p:cNvPr id="34209" name="Ink 34208">
                  <a:extLst>
                    <a:ext uri="{FF2B5EF4-FFF2-40B4-BE49-F238E27FC236}">
                      <a16:creationId xmlns:a16="http://schemas.microsoft.com/office/drawing/2014/main" id="{994A3D61-8F75-B93E-98A3-44D607102A2A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215198" y="3044352"/>
                  <a:ext cx="1317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34210" name="Ink 34209">
                  <a:extLst>
                    <a:ext uri="{FF2B5EF4-FFF2-40B4-BE49-F238E27FC236}">
                      <a16:creationId xmlns:a16="http://schemas.microsoft.com/office/drawing/2014/main" id="{6366EB8A-55A9-4FBD-443A-3CDD0DD71851}"/>
                    </a:ext>
                  </a:extLst>
                </p14:cNvPr>
                <p14:cNvContentPartPr/>
                <p14:nvPr/>
              </p14:nvContentPartPr>
              <p14:xfrm>
                <a:off x="10231398" y="3154872"/>
                <a:ext cx="142200" cy="34560"/>
              </p14:xfrm>
            </p:contentPart>
          </mc:Choice>
          <mc:Fallback xmlns="">
            <p:pic>
              <p:nvPicPr>
                <p:cNvPr id="34210" name="Ink 34209">
                  <a:extLst>
                    <a:ext uri="{FF2B5EF4-FFF2-40B4-BE49-F238E27FC236}">
                      <a16:creationId xmlns:a16="http://schemas.microsoft.com/office/drawing/2014/main" id="{6366EB8A-55A9-4FBD-443A-3CDD0DD71851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0213398" y="3136872"/>
                  <a:ext cx="1778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34211" name="Ink 34210">
                  <a:extLst>
                    <a:ext uri="{FF2B5EF4-FFF2-40B4-BE49-F238E27FC236}">
                      <a16:creationId xmlns:a16="http://schemas.microsoft.com/office/drawing/2014/main" id="{3F493225-B2DE-E21E-8B0C-9470627017BC}"/>
                    </a:ext>
                  </a:extLst>
                </p14:cNvPr>
                <p14:cNvContentPartPr/>
                <p14:nvPr/>
              </p14:nvContentPartPr>
              <p14:xfrm>
                <a:off x="10448118" y="3142992"/>
                <a:ext cx="125640" cy="240120"/>
              </p14:xfrm>
            </p:contentPart>
          </mc:Choice>
          <mc:Fallback xmlns="">
            <p:pic>
              <p:nvPicPr>
                <p:cNvPr id="34211" name="Ink 34210">
                  <a:extLst>
                    <a:ext uri="{FF2B5EF4-FFF2-40B4-BE49-F238E27FC236}">
                      <a16:creationId xmlns:a16="http://schemas.microsoft.com/office/drawing/2014/main" id="{3F493225-B2DE-E21E-8B0C-9470627017BC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430478" y="3124992"/>
                  <a:ext cx="161280" cy="27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234" name="Group 34233">
            <a:extLst>
              <a:ext uri="{FF2B5EF4-FFF2-40B4-BE49-F238E27FC236}">
                <a16:creationId xmlns:a16="http://schemas.microsoft.com/office/drawing/2014/main" id="{F8FF3127-44B6-809F-D693-689BC465F3FB}"/>
              </a:ext>
            </a:extLst>
          </p:cNvPr>
          <p:cNvGrpSpPr/>
          <p:nvPr/>
        </p:nvGrpSpPr>
        <p:grpSpPr>
          <a:xfrm>
            <a:off x="9413838" y="3539352"/>
            <a:ext cx="1157040" cy="211680"/>
            <a:chOff x="9413838" y="3539352"/>
            <a:chExt cx="1157040" cy="21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34213" name="Ink 34212">
                  <a:extLst>
                    <a:ext uri="{FF2B5EF4-FFF2-40B4-BE49-F238E27FC236}">
                      <a16:creationId xmlns:a16="http://schemas.microsoft.com/office/drawing/2014/main" id="{E5D11DFE-5DAA-5094-9A64-9E49073C5B30}"/>
                    </a:ext>
                  </a:extLst>
                </p14:cNvPr>
                <p14:cNvContentPartPr/>
                <p14:nvPr/>
              </p14:nvContentPartPr>
              <p14:xfrm>
                <a:off x="9413838" y="3582912"/>
                <a:ext cx="91440" cy="168120"/>
              </p14:xfrm>
            </p:contentPart>
          </mc:Choice>
          <mc:Fallback xmlns="">
            <p:pic>
              <p:nvPicPr>
                <p:cNvPr id="34213" name="Ink 34212">
                  <a:extLst>
                    <a:ext uri="{FF2B5EF4-FFF2-40B4-BE49-F238E27FC236}">
                      <a16:creationId xmlns:a16="http://schemas.microsoft.com/office/drawing/2014/main" id="{E5D11DFE-5DAA-5094-9A64-9E49073C5B30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9396198" y="3564912"/>
                  <a:ext cx="1270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34214" name="Ink 34213">
                  <a:extLst>
                    <a:ext uri="{FF2B5EF4-FFF2-40B4-BE49-F238E27FC236}">
                      <a16:creationId xmlns:a16="http://schemas.microsoft.com/office/drawing/2014/main" id="{20F7F6AC-E976-8F76-CBE4-B3039E7B2912}"/>
                    </a:ext>
                  </a:extLst>
                </p14:cNvPr>
                <p14:cNvContentPartPr/>
                <p14:nvPr/>
              </p14:nvContentPartPr>
              <p14:xfrm>
                <a:off x="9510678" y="3654552"/>
                <a:ext cx="133200" cy="81720"/>
              </p14:xfrm>
            </p:contentPart>
          </mc:Choice>
          <mc:Fallback xmlns="">
            <p:pic>
              <p:nvPicPr>
                <p:cNvPr id="34214" name="Ink 34213">
                  <a:extLst>
                    <a:ext uri="{FF2B5EF4-FFF2-40B4-BE49-F238E27FC236}">
                      <a16:creationId xmlns:a16="http://schemas.microsoft.com/office/drawing/2014/main" id="{20F7F6AC-E976-8F76-CBE4-B3039E7B2912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492678" y="3636912"/>
                  <a:ext cx="1688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34215" name="Ink 34214">
                  <a:extLst>
                    <a:ext uri="{FF2B5EF4-FFF2-40B4-BE49-F238E27FC236}">
                      <a16:creationId xmlns:a16="http://schemas.microsoft.com/office/drawing/2014/main" id="{54D74F9D-6B4D-124A-823A-4851F9D67066}"/>
                    </a:ext>
                  </a:extLst>
                </p14:cNvPr>
                <p14:cNvContentPartPr/>
                <p14:nvPr/>
              </p14:nvContentPartPr>
              <p14:xfrm>
                <a:off x="9666198" y="3655632"/>
                <a:ext cx="70560" cy="67680"/>
              </p14:xfrm>
            </p:contentPart>
          </mc:Choice>
          <mc:Fallback xmlns="">
            <p:pic>
              <p:nvPicPr>
                <p:cNvPr id="34215" name="Ink 34214">
                  <a:extLst>
                    <a:ext uri="{FF2B5EF4-FFF2-40B4-BE49-F238E27FC236}">
                      <a16:creationId xmlns:a16="http://schemas.microsoft.com/office/drawing/2014/main" id="{54D74F9D-6B4D-124A-823A-4851F9D67066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648558" y="3637632"/>
                  <a:ext cx="1062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34216" name="Ink 34215">
                  <a:extLst>
                    <a:ext uri="{FF2B5EF4-FFF2-40B4-BE49-F238E27FC236}">
                      <a16:creationId xmlns:a16="http://schemas.microsoft.com/office/drawing/2014/main" id="{F4906391-D58D-3474-B431-AED2BF2E3F07}"/>
                    </a:ext>
                  </a:extLst>
                </p14:cNvPr>
                <p14:cNvContentPartPr/>
                <p14:nvPr/>
              </p14:nvContentPartPr>
              <p14:xfrm>
                <a:off x="9837558" y="3634392"/>
                <a:ext cx="89640" cy="92520"/>
              </p14:xfrm>
            </p:contentPart>
          </mc:Choice>
          <mc:Fallback xmlns="">
            <p:pic>
              <p:nvPicPr>
                <p:cNvPr id="34216" name="Ink 34215">
                  <a:extLst>
                    <a:ext uri="{FF2B5EF4-FFF2-40B4-BE49-F238E27FC236}">
                      <a16:creationId xmlns:a16="http://schemas.microsoft.com/office/drawing/2014/main" id="{F4906391-D58D-3474-B431-AED2BF2E3F07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819918" y="3616752"/>
                  <a:ext cx="1252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34217" name="Ink 34216">
                  <a:extLst>
                    <a:ext uri="{FF2B5EF4-FFF2-40B4-BE49-F238E27FC236}">
                      <a16:creationId xmlns:a16="http://schemas.microsoft.com/office/drawing/2014/main" id="{2ACD264A-B147-083A-6506-D0CCAB567189}"/>
                    </a:ext>
                  </a:extLst>
                </p14:cNvPr>
                <p14:cNvContentPartPr/>
                <p14:nvPr/>
              </p14:nvContentPartPr>
              <p14:xfrm>
                <a:off x="10041678" y="3649512"/>
                <a:ext cx="41400" cy="64440"/>
              </p14:xfrm>
            </p:contentPart>
          </mc:Choice>
          <mc:Fallback xmlns="">
            <p:pic>
              <p:nvPicPr>
                <p:cNvPr id="34217" name="Ink 34216">
                  <a:extLst>
                    <a:ext uri="{FF2B5EF4-FFF2-40B4-BE49-F238E27FC236}">
                      <a16:creationId xmlns:a16="http://schemas.microsoft.com/office/drawing/2014/main" id="{2ACD264A-B147-083A-6506-D0CCAB567189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023678" y="3631872"/>
                  <a:ext cx="770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34218" name="Ink 34217">
                  <a:extLst>
                    <a:ext uri="{FF2B5EF4-FFF2-40B4-BE49-F238E27FC236}">
                      <a16:creationId xmlns:a16="http://schemas.microsoft.com/office/drawing/2014/main" id="{7521A510-1E40-9F40-7E9E-193E384658DB}"/>
                    </a:ext>
                  </a:extLst>
                </p14:cNvPr>
                <p14:cNvContentPartPr/>
                <p14:nvPr/>
              </p14:nvContentPartPr>
              <p14:xfrm>
                <a:off x="10067958" y="3539352"/>
                <a:ext cx="39600" cy="25560"/>
              </p14:xfrm>
            </p:contentPart>
          </mc:Choice>
          <mc:Fallback xmlns="">
            <p:pic>
              <p:nvPicPr>
                <p:cNvPr id="34218" name="Ink 34217">
                  <a:extLst>
                    <a:ext uri="{FF2B5EF4-FFF2-40B4-BE49-F238E27FC236}">
                      <a16:creationId xmlns:a16="http://schemas.microsoft.com/office/drawing/2014/main" id="{7521A510-1E40-9F40-7E9E-193E384658DB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0050318" y="3521712"/>
                  <a:ext cx="7524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34219" name="Ink 34218">
                  <a:extLst>
                    <a:ext uri="{FF2B5EF4-FFF2-40B4-BE49-F238E27FC236}">
                      <a16:creationId xmlns:a16="http://schemas.microsoft.com/office/drawing/2014/main" id="{C5013115-FD02-D28F-4506-AF3A4128973A}"/>
                    </a:ext>
                  </a:extLst>
                </p14:cNvPr>
                <p14:cNvContentPartPr/>
                <p14:nvPr/>
              </p14:nvContentPartPr>
              <p14:xfrm>
                <a:off x="10212318" y="3610632"/>
                <a:ext cx="61560" cy="78480"/>
              </p14:xfrm>
            </p:contentPart>
          </mc:Choice>
          <mc:Fallback xmlns="">
            <p:pic>
              <p:nvPicPr>
                <p:cNvPr id="34219" name="Ink 34218">
                  <a:extLst>
                    <a:ext uri="{FF2B5EF4-FFF2-40B4-BE49-F238E27FC236}">
                      <a16:creationId xmlns:a16="http://schemas.microsoft.com/office/drawing/2014/main" id="{C5013115-FD02-D28F-4506-AF3A4128973A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194318" y="3592632"/>
                  <a:ext cx="9720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34220" name="Ink 34219">
                  <a:extLst>
                    <a:ext uri="{FF2B5EF4-FFF2-40B4-BE49-F238E27FC236}">
                      <a16:creationId xmlns:a16="http://schemas.microsoft.com/office/drawing/2014/main" id="{F211B7D4-05F1-BA5E-2AC0-3392C73B75A1}"/>
                    </a:ext>
                  </a:extLst>
                </p14:cNvPr>
                <p14:cNvContentPartPr/>
                <p14:nvPr/>
              </p14:nvContentPartPr>
              <p14:xfrm>
                <a:off x="10325718" y="3617472"/>
                <a:ext cx="106560" cy="73440"/>
              </p14:xfrm>
            </p:contentPart>
          </mc:Choice>
          <mc:Fallback xmlns="">
            <p:pic>
              <p:nvPicPr>
                <p:cNvPr id="34220" name="Ink 34219">
                  <a:extLst>
                    <a:ext uri="{FF2B5EF4-FFF2-40B4-BE49-F238E27FC236}">
                      <a16:creationId xmlns:a16="http://schemas.microsoft.com/office/drawing/2014/main" id="{F211B7D4-05F1-BA5E-2AC0-3392C73B75A1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308078" y="3599832"/>
                  <a:ext cx="1422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34221" name="Ink 34220">
                  <a:extLst>
                    <a:ext uri="{FF2B5EF4-FFF2-40B4-BE49-F238E27FC236}">
                      <a16:creationId xmlns:a16="http://schemas.microsoft.com/office/drawing/2014/main" id="{1F8F9357-928F-3DCB-2574-D7C95B299417}"/>
                    </a:ext>
                  </a:extLst>
                </p14:cNvPr>
                <p14:cNvContentPartPr/>
                <p14:nvPr/>
              </p14:nvContentPartPr>
              <p14:xfrm>
                <a:off x="10497438" y="3576792"/>
                <a:ext cx="73440" cy="140040"/>
              </p14:xfrm>
            </p:contentPart>
          </mc:Choice>
          <mc:Fallback xmlns="">
            <p:pic>
              <p:nvPicPr>
                <p:cNvPr id="34221" name="Ink 34220">
                  <a:extLst>
                    <a:ext uri="{FF2B5EF4-FFF2-40B4-BE49-F238E27FC236}">
                      <a16:creationId xmlns:a16="http://schemas.microsoft.com/office/drawing/2014/main" id="{1F8F9357-928F-3DCB-2574-D7C95B299417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479438" y="3558792"/>
                  <a:ext cx="10908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233" name="Group 34232">
            <a:extLst>
              <a:ext uri="{FF2B5EF4-FFF2-40B4-BE49-F238E27FC236}">
                <a16:creationId xmlns:a16="http://schemas.microsoft.com/office/drawing/2014/main" id="{67EB5402-594D-0B7E-26BB-1D9D553A9579}"/>
              </a:ext>
            </a:extLst>
          </p:cNvPr>
          <p:cNvGrpSpPr/>
          <p:nvPr/>
        </p:nvGrpSpPr>
        <p:grpSpPr>
          <a:xfrm>
            <a:off x="10810638" y="3561312"/>
            <a:ext cx="543960" cy="139680"/>
            <a:chOff x="10810638" y="3561312"/>
            <a:chExt cx="543960" cy="13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34222" name="Ink 34221">
                  <a:extLst>
                    <a:ext uri="{FF2B5EF4-FFF2-40B4-BE49-F238E27FC236}">
                      <a16:creationId xmlns:a16="http://schemas.microsoft.com/office/drawing/2014/main" id="{2FC8ED63-4991-F12D-621B-9B892B30ADF3}"/>
                    </a:ext>
                  </a:extLst>
                </p14:cNvPr>
                <p14:cNvContentPartPr/>
                <p14:nvPr/>
              </p14:nvContentPartPr>
              <p14:xfrm>
                <a:off x="10810638" y="3596592"/>
                <a:ext cx="146160" cy="104400"/>
              </p14:xfrm>
            </p:contentPart>
          </mc:Choice>
          <mc:Fallback xmlns="">
            <p:pic>
              <p:nvPicPr>
                <p:cNvPr id="34222" name="Ink 34221">
                  <a:extLst>
                    <a:ext uri="{FF2B5EF4-FFF2-40B4-BE49-F238E27FC236}">
                      <a16:creationId xmlns:a16="http://schemas.microsoft.com/office/drawing/2014/main" id="{2FC8ED63-4991-F12D-621B-9B892B30ADF3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792998" y="3578952"/>
                  <a:ext cx="1818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34223" name="Ink 34222">
                  <a:extLst>
                    <a:ext uri="{FF2B5EF4-FFF2-40B4-BE49-F238E27FC236}">
                      <a16:creationId xmlns:a16="http://schemas.microsoft.com/office/drawing/2014/main" id="{E10C3331-D2AE-782F-865D-0FCE4E443DAA}"/>
                    </a:ext>
                  </a:extLst>
                </p14:cNvPr>
                <p14:cNvContentPartPr/>
                <p14:nvPr/>
              </p14:nvContentPartPr>
              <p14:xfrm>
                <a:off x="11007198" y="3623952"/>
                <a:ext cx="68760" cy="73080"/>
              </p14:xfrm>
            </p:contentPart>
          </mc:Choice>
          <mc:Fallback xmlns="">
            <p:pic>
              <p:nvPicPr>
                <p:cNvPr id="34223" name="Ink 34222">
                  <a:extLst>
                    <a:ext uri="{FF2B5EF4-FFF2-40B4-BE49-F238E27FC236}">
                      <a16:creationId xmlns:a16="http://schemas.microsoft.com/office/drawing/2014/main" id="{E10C3331-D2AE-782F-865D-0FCE4E443DAA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989198" y="3606312"/>
                  <a:ext cx="1044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34224" name="Ink 34223">
                  <a:extLst>
                    <a:ext uri="{FF2B5EF4-FFF2-40B4-BE49-F238E27FC236}">
                      <a16:creationId xmlns:a16="http://schemas.microsoft.com/office/drawing/2014/main" id="{2D79EB8A-2894-D06A-7EEA-EE2931DF8BAD}"/>
                    </a:ext>
                  </a:extLst>
                </p14:cNvPr>
                <p14:cNvContentPartPr/>
                <p14:nvPr/>
              </p14:nvContentPartPr>
              <p14:xfrm>
                <a:off x="11219238" y="3615312"/>
                <a:ext cx="53280" cy="21600"/>
              </p14:xfrm>
            </p:contentPart>
          </mc:Choice>
          <mc:Fallback xmlns="">
            <p:pic>
              <p:nvPicPr>
                <p:cNvPr id="34224" name="Ink 34223">
                  <a:extLst>
                    <a:ext uri="{FF2B5EF4-FFF2-40B4-BE49-F238E27FC236}">
                      <a16:creationId xmlns:a16="http://schemas.microsoft.com/office/drawing/2014/main" id="{2D79EB8A-2894-D06A-7EEA-EE2931DF8BAD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1201238" y="3597672"/>
                  <a:ext cx="889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34225" name="Ink 34224">
                  <a:extLst>
                    <a:ext uri="{FF2B5EF4-FFF2-40B4-BE49-F238E27FC236}">
                      <a16:creationId xmlns:a16="http://schemas.microsoft.com/office/drawing/2014/main" id="{410FAF90-C93B-A074-CE5D-463C65CC9E97}"/>
                    </a:ext>
                  </a:extLst>
                </p14:cNvPr>
                <p14:cNvContentPartPr/>
                <p14:nvPr/>
              </p14:nvContentPartPr>
              <p14:xfrm>
                <a:off x="11212758" y="3561312"/>
                <a:ext cx="141840" cy="115920"/>
              </p14:xfrm>
            </p:contentPart>
          </mc:Choice>
          <mc:Fallback xmlns="">
            <p:pic>
              <p:nvPicPr>
                <p:cNvPr id="34225" name="Ink 34224">
                  <a:extLst>
                    <a:ext uri="{FF2B5EF4-FFF2-40B4-BE49-F238E27FC236}">
                      <a16:creationId xmlns:a16="http://schemas.microsoft.com/office/drawing/2014/main" id="{410FAF90-C93B-A074-CE5D-463C65CC9E97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1194758" y="3543312"/>
                  <a:ext cx="17748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232" name="Group 34231">
            <a:extLst>
              <a:ext uri="{FF2B5EF4-FFF2-40B4-BE49-F238E27FC236}">
                <a16:creationId xmlns:a16="http://schemas.microsoft.com/office/drawing/2014/main" id="{6FB5DD68-A5BD-4E90-D702-302BE990D4EA}"/>
              </a:ext>
            </a:extLst>
          </p:cNvPr>
          <p:cNvGrpSpPr/>
          <p:nvPr/>
        </p:nvGrpSpPr>
        <p:grpSpPr>
          <a:xfrm>
            <a:off x="10708038" y="3920232"/>
            <a:ext cx="950400" cy="230040"/>
            <a:chOff x="10708038" y="3920232"/>
            <a:chExt cx="950400" cy="23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34226" name="Ink 34225">
                  <a:extLst>
                    <a:ext uri="{FF2B5EF4-FFF2-40B4-BE49-F238E27FC236}">
                      <a16:creationId xmlns:a16="http://schemas.microsoft.com/office/drawing/2014/main" id="{8BDAED9B-6252-F504-2B90-CBC7DECE582A}"/>
                    </a:ext>
                  </a:extLst>
                </p14:cNvPr>
                <p14:cNvContentPartPr/>
                <p14:nvPr/>
              </p14:nvContentPartPr>
              <p14:xfrm>
                <a:off x="10708038" y="3920232"/>
                <a:ext cx="198360" cy="187200"/>
              </p14:xfrm>
            </p:contentPart>
          </mc:Choice>
          <mc:Fallback xmlns="">
            <p:pic>
              <p:nvPicPr>
                <p:cNvPr id="34226" name="Ink 34225">
                  <a:extLst>
                    <a:ext uri="{FF2B5EF4-FFF2-40B4-BE49-F238E27FC236}">
                      <a16:creationId xmlns:a16="http://schemas.microsoft.com/office/drawing/2014/main" id="{8BDAED9B-6252-F504-2B90-CBC7DECE582A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0690038" y="3902232"/>
                  <a:ext cx="2340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34227" name="Ink 34226">
                  <a:extLst>
                    <a:ext uri="{FF2B5EF4-FFF2-40B4-BE49-F238E27FC236}">
                      <a16:creationId xmlns:a16="http://schemas.microsoft.com/office/drawing/2014/main" id="{2124AF90-05CB-A8D2-6D29-6D13B8CF0813}"/>
                    </a:ext>
                  </a:extLst>
                </p14:cNvPr>
                <p14:cNvContentPartPr/>
                <p14:nvPr/>
              </p14:nvContentPartPr>
              <p14:xfrm>
                <a:off x="11027718" y="4021032"/>
                <a:ext cx="70200" cy="86760"/>
              </p14:xfrm>
            </p:contentPart>
          </mc:Choice>
          <mc:Fallback xmlns="">
            <p:pic>
              <p:nvPicPr>
                <p:cNvPr id="34227" name="Ink 34226">
                  <a:extLst>
                    <a:ext uri="{FF2B5EF4-FFF2-40B4-BE49-F238E27FC236}">
                      <a16:creationId xmlns:a16="http://schemas.microsoft.com/office/drawing/2014/main" id="{2124AF90-05CB-A8D2-6D29-6D13B8CF0813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1010078" y="4003032"/>
                  <a:ext cx="1058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34228" name="Ink 34227">
                  <a:extLst>
                    <a:ext uri="{FF2B5EF4-FFF2-40B4-BE49-F238E27FC236}">
                      <a16:creationId xmlns:a16="http://schemas.microsoft.com/office/drawing/2014/main" id="{B889DEA8-16EE-F786-2001-E55108409CDF}"/>
                    </a:ext>
                  </a:extLst>
                </p14:cNvPr>
                <p14:cNvContentPartPr/>
                <p14:nvPr/>
              </p14:nvContentPartPr>
              <p14:xfrm>
                <a:off x="11175318" y="3933552"/>
                <a:ext cx="17640" cy="150840"/>
              </p14:xfrm>
            </p:contentPart>
          </mc:Choice>
          <mc:Fallback xmlns="">
            <p:pic>
              <p:nvPicPr>
                <p:cNvPr id="34228" name="Ink 34227">
                  <a:extLst>
                    <a:ext uri="{FF2B5EF4-FFF2-40B4-BE49-F238E27FC236}">
                      <a16:creationId xmlns:a16="http://schemas.microsoft.com/office/drawing/2014/main" id="{B889DEA8-16EE-F786-2001-E55108409CDF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157318" y="3915552"/>
                  <a:ext cx="532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34229" name="Ink 34228">
                  <a:extLst>
                    <a:ext uri="{FF2B5EF4-FFF2-40B4-BE49-F238E27FC236}">
                      <a16:creationId xmlns:a16="http://schemas.microsoft.com/office/drawing/2014/main" id="{32C57CC7-C7C4-1138-2EC0-BEAAD0872BD6}"/>
                    </a:ext>
                  </a:extLst>
                </p14:cNvPr>
                <p14:cNvContentPartPr/>
                <p14:nvPr/>
              </p14:nvContentPartPr>
              <p14:xfrm>
                <a:off x="11238678" y="4006632"/>
                <a:ext cx="107640" cy="118080"/>
              </p14:xfrm>
            </p:contentPart>
          </mc:Choice>
          <mc:Fallback xmlns="">
            <p:pic>
              <p:nvPicPr>
                <p:cNvPr id="34229" name="Ink 34228">
                  <a:extLst>
                    <a:ext uri="{FF2B5EF4-FFF2-40B4-BE49-F238E27FC236}">
                      <a16:creationId xmlns:a16="http://schemas.microsoft.com/office/drawing/2014/main" id="{32C57CC7-C7C4-1138-2EC0-BEAAD0872BD6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1221038" y="3988632"/>
                  <a:ext cx="1432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34230" name="Ink 34229">
                  <a:extLst>
                    <a:ext uri="{FF2B5EF4-FFF2-40B4-BE49-F238E27FC236}">
                      <a16:creationId xmlns:a16="http://schemas.microsoft.com/office/drawing/2014/main" id="{2EDC2751-D0EA-288F-B5A5-325CC33A75E9}"/>
                    </a:ext>
                  </a:extLst>
                </p14:cNvPr>
                <p14:cNvContentPartPr/>
                <p14:nvPr/>
              </p14:nvContentPartPr>
              <p14:xfrm>
                <a:off x="11462598" y="3999792"/>
                <a:ext cx="81000" cy="150480"/>
              </p14:xfrm>
            </p:contentPart>
          </mc:Choice>
          <mc:Fallback xmlns="">
            <p:pic>
              <p:nvPicPr>
                <p:cNvPr id="34230" name="Ink 34229">
                  <a:extLst>
                    <a:ext uri="{FF2B5EF4-FFF2-40B4-BE49-F238E27FC236}">
                      <a16:creationId xmlns:a16="http://schemas.microsoft.com/office/drawing/2014/main" id="{2EDC2751-D0EA-288F-B5A5-325CC33A75E9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1444958" y="3981792"/>
                  <a:ext cx="1166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34231" name="Ink 34230">
                  <a:extLst>
                    <a:ext uri="{FF2B5EF4-FFF2-40B4-BE49-F238E27FC236}">
                      <a16:creationId xmlns:a16="http://schemas.microsoft.com/office/drawing/2014/main" id="{94BAC50E-F46F-C2D3-2F82-028F3A7A3D57}"/>
                    </a:ext>
                  </a:extLst>
                </p14:cNvPr>
                <p14:cNvContentPartPr/>
                <p14:nvPr/>
              </p14:nvContentPartPr>
              <p14:xfrm>
                <a:off x="11647638" y="4084032"/>
                <a:ext cx="10800" cy="3600"/>
              </p14:xfrm>
            </p:contentPart>
          </mc:Choice>
          <mc:Fallback xmlns="">
            <p:pic>
              <p:nvPicPr>
                <p:cNvPr id="34231" name="Ink 34230">
                  <a:extLst>
                    <a:ext uri="{FF2B5EF4-FFF2-40B4-BE49-F238E27FC236}">
                      <a16:creationId xmlns:a16="http://schemas.microsoft.com/office/drawing/2014/main" id="{94BAC50E-F46F-C2D3-2F82-028F3A7A3D57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1629638" y="4066392"/>
                  <a:ext cx="46440" cy="392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B43AB8DA-FBEC-CDF8-63B1-D60F1D4717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482" y="-5554"/>
            <a:ext cx="9601830" cy="457200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GaAs, III-V </a:t>
            </a:r>
            <a:r>
              <a:rPr lang="en-US" altLang="en-US" sz="3600" dirty="0"/>
              <a:t>Compound</a:t>
            </a:r>
            <a:r>
              <a:rPr lang="en-US" altLang="en-US" dirty="0"/>
              <a:t> Semiconductors, and Their Dopants</a:t>
            </a:r>
          </a:p>
        </p:txBody>
      </p:sp>
      <p:pic>
        <p:nvPicPr>
          <p:cNvPr id="34819" name="Picture 4">
            <a:extLst>
              <a:ext uri="{FF2B5EF4-FFF2-40B4-BE49-F238E27FC236}">
                <a16:creationId xmlns:a16="http://schemas.microsoft.com/office/drawing/2014/main" id="{136034F7-93A4-33D6-E98E-DA84D13DE90E}"/>
              </a:ext>
            </a:extLst>
          </p:cNvPr>
          <p:cNvPicPr>
            <a:picLocks noGrp="1" noChangeAspect="1" noChangeArrowheads="1"/>
          </p:cNvPicPr>
          <p:nvPr>
            <p:ph type="chart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362201" y="1066801"/>
            <a:ext cx="3186113" cy="3021013"/>
          </a:xfrm>
          <a:noFill/>
        </p:spPr>
      </p:pic>
      <p:sp>
        <p:nvSpPr>
          <p:cNvPr id="34820" name="Rectangle 11">
            <a:extLst>
              <a:ext uri="{FF2B5EF4-FFF2-40B4-BE49-F238E27FC236}">
                <a16:creationId xmlns:a16="http://schemas.microsoft.com/office/drawing/2014/main" id="{64EEB052-D0A7-8A72-C031-83768565F2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11976" y="2239963"/>
            <a:ext cx="375103" cy="446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900">
                <a:solidFill>
                  <a:srgbClr val="000000"/>
                </a:solidFill>
                <a:latin typeface="PT Sans" panose="020B0503020203020204" pitchFamily="34" charset="0"/>
              </a:rPr>
              <a:t>As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821" name="Rectangle 12">
            <a:extLst>
              <a:ext uri="{FF2B5EF4-FFF2-40B4-BE49-F238E27FC236}">
                <a16:creationId xmlns:a16="http://schemas.microsoft.com/office/drawing/2014/main" id="{E39AA971-9E94-E762-CEFD-F149E05C6E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714" y="2239963"/>
            <a:ext cx="375103" cy="446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900">
                <a:solidFill>
                  <a:srgbClr val="000000"/>
                </a:solidFill>
                <a:latin typeface="PT Sans" panose="020B0503020203020204" pitchFamily="34" charset="0"/>
              </a:rPr>
              <a:t>As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822" name="Rectangle 14">
            <a:extLst>
              <a:ext uri="{FF2B5EF4-FFF2-40B4-BE49-F238E27FC236}">
                <a16:creationId xmlns:a16="http://schemas.microsoft.com/office/drawing/2014/main" id="{38369F3D-6965-1905-F860-519FE0C441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02551" y="3098800"/>
            <a:ext cx="6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823" name="Freeform 16">
            <a:extLst>
              <a:ext uri="{FF2B5EF4-FFF2-40B4-BE49-F238E27FC236}">
                <a16:creationId xmlns:a16="http://schemas.microsoft.com/office/drawing/2014/main" id="{B0EBB70A-0C14-ACD6-D0F8-70F2D32E34AF}"/>
              </a:ext>
            </a:extLst>
          </p:cNvPr>
          <p:cNvSpPr>
            <a:spLocks/>
          </p:cNvSpPr>
          <p:nvPr/>
        </p:nvSpPr>
        <p:spPr bwMode="auto">
          <a:xfrm>
            <a:off x="7081839" y="1143001"/>
            <a:ext cx="66675" cy="68263"/>
          </a:xfrm>
          <a:custGeom>
            <a:avLst/>
            <a:gdLst>
              <a:gd name="T0" fmla="*/ 2147483646 w 42"/>
              <a:gd name="T1" fmla="*/ 2147483646 h 43"/>
              <a:gd name="T2" fmla="*/ 2147483646 w 42"/>
              <a:gd name="T3" fmla="*/ 2147483646 h 43"/>
              <a:gd name="T4" fmla="*/ 2147483646 w 42"/>
              <a:gd name="T5" fmla="*/ 0 h 43"/>
              <a:gd name="T6" fmla="*/ 2147483646 w 42"/>
              <a:gd name="T7" fmla="*/ 2147483646 h 43"/>
              <a:gd name="T8" fmla="*/ 0 w 42"/>
              <a:gd name="T9" fmla="*/ 2147483646 h 43"/>
              <a:gd name="T10" fmla="*/ 2147483646 w 42"/>
              <a:gd name="T11" fmla="*/ 2147483646 h 43"/>
              <a:gd name="T12" fmla="*/ 2147483646 w 42"/>
              <a:gd name="T13" fmla="*/ 2147483646 h 43"/>
              <a:gd name="T14" fmla="*/ 2147483646 w 42"/>
              <a:gd name="T15" fmla="*/ 2147483646 h 43"/>
              <a:gd name="T16" fmla="*/ 2147483646 w 42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2"/>
              <a:gd name="T28" fmla="*/ 0 h 43"/>
              <a:gd name="T29" fmla="*/ 42 w 42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2" h="43">
                <a:moveTo>
                  <a:pt x="42" y="21"/>
                </a:moveTo>
                <a:lnTo>
                  <a:pt x="35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1" y="43"/>
                </a:lnTo>
                <a:lnTo>
                  <a:pt x="35" y="36"/>
                </a:lnTo>
                <a:lnTo>
                  <a:pt x="42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24" name="Freeform 17">
            <a:extLst>
              <a:ext uri="{FF2B5EF4-FFF2-40B4-BE49-F238E27FC236}">
                <a16:creationId xmlns:a16="http://schemas.microsoft.com/office/drawing/2014/main" id="{D896911A-706F-6994-C80C-C2AA1B52DB99}"/>
              </a:ext>
            </a:extLst>
          </p:cNvPr>
          <p:cNvSpPr>
            <a:spLocks/>
          </p:cNvSpPr>
          <p:nvPr/>
        </p:nvSpPr>
        <p:spPr bwMode="auto">
          <a:xfrm>
            <a:off x="7081839" y="1143001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2" y="21"/>
                </a:moveTo>
                <a:lnTo>
                  <a:pt x="35" y="7"/>
                </a:lnTo>
                <a:lnTo>
                  <a:pt x="35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6"/>
                </a:lnTo>
                <a:lnTo>
                  <a:pt x="7" y="36"/>
                </a:lnTo>
                <a:lnTo>
                  <a:pt x="21" y="43"/>
                </a:lnTo>
                <a:lnTo>
                  <a:pt x="35" y="36"/>
                </a:lnTo>
                <a:lnTo>
                  <a:pt x="42" y="21"/>
                </a:lnTo>
                <a:lnTo>
                  <a:pt x="50" y="21"/>
                </a:lnTo>
                <a:lnTo>
                  <a:pt x="42" y="36"/>
                </a:lnTo>
                <a:lnTo>
                  <a:pt x="35" y="43"/>
                </a:lnTo>
                <a:lnTo>
                  <a:pt x="21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5" y="7"/>
                </a:lnTo>
                <a:lnTo>
                  <a:pt x="42" y="7"/>
                </a:lnTo>
                <a:lnTo>
                  <a:pt x="50" y="21"/>
                </a:lnTo>
                <a:lnTo>
                  <a:pt x="42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25" name="Freeform 18">
            <a:extLst>
              <a:ext uri="{FF2B5EF4-FFF2-40B4-BE49-F238E27FC236}">
                <a16:creationId xmlns:a16="http://schemas.microsoft.com/office/drawing/2014/main" id="{33D73E86-5B92-D1BF-A2CF-9A6A42BC04E4}"/>
              </a:ext>
            </a:extLst>
          </p:cNvPr>
          <p:cNvSpPr>
            <a:spLocks/>
          </p:cNvSpPr>
          <p:nvPr/>
        </p:nvSpPr>
        <p:spPr bwMode="auto">
          <a:xfrm>
            <a:off x="7148513" y="1176339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26" name="Freeform 19">
            <a:extLst>
              <a:ext uri="{FF2B5EF4-FFF2-40B4-BE49-F238E27FC236}">
                <a16:creationId xmlns:a16="http://schemas.microsoft.com/office/drawing/2014/main" id="{1CFFBC87-55AF-0399-DD39-E79976921B5D}"/>
              </a:ext>
            </a:extLst>
          </p:cNvPr>
          <p:cNvSpPr>
            <a:spLocks/>
          </p:cNvSpPr>
          <p:nvPr/>
        </p:nvSpPr>
        <p:spPr bwMode="auto">
          <a:xfrm>
            <a:off x="6923088" y="1143001"/>
            <a:ext cx="57150" cy="68263"/>
          </a:xfrm>
          <a:custGeom>
            <a:avLst/>
            <a:gdLst>
              <a:gd name="T0" fmla="*/ 2147483646 w 36"/>
              <a:gd name="T1" fmla="*/ 2147483646 h 43"/>
              <a:gd name="T2" fmla="*/ 2147483646 w 36"/>
              <a:gd name="T3" fmla="*/ 2147483646 h 43"/>
              <a:gd name="T4" fmla="*/ 2147483646 w 36"/>
              <a:gd name="T5" fmla="*/ 0 h 43"/>
              <a:gd name="T6" fmla="*/ 0 w 36"/>
              <a:gd name="T7" fmla="*/ 2147483646 h 43"/>
              <a:gd name="T8" fmla="*/ 0 w 36"/>
              <a:gd name="T9" fmla="*/ 2147483646 h 43"/>
              <a:gd name="T10" fmla="*/ 0 w 36"/>
              <a:gd name="T11" fmla="*/ 2147483646 h 43"/>
              <a:gd name="T12" fmla="*/ 2147483646 w 36"/>
              <a:gd name="T13" fmla="*/ 2147483646 h 43"/>
              <a:gd name="T14" fmla="*/ 2147483646 w 36"/>
              <a:gd name="T15" fmla="*/ 2147483646 h 43"/>
              <a:gd name="T16" fmla="*/ 2147483646 w 36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43"/>
              <a:gd name="T29" fmla="*/ 36 w 36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43">
                <a:moveTo>
                  <a:pt x="36" y="21"/>
                </a:moveTo>
                <a:lnTo>
                  <a:pt x="29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6"/>
                </a:lnTo>
                <a:lnTo>
                  <a:pt x="14" y="43"/>
                </a:lnTo>
                <a:lnTo>
                  <a:pt x="29" y="36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27" name="Freeform 20">
            <a:extLst>
              <a:ext uri="{FF2B5EF4-FFF2-40B4-BE49-F238E27FC236}">
                <a16:creationId xmlns:a16="http://schemas.microsoft.com/office/drawing/2014/main" id="{E55C6819-F821-A8B0-BA65-CD61CAD9F765}"/>
              </a:ext>
            </a:extLst>
          </p:cNvPr>
          <p:cNvSpPr>
            <a:spLocks/>
          </p:cNvSpPr>
          <p:nvPr/>
        </p:nvSpPr>
        <p:spPr bwMode="auto">
          <a:xfrm>
            <a:off x="6923088" y="1143001"/>
            <a:ext cx="68262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0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0 w 43"/>
              <a:gd name="T29" fmla="*/ 2147483646 h 50"/>
              <a:gd name="T30" fmla="*/ 0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0 w 43"/>
              <a:gd name="T65" fmla="*/ 2147483646 h 50"/>
              <a:gd name="T66" fmla="*/ 0 w 43"/>
              <a:gd name="T67" fmla="*/ 2147483646 h 50"/>
              <a:gd name="T68" fmla="*/ 0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0 w 43"/>
              <a:gd name="T77" fmla="*/ 2147483646 h 50"/>
              <a:gd name="T78" fmla="*/ 0 w 43"/>
              <a:gd name="T79" fmla="*/ 2147483646 h 50"/>
              <a:gd name="T80" fmla="*/ 0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6" y="21"/>
                </a:moveTo>
                <a:lnTo>
                  <a:pt x="29" y="7"/>
                </a:lnTo>
                <a:lnTo>
                  <a:pt x="29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6"/>
                </a:lnTo>
                <a:lnTo>
                  <a:pt x="0" y="36"/>
                </a:lnTo>
                <a:lnTo>
                  <a:pt x="14" y="43"/>
                </a:lnTo>
                <a:lnTo>
                  <a:pt x="29" y="36"/>
                </a:lnTo>
                <a:lnTo>
                  <a:pt x="36" y="21"/>
                </a:lnTo>
                <a:lnTo>
                  <a:pt x="43" y="21"/>
                </a:lnTo>
                <a:lnTo>
                  <a:pt x="36" y="36"/>
                </a:lnTo>
                <a:lnTo>
                  <a:pt x="29" y="43"/>
                </a:lnTo>
                <a:lnTo>
                  <a:pt x="14" y="50"/>
                </a:lnTo>
                <a:lnTo>
                  <a:pt x="0" y="43"/>
                </a:lnTo>
                <a:lnTo>
                  <a:pt x="0" y="36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9" y="7"/>
                </a:lnTo>
                <a:lnTo>
                  <a:pt x="36" y="7"/>
                </a:lnTo>
                <a:lnTo>
                  <a:pt x="43" y="21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28" name="Freeform 21">
            <a:extLst>
              <a:ext uri="{FF2B5EF4-FFF2-40B4-BE49-F238E27FC236}">
                <a16:creationId xmlns:a16="http://schemas.microsoft.com/office/drawing/2014/main" id="{8B8872DB-2FD2-DCC0-C713-AECA46968035}"/>
              </a:ext>
            </a:extLst>
          </p:cNvPr>
          <p:cNvSpPr>
            <a:spLocks/>
          </p:cNvSpPr>
          <p:nvPr/>
        </p:nvSpPr>
        <p:spPr bwMode="auto">
          <a:xfrm>
            <a:off x="6980238" y="117633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29" name="Freeform 22">
            <a:extLst>
              <a:ext uri="{FF2B5EF4-FFF2-40B4-BE49-F238E27FC236}">
                <a16:creationId xmlns:a16="http://schemas.microsoft.com/office/drawing/2014/main" id="{B22E6226-B017-0A78-5C96-C1538A169B98}"/>
              </a:ext>
            </a:extLst>
          </p:cNvPr>
          <p:cNvSpPr>
            <a:spLocks/>
          </p:cNvSpPr>
          <p:nvPr/>
        </p:nvSpPr>
        <p:spPr bwMode="auto">
          <a:xfrm>
            <a:off x="6629401" y="1493838"/>
            <a:ext cx="68263" cy="55562"/>
          </a:xfrm>
          <a:custGeom>
            <a:avLst/>
            <a:gdLst>
              <a:gd name="T0" fmla="*/ 2147483646 w 43"/>
              <a:gd name="T1" fmla="*/ 2147483646 h 35"/>
              <a:gd name="T2" fmla="*/ 2147483646 w 43"/>
              <a:gd name="T3" fmla="*/ 0 h 35"/>
              <a:gd name="T4" fmla="*/ 2147483646 w 43"/>
              <a:gd name="T5" fmla="*/ 0 h 35"/>
              <a:gd name="T6" fmla="*/ 2147483646 w 43"/>
              <a:gd name="T7" fmla="*/ 0 h 35"/>
              <a:gd name="T8" fmla="*/ 0 w 43"/>
              <a:gd name="T9" fmla="*/ 2147483646 h 35"/>
              <a:gd name="T10" fmla="*/ 2147483646 w 43"/>
              <a:gd name="T11" fmla="*/ 2147483646 h 35"/>
              <a:gd name="T12" fmla="*/ 2147483646 w 43"/>
              <a:gd name="T13" fmla="*/ 2147483646 h 35"/>
              <a:gd name="T14" fmla="*/ 2147483646 w 43"/>
              <a:gd name="T15" fmla="*/ 2147483646 h 35"/>
              <a:gd name="T16" fmla="*/ 2147483646 w 43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35"/>
              <a:gd name="T29" fmla="*/ 43 w 43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35">
                <a:moveTo>
                  <a:pt x="43" y="14"/>
                </a:moveTo>
                <a:lnTo>
                  <a:pt x="36" y="0"/>
                </a:lnTo>
                <a:lnTo>
                  <a:pt x="21" y="0"/>
                </a:lnTo>
                <a:lnTo>
                  <a:pt x="7" y="0"/>
                </a:lnTo>
                <a:lnTo>
                  <a:pt x="0" y="14"/>
                </a:lnTo>
                <a:lnTo>
                  <a:pt x="7" y="28"/>
                </a:lnTo>
                <a:lnTo>
                  <a:pt x="21" y="35"/>
                </a:lnTo>
                <a:lnTo>
                  <a:pt x="36" y="28"/>
                </a:lnTo>
                <a:lnTo>
                  <a:pt x="43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0" name="Freeform 23">
            <a:extLst>
              <a:ext uri="{FF2B5EF4-FFF2-40B4-BE49-F238E27FC236}">
                <a16:creationId xmlns:a16="http://schemas.microsoft.com/office/drawing/2014/main" id="{A9BC60AB-4C98-CA6D-2063-51FB3449A96A}"/>
              </a:ext>
            </a:extLst>
          </p:cNvPr>
          <p:cNvSpPr>
            <a:spLocks/>
          </p:cNvSpPr>
          <p:nvPr/>
        </p:nvSpPr>
        <p:spPr bwMode="auto">
          <a:xfrm>
            <a:off x="6629401" y="1493839"/>
            <a:ext cx="79375" cy="66675"/>
          </a:xfrm>
          <a:custGeom>
            <a:avLst/>
            <a:gdLst>
              <a:gd name="T0" fmla="*/ 2147483646 w 50"/>
              <a:gd name="T1" fmla="*/ 2147483646 h 42"/>
              <a:gd name="T2" fmla="*/ 2147483646 w 50"/>
              <a:gd name="T3" fmla="*/ 0 h 42"/>
              <a:gd name="T4" fmla="*/ 2147483646 w 50"/>
              <a:gd name="T5" fmla="*/ 2147483646 h 42"/>
              <a:gd name="T6" fmla="*/ 2147483646 w 50"/>
              <a:gd name="T7" fmla="*/ 2147483646 h 42"/>
              <a:gd name="T8" fmla="*/ 2147483646 w 50"/>
              <a:gd name="T9" fmla="*/ 2147483646 h 42"/>
              <a:gd name="T10" fmla="*/ 2147483646 w 50"/>
              <a:gd name="T11" fmla="*/ 2147483646 h 42"/>
              <a:gd name="T12" fmla="*/ 2147483646 w 50"/>
              <a:gd name="T13" fmla="*/ 2147483646 h 42"/>
              <a:gd name="T14" fmla="*/ 2147483646 w 50"/>
              <a:gd name="T15" fmla="*/ 2147483646 h 42"/>
              <a:gd name="T16" fmla="*/ 2147483646 w 50"/>
              <a:gd name="T17" fmla="*/ 0 h 42"/>
              <a:gd name="T18" fmla="*/ 2147483646 w 50"/>
              <a:gd name="T19" fmla="*/ 0 h 42"/>
              <a:gd name="T20" fmla="*/ 2147483646 w 50"/>
              <a:gd name="T21" fmla="*/ 2147483646 h 42"/>
              <a:gd name="T22" fmla="*/ 2147483646 w 50"/>
              <a:gd name="T23" fmla="*/ 2147483646 h 42"/>
              <a:gd name="T24" fmla="*/ 2147483646 w 50"/>
              <a:gd name="T25" fmla="*/ 2147483646 h 42"/>
              <a:gd name="T26" fmla="*/ 2147483646 w 50"/>
              <a:gd name="T27" fmla="*/ 2147483646 h 42"/>
              <a:gd name="T28" fmla="*/ 2147483646 w 50"/>
              <a:gd name="T29" fmla="*/ 2147483646 h 42"/>
              <a:gd name="T30" fmla="*/ 2147483646 w 50"/>
              <a:gd name="T31" fmla="*/ 2147483646 h 42"/>
              <a:gd name="T32" fmla="*/ 2147483646 w 50"/>
              <a:gd name="T33" fmla="*/ 2147483646 h 42"/>
              <a:gd name="T34" fmla="*/ 2147483646 w 50"/>
              <a:gd name="T35" fmla="*/ 2147483646 h 42"/>
              <a:gd name="T36" fmla="*/ 2147483646 w 50"/>
              <a:gd name="T37" fmla="*/ 2147483646 h 42"/>
              <a:gd name="T38" fmla="*/ 2147483646 w 50"/>
              <a:gd name="T39" fmla="*/ 2147483646 h 42"/>
              <a:gd name="T40" fmla="*/ 2147483646 w 50"/>
              <a:gd name="T41" fmla="*/ 2147483646 h 42"/>
              <a:gd name="T42" fmla="*/ 2147483646 w 50"/>
              <a:gd name="T43" fmla="*/ 2147483646 h 42"/>
              <a:gd name="T44" fmla="*/ 2147483646 w 50"/>
              <a:gd name="T45" fmla="*/ 2147483646 h 42"/>
              <a:gd name="T46" fmla="*/ 2147483646 w 50"/>
              <a:gd name="T47" fmla="*/ 2147483646 h 42"/>
              <a:gd name="T48" fmla="*/ 2147483646 w 50"/>
              <a:gd name="T49" fmla="*/ 2147483646 h 42"/>
              <a:gd name="T50" fmla="*/ 2147483646 w 50"/>
              <a:gd name="T51" fmla="*/ 2147483646 h 42"/>
              <a:gd name="T52" fmla="*/ 2147483646 w 50"/>
              <a:gd name="T53" fmla="*/ 2147483646 h 42"/>
              <a:gd name="T54" fmla="*/ 2147483646 w 50"/>
              <a:gd name="T55" fmla="*/ 2147483646 h 42"/>
              <a:gd name="T56" fmla="*/ 2147483646 w 50"/>
              <a:gd name="T57" fmla="*/ 2147483646 h 42"/>
              <a:gd name="T58" fmla="*/ 2147483646 w 50"/>
              <a:gd name="T59" fmla="*/ 2147483646 h 42"/>
              <a:gd name="T60" fmla="*/ 2147483646 w 50"/>
              <a:gd name="T61" fmla="*/ 2147483646 h 42"/>
              <a:gd name="T62" fmla="*/ 2147483646 w 50"/>
              <a:gd name="T63" fmla="*/ 2147483646 h 42"/>
              <a:gd name="T64" fmla="*/ 2147483646 w 50"/>
              <a:gd name="T65" fmla="*/ 2147483646 h 42"/>
              <a:gd name="T66" fmla="*/ 2147483646 w 50"/>
              <a:gd name="T67" fmla="*/ 2147483646 h 42"/>
              <a:gd name="T68" fmla="*/ 2147483646 w 50"/>
              <a:gd name="T69" fmla="*/ 2147483646 h 42"/>
              <a:gd name="T70" fmla="*/ 0 w 50"/>
              <a:gd name="T71" fmla="*/ 2147483646 h 42"/>
              <a:gd name="T72" fmla="*/ 0 w 50"/>
              <a:gd name="T73" fmla="*/ 2147483646 h 42"/>
              <a:gd name="T74" fmla="*/ 0 w 50"/>
              <a:gd name="T75" fmla="*/ 2147483646 h 42"/>
              <a:gd name="T76" fmla="*/ 2147483646 w 50"/>
              <a:gd name="T77" fmla="*/ 0 h 42"/>
              <a:gd name="T78" fmla="*/ 2147483646 w 50"/>
              <a:gd name="T79" fmla="*/ 0 h 42"/>
              <a:gd name="T80" fmla="*/ 2147483646 w 50"/>
              <a:gd name="T81" fmla="*/ 0 h 42"/>
              <a:gd name="T82" fmla="*/ 2147483646 w 50"/>
              <a:gd name="T83" fmla="*/ 0 h 42"/>
              <a:gd name="T84" fmla="*/ 2147483646 w 50"/>
              <a:gd name="T85" fmla="*/ 0 h 42"/>
              <a:gd name="T86" fmla="*/ 2147483646 w 50"/>
              <a:gd name="T87" fmla="*/ 0 h 42"/>
              <a:gd name="T88" fmla="*/ 2147483646 w 50"/>
              <a:gd name="T89" fmla="*/ 0 h 42"/>
              <a:gd name="T90" fmla="*/ 2147483646 w 50"/>
              <a:gd name="T91" fmla="*/ 0 h 42"/>
              <a:gd name="T92" fmla="*/ 2147483646 w 50"/>
              <a:gd name="T93" fmla="*/ 0 h 42"/>
              <a:gd name="T94" fmla="*/ 2147483646 w 50"/>
              <a:gd name="T95" fmla="*/ 2147483646 h 42"/>
              <a:gd name="T96" fmla="*/ 2147483646 w 50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2"/>
              <a:gd name="T149" fmla="*/ 50 w 50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2">
                <a:moveTo>
                  <a:pt x="43" y="14"/>
                </a:moveTo>
                <a:lnTo>
                  <a:pt x="36" y="0"/>
                </a:lnTo>
                <a:lnTo>
                  <a:pt x="36" y="7"/>
                </a:lnTo>
                <a:lnTo>
                  <a:pt x="21" y="7"/>
                </a:lnTo>
                <a:lnTo>
                  <a:pt x="7" y="7"/>
                </a:lnTo>
                <a:lnTo>
                  <a:pt x="14" y="0"/>
                </a:lnTo>
                <a:lnTo>
                  <a:pt x="7" y="14"/>
                </a:lnTo>
                <a:lnTo>
                  <a:pt x="14" y="28"/>
                </a:lnTo>
                <a:lnTo>
                  <a:pt x="7" y="28"/>
                </a:lnTo>
                <a:lnTo>
                  <a:pt x="21" y="35"/>
                </a:lnTo>
                <a:lnTo>
                  <a:pt x="36" y="28"/>
                </a:lnTo>
                <a:lnTo>
                  <a:pt x="43" y="14"/>
                </a:lnTo>
                <a:lnTo>
                  <a:pt x="50" y="14"/>
                </a:lnTo>
                <a:lnTo>
                  <a:pt x="43" y="28"/>
                </a:lnTo>
                <a:lnTo>
                  <a:pt x="36" y="35"/>
                </a:lnTo>
                <a:lnTo>
                  <a:pt x="21" y="42"/>
                </a:lnTo>
                <a:lnTo>
                  <a:pt x="7" y="35"/>
                </a:lnTo>
                <a:lnTo>
                  <a:pt x="7" y="28"/>
                </a:lnTo>
                <a:lnTo>
                  <a:pt x="0" y="14"/>
                </a:lnTo>
                <a:lnTo>
                  <a:pt x="7" y="0"/>
                </a:lnTo>
                <a:lnTo>
                  <a:pt x="21" y="0"/>
                </a:lnTo>
                <a:lnTo>
                  <a:pt x="36" y="0"/>
                </a:lnTo>
                <a:lnTo>
                  <a:pt x="43" y="0"/>
                </a:lnTo>
                <a:lnTo>
                  <a:pt x="50" y="14"/>
                </a:lnTo>
                <a:lnTo>
                  <a:pt x="43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1" name="Freeform 24">
            <a:extLst>
              <a:ext uri="{FF2B5EF4-FFF2-40B4-BE49-F238E27FC236}">
                <a16:creationId xmlns:a16="http://schemas.microsoft.com/office/drawing/2014/main" id="{C83FD620-4393-8DD8-274C-8B54C7D40F21}"/>
              </a:ext>
            </a:extLst>
          </p:cNvPr>
          <p:cNvSpPr>
            <a:spLocks/>
          </p:cNvSpPr>
          <p:nvPr/>
        </p:nvSpPr>
        <p:spPr bwMode="auto">
          <a:xfrm>
            <a:off x="6697663" y="1516064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2" name="Freeform 25">
            <a:extLst>
              <a:ext uri="{FF2B5EF4-FFF2-40B4-BE49-F238E27FC236}">
                <a16:creationId xmlns:a16="http://schemas.microsoft.com/office/drawing/2014/main" id="{E9BE2B2C-775F-29DC-E602-67DB549543DE}"/>
              </a:ext>
            </a:extLst>
          </p:cNvPr>
          <p:cNvSpPr>
            <a:spLocks/>
          </p:cNvSpPr>
          <p:nvPr/>
        </p:nvSpPr>
        <p:spPr bwMode="auto">
          <a:xfrm>
            <a:off x="6629401" y="1674814"/>
            <a:ext cx="68263" cy="66675"/>
          </a:xfrm>
          <a:custGeom>
            <a:avLst/>
            <a:gdLst>
              <a:gd name="T0" fmla="*/ 2147483646 w 43"/>
              <a:gd name="T1" fmla="*/ 2147483646 h 42"/>
              <a:gd name="T2" fmla="*/ 2147483646 w 43"/>
              <a:gd name="T3" fmla="*/ 2147483646 h 42"/>
              <a:gd name="T4" fmla="*/ 2147483646 w 43"/>
              <a:gd name="T5" fmla="*/ 0 h 42"/>
              <a:gd name="T6" fmla="*/ 2147483646 w 43"/>
              <a:gd name="T7" fmla="*/ 2147483646 h 42"/>
              <a:gd name="T8" fmla="*/ 0 w 43"/>
              <a:gd name="T9" fmla="*/ 2147483646 h 42"/>
              <a:gd name="T10" fmla="*/ 2147483646 w 43"/>
              <a:gd name="T11" fmla="*/ 2147483646 h 42"/>
              <a:gd name="T12" fmla="*/ 2147483646 w 43"/>
              <a:gd name="T13" fmla="*/ 2147483646 h 42"/>
              <a:gd name="T14" fmla="*/ 2147483646 w 43"/>
              <a:gd name="T15" fmla="*/ 2147483646 h 42"/>
              <a:gd name="T16" fmla="*/ 2147483646 w 43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2"/>
              <a:gd name="T29" fmla="*/ 43 w 43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2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3" name="Freeform 26">
            <a:extLst>
              <a:ext uri="{FF2B5EF4-FFF2-40B4-BE49-F238E27FC236}">
                <a16:creationId xmlns:a16="http://schemas.microsoft.com/office/drawing/2014/main" id="{1E1591E0-A137-5686-8788-C5408C6801E0}"/>
              </a:ext>
            </a:extLst>
          </p:cNvPr>
          <p:cNvSpPr>
            <a:spLocks/>
          </p:cNvSpPr>
          <p:nvPr/>
        </p:nvSpPr>
        <p:spPr bwMode="auto">
          <a:xfrm>
            <a:off x="6629401" y="1674814"/>
            <a:ext cx="79375" cy="77787"/>
          </a:xfrm>
          <a:custGeom>
            <a:avLst/>
            <a:gdLst>
              <a:gd name="T0" fmla="*/ 2147483646 w 50"/>
              <a:gd name="T1" fmla="*/ 2147483646 h 49"/>
              <a:gd name="T2" fmla="*/ 2147483646 w 50"/>
              <a:gd name="T3" fmla="*/ 2147483646 h 49"/>
              <a:gd name="T4" fmla="*/ 2147483646 w 50"/>
              <a:gd name="T5" fmla="*/ 2147483646 h 49"/>
              <a:gd name="T6" fmla="*/ 2147483646 w 50"/>
              <a:gd name="T7" fmla="*/ 2147483646 h 49"/>
              <a:gd name="T8" fmla="*/ 2147483646 w 50"/>
              <a:gd name="T9" fmla="*/ 2147483646 h 49"/>
              <a:gd name="T10" fmla="*/ 2147483646 w 50"/>
              <a:gd name="T11" fmla="*/ 2147483646 h 49"/>
              <a:gd name="T12" fmla="*/ 2147483646 w 50"/>
              <a:gd name="T13" fmla="*/ 2147483646 h 49"/>
              <a:gd name="T14" fmla="*/ 2147483646 w 50"/>
              <a:gd name="T15" fmla="*/ 2147483646 h 49"/>
              <a:gd name="T16" fmla="*/ 2147483646 w 50"/>
              <a:gd name="T17" fmla="*/ 2147483646 h 49"/>
              <a:gd name="T18" fmla="*/ 2147483646 w 50"/>
              <a:gd name="T19" fmla="*/ 2147483646 h 49"/>
              <a:gd name="T20" fmla="*/ 2147483646 w 50"/>
              <a:gd name="T21" fmla="*/ 2147483646 h 49"/>
              <a:gd name="T22" fmla="*/ 2147483646 w 50"/>
              <a:gd name="T23" fmla="*/ 2147483646 h 49"/>
              <a:gd name="T24" fmla="*/ 2147483646 w 50"/>
              <a:gd name="T25" fmla="*/ 2147483646 h 49"/>
              <a:gd name="T26" fmla="*/ 2147483646 w 50"/>
              <a:gd name="T27" fmla="*/ 2147483646 h 49"/>
              <a:gd name="T28" fmla="*/ 2147483646 w 50"/>
              <a:gd name="T29" fmla="*/ 2147483646 h 49"/>
              <a:gd name="T30" fmla="*/ 2147483646 w 50"/>
              <a:gd name="T31" fmla="*/ 2147483646 h 49"/>
              <a:gd name="T32" fmla="*/ 2147483646 w 50"/>
              <a:gd name="T33" fmla="*/ 2147483646 h 49"/>
              <a:gd name="T34" fmla="*/ 2147483646 w 50"/>
              <a:gd name="T35" fmla="*/ 2147483646 h 49"/>
              <a:gd name="T36" fmla="*/ 2147483646 w 50"/>
              <a:gd name="T37" fmla="*/ 2147483646 h 49"/>
              <a:gd name="T38" fmla="*/ 2147483646 w 50"/>
              <a:gd name="T39" fmla="*/ 2147483646 h 49"/>
              <a:gd name="T40" fmla="*/ 2147483646 w 50"/>
              <a:gd name="T41" fmla="*/ 2147483646 h 49"/>
              <a:gd name="T42" fmla="*/ 2147483646 w 50"/>
              <a:gd name="T43" fmla="*/ 2147483646 h 49"/>
              <a:gd name="T44" fmla="*/ 2147483646 w 50"/>
              <a:gd name="T45" fmla="*/ 2147483646 h 49"/>
              <a:gd name="T46" fmla="*/ 2147483646 w 50"/>
              <a:gd name="T47" fmla="*/ 2147483646 h 49"/>
              <a:gd name="T48" fmla="*/ 2147483646 w 50"/>
              <a:gd name="T49" fmla="*/ 2147483646 h 49"/>
              <a:gd name="T50" fmla="*/ 2147483646 w 50"/>
              <a:gd name="T51" fmla="*/ 2147483646 h 49"/>
              <a:gd name="T52" fmla="*/ 2147483646 w 50"/>
              <a:gd name="T53" fmla="*/ 2147483646 h 49"/>
              <a:gd name="T54" fmla="*/ 2147483646 w 50"/>
              <a:gd name="T55" fmla="*/ 2147483646 h 49"/>
              <a:gd name="T56" fmla="*/ 2147483646 w 50"/>
              <a:gd name="T57" fmla="*/ 2147483646 h 49"/>
              <a:gd name="T58" fmla="*/ 2147483646 w 50"/>
              <a:gd name="T59" fmla="*/ 2147483646 h 49"/>
              <a:gd name="T60" fmla="*/ 2147483646 w 50"/>
              <a:gd name="T61" fmla="*/ 2147483646 h 49"/>
              <a:gd name="T62" fmla="*/ 2147483646 w 50"/>
              <a:gd name="T63" fmla="*/ 2147483646 h 49"/>
              <a:gd name="T64" fmla="*/ 2147483646 w 50"/>
              <a:gd name="T65" fmla="*/ 2147483646 h 49"/>
              <a:gd name="T66" fmla="*/ 2147483646 w 50"/>
              <a:gd name="T67" fmla="*/ 2147483646 h 49"/>
              <a:gd name="T68" fmla="*/ 2147483646 w 50"/>
              <a:gd name="T69" fmla="*/ 2147483646 h 49"/>
              <a:gd name="T70" fmla="*/ 0 w 50"/>
              <a:gd name="T71" fmla="*/ 2147483646 h 49"/>
              <a:gd name="T72" fmla="*/ 0 w 50"/>
              <a:gd name="T73" fmla="*/ 2147483646 h 49"/>
              <a:gd name="T74" fmla="*/ 0 w 50"/>
              <a:gd name="T75" fmla="*/ 2147483646 h 49"/>
              <a:gd name="T76" fmla="*/ 2147483646 w 50"/>
              <a:gd name="T77" fmla="*/ 2147483646 h 49"/>
              <a:gd name="T78" fmla="*/ 2147483646 w 50"/>
              <a:gd name="T79" fmla="*/ 2147483646 h 49"/>
              <a:gd name="T80" fmla="*/ 2147483646 w 50"/>
              <a:gd name="T81" fmla="*/ 2147483646 h 49"/>
              <a:gd name="T82" fmla="*/ 2147483646 w 50"/>
              <a:gd name="T83" fmla="*/ 0 h 49"/>
              <a:gd name="T84" fmla="*/ 2147483646 w 50"/>
              <a:gd name="T85" fmla="*/ 0 h 49"/>
              <a:gd name="T86" fmla="*/ 2147483646 w 50"/>
              <a:gd name="T87" fmla="*/ 0 h 49"/>
              <a:gd name="T88" fmla="*/ 2147483646 w 50"/>
              <a:gd name="T89" fmla="*/ 2147483646 h 49"/>
              <a:gd name="T90" fmla="*/ 2147483646 w 50"/>
              <a:gd name="T91" fmla="*/ 2147483646 h 49"/>
              <a:gd name="T92" fmla="*/ 2147483646 w 50"/>
              <a:gd name="T93" fmla="*/ 2147483646 h 49"/>
              <a:gd name="T94" fmla="*/ 2147483646 w 50"/>
              <a:gd name="T95" fmla="*/ 2147483646 h 49"/>
              <a:gd name="T96" fmla="*/ 2147483646 w 50"/>
              <a:gd name="T97" fmla="*/ 2147483646 h 49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9"/>
              <a:gd name="T149" fmla="*/ 50 w 50"/>
              <a:gd name="T150" fmla="*/ 49 h 49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9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lnTo>
                  <a:pt x="50" y="21"/>
                </a:lnTo>
                <a:lnTo>
                  <a:pt x="43" y="35"/>
                </a:lnTo>
                <a:lnTo>
                  <a:pt x="36" y="42"/>
                </a:lnTo>
                <a:lnTo>
                  <a:pt x="21" y="49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4" name="Freeform 27">
            <a:extLst>
              <a:ext uri="{FF2B5EF4-FFF2-40B4-BE49-F238E27FC236}">
                <a16:creationId xmlns:a16="http://schemas.microsoft.com/office/drawing/2014/main" id="{E70C0978-BEB0-1ADB-18BC-A37BC3BE55B6}"/>
              </a:ext>
            </a:extLst>
          </p:cNvPr>
          <p:cNvSpPr>
            <a:spLocks/>
          </p:cNvSpPr>
          <p:nvPr/>
        </p:nvSpPr>
        <p:spPr bwMode="auto">
          <a:xfrm>
            <a:off x="6697663" y="1708150"/>
            <a:ext cx="11112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5" name="Freeform 28">
            <a:extLst>
              <a:ext uri="{FF2B5EF4-FFF2-40B4-BE49-F238E27FC236}">
                <a16:creationId xmlns:a16="http://schemas.microsoft.com/office/drawing/2014/main" id="{2935AC7A-0FE9-B17F-2502-F9B5BCA78AF7}"/>
              </a:ext>
            </a:extLst>
          </p:cNvPr>
          <p:cNvSpPr>
            <a:spLocks/>
          </p:cNvSpPr>
          <p:nvPr/>
        </p:nvSpPr>
        <p:spPr bwMode="auto">
          <a:xfrm>
            <a:off x="7408863" y="1493838"/>
            <a:ext cx="57150" cy="55562"/>
          </a:xfrm>
          <a:custGeom>
            <a:avLst/>
            <a:gdLst>
              <a:gd name="T0" fmla="*/ 2147483646 w 36"/>
              <a:gd name="T1" fmla="*/ 2147483646 h 35"/>
              <a:gd name="T2" fmla="*/ 2147483646 w 36"/>
              <a:gd name="T3" fmla="*/ 0 h 35"/>
              <a:gd name="T4" fmla="*/ 2147483646 w 36"/>
              <a:gd name="T5" fmla="*/ 0 h 35"/>
              <a:gd name="T6" fmla="*/ 0 w 36"/>
              <a:gd name="T7" fmla="*/ 0 h 35"/>
              <a:gd name="T8" fmla="*/ 0 w 36"/>
              <a:gd name="T9" fmla="*/ 2147483646 h 35"/>
              <a:gd name="T10" fmla="*/ 0 w 36"/>
              <a:gd name="T11" fmla="*/ 2147483646 h 35"/>
              <a:gd name="T12" fmla="*/ 2147483646 w 36"/>
              <a:gd name="T13" fmla="*/ 2147483646 h 35"/>
              <a:gd name="T14" fmla="*/ 2147483646 w 36"/>
              <a:gd name="T15" fmla="*/ 2147483646 h 35"/>
              <a:gd name="T16" fmla="*/ 2147483646 w 36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35"/>
              <a:gd name="T29" fmla="*/ 36 w 36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35">
                <a:moveTo>
                  <a:pt x="36" y="14"/>
                </a:moveTo>
                <a:lnTo>
                  <a:pt x="29" y="0"/>
                </a:lnTo>
                <a:lnTo>
                  <a:pt x="14" y="0"/>
                </a:lnTo>
                <a:lnTo>
                  <a:pt x="0" y="0"/>
                </a:lnTo>
                <a:lnTo>
                  <a:pt x="0" y="14"/>
                </a:lnTo>
                <a:lnTo>
                  <a:pt x="0" y="28"/>
                </a:lnTo>
                <a:lnTo>
                  <a:pt x="14" y="35"/>
                </a:lnTo>
                <a:lnTo>
                  <a:pt x="29" y="28"/>
                </a:lnTo>
                <a:lnTo>
                  <a:pt x="36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6" name="Freeform 29">
            <a:extLst>
              <a:ext uri="{FF2B5EF4-FFF2-40B4-BE49-F238E27FC236}">
                <a16:creationId xmlns:a16="http://schemas.microsoft.com/office/drawing/2014/main" id="{AF1B14D2-572F-883B-8485-2B382B53EBE4}"/>
              </a:ext>
            </a:extLst>
          </p:cNvPr>
          <p:cNvSpPr>
            <a:spLocks/>
          </p:cNvSpPr>
          <p:nvPr/>
        </p:nvSpPr>
        <p:spPr bwMode="auto">
          <a:xfrm>
            <a:off x="7408863" y="1493839"/>
            <a:ext cx="68262" cy="66675"/>
          </a:xfrm>
          <a:custGeom>
            <a:avLst/>
            <a:gdLst>
              <a:gd name="T0" fmla="*/ 2147483646 w 43"/>
              <a:gd name="T1" fmla="*/ 2147483646 h 42"/>
              <a:gd name="T2" fmla="*/ 2147483646 w 43"/>
              <a:gd name="T3" fmla="*/ 0 h 42"/>
              <a:gd name="T4" fmla="*/ 2147483646 w 43"/>
              <a:gd name="T5" fmla="*/ 2147483646 h 42"/>
              <a:gd name="T6" fmla="*/ 2147483646 w 43"/>
              <a:gd name="T7" fmla="*/ 2147483646 h 42"/>
              <a:gd name="T8" fmla="*/ 2147483646 w 43"/>
              <a:gd name="T9" fmla="*/ 2147483646 h 42"/>
              <a:gd name="T10" fmla="*/ 2147483646 w 43"/>
              <a:gd name="T11" fmla="*/ 2147483646 h 42"/>
              <a:gd name="T12" fmla="*/ 2147483646 w 43"/>
              <a:gd name="T13" fmla="*/ 2147483646 h 42"/>
              <a:gd name="T14" fmla="*/ 0 w 43"/>
              <a:gd name="T15" fmla="*/ 2147483646 h 42"/>
              <a:gd name="T16" fmla="*/ 2147483646 w 43"/>
              <a:gd name="T17" fmla="*/ 0 h 42"/>
              <a:gd name="T18" fmla="*/ 2147483646 w 43"/>
              <a:gd name="T19" fmla="*/ 0 h 42"/>
              <a:gd name="T20" fmla="*/ 2147483646 w 43"/>
              <a:gd name="T21" fmla="*/ 2147483646 h 42"/>
              <a:gd name="T22" fmla="*/ 2147483646 w 43"/>
              <a:gd name="T23" fmla="*/ 2147483646 h 42"/>
              <a:gd name="T24" fmla="*/ 2147483646 w 43"/>
              <a:gd name="T25" fmla="*/ 2147483646 h 42"/>
              <a:gd name="T26" fmla="*/ 2147483646 w 43"/>
              <a:gd name="T27" fmla="*/ 2147483646 h 42"/>
              <a:gd name="T28" fmla="*/ 0 w 43"/>
              <a:gd name="T29" fmla="*/ 2147483646 h 42"/>
              <a:gd name="T30" fmla="*/ 0 w 43"/>
              <a:gd name="T31" fmla="*/ 2147483646 h 42"/>
              <a:gd name="T32" fmla="*/ 2147483646 w 43"/>
              <a:gd name="T33" fmla="*/ 2147483646 h 42"/>
              <a:gd name="T34" fmla="*/ 2147483646 w 43"/>
              <a:gd name="T35" fmla="*/ 2147483646 h 42"/>
              <a:gd name="T36" fmla="*/ 2147483646 w 43"/>
              <a:gd name="T37" fmla="*/ 2147483646 h 42"/>
              <a:gd name="T38" fmla="*/ 2147483646 w 43"/>
              <a:gd name="T39" fmla="*/ 2147483646 h 42"/>
              <a:gd name="T40" fmla="*/ 2147483646 w 43"/>
              <a:gd name="T41" fmla="*/ 2147483646 h 42"/>
              <a:gd name="T42" fmla="*/ 2147483646 w 43"/>
              <a:gd name="T43" fmla="*/ 2147483646 h 42"/>
              <a:gd name="T44" fmla="*/ 2147483646 w 43"/>
              <a:gd name="T45" fmla="*/ 2147483646 h 42"/>
              <a:gd name="T46" fmla="*/ 2147483646 w 43"/>
              <a:gd name="T47" fmla="*/ 2147483646 h 42"/>
              <a:gd name="T48" fmla="*/ 2147483646 w 43"/>
              <a:gd name="T49" fmla="*/ 2147483646 h 42"/>
              <a:gd name="T50" fmla="*/ 2147483646 w 43"/>
              <a:gd name="T51" fmla="*/ 2147483646 h 42"/>
              <a:gd name="T52" fmla="*/ 2147483646 w 43"/>
              <a:gd name="T53" fmla="*/ 2147483646 h 42"/>
              <a:gd name="T54" fmla="*/ 2147483646 w 43"/>
              <a:gd name="T55" fmla="*/ 2147483646 h 42"/>
              <a:gd name="T56" fmla="*/ 2147483646 w 43"/>
              <a:gd name="T57" fmla="*/ 2147483646 h 42"/>
              <a:gd name="T58" fmla="*/ 2147483646 w 43"/>
              <a:gd name="T59" fmla="*/ 2147483646 h 42"/>
              <a:gd name="T60" fmla="*/ 2147483646 w 43"/>
              <a:gd name="T61" fmla="*/ 2147483646 h 42"/>
              <a:gd name="T62" fmla="*/ 2147483646 w 43"/>
              <a:gd name="T63" fmla="*/ 2147483646 h 42"/>
              <a:gd name="T64" fmla="*/ 0 w 43"/>
              <a:gd name="T65" fmla="*/ 2147483646 h 42"/>
              <a:gd name="T66" fmla="*/ 0 w 43"/>
              <a:gd name="T67" fmla="*/ 2147483646 h 42"/>
              <a:gd name="T68" fmla="*/ 0 w 43"/>
              <a:gd name="T69" fmla="*/ 2147483646 h 42"/>
              <a:gd name="T70" fmla="*/ 0 w 43"/>
              <a:gd name="T71" fmla="*/ 2147483646 h 42"/>
              <a:gd name="T72" fmla="*/ 0 w 43"/>
              <a:gd name="T73" fmla="*/ 2147483646 h 42"/>
              <a:gd name="T74" fmla="*/ 0 w 43"/>
              <a:gd name="T75" fmla="*/ 2147483646 h 42"/>
              <a:gd name="T76" fmla="*/ 0 w 43"/>
              <a:gd name="T77" fmla="*/ 0 h 42"/>
              <a:gd name="T78" fmla="*/ 0 w 43"/>
              <a:gd name="T79" fmla="*/ 0 h 42"/>
              <a:gd name="T80" fmla="*/ 0 w 43"/>
              <a:gd name="T81" fmla="*/ 0 h 42"/>
              <a:gd name="T82" fmla="*/ 2147483646 w 43"/>
              <a:gd name="T83" fmla="*/ 0 h 42"/>
              <a:gd name="T84" fmla="*/ 2147483646 w 43"/>
              <a:gd name="T85" fmla="*/ 0 h 42"/>
              <a:gd name="T86" fmla="*/ 2147483646 w 43"/>
              <a:gd name="T87" fmla="*/ 0 h 42"/>
              <a:gd name="T88" fmla="*/ 2147483646 w 43"/>
              <a:gd name="T89" fmla="*/ 0 h 42"/>
              <a:gd name="T90" fmla="*/ 2147483646 w 43"/>
              <a:gd name="T91" fmla="*/ 0 h 42"/>
              <a:gd name="T92" fmla="*/ 2147483646 w 43"/>
              <a:gd name="T93" fmla="*/ 0 h 42"/>
              <a:gd name="T94" fmla="*/ 2147483646 w 43"/>
              <a:gd name="T95" fmla="*/ 2147483646 h 42"/>
              <a:gd name="T96" fmla="*/ 2147483646 w 43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42"/>
              <a:gd name="T149" fmla="*/ 43 w 43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42">
                <a:moveTo>
                  <a:pt x="36" y="14"/>
                </a:moveTo>
                <a:lnTo>
                  <a:pt x="29" y="0"/>
                </a:lnTo>
                <a:lnTo>
                  <a:pt x="29" y="7"/>
                </a:lnTo>
                <a:lnTo>
                  <a:pt x="14" y="7"/>
                </a:lnTo>
                <a:lnTo>
                  <a:pt x="0" y="7"/>
                </a:lnTo>
                <a:lnTo>
                  <a:pt x="7" y="0"/>
                </a:lnTo>
                <a:lnTo>
                  <a:pt x="7" y="14"/>
                </a:lnTo>
                <a:lnTo>
                  <a:pt x="7" y="28"/>
                </a:lnTo>
                <a:lnTo>
                  <a:pt x="0" y="28"/>
                </a:lnTo>
                <a:lnTo>
                  <a:pt x="14" y="35"/>
                </a:lnTo>
                <a:lnTo>
                  <a:pt x="29" y="28"/>
                </a:lnTo>
                <a:lnTo>
                  <a:pt x="36" y="14"/>
                </a:lnTo>
                <a:lnTo>
                  <a:pt x="43" y="14"/>
                </a:lnTo>
                <a:lnTo>
                  <a:pt x="36" y="28"/>
                </a:lnTo>
                <a:lnTo>
                  <a:pt x="29" y="35"/>
                </a:lnTo>
                <a:lnTo>
                  <a:pt x="14" y="42"/>
                </a:lnTo>
                <a:lnTo>
                  <a:pt x="0" y="35"/>
                </a:lnTo>
                <a:lnTo>
                  <a:pt x="0" y="28"/>
                </a:lnTo>
                <a:lnTo>
                  <a:pt x="0" y="14"/>
                </a:lnTo>
                <a:lnTo>
                  <a:pt x="0" y="0"/>
                </a:lnTo>
                <a:lnTo>
                  <a:pt x="14" y="0"/>
                </a:lnTo>
                <a:lnTo>
                  <a:pt x="29" y="0"/>
                </a:lnTo>
                <a:lnTo>
                  <a:pt x="36" y="0"/>
                </a:lnTo>
                <a:lnTo>
                  <a:pt x="43" y="14"/>
                </a:lnTo>
                <a:lnTo>
                  <a:pt x="36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7" name="Freeform 30">
            <a:extLst>
              <a:ext uri="{FF2B5EF4-FFF2-40B4-BE49-F238E27FC236}">
                <a16:creationId xmlns:a16="http://schemas.microsoft.com/office/drawing/2014/main" id="{FB043623-8293-641D-1D43-C0A20548C0D4}"/>
              </a:ext>
            </a:extLst>
          </p:cNvPr>
          <p:cNvSpPr>
            <a:spLocks/>
          </p:cNvSpPr>
          <p:nvPr/>
        </p:nvSpPr>
        <p:spPr bwMode="auto">
          <a:xfrm>
            <a:off x="7466013" y="1516064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8" name="Freeform 31">
            <a:extLst>
              <a:ext uri="{FF2B5EF4-FFF2-40B4-BE49-F238E27FC236}">
                <a16:creationId xmlns:a16="http://schemas.microsoft.com/office/drawing/2014/main" id="{ACE64D96-A284-3E9F-5965-78C4E4FA5AA7}"/>
              </a:ext>
            </a:extLst>
          </p:cNvPr>
          <p:cNvSpPr>
            <a:spLocks/>
          </p:cNvSpPr>
          <p:nvPr/>
        </p:nvSpPr>
        <p:spPr bwMode="auto">
          <a:xfrm>
            <a:off x="7408863" y="1674814"/>
            <a:ext cx="57150" cy="66675"/>
          </a:xfrm>
          <a:custGeom>
            <a:avLst/>
            <a:gdLst>
              <a:gd name="T0" fmla="*/ 2147483646 w 36"/>
              <a:gd name="T1" fmla="*/ 2147483646 h 42"/>
              <a:gd name="T2" fmla="*/ 2147483646 w 36"/>
              <a:gd name="T3" fmla="*/ 2147483646 h 42"/>
              <a:gd name="T4" fmla="*/ 2147483646 w 36"/>
              <a:gd name="T5" fmla="*/ 0 h 42"/>
              <a:gd name="T6" fmla="*/ 0 w 36"/>
              <a:gd name="T7" fmla="*/ 2147483646 h 42"/>
              <a:gd name="T8" fmla="*/ 0 w 36"/>
              <a:gd name="T9" fmla="*/ 2147483646 h 42"/>
              <a:gd name="T10" fmla="*/ 0 w 36"/>
              <a:gd name="T11" fmla="*/ 2147483646 h 42"/>
              <a:gd name="T12" fmla="*/ 2147483646 w 36"/>
              <a:gd name="T13" fmla="*/ 2147483646 h 42"/>
              <a:gd name="T14" fmla="*/ 2147483646 w 36"/>
              <a:gd name="T15" fmla="*/ 2147483646 h 42"/>
              <a:gd name="T16" fmla="*/ 2147483646 w 36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42"/>
              <a:gd name="T29" fmla="*/ 36 w 36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42">
                <a:moveTo>
                  <a:pt x="36" y="21"/>
                </a:moveTo>
                <a:lnTo>
                  <a:pt x="29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5"/>
                </a:lnTo>
                <a:lnTo>
                  <a:pt x="14" y="42"/>
                </a:lnTo>
                <a:lnTo>
                  <a:pt x="29" y="35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9" name="Freeform 32">
            <a:extLst>
              <a:ext uri="{FF2B5EF4-FFF2-40B4-BE49-F238E27FC236}">
                <a16:creationId xmlns:a16="http://schemas.microsoft.com/office/drawing/2014/main" id="{136C5B95-9F73-BDCE-16F8-EB60740F5D30}"/>
              </a:ext>
            </a:extLst>
          </p:cNvPr>
          <p:cNvSpPr>
            <a:spLocks/>
          </p:cNvSpPr>
          <p:nvPr/>
        </p:nvSpPr>
        <p:spPr bwMode="auto">
          <a:xfrm>
            <a:off x="7408863" y="1674814"/>
            <a:ext cx="68262" cy="77787"/>
          </a:xfrm>
          <a:custGeom>
            <a:avLst/>
            <a:gdLst>
              <a:gd name="T0" fmla="*/ 2147483646 w 43"/>
              <a:gd name="T1" fmla="*/ 2147483646 h 49"/>
              <a:gd name="T2" fmla="*/ 2147483646 w 43"/>
              <a:gd name="T3" fmla="*/ 2147483646 h 49"/>
              <a:gd name="T4" fmla="*/ 2147483646 w 43"/>
              <a:gd name="T5" fmla="*/ 2147483646 h 49"/>
              <a:gd name="T6" fmla="*/ 2147483646 w 43"/>
              <a:gd name="T7" fmla="*/ 2147483646 h 49"/>
              <a:gd name="T8" fmla="*/ 2147483646 w 43"/>
              <a:gd name="T9" fmla="*/ 2147483646 h 49"/>
              <a:gd name="T10" fmla="*/ 2147483646 w 43"/>
              <a:gd name="T11" fmla="*/ 2147483646 h 49"/>
              <a:gd name="T12" fmla="*/ 2147483646 w 43"/>
              <a:gd name="T13" fmla="*/ 2147483646 h 49"/>
              <a:gd name="T14" fmla="*/ 0 w 43"/>
              <a:gd name="T15" fmla="*/ 2147483646 h 49"/>
              <a:gd name="T16" fmla="*/ 2147483646 w 43"/>
              <a:gd name="T17" fmla="*/ 2147483646 h 49"/>
              <a:gd name="T18" fmla="*/ 2147483646 w 43"/>
              <a:gd name="T19" fmla="*/ 2147483646 h 49"/>
              <a:gd name="T20" fmla="*/ 2147483646 w 43"/>
              <a:gd name="T21" fmla="*/ 2147483646 h 49"/>
              <a:gd name="T22" fmla="*/ 2147483646 w 43"/>
              <a:gd name="T23" fmla="*/ 2147483646 h 49"/>
              <a:gd name="T24" fmla="*/ 2147483646 w 43"/>
              <a:gd name="T25" fmla="*/ 2147483646 h 49"/>
              <a:gd name="T26" fmla="*/ 2147483646 w 43"/>
              <a:gd name="T27" fmla="*/ 2147483646 h 49"/>
              <a:gd name="T28" fmla="*/ 0 w 43"/>
              <a:gd name="T29" fmla="*/ 2147483646 h 49"/>
              <a:gd name="T30" fmla="*/ 0 w 43"/>
              <a:gd name="T31" fmla="*/ 2147483646 h 49"/>
              <a:gd name="T32" fmla="*/ 2147483646 w 43"/>
              <a:gd name="T33" fmla="*/ 2147483646 h 49"/>
              <a:gd name="T34" fmla="*/ 2147483646 w 43"/>
              <a:gd name="T35" fmla="*/ 2147483646 h 49"/>
              <a:gd name="T36" fmla="*/ 2147483646 w 43"/>
              <a:gd name="T37" fmla="*/ 2147483646 h 49"/>
              <a:gd name="T38" fmla="*/ 2147483646 w 43"/>
              <a:gd name="T39" fmla="*/ 2147483646 h 49"/>
              <a:gd name="T40" fmla="*/ 2147483646 w 43"/>
              <a:gd name="T41" fmla="*/ 2147483646 h 49"/>
              <a:gd name="T42" fmla="*/ 2147483646 w 43"/>
              <a:gd name="T43" fmla="*/ 2147483646 h 49"/>
              <a:gd name="T44" fmla="*/ 2147483646 w 43"/>
              <a:gd name="T45" fmla="*/ 2147483646 h 49"/>
              <a:gd name="T46" fmla="*/ 2147483646 w 43"/>
              <a:gd name="T47" fmla="*/ 2147483646 h 49"/>
              <a:gd name="T48" fmla="*/ 2147483646 w 43"/>
              <a:gd name="T49" fmla="*/ 2147483646 h 49"/>
              <a:gd name="T50" fmla="*/ 2147483646 w 43"/>
              <a:gd name="T51" fmla="*/ 2147483646 h 49"/>
              <a:gd name="T52" fmla="*/ 2147483646 w 43"/>
              <a:gd name="T53" fmla="*/ 2147483646 h 49"/>
              <a:gd name="T54" fmla="*/ 2147483646 w 43"/>
              <a:gd name="T55" fmla="*/ 2147483646 h 49"/>
              <a:gd name="T56" fmla="*/ 2147483646 w 43"/>
              <a:gd name="T57" fmla="*/ 2147483646 h 49"/>
              <a:gd name="T58" fmla="*/ 2147483646 w 43"/>
              <a:gd name="T59" fmla="*/ 2147483646 h 49"/>
              <a:gd name="T60" fmla="*/ 2147483646 w 43"/>
              <a:gd name="T61" fmla="*/ 2147483646 h 49"/>
              <a:gd name="T62" fmla="*/ 2147483646 w 43"/>
              <a:gd name="T63" fmla="*/ 2147483646 h 49"/>
              <a:gd name="T64" fmla="*/ 0 w 43"/>
              <a:gd name="T65" fmla="*/ 2147483646 h 49"/>
              <a:gd name="T66" fmla="*/ 0 w 43"/>
              <a:gd name="T67" fmla="*/ 2147483646 h 49"/>
              <a:gd name="T68" fmla="*/ 0 w 43"/>
              <a:gd name="T69" fmla="*/ 2147483646 h 49"/>
              <a:gd name="T70" fmla="*/ 0 w 43"/>
              <a:gd name="T71" fmla="*/ 2147483646 h 49"/>
              <a:gd name="T72" fmla="*/ 0 w 43"/>
              <a:gd name="T73" fmla="*/ 2147483646 h 49"/>
              <a:gd name="T74" fmla="*/ 0 w 43"/>
              <a:gd name="T75" fmla="*/ 2147483646 h 49"/>
              <a:gd name="T76" fmla="*/ 0 w 43"/>
              <a:gd name="T77" fmla="*/ 2147483646 h 49"/>
              <a:gd name="T78" fmla="*/ 0 w 43"/>
              <a:gd name="T79" fmla="*/ 2147483646 h 49"/>
              <a:gd name="T80" fmla="*/ 0 w 43"/>
              <a:gd name="T81" fmla="*/ 2147483646 h 49"/>
              <a:gd name="T82" fmla="*/ 2147483646 w 43"/>
              <a:gd name="T83" fmla="*/ 0 h 49"/>
              <a:gd name="T84" fmla="*/ 2147483646 w 43"/>
              <a:gd name="T85" fmla="*/ 0 h 49"/>
              <a:gd name="T86" fmla="*/ 2147483646 w 43"/>
              <a:gd name="T87" fmla="*/ 0 h 49"/>
              <a:gd name="T88" fmla="*/ 2147483646 w 43"/>
              <a:gd name="T89" fmla="*/ 2147483646 h 49"/>
              <a:gd name="T90" fmla="*/ 2147483646 w 43"/>
              <a:gd name="T91" fmla="*/ 2147483646 h 49"/>
              <a:gd name="T92" fmla="*/ 2147483646 w 43"/>
              <a:gd name="T93" fmla="*/ 2147483646 h 49"/>
              <a:gd name="T94" fmla="*/ 2147483646 w 43"/>
              <a:gd name="T95" fmla="*/ 2147483646 h 49"/>
              <a:gd name="T96" fmla="*/ 2147483646 w 43"/>
              <a:gd name="T97" fmla="*/ 2147483646 h 49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49"/>
              <a:gd name="T149" fmla="*/ 43 w 43"/>
              <a:gd name="T150" fmla="*/ 49 h 49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49">
                <a:moveTo>
                  <a:pt x="36" y="21"/>
                </a:moveTo>
                <a:lnTo>
                  <a:pt x="29" y="7"/>
                </a:lnTo>
                <a:lnTo>
                  <a:pt x="29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5"/>
                </a:lnTo>
                <a:lnTo>
                  <a:pt x="0" y="35"/>
                </a:lnTo>
                <a:lnTo>
                  <a:pt x="14" y="42"/>
                </a:lnTo>
                <a:lnTo>
                  <a:pt x="29" y="35"/>
                </a:lnTo>
                <a:lnTo>
                  <a:pt x="36" y="21"/>
                </a:lnTo>
                <a:lnTo>
                  <a:pt x="43" y="21"/>
                </a:lnTo>
                <a:lnTo>
                  <a:pt x="36" y="35"/>
                </a:lnTo>
                <a:lnTo>
                  <a:pt x="29" y="42"/>
                </a:lnTo>
                <a:lnTo>
                  <a:pt x="14" y="49"/>
                </a:lnTo>
                <a:lnTo>
                  <a:pt x="0" y="42"/>
                </a:lnTo>
                <a:lnTo>
                  <a:pt x="0" y="35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9" y="7"/>
                </a:lnTo>
                <a:lnTo>
                  <a:pt x="36" y="7"/>
                </a:lnTo>
                <a:lnTo>
                  <a:pt x="43" y="21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0" name="Freeform 33">
            <a:extLst>
              <a:ext uri="{FF2B5EF4-FFF2-40B4-BE49-F238E27FC236}">
                <a16:creationId xmlns:a16="http://schemas.microsoft.com/office/drawing/2014/main" id="{0EBF8386-E9C6-E217-9CCA-AD9227F7CD85}"/>
              </a:ext>
            </a:extLst>
          </p:cNvPr>
          <p:cNvSpPr>
            <a:spLocks/>
          </p:cNvSpPr>
          <p:nvPr/>
        </p:nvSpPr>
        <p:spPr bwMode="auto">
          <a:xfrm>
            <a:off x="7466013" y="1708150"/>
            <a:ext cx="11112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1" name="Freeform 34">
            <a:extLst>
              <a:ext uri="{FF2B5EF4-FFF2-40B4-BE49-F238E27FC236}">
                <a16:creationId xmlns:a16="http://schemas.microsoft.com/office/drawing/2014/main" id="{87FC7C92-675D-BA4F-855F-440A66583AAF}"/>
              </a:ext>
            </a:extLst>
          </p:cNvPr>
          <p:cNvSpPr>
            <a:spLocks/>
          </p:cNvSpPr>
          <p:nvPr/>
        </p:nvSpPr>
        <p:spPr bwMode="auto">
          <a:xfrm>
            <a:off x="7081839" y="2012951"/>
            <a:ext cx="66675" cy="68263"/>
          </a:xfrm>
          <a:custGeom>
            <a:avLst/>
            <a:gdLst>
              <a:gd name="T0" fmla="*/ 2147483646 w 42"/>
              <a:gd name="T1" fmla="*/ 2147483646 h 43"/>
              <a:gd name="T2" fmla="*/ 2147483646 w 42"/>
              <a:gd name="T3" fmla="*/ 2147483646 h 43"/>
              <a:gd name="T4" fmla="*/ 2147483646 w 42"/>
              <a:gd name="T5" fmla="*/ 0 h 43"/>
              <a:gd name="T6" fmla="*/ 2147483646 w 42"/>
              <a:gd name="T7" fmla="*/ 2147483646 h 43"/>
              <a:gd name="T8" fmla="*/ 0 w 42"/>
              <a:gd name="T9" fmla="*/ 2147483646 h 43"/>
              <a:gd name="T10" fmla="*/ 2147483646 w 42"/>
              <a:gd name="T11" fmla="*/ 2147483646 h 43"/>
              <a:gd name="T12" fmla="*/ 2147483646 w 42"/>
              <a:gd name="T13" fmla="*/ 2147483646 h 43"/>
              <a:gd name="T14" fmla="*/ 2147483646 w 42"/>
              <a:gd name="T15" fmla="*/ 2147483646 h 43"/>
              <a:gd name="T16" fmla="*/ 2147483646 w 42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2"/>
              <a:gd name="T28" fmla="*/ 0 h 43"/>
              <a:gd name="T29" fmla="*/ 42 w 42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2" h="43">
                <a:moveTo>
                  <a:pt x="42" y="21"/>
                </a:moveTo>
                <a:lnTo>
                  <a:pt x="35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1" y="43"/>
                </a:lnTo>
                <a:lnTo>
                  <a:pt x="35" y="36"/>
                </a:lnTo>
                <a:lnTo>
                  <a:pt x="42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2" name="Freeform 35">
            <a:extLst>
              <a:ext uri="{FF2B5EF4-FFF2-40B4-BE49-F238E27FC236}">
                <a16:creationId xmlns:a16="http://schemas.microsoft.com/office/drawing/2014/main" id="{40C022D6-68B8-15DF-ED5C-7CC4529AD8FB}"/>
              </a:ext>
            </a:extLst>
          </p:cNvPr>
          <p:cNvSpPr>
            <a:spLocks/>
          </p:cNvSpPr>
          <p:nvPr/>
        </p:nvSpPr>
        <p:spPr bwMode="auto">
          <a:xfrm>
            <a:off x="7081839" y="2012951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2" y="21"/>
                </a:moveTo>
                <a:lnTo>
                  <a:pt x="35" y="7"/>
                </a:lnTo>
                <a:lnTo>
                  <a:pt x="35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6"/>
                </a:lnTo>
                <a:lnTo>
                  <a:pt x="7" y="36"/>
                </a:lnTo>
                <a:lnTo>
                  <a:pt x="21" y="43"/>
                </a:lnTo>
                <a:lnTo>
                  <a:pt x="35" y="36"/>
                </a:lnTo>
                <a:lnTo>
                  <a:pt x="42" y="21"/>
                </a:lnTo>
                <a:lnTo>
                  <a:pt x="50" y="21"/>
                </a:lnTo>
                <a:lnTo>
                  <a:pt x="42" y="36"/>
                </a:lnTo>
                <a:lnTo>
                  <a:pt x="35" y="43"/>
                </a:lnTo>
                <a:lnTo>
                  <a:pt x="21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5" y="7"/>
                </a:lnTo>
                <a:lnTo>
                  <a:pt x="42" y="7"/>
                </a:lnTo>
                <a:lnTo>
                  <a:pt x="50" y="21"/>
                </a:lnTo>
                <a:lnTo>
                  <a:pt x="42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3" name="Freeform 36">
            <a:extLst>
              <a:ext uri="{FF2B5EF4-FFF2-40B4-BE49-F238E27FC236}">
                <a16:creationId xmlns:a16="http://schemas.microsoft.com/office/drawing/2014/main" id="{97F41F2B-AC5F-3F1C-5F4B-6760D3AD05ED}"/>
              </a:ext>
            </a:extLst>
          </p:cNvPr>
          <p:cNvSpPr>
            <a:spLocks/>
          </p:cNvSpPr>
          <p:nvPr/>
        </p:nvSpPr>
        <p:spPr bwMode="auto">
          <a:xfrm>
            <a:off x="7148513" y="2046289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4" name="Freeform 37">
            <a:extLst>
              <a:ext uri="{FF2B5EF4-FFF2-40B4-BE49-F238E27FC236}">
                <a16:creationId xmlns:a16="http://schemas.microsoft.com/office/drawing/2014/main" id="{A64369E2-D2B9-B8AD-4F9D-A5A0D458BCD1}"/>
              </a:ext>
            </a:extLst>
          </p:cNvPr>
          <p:cNvSpPr>
            <a:spLocks/>
          </p:cNvSpPr>
          <p:nvPr/>
        </p:nvSpPr>
        <p:spPr bwMode="auto">
          <a:xfrm>
            <a:off x="6923088" y="2012951"/>
            <a:ext cx="57150" cy="68263"/>
          </a:xfrm>
          <a:custGeom>
            <a:avLst/>
            <a:gdLst>
              <a:gd name="T0" fmla="*/ 2147483646 w 36"/>
              <a:gd name="T1" fmla="*/ 2147483646 h 43"/>
              <a:gd name="T2" fmla="*/ 2147483646 w 36"/>
              <a:gd name="T3" fmla="*/ 2147483646 h 43"/>
              <a:gd name="T4" fmla="*/ 2147483646 w 36"/>
              <a:gd name="T5" fmla="*/ 0 h 43"/>
              <a:gd name="T6" fmla="*/ 0 w 36"/>
              <a:gd name="T7" fmla="*/ 2147483646 h 43"/>
              <a:gd name="T8" fmla="*/ 0 w 36"/>
              <a:gd name="T9" fmla="*/ 2147483646 h 43"/>
              <a:gd name="T10" fmla="*/ 0 w 36"/>
              <a:gd name="T11" fmla="*/ 2147483646 h 43"/>
              <a:gd name="T12" fmla="*/ 2147483646 w 36"/>
              <a:gd name="T13" fmla="*/ 2147483646 h 43"/>
              <a:gd name="T14" fmla="*/ 2147483646 w 36"/>
              <a:gd name="T15" fmla="*/ 2147483646 h 43"/>
              <a:gd name="T16" fmla="*/ 2147483646 w 36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43"/>
              <a:gd name="T29" fmla="*/ 36 w 36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43">
                <a:moveTo>
                  <a:pt x="36" y="21"/>
                </a:moveTo>
                <a:lnTo>
                  <a:pt x="29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6"/>
                </a:lnTo>
                <a:lnTo>
                  <a:pt x="14" y="43"/>
                </a:lnTo>
                <a:lnTo>
                  <a:pt x="29" y="36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5" name="Freeform 38">
            <a:extLst>
              <a:ext uri="{FF2B5EF4-FFF2-40B4-BE49-F238E27FC236}">
                <a16:creationId xmlns:a16="http://schemas.microsoft.com/office/drawing/2014/main" id="{8D36C84A-8D9E-5695-B794-65C4566908B9}"/>
              </a:ext>
            </a:extLst>
          </p:cNvPr>
          <p:cNvSpPr>
            <a:spLocks/>
          </p:cNvSpPr>
          <p:nvPr/>
        </p:nvSpPr>
        <p:spPr bwMode="auto">
          <a:xfrm>
            <a:off x="6923088" y="2012951"/>
            <a:ext cx="68262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0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0 w 43"/>
              <a:gd name="T29" fmla="*/ 2147483646 h 50"/>
              <a:gd name="T30" fmla="*/ 0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0 w 43"/>
              <a:gd name="T65" fmla="*/ 2147483646 h 50"/>
              <a:gd name="T66" fmla="*/ 0 w 43"/>
              <a:gd name="T67" fmla="*/ 2147483646 h 50"/>
              <a:gd name="T68" fmla="*/ 0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0 w 43"/>
              <a:gd name="T77" fmla="*/ 2147483646 h 50"/>
              <a:gd name="T78" fmla="*/ 0 w 43"/>
              <a:gd name="T79" fmla="*/ 2147483646 h 50"/>
              <a:gd name="T80" fmla="*/ 0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6" y="21"/>
                </a:moveTo>
                <a:lnTo>
                  <a:pt x="29" y="7"/>
                </a:lnTo>
                <a:lnTo>
                  <a:pt x="29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6"/>
                </a:lnTo>
                <a:lnTo>
                  <a:pt x="0" y="36"/>
                </a:lnTo>
                <a:lnTo>
                  <a:pt x="14" y="43"/>
                </a:lnTo>
                <a:lnTo>
                  <a:pt x="29" y="36"/>
                </a:lnTo>
                <a:lnTo>
                  <a:pt x="36" y="21"/>
                </a:lnTo>
                <a:lnTo>
                  <a:pt x="43" y="21"/>
                </a:lnTo>
                <a:lnTo>
                  <a:pt x="36" y="36"/>
                </a:lnTo>
                <a:lnTo>
                  <a:pt x="29" y="43"/>
                </a:lnTo>
                <a:lnTo>
                  <a:pt x="14" y="50"/>
                </a:lnTo>
                <a:lnTo>
                  <a:pt x="0" y="43"/>
                </a:lnTo>
                <a:lnTo>
                  <a:pt x="0" y="36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9" y="7"/>
                </a:lnTo>
                <a:lnTo>
                  <a:pt x="36" y="7"/>
                </a:lnTo>
                <a:lnTo>
                  <a:pt x="43" y="21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6" name="Freeform 39">
            <a:extLst>
              <a:ext uri="{FF2B5EF4-FFF2-40B4-BE49-F238E27FC236}">
                <a16:creationId xmlns:a16="http://schemas.microsoft.com/office/drawing/2014/main" id="{E3512A04-1BC0-AE16-08A3-7D0304FBE390}"/>
              </a:ext>
            </a:extLst>
          </p:cNvPr>
          <p:cNvSpPr>
            <a:spLocks/>
          </p:cNvSpPr>
          <p:nvPr/>
        </p:nvSpPr>
        <p:spPr bwMode="auto">
          <a:xfrm>
            <a:off x="6980238" y="204628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7" name="Freeform 40">
            <a:extLst>
              <a:ext uri="{FF2B5EF4-FFF2-40B4-BE49-F238E27FC236}">
                <a16:creationId xmlns:a16="http://schemas.microsoft.com/office/drawing/2014/main" id="{5A8CE59F-A4D9-B53E-DB78-D80D360DA122}"/>
              </a:ext>
            </a:extLst>
          </p:cNvPr>
          <p:cNvSpPr>
            <a:spLocks/>
          </p:cNvSpPr>
          <p:nvPr/>
        </p:nvSpPr>
        <p:spPr bwMode="auto">
          <a:xfrm>
            <a:off x="7408863" y="2352676"/>
            <a:ext cx="57150" cy="66675"/>
          </a:xfrm>
          <a:custGeom>
            <a:avLst/>
            <a:gdLst>
              <a:gd name="T0" fmla="*/ 2147483646 w 36"/>
              <a:gd name="T1" fmla="*/ 2147483646 h 42"/>
              <a:gd name="T2" fmla="*/ 2147483646 w 36"/>
              <a:gd name="T3" fmla="*/ 2147483646 h 42"/>
              <a:gd name="T4" fmla="*/ 2147483646 w 36"/>
              <a:gd name="T5" fmla="*/ 0 h 42"/>
              <a:gd name="T6" fmla="*/ 0 w 36"/>
              <a:gd name="T7" fmla="*/ 2147483646 h 42"/>
              <a:gd name="T8" fmla="*/ 0 w 36"/>
              <a:gd name="T9" fmla="*/ 2147483646 h 42"/>
              <a:gd name="T10" fmla="*/ 0 w 36"/>
              <a:gd name="T11" fmla="*/ 2147483646 h 42"/>
              <a:gd name="T12" fmla="*/ 2147483646 w 36"/>
              <a:gd name="T13" fmla="*/ 2147483646 h 42"/>
              <a:gd name="T14" fmla="*/ 2147483646 w 36"/>
              <a:gd name="T15" fmla="*/ 2147483646 h 42"/>
              <a:gd name="T16" fmla="*/ 2147483646 w 36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42"/>
              <a:gd name="T29" fmla="*/ 36 w 36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42">
                <a:moveTo>
                  <a:pt x="36" y="21"/>
                </a:moveTo>
                <a:lnTo>
                  <a:pt x="29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5"/>
                </a:lnTo>
                <a:lnTo>
                  <a:pt x="14" y="42"/>
                </a:lnTo>
                <a:lnTo>
                  <a:pt x="29" y="35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8" name="Freeform 41">
            <a:extLst>
              <a:ext uri="{FF2B5EF4-FFF2-40B4-BE49-F238E27FC236}">
                <a16:creationId xmlns:a16="http://schemas.microsoft.com/office/drawing/2014/main" id="{CD56AB54-BA60-7C95-BFC7-A87EC759D067}"/>
              </a:ext>
            </a:extLst>
          </p:cNvPr>
          <p:cNvSpPr>
            <a:spLocks/>
          </p:cNvSpPr>
          <p:nvPr/>
        </p:nvSpPr>
        <p:spPr bwMode="auto">
          <a:xfrm>
            <a:off x="7408863" y="2352676"/>
            <a:ext cx="68262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0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0 w 43"/>
              <a:gd name="T29" fmla="*/ 2147483646 h 50"/>
              <a:gd name="T30" fmla="*/ 0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0 w 43"/>
              <a:gd name="T65" fmla="*/ 2147483646 h 50"/>
              <a:gd name="T66" fmla="*/ 0 w 43"/>
              <a:gd name="T67" fmla="*/ 2147483646 h 50"/>
              <a:gd name="T68" fmla="*/ 0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0 w 43"/>
              <a:gd name="T77" fmla="*/ 2147483646 h 50"/>
              <a:gd name="T78" fmla="*/ 0 w 43"/>
              <a:gd name="T79" fmla="*/ 2147483646 h 50"/>
              <a:gd name="T80" fmla="*/ 0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6" y="21"/>
                </a:moveTo>
                <a:lnTo>
                  <a:pt x="29" y="7"/>
                </a:lnTo>
                <a:lnTo>
                  <a:pt x="29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5"/>
                </a:lnTo>
                <a:lnTo>
                  <a:pt x="0" y="35"/>
                </a:lnTo>
                <a:lnTo>
                  <a:pt x="14" y="42"/>
                </a:lnTo>
                <a:lnTo>
                  <a:pt x="29" y="35"/>
                </a:lnTo>
                <a:lnTo>
                  <a:pt x="36" y="21"/>
                </a:lnTo>
                <a:lnTo>
                  <a:pt x="43" y="21"/>
                </a:lnTo>
                <a:lnTo>
                  <a:pt x="36" y="35"/>
                </a:lnTo>
                <a:lnTo>
                  <a:pt x="29" y="42"/>
                </a:lnTo>
                <a:lnTo>
                  <a:pt x="14" y="50"/>
                </a:lnTo>
                <a:lnTo>
                  <a:pt x="0" y="42"/>
                </a:lnTo>
                <a:lnTo>
                  <a:pt x="0" y="35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9" y="7"/>
                </a:lnTo>
                <a:lnTo>
                  <a:pt x="36" y="7"/>
                </a:lnTo>
                <a:lnTo>
                  <a:pt x="43" y="21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9" name="Freeform 42">
            <a:extLst>
              <a:ext uri="{FF2B5EF4-FFF2-40B4-BE49-F238E27FC236}">
                <a16:creationId xmlns:a16="http://schemas.microsoft.com/office/drawing/2014/main" id="{BCC3EA22-E0A5-862E-C598-D0699CE32074}"/>
              </a:ext>
            </a:extLst>
          </p:cNvPr>
          <p:cNvSpPr>
            <a:spLocks/>
          </p:cNvSpPr>
          <p:nvPr/>
        </p:nvSpPr>
        <p:spPr bwMode="auto">
          <a:xfrm>
            <a:off x="7466013" y="2386014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0" name="Freeform 43">
            <a:extLst>
              <a:ext uri="{FF2B5EF4-FFF2-40B4-BE49-F238E27FC236}">
                <a16:creationId xmlns:a16="http://schemas.microsoft.com/office/drawing/2014/main" id="{933FDF75-E238-566E-D838-72F8F243664A}"/>
              </a:ext>
            </a:extLst>
          </p:cNvPr>
          <p:cNvSpPr>
            <a:spLocks/>
          </p:cNvSpPr>
          <p:nvPr/>
        </p:nvSpPr>
        <p:spPr bwMode="auto">
          <a:xfrm>
            <a:off x="7408863" y="2544763"/>
            <a:ext cx="57150" cy="55562"/>
          </a:xfrm>
          <a:custGeom>
            <a:avLst/>
            <a:gdLst>
              <a:gd name="T0" fmla="*/ 2147483646 w 36"/>
              <a:gd name="T1" fmla="*/ 2147483646 h 35"/>
              <a:gd name="T2" fmla="*/ 2147483646 w 36"/>
              <a:gd name="T3" fmla="*/ 0 h 35"/>
              <a:gd name="T4" fmla="*/ 2147483646 w 36"/>
              <a:gd name="T5" fmla="*/ 0 h 35"/>
              <a:gd name="T6" fmla="*/ 0 w 36"/>
              <a:gd name="T7" fmla="*/ 0 h 35"/>
              <a:gd name="T8" fmla="*/ 0 w 36"/>
              <a:gd name="T9" fmla="*/ 2147483646 h 35"/>
              <a:gd name="T10" fmla="*/ 0 w 36"/>
              <a:gd name="T11" fmla="*/ 2147483646 h 35"/>
              <a:gd name="T12" fmla="*/ 2147483646 w 36"/>
              <a:gd name="T13" fmla="*/ 2147483646 h 35"/>
              <a:gd name="T14" fmla="*/ 2147483646 w 36"/>
              <a:gd name="T15" fmla="*/ 2147483646 h 35"/>
              <a:gd name="T16" fmla="*/ 2147483646 w 36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35"/>
              <a:gd name="T29" fmla="*/ 36 w 36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35">
                <a:moveTo>
                  <a:pt x="36" y="14"/>
                </a:moveTo>
                <a:lnTo>
                  <a:pt x="29" y="0"/>
                </a:lnTo>
                <a:lnTo>
                  <a:pt x="14" y="0"/>
                </a:lnTo>
                <a:lnTo>
                  <a:pt x="0" y="0"/>
                </a:lnTo>
                <a:lnTo>
                  <a:pt x="0" y="14"/>
                </a:lnTo>
                <a:lnTo>
                  <a:pt x="0" y="28"/>
                </a:lnTo>
                <a:lnTo>
                  <a:pt x="14" y="35"/>
                </a:lnTo>
                <a:lnTo>
                  <a:pt x="29" y="28"/>
                </a:lnTo>
                <a:lnTo>
                  <a:pt x="36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1" name="Freeform 44">
            <a:extLst>
              <a:ext uri="{FF2B5EF4-FFF2-40B4-BE49-F238E27FC236}">
                <a16:creationId xmlns:a16="http://schemas.microsoft.com/office/drawing/2014/main" id="{3310E7F9-7855-FEC9-C855-545FBEF44D4F}"/>
              </a:ext>
            </a:extLst>
          </p:cNvPr>
          <p:cNvSpPr>
            <a:spLocks/>
          </p:cNvSpPr>
          <p:nvPr/>
        </p:nvSpPr>
        <p:spPr bwMode="auto">
          <a:xfrm>
            <a:off x="7408863" y="2544764"/>
            <a:ext cx="68262" cy="66675"/>
          </a:xfrm>
          <a:custGeom>
            <a:avLst/>
            <a:gdLst>
              <a:gd name="T0" fmla="*/ 2147483646 w 43"/>
              <a:gd name="T1" fmla="*/ 2147483646 h 42"/>
              <a:gd name="T2" fmla="*/ 2147483646 w 43"/>
              <a:gd name="T3" fmla="*/ 0 h 42"/>
              <a:gd name="T4" fmla="*/ 2147483646 w 43"/>
              <a:gd name="T5" fmla="*/ 2147483646 h 42"/>
              <a:gd name="T6" fmla="*/ 2147483646 w 43"/>
              <a:gd name="T7" fmla="*/ 2147483646 h 42"/>
              <a:gd name="T8" fmla="*/ 2147483646 w 43"/>
              <a:gd name="T9" fmla="*/ 2147483646 h 42"/>
              <a:gd name="T10" fmla="*/ 2147483646 w 43"/>
              <a:gd name="T11" fmla="*/ 2147483646 h 42"/>
              <a:gd name="T12" fmla="*/ 2147483646 w 43"/>
              <a:gd name="T13" fmla="*/ 2147483646 h 42"/>
              <a:gd name="T14" fmla="*/ 0 w 43"/>
              <a:gd name="T15" fmla="*/ 2147483646 h 42"/>
              <a:gd name="T16" fmla="*/ 2147483646 w 43"/>
              <a:gd name="T17" fmla="*/ 0 h 42"/>
              <a:gd name="T18" fmla="*/ 2147483646 w 43"/>
              <a:gd name="T19" fmla="*/ 0 h 42"/>
              <a:gd name="T20" fmla="*/ 2147483646 w 43"/>
              <a:gd name="T21" fmla="*/ 2147483646 h 42"/>
              <a:gd name="T22" fmla="*/ 2147483646 w 43"/>
              <a:gd name="T23" fmla="*/ 2147483646 h 42"/>
              <a:gd name="T24" fmla="*/ 2147483646 w 43"/>
              <a:gd name="T25" fmla="*/ 2147483646 h 42"/>
              <a:gd name="T26" fmla="*/ 2147483646 w 43"/>
              <a:gd name="T27" fmla="*/ 2147483646 h 42"/>
              <a:gd name="T28" fmla="*/ 0 w 43"/>
              <a:gd name="T29" fmla="*/ 2147483646 h 42"/>
              <a:gd name="T30" fmla="*/ 0 w 43"/>
              <a:gd name="T31" fmla="*/ 2147483646 h 42"/>
              <a:gd name="T32" fmla="*/ 2147483646 w 43"/>
              <a:gd name="T33" fmla="*/ 2147483646 h 42"/>
              <a:gd name="T34" fmla="*/ 2147483646 w 43"/>
              <a:gd name="T35" fmla="*/ 2147483646 h 42"/>
              <a:gd name="T36" fmla="*/ 2147483646 w 43"/>
              <a:gd name="T37" fmla="*/ 2147483646 h 42"/>
              <a:gd name="T38" fmla="*/ 2147483646 w 43"/>
              <a:gd name="T39" fmla="*/ 2147483646 h 42"/>
              <a:gd name="T40" fmla="*/ 2147483646 w 43"/>
              <a:gd name="T41" fmla="*/ 2147483646 h 42"/>
              <a:gd name="T42" fmla="*/ 2147483646 w 43"/>
              <a:gd name="T43" fmla="*/ 2147483646 h 42"/>
              <a:gd name="T44" fmla="*/ 2147483646 w 43"/>
              <a:gd name="T45" fmla="*/ 2147483646 h 42"/>
              <a:gd name="T46" fmla="*/ 2147483646 w 43"/>
              <a:gd name="T47" fmla="*/ 2147483646 h 42"/>
              <a:gd name="T48" fmla="*/ 2147483646 w 43"/>
              <a:gd name="T49" fmla="*/ 2147483646 h 42"/>
              <a:gd name="T50" fmla="*/ 2147483646 w 43"/>
              <a:gd name="T51" fmla="*/ 2147483646 h 42"/>
              <a:gd name="T52" fmla="*/ 2147483646 w 43"/>
              <a:gd name="T53" fmla="*/ 2147483646 h 42"/>
              <a:gd name="T54" fmla="*/ 2147483646 w 43"/>
              <a:gd name="T55" fmla="*/ 2147483646 h 42"/>
              <a:gd name="T56" fmla="*/ 2147483646 w 43"/>
              <a:gd name="T57" fmla="*/ 2147483646 h 42"/>
              <a:gd name="T58" fmla="*/ 2147483646 w 43"/>
              <a:gd name="T59" fmla="*/ 2147483646 h 42"/>
              <a:gd name="T60" fmla="*/ 2147483646 w 43"/>
              <a:gd name="T61" fmla="*/ 2147483646 h 42"/>
              <a:gd name="T62" fmla="*/ 2147483646 w 43"/>
              <a:gd name="T63" fmla="*/ 2147483646 h 42"/>
              <a:gd name="T64" fmla="*/ 0 w 43"/>
              <a:gd name="T65" fmla="*/ 2147483646 h 42"/>
              <a:gd name="T66" fmla="*/ 0 w 43"/>
              <a:gd name="T67" fmla="*/ 2147483646 h 42"/>
              <a:gd name="T68" fmla="*/ 0 w 43"/>
              <a:gd name="T69" fmla="*/ 2147483646 h 42"/>
              <a:gd name="T70" fmla="*/ 0 w 43"/>
              <a:gd name="T71" fmla="*/ 2147483646 h 42"/>
              <a:gd name="T72" fmla="*/ 0 w 43"/>
              <a:gd name="T73" fmla="*/ 2147483646 h 42"/>
              <a:gd name="T74" fmla="*/ 0 w 43"/>
              <a:gd name="T75" fmla="*/ 2147483646 h 42"/>
              <a:gd name="T76" fmla="*/ 0 w 43"/>
              <a:gd name="T77" fmla="*/ 0 h 42"/>
              <a:gd name="T78" fmla="*/ 0 w 43"/>
              <a:gd name="T79" fmla="*/ 0 h 42"/>
              <a:gd name="T80" fmla="*/ 0 w 43"/>
              <a:gd name="T81" fmla="*/ 0 h 42"/>
              <a:gd name="T82" fmla="*/ 2147483646 w 43"/>
              <a:gd name="T83" fmla="*/ 0 h 42"/>
              <a:gd name="T84" fmla="*/ 2147483646 w 43"/>
              <a:gd name="T85" fmla="*/ 0 h 42"/>
              <a:gd name="T86" fmla="*/ 2147483646 w 43"/>
              <a:gd name="T87" fmla="*/ 0 h 42"/>
              <a:gd name="T88" fmla="*/ 2147483646 w 43"/>
              <a:gd name="T89" fmla="*/ 0 h 42"/>
              <a:gd name="T90" fmla="*/ 2147483646 w 43"/>
              <a:gd name="T91" fmla="*/ 0 h 42"/>
              <a:gd name="T92" fmla="*/ 2147483646 w 43"/>
              <a:gd name="T93" fmla="*/ 0 h 42"/>
              <a:gd name="T94" fmla="*/ 2147483646 w 43"/>
              <a:gd name="T95" fmla="*/ 2147483646 h 42"/>
              <a:gd name="T96" fmla="*/ 2147483646 w 43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42"/>
              <a:gd name="T149" fmla="*/ 43 w 43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42">
                <a:moveTo>
                  <a:pt x="36" y="14"/>
                </a:moveTo>
                <a:lnTo>
                  <a:pt x="29" y="0"/>
                </a:lnTo>
                <a:lnTo>
                  <a:pt x="29" y="7"/>
                </a:lnTo>
                <a:lnTo>
                  <a:pt x="14" y="7"/>
                </a:lnTo>
                <a:lnTo>
                  <a:pt x="0" y="7"/>
                </a:lnTo>
                <a:lnTo>
                  <a:pt x="7" y="0"/>
                </a:lnTo>
                <a:lnTo>
                  <a:pt x="7" y="14"/>
                </a:lnTo>
                <a:lnTo>
                  <a:pt x="7" y="28"/>
                </a:lnTo>
                <a:lnTo>
                  <a:pt x="0" y="28"/>
                </a:lnTo>
                <a:lnTo>
                  <a:pt x="14" y="35"/>
                </a:lnTo>
                <a:lnTo>
                  <a:pt x="29" y="28"/>
                </a:lnTo>
                <a:lnTo>
                  <a:pt x="36" y="14"/>
                </a:lnTo>
                <a:lnTo>
                  <a:pt x="43" y="14"/>
                </a:lnTo>
                <a:lnTo>
                  <a:pt x="36" y="28"/>
                </a:lnTo>
                <a:lnTo>
                  <a:pt x="29" y="35"/>
                </a:lnTo>
                <a:lnTo>
                  <a:pt x="14" y="42"/>
                </a:lnTo>
                <a:lnTo>
                  <a:pt x="0" y="35"/>
                </a:lnTo>
                <a:lnTo>
                  <a:pt x="0" y="28"/>
                </a:lnTo>
                <a:lnTo>
                  <a:pt x="0" y="14"/>
                </a:lnTo>
                <a:lnTo>
                  <a:pt x="0" y="0"/>
                </a:lnTo>
                <a:lnTo>
                  <a:pt x="14" y="0"/>
                </a:lnTo>
                <a:lnTo>
                  <a:pt x="29" y="0"/>
                </a:lnTo>
                <a:lnTo>
                  <a:pt x="36" y="0"/>
                </a:lnTo>
                <a:lnTo>
                  <a:pt x="43" y="14"/>
                </a:lnTo>
                <a:lnTo>
                  <a:pt x="36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2" name="Freeform 45">
            <a:extLst>
              <a:ext uri="{FF2B5EF4-FFF2-40B4-BE49-F238E27FC236}">
                <a16:creationId xmlns:a16="http://schemas.microsoft.com/office/drawing/2014/main" id="{0C732823-C966-BB20-30B5-CDBC5851EEF7}"/>
              </a:ext>
            </a:extLst>
          </p:cNvPr>
          <p:cNvSpPr>
            <a:spLocks/>
          </p:cNvSpPr>
          <p:nvPr/>
        </p:nvSpPr>
        <p:spPr bwMode="auto">
          <a:xfrm>
            <a:off x="7466013" y="256698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3" name="Freeform 46">
            <a:extLst>
              <a:ext uri="{FF2B5EF4-FFF2-40B4-BE49-F238E27FC236}">
                <a16:creationId xmlns:a16="http://schemas.microsoft.com/office/drawing/2014/main" id="{49F1FF20-CD09-331C-05BF-A17362C2CE13}"/>
              </a:ext>
            </a:extLst>
          </p:cNvPr>
          <p:cNvSpPr>
            <a:spLocks/>
          </p:cNvSpPr>
          <p:nvPr/>
        </p:nvSpPr>
        <p:spPr bwMode="auto">
          <a:xfrm>
            <a:off x="7081839" y="2882900"/>
            <a:ext cx="66675" cy="57150"/>
          </a:xfrm>
          <a:custGeom>
            <a:avLst/>
            <a:gdLst>
              <a:gd name="T0" fmla="*/ 2147483646 w 42"/>
              <a:gd name="T1" fmla="*/ 2147483646 h 36"/>
              <a:gd name="T2" fmla="*/ 2147483646 w 42"/>
              <a:gd name="T3" fmla="*/ 2147483646 h 36"/>
              <a:gd name="T4" fmla="*/ 2147483646 w 42"/>
              <a:gd name="T5" fmla="*/ 0 h 36"/>
              <a:gd name="T6" fmla="*/ 2147483646 w 42"/>
              <a:gd name="T7" fmla="*/ 2147483646 h 36"/>
              <a:gd name="T8" fmla="*/ 0 w 42"/>
              <a:gd name="T9" fmla="*/ 2147483646 h 36"/>
              <a:gd name="T10" fmla="*/ 2147483646 w 42"/>
              <a:gd name="T11" fmla="*/ 2147483646 h 36"/>
              <a:gd name="T12" fmla="*/ 2147483646 w 42"/>
              <a:gd name="T13" fmla="*/ 2147483646 h 36"/>
              <a:gd name="T14" fmla="*/ 2147483646 w 42"/>
              <a:gd name="T15" fmla="*/ 2147483646 h 36"/>
              <a:gd name="T16" fmla="*/ 2147483646 w 42"/>
              <a:gd name="T17" fmla="*/ 2147483646 h 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2"/>
              <a:gd name="T28" fmla="*/ 0 h 36"/>
              <a:gd name="T29" fmla="*/ 42 w 42"/>
              <a:gd name="T30" fmla="*/ 36 h 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2" h="36">
                <a:moveTo>
                  <a:pt x="42" y="22"/>
                </a:moveTo>
                <a:lnTo>
                  <a:pt x="35" y="7"/>
                </a:lnTo>
                <a:lnTo>
                  <a:pt x="21" y="0"/>
                </a:lnTo>
                <a:lnTo>
                  <a:pt x="7" y="7"/>
                </a:lnTo>
                <a:lnTo>
                  <a:pt x="0" y="22"/>
                </a:lnTo>
                <a:lnTo>
                  <a:pt x="7" y="36"/>
                </a:lnTo>
                <a:lnTo>
                  <a:pt x="21" y="36"/>
                </a:lnTo>
                <a:lnTo>
                  <a:pt x="35" y="36"/>
                </a:lnTo>
                <a:lnTo>
                  <a:pt x="42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4" name="Freeform 47">
            <a:extLst>
              <a:ext uri="{FF2B5EF4-FFF2-40B4-BE49-F238E27FC236}">
                <a16:creationId xmlns:a16="http://schemas.microsoft.com/office/drawing/2014/main" id="{73737E7B-5583-7689-056F-D6189146F9B1}"/>
              </a:ext>
            </a:extLst>
          </p:cNvPr>
          <p:cNvSpPr>
            <a:spLocks/>
          </p:cNvSpPr>
          <p:nvPr/>
        </p:nvSpPr>
        <p:spPr bwMode="auto">
          <a:xfrm>
            <a:off x="7081839" y="2882901"/>
            <a:ext cx="79375" cy="68263"/>
          </a:xfrm>
          <a:custGeom>
            <a:avLst/>
            <a:gdLst>
              <a:gd name="T0" fmla="*/ 2147483646 w 50"/>
              <a:gd name="T1" fmla="*/ 2147483646 h 43"/>
              <a:gd name="T2" fmla="*/ 2147483646 w 50"/>
              <a:gd name="T3" fmla="*/ 2147483646 h 43"/>
              <a:gd name="T4" fmla="*/ 2147483646 w 50"/>
              <a:gd name="T5" fmla="*/ 2147483646 h 43"/>
              <a:gd name="T6" fmla="*/ 2147483646 w 50"/>
              <a:gd name="T7" fmla="*/ 2147483646 h 43"/>
              <a:gd name="T8" fmla="*/ 2147483646 w 50"/>
              <a:gd name="T9" fmla="*/ 2147483646 h 43"/>
              <a:gd name="T10" fmla="*/ 2147483646 w 50"/>
              <a:gd name="T11" fmla="*/ 2147483646 h 43"/>
              <a:gd name="T12" fmla="*/ 2147483646 w 50"/>
              <a:gd name="T13" fmla="*/ 2147483646 h 43"/>
              <a:gd name="T14" fmla="*/ 2147483646 w 50"/>
              <a:gd name="T15" fmla="*/ 2147483646 h 43"/>
              <a:gd name="T16" fmla="*/ 2147483646 w 50"/>
              <a:gd name="T17" fmla="*/ 2147483646 h 43"/>
              <a:gd name="T18" fmla="*/ 2147483646 w 50"/>
              <a:gd name="T19" fmla="*/ 2147483646 h 43"/>
              <a:gd name="T20" fmla="*/ 2147483646 w 50"/>
              <a:gd name="T21" fmla="*/ 2147483646 h 43"/>
              <a:gd name="T22" fmla="*/ 2147483646 w 50"/>
              <a:gd name="T23" fmla="*/ 2147483646 h 43"/>
              <a:gd name="T24" fmla="*/ 2147483646 w 50"/>
              <a:gd name="T25" fmla="*/ 2147483646 h 43"/>
              <a:gd name="T26" fmla="*/ 2147483646 w 50"/>
              <a:gd name="T27" fmla="*/ 2147483646 h 43"/>
              <a:gd name="T28" fmla="*/ 2147483646 w 50"/>
              <a:gd name="T29" fmla="*/ 2147483646 h 43"/>
              <a:gd name="T30" fmla="*/ 2147483646 w 50"/>
              <a:gd name="T31" fmla="*/ 2147483646 h 43"/>
              <a:gd name="T32" fmla="*/ 2147483646 w 50"/>
              <a:gd name="T33" fmla="*/ 2147483646 h 43"/>
              <a:gd name="T34" fmla="*/ 2147483646 w 50"/>
              <a:gd name="T35" fmla="*/ 2147483646 h 43"/>
              <a:gd name="T36" fmla="*/ 2147483646 w 50"/>
              <a:gd name="T37" fmla="*/ 2147483646 h 43"/>
              <a:gd name="T38" fmla="*/ 2147483646 w 50"/>
              <a:gd name="T39" fmla="*/ 2147483646 h 43"/>
              <a:gd name="T40" fmla="*/ 2147483646 w 50"/>
              <a:gd name="T41" fmla="*/ 2147483646 h 43"/>
              <a:gd name="T42" fmla="*/ 2147483646 w 50"/>
              <a:gd name="T43" fmla="*/ 2147483646 h 43"/>
              <a:gd name="T44" fmla="*/ 2147483646 w 50"/>
              <a:gd name="T45" fmla="*/ 2147483646 h 43"/>
              <a:gd name="T46" fmla="*/ 2147483646 w 50"/>
              <a:gd name="T47" fmla="*/ 2147483646 h 43"/>
              <a:gd name="T48" fmla="*/ 2147483646 w 50"/>
              <a:gd name="T49" fmla="*/ 2147483646 h 43"/>
              <a:gd name="T50" fmla="*/ 2147483646 w 50"/>
              <a:gd name="T51" fmla="*/ 2147483646 h 43"/>
              <a:gd name="T52" fmla="*/ 2147483646 w 50"/>
              <a:gd name="T53" fmla="*/ 2147483646 h 43"/>
              <a:gd name="T54" fmla="*/ 2147483646 w 50"/>
              <a:gd name="T55" fmla="*/ 2147483646 h 43"/>
              <a:gd name="T56" fmla="*/ 2147483646 w 50"/>
              <a:gd name="T57" fmla="*/ 2147483646 h 43"/>
              <a:gd name="T58" fmla="*/ 2147483646 w 50"/>
              <a:gd name="T59" fmla="*/ 2147483646 h 43"/>
              <a:gd name="T60" fmla="*/ 2147483646 w 50"/>
              <a:gd name="T61" fmla="*/ 2147483646 h 43"/>
              <a:gd name="T62" fmla="*/ 2147483646 w 50"/>
              <a:gd name="T63" fmla="*/ 2147483646 h 43"/>
              <a:gd name="T64" fmla="*/ 2147483646 w 50"/>
              <a:gd name="T65" fmla="*/ 2147483646 h 43"/>
              <a:gd name="T66" fmla="*/ 2147483646 w 50"/>
              <a:gd name="T67" fmla="*/ 2147483646 h 43"/>
              <a:gd name="T68" fmla="*/ 2147483646 w 50"/>
              <a:gd name="T69" fmla="*/ 2147483646 h 43"/>
              <a:gd name="T70" fmla="*/ 0 w 50"/>
              <a:gd name="T71" fmla="*/ 2147483646 h 43"/>
              <a:gd name="T72" fmla="*/ 0 w 50"/>
              <a:gd name="T73" fmla="*/ 2147483646 h 43"/>
              <a:gd name="T74" fmla="*/ 0 w 50"/>
              <a:gd name="T75" fmla="*/ 2147483646 h 43"/>
              <a:gd name="T76" fmla="*/ 2147483646 w 50"/>
              <a:gd name="T77" fmla="*/ 2147483646 h 43"/>
              <a:gd name="T78" fmla="*/ 2147483646 w 50"/>
              <a:gd name="T79" fmla="*/ 2147483646 h 43"/>
              <a:gd name="T80" fmla="*/ 2147483646 w 50"/>
              <a:gd name="T81" fmla="*/ 2147483646 h 43"/>
              <a:gd name="T82" fmla="*/ 2147483646 w 50"/>
              <a:gd name="T83" fmla="*/ 0 h 43"/>
              <a:gd name="T84" fmla="*/ 2147483646 w 50"/>
              <a:gd name="T85" fmla="*/ 0 h 43"/>
              <a:gd name="T86" fmla="*/ 2147483646 w 50"/>
              <a:gd name="T87" fmla="*/ 0 h 43"/>
              <a:gd name="T88" fmla="*/ 2147483646 w 50"/>
              <a:gd name="T89" fmla="*/ 2147483646 h 43"/>
              <a:gd name="T90" fmla="*/ 2147483646 w 50"/>
              <a:gd name="T91" fmla="*/ 2147483646 h 43"/>
              <a:gd name="T92" fmla="*/ 2147483646 w 50"/>
              <a:gd name="T93" fmla="*/ 2147483646 h 43"/>
              <a:gd name="T94" fmla="*/ 2147483646 w 50"/>
              <a:gd name="T95" fmla="*/ 2147483646 h 43"/>
              <a:gd name="T96" fmla="*/ 2147483646 w 50"/>
              <a:gd name="T97" fmla="*/ 2147483646 h 4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3"/>
              <a:gd name="T149" fmla="*/ 50 w 50"/>
              <a:gd name="T150" fmla="*/ 43 h 4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3">
                <a:moveTo>
                  <a:pt x="42" y="22"/>
                </a:moveTo>
                <a:lnTo>
                  <a:pt x="35" y="7"/>
                </a:lnTo>
                <a:lnTo>
                  <a:pt x="35" y="15"/>
                </a:lnTo>
                <a:lnTo>
                  <a:pt x="21" y="7"/>
                </a:lnTo>
                <a:lnTo>
                  <a:pt x="7" y="15"/>
                </a:lnTo>
                <a:lnTo>
                  <a:pt x="14" y="7"/>
                </a:lnTo>
                <a:lnTo>
                  <a:pt x="7" y="22"/>
                </a:lnTo>
                <a:lnTo>
                  <a:pt x="14" y="36"/>
                </a:lnTo>
                <a:lnTo>
                  <a:pt x="7" y="36"/>
                </a:lnTo>
                <a:lnTo>
                  <a:pt x="21" y="36"/>
                </a:lnTo>
                <a:lnTo>
                  <a:pt x="35" y="36"/>
                </a:lnTo>
                <a:lnTo>
                  <a:pt x="42" y="22"/>
                </a:lnTo>
                <a:lnTo>
                  <a:pt x="50" y="22"/>
                </a:lnTo>
                <a:lnTo>
                  <a:pt x="42" y="36"/>
                </a:lnTo>
                <a:lnTo>
                  <a:pt x="35" y="43"/>
                </a:lnTo>
                <a:lnTo>
                  <a:pt x="21" y="43"/>
                </a:lnTo>
                <a:lnTo>
                  <a:pt x="7" y="43"/>
                </a:lnTo>
                <a:lnTo>
                  <a:pt x="7" y="36"/>
                </a:lnTo>
                <a:lnTo>
                  <a:pt x="0" y="22"/>
                </a:lnTo>
                <a:lnTo>
                  <a:pt x="7" y="7"/>
                </a:lnTo>
                <a:lnTo>
                  <a:pt x="21" y="0"/>
                </a:lnTo>
                <a:lnTo>
                  <a:pt x="35" y="7"/>
                </a:lnTo>
                <a:lnTo>
                  <a:pt x="42" y="7"/>
                </a:lnTo>
                <a:lnTo>
                  <a:pt x="50" y="22"/>
                </a:lnTo>
                <a:lnTo>
                  <a:pt x="42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5" name="Freeform 48">
            <a:extLst>
              <a:ext uri="{FF2B5EF4-FFF2-40B4-BE49-F238E27FC236}">
                <a16:creationId xmlns:a16="http://schemas.microsoft.com/office/drawing/2014/main" id="{39675BBC-59C5-B451-F9B6-62D7356ECF64}"/>
              </a:ext>
            </a:extLst>
          </p:cNvPr>
          <p:cNvSpPr>
            <a:spLocks/>
          </p:cNvSpPr>
          <p:nvPr/>
        </p:nvSpPr>
        <p:spPr bwMode="auto">
          <a:xfrm>
            <a:off x="7148513" y="291782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6" name="Freeform 49">
            <a:extLst>
              <a:ext uri="{FF2B5EF4-FFF2-40B4-BE49-F238E27FC236}">
                <a16:creationId xmlns:a16="http://schemas.microsoft.com/office/drawing/2014/main" id="{3F6D4E0F-4548-58B1-1E18-0DE4FC4A0C89}"/>
              </a:ext>
            </a:extLst>
          </p:cNvPr>
          <p:cNvSpPr>
            <a:spLocks/>
          </p:cNvSpPr>
          <p:nvPr/>
        </p:nvSpPr>
        <p:spPr bwMode="auto">
          <a:xfrm>
            <a:off x="6923088" y="2882900"/>
            <a:ext cx="57150" cy="57150"/>
          </a:xfrm>
          <a:custGeom>
            <a:avLst/>
            <a:gdLst>
              <a:gd name="T0" fmla="*/ 2147483646 w 36"/>
              <a:gd name="T1" fmla="*/ 2147483646 h 36"/>
              <a:gd name="T2" fmla="*/ 2147483646 w 36"/>
              <a:gd name="T3" fmla="*/ 2147483646 h 36"/>
              <a:gd name="T4" fmla="*/ 2147483646 w 36"/>
              <a:gd name="T5" fmla="*/ 0 h 36"/>
              <a:gd name="T6" fmla="*/ 0 w 36"/>
              <a:gd name="T7" fmla="*/ 2147483646 h 36"/>
              <a:gd name="T8" fmla="*/ 0 w 36"/>
              <a:gd name="T9" fmla="*/ 2147483646 h 36"/>
              <a:gd name="T10" fmla="*/ 0 w 36"/>
              <a:gd name="T11" fmla="*/ 2147483646 h 36"/>
              <a:gd name="T12" fmla="*/ 2147483646 w 36"/>
              <a:gd name="T13" fmla="*/ 2147483646 h 36"/>
              <a:gd name="T14" fmla="*/ 2147483646 w 36"/>
              <a:gd name="T15" fmla="*/ 2147483646 h 36"/>
              <a:gd name="T16" fmla="*/ 2147483646 w 36"/>
              <a:gd name="T17" fmla="*/ 2147483646 h 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36"/>
              <a:gd name="T29" fmla="*/ 36 w 36"/>
              <a:gd name="T30" fmla="*/ 36 h 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36">
                <a:moveTo>
                  <a:pt x="36" y="22"/>
                </a:moveTo>
                <a:lnTo>
                  <a:pt x="29" y="7"/>
                </a:lnTo>
                <a:lnTo>
                  <a:pt x="14" y="0"/>
                </a:lnTo>
                <a:lnTo>
                  <a:pt x="0" y="7"/>
                </a:lnTo>
                <a:lnTo>
                  <a:pt x="0" y="22"/>
                </a:lnTo>
                <a:lnTo>
                  <a:pt x="0" y="36"/>
                </a:lnTo>
                <a:lnTo>
                  <a:pt x="14" y="36"/>
                </a:lnTo>
                <a:lnTo>
                  <a:pt x="29" y="36"/>
                </a:lnTo>
                <a:lnTo>
                  <a:pt x="36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7" name="Freeform 50">
            <a:extLst>
              <a:ext uri="{FF2B5EF4-FFF2-40B4-BE49-F238E27FC236}">
                <a16:creationId xmlns:a16="http://schemas.microsoft.com/office/drawing/2014/main" id="{99C8FAAB-BEFC-0B10-71A4-2276B5AB8CC8}"/>
              </a:ext>
            </a:extLst>
          </p:cNvPr>
          <p:cNvSpPr>
            <a:spLocks/>
          </p:cNvSpPr>
          <p:nvPr/>
        </p:nvSpPr>
        <p:spPr bwMode="auto">
          <a:xfrm>
            <a:off x="6923088" y="2882901"/>
            <a:ext cx="68262" cy="68263"/>
          </a:xfrm>
          <a:custGeom>
            <a:avLst/>
            <a:gdLst>
              <a:gd name="T0" fmla="*/ 2147483646 w 43"/>
              <a:gd name="T1" fmla="*/ 2147483646 h 43"/>
              <a:gd name="T2" fmla="*/ 2147483646 w 43"/>
              <a:gd name="T3" fmla="*/ 2147483646 h 43"/>
              <a:gd name="T4" fmla="*/ 2147483646 w 43"/>
              <a:gd name="T5" fmla="*/ 2147483646 h 43"/>
              <a:gd name="T6" fmla="*/ 2147483646 w 43"/>
              <a:gd name="T7" fmla="*/ 2147483646 h 43"/>
              <a:gd name="T8" fmla="*/ 2147483646 w 43"/>
              <a:gd name="T9" fmla="*/ 2147483646 h 43"/>
              <a:gd name="T10" fmla="*/ 2147483646 w 43"/>
              <a:gd name="T11" fmla="*/ 2147483646 h 43"/>
              <a:gd name="T12" fmla="*/ 2147483646 w 43"/>
              <a:gd name="T13" fmla="*/ 2147483646 h 43"/>
              <a:gd name="T14" fmla="*/ 0 w 43"/>
              <a:gd name="T15" fmla="*/ 2147483646 h 43"/>
              <a:gd name="T16" fmla="*/ 2147483646 w 43"/>
              <a:gd name="T17" fmla="*/ 2147483646 h 43"/>
              <a:gd name="T18" fmla="*/ 2147483646 w 43"/>
              <a:gd name="T19" fmla="*/ 2147483646 h 43"/>
              <a:gd name="T20" fmla="*/ 2147483646 w 43"/>
              <a:gd name="T21" fmla="*/ 2147483646 h 43"/>
              <a:gd name="T22" fmla="*/ 2147483646 w 43"/>
              <a:gd name="T23" fmla="*/ 2147483646 h 43"/>
              <a:gd name="T24" fmla="*/ 2147483646 w 43"/>
              <a:gd name="T25" fmla="*/ 2147483646 h 43"/>
              <a:gd name="T26" fmla="*/ 2147483646 w 43"/>
              <a:gd name="T27" fmla="*/ 2147483646 h 43"/>
              <a:gd name="T28" fmla="*/ 0 w 43"/>
              <a:gd name="T29" fmla="*/ 2147483646 h 43"/>
              <a:gd name="T30" fmla="*/ 0 w 43"/>
              <a:gd name="T31" fmla="*/ 2147483646 h 43"/>
              <a:gd name="T32" fmla="*/ 2147483646 w 43"/>
              <a:gd name="T33" fmla="*/ 2147483646 h 43"/>
              <a:gd name="T34" fmla="*/ 2147483646 w 43"/>
              <a:gd name="T35" fmla="*/ 2147483646 h 43"/>
              <a:gd name="T36" fmla="*/ 2147483646 w 43"/>
              <a:gd name="T37" fmla="*/ 2147483646 h 43"/>
              <a:gd name="T38" fmla="*/ 2147483646 w 43"/>
              <a:gd name="T39" fmla="*/ 2147483646 h 43"/>
              <a:gd name="T40" fmla="*/ 2147483646 w 43"/>
              <a:gd name="T41" fmla="*/ 2147483646 h 43"/>
              <a:gd name="T42" fmla="*/ 2147483646 w 43"/>
              <a:gd name="T43" fmla="*/ 2147483646 h 43"/>
              <a:gd name="T44" fmla="*/ 2147483646 w 43"/>
              <a:gd name="T45" fmla="*/ 2147483646 h 43"/>
              <a:gd name="T46" fmla="*/ 2147483646 w 43"/>
              <a:gd name="T47" fmla="*/ 2147483646 h 43"/>
              <a:gd name="T48" fmla="*/ 2147483646 w 43"/>
              <a:gd name="T49" fmla="*/ 2147483646 h 43"/>
              <a:gd name="T50" fmla="*/ 2147483646 w 43"/>
              <a:gd name="T51" fmla="*/ 2147483646 h 43"/>
              <a:gd name="T52" fmla="*/ 2147483646 w 43"/>
              <a:gd name="T53" fmla="*/ 2147483646 h 43"/>
              <a:gd name="T54" fmla="*/ 2147483646 w 43"/>
              <a:gd name="T55" fmla="*/ 2147483646 h 43"/>
              <a:gd name="T56" fmla="*/ 2147483646 w 43"/>
              <a:gd name="T57" fmla="*/ 2147483646 h 43"/>
              <a:gd name="T58" fmla="*/ 2147483646 w 43"/>
              <a:gd name="T59" fmla="*/ 2147483646 h 43"/>
              <a:gd name="T60" fmla="*/ 2147483646 w 43"/>
              <a:gd name="T61" fmla="*/ 2147483646 h 43"/>
              <a:gd name="T62" fmla="*/ 2147483646 w 43"/>
              <a:gd name="T63" fmla="*/ 2147483646 h 43"/>
              <a:gd name="T64" fmla="*/ 0 w 43"/>
              <a:gd name="T65" fmla="*/ 2147483646 h 43"/>
              <a:gd name="T66" fmla="*/ 0 w 43"/>
              <a:gd name="T67" fmla="*/ 2147483646 h 43"/>
              <a:gd name="T68" fmla="*/ 0 w 43"/>
              <a:gd name="T69" fmla="*/ 2147483646 h 43"/>
              <a:gd name="T70" fmla="*/ 0 w 43"/>
              <a:gd name="T71" fmla="*/ 2147483646 h 43"/>
              <a:gd name="T72" fmla="*/ 0 w 43"/>
              <a:gd name="T73" fmla="*/ 2147483646 h 43"/>
              <a:gd name="T74" fmla="*/ 0 w 43"/>
              <a:gd name="T75" fmla="*/ 2147483646 h 43"/>
              <a:gd name="T76" fmla="*/ 0 w 43"/>
              <a:gd name="T77" fmla="*/ 2147483646 h 43"/>
              <a:gd name="T78" fmla="*/ 0 w 43"/>
              <a:gd name="T79" fmla="*/ 2147483646 h 43"/>
              <a:gd name="T80" fmla="*/ 0 w 43"/>
              <a:gd name="T81" fmla="*/ 2147483646 h 43"/>
              <a:gd name="T82" fmla="*/ 2147483646 w 43"/>
              <a:gd name="T83" fmla="*/ 0 h 43"/>
              <a:gd name="T84" fmla="*/ 2147483646 w 43"/>
              <a:gd name="T85" fmla="*/ 0 h 43"/>
              <a:gd name="T86" fmla="*/ 2147483646 w 43"/>
              <a:gd name="T87" fmla="*/ 0 h 43"/>
              <a:gd name="T88" fmla="*/ 2147483646 w 43"/>
              <a:gd name="T89" fmla="*/ 2147483646 h 43"/>
              <a:gd name="T90" fmla="*/ 2147483646 w 43"/>
              <a:gd name="T91" fmla="*/ 2147483646 h 43"/>
              <a:gd name="T92" fmla="*/ 2147483646 w 43"/>
              <a:gd name="T93" fmla="*/ 2147483646 h 43"/>
              <a:gd name="T94" fmla="*/ 2147483646 w 43"/>
              <a:gd name="T95" fmla="*/ 2147483646 h 43"/>
              <a:gd name="T96" fmla="*/ 2147483646 w 43"/>
              <a:gd name="T97" fmla="*/ 2147483646 h 4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43"/>
              <a:gd name="T149" fmla="*/ 43 w 43"/>
              <a:gd name="T150" fmla="*/ 43 h 4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43">
                <a:moveTo>
                  <a:pt x="36" y="22"/>
                </a:moveTo>
                <a:lnTo>
                  <a:pt x="29" y="7"/>
                </a:lnTo>
                <a:lnTo>
                  <a:pt x="29" y="15"/>
                </a:lnTo>
                <a:lnTo>
                  <a:pt x="14" y="7"/>
                </a:lnTo>
                <a:lnTo>
                  <a:pt x="0" y="15"/>
                </a:lnTo>
                <a:lnTo>
                  <a:pt x="7" y="7"/>
                </a:lnTo>
                <a:lnTo>
                  <a:pt x="7" y="22"/>
                </a:lnTo>
                <a:lnTo>
                  <a:pt x="7" y="36"/>
                </a:lnTo>
                <a:lnTo>
                  <a:pt x="0" y="36"/>
                </a:lnTo>
                <a:lnTo>
                  <a:pt x="14" y="36"/>
                </a:lnTo>
                <a:lnTo>
                  <a:pt x="29" y="36"/>
                </a:lnTo>
                <a:lnTo>
                  <a:pt x="36" y="22"/>
                </a:lnTo>
                <a:lnTo>
                  <a:pt x="43" y="22"/>
                </a:lnTo>
                <a:lnTo>
                  <a:pt x="36" y="36"/>
                </a:lnTo>
                <a:lnTo>
                  <a:pt x="29" y="43"/>
                </a:lnTo>
                <a:lnTo>
                  <a:pt x="14" y="43"/>
                </a:lnTo>
                <a:lnTo>
                  <a:pt x="0" y="43"/>
                </a:lnTo>
                <a:lnTo>
                  <a:pt x="0" y="36"/>
                </a:lnTo>
                <a:lnTo>
                  <a:pt x="0" y="22"/>
                </a:lnTo>
                <a:lnTo>
                  <a:pt x="0" y="7"/>
                </a:lnTo>
                <a:lnTo>
                  <a:pt x="14" y="0"/>
                </a:lnTo>
                <a:lnTo>
                  <a:pt x="29" y="7"/>
                </a:lnTo>
                <a:lnTo>
                  <a:pt x="36" y="7"/>
                </a:lnTo>
                <a:lnTo>
                  <a:pt x="43" y="22"/>
                </a:lnTo>
                <a:lnTo>
                  <a:pt x="36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8" name="Freeform 51">
            <a:extLst>
              <a:ext uri="{FF2B5EF4-FFF2-40B4-BE49-F238E27FC236}">
                <a16:creationId xmlns:a16="http://schemas.microsoft.com/office/drawing/2014/main" id="{D2F5A8E1-4ECB-619E-1C28-B07B27D579EC}"/>
              </a:ext>
            </a:extLst>
          </p:cNvPr>
          <p:cNvSpPr>
            <a:spLocks/>
          </p:cNvSpPr>
          <p:nvPr/>
        </p:nvSpPr>
        <p:spPr bwMode="auto">
          <a:xfrm>
            <a:off x="6980238" y="2917825"/>
            <a:ext cx="11112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9" name="Freeform 52">
            <a:extLst>
              <a:ext uri="{FF2B5EF4-FFF2-40B4-BE49-F238E27FC236}">
                <a16:creationId xmlns:a16="http://schemas.microsoft.com/office/drawing/2014/main" id="{DF9B74E6-677A-9237-AEA6-CFFFDF558458}"/>
              </a:ext>
            </a:extLst>
          </p:cNvPr>
          <p:cNvSpPr>
            <a:spLocks/>
          </p:cNvSpPr>
          <p:nvPr/>
        </p:nvSpPr>
        <p:spPr bwMode="auto">
          <a:xfrm>
            <a:off x="6629401" y="2544763"/>
            <a:ext cx="68263" cy="55562"/>
          </a:xfrm>
          <a:custGeom>
            <a:avLst/>
            <a:gdLst>
              <a:gd name="T0" fmla="*/ 2147483646 w 43"/>
              <a:gd name="T1" fmla="*/ 2147483646 h 35"/>
              <a:gd name="T2" fmla="*/ 2147483646 w 43"/>
              <a:gd name="T3" fmla="*/ 0 h 35"/>
              <a:gd name="T4" fmla="*/ 2147483646 w 43"/>
              <a:gd name="T5" fmla="*/ 0 h 35"/>
              <a:gd name="T6" fmla="*/ 2147483646 w 43"/>
              <a:gd name="T7" fmla="*/ 0 h 35"/>
              <a:gd name="T8" fmla="*/ 0 w 43"/>
              <a:gd name="T9" fmla="*/ 2147483646 h 35"/>
              <a:gd name="T10" fmla="*/ 2147483646 w 43"/>
              <a:gd name="T11" fmla="*/ 2147483646 h 35"/>
              <a:gd name="T12" fmla="*/ 2147483646 w 43"/>
              <a:gd name="T13" fmla="*/ 2147483646 h 35"/>
              <a:gd name="T14" fmla="*/ 2147483646 w 43"/>
              <a:gd name="T15" fmla="*/ 2147483646 h 35"/>
              <a:gd name="T16" fmla="*/ 2147483646 w 43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35"/>
              <a:gd name="T29" fmla="*/ 43 w 43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35">
                <a:moveTo>
                  <a:pt x="43" y="14"/>
                </a:moveTo>
                <a:lnTo>
                  <a:pt x="36" y="0"/>
                </a:lnTo>
                <a:lnTo>
                  <a:pt x="21" y="0"/>
                </a:lnTo>
                <a:lnTo>
                  <a:pt x="7" y="0"/>
                </a:lnTo>
                <a:lnTo>
                  <a:pt x="0" y="14"/>
                </a:lnTo>
                <a:lnTo>
                  <a:pt x="7" y="28"/>
                </a:lnTo>
                <a:lnTo>
                  <a:pt x="21" y="35"/>
                </a:lnTo>
                <a:lnTo>
                  <a:pt x="36" y="28"/>
                </a:lnTo>
                <a:lnTo>
                  <a:pt x="43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0" name="Freeform 53">
            <a:extLst>
              <a:ext uri="{FF2B5EF4-FFF2-40B4-BE49-F238E27FC236}">
                <a16:creationId xmlns:a16="http://schemas.microsoft.com/office/drawing/2014/main" id="{F6780F98-7146-DF95-C945-6830CA60358C}"/>
              </a:ext>
            </a:extLst>
          </p:cNvPr>
          <p:cNvSpPr>
            <a:spLocks/>
          </p:cNvSpPr>
          <p:nvPr/>
        </p:nvSpPr>
        <p:spPr bwMode="auto">
          <a:xfrm>
            <a:off x="6629401" y="2544764"/>
            <a:ext cx="79375" cy="66675"/>
          </a:xfrm>
          <a:custGeom>
            <a:avLst/>
            <a:gdLst>
              <a:gd name="T0" fmla="*/ 2147483646 w 50"/>
              <a:gd name="T1" fmla="*/ 2147483646 h 42"/>
              <a:gd name="T2" fmla="*/ 2147483646 w 50"/>
              <a:gd name="T3" fmla="*/ 0 h 42"/>
              <a:gd name="T4" fmla="*/ 2147483646 w 50"/>
              <a:gd name="T5" fmla="*/ 2147483646 h 42"/>
              <a:gd name="T6" fmla="*/ 2147483646 w 50"/>
              <a:gd name="T7" fmla="*/ 2147483646 h 42"/>
              <a:gd name="T8" fmla="*/ 2147483646 w 50"/>
              <a:gd name="T9" fmla="*/ 2147483646 h 42"/>
              <a:gd name="T10" fmla="*/ 2147483646 w 50"/>
              <a:gd name="T11" fmla="*/ 2147483646 h 42"/>
              <a:gd name="T12" fmla="*/ 2147483646 w 50"/>
              <a:gd name="T13" fmla="*/ 2147483646 h 42"/>
              <a:gd name="T14" fmla="*/ 2147483646 w 50"/>
              <a:gd name="T15" fmla="*/ 2147483646 h 42"/>
              <a:gd name="T16" fmla="*/ 2147483646 w 50"/>
              <a:gd name="T17" fmla="*/ 0 h 42"/>
              <a:gd name="T18" fmla="*/ 2147483646 w 50"/>
              <a:gd name="T19" fmla="*/ 0 h 42"/>
              <a:gd name="T20" fmla="*/ 2147483646 w 50"/>
              <a:gd name="T21" fmla="*/ 2147483646 h 42"/>
              <a:gd name="T22" fmla="*/ 2147483646 w 50"/>
              <a:gd name="T23" fmla="*/ 2147483646 h 42"/>
              <a:gd name="T24" fmla="*/ 2147483646 w 50"/>
              <a:gd name="T25" fmla="*/ 2147483646 h 42"/>
              <a:gd name="T26" fmla="*/ 2147483646 w 50"/>
              <a:gd name="T27" fmla="*/ 2147483646 h 42"/>
              <a:gd name="T28" fmla="*/ 2147483646 w 50"/>
              <a:gd name="T29" fmla="*/ 2147483646 h 42"/>
              <a:gd name="T30" fmla="*/ 2147483646 w 50"/>
              <a:gd name="T31" fmla="*/ 2147483646 h 42"/>
              <a:gd name="T32" fmla="*/ 2147483646 w 50"/>
              <a:gd name="T33" fmla="*/ 2147483646 h 42"/>
              <a:gd name="T34" fmla="*/ 2147483646 w 50"/>
              <a:gd name="T35" fmla="*/ 2147483646 h 42"/>
              <a:gd name="T36" fmla="*/ 2147483646 w 50"/>
              <a:gd name="T37" fmla="*/ 2147483646 h 42"/>
              <a:gd name="T38" fmla="*/ 2147483646 w 50"/>
              <a:gd name="T39" fmla="*/ 2147483646 h 42"/>
              <a:gd name="T40" fmla="*/ 2147483646 w 50"/>
              <a:gd name="T41" fmla="*/ 2147483646 h 42"/>
              <a:gd name="T42" fmla="*/ 2147483646 w 50"/>
              <a:gd name="T43" fmla="*/ 2147483646 h 42"/>
              <a:gd name="T44" fmla="*/ 2147483646 w 50"/>
              <a:gd name="T45" fmla="*/ 2147483646 h 42"/>
              <a:gd name="T46" fmla="*/ 2147483646 w 50"/>
              <a:gd name="T47" fmla="*/ 2147483646 h 42"/>
              <a:gd name="T48" fmla="*/ 2147483646 w 50"/>
              <a:gd name="T49" fmla="*/ 2147483646 h 42"/>
              <a:gd name="T50" fmla="*/ 2147483646 w 50"/>
              <a:gd name="T51" fmla="*/ 2147483646 h 42"/>
              <a:gd name="T52" fmla="*/ 2147483646 w 50"/>
              <a:gd name="T53" fmla="*/ 2147483646 h 42"/>
              <a:gd name="T54" fmla="*/ 2147483646 w 50"/>
              <a:gd name="T55" fmla="*/ 2147483646 h 42"/>
              <a:gd name="T56" fmla="*/ 2147483646 w 50"/>
              <a:gd name="T57" fmla="*/ 2147483646 h 42"/>
              <a:gd name="T58" fmla="*/ 2147483646 w 50"/>
              <a:gd name="T59" fmla="*/ 2147483646 h 42"/>
              <a:gd name="T60" fmla="*/ 2147483646 w 50"/>
              <a:gd name="T61" fmla="*/ 2147483646 h 42"/>
              <a:gd name="T62" fmla="*/ 2147483646 w 50"/>
              <a:gd name="T63" fmla="*/ 2147483646 h 42"/>
              <a:gd name="T64" fmla="*/ 2147483646 w 50"/>
              <a:gd name="T65" fmla="*/ 2147483646 h 42"/>
              <a:gd name="T66" fmla="*/ 2147483646 w 50"/>
              <a:gd name="T67" fmla="*/ 2147483646 h 42"/>
              <a:gd name="T68" fmla="*/ 2147483646 w 50"/>
              <a:gd name="T69" fmla="*/ 2147483646 h 42"/>
              <a:gd name="T70" fmla="*/ 0 w 50"/>
              <a:gd name="T71" fmla="*/ 2147483646 h 42"/>
              <a:gd name="T72" fmla="*/ 0 w 50"/>
              <a:gd name="T73" fmla="*/ 2147483646 h 42"/>
              <a:gd name="T74" fmla="*/ 0 w 50"/>
              <a:gd name="T75" fmla="*/ 2147483646 h 42"/>
              <a:gd name="T76" fmla="*/ 2147483646 w 50"/>
              <a:gd name="T77" fmla="*/ 0 h 42"/>
              <a:gd name="T78" fmla="*/ 2147483646 w 50"/>
              <a:gd name="T79" fmla="*/ 0 h 42"/>
              <a:gd name="T80" fmla="*/ 2147483646 w 50"/>
              <a:gd name="T81" fmla="*/ 0 h 42"/>
              <a:gd name="T82" fmla="*/ 2147483646 w 50"/>
              <a:gd name="T83" fmla="*/ 0 h 42"/>
              <a:gd name="T84" fmla="*/ 2147483646 w 50"/>
              <a:gd name="T85" fmla="*/ 0 h 42"/>
              <a:gd name="T86" fmla="*/ 2147483646 w 50"/>
              <a:gd name="T87" fmla="*/ 0 h 42"/>
              <a:gd name="T88" fmla="*/ 2147483646 w 50"/>
              <a:gd name="T89" fmla="*/ 0 h 42"/>
              <a:gd name="T90" fmla="*/ 2147483646 w 50"/>
              <a:gd name="T91" fmla="*/ 0 h 42"/>
              <a:gd name="T92" fmla="*/ 2147483646 w 50"/>
              <a:gd name="T93" fmla="*/ 0 h 42"/>
              <a:gd name="T94" fmla="*/ 2147483646 w 50"/>
              <a:gd name="T95" fmla="*/ 2147483646 h 42"/>
              <a:gd name="T96" fmla="*/ 2147483646 w 50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2"/>
              <a:gd name="T149" fmla="*/ 50 w 50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2">
                <a:moveTo>
                  <a:pt x="43" y="14"/>
                </a:moveTo>
                <a:lnTo>
                  <a:pt x="36" y="0"/>
                </a:lnTo>
                <a:lnTo>
                  <a:pt x="36" y="7"/>
                </a:lnTo>
                <a:lnTo>
                  <a:pt x="21" y="7"/>
                </a:lnTo>
                <a:lnTo>
                  <a:pt x="7" y="7"/>
                </a:lnTo>
                <a:lnTo>
                  <a:pt x="14" y="0"/>
                </a:lnTo>
                <a:lnTo>
                  <a:pt x="7" y="14"/>
                </a:lnTo>
                <a:lnTo>
                  <a:pt x="14" y="28"/>
                </a:lnTo>
                <a:lnTo>
                  <a:pt x="7" y="28"/>
                </a:lnTo>
                <a:lnTo>
                  <a:pt x="21" y="35"/>
                </a:lnTo>
                <a:lnTo>
                  <a:pt x="36" y="28"/>
                </a:lnTo>
                <a:lnTo>
                  <a:pt x="43" y="14"/>
                </a:lnTo>
                <a:lnTo>
                  <a:pt x="50" y="14"/>
                </a:lnTo>
                <a:lnTo>
                  <a:pt x="43" y="28"/>
                </a:lnTo>
                <a:lnTo>
                  <a:pt x="36" y="35"/>
                </a:lnTo>
                <a:lnTo>
                  <a:pt x="21" y="42"/>
                </a:lnTo>
                <a:lnTo>
                  <a:pt x="7" y="35"/>
                </a:lnTo>
                <a:lnTo>
                  <a:pt x="7" y="28"/>
                </a:lnTo>
                <a:lnTo>
                  <a:pt x="0" y="14"/>
                </a:lnTo>
                <a:lnTo>
                  <a:pt x="7" y="0"/>
                </a:lnTo>
                <a:lnTo>
                  <a:pt x="21" y="0"/>
                </a:lnTo>
                <a:lnTo>
                  <a:pt x="36" y="0"/>
                </a:lnTo>
                <a:lnTo>
                  <a:pt x="43" y="0"/>
                </a:lnTo>
                <a:lnTo>
                  <a:pt x="50" y="14"/>
                </a:lnTo>
                <a:lnTo>
                  <a:pt x="43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1" name="Freeform 54">
            <a:extLst>
              <a:ext uri="{FF2B5EF4-FFF2-40B4-BE49-F238E27FC236}">
                <a16:creationId xmlns:a16="http://schemas.microsoft.com/office/drawing/2014/main" id="{763DF4A4-2D59-EBCE-8517-D418A9D8A467}"/>
              </a:ext>
            </a:extLst>
          </p:cNvPr>
          <p:cNvSpPr>
            <a:spLocks/>
          </p:cNvSpPr>
          <p:nvPr/>
        </p:nvSpPr>
        <p:spPr bwMode="auto">
          <a:xfrm>
            <a:off x="6697663" y="256698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2" name="Freeform 55">
            <a:extLst>
              <a:ext uri="{FF2B5EF4-FFF2-40B4-BE49-F238E27FC236}">
                <a16:creationId xmlns:a16="http://schemas.microsoft.com/office/drawing/2014/main" id="{6CFF1D0B-366A-0CB5-B578-A08FB4A26EA7}"/>
              </a:ext>
            </a:extLst>
          </p:cNvPr>
          <p:cNvSpPr>
            <a:spLocks/>
          </p:cNvSpPr>
          <p:nvPr/>
        </p:nvSpPr>
        <p:spPr bwMode="auto">
          <a:xfrm>
            <a:off x="6629401" y="3200401"/>
            <a:ext cx="68263" cy="55563"/>
          </a:xfrm>
          <a:custGeom>
            <a:avLst/>
            <a:gdLst>
              <a:gd name="T0" fmla="*/ 2147483646 w 43"/>
              <a:gd name="T1" fmla="*/ 2147483646 h 35"/>
              <a:gd name="T2" fmla="*/ 2147483646 w 43"/>
              <a:gd name="T3" fmla="*/ 2147483646 h 35"/>
              <a:gd name="T4" fmla="*/ 2147483646 w 43"/>
              <a:gd name="T5" fmla="*/ 0 h 35"/>
              <a:gd name="T6" fmla="*/ 2147483646 w 43"/>
              <a:gd name="T7" fmla="*/ 2147483646 h 35"/>
              <a:gd name="T8" fmla="*/ 0 w 43"/>
              <a:gd name="T9" fmla="*/ 2147483646 h 35"/>
              <a:gd name="T10" fmla="*/ 2147483646 w 43"/>
              <a:gd name="T11" fmla="*/ 2147483646 h 35"/>
              <a:gd name="T12" fmla="*/ 2147483646 w 43"/>
              <a:gd name="T13" fmla="*/ 2147483646 h 35"/>
              <a:gd name="T14" fmla="*/ 2147483646 w 43"/>
              <a:gd name="T15" fmla="*/ 2147483646 h 35"/>
              <a:gd name="T16" fmla="*/ 2147483646 w 43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35"/>
              <a:gd name="T29" fmla="*/ 43 w 43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35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35"/>
                </a:lnTo>
                <a:lnTo>
                  <a:pt x="36" y="35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3" name="Freeform 56">
            <a:extLst>
              <a:ext uri="{FF2B5EF4-FFF2-40B4-BE49-F238E27FC236}">
                <a16:creationId xmlns:a16="http://schemas.microsoft.com/office/drawing/2014/main" id="{CC09EFC7-1D03-98C7-617E-2A4D4D7E46B5}"/>
              </a:ext>
            </a:extLst>
          </p:cNvPr>
          <p:cNvSpPr>
            <a:spLocks/>
          </p:cNvSpPr>
          <p:nvPr/>
        </p:nvSpPr>
        <p:spPr bwMode="auto">
          <a:xfrm>
            <a:off x="6629401" y="3200401"/>
            <a:ext cx="79375" cy="66675"/>
          </a:xfrm>
          <a:custGeom>
            <a:avLst/>
            <a:gdLst>
              <a:gd name="T0" fmla="*/ 2147483646 w 50"/>
              <a:gd name="T1" fmla="*/ 2147483646 h 42"/>
              <a:gd name="T2" fmla="*/ 2147483646 w 50"/>
              <a:gd name="T3" fmla="*/ 2147483646 h 42"/>
              <a:gd name="T4" fmla="*/ 2147483646 w 50"/>
              <a:gd name="T5" fmla="*/ 2147483646 h 42"/>
              <a:gd name="T6" fmla="*/ 2147483646 w 50"/>
              <a:gd name="T7" fmla="*/ 2147483646 h 42"/>
              <a:gd name="T8" fmla="*/ 2147483646 w 50"/>
              <a:gd name="T9" fmla="*/ 2147483646 h 42"/>
              <a:gd name="T10" fmla="*/ 2147483646 w 50"/>
              <a:gd name="T11" fmla="*/ 2147483646 h 42"/>
              <a:gd name="T12" fmla="*/ 2147483646 w 50"/>
              <a:gd name="T13" fmla="*/ 2147483646 h 42"/>
              <a:gd name="T14" fmla="*/ 2147483646 w 50"/>
              <a:gd name="T15" fmla="*/ 2147483646 h 42"/>
              <a:gd name="T16" fmla="*/ 2147483646 w 50"/>
              <a:gd name="T17" fmla="*/ 2147483646 h 42"/>
              <a:gd name="T18" fmla="*/ 2147483646 w 50"/>
              <a:gd name="T19" fmla="*/ 2147483646 h 42"/>
              <a:gd name="T20" fmla="*/ 2147483646 w 50"/>
              <a:gd name="T21" fmla="*/ 2147483646 h 42"/>
              <a:gd name="T22" fmla="*/ 2147483646 w 50"/>
              <a:gd name="T23" fmla="*/ 2147483646 h 42"/>
              <a:gd name="T24" fmla="*/ 2147483646 w 50"/>
              <a:gd name="T25" fmla="*/ 2147483646 h 42"/>
              <a:gd name="T26" fmla="*/ 2147483646 w 50"/>
              <a:gd name="T27" fmla="*/ 2147483646 h 42"/>
              <a:gd name="T28" fmla="*/ 2147483646 w 50"/>
              <a:gd name="T29" fmla="*/ 2147483646 h 42"/>
              <a:gd name="T30" fmla="*/ 2147483646 w 50"/>
              <a:gd name="T31" fmla="*/ 2147483646 h 42"/>
              <a:gd name="T32" fmla="*/ 2147483646 w 50"/>
              <a:gd name="T33" fmla="*/ 2147483646 h 42"/>
              <a:gd name="T34" fmla="*/ 2147483646 w 50"/>
              <a:gd name="T35" fmla="*/ 2147483646 h 42"/>
              <a:gd name="T36" fmla="*/ 2147483646 w 50"/>
              <a:gd name="T37" fmla="*/ 2147483646 h 42"/>
              <a:gd name="T38" fmla="*/ 2147483646 w 50"/>
              <a:gd name="T39" fmla="*/ 2147483646 h 42"/>
              <a:gd name="T40" fmla="*/ 2147483646 w 50"/>
              <a:gd name="T41" fmla="*/ 2147483646 h 42"/>
              <a:gd name="T42" fmla="*/ 2147483646 w 50"/>
              <a:gd name="T43" fmla="*/ 2147483646 h 42"/>
              <a:gd name="T44" fmla="*/ 2147483646 w 50"/>
              <a:gd name="T45" fmla="*/ 2147483646 h 42"/>
              <a:gd name="T46" fmla="*/ 2147483646 w 50"/>
              <a:gd name="T47" fmla="*/ 2147483646 h 42"/>
              <a:gd name="T48" fmla="*/ 2147483646 w 50"/>
              <a:gd name="T49" fmla="*/ 2147483646 h 42"/>
              <a:gd name="T50" fmla="*/ 2147483646 w 50"/>
              <a:gd name="T51" fmla="*/ 2147483646 h 42"/>
              <a:gd name="T52" fmla="*/ 2147483646 w 50"/>
              <a:gd name="T53" fmla="*/ 2147483646 h 42"/>
              <a:gd name="T54" fmla="*/ 2147483646 w 50"/>
              <a:gd name="T55" fmla="*/ 2147483646 h 42"/>
              <a:gd name="T56" fmla="*/ 2147483646 w 50"/>
              <a:gd name="T57" fmla="*/ 2147483646 h 42"/>
              <a:gd name="T58" fmla="*/ 2147483646 w 50"/>
              <a:gd name="T59" fmla="*/ 2147483646 h 42"/>
              <a:gd name="T60" fmla="*/ 2147483646 w 50"/>
              <a:gd name="T61" fmla="*/ 2147483646 h 42"/>
              <a:gd name="T62" fmla="*/ 2147483646 w 50"/>
              <a:gd name="T63" fmla="*/ 2147483646 h 42"/>
              <a:gd name="T64" fmla="*/ 2147483646 w 50"/>
              <a:gd name="T65" fmla="*/ 2147483646 h 42"/>
              <a:gd name="T66" fmla="*/ 2147483646 w 50"/>
              <a:gd name="T67" fmla="*/ 2147483646 h 42"/>
              <a:gd name="T68" fmla="*/ 2147483646 w 50"/>
              <a:gd name="T69" fmla="*/ 2147483646 h 42"/>
              <a:gd name="T70" fmla="*/ 0 w 50"/>
              <a:gd name="T71" fmla="*/ 2147483646 h 42"/>
              <a:gd name="T72" fmla="*/ 0 w 50"/>
              <a:gd name="T73" fmla="*/ 2147483646 h 42"/>
              <a:gd name="T74" fmla="*/ 0 w 50"/>
              <a:gd name="T75" fmla="*/ 2147483646 h 42"/>
              <a:gd name="T76" fmla="*/ 2147483646 w 50"/>
              <a:gd name="T77" fmla="*/ 2147483646 h 42"/>
              <a:gd name="T78" fmla="*/ 2147483646 w 50"/>
              <a:gd name="T79" fmla="*/ 2147483646 h 42"/>
              <a:gd name="T80" fmla="*/ 2147483646 w 50"/>
              <a:gd name="T81" fmla="*/ 2147483646 h 42"/>
              <a:gd name="T82" fmla="*/ 2147483646 w 50"/>
              <a:gd name="T83" fmla="*/ 0 h 42"/>
              <a:gd name="T84" fmla="*/ 2147483646 w 50"/>
              <a:gd name="T85" fmla="*/ 0 h 42"/>
              <a:gd name="T86" fmla="*/ 2147483646 w 50"/>
              <a:gd name="T87" fmla="*/ 0 h 42"/>
              <a:gd name="T88" fmla="*/ 2147483646 w 50"/>
              <a:gd name="T89" fmla="*/ 2147483646 h 42"/>
              <a:gd name="T90" fmla="*/ 2147483646 w 50"/>
              <a:gd name="T91" fmla="*/ 2147483646 h 42"/>
              <a:gd name="T92" fmla="*/ 2147483646 w 50"/>
              <a:gd name="T93" fmla="*/ 2147483646 h 42"/>
              <a:gd name="T94" fmla="*/ 2147483646 w 50"/>
              <a:gd name="T95" fmla="*/ 2147483646 h 42"/>
              <a:gd name="T96" fmla="*/ 2147483646 w 50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2"/>
              <a:gd name="T149" fmla="*/ 50 w 50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2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35"/>
                </a:lnTo>
                <a:lnTo>
                  <a:pt x="36" y="35"/>
                </a:lnTo>
                <a:lnTo>
                  <a:pt x="43" y="21"/>
                </a:lnTo>
                <a:lnTo>
                  <a:pt x="50" y="21"/>
                </a:lnTo>
                <a:lnTo>
                  <a:pt x="43" y="35"/>
                </a:lnTo>
                <a:lnTo>
                  <a:pt x="36" y="42"/>
                </a:lnTo>
                <a:lnTo>
                  <a:pt x="21" y="42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4" name="Freeform 57">
            <a:extLst>
              <a:ext uri="{FF2B5EF4-FFF2-40B4-BE49-F238E27FC236}">
                <a16:creationId xmlns:a16="http://schemas.microsoft.com/office/drawing/2014/main" id="{C11622AD-8C07-63F0-9DEF-04E838727E95}"/>
              </a:ext>
            </a:extLst>
          </p:cNvPr>
          <p:cNvSpPr>
            <a:spLocks/>
          </p:cNvSpPr>
          <p:nvPr/>
        </p:nvSpPr>
        <p:spPr bwMode="auto">
          <a:xfrm>
            <a:off x="6697663" y="323373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5" name="Freeform 58">
            <a:extLst>
              <a:ext uri="{FF2B5EF4-FFF2-40B4-BE49-F238E27FC236}">
                <a16:creationId xmlns:a16="http://schemas.microsoft.com/office/drawing/2014/main" id="{65592789-643B-901B-F3DD-B9A553D30E1E}"/>
              </a:ext>
            </a:extLst>
          </p:cNvPr>
          <p:cNvSpPr>
            <a:spLocks/>
          </p:cNvSpPr>
          <p:nvPr/>
        </p:nvSpPr>
        <p:spPr bwMode="auto">
          <a:xfrm>
            <a:off x="6629401" y="3403601"/>
            <a:ext cx="68263" cy="66675"/>
          </a:xfrm>
          <a:custGeom>
            <a:avLst/>
            <a:gdLst>
              <a:gd name="T0" fmla="*/ 2147483646 w 43"/>
              <a:gd name="T1" fmla="*/ 2147483646 h 42"/>
              <a:gd name="T2" fmla="*/ 2147483646 w 43"/>
              <a:gd name="T3" fmla="*/ 2147483646 h 42"/>
              <a:gd name="T4" fmla="*/ 2147483646 w 43"/>
              <a:gd name="T5" fmla="*/ 0 h 42"/>
              <a:gd name="T6" fmla="*/ 2147483646 w 43"/>
              <a:gd name="T7" fmla="*/ 2147483646 h 42"/>
              <a:gd name="T8" fmla="*/ 0 w 43"/>
              <a:gd name="T9" fmla="*/ 2147483646 h 42"/>
              <a:gd name="T10" fmla="*/ 2147483646 w 43"/>
              <a:gd name="T11" fmla="*/ 2147483646 h 42"/>
              <a:gd name="T12" fmla="*/ 2147483646 w 43"/>
              <a:gd name="T13" fmla="*/ 2147483646 h 42"/>
              <a:gd name="T14" fmla="*/ 2147483646 w 43"/>
              <a:gd name="T15" fmla="*/ 2147483646 h 42"/>
              <a:gd name="T16" fmla="*/ 2147483646 w 43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2"/>
              <a:gd name="T29" fmla="*/ 43 w 43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2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6" name="Freeform 59">
            <a:extLst>
              <a:ext uri="{FF2B5EF4-FFF2-40B4-BE49-F238E27FC236}">
                <a16:creationId xmlns:a16="http://schemas.microsoft.com/office/drawing/2014/main" id="{5EF1BC82-D8D5-13D6-AEBF-34F3536ECA21}"/>
              </a:ext>
            </a:extLst>
          </p:cNvPr>
          <p:cNvSpPr>
            <a:spLocks/>
          </p:cNvSpPr>
          <p:nvPr/>
        </p:nvSpPr>
        <p:spPr bwMode="auto">
          <a:xfrm>
            <a:off x="6629401" y="3403601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lnTo>
                  <a:pt x="50" y="21"/>
                </a:lnTo>
                <a:lnTo>
                  <a:pt x="43" y="35"/>
                </a:lnTo>
                <a:lnTo>
                  <a:pt x="36" y="42"/>
                </a:lnTo>
                <a:lnTo>
                  <a:pt x="21" y="50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7" name="Freeform 60">
            <a:extLst>
              <a:ext uri="{FF2B5EF4-FFF2-40B4-BE49-F238E27FC236}">
                <a16:creationId xmlns:a16="http://schemas.microsoft.com/office/drawing/2014/main" id="{EFF2D454-293D-B29A-DB5E-0824215B1BCE}"/>
              </a:ext>
            </a:extLst>
          </p:cNvPr>
          <p:cNvSpPr>
            <a:spLocks/>
          </p:cNvSpPr>
          <p:nvPr/>
        </p:nvSpPr>
        <p:spPr bwMode="auto">
          <a:xfrm>
            <a:off x="6697663" y="343693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8" name="Freeform 61">
            <a:extLst>
              <a:ext uri="{FF2B5EF4-FFF2-40B4-BE49-F238E27FC236}">
                <a16:creationId xmlns:a16="http://schemas.microsoft.com/office/drawing/2014/main" id="{8F7A5183-ED08-82E4-23C5-A375F0EB4DED}"/>
              </a:ext>
            </a:extLst>
          </p:cNvPr>
          <p:cNvSpPr>
            <a:spLocks/>
          </p:cNvSpPr>
          <p:nvPr/>
        </p:nvSpPr>
        <p:spPr bwMode="auto">
          <a:xfrm>
            <a:off x="6923088" y="3719513"/>
            <a:ext cx="57150" cy="68262"/>
          </a:xfrm>
          <a:custGeom>
            <a:avLst/>
            <a:gdLst>
              <a:gd name="T0" fmla="*/ 2147483646 w 36"/>
              <a:gd name="T1" fmla="*/ 2147483646 h 43"/>
              <a:gd name="T2" fmla="*/ 2147483646 w 36"/>
              <a:gd name="T3" fmla="*/ 2147483646 h 43"/>
              <a:gd name="T4" fmla="*/ 2147483646 w 36"/>
              <a:gd name="T5" fmla="*/ 0 h 43"/>
              <a:gd name="T6" fmla="*/ 0 w 36"/>
              <a:gd name="T7" fmla="*/ 2147483646 h 43"/>
              <a:gd name="T8" fmla="*/ 0 w 36"/>
              <a:gd name="T9" fmla="*/ 2147483646 h 43"/>
              <a:gd name="T10" fmla="*/ 0 w 36"/>
              <a:gd name="T11" fmla="*/ 2147483646 h 43"/>
              <a:gd name="T12" fmla="*/ 2147483646 w 36"/>
              <a:gd name="T13" fmla="*/ 2147483646 h 43"/>
              <a:gd name="T14" fmla="*/ 2147483646 w 36"/>
              <a:gd name="T15" fmla="*/ 2147483646 h 43"/>
              <a:gd name="T16" fmla="*/ 2147483646 w 36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43"/>
              <a:gd name="T29" fmla="*/ 36 w 36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43">
                <a:moveTo>
                  <a:pt x="36" y="21"/>
                </a:moveTo>
                <a:lnTo>
                  <a:pt x="29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6"/>
                </a:lnTo>
                <a:lnTo>
                  <a:pt x="14" y="43"/>
                </a:lnTo>
                <a:lnTo>
                  <a:pt x="29" y="36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9" name="Freeform 62">
            <a:extLst>
              <a:ext uri="{FF2B5EF4-FFF2-40B4-BE49-F238E27FC236}">
                <a16:creationId xmlns:a16="http://schemas.microsoft.com/office/drawing/2014/main" id="{8812F11D-6B84-EE20-647C-F03299B840EA}"/>
              </a:ext>
            </a:extLst>
          </p:cNvPr>
          <p:cNvSpPr>
            <a:spLocks/>
          </p:cNvSpPr>
          <p:nvPr/>
        </p:nvSpPr>
        <p:spPr bwMode="auto">
          <a:xfrm>
            <a:off x="6923088" y="3719514"/>
            <a:ext cx="68262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0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0 w 43"/>
              <a:gd name="T29" fmla="*/ 2147483646 h 50"/>
              <a:gd name="T30" fmla="*/ 0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0 w 43"/>
              <a:gd name="T65" fmla="*/ 2147483646 h 50"/>
              <a:gd name="T66" fmla="*/ 0 w 43"/>
              <a:gd name="T67" fmla="*/ 2147483646 h 50"/>
              <a:gd name="T68" fmla="*/ 0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0 w 43"/>
              <a:gd name="T77" fmla="*/ 2147483646 h 50"/>
              <a:gd name="T78" fmla="*/ 0 w 43"/>
              <a:gd name="T79" fmla="*/ 2147483646 h 50"/>
              <a:gd name="T80" fmla="*/ 0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6" y="21"/>
                </a:moveTo>
                <a:lnTo>
                  <a:pt x="29" y="7"/>
                </a:lnTo>
                <a:lnTo>
                  <a:pt x="29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6"/>
                </a:lnTo>
                <a:lnTo>
                  <a:pt x="0" y="36"/>
                </a:lnTo>
                <a:lnTo>
                  <a:pt x="14" y="43"/>
                </a:lnTo>
                <a:lnTo>
                  <a:pt x="29" y="36"/>
                </a:lnTo>
                <a:lnTo>
                  <a:pt x="36" y="21"/>
                </a:lnTo>
                <a:lnTo>
                  <a:pt x="43" y="21"/>
                </a:lnTo>
                <a:lnTo>
                  <a:pt x="36" y="36"/>
                </a:lnTo>
                <a:lnTo>
                  <a:pt x="29" y="43"/>
                </a:lnTo>
                <a:lnTo>
                  <a:pt x="14" y="50"/>
                </a:lnTo>
                <a:lnTo>
                  <a:pt x="0" y="43"/>
                </a:lnTo>
                <a:lnTo>
                  <a:pt x="0" y="36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9" y="7"/>
                </a:lnTo>
                <a:lnTo>
                  <a:pt x="36" y="7"/>
                </a:lnTo>
                <a:lnTo>
                  <a:pt x="43" y="21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0" name="Freeform 63">
            <a:extLst>
              <a:ext uri="{FF2B5EF4-FFF2-40B4-BE49-F238E27FC236}">
                <a16:creationId xmlns:a16="http://schemas.microsoft.com/office/drawing/2014/main" id="{92D86115-D371-027F-DFCF-29F683235427}"/>
              </a:ext>
            </a:extLst>
          </p:cNvPr>
          <p:cNvSpPr>
            <a:spLocks/>
          </p:cNvSpPr>
          <p:nvPr/>
        </p:nvSpPr>
        <p:spPr bwMode="auto">
          <a:xfrm>
            <a:off x="6980238" y="3752850"/>
            <a:ext cx="11112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1" name="Freeform 64">
            <a:extLst>
              <a:ext uri="{FF2B5EF4-FFF2-40B4-BE49-F238E27FC236}">
                <a16:creationId xmlns:a16="http://schemas.microsoft.com/office/drawing/2014/main" id="{59564391-B197-3E61-0D58-9C743E0E0800}"/>
              </a:ext>
            </a:extLst>
          </p:cNvPr>
          <p:cNvSpPr>
            <a:spLocks/>
          </p:cNvSpPr>
          <p:nvPr/>
        </p:nvSpPr>
        <p:spPr bwMode="auto">
          <a:xfrm>
            <a:off x="7408863" y="3200401"/>
            <a:ext cx="57150" cy="55563"/>
          </a:xfrm>
          <a:custGeom>
            <a:avLst/>
            <a:gdLst>
              <a:gd name="T0" fmla="*/ 2147483646 w 36"/>
              <a:gd name="T1" fmla="*/ 2147483646 h 35"/>
              <a:gd name="T2" fmla="*/ 2147483646 w 36"/>
              <a:gd name="T3" fmla="*/ 2147483646 h 35"/>
              <a:gd name="T4" fmla="*/ 2147483646 w 36"/>
              <a:gd name="T5" fmla="*/ 0 h 35"/>
              <a:gd name="T6" fmla="*/ 0 w 36"/>
              <a:gd name="T7" fmla="*/ 2147483646 h 35"/>
              <a:gd name="T8" fmla="*/ 0 w 36"/>
              <a:gd name="T9" fmla="*/ 2147483646 h 35"/>
              <a:gd name="T10" fmla="*/ 0 w 36"/>
              <a:gd name="T11" fmla="*/ 2147483646 h 35"/>
              <a:gd name="T12" fmla="*/ 2147483646 w 36"/>
              <a:gd name="T13" fmla="*/ 2147483646 h 35"/>
              <a:gd name="T14" fmla="*/ 2147483646 w 36"/>
              <a:gd name="T15" fmla="*/ 2147483646 h 35"/>
              <a:gd name="T16" fmla="*/ 2147483646 w 36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35"/>
              <a:gd name="T29" fmla="*/ 36 w 36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35">
                <a:moveTo>
                  <a:pt x="36" y="21"/>
                </a:moveTo>
                <a:lnTo>
                  <a:pt x="29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5"/>
                </a:lnTo>
                <a:lnTo>
                  <a:pt x="14" y="35"/>
                </a:lnTo>
                <a:lnTo>
                  <a:pt x="29" y="35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2" name="Freeform 65">
            <a:extLst>
              <a:ext uri="{FF2B5EF4-FFF2-40B4-BE49-F238E27FC236}">
                <a16:creationId xmlns:a16="http://schemas.microsoft.com/office/drawing/2014/main" id="{B7610A3D-8E01-B738-9FC7-815B4979C0E1}"/>
              </a:ext>
            </a:extLst>
          </p:cNvPr>
          <p:cNvSpPr>
            <a:spLocks/>
          </p:cNvSpPr>
          <p:nvPr/>
        </p:nvSpPr>
        <p:spPr bwMode="auto">
          <a:xfrm>
            <a:off x="7408863" y="3200401"/>
            <a:ext cx="68262" cy="66675"/>
          </a:xfrm>
          <a:custGeom>
            <a:avLst/>
            <a:gdLst>
              <a:gd name="T0" fmla="*/ 2147483646 w 43"/>
              <a:gd name="T1" fmla="*/ 2147483646 h 42"/>
              <a:gd name="T2" fmla="*/ 2147483646 w 43"/>
              <a:gd name="T3" fmla="*/ 2147483646 h 42"/>
              <a:gd name="T4" fmla="*/ 2147483646 w 43"/>
              <a:gd name="T5" fmla="*/ 2147483646 h 42"/>
              <a:gd name="T6" fmla="*/ 2147483646 w 43"/>
              <a:gd name="T7" fmla="*/ 2147483646 h 42"/>
              <a:gd name="T8" fmla="*/ 2147483646 w 43"/>
              <a:gd name="T9" fmla="*/ 2147483646 h 42"/>
              <a:gd name="T10" fmla="*/ 2147483646 w 43"/>
              <a:gd name="T11" fmla="*/ 2147483646 h 42"/>
              <a:gd name="T12" fmla="*/ 2147483646 w 43"/>
              <a:gd name="T13" fmla="*/ 2147483646 h 42"/>
              <a:gd name="T14" fmla="*/ 0 w 43"/>
              <a:gd name="T15" fmla="*/ 2147483646 h 42"/>
              <a:gd name="T16" fmla="*/ 2147483646 w 43"/>
              <a:gd name="T17" fmla="*/ 2147483646 h 42"/>
              <a:gd name="T18" fmla="*/ 2147483646 w 43"/>
              <a:gd name="T19" fmla="*/ 2147483646 h 42"/>
              <a:gd name="T20" fmla="*/ 2147483646 w 43"/>
              <a:gd name="T21" fmla="*/ 2147483646 h 42"/>
              <a:gd name="T22" fmla="*/ 2147483646 w 43"/>
              <a:gd name="T23" fmla="*/ 2147483646 h 42"/>
              <a:gd name="T24" fmla="*/ 2147483646 w 43"/>
              <a:gd name="T25" fmla="*/ 2147483646 h 42"/>
              <a:gd name="T26" fmla="*/ 2147483646 w 43"/>
              <a:gd name="T27" fmla="*/ 2147483646 h 42"/>
              <a:gd name="T28" fmla="*/ 0 w 43"/>
              <a:gd name="T29" fmla="*/ 2147483646 h 42"/>
              <a:gd name="T30" fmla="*/ 0 w 43"/>
              <a:gd name="T31" fmla="*/ 2147483646 h 42"/>
              <a:gd name="T32" fmla="*/ 2147483646 w 43"/>
              <a:gd name="T33" fmla="*/ 2147483646 h 42"/>
              <a:gd name="T34" fmla="*/ 2147483646 w 43"/>
              <a:gd name="T35" fmla="*/ 2147483646 h 42"/>
              <a:gd name="T36" fmla="*/ 2147483646 w 43"/>
              <a:gd name="T37" fmla="*/ 2147483646 h 42"/>
              <a:gd name="T38" fmla="*/ 2147483646 w 43"/>
              <a:gd name="T39" fmla="*/ 2147483646 h 42"/>
              <a:gd name="T40" fmla="*/ 2147483646 w 43"/>
              <a:gd name="T41" fmla="*/ 2147483646 h 42"/>
              <a:gd name="T42" fmla="*/ 2147483646 w 43"/>
              <a:gd name="T43" fmla="*/ 2147483646 h 42"/>
              <a:gd name="T44" fmla="*/ 2147483646 w 43"/>
              <a:gd name="T45" fmla="*/ 2147483646 h 42"/>
              <a:gd name="T46" fmla="*/ 2147483646 w 43"/>
              <a:gd name="T47" fmla="*/ 2147483646 h 42"/>
              <a:gd name="T48" fmla="*/ 2147483646 w 43"/>
              <a:gd name="T49" fmla="*/ 2147483646 h 42"/>
              <a:gd name="T50" fmla="*/ 2147483646 w 43"/>
              <a:gd name="T51" fmla="*/ 2147483646 h 42"/>
              <a:gd name="T52" fmla="*/ 2147483646 w 43"/>
              <a:gd name="T53" fmla="*/ 2147483646 h 42"/>
              <a:gd name="T54" fmla="*/ 2147483646 w 43"/>
              <a:gd name="T55" fmla="*/ 2147483646 h 42"/>
              <a:gd name="T56" fmla="*/ 2147483646 w 43"/>
              <a:gd name="T57" fmla="*/ 2147483646 h 42"/>
              <a:gd name="T58" fmla="*/ 2147483646 w 43"/>
              <a:gd name="T59" fmla="*/ 2147483646 h 42"/>
              <a:gd name="T60" fmla="*/ 2147483646 w 43"/>
              <a:gd name="T61" fmla="*/ 2147483646 h 42"/>
              <a:gd name="T62" fmla="*/ 2147483646 w 43"/>
              <a:gd name="T63" fmla="*/ 2147483646 h 42"/>
              <a:gd name="T64" fmla="*/ 0 w 43"/>
              <a:gd name="T65" fmla="*/ 2147483646 h 42"/>
              <a:gd name="T66" fmla="*/ 0 w 43"/>
              <a:gd name="T67" fmla="*/ 2147483646 h 42"/>
              <a:gd name="T68" fmla="*/ 0 w 43"/>
              <a:gd name="T69" fmla="*/ 2147483646 h 42"/>
              <a:gd name="T70" fmla="*/ 0 w 43"/>
              <a:gd name="T71" fmla="*/ 2147483646 h 42"/>
              <a:gd name="T72" fmla="*/ 0 w 43"/>
              <a:gd name="T73" fmla="*/ 2147483646 h 42"/>
              <a:gd name="T74" fmla="*/ 0 w 43"/>
              <a:gd name="T75" fmla="*/ 2147483646 h 42"/>
              <a:gd name="T76" fmla="*/ 0 w 43"/>
              <a:gd name="T77" fmla="*/ 2147483646 h 42"/>
              <a:gd name="T78" fmla="*/ 0 w 43"/>
              <a:gd name="T79" fmla="*/ 2147483646 h 42"/>
              <a:gd name="T80" fmla="*/ 0 w 43"/>
              <a:gd name="T81" fmla="*/ 2147483646 h 42"/>
              <a:gd name="T82" fmla="*/ 2147483646 w 43"/>
              <a:gd name="T83" fmla="*/ 0 h 42"/>
              <a:gd name="T84" fmla="*/ 2147483646 w 43"/>
              <a:gd name="T85" fmla="*/ 0 h 42"/>
              <a:gd name="T86" fmla="*/ 2147483646 w 43"/>
              <a:gd name="T87" fmla="*/ 0 h 42"/>
              <a:gd name="T88" fmla="*/ 2147483646 w 43"/>
              <a:gd name="T89" fmla="*/ 2147483646 h 42"/>
              <a:gd name="T90" fmla="*/ 2147483646 w 43"/>
              <a:gd name="T91" fmla="*/ 2147483646 h 42"/>
              <a:gd name="T92" fmla="*/ 2147483646 w 43"/>
              <a:gd name="T93" fmla="*/ 2147483646 h 42"/>
              <a:gd name="T94" fmla="*/ 2147483646 w 43"/>
              <a:gd name="T95" fmla="*/ 2147483646 h 42"/>
              <a:gd name="T96" fmla="*/ 2147483646 w 43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42"/>
              <a:gd name="T149" fmla="*/ 43 w 43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42">
                <a:moveTo>
                  <a:pt x="36" y="21"/>
                </a:moveTo>
                <a:lnTo>
                  <a:pt x="29" y="7"/>
                </a:lnTo>
                <a:lnTo>
                  <a:pt x="29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5"/>
                </a:lnTo>
                <a:lnTo>
                  <a:pt x="0" y="35"/>
                </a:lnTo>
                <a:lnTo>
                  <a:pt x="14" y="35"/>
                </a:lnTo>
                <a:lnTo>
                  <a:pt x="29" y="35"/>
                </a:lnTo>
                <a:lnTo>
                  <a:pt x="36" y="21"/>
                </a:lnTo>
                <a:lnTo>
                  <a:pt x="43" y="21"/>
                </a:lnTo>
                <a:lnTo>
                  <a:pt x="36" y="35"/>
                </a:lnTo>
                <a:lnTo>
                  <a:pt x="29" y="42"/>
                </a:lnTo>
                <a:lnTo>
                  <a:pt x="14" y="42"/>
                </a:lnTo>
                <a:lnTo>
                  <a:pt x="0" y="42"/>
                </a:lnTo>
                <a:lnTo>
                  <a:pt x="0" y="35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9" y="7"/>
                </a:lnTo>
                <a:lnTo>
                  <a:pt x="36" y="7"/>
                </a:lnTo>
                <a:lnTo>
                  <a:pt x="43" y="21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3" name="Freeform 66">
            <a:extLst>
              <a:ext uri="{FF2B5EF4-FFF2-40B4-BE49-F238E27FC236}">
                <a16:creationId xmlns:a16="http://schemas.microsoft.com/office/drawing/2014/main" id="{FA8A65C1-1897-5C11-8A19-F60A181DBBA6}"/>
              </a:ext>
            </a:extLst>
          </p:cNvPr>
          <p:cNvSpPr>
            <a:spLocks/>
          </p:cNvSpPr>
          <p:nvPr/>
        </p:nvSpPr>
        <p:spPr bwMode="auto">
          <a:xfrm>
            <a:off x="7466013" y="323373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4" name="Freeform 67">
            <a:extLst>
              <a:ext uri="{FF2B5EF4-FFF2-40B4-BE49-F238E27FC236}">
                <a16:creationId xmlns:a16="http://schemas.microsoft.com/office/drawing/2014/main" id="{16D05DE5-9F34-06E5-7B7B-0E0410BF12B6}"/>
              </a:ext>
            </a:extLst>
          </p:cNvPr>
          <p:cNvSpPr>
            <a:spLocks/>
          </p:cNvSpPr>
          <p:nvPr/>
        </p:nvSpPr>
        <p:spPr bwMode="auto">
          <a:xfrm>
            <a:off x="7702550" y="3719513"/>
            <a:ext cx="57150" cy="68262"/>
          </a:xfrm>
          <a:custGeom>
            <a:avLst/>
            <a:gdLst>
              <a:gd name="T0" fmla="*/ 2147483646 w 36"/>
              <a:gd name="T1" fmla="*/ 2147483646 h 43"/>
              <a:gd name="T2" fmla="*/ 2147483646 w 36"/>
              <a:gd name="T3" fmla="*/ 2147483646 h 43"/>
              <a:gd name="T4" fmla="*/ 2147483646 w 36"/>
              <a:gd name="T5" fmla="*/ 0 h 43"/>
              <a:gd name="T6" fmla="*/ 2147483646 w 36"/>
              <a:gd name="T7" fmla="*/ 2147483646 h 43"/>
              <a:gd name="T8" fmla="*/ 0 w 36"/>
              <a:gd name="T9" fmla="*/ 2147483646 h 43"/>
              <a:gd name="T10" fmla="*/ 2147483646 w 36"/>
              <a:gd name="T11" fmla="*/ 2147483646 h 43"/>
              <a:gd name="T12" fmla="*/ 2147483646 w 36"/>
              <a:gd name="T13" fmla="*/ 2147483646 h 43"/>
              <a:gd name="T14" fmla="*/ 2147483646 w 36"/>
              <a:gd name="T15" fmla="*/ 2147483646 h 43"/>
              <a:gd name="T16" fmla="*/ 2147483646 w 36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43"/>
              <a:gd name="T29" fmla="*/ 36 w 36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43">
                <a:moveTo>
                  <a:pt x="36" y="21"/>
                </a:moveTo>
                <a:lnTo>
                  <a:pt x="36" y="7"/>
                </a:lnTo>
                <a:lnTo>
                  <a:pt x="22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5" name="Freeform 68">
            <a:extLst>
              <a:ext uri="{FF2B5EF4-FFF2-40B4-BE49-F238E27FC236}">
                <a16:creationId xmlns:a16="http://schemas.microsoft.com/office/drawing/2014/main" id="{49A125EE-D9C0-B276-61EB-DF3E92B35673}"/>
              </a:ext>
            </a:extLst>
          </p:cNvPr>
          <p:cNvSpPr>
            <a:spLocks/>
          </p:cNvSpPr>
          <p:nvPr/>
        </p:nvSpPr>
        <p:spPr bwMode="auto">
          <a:xfrm>
            <a:off x="7702551" y="3719514"/>
            <a:ext cx="68263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2147483646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2147483646 w 43"/>
              <a:gd name="T29" fmla="*/ 2147483646 h 50"/>
              <a:gd name="T30" fmla="*/ 2147483646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2147483646 w 43"/>
              <a:gd name="T65" fmla="*/ 2147483646 h 50"/>
              <a:gd name="T66" fmla="*/ 2147483646 w 43"/>
              <a:gd name="T67" fmla="*/ 2147483646 h 50"/>
              <a:gd name="T68" fmla="*/ 2147483646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2147483646 w 43"/>
              <a:gd name="T77" fmla="*/ 2147483646 h 50"/>
              <a:gd name="T78" fmla="*/ 2147483646 w 43"/>
              <a:gd name="T79" fmla="*/ 2147483646 h 50"/>
              <a:gd name="T80" fmla="*/ 2147483646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6" y="21"/>
                </a:moveTo>
                <a:lnTo>
                  <a:pt x="36" y="7"/>
                </a:lnTo>
                <a:lnTo>
                  <a:pt x="36" y="14"/>
                </a:lnTo>
                <a:lnTo>
                  <a:pt x="22" y="7"/>
                </a:lnTo>
                <a:lnTo>
                  <a:pt x="7" y="14"/>
                </a:lnTo>
                <a:lnTo>
                  <a:pt x="15" y="7"/>
                </a:lnTo>
                <a:lnTo>
                  <a:pt x="7" y="21"/>
                </a:lnTo>
                <a:lnTo>
                  <a:pt x="15" y="36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36" y="21"/>
                </a:lnTo>
                <a:lnTo>
                  <a:pt x="43" y="21"/>
                </a:lnTo>
                <a:lnTo>
                  <a:pt x="43" y="36"/>
                </a:lnTo>
                <a:lnTo>
                  <a:pt x="36" y="43"/>
                </a:lnTo>
                <a:lnTo>
                  <a:pt x="22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2" y="0"/>
                </a:lnTo>
                <a:lnTo>
                  <a:pt x="36" y="7"/>
                </a:lnTo>
                <a:lnTo>
                  <a:pt x="43" y="7"/>
                </a:lnTo>
                <a:lnTo>
                  <a:pt x="43" y="21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6" name="Freeform 69">
            <a:extLst>
              <a:ext uri="{FF2B5EF4-FFF2-40B4-BE49-F238E27FC236}">
                <a16:creationId xmlns:a16="http://schemas.microsoft.com/office/drawing/2014/main" id="{BD3C4765-8707-C597-E8E7-07B7F56E2842}"/>
              </a:ext>
            </a:extLst>
          </p:cNvPr>
          <p:cNvSpPr>
            <a:spLocks/>
          </p:cNvSpPr>
          <p:nvPr/>
        </p:nvSpPr>
        <p:spPr bwMode="auto">
          <a:xfrm>
            <a:off x="7759701" y="3752850"/>
            <a:ext cx="11113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7" name="Freeform 70">
            <a:extLst>
              <a:ext uri="{FF2B5EF4-FFF2-40B4-BE49-F238E27FC236}">
                <a16:creationId xmlns:a16="http://schemas.microsoft.com/office/drawing/2014/main" id="{BD64CC51-7807-24E4-59CB-5D35B1C72EB8}"/>
              </a:ext>
            </a:extLst>
          </p:cNvPr>
          <p:cNvSpPr>
            <a:spLocks/>
          </p:cNvSpPr>
          <p:nvPr/>
        </p:nvSpPr>
        <p:spPr bwMode="auto">
          <a:xfrm>
            <a:off x="8212138" y="3403601"/>
            <a:ext cx="55562" cy="66675"/>
          </a:xfrm>
          <a:custGeom>
            <a:avLst/>
            <a:gdLst>
              <a:gd name="T0" fmla="*/ 2147483646 w 35"/>
              <a:gd name="T1" fmla="*/ 2147483646 h 42"/>
              <a:gd name="T2" fmla="*/ 2147483646 w 35"/>
              <a:gd name="T3" fmla="*/ 2147483646 h 42"/>
              <a:gd name="T4" fmla="*/ 2147483646 w 35"/>
              <a:gd name="T5" fmla="*/ 0 h 42"/>
              <a:gd name="T6" fmla="*/ 2147483646 w 35"/>
              <a:gd name="T7" fmla="*/ 2147483646 h 42"/>
              <a:gd name="T8" fmla="*/ 0 w 35"/>
              <a:gd name="T9" fmla="*/ 2147483646 h 42"/>
              <a:gd name="T10" fmla="*/ 2147483646 w 35"/>
              <a:gd name="T11" fmla="*/ 2147483646 h 42"/>
              <a:gd name="T12" fmla="*/ 2147483646 w 35"/>
              <a:gd name="T13" fmla="*/ 2147483646 h 42"/>
              <a:gd name="T14" fmla="*/ 2147483646 w 35"/>
              <a:gd name="T15" fmla="*/ 2147483646 h 42"/>
              <a:gd name="T16" fmla="*/ 2147483646 w 35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5"/>
              <a:gd name="T28" fmla="*/ 0 h 42"/>
              <a:gd name="T29" fmla="*/ 35 w 35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5" h="42">
                <a:moveTo>
                  <a:pt x="35" y="21"/>
                </a:moveTo>
                <a:lnTo>
                  <a:pt x="28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42"/>
                </a:lnTo>
                <a:lnTo>
                  <a:pt x="28" y="35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8" name="Freeform 71">
            <a:extLst>
              <a:ext uri="{FF2B5EF4-FFF2-40B4-BE49-F238E27FC236}">
                <a16:creationId xmlns:a16="http://schemas.microsoft.com/office/drawing/2014/main" id="{92A58547-9347-73C6-BA5F-06CCFA188996}"/>
              </a:ext>
            </a:extLst>
          </p:cNvPr>
          <p:cNvSpPr>
            <a:spLocks/>
          </p:cNvSpPr>
          <p:nvPr/>
        </p:nvSpPr>
        <p:spPr bwMode="auto">
          <a:xfrm>
            <a:off x="8212139" y="3403601"/>
            <a:ext cx="66675" cy="79375"/>
          </a:xfrm>
          <a:custGeom>
            <a:avLst/>
            <a:gdLst>
              <a:gd name="T0" fmla="*/ 2147483646 w 42"/>
              <a:gd name="T1" fmla="*/ 2147483646 h 50"/>
              <a:gd name="T2" fmla="*/ 2147483646 w 42"/>
              <a:gd name="T3" fmla="*/ 2147483646 h 50"/>
              <a:gd name="T4" fmla="*/ 2147483646 w 42"/>
              <a:gd name="T5" fmla="*/ 2147483646 h 50"/>
              <a:gd name="T6" fmla="*/ 2147483646 w 42"/>
              <a:gd name="T7" fmla="*/ 2147483646 h 50"/>
              <a:gd name="T8" fmla="*/ 2147483646 w 42"/>
              <a:gd name="T9" fmla="*/ 2147483646 h 50"/>
              <a:gd name="T10" fmla="*/ 2147483646 w 42"/>
              <a:gd name="T11" fmla="*/ 2147483646 h 50"/>
              <a:gd name="T12" fmla="*/ 2147483646 w 42"/>
              <a:gd name="T13" fmla="*/ 2147483646 h 50"/>
              <a:gd name="T14" fmla="*/ 2147483646 w 42"/>
              <a:gd name="T15" fmla="*/ 2147483646 h 50"/>
              <a:gd name="T16" fmla="*/ 2147483646 w 42"/>
              <a:gd name="T17" fmla="*/ 2147483646 h 50"/>
              <a:gd name="T18" fmla="*/ 2147483646 w 42"/>
              <a:gd name="T19" fmla="*/ 2147483646 h 50"/>
              <a:gd name="T20" fmla="*/ 2147483646 w 42"/>
              <a:gd name="T21" fmla="*/ 2147483646 h 50"/>
              <a:gd name="T22" fmla="*/ 2147483646 w 42"/>
              <a:gd name="T23" fmla="*/ 2147483646 h 50"/>
              <a:gd name="T24" fmla="*/ 2147483646 w 42"/>
              <a:gd name="T25" fmla="*/ 2147483646 h 50"/>
              <a:gd name="T26" fmla="*/ 2147483646 w 42"/>
              <a:gd name="T27" fmla="*/ 2147483646 h 50"/>
              <a:gd name="T28" fmla="*/ 2147483646 w 42"/>
              <a:gd name="T29" fmla="*/ 2147483646 h 50"/>
              <a:gd name="T30" fmla="*/ 2147483646 w 42"/>
              <a:gd name="T31" fmla="*/ 2147483646 h 50"/>
              <a:gd name="T32" fmla="*/ 2147483646 w 42"/>
              <a:gd name="T33" fmla="*/ 2147483646 h 50"/>
              <a:gd name="T34" fmla="*/ 2147483646 w 42"/>
              <a:gd name="T35" fmla="*/ 2147483646 h 50"/>
              <a:gd name="T36" fmla="*/ 2147483646 w 42"/>
              <a:gd name="T37" fmla="*/ 2147483646 h 50"/>
              <a:gd name="T38" fmla="*/ 2147483646 w 42"/>
              <a:gd name="T39" fmla="*/ 2147483646 h 50"/>
              <a:gd name="T40" fmla="*/ 2147483646 w 42"/>
              <a:gd name="T41" fmla="*/ 2147483646 h 50"/>
              <a:gd name="T42" fmla="*/ 2147483646 w 42"/>
              <a:gd name="T43" fmla="*/ 2147483646 h 50"/>
              <a:gd name="T44" fmla="*/ 2147483646 w 42"/>
              <a:gd name="T45" fmla="*/ 2147483646 h 50"/>
              <a:gd name="T46" fmla="*/ 2147483646 w 42"/>
              <a:gd name="T47" fmla="*/ 2147483646 h 50"/>
              <a:gd name="T48" fmla="*/ 2147483646 w 42"/>
              <a:gd name="T49" fmla="*/ 2147483646 h 50"/>
              <a:gd name="T50" fmla="*/ 2147483646 w 42"/>
              <a:gd name="T51" fmla="*/ 2147483646 h 50"/>
              <a:gd name="T52" fmla="*/ 2147483646 w 42"/>
              <a:gd name="T53" fmla="*/ 2147483646 h 50"/>
              <a:gd name="T54" fmla="*/ 2147483646 w 42"/>
              <a:gd name="T55" fmla="*/ 2147483646 h 50"/>
              <a:gd name="T56" fmla="*/ 2147483646 w 42"/>
              <a:gd name="T57" fmla="*/ 2147483646 h 50"/>
              <a:gd name="T58" fmla="*/ 2147483646 w 42"/>
              <a:gd name="T59" fmla="*/ 2147483646 h 50"/>
              <a:gd name="T60" fmla="*/ 2147483646 w 42"/>
              <a:gd name="T61" fmla="*/ 2147483646 h 50"/>
              <a:gd name="T62" fmla="*/ 2147483646 w 42"/>
              <a:gd name="T63" fmla="*/ 2147483646 h 50"/>
              <a:gd name="T64" fmla="*/ 2147483646 w 42"/>
              <a:gd name="T65" fmla="*/ 2147483646 h 50"/>
              <a:gd name="T66" fmla="*/ 2147483646 w 42"/>
              <a:gd name="T67" fmla="*/ 2147483646 h 50"/>
              <a:gd name="T68" fmla="*/ 2147483646 w 42"/>
              <a:gd name="T69" fmla="*/ 2147483646 h 50"/>
              <a:gd name="T70" fmla="*/ 0 w 42"/>
              <a:gd name="T71" fmla="*/ 2147483646 h 50"/>
              <a:gd name="T72" fmla="*/ 0 w 42"/>
              <a:gd name="T73" fmla="*/ 2147483646 h 50"/>
              <a:gd name="T74" fmla="*/ 0 w 42"/>
              <a:gd name="T75" fmla="*/ 2147483646 h 50"/>
              <a:gd name="T76" fmla="*/ 2147483646 w 42"/>
              <a:gd name="T77" fmla="*/ 2147483646 h 50"/>
              <a:gd name="T78" fmla="*/ 2147483646 w 42"/>
              <a:gd name="T79" fmla="*/ 2147483646 h 50"/>
              <a:gd name="T80" fmla="*/ 2147483646 w 42"/>
              <a:gd name="T81" fmla="*/ 2147483646 h 50"/>
              <a:gd name="T82" fmla="*/ 2147483646 w 42"/>
              <a:gd name="T83" fmla="*/ 0 h 50"/>
              <a:gd name="T84" fmla="*/ 2147483646 w 42"/>
              <a:gd name="T85" fmla="*/ 0 h 50"/>
              <a:gd name="T86" fmla="*/ 2147483646 w 42"/>
              <a:gd name="T87" fmla="*/ 0 h 50"/>
              <a:gd name="T88" fmla="*/ 2147483646 w 42"/>
              <a:gd name="T89" fmla="*/ 2147483646 h 50"/>
              <a:gd name="T90" fmla="*/ 2147483646 w 42"/>
              <a:gd name="T91" fmla="*/ 2147483646 h 50"/>
              <a:gd name="T92" fmla="*/ 2147483646 w 42"/>
              <a:gd name="T93" fmla="*/ 2147483646 h 50"/>
              <a:gd name="T94" fmla="*/ 2147483646 w 42"/>
              <a:gd name="T95" fmla="*/ 2147483646 h 50"/>
              <a:gd name="T96" fmla="*/ 2147483646 w 42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2"/>
              <a:gd name="T148" fmla="*/ 0 h 50"/>
              <a:gd name="T149" fmla="*/ 42 w 42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2" h="50">
                <a:moveTo>
                  <a:pt x="35" y="21"/>
                </a:moveTo>
                <a:lnTo>
                  <a:pt x="28" y="7"/>
                </a:lnTo>
                <a:lnTo>
                  <a:pt x="28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42"/>
                </a:lnTo>
                <a:lnTo>
                  <a:pt x="28" y="35"/>
                </a:lnTo>
                <a:lnTo>
                  <a:pt x="35" y="21"/>
                </a:lnTo>
                <a:lnTo>
                  <a:pt x="42" y="21"/>
                </a:lnTo>
                <a:lnTo>
                  <a:pt x="35" y="35"/>
                </a:lnTo>
                <a:lnTo>
                  <a:pt x="35" y="42"/>
                </a:lnTo>
                <a:lnTo>
                  <a:pt x="28" y="50"/>
                </a:lnTo>
                <a:lnTo>
                  <a:pt x="21" y="50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28" y="0"/>
                </a:lnTo>
                <a:lnTo>
                  <a:pt x="35" y="7"/>
                </a:lnTo>
                <a:lnTo>
                  <a:pt x="42" y="21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9" name="Freeform 72">
            <a:extLst>
              <a:ext uri="{FF2B5EF4-FFF2-40B4-BE49-F238E27FC236}">
                <a16:creationId xmlns:a16="http://schemas.microsoft.com/office/drawing/2014/main" id="{75781495-FF34-8688-DD47-2B93CEB3398D}"/>
              </a:ext>
            </a:extLst>
          </p:cNvPr>
          <p:cNvSpPr>
            <a:spLocks/>
          </p:cNvSpPr>
          <p:nvPr/>
        </p:nvSpPr>
        <p:spPr bwMode="auto">
          <a:xfrm>
            <a:off x="8267701" y="343693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0" name="Freeform 73">
            <a:extLst>
              <a:ext uri="{FF2B5EF4-FFF2-40B4-BE49-F238E27FC236}">
                <a16:creationId xmlns:a16="http://schemas.microsoft.com/office/drawing/2014/main" id="{009CCA21-9A32-DDC2-AA0D-24A08FE039BC}"/>
              </a:ext>
            </a:extLst>
          </p:cNvPr>
          <p:cNvSpPr>
            <a:spLocks/>
          </p:cNvSpPr>
          <p:nvPr/>
        </p:nvSpPr>
        <p:spPr bwMode="auto">
          <a:xfrm>
            <a:off x="7713663" y="2882900"/>
            <a:ext cx="68262" cy="57150"/>
          </a:xfrm>
          <a:custGeom>
            <a:avLst/>
            <a:gdLst>
              <a:gd name="T0" fmla="*/ 2147483646 w 43"/>
              <a:gd name="T1" fmla="*/ 2147483646 h 36"/>
              <a:gd name="T2" fmla="*/ 2147483646 w 43"/>
              <a:gd name="T3" fmla="*/ 2147483646 h 36"/>
              <a:gd name="T4" fmla="*/ 2147483646 w 43"/>
              <a:gd name="T5" fmla="*/ 0 h 36"/>
              <a:gd name="T6" fmla="*/ 2147483646 w 43"/>
              <a:gd name="T7" fmla="*/ 2147483646 h 36"/>
              <a:gd name="T8" fmla="*/ 0 w 43"/>
              <a:gd name="T9" fmla="*/ 2147483646 h 36"/>
              <a:gd name="T10" fmla="*/ 2147483646 w 43"/>
              <a:gd name="T11" fmla="*/ 2147483646 h 36"/>
              <a:gd name="T12" fmla="*/ 2147483646 w 43"/>
              <a:gd name="T13" fmla="*/ 2147483646 h 36"/>
              <a:gd name="T14" fmla="*/ 2147483646 w 43"/>
              <a:gd name="T15" fmla="*/ 2147483646 h 36"/>
              <a:gd name="T16" fmla="*/ 2147483646 w 43"/>
              <a:gd name="T17" fmla="*/ 2147483646 h 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36"/>
              <a:gd name="T29" fmla="*/ 43 w 43"/>
              <a:gd name="T30" fmla="*/ 36 h 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36">
                <a:moveTo>
                  <a:pt x="43" y="22"/>
                </a:moveTo>
                <a:lnTo>
                  <a:pt x="36" y="7"/>
                </a:lnTo>
                <a:lnTo>
                  <a:pt x="22" y="0"/>
                </a:lnTo>
                <a:lnTo>
                  <a:pt x="8" y="7"/>
                </a:lnTo>
                <a:lnTo>
                  <a:pt x="0" y="22"/>
                </a:lnTo>
                <a:lnTo>
                  <a:pt x="8" y="36"/>
                </a:lnTo>
                <a:lnTo>
                  <a:pt x="22" y="36"/>
                </a:lnTo>
                <a:lnTo>
                  <a:pt x="36" y="36"/>
                </a:lnTo>
                <a:lnTo>
                  <a:pt x="43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1" name="Freeform 74">
            <a:extLst>
              <a:ext uri="{FF2B5EF4-FFF2-40B4-BE49-F238E27FC236}">
                <a16:creationId xmlns:a16="http://schemas.microsoft.com/office/drawing/2014/main" id="{6BD63508-9E63-54F7-B03F-224162313FC2}"/>
              </a:ext>
            </a:extLst>
          </p:cNvPr>
          <p:cNvSpPr>
            <a:spLocks/>
          </p:cNvSpPr>
          <p:nvPr/>
        </p:nvSpPr>
        <p:spPr bwMode="auto">
          <a:xfrm>
            <a:off x="7713664" y="2882901"/>
            <a:ext cx="79375" cy="68263"/>
          </a:xfrm>
          <a:custGeom>
            <a:avLst/>
            <a:gdLst>
              <a:gd name="T0" fmla="*/ 2147483646 w 50"/>
              <a:gd name="T1" fmla="*/ 2147483646 h 43"/>
              <a:gd name="T2" fmla="*/ 2147483646 w 50"/>
              <a:gd name="T3" fmla="*/ 2147483646 h 43"/>
              <a:gd name="T4" fmla="*/ 2147483646 w 50"/>
              <a:gd name="T5" fmla="*/ 2147483646 h 43"/>
              <a:gd name="T6" fmla="*/ 2147483646 w 50"/>
              <a:gd name="T7" fmla="*/ 2147483646 h 43"/>
              <a:gd name="T8" fmla="*/ 2147483646 w 50"/>
              <a:gd name="T9" fmla="*/ 2147483646 h 43"/>
              <a:gd name="T10" fmla="*/ 2147483646 w 50"/>
              <a:gd name="T11" fmla="*/ 2147483646 h 43"/>
              <a:gd name="T12" fmla="*/ 2147483646 w 50"/>
              <a:gd name="T13" fmla="*/ 2147483646 h 43"/>
              <a:gd name="T14" fmla="*/ 2147483646 w 50"/>
              <a:gd name="T15" fmla="*/ 2147483646 h 43"/>
              <a:gd name="T16" fmla="*/ 2147483646 w 50"/>
              <a:gd name="T17" fmla="*/ 2147483646 h 43"/>
              <a:gd name="T18" fmla="*/ 2147483646 w 50"/>
              <a:gd name="T19" fmla="*/ 2147483646 h 43"/>
              <a:gd name="T20" fmla="*/ 2147483646 w 50"/>
              <a:gd name="T21" fmla="*/ 2147483646 h 43"/>
              <a:gd name="T22" fmla="*/ 2147483646 w 50"/>
              <a:gd name="T23" fmla="*/ 2147483646 h 43"/>
              <a:gd name="T24" fmla="*/ 2147483646 w 50"/>
              <a:gd name="T25" fmla="*/ 2147483646 h 43"/>
              <a:gd name="T26" fmla="*/ 2147483646 w 50"/>
              <a:gd name="T27" fmla="*/ 2147483646 h 43"/>
              <a:gd name="T28" fmla="*/ 2147483646 w 50"/>
              <a:gd name="T29" fmla="*/ 2147483646 h 43"/>
              <a:gd name="T30" fmla="*/ 2147483646 w 50"/>
              <a:gd name="T31" fmla="*/ 2147483646 h 43"/>
              <a:gd name="T32" fmla="*/ 2147483646 w 50"/>
              <a:gd name="T33" fmla="*/ 2147483646 h 43"/>
              <a:gd name="T34" fmla="*/ 2147483646 w 50"/>
              <a:gd name="T35" fmla="*/ 2147483646 h 43"/>
              <a:gd name="T36" fmla="*/ 2147483646 w 50"/>
              <a:gd name="T37" fmla="*/ 2147483646 h 43"/>
              <a:gd name="T38" fmla="*/ 2147483646 w 50"/>
              <a:gd name="T39" fmla="*/ 2147483646 h 43"/>
              <a:gd name="T40" fmla="*/ 2147483646 w 50"/>
              <a:gd name="T41" fmla="*/ 2147483646 h 43"/>
              <a:gd name="T42" fmla="*/ 2147483646 w 50"/>
              <a:gd name="T43" fmla="*/ 2147483646 h 43"/>
              <a:gd name="T44" fmla="*/ 2147483646 w 50"/>
              <a:gd name="T45" fmla="*/ 2147483646 h 43"/>
              <a:gd name="T46" fmla="*/ 2147483646 w 50"/>
              <a:gd name="T47" fmla="*/ 2147483646 h 43"/>
              <a:gd name="T48" fmla="*/ 2147483646 w 50"/>
              <a:gd name="T49" fmla="*/ 2147483646 h 43"/>
              <a:gd name="T50" fmla="*/ 2147483646 w 50"/>
              <a:gd name="T51" fmla="*/ 2147483646 h 43"/>
              <a:gd name="T52" fmla="*/ 2147483646 w 50"/>
              <a:gd name="T53" fmla="*/ 2147483646 h 43"/>
              <a:gd name="T54" fmla="*/ 2147483646 w 50"/>
              <a:gd name="T55" fmla="*/ 2147483646 h 43"/>
              <a:gd name="T56" fmla="*/ 2147483646 w 50"/>
              <a:gd name="T57" fmla="*/ 2147483646 h 43"/>
              <a:gd name="T58" fmla="*/ 2147483646 w 50"/>
              <a:gd name="T59" fmla="*/ 2147483646 h 43"/>
              <a:gd name="T60" fmla="*/ 2147483646 w 50"/>
              <a:gd name="T61" fmla="*/ 2147483646 h 43"/>
              <a:gd name="T62" fmla="*/ 2147483646 w 50"/>
              <a:gd name="T63" fmla="*/ 2147483646 h 43"/>
              <a:gd name="T64" fmla="*/ 2147483646 w 50"/>
              <a:gd name="T65" fmla="*/ 2147483646 h 43"/>
              <a:gd name="T66" fmla="*/ 2147483646 w 50"/>
              <a:gd name="T67" fmla="*/ 2147483646 h 43"/>
              <a:gd name="T68" fmla="*/ 2147483646 w 50"/>
              <a:gd name="T69" fmla="*/ 2147483646 h 43"/>
              <a:gd name="T70" fmla="*/ 0 w 50"/>
              <a:gd name="T71" fmla="*/ 2147483646 h 43"/>
              <a:gd name="T72" fmla="*/ 0 w 50"/>
              <a:gd name="T73" fmla="*/ 2147483646 h 43"/>
              <a:gd name="T74" fmla="*/ 0 w 50"/>
              <a:gd name="T75" fmla="*/ 2147483646 h 43"/>
              <a:gd name="T76" fmla="*/ 2147483646 w 50"/>
              <a:gd name="T77" fmla="*/ 2147483646 h 43"/>
              <a:gd name="T78" fmla="*/ 2147483646 w 50"/>
              <a:gd name="T79" fmla="*/ 2147483646 h 43"/>
              <a:gd name="T80" fmla="*/ 2147483646 w 50"/>
              <a:gd name="T81" fmla="*/ 2147483646 h 43"/>
              <a:gd name="T82" fmla="*/ 2147483646 w 50"/>
              <a:gd name="T83" fmla="*/ 0 h 43"/>
              <a:gd name="T84" fmla="*/ 2147483646 w 50"/>
              <a:gd name="T85" fmla="*/ 0 h 43"/>
              <a:gd name="T86" fmla="*/ 2147483646 w 50"/>
              <a:gd name="T87" fmla="*/ 0 h 43"/>
              <a:gd name="T88" fmla="*/ 2147483646 w 50"/>
              <a:gd name="T89" fmla="*/ 2147483646 h 43"/>
              <a:gd name="T90" fmla="*/ 2147483646 w 50"/>
              <a:gd name="T91" fmla="*/ 2147483646 h 43"/>
              <a:gd name="T92" fmla="*/ 2147483646 w 50"/>
              <a:gd name="T93" fmla="*/ 2147483646 h 43"/>
              <a:gd name="T94" fmla="*/ 2147483646 w 50"/>
              <a:gd name="T95" fmla="*/ 2147483646 h 43"/>
              <a:gd name="T96" fmla="*/ 2147483646 w 50"/>
              <a:gd name="T97" fmla="*/ 2147483646 h 4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3"/>
              <a:gd name="T149" fmla="*/ 50 w 50"/>
              <a:gd name="T150" fmla="*/ 43 h 4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3">
                <a:moveTo>
                  <a:pt x="43" y="22"/>
                </a:moveTo>
                <a:lnTo>
                  <a:pt x="36" y="7"/>
                </a:lnTo>
                <a:lnTo>
                  <a:pt x="36" y="15"/>
                </a:lnTo>
                <a:lnTo>
                  <a:pt x="22" y="7"/>
                </a:lnTo>
                <a:lnTo>
                  <a:pt x="8" y="15"/>
                </a:lnTo>
                <a:lnTo>
                  <a:pt x="15" y="7"/>
                </a:lnTo>
                <a:lnTo>
                  <a:pt x="8" y="22"/>
                </a:lnTo>
                <a:lnTo>
                  <a:pt x="15" y="36"/>
                </a:lnTo>
                <a:lnTo>
                  <a:pt x="8" y="36"/>
                </a:lnTo>
                <a:lnTo>
                  <a:pt x="22" y="36"/>
                </a:lnTo>
                <a:lnTo>
                  <a:pt x="36" y="36"/>
                </a:lnTo>
                <a:lnTo>
                  <a:pt x="43" y="22"/>
                </a:lnTo>
                <a:lnTo>
                  <a:pt x="50" y="22"/>
                </a:lnTo>
                <a:lnTo>
                  <a:pt x="43" y="36"/>
                </a:lnTo>
                <a:lnTo>
                  <a:pt x="36" y="43"/>
                </a:lnTo>
                <a:lnTo>
                  <a:pt x="22" y="43"/>
                </a:lnTo>
                <a:lnTo>
                  <a:pt x="8" y="43"/>
                </a:lnTo>
                <a:lnTo>
                  <a:pt x="8" y="36"/>
                </a:lnTo>
                <a:lnTo>
                  <a:pt x="0" y="22"/>
                </a:lnTo>
                <a:lnTo>
                  <a:pt x="8" y="7"/>
                </a:lnTo>
                <a:lnTo>
                  <a:pt x="22" y="0"/>
                </a:lnTo>
                <a:lnTo>
                  <a:pt x="36" y="7"/>
                </a:lnTo>
                <a:lnTo>
                  <a:pt x="43" y="7"/>
                </a:lnTo>
                <a:lnTo>
                  <a:pt x="50" y="22"/>
                </a:lnTo>
                <a:lnTo>
                  <a:pt x="43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2" name="Freeform 75">
            <a:extLst>
              <a:ext uri="{FF2B5EF4-FFF2-40B4-BE49-F238E27FC236}">
                <a16:creationId xmlns:a16="http://schemas.microsoft.com/office/drawing/2014/main" id="{E2D45599-7FCC-CCB1-8A77-7F36E9B719EF}"/>
              </a:ext>
            </a:extLst>
          </p:cNvPr>
          <p:cNvSpPr>
            <a:spLocks/>
          </p:cNvSpPr>
          <p:nvPr/>
        </p:nvSpPr>
        <p:spPr bwMode="auto">
          <a:xfrm>
            <a:off x="7781926" y="2917825"/>
            <a:ext cx="11113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3" name="Freeform 76">
            <a:extLst>
              <a:ext uri="{FF2B5EF4-FFF2-40B4-BE49-F238E27FC236}">
                <a16:creationId xmlns:a16="http://schemas.microsoft.com/office/drawing/2014/main" id="{8585BF2A-651B-0188-ECA2-EB4502EDF76E}"/>
              </a:ext>
            </a:extLst>
          </p:cNvPr>
          <p:cNvSpPr>
            <a:spLocks/>
          </p:cNvSpPr>
          <p:nvPr/>
        </p:nvSpPr>
        <p:spPr bwMode="auto">
          <a:xfrm>
            <a:off x="7883526" y="2882900"/>
            <a:ext cx="68263" cy="57150"/>
          </a:xfrm>
          <a:custGeom>
            <a:avLst/>
            <a:gdLst>
              <a:gd name="T0" fmla="*/ 2147483646 w 43"/>
              <a:gd name="T1" fmla="*/ 2147483646 h 36"/>
              <a:gd name="T2" fmla="*/ 2147483646 w 43"/>
              <a:gd name="T3" fmla="*/ 2147483646 h 36"/>
              <a:gd name="T4" fmla="*/ 2147483646 w 43"/>
              <a:gd name="T5" fmla="*/ 0 h 36"/>
              <a:gd name="T6" fmla="*/ 2147483646 w 43"/>
              <a:gd name="T7" fmla="*/ 2147483646 h 36"/>
              <a:gd name="T8" fmla="*/ 0 w 43"/>
              <a:gd name="T9" fmla="*/ 2147483646 h 36"/>
              <a:gd name="T10" fmla="*/ 2147483646 w 43"/>
              <a:gd name="T11" fmla="*/ 2147483646 h 36"/>
              <a:gd name="T12" fmla="*/ 2147483646 w 43"/>
              <a:gd name="T13" fmla="*/ 2147483646 h 36"/>
              <a:gd name="T14" fmla="*/ 2147483646 w 43"/>
              <a:gd name="T15" fmla="*/ 2147483646 h 36"/>
              <a:gd name="T16" fmla="*/ 2147483646 w 43"/>
              <a:gd name="T17" fmla="*/ 2147483646 h 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36"/>
              <a:gd name="T29" fmla="*/ 43 w 43"/>
              <a:gd name="T30" fmla="*/ 36 h 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36">
                <a:moveTo>
                  <a:pt x="43" y="22"/>
                </a:moveTo>
                <a:lnTo>
                  <a:pt x="36" y="7"/>
                </a:lnTo>
                <a:lnTo>
                  <a:pt x="22" y="0"/>
                </a:lnTo>
                <a:lnTo>
                  <a:pt x="7" y="7"/>
                </a:lnTo>
                <a:lnTo>
                  <a:pt x="0" y="22"/>
                </a:lnTo>
                <a:lnTo>
                  <a:pt x="7" y="36"/>
                </a:lnTo>
                <a:lnTo>
                  <a:pt x="22" y="36"/>
                </a:lnTo>
                <a:lnTo>
                  <a:pt x="36" y="36"/>
                </a:lnTo>
                <a:lnTo>
                  <a:pt x="43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4" name="Freeform 77">
            <a:extLst>
              <a:ext uri="{FF2B5EF4-FFF2-40B4-BE49-F238E27FC236}">
                <a16:creationId xmlns:a16="http://schemas.microsoft.com/office/drawing/2014/main" id="{2F5B6646-329B-7B35-F6B9-56270EF5AD4B}"/>
              </a:ext>
            </a:extLst>
          </p:cNvPr>
          <p:cNvSpPr>
            <a:spLocks/>
          </p:cNvSpPr>
          <p:nvPr/>
        </p:nvSpPr>
        <p:spPr bwMode="auto">
          <a:xfrm>
            <a:off x="7883526" y="2882901"/>
            <a:ext cx="79375" cy="68263"/>
          </a:xfrm>
          <a:custGeom>
            <a:avLst/>
            <a:gdLst>
              <a:gd name="T0" fmla="*/ 2147483646 w 50"/>
              <a:gd name="T1" fmla="*/ 2147483646 h 43"/>
              <a:gd name="T2" fmla="*/ 2147483646 w 50"/>
              <a:gd name="T3" fmla="*/ 2147483646 h 43"/>
              <a:gd name="T4" fmla="*/ 2147483646 w 50"/>
              <a:gd name="T5" fmla="*/ 2147483646 h 43"/>
              <a:gd name="T6" fmla="*/ 2147483646 w 50"/>
              <a:gd name="T7" fmla="*/ 2147483646 h 43"/>
              <a:gd name="T8" fmla="*/ 2147483646 w 50"/>
              <a:gd name="T9" fmla="*/ 2147483646 h 43"/>
              <a:gd name="T10" fmla="*/ 2147483646 w 50"/>
              <a:gd name="T11" fmla="*/ 2147483646 h 43"/>
              <a:gd name="T12" fmla="*/ 2147483646 w 50"/>
              <a:gd name="T13" fmla="*/ 2147483646 h 43"/>
              <a:gd name="T14" fmla="*/ 2147483646 w 50"/>
              <a:gd name="T15" fmla="*/ 2147483646 h 43"/>
              <a:gd name="T16" fmla="*/ 2147483646 w 50"/>
              <a:gd name="T17" fmla="*/ 2147483646 h 43"/>
              <a:gd name="T18" fmla="*/ 2147483646 w 50"/>
              <a:gd name="T19" fmla="*/ 2147483646 h 43"/>
              <a:gd name="T20" fmla="*/ 2147483646 w 50"/>
              <a:gd name="T21" fmla="*/ 2147483646 h 43"/>
              <a:gd name="T22" fmla="*/ 2147483646 w 50"/>
              <a:gd name="T23" fmla="*/ 2147483646 h 43"/>
              <a:gd name="T24" fmla="*/ 2147483646 w 50"/>
              <a:gd name="T25" fmla="*/ 2147483646 h 43"/>
              <a:gd name="T26" fmla="*/ 2147483646 w 50"/>
              <a:gd name="T27" fmla="*/ 2147483646 h 43"/>
              <a:gd name="T28" fmla="*/ 2147483646 w 50"/>
              <a:gd name="T29" fmla="*/ 2147483646 h 43"/>
              <a:gd name="T30" fmla="*/ 2147483646 w 50"/>
              <a:gd name="T31" fmla="*/ 2147483646 h 43"/>
              <a:gd name="T32" fmla="*/ 2147483646 w 50"/>
              <a:gd name="T33" fmla="*/ 2147483646 h 43"/>
              <a:gd name="T34" fmla="*/ 2147483646 w 50"/>
              <a:gd name="T35" fmla="*/ 2147483646 h 43"/>
              <a:gd name="T36" fmla="*/ 2147483646 w 50"/>
              <a:gd name="T37" fmla="*/ 2147483646 h 43"/>
              <a:gd name="T38" fmla="*/ 2147483646 w 50"/>
              <a:gd name="T39" fmla="*/ 2147483646 h 43"/>
              <a:gd name="T40" fmla="*/ 2147483646 w 50"/>
              <a:gd name="T41" fmla="*/ 2147483646 h 43"/>
              <a:gd name="T42" fmla="*/ 2147483646 w 50"/>
              <a:gd name="T43" fmla="*/ 2147483646 h 43"/>
              <a:gd name="T44" fmla="*/ 2147483646 w 50"/>
              <a:gd name="T45" fmla="*/ 2147483646 h 43"/>
              <a:gd name="T46" fmla="*/ 2147483646 w 50"/>
              <a:gd name="T47" fmla="*/ 2147483646 h 43"/>
              <a:gd name="T48" fmla="*/ 2147483646 w 50"/>
              <a:gd name="T49" fmla="*/ 2147483646 h 43"/>
              <a:gd name="T50" fmla="*/ 2147483646 w 50"/>
              <a:gd name="T51" fmla="*/ 2147483646 h 43"/>
              <a:gd name="T52" fmla="*/ 2147483646 w 50"/>
              <a:gd name="T53" fmla="*/ 2147483646 h 43"/>
              <a:gd name="T54" fmla="*/ 2147483646 w 50"/>
              <a:gd name="T55" fmla="*/ 2147483646 h 43"/>
              <a:gd name="T56" fmla="*/ 2147483646 w 50"/>
              <a:gd name="T57" fmla="*/ 2147483646 h 43"/>
              <a:gd name="T58" fmla="*/ 2147483646 w 50"/>
              <a:gd name="T59" fmla="*/ 2147483646 h 43"/>
              <a:gd name="T60" fmla="*/ 2147483646 w 50"/>
              <a:gd name="T61" fmla="*/ 2147483646 h 43"/>
              <a:gd name="T62" fmla="*/ 2147483646 w 50"/>
              <a:gd name="T63" fmla="*/ 2147483646 h 43"/>
              <a:gd name="T64" fmla="*/ 2147483646 w 50"/>
              <a:gd name="T65" fmla="*/ 2147483646 h 43"/>
              <a:gd name="T66" fmla="*/ 2147483646 w 50"/>
              <a:gd name="T67" fmla="*/ 2147483646 h 43"/>
              <a:gd name="T68" fmla="*/ 2147483646 w 50"/>
              <a:gd name="T69" fmla="*/ 2147483646 h 43"/>
              <a:gd name="T70" fmla="*/ 0 w 50"/>
              <a:gd name="T71" fmla="*/ 2147483646 h 43"/>
              <a:gd name="T72" fmla="*/ 0 w 50"/>
              <a:gd name="T73" fmla="*/ 2147483646 h 43"/>
              <a:gd name="T74" fmla="*/ 0 w 50"/>
              <a:gd name="T75" fmla="*/ 2147483646 h 43"/>
              <a:gd name="T76" fmla="*/ 2147483646 w 50"/>
              <a:gd name="T77" fmla="*/ 2147483646 h 43"/>
              <a:gd name="T78" fmla="*/ 2147483646 w 50"/>
              <a:gd name="T79" fmla="*/ 2147483646 h 43"/>
              <a:gd name="T80" fmla="*/ 2147483646 w 50"/>
              <a:gd name="T81" fmla="*/ 2147483646 h 43"/>
              <a:gd name="T82" fmla="*/ 2147483646 w 50"/>
              <a:gd name="T83" fmla="*/ 0 h 43"/>
              <a:gd name="T84" fmla="*/ 2147483646 w 50"/>
              <a:gd name="T85" fmla="*/ 0 h 43"/>
              <a:gd name="T86" fmla="*/ 2147483646 w 50"/>
              <a:gd name="T87" fmla="*/ 0 h 43"/>
              <a:gd name="T88" fmla="*/ 2147483646 w 50"/>
              <a:gd name="T89" fmla="*/ 2147483646 h 43"/>
              <a:gd name="T90" fmla="*/ 2147483646 w 50"/>
              <a:gd name="T91" fmla="*/ 2147483646 h 43"/>
              <a:gd name="T92" fmla="*/ 2147483646 w 50"/>
              <a:gd name="T93" fmla="*/ 2147483646 h 43"/>
              <a:gd name="T94" fmla="*/ 2147483646 w 50"/>
              <a:gd name="T95" fmla="*/ 2147483646 h 43"/>
              <a:gd name="T96" fmla="*/ 2147483646 w 50"/>
              <a:gd name="T97" fmla="*/ 2147483646 h 4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3"/>
              <a:gd name="T149" fmla="*/ 50 w 50"/>
              <a:gd name="T150" fmla="*/ 43 h 4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3">
                <a:moveTo>
                  <a:pt x="43" y="22"/>
                </a:moveTo>
                <a:lnTo>
                  <a:pt x="36" y="7"/>
                </a:lnTo>
                <a:lnTo>
                  <a:pt x="36" y="15"/>
                </a:lnTo>
                <a:lnTo>
                  <a:pt x="22" y="7"/>
                </a:lnTo>
                <a:lnTo>
                  <a:pt x="7" y="15"/>
                </a:lnTo>
                <a:lnTo>
                  <a:pt x="14" y="7"/>
                </a:lnTo>
                <a:lnTo>
                  <a:pt x="7" y="22"/>
                </a:lnTo>
                <a:lnTo>
                  <a:pt x="14" y="36"/>
                </a:lnTo>
                <a:lnTo>
                  <a:pt x="7" y="36"/>
                </a:lnTo>
                <a:lnTo>
                  <a:pt x="22" y="36"/>
                </a:lnTo>
                <a:lnTo>
                  <a:pt x="36" y="36"/>
                </a:lnTo>
                <a:lnTo>
                  <a:pt x="43" y="22"/>
                </a:lnTo>
                <a:lnTo>
                  <a:pt x="50" y="22"/>
                </a:lnTo>
                <a:lnTo>
                  <a:pt x="43" y="36"/>
                </a:lnTo>
                <a:lnTo>
                  <a:pt x="36" y="43"/>
                </a:lnTo>
                <a:lnTo>
                  <a:pt x="22" y="43"/>
                </a:lnTo>
                <a:lnTo>
                  <a:pt x="7" y="43"/>
                </a:lnTo>
                <a:lnTo>
                  <a:pt x="7" y="36"/>
                </a:lnTo>
                <a:lnTo>
                  <a:pt x="0" y="22"/>
                </a:lnTo>
                <a:lnTo>
                  <a:pt x="7" y="7"/>
                </a:lnTo>
                <a:lnTo>
                  <a:pt x="22" y="0"/>
                </a:lnTo>
                <a:lnTo>
                  <a:pt x="36" y="7"/>
                </a:lnTo>
                <a:lnTo>
                  <a:pt x="43" y="7"/>
                </a:lnTo>
                <a:lnTo>
                  <a:pt x="50" y="22"/>
                </a:lnTo>
                <a:lnTo>
                  <a:pt x="43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5" name="Freeform 78">
            <a:extLst>
              <a:ext uri="{FF2B5EF4-FFF2-40B4-BE49-F238E27FC236}">
                <a16:creationId xmlns:a16="http://schemas.microsoft.com/office/drawing/2014/main" id="{87946AAF-16E2-2330-14EC-D4B23DE58408}"/>
              </a:ext>
            </a:extLst>
          </p:cNvPr>
          <p:cNvSpPr>
            <a:spLocks/>
          </p:cNvSpPr>
          <p:nvPr/>
        </p:nvSpPr>
        <p:spPr bwMode="auto">
          <a:xfrm>
            <a:off x="7951788" y="2917825"/>
            <a:ext cx="11112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6" name="Freeform 79">
            <a:extLst>
              <a:ext uri="{FF2B5EF4-FFF2-40B4-BE49-F238E27FC236}">
                <a16:creationId xmlns:a16="http://schemas.microsoft.com/office/drawing/2014/main" id="{961971E5-E367-0EE4-BE03-DF346F7088C8}"/>
              </a:ext>
            </a:extLst>
          </p:cNvPr>
          <p:cNvSpPr>
            <a:spLocks/>
          </p:cNvSpPr>
          <p:nvPr/>
        </p:nvSpPr>
        <p:spPr bwMode="auto">
          <a:xfrm>
            <a:off x="8212138" y="2544763"/>
            <a:ext cx="55562" cy="55562"/>
          </a:xfrm>
          <a:custGeom>
            <a:avLst/>
            <a:gdLst>
              <a:gd name="T0" fmla="*/ 2147483646 w 35"/>
              <a:gd name="T1" fmla="*/ 2147483646 h 35"/>
              <a:gd name="T2" fmla="*/ 2147483646 w 35"/>
              <a:gd name="T3" fmla="*/ 0 h 35"/>
              <a:gd name="T4" fmla="*/ 2147483646 w 35"/>
              <a:gd name="T5" fmla="*/ 0 h 35"/>
              <a:gd name="T6" fmla="*/ 2147483646 w 35"/>
              <a:gd name="T7" fmla="*/ 0 h 35"/>
              <a:gd name="T8" fmla="*/ 0 w 35"/>
              <a:gd name="T9" fmla="*/ 2147483646 h 35"/>
              <a:gd name="T10" fmla="*/ 2147483646 w 35"/>
              <a:gd name="T11" fmla="*/ 2147483646 h 35"/>
              <a:gd name="T12" fmla="*/ 2147483646 w 35"/>
              <a:gd name="T13" fmla="*/ 2147483646 h 35"/>
              <a:gd name="T14" fmla="*/ 2147483646 w 35"/>
              <a:gd name="T15" fmla="*/ 2147483646 h 35"/>
              <a:gd name="T16" fmla="*/ 2147483646 w 35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5"/>
              <a:gd name="T28" fmla="*/ 0 h 35"/>
              <a:gd name="T29" fmla="*/ 35 w 35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5" h="35">
                <a:moveTo>
                  <a:pt x="35" y="14"/>
                </a:moveTo>
                <a:lnTo>
                  <a:pt x="28" y="0"/>
                </a:lnTo>
                <a:lnTo>
                  <a:pt x="21" y="0"/>
                </a:lnTo>
                <a:lnTo>
                  <a:pt x="7" y="0"/>
                </a:lnTo>
                <a:lnTo>
                  <a:pt x="0" y="14"/>
                </a:lnTo>
                <a:lnTo>
                  <a:pt x="7" y="28"/>
                </a:lnTo>
                <a:lnTo>
                  <a:pt x="21" y="35"/>
                </a:lnTo>
                <a:lnTo>
                  <a:pt x="28" y="28"/>
                </a:lnTo>
                <a:lnTo>
                  <a:pt x="35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7" name="Freeform 80">
            <a:extLst>
              <a:ext uri="{FF2B5EF4-FFF2-40B4-BE49-F238E27FC236}">
                <a16:creationId xmlns:a16="http://schemas.microsoft.com/office/drawing/2014/main" id="{2BF80DB4-30BD-7A96-8EBC-248A27A057BE}"/>
              </a:ext>
            </a:extLst>
          </p:cNvPr>
          <p:cNvSpPr>
            <a:spLocks/>
          </p:cNvSpPr>
          <p:nvPr/>
        </p:nvSpPr>
        <p:spPr bwMode="auto">
          <a:xfrm>
            <a:off x="8212139" y="2544764"/>
            <a:ext cx="66675" cy="66675"/>
          </a:xfrm>
          <a:custGeom>
            <a:avLst/>
            <a:gdLst>
              <a:gd name="T0" fmla="*/ 2147483646 w 42"/>
              <a:gd name="T1" fmla="*/ 2147483646 h 42"/>
              <a:gd name="T2" fmla="*/ 2147483646 w 42"/>
              <a:gd name="T3" fmla="*/ 0 h 42"/>
              <a:gd name="T4" fmla="*/ 2147483646 w 42"/>
              <a:gd name="T5" fmla="*/ 2147483646 h 42"/>
              <a:gd name="T6" fmla="*/ 2147483646 w 42"/>
              <a:gd name="T7" fmla="*/ 2147483646 h 42"/>
              <a:gd name="T8" fmla="*/ 2147483646 w 42"/>
              <a:gd name="T9" fmla="*/ 2147483646 h 42"/>
              <a:gd name="T10" fmla="*/ 2147483646 w 42"/>
              <a:gd name="T11" fmla="*/ 2147483646 h 42"/>
              <a:gd name="T12" fmla="*/ 2147483646 w 42"/>
              <a:gd name="T13" fmla="*/ 2147483646 h 42"/>
              <a:gd name="T14" fmla="*/ 2147483646 w 42"/>
              <a:gd name="T15" fmla="*/ 2147483646 h 42"/>
              <a:gd name="T16" fmla="*/ 2147483646 w 42"/>
              <a:gd name="T17" fmla="*/ 0 h 42"/>
              <a:gd name="T18" fmla="*/ 2147483646 w 42"/>
              <a:gd name="T19" fmla="*/ 0 h 42"/>
              <a:gd name="T20" fmla="*/ 2147483646 w 42"/>
              <a:gd name="T21" fmla="*/ 2147483646 h 42"/>
              <a:gd name="T22" fmla="*/ 2147483646 w 42"/>
              <a:gd name="T23" fmla="*/ 2147483646 h 42"/>
              <a:gd name="T24" fmla="*/ 2147483646 w 42"/>
              <a:gd name="T25" fmla="*/ 2147483646 h 42"/>
              <a:gd name="T26" fmla="*/ 2147483646 w 42"/>
              <a:gd name="T27" fmla="*/ 2147483646 h 42"/>
              <a:gd name="T28" fmla="*/ 2147483646 w 42"/>
              <a:gd name="T29" fmla="*/ 2147483646 h 42"/>
              <a:gd name="T30" fmla="*/ 2147483646 w 42"/>
              <a:gd name="T31" fmla="*/ 2147483646 h 42"/>
              <a:gd name="T32" fmla="*/ 2147483646 w 42"/>
              <a:gd name="T33" fmla="*/ 2147483646 h 42"/>
              <a:gd name="T34" fmla="*/ 2147483646 w 42"/>
              <a:gd name="T35" fmla="*/ 2147483646 h 42"/>
              <a:gd name="T36" fmla="*/ 2147483646 w 42"/>
              <a:gd name="T37" fmla="*/ 2147483646 h 42"/>
              <a:gd name="T38" fmla="*/ 2147483646 w 42"/>
              <a:gd name="T39" fmla="*/ 2147483646 h 42"/>
              <a:gd name="T40" fmla="*/ 2147483646 w 42"/>
              <a:gd name="T41" fmla="*/ 2147483646 h 42"/>
              <a:gd name="T42" fmla="*/ 2147483646 w 42"/>
              <a:gd name="T43" fmla="*/ 2147483646 h 42"/>
              <a:gd name="T44" fmla="*/ 2147483646 w 42"/>
              <a:gd name="T45" fmla="*/ 2147483646 h 42"/>
              <a:gd name="T46" fmla="*/ 2147483646 w 42"/>
              <a:gd name="T47" fmla="*/ 2147483646 h 42"/>
              <a:gd name="T48" fmla="*/ 2147483646 w 42"/>
              <a:gd name="T49" fmla="*/ 2147483646 h 42"/>
              <a:gd name="T50" fmla="*/ 2147483646 w 42"/>
              <a:gd name="T51" fmla="*/ 2147483646 h 42"/>
              <a:gd name="T52" fmla="*/ 2147483646 w 42"/>
              <a:gd name="T53" fmla="*/ 2147483646 h 42"/>
              <a:gd name="T54" fmla="*/ 2147483646 w 42"/>
              <a:gd name="T55" fmla="*/ 2147483646 h 42"/>
              <a:gd name="T56" fmla="*/ 2147483646 w 42"/>
              <a:gd name="T57" fmla="*/ 2147483646 h 42"/>
              <a:gd name="T58" fmla="*/ 2147483646 w 42"/>
              <a:gd name="T59" fmla="*/ 2147483646 h 42"/>
              <a:gd name="T60" fmla="*/ 2147483646 w 42"/>
              <a:gd name="T61" fmla="*/ 2147483646 h 42"/>
              <a:gd name="T62" fmla="*/ 2147483646 w 42"/>
              <a:gd name="T63" fmla="*/ 2147483646 h 42"/>
              <a:gd name="T64" fmla="*/ 2147483646 w 42"/>
              <a:gd name="T65" fmla="*/ 2147483646 h 42"/>
              <a:gd name="T66" fmla="*/ 2147483646 w 42"/>
              <a:gd name="T67" fmla="*/ 2147483646 h 42"/>
              <a:gd name="T68" fmla="*/ 2147483646 w 42"/>
              <a:gd name="T69" fmla="*/ 2147483646 h 42"/>
              <a:gd name="T70" fmla="*/ 0 w 42"/>
              <a:gd name="T71" fmla="*/ 2147483646 h 42"/>
              <a:gd name="T72" fmla="*/ 0 w 42"/>
              <a:gd name="T73" fmla="*/ 2147483646 h 42"/>
              <a:gd name="T74" fmla="*/ 0 w 42"/>
              <a:gd name="T75" fmla="*/ 2147483646 h 42"/>
              <a:gd name="T76" fmla="*/ 2147483646 w 42"/>
              <a:gd name="T77" fmla="*/ 0 h 42"/>
              <a:gd name="T78" fmla="*/ 2147483646 w 42"/>
              <a:gd name="T79" fmla="*/ 0 h 42"/>
              <a:gd name="T80" fmla="*/ 2147483646 w 42"/>
              <a:gd name="T81" fmla="*/ 0 h 42"/>
              <a:gd name="T82" fmla="*/ 2147483646 w 42"/>
              <a:gd name="T83" fmla="*/ 0 h 42"/>
              <a:gd name="T84" fmla="*/ 2147483646 w 42"/>
              <a:gd name="T85" fmla="*/ 0 h 42"/>
              <a:gd name="T86" fmla="*/ 2147483646 w 42"/>
              <a:gd name="T87" fmla="*/ 0 h 42"/>
              <a:gd name="T88" fmla="*/ 2147483646 w 42"/>
              <a:gd name="T89" fmla="*/ 0 h 42"/>
              <a:gd name="T90" fmla="*/ 2147483646 w 42"/>
              <a:gd name="T91" fmla="*/ 0 h 42"/>
              <a:gd name="T92" fmla="*/ 2147483646 w 42"/>
              <a:gd name="T93" fmla="*/ 0 h 42"/>
              <a:gd name="T94" fmla="*/ 2147483646 w 42"/>
              <a:gd name="T95" fmla="*/ 2147483646 h 42"/>
              <a:gd name="T96" fmla="*/ 2147483646 w 42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2"/>
              <a:gd name="T148" fmla="*/ 0 h 42"/>
              <a:gd name="T149" fmla="*/ 42 w 42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2" h="42">
                <a:moveTo>
                  <a:pt x="35" y="14"/>
                </a:moveTo>
                <a:lnTo>
                  <a:pt x="28" y="0"/>
                </a:lnTo>
                <a:lnTo>
                  <a:pt x="28" y="7"/>
                </a:lnTo>
                <a:lnTo>
                  <a:pt x="21" y="7"/>
                </a:lnTo>
                <a:lnTo>
                  <a:pt x="7" y="7"/>
                </a:lnTo>
                <a:lnTo>
                  <a:pt x="14" y="0"/>
                </a:lnTo>
                <a:lnTo>
                  <a:pt x="7" y="14"/>
                </a:lnTo>
                <a:lnTo>
                  <a:pt x="14" y="28"/>
                </a:lnTo>
                <a:lnTo>
                  <a:pt x="7" y="28"/>
                </a:lnTo>
                <a:lnTo>
                  <a:pt x="21" y="35"/>
                </a:lnTo>
                <a:lnTo>
                  <a:pt x="28" y="28"/>
                </a:lnTo>
                <a:lnTo>
                  <a:pt x="35" y="14"/>
                </a:lnTo>
                <a:lnTo>
                  <a:pt x="42" y="14"/>
                </a:lnTo>
                <a:lnTo>
                  <a:pt x="35" y="28"/>
                </a:lnTo>
                <a:lnTo>
                  <a:pt x="35" y="35"/>
                </a:lnTo>
                <a:lnTo>
                  <a:pt x="28" y="42"/>
                </a:lnTo>
                <a:lnTo>
                  <a:pt x="21" y="42"/>
                </a:lnTo>
                <a:lnTo>
                  <a:pt x="7" y="35"/>
                </a:lnTo>
                <a:lnTo>
                  <a:pt x="7" y="28"/>
                </a:lnTo>
                <a:lnTo>
                  <a:pt x="0" y="14"/>
                </a:lnTo>
                <a:lnTo>
                  <a:pt x="7" y="0"/>
                </a:lnTo>
                <a:lnTo>
                  <a:pt x="21" y="0"/>
                </a:lnTo>
                <a:lnTo>
                  <a:pt x="28" y="0"/>
                </a:lnTo>
                <a:lnTo>
                  <a:pt x="35" y="0"/>
                </a:lnTo>
                <a:lnTo>
                  <a:pt x="42" y="14"/>
                </a:lnTo>
                <a:lnTo>
                  <a:pt x="35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8" name="Freeform 81">
            <a:extLst>
              <a:ext uri="{FF2B5EF4-FFF2-40B4-BE49-F238E27FC236}">
                <a16:creationId xmlns:a16="http://schemas.microsoft.com/office/drawing/2014/main" id="{C943B56F-9942-F502-60AD-41BB39ADC822}"/>
              </a:ext>
            </a:extLst>
          </p:cNvPr>
          <p:cNvSpPr>
            <a:spLocks/>
          </p:cNvSpPr>
          <p:nvPr/>
        </p:nvSpPr>
        <p:spPr bwMode="auto">
          <a:xfrm>
            <a:off x="8267701" y="256698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9" name="Freeform 82">
            <a:extLst>
              <a:ext uri="{FF2B5EF4-FFF2-40B4-BE49-F238E27FC236}">
                <a16:creationId xmlns:a16="http://schemas.microsoft.com/office/drawing/2014/main" id="{D978C473-BD4E-C1B4-0CA8-DBDBBDC6FBFD}"/>
              </a:ext>
            </a:extLst>
          </p:cNvPr>
          <p:cNvSpPr>
            <a:spLocks/>
          </p:cNvSpPr>
          <p:nvPr/>
        </p:nvSpPr>
        <p:spPr bwMode="auto">
          <a:xfrm>
            <a:off x="8212138" y="2352676"/>
            <a:ext cx="55562" cy="66675"/>
          </a:xfrm>
          <a:custGeom>
            <a:avLst/>
            <a:gdLst>
              <a:gd name="T0" fmla="*/ 2147483646 w 35"/>
              <a:gd name="T1" fmla="*/ 2147483646 h 42"/>
              <a:gd name="T2" fmla="*/ 2147483646 w 35"/>
              <a:gd name="T3" fmla="*/ 2147483646 h 42"/>
              <a:gd name="T4" fmla="*/ 2147483646 w 35"/>
              <a:gd name="T5" fmla="*/ 0 h 42"/>
              <a:gd name="T6" fmla="*/ 2147483646 w 35"/>
              <a:gd name="T7" fmla="*/ 2147483646 h 42"/>
              <a:gd name="T8" fmla="*/ 0 w 35"/>
              <a:gd name="T9" fmla="*/ 2147483646 h 42"/>
              <a:gd name="T10" fmla="*/ 2147483646 w 35"/>
              <a:gd name="T11" fmla="*/ 2147483646 h 42"/>
              <a:gd name="T12" fmla="*/ 2147483646 w 35"/>
              <a:gd name="T13" fmla="*/ 2147483646 h 42"/>
              <a:gd name="T14" fmla="*/ 2147483646 w 35"/>
              <a:gd name="T15" fmla="*/ 2147483646 h 42"/>
              <a:gd name="T16" fmla="*/ 2147483646 w 35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5"/>
              <a:gd name="T28" fmla="*/ 0 h 42"/>
              <a:gd name="T29" fmla="*/ 35 w 35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5" h="42">
                <a:moveTo>
                  <a:pt x="35" y="21"/>
                </a:moveTo>
                <a:lnTo>
                  <a:pt x="28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42"/>
                </a:lnTo>
                <a:lnTo>
                  <a:pt x="28" y="35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0" name="Freeform 83">
            <a:extLst>
              <a:ext uri="{FF2B5EF4-FFF2-40B4-BE49-F238E27FC236}">
                <a16:creationId xmlns:a16="http://schemas.microsoft.com/office/drawing/2014/main" id="{DBF951C5-6FEF-251B-BB52-626C636E2DB5}"/>
              </a:ext>
            </a:extLst>
          </p:cNvPr>
          <p:cNvSpPr>
            <a:spLocks/>
          </p:cNvSpPr>
          <p:nvPr/>
        </p:nvSpPr>
        <p:spPr bwMode="auto">
          <a:xfrm>
            <a:off x="8212139" y="2352676"/>
            <a:ext cx="66675" cy="79375"/>
          </a:xfrm>
          <a:custGeom>
            <a:avLst/>
            <a:gdLst>
              <a:gd name="T0" fmla="*/ 2147483646 w 42"/>
              <a:gd name="T1" fmla="*/ 2147483646 h 50"/>
              <a:gd name="T2" fmla="*/ 2147483646 w 42"/>
              <a:gd name="T3" fmla="*/ 2147483646 h 50"/>
              <a:gd name="T4" fmla="*/ 2147483646 w 42"/>
              <a:gd name="T5" fmla="*/ 2147483646 h 50"/>
              <a:gd name="T6" fmla="*/ 2147483646 w 42"/>
              <a:gd name="T7" fmla="*/ 2147483646 h 50"/>
              <a:gd name="T8" fmla="*/ 2147483646 w 42"/>
              <a:gd name="T9" fmla="*/ 2147483646 h 50"/>
              <a:gd name="T10" fmla="*/ 2147483646 w 42"/>
              <a:gd name="T11" fmla="*/ 2147483646 h 50"/>
              <a:gd name="T12" fmla="*/ 2147483646 w 42"/>
              <a:gd name="T13" fmla="*/ 2147483646 h 50"/>
              <a:gd name="T14" fmla="*/ 2147483646 w 42"/>
              <a:gd name="T15" fmla="*/ 2147483646 h 50"/>
              <a:gd name="T16" fmla="*/ 2147483646 w 42"/>
              <a:gd name="T17" fmla="*/ 2147483646 h 50"/>
              <a:gd name="T18" fmla="*/ 2147483646 w 42"/>
              <a:gd name="T19" fmla="*/ 2147483646 h 50"/>
              <a:gd name="T20" fmla="*/ 2147483646 w 42"/>
              <a:gd name="T21" fmla="*/ 2147483646 h 50"/>
              <a:gd name="T22" fmla="*/ 2147483646 w 42"/>
              <a:gd name="T23" fmla="*/ 2147483646 h 50"/>
              <a:gd name="T24" fmla="*/ 2147483646 w 42"/>
              <a:gd name="T25" fmla="*/ 2147483646 h 50"/>
              <a:gd name="T26" fmla="*/ 2147483646 w 42"/>
              <a:gd name="T27" fmla="*/ 2147483646 h 50"/>
              <a:gd name="T28" fmla="*/ 2147483646 w 42"/>
              <a:gd name="T29" fmla="*/ 2147483646 h 50"/>
              <a:gd name="T30" fmla="*/ 2147483646 w 42"/>
              <a:gd name="T31" fmla="*/ 2147483646 h 50"/>
              <a:gd name="T32" fmla="*/ 2147483646 w 42"/>
              <a:gd name="T33" fmla="*/ 2147483646 h 50"/>
              <a:gd name="T34" fmla="*/ 2147483646 w 42"/>
              <a:gd name="T35" fmla="*/ 2147483646 h 50"/>
              <a:gd name="T36" fmla="*/ 2147483646 w 42"/>
              <a:gd name="T37" fmla="*/ 2147483646 h 50"/>
              <a:gd name="T38" fmla="*/ 2147483646 w 42"/>
              <a:gd name="T39" fmla="*/ 2147483646 h 50"/>
              <a:gd name="T40" fmla="*/ 2147483646 w 42"/>
              <a:gd name="T41" fmla="*/ 2147483646 h 50"/>
              <a:gd name="T42" fmla="*/ 2147483646 w 42"/>
              <a:gd name="T43" fmla="*/ 2147483646 h 50"/>
              <a:gd name="T44" fmla="*/ 2147483646 w 42"/>
              <a:gd name="T45" fmla="*/ 2147483646 h 50"/>
              <a:gd name="T46" fmla="*/ 2147483646 w 42"/>
              <a:gd name="T47" fmla="*/ 2147483646 h 50"/>
              <a:gd name="T48" fmla="*/ 2147483646 w 42"/>
              <a:gd name="T49" fmla="*/ 2147483646 h 50"/>
              <a:gd name="T50" fmla="*/ 2147483646 w 42"/>
              <a:gd name="T51" fmla="*/ 2147483646 h 50"/>
              <a:gd name="T52" fmla="*/ 2147483646 w 42"/>
              <a:gd name="T53" fmla="*/ 2147483646 h 50"/>
              <a:gd name="T54" fmla="*/ 2147483646 w 42"/>
              <a:gd name="T55" fmla="*/ 2147483646 h 50"/>
              <a:gd name="T56" fmla="*/ 2147483646 w 42"/>
              <a:gd name="T57" fmla="*/ 2147483646 h 50"/>
              <a:gd name="T58" fmla="*/ 2147483646 w 42"/>
              <a:gd name="T59" fmla="*/ 2147483646 h 50"/>
              <a:gd name="T60" fmla="*/ 2147483646 w 42"/>
              <a:gd name="T61" fmla="*/ 2147483646 h 50"/>
              <a:gd name="T62" fmla="*/ 2147483646 w 42"/>
              <a:gd name="T63" fmla="*/ 2147483646 h 50"/>
              <a:gd name="T64" fmla="*/ 2147483646 w 42"/>
              <a:gd name="T65" fmla="*/ 2147483646 h 50"/>
              <a:gd name="T66" fmla="*/ 2147483646 w 42"/>
              <a:gd name="T67" fmla="*/ 2147483646 h 50"/>
              <a:gd name="T68" fmla="*/ 2147483646 w 42"/>
              <a:gd name="T69" fmla="*/ 2147483646 h 50"/>
              <a:gd name="T70" fmla="*/ 0 w 42"/>
              <a:gd name="T71" fmla="*/ 2147483646 h 50"/>
              <a:gd name="T72" fmla="*/ 0 w 42"/>
              <a:gd name="T73" fmla="*/ 2147483646 h 50"/>
              <a:gd name="T74" fmla="*/ 0 w 42"/>
              <a:gd name="T75" fmla="*/ 2147483646 h 50"/>
              <a:gd name="T76" fmla="*/ 2147483646 w 42"/>
              <a:gd name="T77" fmla="*/ 2147483646 h 50"/>
              <a:gd name="T78" fmla="*/ 2147483646 w 42"/>
              <a:gd name="T79" fmla="*/ 2147483646 h 50"/>
              <a:gd name="T80" fmla="*/ 2147483646 w 42"/>
              <a:gd name="T81" fmla="*/ 2147483646 h 50"/>
              <a:gd name="T82" fmla="*/ 2147483646 w 42"/>
              <a:gd name="T83" fmla="*/ 0 h 50"/>
              <a:gd name="T84" fmla="*/ 2147483646 w 42"/>
              <a:gd name="T85" fmla="*/ 0 h 50"/>
              <a:gd name="T86" fmla="*/ 2147483646 w 42"/>
              <a:gd name="T87" fmla="*/ 0 h 50"/>
              <a:gd name="T88" fmla="*/ 2147483646 w 42"/>
              <a:gd name="T89" fmla="*/ 2147483646 h 50"/>
              <a:gd name="T90" fmla="*/ 2147483646 w 42"/>
              <a:gd name="T91" fmla="*/ 2147483646 h 50"/>
              <a:gd name="T92" fmla="*/ 2147483646 w 42"/>
              <a:gd name="T93" fmla="*/ 2147483646 h 50"/>
              <a:gd name="T94" fmla="*/ 2147483646 w 42"/>
              <a:gd name="T95" fmla="*/ 2147483646 h 50"/>
              <a:gd name="T96" fmla="*/ 2147483646 w 42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2"/>
              <a:gd name="T148" fmla="*/ 0 h 50"/>
              <a:gd name="T149" fmla="*/ 42 w 42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2" h="50">
                <a:moveTo>
                  <a:pt x="35" y="21"/>
                </a:moveTo>
                <a:lnTo>
                  <a:pt x="28" y="7"/>
                </a:lnTo>
                <a:lnTo>
                  <a:pt x="28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42"/>
                </a:lnTo>
                <a:lnTo>
                  <a:pt x="28" y="35"/>
                </a:lnTo>
                <a:lnTo>
                  <a:pt x="35" y="21"/>
                </a:lnTo>
                <a:lnTo>
                  <a:pt x="42" y="21"/>
                </a:lnTo>
                <a:lnTo>
                  <a:pt x="35" y="35"/>
                </a:lnTo>
                <a:lnTo>
                  <a:pt x="35" y="42"/>
                </a:lnTo>
                <a:lnTo>
                  <a:pt x="28" y="50"/>
                </a:lnTo>
                <a:lnTo>
                  <a:pt x="21" y="50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28" y="0"/>
                </a:lnTo>
                <a:lnTo>
                  <a:pt x="35" y="7"/>
                </a:lnTo>
                <a:lnTo>
                  <a:pt x="42" y="21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1" name="Freeform 84">
            <a:extLst>
              <a:ext uri="{FF2B5EF4-FFF2-40B4-BE49-F238E27FC236}">
                <a16:creationId xmlns:a16="http://schemas.microsoft.com/office/drawing/2014/main" id="{95CCD21E-B6B7-D8D6-211B-B999EAD9472B}"/>
              </a:ext>
            </a:extLst>
          </p:cNvPr>
          <p:cNvSpPr>
            <a:spLocks/>
          </p:cNvSpPr>
          <p:nvPr/>
        </p:nvSpPr>
        <p:spPr bwMode="auto">
          <a:xfrm>
            <a:off x="8267701" y="2386014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2" name="Freeform 85">
            <a:extLst>
              <a:ext uri="{FF2B5EF4-FFF2-40B4-BE49-F238E27FC236}">
                <a16:creationId xmlns:a16="http://schemas.microsoft.com/office/drawing/2014/main" id="{24C14B64-4251-8874-49D1-ABDBDA7E6790}"/>
              </a:ext>
            </a:extLst>
          </p:cNvPr>
          <p:cNvSpPr>
            <a:spLocks/>
          </p:cNvSpPr>
          <p:nvPr/>
        </p:nvSpPr>
        <p:spPr bwMode="auto">
          <a:xfrm>
            <a:off x="7713663" y="2012951"/>
            <a:ext cx="68262" cy="68263"/>
          </a:xfrm>
          <a:custGeom>
            <a:avLst/>
            <a:gdLst>
              <a:gd name="T0" fmla="*/ 2147483646 w 43"/>
              <a:gd name="T1" fmla="*/ 2147483646 h 43"/>
              <a:gd name="T2" fmla="*/ 2147483646 w 43"/>
              <a:gd name="T3" fmla="*/ 2147483646 h 43"/>
              <a:gd name="T4" fmla="*/ 2147483646 w 43"/>
              <a:gd name="T5" fmla="*/ 0 h 43"/>
              <a:gd name="T6" fmla="*/ 2147483646 w 43"/>
              <a:gd name="T7" fmla="*/ 2147483646 h 43"/>
              <a:gd name="T8" fmla="*/ 0 w 43"/>
              <a:gd name="T9" fmla="*/ 2147483646 h 43"/>
              <a:gd name="T10" fmla="*/ 2147483646 w 43"/>
              <a:gd name="T11" fmla="*/ 2147483646 h 43"/>
              <a:gd name="T12" fmla="*/ 2147483646 w 43"/>
              <a:gd name="T13" fmla="*/ 2147483646 h 43"/>
              <a:gd name="T14" fmla="*/ 2147483646 w 43"/>
              <a:gd name="T15" fmla="*/ 2147483646 h 43"/>
              <a:gd name="T16" fmla="*/ 2147483646 w 43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3"/>
              <a:gd name="T29" fmla="*/ 43 w 43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3">
                <a:moveTo>
                  <a:pt x="43" y="21"/>
                </a:moveTo>
                <a:lnTo>
                  <a:pt x="36" y="7"/>
                </a:lnTo>
                <a:lnTo>
                  <a:pt x="22" y="0"/>
                </a:lnTo>
                <a:lnTo>
                  <a:pt x="8" y="7"/>
                </a:lnTo>
                <a:lnTo>
                  <a:pt x="0" y="21"/>
                </a:lnTo>
                <a:lnTo>
                  <a:pt x="8" y="36"/>
                </a:lnTo>
                <a:lnTo>
                  <a:pt x="22" y="43"/>
                </a:lnTo>
                <a:lnTo>
                  <a:pt x="36" y="36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3" name="Freeform 86">
            <a:extLst>
              <a:ext uri="{FF2B5EF4-FFF2-40B4-BE49-F238E27FC236}">
                <a16:creationId xmlns:a16="http://schemas.microsoft.com/office/drawing/2014/main" id="{621A93A7-F033-3ED5-2059-2E252A6A2A8B}"/>
              </a:ext>
            </a:extLst>
          </p:cNvPr>
          <p:cNvSpPr>
            <a:spLocks/>
          </p:cNvSpPr>
          <p:nvPr/>
        </p:nvSpPr>
        <p:spPr bwMode="auto">
          <a:xfrm>
            <a:off x="7713664" y="2012951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2" y="7"/>
                </a:lnTo>
                <a:lnTo>
                  <a:pt x="8" y="14"/>
                </a:lnTo>
                <a:lnTo>
                  <a:pt x="15" y="7"/>
                </a:lnTo>
                <a:lnTo>
                  <a:pt x="8" y="21"/>
                </a:lnTo>
                <a:lnTo>
                  <a:pt x="15" y="36"/>
                </a:lnTo>
                <a:lnTo>
                  <a:pt x="8" y="36"/>
                </a:lnTo>
                <a:lnTo>
                  <a:pt x="22" y="43"/>
                </a:lnTo>
                <a:lnTo>
                  <a:pt x="36" y="36"/>
                </a:lnTo>
                <a:lnTo>
                  <a:pt x="43" y="21"/>
                </a:lnTo>
                <a:lnTo>
                  <a:pt x="50" y="21"/>
                </a:lnTo>
                <a:lnTo>
                  <a:pt x="43" y="36"/>
                </a:lnTo>
                <a:lnTo>
                  <a:pt x="36" y="43"/>
                </a:lnTo>
                <a:lnTo>
                  <a:pt x="22" y="50"/>
                </a:lnTo>
                <a:lnTo>
                  <a:pt x="8" y="43"/>
                </a:lnTo>
                <a:lnTo>
                  <a:pt x="8" y="36"/>
                </a:lnTo>
                <a:lnTo>
                  <a:pt x="0" y="21"/>
                </a:lnTo>
                <a:lnTo>
                  <a:pt x="8" y="7"/>
                </a:lnTo>
                <a:lnTo>
                  <a:pt x="22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4" name="Freeform 87">
            <a:extLst>
              <a:ext uri="{FF2B5EF4-FFF2-40B4-BE49-F238E27FC236}">
                <a16:creationId xmlns:a16="http://schemas.microsoft.com/office/drawing/2014/main" id="{CD336BE7-0B4B-6E9E-7E82-1B6B7EAF7C51}"/>
              </a:ext>
            </a:extLst>
          </p:cNvPr>
          <p:cNvSpPr>
            <a:spLocks/>
          </p:cNvSpPr>
          <p:nvPr/>
        </p:nvSpPr>
        <p:spPr bwMode="auto">
          <a:xfrm>
            <a:off x="7781926" y="204628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5" name="Freeform 88">
            <a:extLst>
              <a:ext uri="{FF2B5EF4-FFF2-40B4-BE49-F238E27FC236}">
                <a16:creationId xmlns:a16="http://schemas.microsoft.com/office/drawing/2014/main" id="{EA2CED9E-F699-8F64-38C9-32BEA33AE532}"/>
              </a:ext>
            </a:extLst>
          </p:cNvPr>
          <p:cNvSpPr>
            <a:spLocks/>
          </p:cNvSpPr>
          <p:nvPr/>
        </p:nvSpPr>
        <p:spPr bwMode="auto">
          <a:xfrm>
            <a:off x="7883526" y="2012951"/>
            <a:ext cx="68263" cy="68263"/>
          </a:xfrm>
          <a:custGeom>
            <a:avLst/>
            <a:gdLst>
              <a:gd name="T0" fmla="*/ 2147483646 w 43"/>
              <a:gd name="T1" fmla="*/ 2147483646 h 43"/>
              <a:gd name="T2" fmla="*/ 2147483646 w 43"/>
              <a:gd name="T3" fmla="*/ 2147483646 h 43"/>
              <a:gd name="T4" fmla="*/ 2147483646 w 43"/>
              <a:gd name="T5" fmla="*/ 0 h 43"/>
              <a:gd name="T6" fmla="*/ 2147483646 w 43"/>
              <a:gd name="T7" fmla="*/ 2147483646 h 43"/>
              <a:gd name="T8" fmla="*/ 0 w 43"/>
              <a:gd name="T9" fmla="*/ 2147483646 h 43"/>
              <a:gd name="T10" fmla="*/ 2147483646 w 43"/>
              <a:gd name="T11" fmla="*/ 2147483646 h 43"/>
              <a:gd name="T12" fmla="*/ 2147483646 w 43"/>
              <a:gd name="T13" fmla="*/ 2147483646 h 43"/>
              <a:gd name="T14" fmla="*/ 2147483646 w 43"/>
              <a:gd name="T15" fmla="*/ 2147483646 h 43"/>
              <a:gd name="T16" fmla="*/ 2147483646 w 43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3"/>
              <a:gd name="T29" fmla="*/ 43 w 43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3">
                <a:moveTo>
                  <a:pt x="43" y="21"/>
                </a:moveTo>
                <a:lnTo>
                  <a:pt x="36" y="7"/>
                </a:lnTo>
                <a:lnTo>
                  <a:pt x="22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6" name="Freeform 89">
            <a:extLst>
              <a:ext uri="{FF2B5EF4-FFF2-40B4-BE49-F238E27FC236}">
                <a16:creationId xmlns:a16="http://schemas.microsoft.com/office/drawing/2014/main" id="{6AC9FE78-A4CF-DF24-4ED2-8873F19EF3A7}"/>
              </a:ext>
            </a:extLst>
          </p:cNvPr>
          <p:cNvSpPr>
            <a:spLocks/>
          </p:cNvSpPr>
          <p:nvPr/>
        </p:nvSpPr>
        <p:spPr bwMode="auto">
          <a:xfrm>
            <a:off x="7883526" y="2012951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2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6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43" y="21"/>
                </a:lnTo>
                <a:lnTo>
                  <a:pt x="50" y="21"/>
                </a:lnTo>
                <a:lnTo>
                  <a:pt x="43" y="36"/>
                </a:lnTo>
                <a:lnTo>
                  <a:pt x="36" y="43"/>
                </a:lnTo>
                <a:lnTo>
                  <a:pt x="22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2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7" name="Freeform 90">
            <a:extLst>
              <a:ext uri="{FF2B5EF4-FFF2-40B4-BE49-F238E27FC236}">
                <a16:creationId xmlns:a16="http://schemas.microsoft.com/office/drawing/2014/main" id="{B1AB8248-25AE-C488-F50C-07ADA40F8046}"/>
              </a:ext>
            </a:extLst>
          </p:cNvPr>
          <p:cNvSpPr>
            <a:spLocks/>
          </p:cNvSpPr>
          <p:nvPr/>
        </p:nvSpPr>
        <p:spPr bwMode="auto">
          <a:xfrm>
            <a:off x="7951788" y="204628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8" name="Freeform 91">
            <a:extLst>
              <a:ext uri="{FF2B5EF4-FFF2-40B4-BE49-F238E27FC236}">
                <a16:creationId xmlns:a16="http://schemas.microsoft.com/office/drawing/2014/main" id="{FD77532D-8D87-008B-7274-B0C3F43606B9}"/>
              </a:ext>
            </a:extLst>
          </p:cNvPr>
          <p:cNvSpPr>
            <a:spLocks/>
          </p:cNvSpPr>
          <p:nvPr/>
        </p:nvSpPr>
        <p:spPr bwMode="auto">
          <a:xfrm>
            <a:off x="8212138" y="1674814"/>
            <a:ext cx="55562" cy="66675"/>
          </a:xfrm>
          <a:custGeom>
            <a:avLst/>
            <a:gdLst>
              <a:gd name="T0" fmla="*/ 2147483646 w 35"/>
              <a:gd name="T1" fmla="*/ 2147483646 h 42"/>
              <a:gd name="T2" fmla="*/ 2147483646 w 35"/>
              <a:gd name="T3" fmla="*/ 2147483646 h 42"/>
              <a:gd name="T4" fmla="*/ 2147483646 w 35"/>
              <a:gd name="T5" fmla="*/ 0 h 42"/>
              <a:gd name="T6" fmla="*/ 2147483646 w 35"/>
              <a:gd name="T7" fmla="*/ 2147483646 h 42"/>
              <a:gd name="T8" fmla="*/ 0 w 35"/>
              <a:gd name="T9" fmla="*/ 2147483646 h 42"/>
              <a:gd name="T10" fmla="*/ 2147483646 w 35"/>
              <a:gd name="T11" fmla="*/ 2147483646 h 42"/>
              <a:gd name="T12" fmla="*/ 2147483646 w 35"/>
              <a:gd name="T13" fmla="*/ 2147483646 h 42"/>
              <a:gd name="T14" fmla="*/ 2147483646 w 35"/>
              <a:gd name="T15" fmla="*/ 2147483646 h 42"/>
              <a:gd name="T16" fmla="*/ 2147483646 w 35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5"/>
              <a:gd name="T28" fmla="*/ 0 h 42"/>
              <a:gd name="T29" fmla="*/ 35 w 35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5" h="42">
                <a:moveTo>
                  <a:pt x="35" y="21"/>
                </a:moveTo>
                <a:lnTo>
                  <a:pt x="28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42"/>
                </a:lnTo>
                <a:lnTo>
                  <a:pt x="28" y="35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9" name="Freeform 92">
            <a:extLst>
              <a:ext uri="{FF2B5EF4-FFF2-40B4-BE49-F238E27FC236}">
                <a16:creationId xmlns:a16="http://schemas.microsoft.com/office/drawing/2014/main" id="{CCD85E0A-9BA8-C0C8-A5D2-80E51B4240D9}"/>
              </a:ext>
            </a:extLst>
          </p:cNvPr>
          <p:cNvSpPr>
            <a:spLocks/>
          </p:cNvSpPr>
          <p:nvPr/>
        </p:nvSpPr>
        <p:spPr bwMode="auto">
          <a:xfrm>
            <a:off x="8212139" y="1674814"/>
            <a:ext cx="66675" cy="77787"/>
          </a:xfrm>
          <a:custGeom>
            <a:avLst/>
            <a:gdLst>
              <a:gd name="T0" fmla="*/ 2147483646 w 42"/>
              <a:gd name="T1" fmla="*/ 2147483646 h 49"/>
              <a:gd name="T2" fmla="*/ 2147483646 w 42"/>
              <a:gd name="T3" fmla="*/ 2147483646 h 49"/>
              <a:gd name="T4" fmla="*/ 2147483646 w 42"/>
              <a:gd name="T5" fmla="*/ 2147483646 h 49"/>
              <a:gd name="T6" fmla="*/ 2147483646 w 42"/>
              <a:gd name="T7" fmla="*/ 2147483646 h 49"/>
              <a:gd name="T8" fmla="*/ 2147483646 w 42"/>
              <a:gd name="T9" fmla="*/ 2147483646 h 49"/>
              <a:gd name="T10" fmla="*/ 2147483646 w 42"/>
              <a:gd name="T11" fmla="*/ 2147483646 h 49"/>
              <a:gd name="T12" fmla="*/ 2147483646 w 42"/>
              <a:gd name="T13" fmla="*/ 2147483646 h 49"/>
              <a:gd name="T14" fmla="*/ 2147483646 w 42"/>
              <a:gd name="T15" fmla="*/ 2147483646 h 49"/>
              <a:gd name="T16" fmla="*/ 2147483646 w 42"/>
              <a:gd name="T17" fmla="*/ 2147483646 h 49"/>
              <a:gd name="T18" fmla="*/ 2147483646 w 42"/>
              <a:gd name="T19" fmla="*/ 2147483646 h 49"/>
              <a:gd name="T20" fmla="*/ 2147483646 w 42"/>
              <a:gd name="T21" fmla="*/ 2147483646 h 49"/>
              <a:gd name="T22" fmla="*/ 2147483646 w 42"/>
              <a:gd name="T23" fmla="*/ 2147483646 h 49"/>
              <a:gd name="T24" fmla="*/ 2147483646 w 42"/>
              <a:gd name="T25" fmla="*/ 2147483646 h 49"/>
              <a:gd name="T26" fmla="*/ 2147483646 w 42"/>
              <a:gd name="T27" fmla="*/ 2147483646 h 49"/>
              <a:gd name="T28" fmla="*/ 2147483646 w 42"/>
              <a:gd name="T29" fmla="*/ 2147483646 h 49"/>
              <a:gd name="T30" fmla="*/ 2147483646 w 42"/>
              <a:gd name="T31" fmla="*/ 2147483646 h 49"/>
              <a:gd name="T32" fmla="*/ 2147483646 w 42"/>
              <a:gd name="T33" fmla="*/ 2147483646 h 49"/>
              <a:gd name="T34" fmla="*/ 2147483646 w 42"/>
              <a:gd name="T35" fmla="*/ 2147483646 h 49"/>
              <a:gd name="T36" fmla="*/ 2147483646 w 42"/>
              <a:gd name="T37" fmla="*/ 2147483646 h 49"/>
              <a:gd name="T38" fmla="*/ 2147483646 w 42"/>
              <a:gd name="T39" fmla="*/ 2147483646 h 49"/>
              <a:gd name="T40" fmla="*/ 2147483646 w 42"/>
              <a:gd name="T41" fmla="*/ 2147483646 h 49"/>
              <a:gd name="T42" fmla="*/ 2147483646 w 42"/>
              <a:gd name="T43" fmla="*/ 2147483646 h 49"/>
              <a:gd name="T44" fmla="*/ 2147483646 w 42"/>
              <a:gd name="T45" fmla="*/ 2147483646 h 49"/>
              <a:gd name="T46" fmla="*/ 2147483646 w 42"/>
              <a:gd name="T47" fmla="*/ 2147483646 h 49"/>
              <a:gd name="T48" fmla="*/ 2147483646 w 42"/>
              <a:gd name="T49" fmla="*/ 2147483646 h 49"/>
              <a:gd name="T50" fmla="*/ 2147483646 w 42"/>
              <a:gd name="T51" fmla="*/ 2147483646 h 49"/>
              <a:gd name="T52" fmla="*/ 2147483646 w 42"/>
              <a:gd name="T53" fmla="*/ 2147483646 h 49"/>
              <a:gd name="T54" fmla="*/ 2147483646 w 42"/>
              <a:gd name="T55" fmla="*/ 2147483646 h 49"/>
              <a:gd name="T56" fmla="*/ 2147483646 w 42"/>
              <a:gd name="T57" fmla="*/ 2147483646 h 49"/>
              <a:gd name="T58" fmla="*/ 2147483646 w 42"/>
              <a:gd name="T59" fmla="*/ 2147483646 h 49"/>
              <a:gd name="T60" fmla="*/ 2147483646 w 42"/>
              <a:gd name="T61" fmla="*/ 2147483646 h 49"/>
              <a:gd name="T62" fmla="*/ 2147483646 w 42"/>
              <a:gd name="T63" fmla="*/ 2147483646 h 49"/>
              <a:gd name="T64" fmla="*/ 2147483646 w 42"/>
              <a:gd name="T65" fmla="*/ 2147483646 h 49"/>
              <a:gd name="T66" fmla="*/ 2147483646 w 42"/>
              <a:gd name="T67" fmla="*/ 2147483646 h 49"/>
              <a:gd name="T68" fmla="*/ 2147483646 w 42"/>
              <a:gd name="T69" fmla="*/ 2147483646 h 49"/>
              <a:gd name="T70" fmla="*/ 0 w 42"/>
              <a:gd name="T71" fmla="*/ 2147483646 h 49"/>
              <a:gd name="T72" fmla="*/ 0 w 42"/>
              <a:gd name="T73" fmla="*/ 2147483646 h 49"/>
              <a:gd name="T74" fmla="*/ 0 w 42"/>
              <a:gd name="T75" fmla="*/ 2147483646 h 49"/>
              <a:gd name="T76" fmla="*/ 2147483646 w 42"/>
              <a:gd name="T77" fmla="*/ 2147483646 h 49"/>
              <a:gd name="T78" fmla="*/ 2147483646 w 42"/>
              <a:gd name="T79" fmla="*/ 2147483646 h 49"/>
              <a:gd name="T80" fmla="*/ 2147483646 w 42"/>
              <a:gd name="T81" fmla="*/ 2147483646 h 49"/>
              <a:gd name="T82" fmla="*/ 2147483646 w 42"/>
              <a:gd name="T83" fmla="*/ 0 h 49"/>
              <a:gd name="T84" fmla="*/ 2147483646 w 42"/>
              <a:gd name="T85" fmla="*/ 0 h 49"/>
              <a:gd name="T86" fmla="*/ 2147483646 w 42"/>
              <a:gd name="T87" fmla="*/ 0 h 49"/>
              <a:gd name="T88" fmla="*/ 2147483646 w 42"/>
              <a:gd name="T89" fmla="*/ 2147483646 h 49"/>
              <a:gd name="T90" fmla="*/ 2147483646 w 42"/>
              <a:gd name="T91" fmla="*/ 2147483646 h 49"/>
              <a:gd name="T92" fmla="*/ 2147483646 w 42"/>
              <a:gd name="T93" fmla="*/ 2147483646 h 49"/>
              <a:gd name="T94" fmla="*/ 2147483646 w 42"/>
              <a:gd name="T95" fmla="*/ 2147483646 h 49"/>
              <a:gd name="T96" fmla="*/ 2147483646 w 42"/>
              <a:gd name="T97" fmla="*/ 2147483646 h 49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2"/>
              <a:gd name="T148" fmla="*/ 0 h 49"/>
              <a:gd name="T149" fmla="*/ 42 w 42"/>
              <a:gd name="T150" fmla="*/ 49 h 49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2" h="49">
                <a:moveTo>
                  <a:pt x="35" y="21"/>
                </a:moveTo>
                <a:lnTo>
                  <a:pt x="28" y="7"/>
                </a:lnTo>
                <a:lnTo>
                  <a:pt x="28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42"/>
                </a:lnTo>
                <a:lnTo>
                  <a:pt x="28" y="35"/>
                </a:lnTo>
                <a:lnTo>
                  <a:pt x="35" y="21"/>
                </a:lnTo>
                <a:lnTo>
                  <a:pt x="42" y="21"/>
                </a:lnTo>
                <a:lnTo>
                  <a:pt x="35" y="35"/>
                </a:lnTo>
                <a:lnTo>
                  <a:pt x="35" y="42"/>
                </a:lnTo>
                <a:lnTo>
                  <a:pt x="28" y="49"/>
                </a:lnTo>
                <a:lnTo>
                  <a:pt x="21" y="49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28" y="0"/>
                </a:lnTo>
                <a:lnTo>
                  <a:pt x="35" y="7"/>
                </a:lnTo>
                <a:lnTo>
                  <a:pt x="42" y="21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0" name="Freeform 93">
            <a:extLst>
              <a:ext uri="{FF2B5EF4-FFF2-40B4-BE49-F238E27FC236}">
                <a16:creationId xmlns:a16="http://schemas.microsoft.com/office/drawing/2014/main" id="{2078E0F0-023C-043C-1CB1-C2BBCFDA1E86}"/>
              </a:ext>
            </a:extLst>
          </p:cNvPr>
          <p:cNvSpPr>
            <a:spLocks/>
          </p:cNvSpPr>
          <p:nvPr/>
        </p:nvSpPr>
        <p:spPr bwMode="auto">
          <a:xfrm>
            <a:off x="8267701" y="1708150"/>
            <a:ext cx="11113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1" name="Freeform 94">
            <a:extLst>
              <a:ext uri="{FF2B5EF4-FFF2-40B4-BE49-F238E27FC236}">
                <a16:creationId xmlns:a16="http://schemas.microsoft.com/office/drawing/2014/main" id="{0E95E5EC-6A49-9ED0-D180-73644D9F3645}"/>
              </a:ext>
            </a:extLst>
          </p:cNvPr>
          <p:cNvSpPr>
            <a:spLocks/>
          </p:cNvSpPr>
          <p:nvPr/>
        </p:nvSpPr>
        <p:spPr bwMode="auto">
          <a:xfrm>
            <a:off x="8697913" y="1143001"/>
            <a:ext cx="55562" cy="68263"/>
          </a:xfrm>
          <a:custGeom>
            <a:avLst/>
            <a:gdLst>
              <a:gd name="T0" fmla="*/ 2147483646 w 35"/>
              <a:gd name="T1" fmla="*/ 2147483646 h 43"/>
              <a:gd name="T2" fmla="*/ 2147483646 w 35"/>
              <a:gd name="T3" fmla="*/ 2147483646 h 43"/>
              <a:gd name="T4" fmla="*/ 2147483646 w 35"/>
              <a:gd name="T5" fmla="*/ 0 h 43"/>
              <a:gd name="T6" fmla="*/ 0 w 35"/>
              <a:gd name="T7" fmla="*/ 2147483646 h 43"/>
              <a:gd name="T8" fmla="*/ 0 w 35"/>
              <a:gd name="T9" fmla="*/ 2147483646 h 43"/>
              <a:gd name="T10" fmla="*/ 0 w 35"/>
              <a:gd name="T11" fmla="*/ 2147483646 h 43"/>
              <a:gd name="T12" fmla="*/ 2147483646 w 35"/>
              <a:gd name="T13" fmla="*/ 2147483646 h 43"/>
              <a:gd name="T14" fmla="*/ 2147483646 w 35"/>
              <a:gd name="T15" fmla="*/ 2147483646 h 43"/>
              <a:gd name="T16" fmla="*/ 2147483646 w 35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5"/>
              <a:gd name="T28" fmla="*/ 0 h 43"/>
              <a:gd name="T29" fmla="*/ 35 w 35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5" h="43">
                <a:moveTo>
                  <a:pt x="35" y="21"/>
                </a:moveTo>
                <a:lnTo>
                  <a:pt x="28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6"/>
                </a:lnTo>
                <a:lnTo>
                  <a:pt x="14" y="43"/>
                </a:lnTo>
                <a:lnTo>
                  <a:pt x="28" y="36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2" name="Freeform 95">
            <a:extLst>
              <a:ext uri="{FF2B5EF4-FFF2-40B4-BE49-F238E27FC236}">
                <a16:creationId xmlns:a16="http://schemas.microsoft.com/office/drawing/2014/main" id="{936D5B2B-E2E5-8F3E-F9E0-E12DF2FAA178}"/>
              </a:ext>
            </a:extLst>
          </p:cNvPr>
          <p:cNvSpPr>
            <a:spLocks/>
          </p:cNvSpPr>
          <p:nvPr/>
        </p:nvSpPr>
        <p:spPr bwMode="auto">
          <a:xfrm>
            <a:off x="8697913" y="1143001"/>
            <a:ext cx="68262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0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0 w 43"/>
              <a:gd name="T29" fmla="*/ 2147483646 h 50"/>
              <a:gd name="T30" fmla="*/ 0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0 w 43"/>
              <a:gd name="T65" fmla="*/ 2147483646 h 50"/>
              <a:gd name="T66" fmla="*/ 0 w 43"/>
              <a:gd name="T67" fmla="*/ 2147483646 h 50"/>
              <a:gd name="T68" fmla="*/ 0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0 w 43"/>
              <a:gd name="T77" fmla="*/ 2147483646 h 50"/>
              <a:gd name="T78" fmla="*/ 0 w 43"/>
              <a:gd name="T79" fmla="*/ 2147483646 h 50"/>
              <a:gd name="T80" fmla="*/ 0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5" y="21"/>
                </a:moveTo>
                <a:lnTo>
                  <a:pt x="28" y="7"/>
                </a:lnTo>
                <a:lnTo>
                  <a:pt x="28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6"/>
                </a:lnTo>
                <a:lnTo>
                  <a:pt x="0" y="36"/>
                </a:lnTo>
                <a:lnTo>
                  <a:pt x="14" y="43"/>
                </a:lnTo>
                <a:lnTo>
                  <a:pt x="28" y="36"/>
                </a:lnTo>
                <a:lnTo>
                  <a:pt x="35" y="21"/>
                </a:lnTo>
                <a:lnTo>
                  <a:pt x="43" y="21"/>
                </a:lnTo>
                <a:lnTo>
                  <a:pt x="35" y="36"/>
                </a:lnTo>
                <a:lnTo>
                  <a:pt x="28" y="43"/>
                </a:lnTo>
                <a:lnTo>
                  <a:pt x="14" y="50"/>
                </a:lnTo>
                <a:lnTo>
                  <a:pt x="0" y="43"/>
                </a:lnTo>
                <a:lnTo>
                  <a:pt x="0" y="36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8" y="7"/>
                </a:lnTo>
                <a:lnTo>
                  <a:pt x="35" y="7"/>
                </a:lnTo>
                <a:lnTo>
                  <a:pt x="43" y="21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3" name="Freeform 96">
            <a:extLst>
              <a:ext uri="{FF2B5EF4-FFF2-40B4-BE49-F238E27FC236}">
                <a16:creationId xmlns:a16="http://schemas.microsoft.com/office/drawing/2014/main" id="{E8E888E4-9C52-C3DC-77CB-786D15EF3491}"/>
              </a:ext>
            </a:extLst>
          </p:cNvPr>
          <p:cNvSpPr>
            <a:spLocks/>
          </p:cNvSpPr>
          <p:nvPr/>
        </p:nvSpPr>
        <p:spPr bwMode="auto">
          <a:xfrm>
            <a:off x="8753475" y="1176339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4" name="Freeform 97">
            <a:extLst>
              <a:ext uri="{FF2B5EF4-FFF2-40B4-BE49-F238E27FC236}">
                <a16:creationId xmlns:a16="http://schemas.microsoft.com/office/drawing/2014/main" id="{32BDBB81-F1A6-1F96-67D1-C53229EBDB98}"/>
              </a:ext>
            </a:extLst>
          </p:cNvPr>
          <p:cNvSpPr>
            <a:spLocks/>
          </p:cNvSpPr>
          <p:nvPr/>
        </p:nvSpPr>
        <p:spPr bwMode="auto">
          <a:xfrm>
            <a:off x="8516938" y="1143001"/>
            <a:ext cx="68262" cy="68263"/>
          </a:xfrm>
          <a:custGeom>
            <a:avLst/>
            <a:gdLst>
              <a:gd name="T0" fmla="*/ 2147483646 w 43"/>
              <a:gd name="T1" fmla="*/ 2147483646 h 43"/>
              <a:gd name="T2" fmla="*/ 2147483646 w 43"/>
              <a:gd name="T3" fmla="*/ 2147483646 h 43"/>
              <a:gd name="T4" fmla="*/ 2147483646 w 43"/>
              <a:gd name="T5" fmla="*/ 0 h 43"/>
              <a:gd name="T6" fmla="*/ 2147483646 w 43"/>
              <a:gd name="T7" fmla="*/ 2147483646 h 43"/>
              <a:gd name="T8" fmla="*/ 0 w 43"/>
              <a:gd name="T9" fmla="*/ 2147483646 h 43"/>
              <a:gd name="T10" fmla="*/ 2147483646 w 43"/>
              <a:gd name="T11" fmla="*/ 2147483646 h 43"/>
              <a:gd name="T12" fmla="*/ 2147483646 w 43"/>
              <a:gd name="T13" fmla="*/ 2147483646 h 43"/>
              <a:gd name="T14" fmla="*/ 2147483646 w 43"/>
              <a:gd name="T15" fmla="*/ 2147483646 h 43"/>
              <a:gd name="T16" fmla="*/ 2147483646 w 43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3"/>
              <a:gd name="T29" fmla="*/ 43 w 43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3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1" y="43"/>
                </a:lnTo>
                <a:lnTo>
                  <a:pt x="36" y="36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5" name="Freeform 98">
            <a:extLst>
              <a:ext uri="{FF2B5EF4-FFF2-40B4-BE49-F238E27FC236}">
                <a16:creationId xmlns:a16="http://schemas.microsoft.com/office/drawing/2014/main" id="{49F68F36-E32D-94E0-88D1-10AAAB8F8E96}"/>
              </a:ext>
            </a:extLst>
          </p:cNvPr>
          <p:cNvSpPr>
            <a:spLocks/>
          </p:cNvSpPr>
          <p:nvPr/>
        </p:nvSpPr>
        <p:spPr bwMode="auto">
          <a:xfrm>
            <a:off x="8516939" y="1143001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6"/>
                </a:lnTo>
                <a:lnTo>
                  <a:pt x="7" y="36"/>
                </a:lnTo>
                <a:lnTo>
                  <a:pt x="21" y="43"/>
                </a:lnTo>
                <a:lnTo>
                  <a:pt x="36" y="36"/>
                </a:lnTo>
                <a:lnTo>
                  <a:pt x="43" y="21"/>
                </a:lnTo>
                <a:lnTo>
                  <a:pt x="50" y="21"/>
                </a:lnTo>
                <a:lnTo>
                  <a:pt x="43" y="36"/>
                </a:lnTo>
                <a:lnTo>
                  <a:pt x="36" y="43"/>
                </a:lnTo>
                <a:lnTo>
                  <a:pt x="21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6" name="Freeform 99">
            <a:extLst>
              <a:ext uri="{FF2B5EF4-FFF2-40B4-BE49-F238E27FC236}">
                <a16:creationId xmlns:a16="http://schemas.microsoft.com/office/drawing/2014/main" id="{24420440-A518-0C8C-8764-6BC5E8042516}"/>
              </a:ext>
            </a:extLst>
          </p:cNvPr>
          <p:cNvSpPr>
            <a:spLocks/>
          </p:cNvSpPr>
          <p:nvPr/>
        </p:nvSpPr>
        <p:spPr bwMode="auto">
          <a:xfrm>
            <a:off x="8585201" y="117633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7" name="Freeform 100">
            <a:extLst>
              <a:ext uri="{FF2B5EF4-FFF2-40B4-BE49-F238E27FC236}">
                <a16:creationId xmlns:a16="http://schemas.microsoft.com/office/drawing/2014/main" id="{F315B454-7437-B537-6259-7ED5C074BA2C}"/>
              </a:ext>
            </a:extLst>
          </p:cNvPr>
          <p:cNvSpPr>
            <a:spLocks/>
          </p:cNvSpPr>
          <p:nvPr/>
        </p:nvSpPr>
        <p:spPr bwMode="auto">
          <a:xfrm>
            <a:off x="7883526" y="1143001"/>
            <a:ext cx="68263" cy="68263"/>
          </a:xfrm>
          <a:custGeom>
            <a:avLst/>
            <a:gdLst>
              <a:gd name="T0" fmla="*/ 2147483646 w 43"/>
              <a:gd name="T1" fmla="*/ 2147483646 h 43"/>
              <a:gd name="T2" fmla="*/ 2147483646 w 43"/>
              <a:gd name="T3" fmla="*/ 2147483646 h 43"/>
              <a:gd name="T4" fmla="*/ 2147483646 w 43"/>
              <a:gd name="T5" fmla="*/ 0 h 43"/>
              <a:gd name="T6" fmla="*/ 2147483646 w 43"/>
              <a:gd name="T7" fmla="*/ 2147483646 h 43"/>
              <a:gd name="T8" fmla="*/ 0 w 43"/>
              <a:gd name="T9" fmla="*/ 2147483646 h 43"/>
              <a:gd name="T10" fmla="*/ 2147483646 w 43"/>
              <a:gd name="T11" fmla="*/ 2147483646 h 43"/>
              <a:gd name="T12" fmla="*/ 2147483646 w 43"/>
              <a:gd name="T13" fmla="*/ 2147483646 h 43"/>
              <a:gd name="T14" fmla="*/ 2147483646 w 43"/>
              <a:gd name="T15" fmla="*/ 2147483646 h 43"/>
              <a:gd name="T16" fmla="*/ 2147483646 w 43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3"/>
              <a:gd name="T29" fmla="*/ 43 w 43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3">
                <a:moveTo>
                  <a:pt x="43" y="21"/>
                </a:moveTo>
                <a:lnTo>
                  <a:pt x="36" y="7"/>
                </a:lnTo>
                <a:lnTo>
                  <a:pt x="22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8" name="Freeform 101">
            <a:extLst>
              <a:ext uri="{FF2B5EF4-FFF2-40B4-BE49-F238E27FC236}">
                <a16:creationId xmlns:a16="http://schemas.microsoft.com/office/drawing/2014/main" id="{41F3762B-CBA5-7F28-BFA1-956FCB7E840A}"/>
              </a:ext>
            </a:extLst>
          </p:cNvPr>
          <p:cNvSpPr>
            <a:spLocks/>
          </p:cNvSpPr>
          <p:nvPr/>
        </p:nvSpPr>
        <p:spPr bwMode="auto">
          <a:xfrm>
            <a:off x="7883526" y="1143001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2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6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43" y="21"/>
                </a:lnTo>
                <a:lnTo>
                  <a:pt x="50" y="21"/>
                </a:lnTo>
                <a:lnTo>
                  <a:pt x="43" y="36"/>
                </a:lnTo>
                <a:lnTo>
                  <a:pt x="36" y="43"/>
                </a:lnTo>
                <a:lnTo>
                  <a:pt x="22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2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9" name="Freeform 102">
            <a:extLst>
              <a:ext uri="{FF2B5EF4-FFF2-40B4-BE49-F238E27FC236}">
                <a16:creationId xmlns:a16="http://schemas.microsoft.com/office/drawing/2014/main" id="{37F0D4AA-339E-6CCF-5BF3-F60463A9EAE0}"/>
              </a:ext>
            </a:extLst>
          </p:cNvPr>
          <p:cNvSpPr>
            <a:spLocks/>
          </p:cNvSpPr>
          <p:nvPr/>
        </p:nvSpPr>
        <p:spPr bwMode="auto">
          <a:xfrm>
            <a:off x="7951788" y="117633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0" name="Freeform 103">
            <a:extLst>
              <a:ext uri="{FF2B5EF4-FFF2-40B4-BE49-F238E27FC236}">
                <a16:creationId xmlns:a16="http://schemas.microsoft.com/office/drawing/2014/main" id="{FD8CE3D5-85EC-5448-B817-3EF375D6EF6D}"/>
              </a:ext>
            </a:extLst>
          </p:cNvPr>
          <p:cNvSpPr>
            <a:spLocks/>
          </p:cNvSpPr>
          <p:nvPr/>
        </p:nvSpPr>
        <p:spPr bwMode="auto">
          <a:xfrm>
            <a:off x="7702550" y="1143001"/>
            <a:ext cx="57150" cy="68263"/>
          </a:xfrm>
          <a:custGeom>
            <a:avLst/>
            <a:gdLst>
              <a:gd name="T0" fmla="*/ 2147483646 w 36"/>
              <a:gd name="T1" fmla="*/ 2147483646 h 43"/>
              <a:gd name="T2" fmla="*/ 2147483646 w 36"/>
              <a:gd name="T3" fmla="*/ 2147483646 h 43"/>
              <a:gd name="T4" fmla="*/ 2147483646 w 36"/>
              <a:gd name="T5" fmla="*/ 0 h 43"/>
              <a:gd name="T6" fmla="*/ 2147483646 w 36"/>
              <a:gd name="T7" fmla="*/ 2147483646 h 43"/>
              <a:gd name="T8" fmla="*/ 0 w 36"/>
              <a:gd name="T9" fmla="*/ 2147483646 h 43"/>
              <a:gd name="T10" fmla="*/ 2147483646 w 36"/>
              <a:gd name="T11" fmla="*/ 2147483646 h 43"/>
              <a:gd name="T12" fmla="*/ 2147483646 w 36"/>
              <a:gd name="T13" fmla="*/ 2147483646 h 43"/>
              <a:gd name="T14" fmla="*/ 2147483646 w 36"/>
              <a:gd name="T15" fmla="*/ 2147483646 h 43"/>
              <a:gd name="T16" fmla="*/ 2147483646 w 36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43"/>
              <a:gd name="T29" fmla="*/ 36 w 36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43">
                <a:moveTo>
                  <a:pt x="36" y="21"/>
                </a:moveTo>
                <a:lnTo>
                  <a:pt x="36" y="7"/>
                </a:lnTo>
                <a:lnTo>
                  <a:pt x="22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1" name="Freeform 104">
            <a:extLst>
              <a:ext uri="{FF2B5EF4-FFF2-40B4-BE49-F238E27FC236}">
                <a16:creationId xmlns:a16="http://schemas.microsoft.com/office/drawing/2014/main" id="{20AFE265-EB25-D98E-2156-AF61EDEB0526}"/>
              </a:ext>
            </a:extLst>
          </p:cNvPr>
          <p:cNvSpPr>
            <a:spLocks/>
          </p:cNvSpPr>
          <p:nvPr/>
        </p:nvSpPr>
        <p:spPr bwMode="auto">
          <a:xfrm>
            <a:off x="7702551" y="1143001"/>
            <a:ext cx="68263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2147483646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2147483646 w 43"/>
              <a:gd name="T29" fmla="*/ 2147483646 h 50"/>
              <a:gd name="T30" fmla="*/ 2147483646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2147483646 w 43"/>
              <a:gd name="T65" fmla="*/ 2147483646 h 50"/>
              <a:gd name="T66" fmla="*/ 2147483646 w 43"/>
              <a:gd name="T67" fmla="*/ 2147483646 h 50"/>
              <a:gd name="T68" fmla="*/ 2147483646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2147483646 w 43"/>
              <a:gd name="T77" fmla="*/ 2147483646 h 50"/>
              <a:gd name="T78" fmla="*/ 2147483646 w 43"/>
              <a:gd name="T79" fmla="*/ 2147483646 h 50"/>
              <a:gd name="T80" fmla="*/ 2147483646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6" y="21"/>
                </a:moveTo>
                <a:lnTo>
                  <a:pt x="36" y="7"/>
                </a:lnTo>
                <a:lnTo>
                  <a:pt x="36" y="14"/>
                </a:lnTo>
                <a:lnTo>
                  <a:pt x="22" y="7"/>
                </a:lnTo>
                <a:lnTo>
                  <a:pt x="7" y="14"/>
                </a:lnTo>
                <a:lnTo>
                  <a:pt x="15" y="7"/>
                </a:lnTo>
                <a:lnTo>
                  <a:pt x="7" y="21"/>
                </a:lnTo>
                <a:lnTo>
                  <a:pt x="15" y="36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36" y="21"/>
                </a:lnTo>
                <a:lnTo>
                  <a:pt x="43" y="21"/>
                </a:lnTo>
                <a:lnTo>
                  <a:pt x="43" y="36"/>
                </a:lnTo>
                <a:lnTo>
                  <a:pt x="36" y="43"/>
                </a:lnTo>
                <a:lnTo>
                  <a:pt x="22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2" y="0"/>
                </a:lnTo>
                <a:lnTo>
                  <a:pt x="36" y="7"/>
                </a:lnTo>
                <a:lnTo>
                  <a:pt x="43" y="7"/>
                </a:lnTo>
                <a:lnTo>
                  <a:pt x="43" y="21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2" name="Freeform 105">
            <a:extLst>
              <a:ext uri="{FF2B5EF4-FFF2-40B4-BE49-F238E27FC236}">
                <a16:creationId xmlns:a16="http://schemas.microsoft.com/office/drawing/2014/main" id="{F7A11C61-8BAB-6663-9166-DC4C66ACEE44}"/>
              </a:ext>
            </a:extLst>
          </p:cNvPr>
          <p:cNvSpPr>
            <a:spLocks/>
          </p:cNvSpPr>
          <p:nvPr/>
        </p:nvSpPr>
        <p:spPr bwMode="auto">
          <a:xfrm>
            <a:off x="7759701" y="117633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3" name="Freeform 106">
            <a:extLst>
              <a:ext uri="{FF2B5EF4-FFF2-40B4-BE49-F238E27FC236}">
                <a16:creationId xmlns:a16="http://schemas.microsoft.com/office/drawing/2014/main" id="{37232EB5-73E8-E9F4-D5E1-78A0679B4BE6}"/>
              </a:ext>
            </a:extLst>
          </p:cNvPr>
          <p:cNvSpPr>
            <a:spLocks/>
          </p:cNvSpPr>
          <p:nvPr/>
        </p:nvSpPr>
        <p:spPr bwMode="auto">
          <a:xfrm>
            <a:off x="8697913" y="2012951"/>
            <a:ext cx="55562" cy="68263"/>
          </a:xfrm>
          <a:custGeom>
            <a:avLst/>
            <a:gdLst>
              <a:gd name="T0" fmla="*/ 2147483646 w 35"/>
              <a:gd name="T1" fmla="*/ 2147483646 h 43"/>
              <a:gd name="T2" fmla="*/ 2147483646 w 35"/>
              <a:gd name="T3" fmla="*/ 2147483646 h 43"/>
              <a:gd name="T4" fmla="*/ 2147483646 w 35"/>
              <a:gd name="T5" fmla="*/ 0 h 43"/>
              <a:gd name="T6" fmla="*/ 0 w 35"/>
              <a:gd name="T7" fmla="*/ 2147483646 h 43"/>
              <a:gd name="T8" fmla="*/ 0 w 35"/>
              <a:gd name="T9" fmla="*/ 2147483646 h 43"/>
              <a:gd name="T10" fmla="*/ 0 w 35"/>
              <a:gd name="T11" fmla="*/ 2147483646 h 43"/>
              <a:gd name="T12" fmla="*/ 2147483646 w 35"/>
              <a:gd name="T13" fmla="*/ 2147483646 h 43"/>
              <a:gd name="T14" fmla="*/ 2147483646 w 35"/>
              <a:gd name="T15" fmla="*/ 2147483646 h 43"/>
              <a:gd name="T16" fmla="*/ 2147483646 w 35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5"/>
              <a:gd name="T28" fmla="*/ 0 h 43"/>
              <a:gd name="T29" fmla="*/ 35 w 35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5" h="43">
                <a:moveTo>
                  <a:pt x="35" y="21"/>
                </a:moveTo>
                <a:lnTo>
                  <a:pt x="28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6"/>
                </a:lnTo>
                <a:lnTo>
                  <a:pt x="14" y="43"/>
                </a:lnTo>
                <a:lnTo>
                  <a:pt x="28" y="36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4" name="Freeform 107">
            <a:extLst>
              <a:ext uri="{FF2B5EF4-FFF2-40B4-BE49-F238E27FC236}">
                <a16:creationId xmlns:a16="http://schemas.microsoft.com/office/drawing/2014/main" id="{38969903-2D2F-6C26-6CD0-51C77E241AAD}"/>
              </a:ext>
            </a:extLst>
          </p:cNvPr>
          <p:cNvSpPr>
            <a:spLocks/>
          </p:cNvSpPr>
          <p:nvPr/>
        </p:nvSpPr>
        <p:spPr bwMode="auto">
          <a:xfrm>
            <a:off x="8697913" y="2012951"/>
            <a:ext cx="68262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0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0 w 43"/>
              <a:gd name="T29" fmla="*/ 2147483646 h 50"/>
              <a:gd name="T30" fmla="*/ 0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0 w 43"/>
              <a:gd name="T65" fmla="*/ 2147483646 h 50"/>
              <a:gd name="T66" fmla="*/ 0 w 43"/>
              <a:gd name="T67" fmla="*/ 2147483646 h 50"/>
              <a:gd name="T68" fmla="*/ 0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0 w 43"/>
              <a:gd name="T77" fmla="*/ 2147483646 h 50"/>
              <a:gd name="T78" fmla="*/ 0 w 43"/>
              <a:gd name="T79" fmla="*/ 2147483646 h 50"/>
              <a:gd name="T80" fmla="*/ 0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5" y="21"/>
                </a:moveTo>
                <a:lnTo>
                  <a:pt x="28" y="7"/>
                </a:lnTo>
                <a:lnTo>
                  <a:pt x="28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6"/>
                </a:lnTo>
                <a:lnTo>
                  <a:pt x="0" y="36"/>
                </a:lnTo>
                <a:lnTo>
                  <a:pt x="14" y="43"/>
                </a:lnTo>
                <a:lnTo>
                  <a:pt x="28" y="36"/>
                </a:lnTo>
                <a:lnTo>
                  <a:pt x="35" y="21"/>
                </a:lnTo>
                <a:lnTo>
                  <a:pt x="43" y="21"/>
                </a:lnTo>
                <a:lnTo>
                  <a:pt x="35" y="36"/>
                </a:lnTo>
                <a:lnTo>
                  <a:pt x="28" y="43"/>
                </a:lnTo>
                <a:lnTo>
                  <a:pt x="14" y="50"/>
                </a:lnTo>
                <a:lnTo>
                  <a:pt x="0" y="43"/>
                </a:lnTo>
                <a:lnTo>
                  <a:pt x="0" y="36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8" y="7"/>
                </a:lnTo>
                <a:lnTo>
                  <a:pt x="35" y="7"/>
                </a:lnTo>
                <a:lnTo>
                  <a:pt x="43" y="21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5" name="Freeform 108">
            <a:extLst>
              <a:ext uri="{FF2B5EF4-FFF2-40B4-BE49-F238E27FC236}">
                <a16:creationId xmlns:a16="http://schemas.microsoft.com/office/drawing/2014/main" id="{FC90523B-8162-0389-E43E-866E0F157B3C}"/>
              </a:ext>
            </a:extLst>
          </p:cNvPr>
          <p:cNvSpPr>
            <a:spLocks/>
          </p:cNvSpPr>
          <p:nvPr/>
        </p:nvSpPr>
        <p:spPr bwMode="auto">
          <a:xfrm>
            <a:off x="8753475" y="2046289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6" name="Freeform 109">
            <a:extLst>
              <a:ext uri="{FF2B5EF4-FFF2-40B4-BE49-F238E27FC236}">
                <a16:creationId xmlns:a16="http://schemas.microsoft.com/office/drawing/2014/main" id="{9CF72787-73B4-921A-5E11-AB45A5A1F526}"/>
              </a:ext>
            </a:extLst>
          </p:cNvPr>
          <p:cNvSpPr>
            <a:spLocks/>
          </p:cNvSpPr>
          <p:nvPr/>
        </p:nvSpPr>
        <p:spPr bwMode="auto">
          <a:xfrm>
            <a:off x="9002713" y="2544763"/>
            <a:ext cx="68262" cy="55562"/>
          </a:xfrm>
          <a:custGeom>
            <a:avLst/>
            <a:gdLst>
              <a:gd name="T0" fmla="*/ 2147483646 w 43"/>
              <a:gd name="T1" fmla="*/ 2147483646 h 35"/>
              <a:gd name="T2" fmla="*/ 2147483646 w 43"/>
              <a:gd name="T3" fmla="*/ 0 h 35"/>
              <a:gd name="T4" fmla="*/ 2147483646 w 43"/>
              <a:gd name="T5" fmla="*/ 0 h 35"/>
              <a:gd name="T6" fmla="*/ 2147483646 w 43"/>
              <a:gd name="T7" fmla="*/ 0 h 35"/>
              <a:gd name="T8" fmla="*/ 0 w 43"/>
              <a:gd name="T9" fmla="*/ 2147483646 h 35"/>
              <a:gd name="T10" fmla="*/ 2147483646 w 43"/>
              <a:gd name="T11" fmla="*/ 2147483646 h 35"/>
              <a:gd name="T12" fmla="*/ 2147483646 w 43"/>
              <a:gd name="T13" fmla="*/ 2147483646 h 35"/>
              <a:gd name="T14" fmla="*/ 2147483646 w 43"/>
              <a:gd name="T15" fmla="*/ 2147483646 h 35"/>
              <a:gd name="T16" fmla="*/ 2147483646 w 43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35"/>
              <a:gd name="T29" fmla="*/ 43 w 43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35">
                <a:moveTo>
                  <a:pt x="43" y="14"/>
                </a:moveTo>
                <a:lnTo>
                  <a:pt x="36" y="0"/>
                </a:lnTo>
                <a:lnTo>
                  <a:pt x="21" y="0"/>
                </a:lnTo>
                <a:lnTo>
                  <a:pt x="7" y="0"/>
                </a:lnTo>
                <a:lnTo>
                  <a:pt x="0" y="14"/>
                </a:lnTo>
                <a:lnTo>
                  <a:pt x="7" y="28"/>
                </a:lnTo>
                <a:lnTo>
                  <a:pt x="21" y="35"/>
                </a:lnTo>
                <a:lnTo>
                  <a:pt x="36" y="28"/>
                </a:lnTo>
                <a:lnTo>
                  <a:pt x="43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7" name="Freeform 110">
            <a:extLst>
              <a:ext uri="{FF2B5EF4-FFF2-40B4-BE49-F238E27FC236}">
                <a16:creationId xmlns:a16="http://schemas.microsoft.com/office/drawing/2014/main" id="{3027C9E4-6DC7-4626-CC37-6A08134AF88A}"/>
              </a:ext>
            </a:extLst>
          </p:cNvPr>
          <p:cNvSpPr>
            <a:spLocks/>
          </p:cNvSpPr>
          <p:nvPr/>
        </p:nvSpPr>
        <p:spPr bwMode="auto">
          <a:xfrm>
            <a:off x="9002714" y="2544764"/>
            <a:ext cx="79375" cy="66675"/>
          </a:xfrm>
          <a:custGeom>
            <a:avLst/>
            <a:gdLst>
              <a:gd name="T0" fmla="*/ 2147483646 w 50"/>
              <a:gd name="T1" fmla="*/ 2147483646 h 42"/>
              <a:gd name="T2" fmla="*/ 2147483646 w 50"/>
              <a:gd name="T3" fmla="*/ 0 h 42"/>
              <a:gd name="T4" fmla="*/ 2147483646 w 50"/>
              <a:gd name="T5" fmla="*/ 2147483646 h 42"/>
              <a:gd name="T6" fmla="*/ 2147483646 w 50"/>
              <a:gd name="T7" fmla="*/ 2147483646 h 42"/>
              <a:gd name="T8" fmla="*/ 2147483646 w 50"/>
              <a:gd name="T9" fmla="*/ 2147483646 h 42"/>
              <a:gd name="T10" fmla="*/ 2147483646 w 50"/>
              <a:gd name="T11" fmla="*/ 2147483646 h 42"/>
              <a:gd name="T12" fmla="*/ 2147483646 w 50"/>
              <a:gd name="T13" fmla="*/ 2147483646 h 42"/>
              <a:gd name="T14" fmla="*/ 2147483646 w 50"/>
              <a:gd name="T15" fmla="*/ 2147483646 h 42"/>
              <a:gd name="T16" fmla="*/ 2147483646 w 50"/>
              <a:gd name="T17" fmla="*/ 0 h 42"/>
              <a:gd name="T18" fmla="*/ 2147483646 w 50"/>
              <a:gd name="T19" fmla="*/ 0 h 42"/>
              <a:gd name="T20" fmla="*/ 2147483646 w 50"/>
              <a:gd name="T21" fmla="*/ 2147483646 h 42"/>
              <a:gd name="T22" fmla="*/ 2147483646 w 50"/>
              <a:gd name="T23" fmla="*/ 2147483646 h 42"/>
              <a:gd name="T24" fmla="*/ 2147483646 w 50"/>
              <a:gd name="T25" fmla="*/ 2147483646 h 42"/>
              <a:gd name="T26" fmla="*/ 2147483646 w 50"/>
              <a:gd name="T27" fmla="*/ 2147483646 h 42"/>
              <a:gd name="T28" fmla="*/ 2147483646 w 50"/>
              <a:gd name="T29" fmla="*/ 2147483646 h 42"/>
              <a:gd name="T30" fmla="*/ 2147483646 w 50"/>
              <a:gd name="T31" fmla="*/ 2147483646 h 42"/>
              <a:gd name="T32" fmla="*/ 2147483646 w 50"/>
              <a:gd name="T33" fmla="*/ 2147483646 h 42"/>
              <a:gd name="T34" fmla="*/ 2147483646 w 50"/>
              <a:gd name="T35" fmla="*/ 2147483646 h 42"/>
              <a:gd name="T36" fmla="*/ 2147483646 w 50"/>
              <a:gd name="T37" fmla="*/ 2147483646 h 42"/>
              <a:gd name="T38" fmla="*/ 2147483646 w 50"/>
              <a:gd name="T39" fmla="*/ 2147483646 h 42"/>
              <a:gd name="T40" fmla="*/ 2147483646 w 50"/>
              <a:gd name="T41" fmla="*/ 2147483646 h 42"/>
              <a:gd name="T42" fmla="*/ 2147483646 w 50"/>
              <a:gd name="T43" fmla="*/ 2147483646 h 42"/>
              <a:gd name="T44" fmla="*/ 2147483646 w 50"/>
              <a:gd name="T45" fmla="*/ 2147483646 h 42"/>
              <a:gd name="T46" fmla="*/ 2147483646 w 50"/>
              <a:gd name="T47" fmla="*/ 2147483646 h 42"/>
              <a:gd name="T48" fmla="*/ 2147483646 w 50"/>
              <a:gd name="T49" fmla="*/ 2147483646 h 42"/>
              <a:gd name="T50" fmla="*/ 2147483646 w 50"/>
              <a:gd name="T51" fmla="*/ 2147483646 h 42"/>
              <a:gd name="T52" fmla="*/ 2147483646 w 50"/>
              <a:gd name="T53" fmla="*/ 2147483646 h 42"/>
              <a:gd name="T54" fmla="*/ 2147483646 w 50"/>
              <a:gd name="T55" fmla="*/ 2147483646 h 42"/>
              <a:gd name="T56" fmla="*/ 2147483646 w 50"/>
              <a:gd name="T57" fmla="*/ 2147483646 h 42"/>
              <a:gd name="T58" fmla="*/ 2147483646 w 50"/>
              <a:gd name="T59" fmla="*/ 2147483646 h 42"/>
              <a:gd name="T60" fmla="*/ 2147483646 w 50"/>
              <a:gd name="T61" fmla="*/ 2147483646 h 42"/>
              <a:gd name="T62" fmla="*/ 2147483646 w 50"/>
              <a:gd name="T63" fmla="*/ 2147483646 h 42"/>
              <a:gd name="T64" fmla="*/ 2147483646 w 50"/>
              <a:gd name="T65" fmla="*/ 2147483646 h 42"/>
              <a:gd name="T66" fmla="*/ 2147483646 w 50"/>
              <a:gd name="T67" fmla="*/ 2147483646 h 42"/>
              <a:gd name="T68" fmla="*/ 2147483646 w 50"/>
              <a:gd name="T69" fmla="*/ 2147483646 h 42"/>
              <a:gd name="T70" fmla="*/ 0 w 50"/>
              <a:gd name="T71" fmla="*/ 2147483646 h 42"/>
              <a:gd name="T72" fmla="*/ 0 w 50"/>
              <a:gd name="T73" fmla="*/ 2147483646 h 42"/>
              <a:gd name="T74" fmla="*/ 0 w 50"/>
              <a:gd name="T75" fmla="*/ 2147483646 h 42"/>
              <a:gd name="T76" fmla="*/ 2147483646 w 50"/>
              <a:gd name="T77" fmla="*/ 0 h 42"/>
              <a:gd name="T78" fmla="*/ 2147483646 w 50"/>
              <a:gd name="T79" fmla="*/ 0 h 42"/>
              <a:gd name="T80" fmla="*/ 2147483646 w 50"/>
              <a:gd name="T81" fmla="*/ 0 h 42"/>
              <a:gd name="T82" fmla="*/ 2147483646 w 50"/>
              <a:gd name="T83" fmla="*/ 0 h 42"/>
              <a:gd name="T84" fmla="*/ 2147483646 w 50"/>
              <a:gd name="T85" fmla="*/ 0 h 42"/>
              <a:gd name="T86" fmla="*/ 2147483646 w 50"/>
              <a:gd name="T87" fmla="*/ 0 h 42"/>
              <a:gd name="T88" fmla="*/ 2147483646 w 50"/>
              <a:gd name="T89" fmla="*/ 0 h 42"/>
              <a:gd name="T90" fmla="*/ 2147483646 w 50"/>
              <a:gd name="T91" fmla="*/ 0 h 42"/>
              <a:gd name="T92" fmla="*/ 2147483646 w 50"/>
              <a:gd name="T93" fmla="*/ 0 h 42"/>
              <a:gd name="T94" fmla="*/ 2147483646 w 50"/>
              <a:gd name="T95" fmla="*/ 2147483646 h 42"/>
              <a:gd name="T96" fmla="*/ 2147483646 w 50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2"/>
              <a:gd name="T149" fmla="*/ 50 w 50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2">
                <a:moveTo>
                  <a:pt x="43" y="14"/>
                </a:moveTo>
                <a:lnTo>
                  <a:pt x="36" y="0"/>
                </a:lnTo>
                <a:lnTo>
                  <a:pt x="36" y="7"/>
                </a:lnTo>
                <a:lnTo>
                  <a:pt x="21" y="7"/>
                </a:lnTo>
                <a:lnTo>
                  <a:pt x="7" y="7"/>
                </a:lnTo>
                <a:lnTo>
                  <a:pt x="14" y="0"/>
                </a:lnTo>
                <a:lnTo>
                  <a:pt x="7" y="14"/>
                </a:lnTo>
                <a:lnTo>
                  <a:pt x="14" y="28"/>
                </a:lnTo>
                <a:lnTo>
                  <a:pt x="7" y="28"/>
                </a:lnTo>
                <a:lnTo>
                  <a:pt x="21" y="35"/>
                </a:lnTo>
                <a:lnTo>
                  <a:pt x="36" y="28"/>
                </a:lnTo>
                <a:lnTo>
                  <a:pt x="43" y="14"/>
                </a:lnTo>
                <a:lnTo>
                  <a:pt x="50" y="14"/>
                </a:lnTo>
                <a:lnTo>
                  <a:pt x="43" y="28"/>
                </a:lnTo>
                <a:lnTo>
                  <a:pt x="36" y="35"/>
                </a:lnTo>
                <a:lnTo>
                  <a:pt x="21" y="42"/>
                </a:lnTo>
                <a:lnTo>
                  <a:pt x="7" y="35"/>
                </a:lnTo>
                <a:lnTo>
                  <a:pt x="7" y="28"/>
                </a:lnTo>
                <a:lnTo>
                  <a:pt x="0" y="14"/>
                </a:lnTo>
                <a:lnTo>
                  <a:pt x="7" y="0"/>
                </a:lnTo>
                <a:lnTo>
                  <a:pt x="21" y="0"/>
                </a:lnTo>
                <a:lnTo>
                  <a:pt x="36" y="0"/>
                </a:lnTo>
                <a:lnTo>
                  <a:pt x="43" y="0"/>
                </a:lnTo>
                <a:lnTo>
                  <a:pt x="50" y="14"/>
                </a:lnTo>
                <a:lnTo>
                  <a:pt x="43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8" name="Freeform 111">
            <a:extLst>
              <a:ext uri="{FF2B5EF4-FFF2-40B4-BE49-F238E27FC236}">
                <a16:creationId xmlns:a16="http://schemas.microsoft.com/office/drawing/2014/main" id="{E3B42554-169B-9FB9-C3C8-BB90CF05E477}"/>
              </a:ext>
            </a:extLst>
          </p:cNvPr>
          <p:cNvSpPr>
            <a:spLocks/>
          </p:cNvSpPr>
          <p:nvPr/>
        </p:nvSpPr>
        <p:spPr bwMode="auto">
          <a:xfrm>
            <a:off x="9070976" y="256698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9" name="Freeform 112">
            <a:extLst>
              <a:ext uri="{FF2B5EF4-FFF2-40B4-BE49-F238E27FC236}">
                <a16:creationId xmlns:a16="http://schemas.microsoft.com/office/drawing/2014/main" id="{E16D449C-84EC-F7D5-3779-96D4AA52C875}"/>
              </a:ext>
            </a:extLst>
          </p:cNvPr>
          <p:cNvSpPr>
            <a:spLocks/>
          </p:cNvSpPr>
          <p:nvPr/>
        </p:nvSpPr>
        <p:spPr bwMode="auto">
          <a:xfrm>
            <a:off x="9002713" y="1493838"/>
            <a:ext cx="68262" cy="55562"/>
          </a:xfrm>
          <a:custGeom>
            <a:avLst/>
            <a:gdLst>
              <a:gd name="T0" fmla="*/ 2147483646 w 43"/>
              <a:gd name="T1" fmla="*/ 2147483646 h 35"/>
              <a:gd name="T2" fmla="*/ 2147483646 w 43"/>
              <a:gd name="T3" fmla="*/ 0 h 35"/>
              <a:gd name="T4" fmla="*/ 2147483646 w 43"/>
              <a:gd name="T5" fmla="*/ 0 h 35"/>
              <a:gd name="T6" fmla="*/ 2147483646 w 43"/>
              <a:gd name="T7" fmla="*/ 0 h 35"/>
              <a:gd name="T8" fmla="*/ 0 w 43"/>
              <a:gd name="T9" fmla="*/ 2147483646 h 35"/>
              <a:gd name="T10" fmla="*/ 2147483646 w 43"/>
              <a:gd name="T11" fmla="*/ 2147483646 h 35"/>
              <a:gd name="T12" fmla="*/ 2147483646 w 43"/>
              <a:gd name="T13" fmla="*/ 2147483646 h 35"/>
              <a:gd name="T14" fmla="*/ 2147483646 w 43"/>
              <a:gd name="T15" fmla="*/ 2147483646 h 35"/>
              <a:gd name="T16" fmla="*/ 2147483646 w 43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35"/>
              <a:gd name="T29" fmla="*/ 43 w 43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35">
                <a:moveTo>
                  <a:pt x="43" y="14"/>
                </a:moveTo>
                <a:lnTo>
                  <a:pt x="36" y="0"/>
                </a:lnTo>
                <a:lnTo>
                  <a:pt x="21" y="0"/>
                </a:lnTo>
                <a:lnTo>
                  <a:pt x="7" y="0"/>
                </a:lnTo>
                <a:lnTo>
                  <a:pt x="0" y="14"/>
                </a:lnTo>
                <a:lnTo>
                  <a:pt x="7" y="28"/>
                </a:lnTo>
                <a:lnTo>
                  <a:pt x="21" y="35"/>
                </a:lnTo>
                <a:lnTo>
                  <a:pt x="36" y="28"/>
                </a:lnTo>
                <a:lnTo>
                  <a:pt x="43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0" name="Freeform 113">
            <a:extLst>
              <a:ext uri="{FF2B5EF4-FFF2-40B4-BE49-F238E27FC236}">
                <a16:creationId xmlns:a16="http://schemas.microsoft.com/office/drawing/2014/main" id="{A2A616B0-40DF-10F0-258A-9C9D6B59D428}"/>
              </a:ext>
            </a:extLst>
          </p:cNvPr>
          <p:cNvSpPr>
            <a:spLocks/>
          </p:cNvSpPr>
          <p:nvPr/>
        </p:nvSpPr>
        <p:spPr bwMode="auto">
          <a:xfrm>
            <a:off x="9002714" y="1493839"/>
            <a:ext cx="79375" cy="66675"/>
          </a:xfrm>
          <a:custGeom>
            <a:avLst/>
            <a:gdLst>
              <a:gd name="T0" fmla="*/ 2147483646 w 50"/>
              <a:gd name="T1" fmla="*/ 2147483646 h 42"/>
              <a:gd name="T2" fmla="*/ 2147483646 w 50"/>
              <a:gd name="T3" fmla="*/ 0 h 42"/>
              <a:gd name="T4" fmla="*/ 2147483646 w 50"/>
              <a:gd name="T5" fmla="*/ 2147483646 h 42"/>
              <a:gd name="T6" fmla="*/ 2147483646 w 50"/>
              <a:gd name="T7" fmla="*/ 2147483646 h 42"/>
              <a:gd name="T8" fmla="*/ 2147483646 w 50"/>
              <a:gd name="T9" fmla="*/ 2147483646 h 42"/>
              <a:gd name="T10" fmla="*/ 2147483646 w 50"/>
              <a:gd name="T11" fmla="*/ 2147483646 h 42"/>
              <a:gd name="T12" fmla="*/ 2147483646 w 50"/>
              <a:gd name="T13" fmla="*/ 2147483646 h 42"/>
              <a:gd name="T14" fmla="*/ 2147483646 w 50"/>
              <a:gd name="T15" fmla="*/ 2147483646 h 42"/>
              <a:gd name="T16" fmla="*/ 2147483646 w 50"/>
              <a:gd name="T17" fmla="*/ 0 h 42"/>
              <a:gd name="T18" fmla="*/ 2147483646 w 50"/>
              <a:gd name="T19" fmla="*/ 0 h 42"/>
              <a:gd name="T20" fmla="*/ 2147483646 w 50"/>
              <a:gd name="T21" fmla="*/ 2147483646 h 42"/>
              <a:gd name="T22" fmla="*/ 2147483646 w 50"/>
              <a:gd name="T23" fmla="*/ 2147483646 h 42"/>
              <a:gd name="T24" fmla="*/ 2147483646 w 50"/>
              <a:gd name="T25" fmla="*/ 2147483646 h 42"/>
              <a:gd name="T26" fmla="*/ 2147483646 w 50"/>
              <a:gd name="T27" fmla="*/ 2147483646 h 42"/>
              <a:gd name="T28" fmla="*/ 2147483646 w 50"/>
              <a:gd name="T29" fmla="*/ 2147483646 h 42"/>
              <a:gd name="T30" fmla="*/ 2147483646 w 50"/>
              <a:gd name="T31" fmla="*/ 2147483646 h 42"/>
              <a:gd name="T32" fmla="*/ 2147483646 w 50"/>
              <a:gd name="T33" fmla="*/ 2147483646 h 42"/>
              <a:gd name="T34" fmla="*/ 2147483646 w 50"/>
              <a:gd name="T35" fmla="*/ 2147483646 h 42"/>
              <a:gd name="T36" fmla="*/ 2147483646 w 50"/>
              <a:gd name="T37" fmla="*/ 2147483646 h 42"/>
              <a:gd name="T38" fmla="*/ 2147483646 w 50"/>
              <a:gd name="T39" fmla="*/ 2147483646 h 42"/>
              <a:gd name="T40" fmla="*/ 2147483646 w 50"/>
              <a:gd name="T41" fmla="*/ 2147483646 h 42"/>
              <a:gd name="T42" fmla="*/ 2147483646 w 50"/>
              <a:gd name="T43" fmla="*/ 2147483646 h 42"/>
              <a:gd name="T44" fmla="*/ 2147483646 w 50"/>
              <a:gd name="T45" fmla="*/ 2147483646 h 42"/>
              <a:gd name="T46" fmla="*/ 2147483646 w 50"/>
              <a:gd name="T47" fmla="*/ 2147483646 h 42"/>
              <a:gd name="T48" fmla="*/ 2147483646 w 50"/>
              <a:gd name="T49" fmla="*/ 2147483646 h 42"/>
              <a:gd name="T50" fmla="*/ 2147483646 w 50"/>
              <a:gd name="T51" fmla="*/ 2147483646 h 42"/>
              <a:gd name="T52" fmla="*/ 2147483646 w 50"/>
              <a:gd name="T53" fmla="*/ 2147483646 h 42"/>
              <a:gd name="T54" fmla="*/ 2147483646 w 50"/>
              <a:gd name="T55" fmla="*/ 2147483646 h 42"/>
              <a:gd name="T56" fmla="*/ 2147483646 w 50"/>
              <a:gd name="T57" fmla="*/ 2147483646 h 42"/>
              <a:gd name="T58" fmla="*/ 2147483646 w 50"/>
              <a:gd name="T59" fmla="*/ 2147483646 h 42"/>
              <a:gd name="T60" fmla="*/ 2147483646 w 50"/>
              <a:gd name="T61" fmla="*/ 2147483646 h 42"/>
              <a:gd name="T62" fmla="*/ 2147483646 w 50"/>
              <a:gd name="T63" fmla="*/ 2147483646 h 42"/>
              <a:gd name="T64" fmla="*/ 2147483646 w 50"/>
              <a:gd name="T65" fmla="*/ 2147483646 h 42"/>
              <a:gd name="T66" fmla="*/ 2147483646 w 50"/>
              <a:gd name="T67" fmla="*/ 2147483646 h 42"/>
              <a:gd name="T68" fmla="*/ 2147483646 w 50"/>
              <a:gd name="T69" fmla="*/ 2147483646 h 42"/>
              <a:gd name="T70" fmla="*/ 0 w 50"/>
              <a:gd name="T71" fmla="*/ 2147483646 h 42"/>
              <a:gd name="T72" fmla="*/ 0 w 50"/>
              <a:gd name="T73" fmla="*/ 2147483646 h 42"/>
              <a:gd name="T74" fmla="*/ 0 w 50"/>
              <a:gd name="T75" fmla="*/ 2147483646 h 42"/>
              <a:gd name="T76" fmla="*/ 2147483646 w 50"/>
              <a:gd name="T77" fmla="*/ 0 h 42"/>
              <a:gd name="T78" fmla="*/ 2147483646 w 50"/>
              <a:gd name="T79" fmla="*/ 0 h 42"/>
              <a:gd name="T80" fmla="*/ 2147483646 w 50"/>
              <a:gd name="T81" fmla="*/ 0 h 42"/>
              <a:gd name="T82" fmla="*/ 2147483646 w 50"/>
              <a:gd name="T83" fmla="*/ 0 h 42"/>
              <a:gd name="T84" fmla="*/ 2147483646 w 50"/>
              <a:gd name="T85" fmla="*/ 0 h 42"/>
              <a:gd name="T86" fmla="*/ 2147483646 w 50"/>
              <a:gd name="T87" fmla="*/ 0 h 42"/>
              <a:gd name="T88" fmla="*/ 2147483646 w 50"/>
              <a:gd name="T89" fmla="*/ 0 h 42"/>
              <a:gd name="T90" fmla="*/ 2147483646 w 50"/>
              <a:gd name="T91" fmla="*/ 0 h 42"/>
              <a:gd name="T92" fmla="*/ 2147483646 w 50"/>
              <a:gd name="T93" fmla="*/ 0 h 42"/>
              <a:gd name="T94" fmla="*/ 2147483646 w 50"/>
              <a:gd name="T95" fmla="*/ 2147483646 h 42"/>
              <a:gd name="T96" fmla="*/ 2147483646 w 50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2"/>
              <a:gd name="T149" fmla="*/ 50 w 50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2">
                <a:moveTo>
                  <a:pt x="43" y="14"/>
                </a:moveTo>
                <a:lnTo>
                  <a:pt x="36" y="0"/>
                </a:lnTo>
                <a:lnTo>
                  <a:pt x="36" y="7"/>
                </a:lnTo>
                <a:lnTo>
                  <a:pt x="21" y="7"/>
                </a:lnTo>
                <a:lnTo>
                  <a:pt x="7" y="7"/>
                </a:lnTo>
                <a:lnTo>
                  <a:pt x="14" y="0"/>
                </a:lnTo>
                <a:lnTo>
                  <a:pt x="7" y="14"/>
                </a:lnTo>
                <a:lnTo>
                  <a:pt x="14" y="28"/>
                </a:lnTo>
                <a:lnTo>
                  <a:pt x="7" y="28"/>
                </a:lnTo>
                <a:lnTo>
                  <a:pt x="21" y="35"/>
                </a:lnTo>
                <a:lnTo>
                  <a:pt x="36" y="28"/>
                </a:lnTo>
                <a:lnTo>
                  <a:pt x="43" y="14"/>
                </a:lnTo>
                <a:lnTo>
                  <a:pt x="50" y="14"/>
                </a:lnTo>
                <a:lnTo>
                  <a:pt x="43" y="28"/>
                </a:lnTo>
                <a:lnTo>
                  <a:pt x="36" y="35"/>
                </a:lnTo>
                <a:lnTo>
                  <a:pt x="21" y="42"/>
                </a:lnTo>
                <a:lnTo>
                  <a:pt x="7" y="35"/>
                </a:lnTo>
                <a:lnTo>
                  <a:pt x="7" y="28"/>
                </a:lnTo>
                <a:lnTo>
                  <a:pt x="0" y="14"/>
                </a:lnTo>
                <a:lnTo>
                  <a:pt x="7" y="0"/>
                </a:lnTo>
                <a:lnTo>
                  <a:pt x="21" y="0"/>
                </a:lnTo>
                <a:lnTo>
                  <a:pt x="36" y="0"/>
                </a:lnTo>
                <a:lnTo>
                  <a:pt x="43" y="0"/>
                </a:lnTo>
                <a:lnTo>
                  <a:pt x="50" y="14"/>
                </a:lnTo>
                <a:lnTo>
                  <a:pt x="43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1" name="Freeform 114">
            <a:extLst>
              <a:ext uri="{FF2B5EF4-FFF2-40B4-BE49-F238E27FC236}">
                <a16:creationId xmlns:a16="http://schemas.microsoft.com/office/drawing/2014/main" id="{AE41C20F-3EBB-1FB7-89FC-A9219B892F13}"/>
              </a:ext>
            </a:extLst>
          </p:cNvPr>
          <p:cNvSpPr>
            <a:spLocks/>
          </p:cNvSpPr>
          <p:nvPr/>
        </p:nvSpPr>
        <p:spPr bwMode="auto">
          <a:xfrm>
            <a:off x="9070976" y="1516064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2" name="Freeform 115">
            <a:extLst>
              <a:ext uri="{FF2B5EF4-FFF2-40B4-BE49-F238E27FC236}">
                <a16:creationId xmlns:a16="http://schemas.microsoft.com/office/drawing/2014/main" id="{C42BDE0F-D97E-63D0-7C17-6587018EC456}"/>
              </a:ext>
            </a:extLst>
          </p:cNvPr>
          <p:cNvSpPr>
            <a:spLocks/>
          </p:cNvSpPr>
          <p:nvPr/>
        </p:nvSpPr>
        <p:spPr bwMode="auto">
          <a:xfrm>
            <a:off x="9002713" y="1674814"/>
            <a:ext cx="68262" cy="66675"/>
          </a:xfrm>
          <a:custGeom>
            <a:avLst/>
            <a:gdLst>
              <a:gd name="T0" fmla="*/ 2147483646 w 43"/>
              <a:gd name="T1" fmla="*/ 2147483646 h 42"/>
              <a:gd name="T2" fmla="*/ 2147483646 w 43"/>
              <a:gd name="T3" fmla="*/ 2147483646 h 42"/>
              <a:gd name="T4" fmla="*/ 2147483646 w 43"/>
              <a:gd name="T5" fmla="*/ 0 h 42"/>
              <a:gd name="T6" fmla="*/ 2147483646 w 43"/>
              <a:gd name="T7" fmla="*/ 2147483646 h 42"/>
              <a:gd name="T8" fmla="*/ 0 w 43"/>
              <a:gd name="T9" fmla="*/ 2147483646 h 42"/>
              <a:gd name="T10" fmla="*/ 2147483646 w 43"/>
              <a:gd name="T11" fmla="*/ 2147483646 h 42"/>
              <a:gd name="T12" fmla="*/ 2147483646 w 43"/>
              <a:gd name="T13" fmla="*/ 2147483646 h 42"/>
              <a:gd name="T14" fmla="*/ 2147483646 w 43"/>
              <a:gd name="T15" fmla="*/ 2147483646 h 42"/>
              <a:gd name="T16" fmla="*/ 2147483646 w 43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2"/>
              <a:gd name="T29" fmla="*/ 43 w 43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2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3" name="Freeform 116">
            <a:extLst>
              <a:ext uri="{FF2B5EF4-FFF2-40B4-BE49-F238E27FC236}">
                <a16:creationId xmlns:a16="http://schemas.microsoft.com/office/drawing/2014/main" id="{0FA453EF-41D7-9422-0AC7-53AB88FFAF07}"/>
              </a:ext>
            </a:extLst>
          </p:cNvPr>
          <p:cNvSpPr>
            <a:spLocks/>
          </p:cNvSpPr>
          <p:nvPr/>
        </p:nvSpPr>
        <p:spPr bwMode="auto">
          <a:xfrm>
            <a:off x="9002714" y="1674814"/>
            <a:ext cx="79375" cy="77787"/>
          </a:xfrm>
          <a:custGeom>
            <a:avLst/>
            <a:gdLst>
              <a:gd name="T0" fmla="*/ 2147483646 w 50"/>
              <a:gd name="T1" fmla="*/ 2147483646 h 49"/>
              <a:gd name="T2" fmla="*/ 2147483646 w 50"/>
              <a:gd name="T3" fmla="*/ 2147483646 h 49"/>
              <a:gd name="T4" fmla="*/ 2147483646 w 50"/>
              <a:gd name="T5" fmla="*/ 2147483646 h 49"/>
              <a:gd name="T6" fmla="*/ 2147483646 w 50"/>
              <a:gd name="T7" fmla="*/ 2147483646 h 49"/>
              <a:gd name="T8" fmla="*/ 2147483646 w 50"/>
              <a:gd name="T9" fmla="*/ 2147483646 h 49"/>
              <a:gd name="T10" fmla="*/ 2147483646 w 50"/>
              <a:gd name="T11" fmla="*/ 2147483646 h 49"/>
              <a:gd name="T12" fmla="*/ 2147483646 w 50"/>
              <a:gd name="T13" fmla="*/ 2147483646 h 49"/>
              <a:gd name="T14" fmla="*/ 2147483646 w 50"/>
              <a:gd name="T15" fmla="*/ 2147483646 h 49"/>
              <a:gd name="T16" fmla="*/ 2147483646 w 50"/>
              <a:gd name="T17" fmla="*/ 2147483646 h 49"/>
              <a:gd name="T18" fmla="*/ 2147483646 w 50"/>
              <a:gd name="T19" fmla="*/ 2147483646 h 49"/>
              <a:gd name="T20" fmla="*/ 2147483646 w 50"/>
              <a:gd name="T21" fmla="*/ 2147483646 h 49"/>
              <a:gd name="T22" fmla="*/ 2147483646 w 50"/>
              <a:gd name="T23" fmla="*/ 2147483646 h 49"/>
              <a:gd name="T24" fmla="*/ 2147483646 w 50"/>
              <a:gd name="T25" fmla="*/ 2147483646 h 49"/>
              <a:gd name="T26" fmla="*/ 2147483646 w 50"/>
              <a:gd name="T27" fmla="*/ 2147483646 h 49"/>
              <a:gd name="T28" fmla="*/ 2147483646 w 50"/>
              <a:gd name="T29" fmla="*/ 2147483646 h 49"/>
              <a:gd name="T30" fmla="*/ 2147483646 w 50"/>
              <a:gd name="T31" fmla="*/ 2147483646 h 49"/>
              <a:gd name="T32" fmla="*/ 2147483646 w 50"/>
              <a:gd name="T33" fmla="*/ 2147483646 h 49"/>
              <a:gd name="T34" fmla="*/ 2147483646 w 50"/>
              <a:gd name="T35" fmla="*/ 2147483646 h 49"/>
              <a:gd name="T36" fmla="*/ 2147483646 w 50"/>
              <a:gd name="T37" fmla="*/ 2147483646 h 49"/>
              <a:gd name="T38" fmla="*/ 2147483646 w 50"/>
              <a:gd name="T39" fmla="*/ 2147483646 h 49"/>
              <a:gd name="T40" fmla="*/ 2147483646 w 50"/>
              <a:gd name="T41" fmla="*/ 2147483646 h 49"/>
              <a:gd name="T42" fmla="*/ 2147483646 w 50"/>
              <a:gd name="T43" fmla="*/ 2147483646 h 49"/>
              <a:gd name="T44" fmla="*/ 2147483646 w 50"/>
              <a:gd name="T45" fmla="*/ 2147483646 h 49"/>
              <a:gd name="T46" fmla="*/ 2147483646 w 50"/>
              <a:gd name="T47" fmla="*/ 2147483646 h 49"/>
              <a:gd name="T48" fmla="*/ 2147483646 w 50"/>
              <a:gd name="T49" fmla="*/ 2147483646 h 49"/>
              <a:gd name="T50" fmla="*/ 2147483646 w 50"/>
              <a:gd name="T51" fmla="*/ 2147483646 h 49"/>
              <a:gd name="T52" fmla="*/ 2147483646 w 50"/>
              <a:gd name="T53" fmla="*/ 2147483646 h 49"/>
              <a:gd name="T54" fmla="*/ 2147483646 w 50"/>
              <a:gd name="T55" fmla="*/ 2147483646 h 49"/>
              <a:gd name="T56" fmla="*/ 2147483646 w 50"/>
              <a:gd name="T57" fmla="*/ 2147483646 h 49"/>
              <a:gd name="T58" fmla="*/ 2147483646 w 50"/>
              <a:gd name="T59" fmla="*/ 2147483646 h 49"/>
              <a:gd name="T60" fmla="*/ 2147483646 w 50"/>
              <a:gd name="T61" fmla="*/ 2147483646 h 49"/>
              <a:gd name="T62" fmla="*/ 2147483646 w 50"/>
              <a:gd name="T63" fmla="*/ 2147483646 h 49"/>
              <a:gd name="T64" fmla="*/ 2147483646 w 50"/>
              <a:gd name="T65" fmla="*/ 2147483646 h 49"/>
              <a:gd name="T66" fmla="*/ 2147483646 w 50"/>
              <a:gd name="T67" fmla="*/ 2147483646 h 49"/>
              <a:gd name="T68" fmla="*/ 2147483646 w 50"/>
              <a:gd name="T69" fmla="*/ 2147483646 h 49"/>
              <a:gd name="T70" fmla="*/ 0 w 50"/>
              <a:gd name="T71" fmla="*/ 2147483646 h 49"/>
              <a:gd name="T72" fmla="*/ 0 w 50"/>
              <a:gd name="T73" fmla="*/ 2147483646 h 49"/>
              <a:gd name="T74" fmla="*/ 0 w 50"/>
              <a:gd name="T75" fmla="*/ 2147483646 h 49"/>
              <a:gd name="T76" fmla="*/ 2147483646 w 50"/>
              <a:gd name="T77" fmla="*/ 2147483646 h 49"/>
              <a:gd name="T78" fmla="*/ 2147483646 w 50"/>
              <a:gd name="T79" fmla="*/ 2147483646 h 49"/>
              <a:gd name="T80" fmla="*/ 2147483646 w 50"/>
              <a:gd name="T81" fmla="*/ 2147483646 h 49"/>
              <a:gd name="T82" fmla="*/ 2147483646 w 50"/>
              <a:gd name="T83" fmla="*/ 0 h 49"/>
              <a:gd name="T84" fmla="*/ 2147483646 w 50"/>
              <a:gd name="T85" fmla="*/ 0 h 49"/>
              <a:gd name="T86" fmla="*/ 2147483646 w 50"/>
              <a:gd name="T87" fmla="*/ 0 h 49"/>
              <a:gd name="T88" fmla="*/ 2147483646 w 50"/>
              <a:gd name="T89" fmla="*/ 2147483646 h 49"/>
              <a:gd name="T90" fmla="*/ 2147483646 w 50"/>
              <a:gd name="T91" fmla="*/ 2147483646 h 49"/>
              <a:gd name="T92" fmla="*/ 2147483646 w 50"/>
              <a:gd name="T93" fmla="*/ 2147483646 h 49"/>
              <a:gd name="T94" fmla="*/ 2147483646 w 50"/>
              <a:gd name="T95" fmla="*/ 2147483646 h 49"/>
              <a:gd name="T96" fmla="*/ 2147483646 w 50"/>
              <a:gd name="T97" fmla="*/ 2147483646 h 49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9"/>
              <a:gd name="T149" fmla="*/ 50 w 50"/>
              <a:gd name="T150" fmla="*/ 49 h 49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9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lnTo>
                  <a:pt x="50" y="21"/>
                </a:lnTo>
                <a:lnTo>
                  <a:pt x="43" y="35"/>
                </a:lnTo>
                <a:lnTo>
                  <a:pt x="36" y="42"/>
                </a:lnTo>
                <a:lnTo>
                  <a:pt x="21" y="49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4" name="Freeform 117">
            <a:extLst>
              <a:ext uri="{FF2B5EF4-FFF2-40B4-BE49-F238E27FC236}">
                <a16:creationId xmlns:a16="http://schemas.microsoft.com/office/drawing/2014/main" id="{2A527E19-9DC7-3B56-9BDD-2AE2F82B355B}"/>
              </a:ext>
            </a:extLst>
          </p:cNvPr>
          <p:cNvSpPr>
            <a:spLocks/>
          </p:cNvSpPr>
          <p:nvPr/>
        </p:nvSpPr>
        <p:spPr bwMode="auto">
          <a:xfrm>
            <a:off x="9070976" y="1708150"/>
            <a:ext cx="11113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5" name="Freeform 118">
            <a:extLst>
              <a:ext uri="{FF2B5EF4-FFF2-40B4-BE49-F238E27FC236}">
                <a16:creationId xmlns:a16="http://schemas.microsoft.com/office/drawing/2014/main" id="{6CDC1E03-66E5-8A49-1979-26E17975E810}"/>
              </a:ext>
            </a:extLst>
          </p:cNvPr>
          <p:cNvSpPr>
            <a:spLocks/>
          </p:cNvSpPr>
          <p:nvPr/>
        </p:nvSpPr>
        <p:spPr bwMode="auto">
          <a:xfrm>
            <a:off x="8516938" y="2012951"/>
            <a:ext cx="68262" cy="68263"/>
          </a:xfrm>
          <a:custGeom>
            <a:avLst/>
            <a:gdLst>
              <a:gd name="T0" fmla="*/ 2147483646 w 43"/>
              <a:gd name="T1" fmla="*/ 2147483646 h 43"/>
              <a:gd name="T2" fmla="*/ 2147483646 w 43"/>
              <a:gd name="T3" fmla="*/ 2147483646 h 43"/>
              <a:gd name="T4" fmla="*/ 2147483646 w 43"/>
              <a:gd name="T5" fmla="*/ 0 h 43"/>
              <a:gd name="T6" fmla="*/ 2147483646 w 43"/>
              <a:gd name="T7" fmla="*/ 2147483646 h 43"/>
              <a:gd name="T8" fmla="*/ 0 w 43"/>
              <a:gd name="T9" fmla="*/ 2147483646 h 43"/>
              <a:gd name="T10" fmla="*/ 2147483646 w 43"/>
              <a:gd name="T11" fmla="*/ 2147483646 h 43"/>
              <a:gd name="T12" fmla="*/ 2147483646 w 43"/>
              <a:gd name="T13" fmla="*/ 2147483646 h 43"/>
              <a:gd name="T14" fmla="*/ 2147483646 w 43"/>
              <a:gd name="T15" fmla="*/ 2147483646 h 43"/>
              <a:gd name="T16" fmla="*/ 2147483646 w 43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3"/>
              <a:gd name="T29" fmla="*/ 43 w 43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3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1" y="43"/>
                </a:lnTo>
                <a:lnTo>
                  <a:pt x="36" y="36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6" name="Freeform 119">
            <a:extLst>
              <a:ext uri="{FF2B5EF4-FFF2-40B4-BE49-F238E27FC236}">
                <a16:creationId xmlns:a16="http://schemas.microsoft.com/office/drawing/2014/main" id="{E42FE783-101D-1F43-BDC5-043F59F505EC}"/>
              </a:ext>
            </a:extLst>
          </p:cNvPr>
          <p:cNvSpPr>
            <a:spLocks/>
          </p:cNvSpPr>
          <p:nvPr/>
        </p:nvSpPr>
        <p:spPr bwMode="auto">
          <a:xfrm>
            <a:off x="8516939" y="2012951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6"/>
                </a:lnTo>
                <a:lnTo>
                  <a:pt x="7" y="36"/>
                </a:lnTo>
                <a:lnTo>
                  <a:pt x="21" y="43"/>
                </a:lnTo>
                <a:lnTo>
                  <a:pt x="36" y="36"/>
                </a:lnTo>
                <a:lnTo>
                  <a:pt x="43" y="21"/>
                </a:lnTo>
                <a:lnTo>
                  <a:pt x="50" y="21"/>
                </a:lnTo>
                <a:lnTo>
                  <a:pt x="43" y="36"/>
                </a:lnTo>
                <a:lnTo>
                  <a:pt x="36" y="43"/>
                </a:lnTo>
                <a:lnTo>
                  <a:pt x="21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7" name="Freeform 120">
            <a:extLst>
              <a:ext uri="{FF2B5EF4-FFF2-40B4-BE49-F238E27FC236}">
                <a16:creationId xmlns:a16="http://schemas.microsoft.com/office/drawing/2014/main" id="{372CE166-2221-88BF-25AA-167AE47FE079}"/>
              </a:ext>
            </a:extLst>
          </p:cNvPr>
          <p:cNvSpPr>
            <a:spLocks/>
          </p:cNvSpPr>
          <p:nvPr/>
        </p:nvSpPr>
        <p:spPr bwMode="auto">
          <a:xfrm>
            <a:off x="8585201" y="204628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8" name="Freeform 121">
            <a:extLst>
              <a:ext uri="{FF2B5EF4-FFF2-40B4-BE49-F238E27FC236}">
                <a16:creationId xmlns:a16="http://schemas.microsoft.com/office/drawing/2014/main" id="{88D2E877-E200-85ED-3765-DAC00226FACB}"/>
              </a:ext>
            </a:extLst>
          </p:cNvPr>
          <p:cNvSpPr>
            <a:spLocks/>
          </p:cNvSpPr>
          <p:nvPr/>
        </p:nvSpPr>
        <p:spPr bwMode="auto">
          <a:xfrm>
            <a:off x="9002713" y="2352676"/>
            <a:ext cx="68262" cy="66675"/>
          </a:xfrm>
          <a:custGeom>
            <a:avLst/>
            <a:gdLst>
              <a:gd name="T0" fmla="*/ 2147483646 w 43"/>
              <a:gd name="T1" fmla="*/ 2147483646 h 42"/>
              <a:gd name="T2" fmla="*/ 2147483646 w 43"/>
              <a:gd name="T3" fmla="*/ 2147483646 h 42"/>
              <a:gd name="T4" fmla="*/ 2147483646 w 43"/>
              <a:gd name="T5" fmla="*/ 0 h 42"/>
              <a:gd name="T6" fmla="*/ 2147483646 w 43"/>
              <a:gd name="T7" fmla="*/ 2147483646 h 42"/>
              <a:gd name="T8" fmla="*/ 0 w 43"/>
              <a:gd name="T9" fmla="*/ 2147483646 h 42"/>
              <a:gd name="T10" fmla="*/ 2147483646 w 43"/>
              <a:gd name="T11" fmla="*/ 2147483646 h 42"/>
              <a:gd name="T12" fmla="*/ 2147483646 w 43"/>
              <a:gd name="T13" fmla="*/ 2147483646 h 42"/>
              <a:gd name="T14" fmla="*/ 2147483646 w 43"/>
              <a:gd name="T15" fmla="*/ 2147483646 h 42"/>
              <a:gd name="T16" fmla="*/ 2147483646 w 43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2"/>
              <a:gd name="T29" fmla="*/ 43 w 43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2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9" name="Freeform 122">
            <a:extLst>
              <a:ext uri="{FF2B5EF4-FFF2-40B4-BE49-F238E27FC236}">
                <a16:creationId xmlns:a16="http://schemas.microsoft.com/office/drawing/2014/main" id="{67B6A3B8-1718-B389-B732-0D4F60ECF8CC}"/>
              </a:ext>
            </a:extLst>
          </p:cNvPr>
          <p:cNvSpPr>
            <a:spLocks/>
          </p:cNvSpPr>
          <p:nvPr/>
        </p:nvSpPr>
        <p:spPr bwMode="auto">
          <a:xfrm>
            <a:off x="9002714" y="2352676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lnTo>
                  <a:pt x="50" y="21"/>
                </a:lnTo>
                <a:lnTo>
                  <a:pt x="43" y="35"/>
                </a:lnTo>
                <a:lnTo>
                  <a:pt x="36" y="42"/>
                </a:lnTo>
                <a:lnTo>
                  <a:pt x="21" y="50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0" name="Freeform 123">
            <a:extLst>
              <a:ext uri="{FF2B5EF4-FFF2-40B4-BE49-F238E27FC236}">
                <a16:creationId xmlns:a16="http://schemas.microsoft.com/office/drawing/2014/main" id="{E76F2597-CBB3-2B18-B525-C727801CAEC4}"/>
              </a:ext>
            </a:extLst>
          </p:cNvPr>
          <p:cNvSpPr>
            <a:spLocks/>
          </p:cNvSpPr>
          <p:nvPr/>
        </p:nvSpPr>
        <p:spPr bwMode="auto">
          <a:xfrm>
            <a:off x="9070976" y="2386014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1" name="Freeform 124">
            <a:extLst>
              <a:ext uri="{FF2B5EF4-FFF2-40B4-BE49-F238E27FC236}">
                <a16:creationId xmlns:a16="http://schemas.microsoft.com/office/drawing/2014/main" id="{A352CB8C-BA6E-B652-8BB4-4F573BA448B3}"/>
              </a:ext>
            </a:extLst>
          </p:cNvPr>
          <p:cNvSpPr>
            <a:spLocks/>
          </p:cNvSpPr>
          <p:nvPr/>
        </p:nvSpPr>
        <p:spPr bwMode="auto">
          <a:xfrm>
            <a:off x="8697913" y="2882900"/>
            <a:ext cx="55562" cy="57150"/>
          </a:xfrm>
          <a:custGeom>
            <a:avLst/>
            <a:gdLst>
              <a:gd name="T0" fmla="*/ 2147483646 w 35"/>
              <a:gd name="T1" fmla="*/ 2147483646 h 36"/>
              <a:gd name="T2" fmla="*/ 2147483646 w 35"/>
              <a:gd name="T3" fmla="*/ 2147483646 h 36"/>
              <a:gd name="T4" fmla="*/ 2147483646 w 35"/>
              <a:gd name="T5" fmla="*/ 0 h 36"/>
              <a:gd name="T6" fmla="*/ 0 w 35"/>
              <a:gd name="T7" fmla="*/ 2147483646 h 36"/>
              <a:gd name="T8" fmla="*/ 0 w 35"/>
              <a:gd name="T9" fmla="*/ 2147483646 h 36"/>
              <a:gd name="T10" fmla="*/ 0 w 35"/>
              <a:gd name="T11" fmla="*/ 2147483646 h 36"/>
              <a:gd name="T12" fmla="*/ 2147483646 w 35"/>
              <a:gd name="T13" fmla="*/ 2147483646 h 36"/>
              <a:gd name="T14" fmla="*/ 2147483646 w 35"/>
              <a:gd name="T15" fmla="*/ 2147483646 h 36"/>
              <a:gd name="T16" fmla="*/ 2147483646 w 35"/>
              <a:gd name="T17" fmla="*/ 2147483646 h 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5"/>
              <a:gd name="T28" fmla="*/ 0 h 36"/>
              <a:gd name="T29" fmla="*/ 35 w 35"/>
              <a:gd name="T30" fmla="*/ 36 h 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5" h="36">
                <a:moveTo>
                  <a:pt x="35" y="22"/>
                </a:moveTo>
                <a:lnTo>
                  <a:pt x="28" y="7"/>
                </a:lnTo>
                <a:lnTo>
                  <a:pt x="14" y="0"/>
                </a:lnTo>
                <a:lnTo>
                  <a:pt x="0" y="7"/>
                </a:lnTo>
                <a:lnTo>
                  <a:pt x="0" y="22"/>
                </a:lnTo>
                <a:lnTo>
                  <a:pt x="0" y="36"/>
                </a:lnTo>
                <a:lnTo>
                  <a:pt x="14" y="36"/>
                </a:lnTo>
                <a:lnTo>
                  <a:pt x="28" y="36"/>
                </a:lnTo>
                <a:lnTo>
                  <a:pt x="35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2" name="Freeform 125">
            <a:extLst>
              <a:ext uri="{FF2B5EF4-FFF2-40B4-BE49-F238E27FC236}">
                <a16:creationId xmlns:a16="http://schemas.microsoft.com/office/drawing/2014/main" id="{04AC9D63-D236-2793-4372-FE75C0A45E80}"/>
              </a:ext>
            </a:extLst>
          </p:cNvPr>
          <p:cNvSpPr>
            <a:spLocks/>
          </p:cNvSpPr>
          <p:nvPr/>
        </p:nvSpPr>
        <p:spPr bwMode="auto">
          <a:xfrm>
            <a:off x="8697913" y="2882901"/>
            <a:ext cx="68262" cy="68263"/>
          </a:xfrm>
          <a:custGeom>
            <a:avLst/>
            <a:gdLst>
              <a:gd name="T0" fmla="*/ 2147483646 w 43"/>
              <a:gd name="T1" fmla="*/ 2147483646 h 43"/>
              <a:gd name="T2" fmla="*/ 2147483646 w 43"/>
              <a:gd name="T3" fmla="*/ 2147483646 h 43"/>
              <a:gd name="T4" fmla="*/ 2147483646 w 43"/>
              <a:gd name="T5" fmla="*/ 2147483646 h 43"/>
              <a:gd name="T6" fmla="*/ 2147483646 w 43"/>
              <a:gd name="T7" fmla="*/ 2147483646 h 43"/>
              <a:gd name="T8" fmla="*/ 2147483646 w 43"/>
              <a:gd name="T9" fmla="*/ 2147483646 h 43"/>
              <a:gd name="T10" fmla="*/ 2147483646 w 43"/>
              <a:gd name="T11" fmla="*/ 2147483646 h 43"/>
              <a:gd name="T12" fmla="*/ 2147483646 w 43"/>
              <a:gd name="T13" fmla="*/ 2147483646 h 43"/>
              <a:gd name="T14" fmla="*/ 0 w 43"/>
              <a:gd name="T15" fmla="*/ 2147483646 h 43"/>
              <a:gd name="T16" fmla="*/ 2147483646 w 43"/>
              <a:gd name="T17" fmla="*/ 2147483646 h 43"/>
              <a:gd name="T18" fmla="*/ 2147483646 w 43"/>
              <a:gd name="T19" fmla="*/ 2147483646 h 43"/>
              <a:gd name="T20" fmla="*/ 2147483646 w 43"/>
              <a:gd name="T21" fmla="*/ 2147483646 h 43"/>
              <a:gd name="T22" fmla="*/ 2147483646 w 43"/>
              <a:gd name="T23" fmla="*/ 2147483646 h 43"/>
              <a:gd name="T24" fmla="*/ 2147483646 w 43"/>
              <a:gd name="T25" fmla="*/ 2147483646 h 43"/>
              <a:gd name="T26" fmla="*/ 2147483646 w 43"/>
              <a:gd name="T27" fmla="*/ 2147483646 h 43"/>
              <a:gd name="T28" fmla="*/ 0 w 43"/>
              <a:gd name="T29" fmla="*/ 2147483646 h 43"/>
              <a:gd name="T30" fmla="*/ 0 w 43"/>
              <a:gd name="T31" fmla="*/ 2147483646 h 43"/>
              <a:gd name="T32" fmla="*/ 2147483646 w 43"/>
              <a:gd name="T33" fmla="*/ 2147483646 h 43"/>
              <a:gd name="T34" fmla="*/ 2147483646 w 43"/>
              <a:gd name="T35" fmla="*/ 2147483646 h 43"/>
              <a:gd name="T36" fmla="*/ 2147483646 w 43"/>
              <a:gd name="T37" fmla="*/ 2147483646 h 43"/>
              <a:gd name="T38" fmla="*/ 2147483646 w 43"/>
              <a:gd name="T39" fmla="*/ 2147483646 h 43"/>
              <a:gd name="T40" fmla="*/ 2147483646 w 43"/>
              <a:gd name="T41" fmla="*/ 2147483646 h 43"/>
              <a:gd name="T42" fmla="*/ 2147483646 w 43"/>
              <a:gd name="T43" fmla="*/ 2147483646 h 43"/>
              <a:gd name="T44" fmla="*/ 2147483646 w 43"/>
              <a:gd name="T45" fmla="*/ 2147483646 h 43"/>
              <a:gd name="T46" fmla="*/ 2147483646 w 43"/>
              <a:gd name="T47" fmla="*/ 2147483646 h 43"/>
              <a:gd name="T48" fmla="*/ 2147483646 w 43"/>
              <a:gd name="T49" fmla="*/ 2147483646 h 43"/>
              <a:gd name="T50" fmla="*/ 2147483646 w 43"/>
              <a:gd name="T51" fmla="*/ 2147483646 h 43"/>
              <a:gd name="T52" fmla="*/ 2147483646 w 43"/>
              <a:gd name="T53" fmla="*/ 2147483646 h 43"/>
              <a:gd name="T54" fmla="*/ 2147483646 w 43"/>
              <a:gd name="T55" fmla="*/ 2147483646 h 43"/>
              <a:gd name="T56" fmla="*/ 2147483646 w 43"/>
              <a:gd name="T57" fmla="*/ 2147483646 h 43"/>
              <a:gd name="T58" fmla="*/ 2147483646 w 43"/>
              <a:gd name="T59" fmla="*/ 2147483646 h 43"/>
              <a:gd name="T60" fmla="*/ 2147483646 w 43"/>
              <a:gd name="T61" fmla="*/ 2147483646 h 43"/>
              <a:gd name="T62" fmla="*/ 2147483646 w 43"/>
              <a:gd name="T63" fmla="*/ 2147483646 h 43"/>
              <a:gd name="T64" fmla="*/ 0 w 43"/>
              <a:gd name="T65" fmla="*/ 2147483646 h 43"/>
              <a:gd name="T66" fmla="*/ 0 w 43"/>
              <a:gd name="T67" fmla="*/ 2147483646 h 43"/>
              <a:gd name="T68" fmla="*/ 0 w 43"/>
              <a:gd name="T69" fmla="*/ 2147483646 h 43"/>
              <a:gd name="T70" fmla="*/ 0 w 43"/>
              <a:gd name="T71" fmla="*/ 2147483646 h 43"/>
              <a:gd name="T72" fmla="*/ 0 w 43"/>
              <a:gd name="T73" fmla="*/ 2147483646 h 43"/>
              <a:gd name="T74" fmla="*/ 0 w 43"/>
              <a:gd name="T75" fmla="*/ 2147483646 h 43"/>
              <a:gd name="T76" fmla="*/ 0 w 43"/>
              <a:gd name="T77" fmla="*/ 2147483646 h 43"/>
              <a:gd name="T78" fmla="*/ 0 w 43"/>
              <a:gd name="T79" fmla="*/ 2147483646 h 43"/>
              <a:gd name="T80" fmla="*/ 0 w 43"/>
              <a:gd name="T81" fmla="*/ 2147483646 h 43"/>
              <a:gd name="T82" fmla="*/ 2147483646 w 43"/>
              <a:gd name="T83" fmla="*/ 0 h 43"/>
              <a:gd name="T84" fmla="*/ 2147483646 w 43"/>
              <a:gd name="T85" fmla="*/ 0 h 43"/>
              <a:gd name="T86" fmla="*/ 2147483646 w 43"/>
              <a:gd name="T87" fmla="*/ 0 h 43"/>
              <a:gd name="T88" fmla="*/ 2147483646 w 43"/>
              <a:gd name="T89" fmla="*/ 2147483646 h 43"/>
              <a:gd name="T90" fmla="*/ 2147483646 w 43"/>
              <a:gd name="T91" fmla="*/ 2147483646 h 43"/>
              <a:gd name="T92" fmla="*/ 2147483646 w 43"/>
              <a:gd name="T93" fmla="*/ 2147483646 h 43"/>
              <a:gd name="T94" fmla="*/ 2147483646 w 43"/>
              <a:gd name="T95" fmla="*/ 2147483646 h 43"/>
              <a:gd name="T96" fmla="*/ 2147483646 w 43"/>
              <a:gd name="T97" fmla="*/ 2147483646 h 4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43"/>
              <a:gd name="T149" fmla="*/ 43 w 43"/>
              <a:gd name="T150" fmla="*/ 43 h 4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43">
                <a:moveTo>
                  <a:pt x="35" y="22"/>
                </a:moveTo>
                <a:lnTo>
                  <a:pt x="28" y="7"/>
                </a:lnTo>
                <a:lnTo>
                  <a:pt x="28" y="15"/>
                </a:lnTo>
                <a:lnTo>
                  <a:pt x="14" y="7"/>
                </a:lnTo>
                <a:lnTo>
                  <a:pt x="0" y="15"/>
                </a:lnTo>
                <a:lnTo>
                  <a:pt x="7" y="7"/>
                </a:lnTo>
                <a:lnTo>
                  <a:pt x="7" y="22"/>
                </a:lnTo>
                <a:lnTo>
                  <a:pt x="7" y="36"/>
                </a:lnTo>
                <a:lnTo>
                  <a:pt x="0" y="36"/>
                </a:lnTo>
                <a:lnTo>
                  <a:pt x="14" y="36"/>
                </a:lnTo>
                <a:lnTo>
                  <a:pt x="28" y="36"/>
                </a:lnTo>
                <a:lnTo>
                  <a:pt x="35" y="22"/>
                </a:lnTo>
                <a:lnTo>
                  <a:pt x="43" y="22"/>
                </a:lnTo>
                <a:lnTo>
                  <a:pt x="35" y="36"/>
                </a:lnTo>
                <a:lnTo>
                  <a:pt x="28" y="43"/>
                </a:lnTo>
                <a:lnTo>
                  <a:pt x="14" y="43"/>
                </a:lnTo>
                <a:lnTo>
                  <a:pt x="0" y="43"/>
                </a:lnTo>
                <a:lnTo>
                  <a:pt x="0" y="36"/>
                </a:lnTo>
                <a:lnTo>
                  <a:pt x="0" y="22"/>
                </a:lnTo>
                <a:lnTo>
                  <a:pt x="0" y="7"/>
                </a:lnTo>
                <a:lnTo>
                  <a:pt x="14" y="0"/>
                </a:lnTo>
                <a:lnTo>
                  <a:pt x="28" y="7"/>
                </a:lnTo>
                <a:lnTo>
                  <a:pt x="35" y="7"/>
                </a:lnTo>
                <a:lnTo>
                  <a:pt x="43" y="22"/>
                </a:lnTo>
                <a:lnTo>
                  <a:pt x="35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3" name="Freeform 126">
            <a:extLst>
              <a:ext uri="{FF2B5EF4-FFF2-40B4-BE49-F238E27FC236}">
                <a16:creationId xmlns:a16="http://schemas.microsoft.com/office/drawing/2014/main" id="{48F52C9F-1969-E19E-E93A-DD463D78B9F4}"/>
              </a:ext>
            </a:extLst>
          </p:cNvPr>
          <p:cNvSpPr>
            <a:spLocks/>
          </p:cNvSpPr>
          <p:nvPr/>
        </p:nvSpPr>
        <p:spPr bwMode="auto">
          <a:xfrm>
            <a:off x="8753475" y="291782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4" name="Freeform 127">
            <a:extLst>
              <a:ext uri="{FF2B5EF4-FFF2-40B4-BE49-F238E27FC236}">
                <a16:creationId xmlns:a16="http://schemas.microsoft.com/office/drawing/2014/main" id="{B5E9B2E9-3CE9-5270-C512-92A9C73DC770}"/>
              </a:ext>
            </a:extLst>
          </p:cNvPr>
          <p:cNvSpPr>
            <a:spLocks/>
          </p:cNvSpPr>
          <p:nvPr/>
        </p:nvSpPr>
        <p:spPr bwMode="auto">
          <a:xfrm>
            <a:off x="8516938" y="2882900"/>
            <a:ext cx="68262" cy="57150"/>
          </a:xfrm>
          <a:custGeom>
            <a:avLst/>
            <a:gdLst>
              <a:gd name="T0" fmla="*/ 2147483646 w 43"/>
              <a:gd name="T1" fmla="*/ 2147483646 h 36"/>
              <a:gd name="T2" fmla="*/ 2147483646 w 43"/>
              <a:gd name="T3" fmla="*/ 2147483646 h 36"/>
              <a:gd name="T4" fmla="*/ 2147483646 w 43"/>
              <a:gd name="T5" fmla="*/ 0 h 36"/>
              <a:gd name="T6" fmla="*/ 2147483646 w 43"/>
              <a:gd name="T7" fmla="*/ 2147483646 h 36"/>
              <a:gd name="T8" fmla="*/ 0 w 43"/>
              <a:gd name="T9" fmla="*/ 2147483646 h 36"/>
              <a:gd name="T10" fmla="*/ 2147483646 w 43"/>
              <a:gd name="T11" fmla="*/ 2147483646 h 36"/>
              <a:gd name="T12" fmla="*/ 2147483646 w 43"/>
              <a:gd name="T13" fmla="*/ 2147483646 h 36"/>
              <a:gd name="T14" fmla="*/ 2147483646 w 43"/>
              <a:gd name="T15" fmla="*/ 2147483646 h 36"/>
              <a:gd name="T16" fmla="*/ 2147483646 w 43"/>
              <a:gd name="T17" fmla="*/ 2147483646 h 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36"/>
              <a:gd name="T29" fmla="*/ 43 w 43"/>
              <a:gd name="T30" fmla="*/ 36 h 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36">
                <a:moveTo>
                  <a:pt x="43" y="22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2"/>
                </a:lnTo>
                <a:lnTo>
                  <a:pt x="7" y="36"/>
                </a:lnTo>
                <a:lnTo>
                  <a:pt x="21" y="36"/>
                </a:lnTo>
                <a:lnTo>
                  <a:pt x="36" y="36"/>
                </a:lnTo>
                <a:lnTo>
                  <a:pt x="43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5" name="Freeform 128">
            <a:extLst>
              <a:ext uri="{FF2B5EF4-FFF2-40B4-BE49-F238E27FC236}">
                <a16:creationId xmlns:a16="http://schemas.microsoft.com/office/drawing/2014/main" id="{F53CF425-0C4E-F604-21D9-25AEC1B1CAAB}"/>
              </a:ext>
            </a:extLst>
          </p:cNvPr>
          <p:cNvSpPr>
            <a:spLocks/>
          </p:cNvSpPr>
          <p:nvPr/>
        </p:nvSpPr>
        <p:spPr bwMode="auto">
          <a:xfrm>
            <a:off x="8516939" y="2882901"/>
            <a:ext cx="79375" cy="68263"/>
          </a:xfrm>
          <a:custGeom>
            <a:avLst/>
            <a:gdLst>
              <a:gd name="T0" fmla="*/ 2147483646 w 50"/>
              <a:gd name="T1" fmla="*/ 2147483646 h 43"/>
              <a:gd name="T2" fmla="*/ 2147483646 w 50"/>
              <a:gd name="T3" fmla="*/ 2147483646 h 43"/>
              <a:gd name="T4" fmla="*/ 2147483646 w 50"/>
              <a:gd name="T5" fmla="*/ 2147483646 h 43"/>
              <a:gd name="T6" fmla="*/ 2147483646 w 50"/>
              <a:gd name="T7" fmla="*/ 2147483646 h 43"/>
              <a:gd name="T8" fmla="*/ 2147483646 w 50"/>
              <a:gd name="T9" fmla="*/ 2147483646 h 43"/>
              <a:gd name="T10" fmla="*/ 2147483646 w 50"/>
              <a:gd name="T11" fmla="*/ 2147483646 h 43"/>
              <a:gd name="T12" fmla="*/ 2147483646 w 50"/>
              <a:gd name="T13" fmla="*/ 2147483646 h 43"/>
              <a:gd name="T14" fmla="*/ 2147483646 w 50"/>
              <a:gd name="T15" fmla="*/ 2147483646 h 43"/>
              <a:gd name="T16" fmla="*/ 2147483646 w 50"/>
              <a:gd name="T17" fmla="*/ 2147483646 h 43"/>
              <a:gd name="T18" fmla="*/ 2147483646 w 50"/>
              <a:gd name="T19" fmla="*/ 2147483646 h 43"/>
              <a:gd name="T20" fmla="*/ 2147483646 w 50"/>
              <a:gd name="T21" fmla="*/ 2147483646 h 43"/>
              <a:gd name="T22" fmla="*/ 2147483646 w 50"/>
              <a:gd name="T23" fmla="*/ 2147483646 h 43"/>
              <a:gd name="T24" fmla="*/ 2147483646 w 50"/>
              <a:gd name="T25" fmla="*/ 2147483646 h 43"/>
              <a:gd name="T26" fmla="*/ 2147483646 w 50"/>
              <a:gd name="T27" fmla="*/ 2147483646 h 43"/>
              <a:gd name="T28" fmla="*/ 2147483646 w 50"/>
              <a:gd name="T29" fmla="*/ 2147483646 h 43"/>
              <a:gd name="T30" fmla="*/ 2147483646 w 50"/>
              <a:gd name="T31" fmla="*/ 2147483646 h 43"/>
              <a:gd name="T32" fmla="*/ 2147483646 w 50"/>
              <a:gd name="T33" fmla="*/ 2147483646 h 43"/>
              <a:gd name="T34" fmla="*/ 2147483646 w 50"/>
              <a:gd name="T35" fmla="*/ 2147483646 h 43"/>
              <a:gd name="T36" fmla="*/ 2147483646 w 50"/>
              <a:gd name="T37" fmla="*/ 2147483646 h 43"/>
              <a:gd name="T38" fmla="*/ 2147483646 w 50"/>
              <a:gd name="T39" fmla="*/ 2147483646 h 43"/>
              <a:gd name="T40" fmla="*/ 2147483646 w 50"/>
              <a:gd name="T41" fmla="*/ 2147483646 h 43"/>
              <a:gd name="T42" fmla="*/ 2147483646 w 50"/>
              <a:gd name="T43" fmla="*/ 2147483646 h 43"/>
              <a:gd name="T44" fmla="*/ 2147483646 w 50"/>
              <a:gd name="T45" fmla="*/ 2147483646 h 43"/>
              <a:gd name="T46" fmla="*/ 2147483646 w 50"/>
              <a:gd name="T47" fmla="*/ 2147483646 h 43"/>
              <a:gd name="T48" fmla="*/ 2147483646 w 50"/>
              <a:gd name="T49" fmla="*/ 2147483646 h 43"/>
              <a:gd name="T50" fmla="*/ 2147483646 w 50"/>
              <a:gd name="T51" fmla="*/ 2147483646 h 43"/>
              <a:gd name="T52" fmla="*/ 2147483646 w 50"/>
              <a:gd name="T53" fmla="*/ 2147483646 h 43"/>
              <a:gd name="T54" fmla="*/ 2147483646 w 50"/>
              <a:gd name="T55" fmla="*/ 2147483646 h 43"/>
              <a:gd name="T56" fmla="*/ 2147483646 w 50"/>
              <a:gd name="T57" fmla="*/ 2147483646 h 43"/>
              <a:gd name="T58" fmla="*/ 2147483646 w 50"/>
              <a:gd name="T59" fmla="*/ 2147483646 h 43"/>
              <a:gd name="T60" fmla="*/ 2147483646 w 50"/>
              <a:gd name="T61" fmla="*/ 2147483646 h 43"/>
              <a:gd name="T62" fmla="*/ 2147483646 w 50"/>
              <a:gd name="T63" fmla="*/ 2147483646 h 43"/>
              <a:gd name="T64" fmla="*/ 2147483646 w 50"/>
              <a:gd name="T65" fmla="*/ 2147483646 h 43"/>
              <a:gd name="T66" fmla="*/ 2147483646 w 50"/>
              <a:gd name="T67" fmla="*/ 2147483646 h 43"/>
              <a:gd name="T68" fmla="*/ 2147483646 w 50"/>
              <a:gd name="T69" fmla="*/ 2147483646 h 43"/>
              <a:gd name="T70" fmla="*/ 0 w 50"/>
              <a:gd name="T71" fmla="*/ 2147483646 h 43"/>
              <a:gd name="T72" fmla="*/ 0 w 50"/>
              <a:gd name="T73" fmla="*/ 2147483646 h 43"/>
              <a:gd name="T74" fmla="*/ 0 w 50"/>
              <a:gd name="T75" fmla="*/ 2147483646 h 43"/>
              <a:gd name="T76" fmla="*/ 2147483646 w 50"/>
              <a:gd name="T77" fmla="*/ 2147483646 h 43"/>
              <a:gd name="T78" fmla="*/ 2147483646 w 50"/>
              <a:gd name="T79" fmla="*/ 2147483646 h 43"/>
              <a:gd name="T80" fmla="*/ 2147483646 w 50"/>
              <a:gd name="T81" fmla="*/ 2147483646 h 43"/>
              <a:gd name="T82" fmla="*/ 2147483646 w 50"/>
              <a:gd name="T83" fmla="*/ 0 h 43"/>
              <a:gd name="T84" fmla="*/ 2147483646 w 50"/>
              <a:gd name="T85" fmla="*/ 0 h 43"/>
              <a:gd name="T86" fmla="*/ 2147483646 w 50"/>
              <a:gd name="T87" fmla="*/ 0 h 43"/>
              <a:gd name="T88" fmla="*/ 2147483646 w 50"/>
              <a:gd name="T89" fmla="*/ 2147483646 h 43"/>
              <a:gd name="T90" fmla="*/ 2147483646 w 50"/>
              <a:gd name="T91" fmla="*/ 2147483646 h 43"/>
              <a:gd name="T92" fmla="*/ 2147483646 w 50"/>
              <a:gd name="T93" fmla="*/ 2147483646 h 43"/>
              <a:gd name="T94" fmla="*/ 2147483646 w 50"/>
              <a:gd name="T95" fmla="*/ 2147483646 h 43"/>
              <a:gd name="T96" fmla="*/ 2147483646 w 50"/>
              <a:gd name="T97" fmla="*/ 2147483646 h 4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3"/>
              <a:gd name="T149" fmla="*/ 50 w 50"/>
              <a:gd name="T150" fmla="*/ 43 h 4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3">
                <a:moveTo>
                  <a:pt x="43" y="22"/>
                </a:moveTo>
                <a:lnTo>
                  <a:pt x="36" y="7"/>
                </a:lnTo>
                <a:lnTo>
                  <a:pt x="36" y="15"/>
                </a:lnTo>
                <a:lnTo>
                  <a:pt x="21" y="7"/>
                </a:lnTo>
                <a:lnTo>
                  <a:pt x="7" y="15"/>
                </a:lnTo>
                <a:lnTo>
                  <a:pt x="14" y="7"/>
                </a:lnTo>
                <a:lnTo>
                  <a:pt x="7" y="22"/>
                </a:lnTo>
                <a:lnTo>
                  <a:pt x="14" y="36"/>
                </a:lnTo>
                <a:lnTo>
                  <a:pt x="7" y="36"/>
                </a:lnTo>
                <a:lnTo>
                  <a:pt x="21" y="36"/>
                </a:lnTo>
                <a:lnTo>
                  <a:pt x="36" y="36"/>
                </a:lnTo>
                <a:lnTo>
                  <a:pt x="43" y="22"/>
                </a:lnTo>
                <a:lnTo>
                  <a:pt x="50" y="22"/>
                </a:lnTo>
                <a:lnTo>
                  <a:pt x="43" y="36"/>
                </a:lnTo>
                <a:lnTo>
                  <a:pt x="36" y="43"/>
                </a:lnTo>
                <a:lnTo>
                  <a:pt x="21" y="43"/>
                </a:lnTo>
                <a:lnTo>
                  <a:pt x="7" y="43"/>
                </a:lnTo>
                <a:lnTo>
                  <a:pt x="7" y="36"/>
                </a:lnTo>
                <a:lnTo>
                  <a:pt x="0" y="22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2"/>
                </a:lnTo>
                <a:lnTo>
                  <a:pt x="43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6" name="Freeform 129">
            <a:extLst>
              <a:ext uri="{FF2B5EF4-FFF2-40B4-BE49-F238E27FC236}">
                <a16:creationId xmlns:a16="http://schemas.microsoft.com/office/drawing/2014/main" id="{C923D1C3-0809-2AD2-C018-D43E6BD7B8BD}"/>
              </a:ext>
            </a:extLst>
          </p:cNvPr>
          <p:cNvSpPr>
            <a:spLocks/>
          </p:cNvSpPr>
          <p:nvPr/>
        </p:nvSpPr>
        <p:spPr bwMode="auto">
          <a:xfrm>
            <a:off x="8585201" y="2917825"/>
            <a:ext cx="11113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7" name="Freeform 130">
            <a:extLst>
              <a:ext uri="{FF2B5EF4-FFF2-40B4-BE49-F238E27FC236}">
                <a16:creationId xmlns:a16="http://schemas.microsoft.com/office/drawing/2014/main" id="{99C8E07D-B7B3-5BA5-8DEA-EE31A3C5B663}"/>
              </a:ext>
            </a:extLst>
          </p:cNvPr>
          <p:cNvSpPr>
            <a:spLocks/>
          </p:cNvSpPr>
          <p:nvPr/>
        </p:nvSpPr>
        <p:spPr bwMode="auto">
          <a:xfrm>
            <a:off x="9002713" y="3200401"/>
            <a:ext cx="68262" cy="55563"/>
          </a:xfrm>
          <a:custGeom>
            <a:avLst/>
            <a:gdLst>
              <a:gd name="T0" fmla="*/ 2147483646 w 43"/>
              <a:gd name="T1" fmla="*/ 2147483646 h 35"/>
              <a:gd name="T2" fmla="*/ 2147483646 w 43"/>
              <a:gd name="T3" fmla="*/ 2147483646 h 35"/>
              <a:gd name="T4" fmla="*/ 2147483646 w 43"/>
              <a:gd name="T5" fmla="*/ 0 h 35"/>
              <a:gd name="T6" fmla="*/ 2147483646 w 43"/>
              <a:gd name="T7" fmla="*/ 2147483646 h 35"/>
              <a:gd name="T8" fmla="*/ 0 w 43"/>
              <a:gd name="T9" fmla="*/ 2147483646 h 35"/>
              <a:gd name="T10" fmla="*/ 2147483646 w 43"/>
              <a:gd name="T11" fmla="*/ 2147483646 h 35"/>
              <a:gd name="T12" fmla="*/ 2147483646 w 43"/>
              <a:gd name="T13" fmla="*/ 2147483646 h 35"/>
              <a:gd name="T14" fmla="*/ 2147483646 w 43"/>
              <a:gd name="T15" fmla="*/ 2147483646 h 35"/>
              <a:gd name="T16" fmla="*/ 2147483646 w 43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35"/>
              <a:gd name="T29" fmla="*/ 43 w 43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35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35"/>
                </a:lnTo>
                <a:lnTo>
                  <a:pt x="36" y="35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8" name="Freeform 131">
            <a:extLst>
              <a:ext uri="{FF2B5EF4-FFF2-40B4-BE49-F238E27FC236}">
                <a16:creationId xmlns:a16="http://schemas.microsoft.com/office/drawing/2014/main" id="{7CD4C4BF-8C89-CE38-A8A9-B974678262BF}"/>
              </a:ext>
            </a:extLst>
          </p:cNvPr>
          <p:cNvSpPr>
            <a:spLocks/>
          </p:cNvSpPr>
          <p:nvPr/>
        </p:nvSpPr>
        <p:spPr bwMode="auto">
          <a:xfrm>
            <a:off x="9002714" y="3200401"/>
            <a:ext cx="79375" cy="66675"/>
          </a:xfrm>
          <a:custGeom>
            <a:avLst/>
            <a:gdLst>
              <a:gd name="T0" fmla="*/ 2147483646 w 50"/>
              <a:gd name="T1" fmla="*/ 2147483646 h 42"/>
              <a:gd name="T2" fmla="*/ 2147483646 w 50"/>
              <a:gd name="T3" fmla="*/ 2147483646 h 42"/>
              <a:gd name="T4" fmla="*/ 2147483646 w 50"/>
              <a:gd name="T5" fmla="*/ 2147483646 h 42"/>
              <a:gd name="T6" fmla="*/ 2147483646 w 50"/>
              <a:gd name="T7" fmla="*/ 2147483646 h 42"/>
              <a:gd name="T8" fmla="*/ 2147483646 w 50"/>
              <a:gd name="T9" fmla="*/ 2147483646 h 42"/>
              <a:gd name="T10" fmla="*/ 2147483646 w 50"/>
              <a:gd name="T11" fmla="*/ 2147483646 h 42"/>
              <a:gd name="T12" fmla="*/ 2147483646 w 50"/>
              <a:gd name="T13" fmla="*/ 2147483646 h 42"/>
              <a:gd name="T14" fmla="*/ 2147483646 w 50"/>
              <a:gd name="T15" fmla="*/ 2147483646 h 42"/>
              <a:gd name="T16" fmla="*/ 2147483646 w 50"/>
              <a:gd name="T17" fmla="*/ 2147483646 h 42"/>
              <a:gd name="T18" fmla="*/ 2147483646 w 50"/>
              <a:gd name="T19" fmla="*/ 2147483646 h 42"/>
              <a:gd name="T20" fmla="*/ 2147483646 w 50"/>
              <a:gd name="T21" fmla="*/ 2147483646 h 42"/>
              <a:gd name="T22" fmla="*/ 2147483646 w 50"/>
              <a:gd name="T23" fmla="*/ 2147483646 h 42"/>
              <a:gd name="T24" fmla="*/ 2147483646 w 50"/>
              <a:gd name="T25" fmla="*/ 2147483646 h 42"/>
              <a:gd name="T26" fmla="*/ 2147483646 w 50"/>
              <a:gd name="T27" fmla="*/ 2147483646 h 42"/>
              <a:gd name="T28" fmla="*/ 2147483646 w 50"/>
              <a:gd name="T29" fmla="*/ 2147483646 h 42"/>
              <a:gd name="T30" fmla="*/ 2147483646 w 50"/>
              <a:gd name="T31" fmla="*/ 2147483646 h 42"/>
              <a:gd name="T32" fmla="*/ 2147483646 w 50"/>
              <a:gd name="T33" fmla="*/ 2147483646 h 42"/>
              <a:gd name="T34" fmla="*/ 2147483646 w 50"/>
              <a:gd name="T35" fmla="*/ 2147483646 h 42"/>
              <a:gd name="T36" fmla="*/ 2147483646 w 50"/>
              <a:gd name="T37" fmla="*/ 2147483646 h 42"/>
              <a:gd name="T38" fmla="*/ 2147483646 w 50"/>
              <a:gd name="T39" fmla="*/ 2147483646 h 42"/>
              <a:gd name="T40" fmla="*/ 2147483646 w 50"/>
              <a:gd name="T41" fmla="*/ 2147483646 h 42"/>
              <a:gd name="T42" fmla="*/ 2147483646 w 50"/>
              <a:gd name="T43" fmla="*/ 2147483646 h 42"/>
              <a:gd name="T44" fmla="*/ 2147483646 w 50"/>
              <a:gd name="T45" fmla="*/ 2147483646 h 42"/>
              <a:gd name="T46" fmla="*/ 2147483646 w 50"/>
              <a:gd name="T47" fmla="*/ 2147483646 h 42"/>
              <a:gd name="T48" fmla="*/ 2147483646 w 50"/>
              <a:gd name="T49" fmla="*/ 2147483646 h 42"/>
              <a:gd name="T50" fmla="*/ 2147483646 w 50"/>
              <a:gd name="T51" fmla="*/ 2147483646 h 42"/>
              <a:gd name="T52" fmla="*/ 2147483646 w 50"/>
              <a:gd name="T53" fmla="*/ 2147483646 h 42"/>
              <a:gd name="T54" fmla="*/ 2147483646 w 50"/>
              <a:gd name="T55" fmla="*/ 2147483646 h 42"/>
              <a:gd name="T56" fmla="*/ 2147483646 w 50"/>
              <a:gd name="T57" fmla="*/ 2147483646 h 42"/>
              <a:gd name="T58" fmla="*/ 2147483646 w 50"/>
              <a:gd name="T59" fmla="*/ 2147483646 h 42"/>
              <a:gd name="T60" fmla="*/ 2147483646 w 50"/>
              <a:gd name="T61" fmla="*/ 2147483646 h 42"/>
              <a:gd name="T62" fmla="*/ 2147483646 w 50"/>
              <a:gd name="T63" fmla="*/ 2147483646 h 42"/>
              <a:gd name="T64" fmla="*/ 2147483646 w 50"/>
              <a:gd name="T65" fmla="*/ 2147483646 h 42"/>
              <a:gd name="T66" fmla="*/ 2147483646 w 50"/>
              <a:gd name="T67" fmla="*/ 2147483646 h 42"/>
              <a:gd name="T68" fmla="*/ 2147483646 w 50"/>
              <a:gd name="T69" fmla="*/ 2147483646 h 42"/>
              <a:gd name="T70" fmla="*/ 0 w 50"/>
              <a:gd name="T71" fmla="*/ 2147483646 h 42"/>
              <a:gd name="T72" fmla="*/ 0 w 50"/>
              <a:gd name="T73" fmla="*/ 2147483646 h 42"/>
              <a:gd name="T74" fmla="*/ 0 w 50"/>
              <a:gd name="T75" fmla="*/ 2147483646 h 42"/>
              <a:gd name="T76" fmla="*/ 2147483646 w 50"/>
              <a:gd name="T77" fmla="*/ 2147483646 h 42"/>
              <a:gd name="T78" fmla="*/ 2147483646 w 50"/>
              <a:gd name="T79" fmla="*/ 2147483646 h 42"/>
              <a:gd name="T80" fmla="*/ 2147483646 w 50"/>
              <a:gd name="T81" fmla="*/ 2147483646 h 42"/>
              <a:gd name="T82" fmla="*/ 2147483646 w 50"/>
              <a:gd name="T83" fmla="*/ 0 h 42"/>
              <a:gd name="T84" fmla="*/ 2147483646 w 50"/>
              <a:gd name="T85" fmla="*/ 0 h 42"/>
              <a:gd name="T86" fmla="*/ 2147483646 w 50"/>
              <a:gd name="T87" fmla="*/ 0 h 42"/>
              <a:gd name="T88" fmla="*/ 2147483646 w 50"/>
              <a:gd name="T89" fmla="*/ 2147483646 h 42"/>
              <a:gd name="T90" fmla="*/ 2147483646 w 50"/>
              <a:gd name="T91" fmla="*/ 2147483646 h 42"/>
              <a:gd name="T92" fmla="*/ 2147483646 w 50"/>
              <a:gd name="T93" fmla="*/ 2147483646 h 42"/>
              <a:gd name="T94" fmla="*/ 2147483646 w 50"/>
              <a:gd name="T95" fmla="*/ 2147483646 h 42"/>
              <a:gd name="T96" fmla="*/ 2147483646 w 50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2"/>
              <a:gd name="T149" fmla="*/ 50 w 50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2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35"/>
                </a:lnTo>
                <a:lnTo>
                  <a:pt x="36" y="35"/>
                </a:lnTo>
                <a:lnTo>
                  <a:pt x="43" y="21"/>
                </a:lnTo>
                <a:lnTo>
                  <a:pt x="50" y="21"/>
                </a:lnTo>
                <a:lnTo>
                  <a:pt x="43" y="35"/>
                </a:lnTo>
                <a:lnTo>
                  <a:pt x="36" y="42"/>
                </a:lnTo>
                <a:lnTo>
                  <a:pt x="21" y="42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9" name="Freeform 132">
            <a:extLst>
              <a:ext uri="{FF2B5EF4-FFF2-40B4-BE49-F238E27FC236}">
                <a16:creationId xmlns:a16="http://schemas.microsoft.com/office/drawing/2014/main" id="{9267D257-507C-A6CA-EFA4-7F960B1B1BD0}"/>
              </a:ext>
            </a:extLst>
          </p:cNvPr>
          <p:cNvSpPr>
            <a:spLocks/>
          </p:cNvSpPr>
          <p:nvPr/>
        </p:nvSpPr>
        <p:spPr bwMode="auto">
          <a:xfrm>
            <a:off x="9070976" y="323373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0" name="Freeform 133">
            <a:extLst>
              <a:ext uri="{FF2B5EF4-FFF2-40B4-BE49-F238E27FC236}">
                <a16:creationId xmlns:a16="http://schemas.microsoft.com/office/drawing/2014/main" id="{91ECBED3-76B3-75EE-2750-43BABB977629}"/>
              </a:ext>
            </a:extLst>
          </p:cNvPr>
          <p:cNvSpPr>
            <a:spLocks/>
          </p:cNvSpPr>
          <p:nvPr/>
        </p:nvSpPr>
        <p:spPr bwMode="auto">
          <a:xfrm>
            <a:off x="9002713" y="3403601"/>
            <a:ext cx="68262" cy="66675"/>
          </a:xfrm>
          <a:custGeom>
            <a:avLst/>
            <a:gdLst>
              <a:gd name="T0" fmla="*/ 2147483646 w 43"/>
              <a:gd name="T1" fmla="*/ 2147483646 h 42"/>
              <a:gd name="T2" fmla="*/ 2147483646 w 43"/>
              <a:gd name="T3" fmla="*/ 2147483646 h 42"/>
              <a:gd name="T4" fmla="*/ 2147483646 w 43"/>
              <a:gd name="T5" fmla="*/ 0 h 42"/>
              <a:gd name="T6" fmla="*/ 2147483646 w 43"/>
              <a:gd name="T7" fmla="*/ 2147483646 h 42"/>
              <a:gd name="T8" fmla="*/ 0 w 43"/>
              <a:gd name="T9" fmla="*/ 2147483646 h 42"/>
              <a:gd name="T10" fmla="*/ 2147483646 w 43"/>
              <a:gd name="T11" fmla="*/ 2147483646 h 42"/>
              <a:gd name="T12" fmla="*/ 2147483646 w 43"/>
              <a:gd name="T13" fmla="*/ 2147483646 h 42"/>
              <a:gd name="T14" fmla="*/ 2147483646 w 43"/>
              <a:gd name="T15" fmla="*/ 2147483646 h 42"/>
              <a:gd name="T16" fmla="*/ 2147483646 w 43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2"/>
              <a:gd name="T29" fmla="*/ 43 w 43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2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1" name="Freeform 134">
            <a:extLst>
              <a:ext uri="{FF2B5EF4-FFF2-40B4-BE49-F238E27FC236}">
                <a16:creationId xmlns:a16="http://schemas.microsoft.com/office/drawing/2014/main" id="{C9F1EBDB-3DA7-39ED-BB9B-4DA822032469}"/>
              </a:ext>
            </a:extLst>
          </p:cNvPr>
          <p:cNvSpPr>
            <a:spLocks/>
          </p:cNvSpPr>
          <p:nvPr/>
        </p:nvSpPr>
        <p:spPr bwMode="auto">
          <a:xfrm>
            <a:off x="9002714" y="3403601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lnTo>
                  <a:pt x="50" y="21"/>
                </a:lnTo>
                <a:lnTo>
                  <a:pt x="43" y="35"/>
                </a:lnTo>
                <a:lnTo>
                  <a:pt x="36" y="42"/>
                </a:lnTo>
                <a:lnTo>
                  <a:pt x="21" y="50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2" name="Freeform 135">
            <a:extLst>
              <a:ext uri="{FF2B5EF4-FFF2-40B4-BE49-F238E27FC236}">
                <a16:creationId xmlns:a16="http://schemas.microsoft.com/office/drawing/2014/main" id="{4CA3D278-D125-1031-EC3A-1911691D04C4}"/>
              </a:ext>
            </a:extLst>
          </p:cNvPr>
          <p:cNvSpPr>
            <a:spLocks/>
          </p:cNvSpPr>
          <p:nvPr/>
        </p:nvSpPr>
        <p:spPr bwMode="auto">
          <a:xfrm>
            <a:off x="9070976" y="343693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3" name="Freeform 136">
            <a:extLst>
              <a:ext uri="{FF2B5EF4-FFF2-40B4-BE49-F238E27FC236}">
                <a16:creationId xmlns:a16="http://schemas.microsoft.com/office/drawing/2014/main" id="{F53B7A22-7D1E-7445-3576-0CA03079F17F}"/>
              </a:ext>
            </a:extLst>
          </p:cNvPr>
          <p:cNvSpPr>
            <a:spLocks/>
          </p:cNvSpPr>
          <p:nvPr/>
        </p:nvSpPr>
        <p:spPr bwMode="auto">
          <a:xfrm>
            <a:off x="8697913" y="3719513"/>
            <a:ext cx="55562" cy="68262"/>
          </a:xfrm>
          <a:custGeom>
            <a:avLst/>
            <a:gdLst>
              <a:gd name="T0" fmla="*/ 2147483646 w 35"/>
              <a:gd name="T1" fmla="*/ 2147483646 h 43"/>
              <a:gd name="T2" fmla="*/ 2147483646 w 35"/>
              <a:gd name="T3" fmla="*/ 2147483646 h 43"/>
              <a:gd name="T4" fmla="*/ 2147483646 w 35"/>
              <a:gd name="T5" fmla="*/ 0 h 43"/>
              <a:gd name="T6" fmla="*/ 0 w 35"/>
              <a:gd name="T7" fmla="*/ 2147483646 h 43"/>
              <a:gd name="T8" fmla="*/ 0 w 35"/>
              <a:gd name="T9" fmla="*/ 2147483646 h 43"/>
              <a:gd name="T10" fmla="*/ 0 w 35"/>
              <a:gd name="T11" fmla="*/ 2147483646 h 43"/>
              <a:gd name="T12" fmla="*/ 2147483646 w 35"/>
              <a:gd name="T13" fmla="*/ 2147483646 h 43"/>
              <a:gd name="T14" fmla="*/ 2147483646 w 35"/>
              <a:gd name="T15" fmla="*/ 2147483646 h 43"/>
              <a:gd name="T16" fmla="*/ 2147483646 w 35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5"/>
              <a:gd name="T28" fmla="*/ 0 h 43"/>
              <a:gd name="T29" fmla="*/ 35 w 35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5" h="43">
                <a:moveTo>
                  <a:pt x="35" y="21"/>
                </a:moveTo>
                <a:lnTo>
                  <a:pt x="28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6"/>
                </a:lnTo>
                <a:lnTo>
                  <a:pt x="14" y="43"/>
                </a:lnTo>
                <a:lnTo>
                  <a:pt x="28" y="36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4" name="Freeform 137">
            <a:extLst>
              <a:ext uri="{FF2B5EF4-FFF2-40B4-BE49-F238E27FC236}">
                <a16:creationId xmlns:a16="http://schemas.microsoft.com/office/drawing/2014/main" id="{27788809-D136-D95B-C834-7B2B490126CE}"/>
              </a:ext>
            </a:extLst>
          </p:cNvPr>
          <p:cNvSpPr>
            <a:spLocks/>
          </p:cNvSpPr>
          <p:nvPr/>
        </p:nvSpPr>
        <p:spPr bwMode="auto">
          <a:xfrm>
            <a:off x="8697913" y="3719514"/>
            <a:ext cx="68262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0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0 w 43"/>
              <a:gd name="T29" fmla="*/ 2147483646 h 50"/>
              <a:gd name="T30" fmla="*/ 0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0 w 43"/>
              <a:gd name="T65" fmla="*/ 2147483646 h 50"/>
              <a:gd name="T66" fmla="*/ 0 w 43"/>
              <a:gd name="T67" fmla="*/ 2147483646 h 50"/>
              <a:gd name="T68" fmla="*/ 0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0 w 43"/>
              <a:gd name="T77" fmla="*/ 2147483646 h 50"/>
              <a:gd name="T78" fmla="*/ 0 w 43"/>
              <a:gd name="T79" fmla="*/ 2147483646 h 50"/>
              <a:gd name="T80" fmla="*/ 0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5" y="21"/>
                </a:moveTo>
                <a:lnTo>
                  <a:pt x="28" y="7"/>
                </a:lnTo>
                <a:lnTo>
                  <a:pt x="28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6"/>
                </a:lnTo>
                <a:lnTo>
                  <a:pt x="0" y="36"/>
                </a:lnTo>
                <a:lnTo>
                  <a:pt x="14" y="43"/>
                </a:lnTo>
                <a:lnTo>
                  <a:pt x="28" y="36"/>
                </a:lnTo>
                <a:lnTo>
                  <a:pt x="35" y="21"/>
                </a:lnTo>
                <a:lnTo>
                  <a:pt x="43" y="21"/>
                </a:lnTo>
                <a:lnTo>
                  <a:pt x="35" y="36"/>
                </a:lnTo>
                <a:lnTo>
                  <a:pt x="28" y="43"/>
                </a:lnTo>
                <a:lnTo>
                  <a:pt x="14" y="50"/>
                </a:lnTo>
                <a:lnTo>
                  <a:pt x="0" y="43"/>
                </a:lnTo>
                <a:lnTo>
                  <a:pt x="0" y="36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8" y="7"/>
                </a:lnTo>
                <a:lnTo>
                  <a:pt x="35" y="7"/>
                </a:lnTo>
                <a:lnTo>
                  <a:pt x="43" y="21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5" name="Freeform 138">
            <a:extLst>
              <a:ext uri="{FF2B5EF4-FFF2-40B4-BE49-F238E27FC236}">
                <a16:creationId xmlns:a16="http://schemas.microsoft.com/office/drawing/2014/main" id="{CC75D424-0E09-A27F-FE7D-669D87CB3372}"/>
              </a:ext>
            </a:extLst>
          </p:cNvPr>
          <p:cNvSpPr>
            <a:spLocks/>
          </p:cNvSpPr>
          <p:nvPr/>
        </p:nvSpPr>
        <p:spPr bwMode="auto">
          <a:xfrm>
            <a:off x="8753475" y="375285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6" name="Freeform 139">
            <a:extLst>
              <a:ext uri="{FF2B5EF4-FFF2-40B4-BE49-F238E27FC236}">
                <a16:creationId xmlns:a16="http://schemas.microsoft.com/office/drawing/2014/main" id="{A33ECA4E-DC5B-1FDB-7DC3-EDCD0474B2B7}"/>
              </a:ext>
            </a:extLst>
          </p:cNvPr>
          <p:cNvSpPr>
            <a:spLocks/>
          </p:cNvSpPr>
          <p:nvPr/>
        </p:nvSpPr>
        <p:spPr bwMode="auto">
          <a:xfrm>
            <a:off x="8516938" y="3719513"/>
            <a:ext cx="68262" cy="68262"/>
          </a:xfrm>
          <a:custGeom>
            <a:avLst/>
            <a:gdLst>
              <a:gd name="T0" fmla="*/ 2147483646 w 43"/>
              <a:gd name="T1" fmla="*/ 2147483646 h 43"/>
              <a:gd name="T2" fmla="*/ 2147483646 w 43"/>
              <a:gd name="T3" fmla="*/ 2147483646 h 43"/>
              <a:gd name="T4" fmla="*/ 2147483646 w 43"/>
              <a:gd name="T5" fmla="*/ 0 h 43"/>
              <a:gd name="T6" fmla="*/ 2147483646 w 43"/>
              <a:gd name="T7" fmla="*/ 2147483646 h 43"/>
              <a:gd name="T8" fmla="*/ 0 w 43"/>
              <a:gd name="T9" fmla="*/ 2147483646 h 43"/>
              <a:gd name="T10" fmla="*/ 2147483646 w 43"/>
              <a:gd name="T11" fmla="*/ 2147483646 h 43"/>
              <a:gd name="T12" fmla="*/ 2147483646 w 43"/>
              <a:gd name="T13" fmla="*/ 2147483646 h 43"/>
              <a:gd name="T14" fmla="*/ 2147483646 w 43"/>
              <a:gd name="T15" fmla="*/ 2147483646 h 43"/>
              <a:gd name="T16" fmla="*/ 2147483646 w 43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3"/>
              <a:gd name="T29" fmla="*/ 43 w 43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3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1" y="43"/>
                </a:lnTo>
                <a:lnTo>
                  <a:pt x="36" y="36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7" name="Freeform 140">
            <a:extLst>
              <a:ext uri="{FF2B5EF4-FFF2-40B4-BE49-F238E27FC236}">
                <a16:creationId xmlns:a16="http://schemas.microsoft.com/office/drawing/2014/main" id="{5B0A57A8-9381-3B5B-4CEB-76B0549D1F3B}"/>
              </a:ext>
            </a:extLst>
          </p:cNvPr>
          <p:cNvSpPr>
            <a:spLocks/>
          </p:cNvSpPr>
          <p:nvPr/>
        </p:nvSpPr>
        <p:spPr bwMode="auto">
          <a:xfrm>
            <a:off x="8516939" y="3719514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6"/>
                </a:lnTo>
                <a:lnTo>
                  <a:pt x="7" y="36"/>
                </a:lnTo>
                <a:lnTo>
                  <a:pt x="21" y="43"/>
                </a:lnTo>
                <a:lnTo>
                  <a:pt x="36" y="36"/>
                </a:lnTo>
                <a:lnTo>
                  <a:pt x="43" y="21"/>
                </a:lnTo>
                <a:lnTo>
                  <a:pt x="50" y="21"/>
                </a:lnTo>
                <a:lnTo>
                  <a:pt x="43" y="36"/>
                </a:lnTo>
                <a:lnTo>
                  <a:pt x="36" y="43"/>
                </a:lnTo>
                <a:lnTo>
                  <a:pt x="21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8" name="Freeform 141">
            <a:extLst>
              <a:ext uri="{FF2B5EF4-FFF2-40B4-BE49-F238E27FC236}">
                <a16:creationId xmlns:a16="http://schemas.microsoft.com/office/drawing/2014/main" id="{5AD6742E-5EF4-AF45-01A7-99A7FDF9478A}"/>
              </a:ext>
            </a:extLst>
          </p:cNvPr>
          <p:cNvSpPr>
            <a:spLocks/>
          </p:cNvSpPr>
          <p:nvPr/>
        </p:nvSpPr>
        <p:spPr bwMode="auto">
          <a:xfrm>
            <a:off x="8585201" y="3752850"/>
            <a:ext cx="11113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9" name="Freeform 142">
            <a:extLst>
              <a:ext uri="{FF2B5EF4-FFF2-40B4-BE49-F238E27FC236}">
                <a16:creationId xmlns:a16="http://schemas.microsoft.com/office/drawing/2014/main" id="{B31D0AC0-7222-431D-55A1-14BBE88E68A5}"/>
              </a:ext>
            </a:extLst>
          </p:cNvPr>
          <p:cNvSpPr>
            <a:spLocks/>
          </p:cNvSpPr>
          <p:nvPr/>
        </p:nvSpPr>
        <p:spPr bwMode="auto">
          <a:xfrm>
            <a:off x="8212138" y="3200401"/>
            <a:ext cx="55562" cy="55563"/>
          </a:xfrm>
          <a:custGeom>
            <a:avLst/>
            <a:gdLst>
              <a:gd name="T0" fmla="*/ 2147483646 w 35"/>
              <a:gd name="T1" fmla="*/ 2147483646 h 35"/>
              <a:gd name="T2" fmla="*/ 2147483646 w 35"/>
              <a:gd name="T3" fmla="*/ 2147483646 h 35"/>
              <a:gd name="T4" fmla="*/ 2147483646 w 35"/>
              <a:gd name="T5" fmla="*/ 0 h 35"/>
              <a:gd name="T6" fmla="*/ 2147483646 w 35"/>
              <a:gd name="T7" fmla="*/ 2147483646 h 35"/>
              <a:gd name="T8" fmla="*/ 0 w 35"/>
              <a:gd name="T9" fmla="*/ 2147483646 h 35"/>
              <a:gd name="T10" fmla="*/ 2147483646 w 35"/>
              <a:gd name="T11" fmla="*/ 2147483646 h 35"/>
              <a:gd name="T12" fmla="*/ 2147483646 w 35"/>
              <a:gd name="T13" fmla="*/ 2147483646 h 35"/>
              <a:gd name="T14" fmla="*/ 2147483646 w 35"/>
              <a:gd name="T15" fmla="*/ 2147483646 h 35"/>
              <a:gd name="T16" fmla="*/ 2147483646 w 35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5"/>
              <a:gd name="T28" fmla="*/ 0 h 35"/>
              <a:gd name="T29" fmla="*/ 35 w 35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5" h="35">
                <a:moveTo>
                  <a:pt x="35" y="21"/>
                </a:moveTo>
                <a:lnTo>
                  <a:pt x="28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35"/>
                </a:lnTo>
                <a:lnTo>
                  <a:pt x="28" y="35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50" name="Freeform 143">
            <a:extLst>
              <a:ext uri="{FF2B5EF4-FFF2-40B4-BE49-F238E27FC236}">
                <a16:creationId xmlns:a16="http://schemas.microsoft.com/office/drawing/2014/main" id="{444061E2-1BF0-931E-3B9A-5CF40769204E}"/>
              </a:ext>
            </a:extLst>
          </p:cNvPr>
          <p:cNvSpPr>
            <a:spLocks/>
          </p:cNvSpPr>
          <p:nvPr/>
        </p:nvSpPr>
        <p:spPr bwMode="auto">
          <a:xfrm>
            <a:off x="8212139" y="3200401"/>
            <a:ext cx="66675" cy="66675"/>
          </a:xfrm>
          <a:custGeom>
            <a:avLst/>
            <a:gdLst>
              <a:gd name="T0" fmla="*/ 2147483646 w 42"/>
              <a:gd name="T1" fmla="*/ 2147483646 h 42"/>
              <a:gd name="T2" fmla="*/ 2147483646 w 42"/>
              <a:gd name="T3" fmla="*/ 2147483646 h 42"/>
              <a:gd name="T4" fmla="*/ 2147483646 w 42"/>
              <a:gd name="T5" fmla="*/ 2147483646 h 42"/>
              <a:gd name="T6" fmla="*/ 2147483646 w 42"/>
              <a:gd name="T7" fmla="*/ 2147483646 h 42"/>
              <a:gd name="T8" fmla="*/ 2147483646 w 42"/>
              <a:gd name="T9" fmla="*/ 2147483646 h 42"/>
              <a:gd name="T10" fmla="*/ 2147483646 w 42"/>
              <a:gd name="T11" fmla="*/ 2147483646 h 42"/>
              <a:gd name="T12" fmla="*/ 2147483646 w 42"/>
              <a:gd name="T13" fmla="*/ 2147483646 h 42"/>
              <a:gd name="T14" fmla="*/ 2147483646 w 42"/>
              <a:gd name="T15" fmla="*/ 2147483646 h 42"/>
              <a:gd name="T16" fmla="*/ 2147483646 w 42"/>
              <a:gd name="T17" fmla="*/ 2147483646 h 42"/>
              <a:gd name="T18" fmla="*/ 2147483646 w 42"/>
              <a:gd name="T19" fmla="*/ 2147483646 h 42"/>
              <a:gd name="T20" fmla="*/ 2147483646 w 42"/>
              <a:gd name="T21" fmla="*/ 2147483646 h 42"/>
              <a:gd name="T22" fmla="*/ 2147483646 w 42"/>
              <a:gd name="T23" fmla="*/ 2147483646 h 42"/>
              <a:gd name="T24" fmla="*/ 2147483646 w 42"/>
              <a:gd name="T25" fmla="*/ 2147483646 h 42"/>
              <a:gd name="T26" fmla="*/ 2147483646 w 42"/>
              <a:gd name="T27" fmla="*/ 2147483646 h 42"/>
              <a:gd name="T28" fmla="*/ 2147483646 w 42"/>
              <a:gd name="T29" fmla="*/ 2147483646 h 42"/>
              <a:gd name="T30" fmla="*/ 2147483646 w 42"/>
              <a:gd name="T31" fmla="*/ 2147483646 h 42"/>
              <a:gd name="T32" fmla="*/ 2147483646 w 42"/>
              <a:gd name="T33" fmla="*/ 2147483646 h 42"/>
              <a:gd name="T34" fmla="*/ 2147483646 w 42"/>
              <a:gd name="T35" fmla="*/ 2147483646 h 42"/>
              <a:gd name="T36" fmla="*/ 2147483646 w 42"/>
              <a:gd name="T37" fmla="*/ 2147483646 h 42"/>
              <a:gd name="T38" fmla="*/ 2147483646 w 42"/>
              <a:gd name="T39" fmla="*/ 2147483646 h 42"/>
              <a:gd name="T40" fmla="*/ 2147483646 w 42"/>
              <a:gd name="T41" fmla="*/ 2147483646 h 42"/>
              <a:gd name="T42" fmla="*/ 2147483646 w 42"/>
              <a:gd name="T43" fmla="*/ 2147483646 h 42"/>
              <a:gd name="T44" fmla="*/ 2147483646 w 42"/>
              <a:gd name="T45" fmla="*/ 2147483646 h 42"/>
              <a:gd name="T46" fmla="*/ 2147483646 w 42"/>
              <a:gd name="T47" fmla="*/ 2147483646 h 42"/>
              <a:gd name="T48" fmla="*/ 2147483646 w 42"/>
              <a:gd name="T49" fmla="*/ 2147483646 h 42"/>
              <a:gd name="T50" fmla="*/ 2147483646 w 42"/>
              <a:gd name="T51" fmla="*/ 2147483646 h 42"/>
              <a:gd name="T52" fmla="*/ 2147483646 w 42"/>
              <a:gd name="T53" fmla="*/ 2147483646 h 42"/>
              <a:gd name="T54" fmla="*/ 2147483646 w 42"/>
              <a:gd name="T55" fmla="*/ 2147483646 h 42"/>
              <a:gd name="T56" fmla="*/ 2147483646 w 42"/>
              <a:gd name="T57" fmla="*/ 2147483646 h 42"/>
              <a:gd name="T58" fmla="*/ 2147483646 w 42"/>
              <a:gd name="T59" fmla="*/ 2147483646 h 42"/>
              <a:gd name="T60" fmla="*/ 2147483646 w 42"/>
              <a:gd name="T61" fmla="*/ 2147483646 h 42"/>
              <a:gd name="T62" fmla="*/ 2147483646 w 42"/>
              <a:gd name="T63" fmla="*/ 2147483646 h 42"/>
              <a:gd name="T64" fmla="*/ 2147483646 w 42"/>
              <a:gd name="T65" fmla="*/ 2147483646 h 42"/>
              <a:gd name="T66" fmla="*/ 2147483646 w 42"/>
              <a:gd name="T67" fmla="*/ 2147483646 h 42"/>
              <a:gd name="T68" fmla="*/ 2147483646 w 42"/>
              <a:gd name="T69" fmla="*/ 2147483646 h 42"/>
              <a:gd name="T70" fmla="*/ 0 w 42"/>
              <a:gd name="T71" fmla="*/ 2147483646 h 42"/>
              <a:gd name="T72" fmla="*/ 0 w 42"/>
              <a:gd name="T73" fmla="*/ 2147483646 h 42"/>
              <a:gd name="T74" fmla="*/ 0 w 42"/>
              <a:gd name="T75" fmla="*/ 2147483646 h 42"/>
              <a:gd name="T76" fmla="*/ 2147483646 w 42"/>
              <a:gd name="T77" fmla="*/ 2147483646 h 42"/>
              <a:gd name="T78" fmla="*/ 2147483646 w 42"/>
              <a:gd name="T79" fmla="*/ 2147483646 h 42"/>
              <a:gd name="T80" fmla="*/ 2147483646 w 42"/>
              <a:gd name="T81" fmla="*/ 2147483646 h 42"/>
              <a:gd name="T82" fmla="*/ 2147483646 w 42"/>
              <a:gd name="T83" fmla="*/ 0 h 42"/>
              <a:gd name="T84" fmla="*/ 2147483646 w 42"/>
              <a:gd name="T85" fmla="*/ 0 h 42"/>
              <a:gd name="T86" fmla="*/ 2147483646 w 42"/>
              <a:gd name="T87" fmla="*/ 0 h 42"/>
              <a:gd name="T88" fmla="*/ 2147483646 w 42"/>
              <a:gd name="T89" fmla="*/ 2147483646 h 42"/>
              <a:gd name="T90" fmla="*/ 2147483646 w 42"/>
              <a:gd name="T91" fmla="*/ 2147483646 h 42"/>
              <a:gd name="T92" fmla="*/ 2147483646 w 42"/>
              <a:gd name="T93" fmla="*/ 2147483646 h 42"/>
              <a:gd name="T94" fmla="*/ 2147483646 w 42"/>
              <a:gd name="T95" fmla="*/ 2147483646 h 42"/>
              <a:gd name="T96" fmla="*/ 2147483646 w 42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2"/>
              <a:gd name="T148" fmla="*/ 0 h 42"/>
              <a:gd name="T149" fmla="*/ 42 w 42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2" h="42">
                <a:moveTo>
                  <a:pt x="35" y="21"/>
                </a:moveTo>
                <a:lnTo>
                  <a:pt x="28" y="7"/>
                </a:lnTo>
                <a:lnTo>
                  <a:pt x="28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35"/>
                </a:lnTo>
                <a:lnTo>
                  <a:pt x="28" y="35"/>
                </a:lnTo>
                <a:lnTo>
                  <a:pt x="35" y="21"/>
                </a:lnTo>
                <a:lnTo>
                  <a:pt x="42" y="21"/>
                </a:lnTo>
                <a:lnTo>
                  <a:pt x="35" y="35"/>
                </a:lnTo>
                <a:lnTo>
                  <a:pt x="28" y="42"/>
                </a:lnTo>
                <a:lnTo>
                  <a:pt x="21" y="42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28" y="0"/>
                </a:lnTo>
                <a:lnTo>
                  <a:pt x="35" y="7"/>
                </a:lnTo>
                <a:lnTo>
                  <a:pt x="42" y="21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51" name="Freeform 144">
            <a:extLst>
              <a:ext uri="{FF2B5EF4-FFF2-40B4-BE49-F238E27FC236}">
                <a16:creationId xmlns:a16="http://schemas.microsoft.com/office/drawing/2014/main" id="{8628BB0D-4199-0161-28D0-9868CE936FE8}"/>
              </a:ext>
            </a:extLst>
          </p:cNvPr>
          <p:cNvSpPr>
            <a:spLocks/>
          </p:cNvSpPr>
          <p:nvPr/>
        </p:nvSpPr>
        <p:spPr bwMode="auto">
          <a:xfrm>
            <a:off x="8267701" y="323373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52" name="Rectangle 145">
            <a:extLst>
              <a:ext uri="{FF2B5EF4-FFF2-40B4-BE49-F238E27FC236}">
                <a16:creationId xmlns:a16="http://schemas.microsoft.com/office/drawing/2014/main" id="{E5369388-9BD4-EDAD-6E1F-162E1E608E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5875" y="2239963"/>
            <a:ext cx="411972" cy="446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900">
                <a:solidFill>
                  <a:srgbClr val="000000"/>
                </a:solidFill>
                <a:latin typeface="PT Sans" panose="020B0503020203020204" pitchFamily="34" charset="0"/>
              </a:rPr>
              <a:t>Ga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53" name="Freeform 146">
            <a:extLst>
              <a:ext uri="{FF2B5EF4-FFF2-40B4-BE49-F238E27FC236}">
                <a16:creationId xmlns:a16="http://schemas.microsoft.com/office/drawing/2014/main" id="{45C29850-AD33-44EA-D417-F52D74308E45}"/>
              </a:ext>
            </a:extLst>
          </p:cNvPr>
          <p:cNvSpPr>
            <a:spLocks/>
          </p:cNvSpPr>
          <p:nvPr/>
        </p:nvSpPr>
        <p:spPr bwMode="auto">
          <a:xfrm>
            <a:off x="6629401" y="2352676"/>
            <a:ext cx="68263" cy="66675"/>
          </a:xfrm>
          <a:custGeom>
            <a:avLst/>
            <a:gdLst>
              <a:gd name="T0" fmla="*/ 2147483646 w 43"/>
              <a:gd name="T1" fmla="*/ 2147483646 h 42"/>
              <a:gd name="T2" fmla="*/ 2147483646 w 43"/>
              <a:gd name="T3" fmla="*/ 2147483646 h 42"/>
              <a:gd name="T4" fmla="*/ 2147483646 w 43"/>
              <a:gd name="T5" fmla="*/ 0 h 42"/>
              <a:gd name="T6" fmla="*/ 2147483646 w 43"/>
              <a:gd name="T7" fmla="*/ 2147483646 h 42"/>
              <a:gd name="T8" fmla="*/ 0 w 43"/>
              <a:gd name="T9" fmla="*/ 2147483646 h 42"/>
              <a:gd name="T10" fmla="*/ 2147483646 w 43"/>
              <a:gd name="T11" fmla="*/ 2147483646 h 42"/>
              <a:gd name="T12" fmla="*/ 2147483646 w 43"/>
              <a:gd name="T13" fmla="*/ 2147483646 h 42"/>
              <a:gd name="T14" fmla="*/ 2147483646 w 43"/>
              <a:gd name="T15" fmla="*/ 2147483646 h 42"/>
              <a:gd name="T16" fmla="*/ 2147483646 w 43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2"/>
              <a:gd name="T29" fmla="*/ 43 w 43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2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54" name="Freeform 147">
            <a:extLst>
              <a:ext uri="{FF2B5EF4-FFF2-40B4-BE49-F238E27FC236}">
                <a16:creationId xmlns:a16="http://schemas.microsoft.com/office/drawing/2014/main" id="{FD4FDF48-F802-CC42-4C79-3B606280DB21}"/>
              </a:ext>
            </a:extLst>
          </p:cNvPr>
          <p:cNvSpPr>
            <a:spLocks/>
          </p:cNvSpPr>
          <p:nvPr/>
        </p:nvSpPr>
        <p:spPr bwMode="auto">
          <a:xfrm>
            <a:off x="6629401" y="2352676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lnTo>
                  <a:pt x="50" y="21"/>
                </a:lnTo>
                <a:lnTo>
                  <a:pt x="43" y="35"/>
                </a:lnTo>
                <a:lnTo>
                  <a:pt x="36" y="42"/>
                </a:lnTo>
                <a:lnTo>
                  <a:pt x="21" y="50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55" name="Freeform 148">
            <a:extLst>
              <a:ext uri="{FF2B5EF4-FFF2-40B4-BE49-F238E27FC236}">
                <a16:creationId xmlns:a16="http://schemas.microsoft.com/office/drawing/2014/main" id="{7223F449-1181-0F47-853B-71B914FB5E83}"/>
              </a:ext>
            </a:extLst>
          </p:cNvPr>
          <p:cNvSpPr>
            <a:spLocks/>
          </p:cNvSpPr>
          <p:nvPr/>
        </p:nvSpPr>
        <p:spPr bwMode="auto">
          <a:xfrm>
            <a:off x="6697663" y="2386014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56" name="Freeform 149">
            <a:extLst>
              <a:ext uri="{FF2B5EF4-FFF2-40B4-BE49-F238E27FC236}">
                <a16:creationId xmlns:a16="http://schemas.microsoft.com/office/drawing/2014/main" id="{4C5410A6-CB82-0523-ADC5-4F985244C932}"/>
              </a:ext>
            </a:extLst>
          </p:cNvPr>
          <p:cNvSpPr>
            <a:spLocks/>
          </p:cNvSpPr>
          <p:nvPr/>
        </p:nvSpPr>
        <p:spPr bwMode="auto">
          <a:xfrm>
            <a:off x="8212139" y="1493838"/>
            <a:ext cx="66675" cy="55562"/>
          </a:xfrm>
          <a:custGeom>
            <a:avLst/>
            <a:gdLst>
              <a:gd name="T0" fmla="*/ 2147483646 w 42"/>
              <a:gd name="T1" fmla="*/ 2147483646 h 35"/>
              <a:gd name="T2" fmla="*/ 2147483646 w 42"/>
              <a:gd name="T3" fmla="*/ 0 h 35"/>
              <a:gd name="T4" fmla="*/ 2147483646 w 42"/>
              <a:gd name="T5" fmla="*/ 0 h 35"/>
              <a:gd name="T6" fmla="*/ 2147483646 w 42"/>
              <a:gd name="T7" fmla="*/ 0 h 35"/>
              <a:gd name="T8" fmla="*/ 0 w 42"/>
              <a:gd name="T9" fmla="*/ 2147483646 h 35"/>
              <a:gd name="T10" fmla="*/ 2147483646 w 42"/>
              <a:gd name="T11" fmla="*/ 2147483646 h 35"/>
              <a:gd name="T12" fmla="*/ 2147483646 w 42"/>
              <a:gd name="T13" fmla="*/ 2147483646 h 35"/>
              <a:gd name="T14" fmla="*/ 2147483646 w 42"/>
              <a:gd name="T15" fmla="*/ 2147483646 h 35"/>
              <a:gd name="T16" fmla="*/ 2147483646 w 42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2"/>
              <a:gd name="T28" fmla="*/ 0 h 35"/>
              <a:gd name="T29" fmla="*/ 42 w 42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2" h="35">
                <a:moveTo>
                  <a:pt x="42" y="14"/>
                </a:moveTo>
                <a:lnTo>
                  <a:pt x="35" y="0"/>
                </a:lnTo>
                <a:lnTo>
                  <a:pt x="21" y="0"/>
                </a:lnTo>
                <a:lnTo>
                  <a:pt x="7" y="0"/>
                </a:lnTo>
                <a:lnTo>
                  <a:pt x="0" y="14"/>
                </a:lnTo>
                <a:lnTo>
                  <a:pt x="7" y="28"/>
                </a:lnTo>
                <a:lnTo>
                  <a:pt x="21" y="35"/>
                </a:lnTo>
                <a:lnTo>
                  <a:pt x="35" y="28"/>
                </a:lnTo>
                <a:lnTo>
                  <a:pt x="42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57" name="Freeform 150">
            <a:extLst>
              <a:ext uri="{FF2B5EF4-FFF2-40B4-BE49-F238E27FC236}">
                <a16:creationId xmlns:a16="http://schemas.microsoft.com/office/drawing/2014/main" id="{CF449FCE-B12A-9AF0-9FFC-41555CB8260F}"/>
              </a:ext>
            </a:extLst>
          </p:cNvPr>
          <p:cNvSpPr>
            <a:spLocks/>
          </p:cNvSpPr>
          <p:nvPr/>
        </p:nvSpPr>
        <p:spPr bwMode="auto">
          <a:xfrm>
            <a:off x="8212139" y="1493839"/>
            <a:ext cx="79375" cy="66675"/>
          </a:xfrm>
          <a:custGeom>
            <a:avLst/>
            <a:gdLst>
              <a:gd name="T0" fmla="*/ 2147483646 w 50"/>
              <a:gd name="T1" fmla="*/ 2147483646 h 42"/>
              <a:gd name="T2" fmla="*/ 2147483646 w 50"/>
              <a:gd name="T3" fmla="*/ 0 h 42"/>
              <a:gd name="T4" fmla="*/ 2147483646 w 50"/>
              <a:gd name="T5" fmla="*/ 2147483646 h 42"/>
              <a:gd name="T6" fmla="*/ 2147483646 w 50"/>
              <a:gd name="T7" fmla="*/ 2147483646 h 42"/>
              <a:gd name="T8" fmla="*/ 2147483646 w 50"/>
              <a:gd name="T9" fmla="*/ 2147483646 h 42"/>
              <a:gd name="T10" fmla="*/ 2147483646 w 50"/>
              <a:gd name="T11" fmla="*/ 2147483646 h 42"/>
              <a:gd name="T12" fmla="*/ 2147483646 w 50"/>
              <a:gd name="T13" fmla="*/ 2147483646 h 42"/>
              <a:gd name="T14" fmla="*/ 2147483646 w 50"/>
              <a:gd name="T15" fmla="*/ 2147483646 h 42"/>
              <a:gd name="T16" fmla="*/ 2147483646 w 50"/>
              <a:gd name="T17" fmla="*/ 0 h 42"/>
              <a:gd name="T18" fmla="*/ 2147483646 w 50"/>
              <a:gd name="T19" fmla="*/ 0 h 42"/>
              <a:gd name="T20" fmla="*/ 2147483646 w 50"/>
              <a:gd name="T21" fmla="*/ 2147483646 h 42"/>
              <a:gd name="T22" fmla="*/ 2147483646 w 50"/>
              <a:gd name="T23" fmla="*/ 2147483646 h 42"/>
              <a:gd name="T24" fmla="*/ 2147483646 w 50"/>
              <a:gd name="T25" fmla="*/ 2147483646 h 42"/>
              <a:gd name="T26" fmla="*/ 2147483646 w 50"/>
              <a:gd name="T27" fmla="*/ 2147483646 h 42"/>
              <a:gd name="T28" fmla="*/ 2147483646 w 50"/>
              <a:gd name="T29" fmla="*/ 2147483646 h 42"/>
              <a:gd name="T30" fmla="*/ 2147483646 w 50"/>
              <a:gd name="T31" fmla="*/ 2147483646 h 42"/>
              <a:gd name="T32" fmla="*/ 2147483646 w 50"/>
              <a:gd name="T33" fmla="*/ 2147483646 h 42"/>
              <a:gd name="T34" fmla="*/ 2147483646 w 50"/>
              <a:gd name="T35" fmla="*/ 2147483646 h 42"/>
              <a:gd name="T36" fmla="*/ 2147483646 w 50"/>
              <a:gd name="T37" fmla="*/ 2147483646 h 42"/>
              <a:gd name="T38" fmla="*/ 2147483646 w 50"/>
              <a:gd name="T39" fmla="*/ 2147483646 h 42"/>
              <a:gd name="T40" fmla="*/ 2147483646 w 50"/>
              <a:gd name="T41" fmla="*/ 2147483646 h 42"/>
              <a:gd name="T42" fmla="*/ 2147483646 w 50"/>
              <a:gd name="T43" fmla="*/ 2147483646 h 42"/>
              <a:gd name="T44" fmla="*/ 2147483646 w 50"/>
              <a:gd name="T45" fmla="*/ 2147483646 h 42"/>
              <a:gd name="T46" fmla="*/ 2147483646 w 50"/>
              <a:gd name="T47" fmla="*/ 2147483646 h 42"/>
              <a:gd name="T48" fmla="*/ 2147483646 w 50"/>
              <a:gd name="T49" fmla="*/ 2147483646 h 42"/>
              <a:gd name="T50" fmla="*/ 2147483646 w 50"/>
              <a:gd name="T51" fmla="*/ 2147483646 h 42"/>
              <a:gd name="T52" fmla="*/ 2147483646 w 50"/>
              <a:gd name="T53" fmla="*/ 2147483646 h 42"/>
              <a:gd name="T54" fmla="*/ 2147483646 w 50"/>
              <a:gd name="T55" fmla="*/ 2147483646 h 42"/>
              <a:gd name="T56" fmla="*/ 2147483646 w 50"/>
              <a:gd name="T57" fmla="*/ 2147483646 h 42"/>
              <a:gd name="T58" fmla="*/ 2147483646 w 50"/>
              <a:gd name="T59" fmla="*/ 2147483646 h 42"/>
              <a:gd name="T60" fmla="*/ 2147483646 w 50"/>
              <a:gd name="T61" fmla="*/ 2147483646 h 42"/>
              <a:gd name="T62" fmla="*/ 2147483646 w 50"/>
              <a:gd name="T63" fmla="*/ 2147483646 h 42"/>
              <a:gd name="T64" fmla="*/ 2147483646 w 50"/>
              <a:gd name="T65" fmla="*/ 2147483646 h 42"/>
              <a:gd name="T66" fmla="*/ 2147483646 w 50"/>
              <a:gd name="T67" fmla="*/ 2147483646 h 42"/>
              <a:gd name="T68" fmla="*/ 2147483646 w 50"/>
              <a:gd name="T69" fmla="*/ 2147483646 h 42"/>
              <a:gd name="T70" fmla="*/ 0 w 50"/>
              <a:gd name="T71" fmla="*/ 2147483646 h 42"/>
              <a:gd name="T72" fmla="*/ 0 w 50"/>
              <a:gd name="T73" fmla="*/ 2147483646 h 42"/>
              <a:gd name="T74" fmla="*/ 0 w 50"/>
              <a:gd name="T75" fmla="*/ 2147483646 h 42"/>
              <a:gd name="T76" fmla="*/ 2147483646 w 50"/>
              <a:gd name="T77" fmla="*/ 0 h 42"/>
              <a:gd name="T78" fmla="*/ 2147483646 w 50"/>
              <a:gd name="T79" fmla="*/ 0 h 42"/>
              <a:gd name="T80" fmla="*/ 2147483646 w 50"/>
              <a:gd name="T81" fmla="*/ 0 h 42"/>
              <a:gd name="T82" fmla="*/ 2147483646 w 50"/>
              <a:gd name="T83" fmla="*/ 0 h 42"/>
              <a:gd name="T84" fmla="*/ 2147483646 w 50"/>
              <a:gd name="T85" fmla="*/ 0 h 42"/>
              <a:gd name="T86" fmla="*/ 2147483646 w 50"/>
              <a:gd name="T87" fmla="*/ 0 h 42"/>
              <a:gd name="T88" fmla="*/ 2147483646 w 50"/>
              <a:gd name="T89" fmla="*/ 0 h 42"/>
              <a:gd name="T90" fmla="*/ 2147483646 w 50"/>
              <a:gd name="T91" fmla="*/ 0 h 42"/>
              <a:gd name="T92" fmla="*/ 2147483646 w 50"/>
              <a:gd name="T93" fmla="*/ 0 h 42"/>
              <a:gd name="T94" fmla="*/ 2147483646 w 50"/>
              <a:gd name="T95" fmla="*/ 2147483646 h 42"/>
              <a:gd name="T96" fmla="*/ 2147483646 w 50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2"/>
              <a:gd name="T149" fmla="*/ 50 w 50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2">
                <a:moveTo>
                  <a:pt x="42" y="14"/>
                </a:moveTo>
                <a:lnTo>
                  <a:pt x="35" y="0"/>
                </a:lnTo>
                <a:lnTo>
                  <a:pt x="35" y="7"/>
                </a:lnTo>
                <a:lnTo>
                  <a:pt x="21" y="7"/>
                </a:lnTo>
                <a:lnTo>
                  <a:pt x="7" y="7"/>
                </a:lnTo>
                <a:lnTo>
                  <a:pt x="14" y="0"/>
                </a:lnTo>
                <a:lnTo>
                  <a:pt x="7" y="14"/>
                </a:lnTo>
                <a:lnTo>
                  <a:pt x="14" y="28"/>
                </a:lnTo>
                <a:lnTo>
                  <a:pt x="7" y="28"/>
                </a:lnTo>
                <a:lnTo>
                  <a:pt x="21" y="35"/>
                </a:lnTo>
                <a:lnTo>
                  <a:pt x="35" y="28"/>
                </a:lnTo>
                <a:lnTo>
                  <a:pt x="42" y="14"/>
                </a:lnTo>
                <a:lnTo>
                  <a:pt x="50" y="14"/>
                </a:lnTo>
                <a:lnTo>
                  <a:pt x="42" y="28"/>
                </a:lnTo>
                <a:lnTo>
                  <a:pt x="35" y="35"/>
                </a:lnTo>
                <a:lnTo>
                  <a:pt x="21" y="42"/>
                </a:lnTo>
                <a:lnTo>
                  <a:pt x="7" y="35"/>
                </a:lnTo>
                <a:lnTo>
                  <a:pt x="7" y="28"/>
                </a:lnTo>
                <a:lnTo>
                  <a:pt x="0" y="14"/>
                </a:lnTo>
                <a:lnTo>
                  <a:pt x="7" y="0"/>
                </a:lnTo>
                <a:lnTo>
                  <a:pt x="21" y="0"/>
                </a:lnTo>
                <a:lnTo>
                  <a:pt x="35" y="0"/>
                </a:lnTo>
                <a:lnTo>
                  <a:pt x="42" y="0"/>
                </a:lnTo>
                <a:lnTo>
                  <a:pt x="50" y="14"/>
                </a:lnTo>
                <a:lnTo>
                  <a:pt x="42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58" name="Freeform 151">
            <a:extLst>
              <a:ext uri="{FF2B5EF4-FFF2-40B4-BE49-F238E27FC236}">
                <a16:creationId xmlns:a16="http://schemas.microsoft.com/office/drawing/2014/main" id="{F2A69012-85BD-4B5B-E6A0-234EC7C06B78}"/>
              </a:ext>
            </a:extLst>
          </p:cNvPr>
          <p:cNvSpPr>
            <a:spLocks/>
          </p:cNvSpPr>
          <p:nvPr/>
        </p:nvSpPr>
        <p:spPr bwMode="auto">
          <a:xfrm>
            <a:off x="8278813" y="151606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59" name="Rectangle 152">
            <a:extLst>
              <a:ext uri="{FF2B5EF4-FFF2-40B4-BE49-F238E27FC236}">
                <a16:creationId xmlns:a16="http://schemas.microsoft.com/office/drawing/2014/main" id="{1E08DD22-6F91-92B8-9EF4-5D7B6F7969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11975" y="1368425"/>
            <a:ext cx="411972" cy="446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900">
                <a:solidFill>
                  <a:srgbClr val="000000"/>
                </a:solidFill>
                <a:latin typeface="PT Sans" panose="020B0503020203020204" pitchFamily="34" charset="0"/>
              </a:rPr>
              <a:t>Ga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60" name="Freeform 153">
            <a:extLst>
              <a:ext uri="{FF2B5EF4-FFF2-40B4-BE49-F238E27FC236}">
                <a16:creationId xmlns:a16="http://schemas.microsoft.com/office/drawing/2014/main" id="{6288FC17-04E0-4F76-368E-B29D2653BB4B}"/>
              </a:ext>
            </a:extLst>
          </p:cNvPr>
          <p:cNvSpPr>
            <a:spLocks/>
          </p:cNvSpPr>
          <p:nvPr/>
        </p:nvSpPr>
        <p:spPr bwMode="auto">
          <a:xfrm>
            <a:off x="7883526" y="3719513"/>
            <a:ext cx="68263" cy="68262"/>
          </a:xfrm>
          <a:custGeom>
            <a:avLst/>
            <a:gdLst>
              <a:gd name="T0" fmla="*/ 2147483646 w 43"/>
              <a:gd name="T1" fmla="*/ 2147483646 h 43"/>
              <a:gd name="T2" fmla="*/ 2147483646 w 43"/>
              <a:gd name="T3" fmla="*/ 2147483646 h 43"/>
              <a:gd name="T4" fmla="*/ 2147483646 w 43"/>
              <a:gd name="T5" fmla="*/ 0 h 43"/>
              <a:gd name="T6" fmla="*/ 2147483646 w 43"/>
              <a:gd name="T7" fmla="*/ 2147483646 h 43"/>
              <a:gd name="T8" fmla="*/ 0 w 43"/>
              <a:gd name="T9" fmla="*/ 2147483646 h 43"/>
              <a:gd name="T10" fmla="*/ 2147483646 w 43"/>
              <a:gd name="T11" fmla="*/ 2147483646 h 43"/>
              <a:gd name="T12" fmla="*/ 2147483646 w 43"/>
              <a:gd name="T13" fmla="*/ 2147483646 h 43"/>
              <a:gd name="T14" fmla="*/ 2147483646 w 43"/>
              <a:gd name="T15" fmla="*/ 2147483646 h 43"/>
              <a:gd name="T16" fmla="*/ 2147483646 w 43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3"/>
              <a:gd name="T29" fmla="*/ 43 w 43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3">
                <a:moveTo>
                  <a:pt x="43" y="21"/>
                </a:moveTo>
                <a:lnTo>
                  <a:pt x="36" y="7"/>
                </a:lnTo>
                <a:lnTo>
                  <a:pt x="22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61" name="Freeform 154">
            <a:extLst>
              <a:ext uri="{FF2B5EF4-FFF2-40B4-BE49-F238E27FC236}">
                <a16:creationId xmlns:a16="http://schemas.microsoft.com/office/drawing/2014/main" id="{056A17E5-329A-585F-8F20-09A3CDC3ABB3}"/>
              </a:ext>
            </a:extLst>
          </p:cNvPr>
          <p:cNvSpPr>
            <a:spLocks/>
          </p:cNvSpPr>
          <p:nvPr/>
        </p:nvSpPr>
        <p:spPr bwMode="auto">
          <a:xfrm>
            <a:off x="7883526" y="3719514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2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6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43" y="21"/>
                </a:lnTo>
                <a:lnTo>
                  <a:pt x="50" y="21"/>
                </a:lnTo>
                <a:lnTo>
                  <a:pt x="43" y="36"/>
                </a:lnTo>
                <a:lnTo>
                  <a:pt x="36" y="43"/>
                </a:lnTo>
                <a:lnTo>
                  <a:pt x="22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2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62" name="Freeform 155">
            <a:extLst>
              <a:ext uri="{FF2B5EF4-FFF2-40B4-BE49-F238E27FC236}">
                <a16:creationId xmlns:a16="http://schemas.microsoft.com/office/drawing/2014/main" id="{041157C6-B299-D5EF-25EC-19EF24F4EC56}"/>
              </a:ext>
            </a:extLst>
          </p:cNvPr>
          <p:cNvSpPr>
            <a:spLocks/>
          </p:cNvSpPr>
          <p:nvPr/>
        </p:nvSpPr>
        <p:spPr bwMode="auto">
          <a:xfrm>
            <a:off x="7951788" y="3752850"/>
            <a:ext cx="11112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63" name="Freeform 156">
            <a:extLst>
              <a:ext uri="{FF2B5EF4-FFF2-40B4-BE49-F238E27FC236}">
                <a16:creationId xmlns:a16="http://schemas.microsoft.com/office/drawing/2014/main" id="{840C0BED-8CE0-0228-D4CD-19FF59FA744C}"/>
              </a:ext>
            </a:extLst>
          </p:cNvPr>
          <p:cNvSpPr>
            <a:spLocks/>
          </p:cNvSpPr>
          <p:nvPr/>
        </p:nvSpPr>
        <p:spPr bwMode="auto">
          <a:xfrm>
            <a:off x="7081839" y="3719513"/>
            <a:ext cx="66675" cy="68262"/>
          </a:xfrm>
          <a:custGeom>
            <a:avLst/>
            <a:gdLst>
              <a:gd name="T0" fmla="*/ 2147483646 w 42"/>
              <a:gd name="T1" fmla="*/ 2147483646 h 43"/>
              <a:gd name="T2" fmla="*/ 2147483646 w 42"/>
              <a:gd name="T3" fmla="*/ 2147483646 h 43"/>
              <a:gd name="T4" fmla="*/ 2147483646 w 42"/>
              <a:gd name="T5" fmla="*/ 0 h 43"/>
              <a:gd name="T6" fmla="*/ 2147483646 w 42"/>
              <a:gd name="T7" fmla="*/ 2147483646 h 43"/>
              <a:gd name="T8" fmla="*/ 0 w 42"/>
              <a:gd name="T9" fmla="*/ 2147483646 h 43"/>
              <a:gd name="T10" fmla="*/ 2147483646 w 42"/>
              <a:gd name="T11" fmla="*/ 2147483646 h 43"/>
              <a:gd name="T12" fmla="*/ 2147483646 w 42"/>
              <a:gd name="T13" fmla="*/ 2147483646 h 43"/>
              <a:gd name="T14" fmla="*/ 2147483646 w 42"/>
              <a:gd name="T15" fmla="*/ 2147483646 h 43"/>
              <a:gd name="T16" fmla="*/ 2147483646 w 42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2"/>
              <a:gd name="T28" fmla="*/ 0 h 43"/>
              <a:gd name="T29" fmla="*/ 42 w 42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2" h="43">
                <a:moveTo>
                  <a:pt x="42" y="21"/>
                </a:moveTo>
                <a:lnTo>
                  <a:pt x="35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1" y="43"/>
                </a:lnTo>
                <a:lnTo>
                  <a:pt x="35" y="36"/>
                </a:lnTo>
                <a:lnTo>
                  <a:pt x="42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64" name="Freeform 157">
            <a:extLst>
              <a:ext uri="{FF2B5EF4-FFF2-40B4-BE49-F238E27FC236}">
                <a16:creationId xmlns:a16="http://schemas.microsoft.com/office/drawing/2014/main" id="{3473690D-8C82-3E98-7795-887D015CDF1E}"/>
              </a:ext>
            </a:extLst>
          </p:cNvPr>
          <p:cNvSpPr>
            <a:spLocks/>
          </p:cNvSpPr>
          <p:nvPr/>
        </p:nvSpPr>
        <p:spPr bwMode="auto">
          <a:xfrm>
            <a:off x="7081839" y="3719514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2" y="21"/>
                </a:moveTo>
                <a:lnTo>
                  <a:pt x="35" y="7"/>
                </a:lnTo>
                <a:lnTo>
                  <a:pt x="35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6"/>
                </a:lnTo>
                <a:lnTo>
                  <a:pt x="7" y="36"/>
                </a:lnTo>
                <a:lnTo>
                  <a:pt x="21" y="43"/>
                </a:lnTo>
                <a:lnTo>
                  <a:pt x="35" y="36"/>
                </a:lnTo>
                <a:lnTo>
                  <a:pt x="42" y="21"/>
                </a:lnTo>
                <a:lnTo>
                  <a:pt x="50" y="21"/>
                </a:lnTo>
                <a:lnTo>
                  <a:pt x="42" y="36"/>
                </a:lnTo>
                <a:lnTo>
                  <a:pt x="35" y="43"/>
                </a:lnTo>
                <a:lnTo>
                  <a:pt x="21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5" y="7"/>
                </a:lnTo>
                <a:lnTo>
                  <a:pt x="42" y="7"/>
                </a:lnTo>
                <a:lnTo>
                  <a:pt x="50" y="21"/>
                </a:lnTo>
                <a:lnTo>
                  <a:pt x="42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65" name="Freeform 158">
            <a:extLst>
              <a:ext uri="{FF2B5EF4-FFF2-40B4-BE49-F238E27FC236}">
                <a16:creationId xmlns:a16="http://schemas.microsoft.com/office/drawing/2014/main" id="{79D02DB2-EDEB-1036-330B-3C3EFA73B32D}"/>
              </a:ext>
            </a:extLst>
          </p:cNvPr>
          <p:cNvSpPr>
            <a:spLocks/>
          </p:cNvSpPr>
          <p:nvPr/>
        </p:nvSpPr>
        <p:spPr bwMode="auto">
          <a:xfrm>
            <a:off x="7148513" y="375285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66" name="Freeform 159">
            <a:extLst>
              <a:ext uri="{FF2B5EF4-FFF2-40B4-BE49-F238E27FC236}">
                <a16:creationId xmlns:a16="http://schemas.microsoft.com/office/drawing/2014/main" id="{74CAF17C-6A31-62CF-2CF6-58C99C615463}"/>
              </a:ext>
            </a:extLst>
          </p:cNvPr>
          <p:cNvSpPr>
            <a:spLocks/>
          </p:cNvSpPr>
          <p:nvPr/>
        </p:nvSpPr>
        <p:spPr bwMode="auto">
          <a:xfrm>
            <a:off x="7408863" y="3403601"/>
            <a:ext cx="57150" cy="66675"/>
          </a:xfrm>
          <a:custGeom>
            <a:avLst/>
            <a:gdLst>
              <a:gd name="T0" fmla="*/ 2147483646 w 36"/>
              <a:gd name="T1" fmla="*/ 2147483646 h 42"/>
              <a:gd name="T2" fmla="*/ 2147483646 w 36"/>
              <a:gd name="T3" fmla="*/ 2147483646 h 42"/>
              <a:gd name="T4" fmla="*/ 2147483646 w 36"/>
              <a:gd name="T5" fmla="*/ 0 h 42"/>
              <a:gd name="T6" fmla="*/ 0 w 36"/>
              <a:gd name="T7" fmla="*/ 2147483646 h 42"/>
              <a:gd name="T8" fmla="*/ 0 w 36"/>
              <a:gd name="T9" fmla="*/ 2147483646 h 42"/>
              <a:gd name="T10" fmla="*/ 0 w 36"/>
              <a:gd name="T11" fmla="*/ 2147483646 h 42"/>
              <a:gd name="T12" fmla="*/ 2147483646 w 36"/>
              <a:gd name="T13" fmla="*/ 2147483646 h 42"/>
              <a:gd name="T14" fmla="*/ 2147483646 w 36"/>
              <a:gd name="T15" fmla="*/ 2147483646 h 42"/>
              <a:gd name="T16" fmla="*/ 2147483646 w 36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42"/>
              <a:gd name="T29" fmla="*/ 36 w 36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42">
                <a:moveTo>
                  <a:pt x="36" y="21"/>
                </a:moveTo>
                <a:lnTo>
                  <a:pt x="29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5"/>
                </a:lnTo>
                <a:lnTo>
                  <a:pt x="14" y="42"/>
                </a:lnTo>
                <a:lnTo>
                  <a:pt x="29" y="35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67" name="Freeform 160">
            <a:extLst>
              <a:ext uri="{FF2B5EF4-FFF2-40B4-BE49-F238E27FC236}">
                <a16:creationId xmlns:a16="http://schemas.microsoft.com/office/drawing/2014/main" id="{89EF7AB9-6F14-0E7C-53E9-0780F63A27DB}"/>
              </a:ext>
            </a:extLst>
          </p:cNvPr>
          <p:cNvSpPr>
            <a:spLocks/>
          </p:cNvSpPr>
          <p:nvPr/>
        </p:nvSpPr>
        <p:spPr bwMode="auto">
          <a:xfrm>
            <a:off x="7408863" y="3403601"/>
            <a:ext cx="68262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0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0 w 43"/>
              <a:gd name="T29" fmla="*/ 2147483646 h 50"/>
              <a:gd name="T30" fmla="*/ 0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0 w 43"/>
              <a:gd name="T65" fmla="*/ 2147483646 h 50"/>
              <a:gd name="T66" fmla="*/ 0 w 43"/>
              <a:gd name="T67" fmla="*/ 2147483646 h 50"/>
              <a:gd name="T68" fmla="*/ 0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0 w 43"/>
              <a:gd name="T77" fmla="*/ 2147483646 h 50"/>
              <a:gd name="T78" fmla="*/ 0 w 43"/>
              <a:gd name="T79" fmla="*/ 2147483646 h 50"/>
              <a:gd name="T80" fmla="*/ 0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6" y="21"/>
                </a:moveTo>
                <a:lnTo>
                  <a:pt x="29" y="7"/>
                </a:lnTo>
                <a:lnTo>
                  <a:pt x="29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5"/>
                </a:lnTo>
                <a:lnTo>
                  <a:pt x="0" y="35"/>
                </a:lnTo>
                <a:lnTo>
                  <a:pt x="14" y="42"/>
                </a:lnTo>
                <a:lnTo>
                  <a:pt x="29" y="35"/>
                </a:lnTo>
                <a:lnTo>
                  <a:pt x="36" y="21"/>
                </a:lnTo>
                <a:lnTo>
                  <a:pt x="43" y="21"/>
                </a:lnTo>
                <a:lnTo>
                  <a:pt x="36" y="35"/>
                </a:lnTo>
                <a:lnTo>
                  <a:pt x="29" y="42"/>
                </a:lnTo>
                <a:lnTo>
                  <a:pt x="14" y="50"/>
                </a:lnTo>
                <a:lnTo>
                  <a:pt x="0" y="42"/>
                </a:lnTo>
                <a:lnTo>
                  <a:pt x="0" y="35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9" y="7"/>
                </a:lnTo>
                <a:lnTo>
                  <a:pt x="36" y="7"/>
                </a:lnTo>
                <a:lnTo>
                  <a:pt x="43" y="21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68" name="Freeform 161">
            <a:extLst>
              <a:ext uri="{FF2B5EF4-FFF2-40B4-BE49-F238E27FC236}">
                <a16:creationId xmlns:a16="http://schemas.microsoft.com/office/drawing/2014/main" id="{D7CD6CFC-83A0-C5B2-C3F6-C8E904406E7F}"/>
              </a:ext>
            </a:extLst>
          </p:cNvPr>
          <p:cNvSpPr>
            <a:spLocks/>
          </p:cNvSpPr>
          <p:nvPr/>
        </p:nvSpPr>
        <p:spPr bwMode="auto">
          <a:xfrm>
            <a:off x="7466013" y="343693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69" name="Rectangle 168">
            <a:extLst>
              <a:ext uri="{FF2B5EF4-FFF2-40B4-BE49-F238E27FC236}">
                <a16:creationId xmlns:a16="http://schemas.microsoft.com/office/drawing/2014/main" id="{3D721721-6E6F-DACA-2FFF-0D77679C2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4648200"/>
            <a:ext cx="15068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70" name="Rectangle 169">
            <a:extLst>
              <a:ext uri="{FF2B5EF4-FFF2-40B4-BE49-F238E27FC236}">
                <a16:creationId xmlns:a16="http://schemas.microsoft.com/office/drawing/2014/main" id="{579B3D1F-3796-1144-62EA-A20A538AA4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6801" y="4673600"/>
            <a:ext cx="496930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GaAs has the same crystal structure as Si.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71" name="Rectangle 170">
            <a:extLst>
              <a:ext uri="{FF2B5EF4-FFF2-40B4-BE49-F238E27FC236}">
                <a16:creationId xmlns:a16="http://schemas.microsoft.com/office/drawing/2014/main" id="{84B60551-59CD-554A-0401-BF90938247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4992688"/>
            <a:ext cx="15068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72" name="Rectangle 171">
            <a:extLst>
              <a:ext uri="{FF2B5EF4-FFF2-40B4-BE49-F238E27FC236}">
                <a16:creationId xmlns:a16="http://schemas.microsoft.com/office/drawing/2014/main" id="{897BE6E3-7188-2BDB-A91A-D05C3C7427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6801" y="5018088"/>
            <a:ext cx="8007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GaAs, GaP, GaN are III-V compound semiconductors, important for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73" name="Rectangle 172">
            <a:extLst>
              <a:ext uri="{FF2B5EF4-FFF2-40B4-BE49-F238E27FC236}">
                <a16:creationId xmlns:a16="http://schemas.microsoft.com/office/drawing/2014/main" id="{247C19B2-F3A6-AC79-FFFA-CDBB09F6EB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1" y="5362575"/>
            <a:ext cx="214802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 dirty="0">
                <a:solidFill>
                  <a:srgbClr val="000000"/>
                </a:solidFill>
                <a:latin typeface="PT Sans" panose="020B0503020203020204" pitchFamily="34" charset="0"/>
              </a:rPr>
              <a:t>   optoelectronics.</a:t>
            </a:r>
            <a:endParaRPr lang="en-US" altLang="en-US" sz="2400" dirty="0">
              <a:latin typeface="PT Sans" panose="020B0503020203020204" pitchFamily="34" charset="0"/>
            </a:endParaRPr>
          </a:p>
        </p:txBody>
      </p:sp>
      <p:sp>
        <p:nvSpPr>
          <p:cNvPr id="34974" name="Rectangle 173">
            <a:extLst>
              <a:ext uri="{FF2B5EF4-FFF2-40B4-BE49-F238E27FC236}">
                <a16:creationId xmlns:a16="http://schemas.microsoft.com/office/drawing/2014/main" id="{6450C249-13F1-5908-A4A5-DE71A1E063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5641975"/>
            <a:ext cx="15068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75" name="Rectangle 174">
            <a:extLst>
              <a:ext uri="{FF2B5EF4-FFF2-40B4-BE49-F238E27FC236}">
                <a16:creationId xmlns:a16="http://schemas.microsoft.com/office/drawing/2014/main" id="{B2C6CDB0-9563-2C67-862E-2700567489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6801" y="5667375"/>
            <a:ext cx="762869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Which group of elements are candidates for donors? acceptors?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76" name="Rectangle 8">
            <a:extLst>
              <a:ext uri="{FF2B5EF4-FFF2-40B4-BE49-F238E27FC236}">
                <a16:creationId xmlns:a16="http://schemas.microsoft.com/office/drawing/2014/main" id="{518B190E-2A56-0435-CFDB-F7E69D0047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2571750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77" name="Rectangle 162">
            <a:extLst>
              <a:ext uri="{FF2B5EF4-FFF2-40B4-BE49-F238E27FC236}">
                <a16:creationId xmlns:a16="http://schemas.microsoft.com/office/drawing/2014/main" id="{1377A8B8-7A9F-2BDB-705A-D1EAF8A8C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8200" y="1371600"/>
            <a:ext cx="411972" cy="446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900">
                <a:solidFill>
                  <a:srgbClr val="000000"/>
                </a:solidFill>
                <a:latin typeface="PT Sans" panose="020B0503020203020204" pitchFamily="34" charset="0"/>
              </a:rPr>
              <a:t>Ga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78" name="Rectangle 163">
            <a:extLst>
              <a:ext uri="{FF2B5EF4-FFF2-40B4-BE49-F238E27FC236}">
                <a16:creationId xmlns:a16="http://schemas.microsoft.com/office/drawing/2014/main" id="{6562228A-458B-F4CA-BF94-72B5FFD2B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01" y="1371600"/>
            <a:ext cx="375103" cy="446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900">
                <a:latin typeface="PT Sans" panose="020B0503020203020204" pitchFamily="34" charset="0"/>
              </a:rPr>
              <a:t>As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79" name="Rectangle 164">
            <a:extLst>
              <a:ext uri="{FF2B5EF4-FFF2-40B4-BE49-F238E27FC236}">
                <a16:creationId xmlns:a16="http://schemas.microsoft.com/office/drawing/2014/main" id="{932DF6D1-ACBD-633D-F0FA-9CE29B025E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01" y="3124200"/>
            <a:ext cx="375103" cy="446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900">
                <a:latin typeface="PT Sans" panose="020B0503020203020204" pitchFamily="34" charset="0"/>
              </a:rPr>
              <a:t>As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80" name="Rectangle 165">
            <a:extLst>
              <a:ext uri="{FF2B5EF4-FFF2-40B4-BE49-F238E27FC236}">
                <a16:creationId xmlns:a16="http://schemas.microsoft.com/office/drawing/2014/main" id="{3BDF7920-F6AA-72E3-AAB7-A24FD8130A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0" y="3124200"/>
            <a:ext cx="411972" cy="446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900">
                <a:solidFill>
                  <a:srgbClr val="000000"/>
                </a:solidFill>
                <a:latin typeface="PT Sans" panose="020B0503020203020204" pitchFamily="34" charset="0"/>
              </a:rPr>
              <a:t>Ga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81" name="Rectangle 167">
            <a:extLst>
              <a:ext uri="{FF2B5EF4-FFF2-40B4-BE49-F238E27FC236}">
                <a16:creationId xmlns:a16="http://schemas.microsoft.com/office/drawing/2014/main" id="{0F47F37B-28C3-2805-B95D-7CEA9AE34B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8200" y="3124200"/>
            <a:ext cx="411972" cy="446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900">
                <a:solidFill>
                  <a:srgbClr val="000000"/>
                </a:solidFill>
                <a:latin typeface="PT Sans" panose="020B0503020203020204" pitchFamily="34" charset="0"/>
              </a:rPr>
              <a:t>Ga</a:t>
            </a:r>
            <a:endParaRPr lang="en-US" altLang="en-US" sz="2400">
              <a:latin typeface="PT Sans" panose="020B0503020203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9D24F84B-8774-13A3-5838-E3F972F519E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1432" y="-5784"/>
            <a:ext cx="7772400" cy="457200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Energy Band Diagram</a:t>
            </a:r>
          </a:p>
        </p:txBody>
      </p:sp>
      <p:sp>
        <p:nvSpPr>
          <p:cNvPr id="36867" name="Rectangle 5">
            <a:extLst>
              <a:ext uri="{FF2B5EF4-FFF2-40B4-BE49-F238E27FC236}">
                <a16:creationId xmlns:a16="http://schemas.microsoft.com/office/drawing/2014/main" id="{DF7FB792-4274-4D7C-4A03-5D8AE871A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1375" y="1970088"/>
            <a:ext cx="12700" cy="254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68" name="Rectangle 6">
            <a:extLst>
              <a:ext uri="{FF2B5EF4-FFF2-40B4-BE49-F238E27FC236}">
                <a16:creationId xmlns:a16="http://schemas.microsoft.com/office/drawing/2014/main" id="{619376EA-3206-C0C8-314E-F7AEA6010C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0813" y="1970088"/>
            <a:ext cx="12700" cy="254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69" name="Rectangle 7">
            <a:extLst>
              <a:ext uri="{FF2B5EF4-FFF2-40B4-BE49-F238E27FC236}">
                <a16:creationId xmlns:a16="http://schemas.microsoft.com/office/drawing/2014/main" id="{2AC8C66D-1EDA-2902-38D3-C80D0FE4C7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4075" y="1970088"/>
            <a:ext cx="4376738" cy="254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70" name="Rectangle 8">
            <a:extLst>
              <a:ext uri="{FF2B5EF4-FFF2-40B4-BE49-F238E27FC236}">
                <a16:creationId xmlns:a16="http://schemas.microsoft.com/office/drawing/2014/main" id="{92488739-3E72-115D-6979-AF7782614F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1375" y="3798889"/>
            <a:ext cx="12700" cy="2698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71" name="Rectangle 9">
            <a:extLst>
              <a:ext uri="{FF2B5EF4-FFF2-40B4-BE49-F238E27FC236}">
                <a16:creationId xmlns:a16="http://schemas.microsoft.com/office/drawing/2014/main" id="{FD054F6E-40EE-BFB4-C650-2AA2930566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0813" y="3798889"/>
            <a:ext cx="12700" cy="2698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72" name="Rectangle 10">
            <a:extLst>
              <a:ext uri="{FF2B5EF4-FFF2-40B4-BE49-F238E27FC236}">
                <a16:creationId xmlns:a16="http://schemas.microsoft.com/office/drawing/2014/main" id="{FCF0D06F-C223-BE8D-EEA1-335ABE8FC3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4075" y="3798889"/>
            <a:ext cx="4376738" cy="2698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73" name="Rectangle 11">
            <a:extLst>
              <a:ext uri="{FF2B5EF4-FFF2-40B4-BE49-F238E27FC236}">
                <a16:creationId xmlns:a16="http://schemas.microsoft.com/office/drawing/2014/main" id="{CED39C82-0EDD-80B1-74C4-B199FE1D42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4550" y="1619250"/>
            <a:ext cx="65724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9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874" name="Rectangle 12">
            <a:extLst>
              <a:ext uri="{FF2B5EF4-FFF2-40B4-BE49-F238E27FC236}">
                <a16:creationId xmlns:a16="http://schemas.microsoft.com/office/drawing/2014/main" id="{7E83FCFE-E49D-C13F-9044-269A5800A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5939" y="1568451"/>
            <a:ext cx="214161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Conduction band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875" name="Rectangle 13">
            <a:extLst>
              <a:ext uri="{FF2B5EF4-FFF2-40B4-BE49-F238E27FC236}">
                <a16:creationId xmlns:a16="http://schemas.microsoft.com/office/drawing/2014/main" id="{DCC10D90-755C-8661-0190-1EE83A4389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9088" y="1711325"/>
            <a:ext cx="15068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 i="1">
              <a:latin typeface="PT Sans" panose="020B0503020203020204" pitchFamily="34" charset="0"/>
            </a:endParaRPr>
          </a:p>
        </p:txBody>
      </p:sp>
      <p:sp>
        <p:nvSpPr>
          <p:cNvPr id="36876" name="Rectangle 14">
            <a:extLst>
              <a:ext uri="{FF2B5EF4-FFF2-40B4-BE49-F238E27FC236}">
                <a16:creationId xmlns:a16="http://schemas.microsoft.com/office/drawing/2014/main" id="{1C02C915-1245-A918-A08B-FA628FCFB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7363" y="1866901"/>
            <a:ext cx="86562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 i="1">
                <a:solidFill>
                  <a:srgbClr val="000000"/>
                </a:solidFill>
                <a:latin typeface="PT Sans" panose="020B0503020203020204" pitchFamily="34" charset="0"/>
              </a:rPr>
              <a:t>c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877" name="Rectangle 15">
            <a:extLst>
              <a:ext uri="{FF2B5EF4-FFF2-40B4-BE49-F238E27FC236}">
                <a16:creationId xmlns:a16="http://schemas.microsoft.com/office/drawing/2014/main" id="{05786DAC-EEFA-EE3A-9300-1F120BE4B2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9088" y="3540125"/>
            <a:ext cx="15068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 i="1">
              <a:latin typeface="PT Sans" panose="020B0503020203020204" pitchFamily="34" charset="0"/>
            </a:endParaRPr>
          </a:p>
        </p:txBody>
      </p:sp>
      <p:sp>
        <p:nvSpPr>
          <p:cNvPr id="36878" name="Rectangle 16">
            <a:extLst>
              <a:ext uri="{FF2B5EF4-FFF2-40B4-BE49-F238E27FC236}">
                <a16:creationId xmlns:a16="http://schemas.microsoft.com/office/drawing/2014/main" id="{A5D6FA98-37BF-BFEC-8A53-6FEB190EF2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7363" y="3695701"/>
            <a:ext cx="91372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 i="1">
                <a:solidFill>
                  <a:srgbClr val="000000"/>
                </a:solidFill>
                <a:latin typeface="PT Sans" panose="020B0503020203020204" pitchFamily="34" charset="0"/>
              </a:rPr>
              <a:t>v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879" name="Rectangle 17">
            <a:extLst>
              <a:ext uri="{FF2B5EF4-FFF2-40B4-BE49-F238E27FC236}">
                <a16:creationId xmlns:a16="http://schemas.microsoft.com/office/drawing/2014/main" id="{040CA9A1-BE9D-8657-E64E-D51CFCD61E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1150" y="3670300"/>
            <a:ext cx="12700" cy="254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80" name="Freeform 18">
            <a:extLst>
              <a:ext uri="{FF2B5EF4-FFF2-40B4-BE49-F238E27FC236}">
                <a16:creationId xmlns:a16="http://schemas.microsoft.com/office/drawing/2014/main" id="{D58EEA9C-836D-70AB-14A8-9DF2E0D049B9}"/>
              </a:ext>
            </a:extLst>
          </p:cNvPr>
          <p:cNvSpPr>
            <a:spLocks/>
          </p:cNvSpPr>
          <p:nvPr/>
        </p:nvSpPr>
        <p:spPr bwMode="auto">
          <a:xfrm>
            <a:off x="4083050" y="3683001"/>
            <a:ext cx="77788" cy="155575"/>
          </a:xfrm>
          <a:custGeom>
            <a:avLst/>
            <a:gdLst>
              <a:gd name="T0" fmla="*/ 2147483646 w 49"/>
              <a:gd name="T1" fmla="*/ 2147483646 h 98"/>
              <a:gd name="T2" fmla="*/ 2147483646 w 49"/>
              <a:gd name="T3" fmla="*/ 0 h 98"/>
              <a:gd name="T4" fmla="*/ 2147483646 w 49"/>
              <a:gd name="T5" fmla="*/ 0 h 98"/>
              <a:gd name="T6" fmla="*/ 2147483646 w 49"/>
              <a:gd name="T7" fmla="*/ 0 h 98"/>
              <a:gd name="T8" fmla="*/ 2147483646 w 49"/>
              <a:gd name="T9" fmla="*/ 2147483646 h 98"/>
              <a:gd name="T10" fmla="*/ 2147483646 w 49"/>
              <a:gd name="T11" fmla="*/ 2147483646 h 98"/>
              <a:gd name="T12" fmla="*/ 2147483646 w 49"/>
              <a:gd name="T13" fmla="*/ 2147483646 h 98"/>
              <a:gd name="T14" fmla="*/ 0 w 49"/>
              <a:gd name="T15" fmla="*/ 0 h 98"/>
              <a:gd name="T16" fmla="*/ 0 w 49"/>
              <a:gd name="T17" fmla="*/ 0 h 98"/>
              <a:gd name="T18" fmla="*/ 2147483646 w 49"/>
              <a:gd name="T19" fmla="*/ 0 h 98"/>
              <a:gd name="T20" fmla="*/ 2147483646 w 49"/>
              <a:gd name="T21" fmla="*/ 0 h 98"/>
              <a:gd name="T22" fmla="*/ 2147483646 w 49"/>
              <a:gd name="T23" fmla="*/ 2147483646 h 98"/>
              <a:gd name="T24" fmla="*/ 2147483646 w 49"/>
              <a:gd name="T25" fmla="*/ 2147483646 h 98"/>
              <a:gd name="T26" fmla="*/ 2147483646 w 49"/>
              <a:gd name="T27" fmla="*/ 2147483646 h 98"/>
              <a:gd name="T28" fmla="*/ 2147483646 w 49"/>
              <a:gd name="T29" fmla="*/ 0 h 98"/>
              <a:gd name="T30" fmla="*/ 2147483646 w 49"/>
              <a:gd name="T31" fmla="*/ 0 h 98"/>
              <a:gd name="T32" fmla="*/ 2147483646 w 49"/>
              <a:gd name="T33" fmla="*/ 2147483646 h 98"/>
              <a:gd name="T34" fmla="*/ 2147483646 w 49"/>
              <a:gd name="T35" fmla="*/ 2147483646 h 98"/>
              <a:gd name="T36" fmla="*/ 2147483646 w 49"/>
              <a:gd name="T37" fmla="*/ 2147483646 h 98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49"/>
              <a:gd name="T58" fmla="*/ 0 h 98"/>
              <a:gd name="T59" fmla="*/ 49 w 49"/>
              <a:gd name="T60" fmla="*/ 98 h 98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49" h="98">
                <a:moveTo>
                  <a:pt x="32" y="8"/>
                </a:moveTo>
                <a:lnTo>
                  <a:pt x="49" y="0"/>
                </a:lnTo>
                <a:lnTo>
                  <a:pt x="32" y="73"/>
                </a:lnTo>
                <a:lnTo>
                  <a:pt x="32" y="98"/>
                </a:lnTo>
                <a:lnTo>
                  <a:pt x="24" y="73"/>
                </a:lnTo>
                <a:lnTo>
                  <a:pt x="0" y="0"/>
                </a:lnTo>
                <a:lnTo>
                  <a:pt x="8" y="0"/>
                </a:lnTo>
                <a:lnTo>
                  <a:pt x="32" y="73"/>
                </a:lnTo>
                <a:lnTo>
                  <a:pt x="24" y="73"/>
                </a:lnTo>
                <a:lnTo>
                  <a:pt x="41" y="0"/>
                </a:lnTo>
                <a:lnTo>
                  <a:pt x="49" y="0"/>
                </a:lnTo>
                <a:lnTo>
                  <a:pt x="49" y="8"/>
                </a:lnTo>
                <a:lnTo>
                  <a:pt x="32" y="16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81" name="Freeform 19">
            <a:extLst>
              <a:ext uri="{FF2B5EF4-FFF2-40B4-BE49-F238E27FC236}">
                <a16:creationId xmlns:a16="http://schemas.microsoft.com/office/drawing/2014/main" id="{9CCE6B33-F5C5-A2E2-ADA8-DDC6B22559F9}"/>
              </a:ext>
            </a:extLst>
          </p:cNvPr>
          <p:cNvSpPr>
            <a:spLocks/>
          </p:cNvSpPr>
          <p:nvPr/>
        </p:nvSpPr>
        <p:spPr bwMode="auto">
          <a:xfrm>
            <a:off x="4095750" y="3683000"/>
            <a:ext cx="38100" cy="25400"/>
          </a:xfrm>
          <a:custGeom>
            <a:avLst/>
            <a:gdLst>
              <a:gd name="T0" fmla="*/ 0 w 24"/>
              <a:gd name="T1" fmla="*/ 0 h 16"/>
              <a:gd name="T2" fmla="*/ 2147483646 w 24"/>
              <a:gd name="T3" fmla="*/ 2147483646 h 16"/>
              <a:gd name="T4" fmla="*/ 2147483646 w 24"/>
              <a:gd name="T5" fmla="*/ 2147483646 h 16"/>
              <a:gd name="T6" fmla="*/ 2147483646 w 24"/>
              <a:gd name="T7" fmla="*/ 2147483646 h 16"/>
              <a:gd name="T8" fmla="*/ 2147483646 w 24"/>
              <a:gd name="T9" fmla="*/ 2147483646 h 16"/>
              <a:gd name="T10" fmla="*/ 0 w 24"/>
              <a:gd name="T11" fmla="*/ 2147483646 h 16"/>
              <a:gd name="T12" fmla="*/ 0 w 24"/>
              <a:gd name="T13" fmla="*/ 0 h 16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4"/>
              <a:gd name="T22" fmla="*/ 0 h 16"/>
              <a:gd name="T23" fmla="*/ 24 w 24"/>
              <a:gd name="T24" fmla="*/ 16 h 1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4" h="16">
                <a:moveTo>
                  <a:pt x="0" y="0"/>
                </a:moveTo>
                <a:lnTo>
                  <a:pt x="24" y="8"/>
                </a:lnTo>
                <a:lnTo>
                  <a:pt x="24" y="16"/>
                </a:lnTo>
                <a:lnTo>
                  <a:pt x="0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82" name="Freeform 20">
            <a:extLst>
              <a:ext uri="{FF2B5EF4-FFF2-40B4-BE49-F238E27FC236}">
                <a16:creationId xmlns:a16="http://schemas.microsoft.com/office/drawing/2014/main" id="{29820979-D2A6-FD76-F94D-46DE84B36B6C}"/>
              </a:ext>
            </a:extLst>
          </p:cNvPr>
          <p:cNvSpPr>
            <a:spLocks/>
          </p:cNvSpPr>
          <p:nvPr/>
        </p:nvSpPr>
        <p:spPr bwMode="auto">
          <a:xfrm>
            <a:off x="4095750" y="3683000"/>
            <a:ext cx="65088" cy="115888"/>
          </a:xfrm>
          <a:custGeom>
            <a:avLst/>
            <a:gdLst>
              <a:gd name="T0" fmla="*/ 2147483646 w 41"/>
              <a:gd name="T1" fmla="*/ 2147483646 h 73"/>
              <a:gd name="T2" fmla="*/ 2147483646 w 41"/>
              <a:gd name="T3" fmla="*/ 0 h 73"/>
              <a:gd name="T4" fmla="*/ 2147483646 w 41"/>
              <a:gd name="T5" fmla="*/ 2147483646 h 73"/>
              <a:gd name="T6" fmla="*/ 0 w 41"/>
              <a:gd name="T7" fmla="*/ 0 h 73"/>
              <a:gd name="T8" fmla="*/ 2147483646 w 41"/>
              <a:gd name="T9" fmla="*/ 2147483646 h 7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1"/>
              <a:gd name="T16" fmla="*/ 0 h 73"/>
              <a:gd name="T17" fmla="*/ 41 w 41"/>
              <a:gd name="T18" fmla="*/ 73 h 7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1" h="73">
                <a:moveTo>
                  <a:pt x="24" y="8"/>
                </a:moveTo>
                <a:lnTo>
                  <a:pt x="41" y="0"/>
                </a:lnTo>
                <a:lnTo>
                  <a:pt x="24" y="73"/>
                </a:lnTo>
                <a:lnTo>
                  <a:pt x="0" y="0"/>
                </a:lnTo>
                <a:lnTo>
                  <a:pt x="24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83" name="Rectangle 21">
            <a:extLst>
              <a:ext uri="{FF2B5EF4-FFF2-40B4-BE49-F238E27FC236}">
                <a16:creationId xmlns:a16="http://schemas.microsoft.com/office/drawing/2014/main" id="{261DCD50-0E05-4CB5-784B-B8812936B7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2125663"/>
            <a:ext cx="14288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84" name="Freeform 22">
            <a:extLst>
              <a:ext uri="{FF2B5EF4-FFF2-40B4-BE49-F238E27FC236}">
                <a16:creationId xmlns:a16="http://schemas.microsoft.com/office/drawing/2014/main" id="{65E88062-924F-A416-0275-35F9B6895CD2}"/>
              </a:ext>
            </a:extLst>
          </p:cNvPr>
          <p:cNvSpPr>
            <a:spLocks/>
          </p:cNvSpPr>
          <p:nvPr/>
        </p:nvSpPr>
        <p:spPr bwMode="auto">
          <a:xfrm>
            <a:off x="4095750" y="2022475"/>
            <a:ext cx="77788" cy="128588"/>
          </a:xfrm>
          <a:custGeom>
            <a:avLst/>
            <a:gdLst>
              <a:gd name="T0" fmla="*/ 2147483646 w 49"/>
              <a:gd name="T1" fmla="*/ 2147483646 h 81"/>
              <a:gd name="T2" fmla="*/ 0 w 49"/>
              <a:gd name="T3" fmla="*/ 2147483646 h 81"/>
              <a:gd name="T4" fmla="*/ 0 w 49"/>
              <a:gd name="T5" fmla="*/ 2147483646 h 81"/>
              <a:gd name="T6" fmla="*/ 0 w 49"/>
              <a:gd name="T7" fmla="*/ 2147483646 h 81"/>
              <a:gd name="T8" fmla="*/ 2147483646 w 49"/>
              <a:gd name="T9" fmla="*/ 0 h 81"/>
              <a:gd name="T10" fmla="*/ 2147483646 w 49"/>
              <a:gd name="T11" fmla="*/ 0 h 81"/>
              <a:gd name="T12" fmla="*/ 2147483646 w 49"/>
              <a:gd name="T13" fmla="*/ 0 h 81"/>
              <a:gd name="T14" fmla="*/ 2147483646 w 49"/>
              <a:gd name="T15" fmla="*/ 2147483646 h 81"/>
              <a:gd name="T16" fmla="*/ 2147483646 w 49"/>
              <a:gd name="T17" fmla="*/ 2147483646 h 81"/>
              <a:gd name="T18" fmla="*/ 2147483646 w 49"/>
              <a:gd name="T19" fmla="*/ 2147483646 h 81"/>
              <a:gd name="T20" fmla="*/ 2147483646 w 49"/>
              <a:gd name="T21" fmla="*/ 2147483646 h 81"/>
              <a:gd name="T22" fmla="*/ 2147483646 w 49"/>
              <a:gd name="T23" fmla="*/ 0 h 81"/>
              <a:gd name="T24" fmla="*/ 2147483646 w 49"/>
              <a:gd name="T25" fmla="*/ 0 h 81"/>
              <a:gd name="T26" fmla="*/ 2147483646 w 49"/>
              <a:gd name="T27" fmla="*/ 0 h 81"/>
              <a:gd name="T28" fmla="*/ 2147483646 w 49"/>
              <a:gd name="T29" fmla="*/ 2147483646 h 81"/>
              <a:gd name="T30" fmla="*/ 0 w 49"/>
              <a:gd name="T31" fmla="*/ 2147483646 h 81"/>
              <a:gd name="T32" fmla="*/ 0 w 49"/>
              <a:gd name="T33" fmla="*/ 2147483646 h 81"/>
              <a:gd name="T34" fmla="*/ 2147483646 w 49"/>
              <a:gd name="T35" fmla="*/ 2147483646 h 81"/>
              <a:gd name="T36" fmla="*/ 2147483646 w 49"/>
              <a:gd name="T37" fmla="*/ 2147483646 h 81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49"/>
              <a:gd name="T58" fmla="*/ 0 h 81"/>
              <a:gd name="T59" fmla="*/ 49 w 49"/>
              <a:gd name="T60" fmla="*/ 81 h 81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49" h="81">
                <a:moveTo>
                  <a:pt x="24" y="65"/>
                </a:moveTo>
                <a:lnTo>
                  <a:pt x="0" y="73"/>
                </a:lnTo>
                <a:lnTo>
                  <a:pt x="24" y="0"/>
                </a:lnTo>
                <a:lnTo>
                  <a:pt x="33" y="0"/>
                </a:lnTo>
                <a:lnTo>
                  <a:pt x="49" y="73"/>
                </a:lnTo>
                <a:lnTo>
                  <a:pt x="49" y="81"/>
                </a:lnTo>
                <a:lnTo>
                  <a:pt x="41" y="73"/>
                </a:lnTo>
                <a:lnTo>
                  <a:pt x="24" y="0"/>
                </a:lnTo>
                <a:lnTo>
                  <a:pt x="33" y="0"/>
                </a:lnTo>
                <a:lnTo>
                  <a:pt x="8" y="73"/>
                </a:lnTo>
                <a:lnTo>
                  <a:pt x="0" y="73"/>
                </a:lnTo>
                <a:lnTo>
                  <a:pt x="0" y="65"/>
                </a:lnTo>
                <a:lnTo>
                  <a:pt x="24" y="57"/>
                </a:lnTo>
                <a:lnTo>
                  <a:pt x="24" y="6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85" name="Freeform 23">
            <a:extLst>
              <a:ext uri="{FF2B5EF4-FFF2-40B4-BE49-F238E27FC236}">
                <a16:creationId xmlns:a16="http://schemas.microsoft.com/office/drawing/2014/main" id="{4BB18ADF-9340-A6B9-DE97-7A594E3214C9}"/>
              </a:ext>
            </a:extLst>
          </p:cNvPr>
          <p:cNvSpPr>
            <a:spLocks/>
          </p:cNvSpPr>
          <p:nvPr/>
        </p:nvSpPr>
        <p:spPr bwMode="auto">
          <a:xfrm>
            <a:off x="4133850" y="2112963"/>
            <a:ext cx="26988" cy="25400"/>
          </a:xfrm>
          <a:custGeom>
            <a:avLst/>
            <a:gdLst>
              <a:gd name="T0" fmla="*/ 2147483646 w 17"/>
              <a:gd name="T1" fmla="*/ 2147483646 h 16"/>
              <a:gd name="T2" fmla="*/ 0 w 17"/>
              <a:gd name="T3" fmla="*/ 2147483646 h 16"/>
              <a:gd name="T4" fmla="*/ 0 w 17"/>
              <a:gd name="T5" fmla="*/ 0 h 16"/>
              <a:gd name="T6" fmla="*/ 0 w 17"/>
              <a:gd name="T7" fmla="*/ 0 h 16"/>
              <a:gd name="T8" fmla="*/ 0 w 17"/>
              <a:gd name="T9" fmla="*/ 0 h 16"/>
              <a:gd name="T10" fmla="*/ 2147483646 w 17"/>
              <a:gd name="T11" fmla="*/ 2147483646 h 16"/>
              <a:gd name="T12" fmla="*/ 2147483646 w 17"/>
              <a:gd name="T13" fmla="*/ 2147483646 h 16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7"/>
              <a:gd name="T22" fmla="*/ 0 h 16"/>
              <a:gd name="T23" fmla="*/ 17 w 17"/>
              <a:gd name="T24" fmla="*/ 16 h 1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7" h="16">
                <a:moveTo>
                  <a:pt x="17" y="16"/>
                </a:moveTo>
                <a:lnTo>
                  <a:pt x="0" y="8"/>
                </a:lnTo>
                <a:lnTo>
                  <a:pt x="0" y="0"/>
                </a:lnTo>
                <a:lnTo>
                  <a:pt x="17" y="8"/>
                </a:lnTo>
                <a:lnTo>
                  <a:pt x="17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86" name="Freeform 24">
            <a:extLst>
              <a:ext uri="{FF2B5EF4-FFF2-40B4-BE49-F238E27FC236}">
                <a16:creationId xmlns:a16="http://schemas.microsoft.com/office/drawing/2014/main" id="{4CAAF855-E2E7-6DE3-2A60-80C552EBDAA6}"/>
              </a:ext>
            </a:extLst>
          </p:cNvPr>
          <p:cNvSpPr>
            <a:spLocks/>
          </p:cNvSpPr>
          <p:nvPr/>
        </p:nvSpPr>
        <p:spPr bwMode="auto">
          <a:xfrm>
            <a:off x="4095750" y="2022475"/>
            <a:ext cx="65088" cy="115888"/>
          </a:xfrm>
          <a:custGeom>
            <a:avLst/>
            <a:gdLst>
              <a:gd name="T0" fmla="*/ 2147483646 w 41"/>
              <a:gd name="T1" fmla="*/ 2147483646 h 73"/>
              <a:gd name="T2" fmla="*/ 0 w 41"/>
              <a:gd name="T3" fmla="*/ 2147483646 h 73"/>
              <a:gd name="T4" fmla="*/ 2147483646 w 41"/>
              <a:gd name="T5" fmla="*/ 0 h 73"/>
              <a:gd name="T6" fmla="*/ 2147483646 w 41"/>
              <a:gd name="T7" fmla="*/ 2147483646 h 73"/>
              <a:gd name="T8" fmla="*/ 2147483646 w 41"/>
              <a:gd name="T9" fmla="*/ 2147483646 h 7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1"/>
              <a:gd name="T16" fmla="*/ 0 h 73"/>
              <a:gd name="T17" fmla="*/ 41 w 41"/>
              <a:gd name="T18" fmla="*/ 73 h 7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1" h="73">
                <a:moveTo>
                  <a:pt x="24" y="65"/>
                </a:moveTo>
                <a:lnTo>
                  <a:pt x="0" y="73"/>
                </a:lnTo>
                <a:lnTo>
                  <a:pt x="24" y="0"/>
                </a:lnTo>
                <a:lnTo>
                  <a:pt x="41" y="73"/>
                </a:lnTo>
                <a:lnTo>
                  <a:pt x="24" y="6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87" name="Rectangle 25">
            <a:extLst>
              <a:ext uri="{FF2B5EF4-FFF2-40B4-BE49-F238E27FC236}">
                <a16:creationId xmlns:a16="http://schemas.microsoft.com/office/drawing/2014/main" id="{1657A687-D518-3B53-4548-C6AEDB485D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3670300"/>
            <a:ext cx="14288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88" name="Rectangle 26">
            <a:extLst>
              <a:ext uri="{FF2B5EF4-FFF2-40B4-BE49-F238E27FC236}">
                <a16:creationId xmlns:a16="http://schemas.microsoft.com/office/drawing/2014/main" id="{A1A59078-2134-5821-3DAF-2DD9EBF211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2138363"/>
            <a:ext cx="14288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89" name="Rectangle 27">
            <a:extLst>
              <a:ext uri="{FF2B5EF4-FFF2-40B4-BE49-F238E27FC236}">
                <a16:creationId xmlns:a16="http://schemas.microsoft.com/office/drawing/2014/main" id="{7E96A579-FE3B-9527-3C54-1B6CF9C147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2138364"/>
            <a:ext cx="14288" cy="15319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90" name="Rectangle 28">
            <a:extLst>
              <a:ext uri="{FF2B5EF4-FFF2-40B4-BE49-F238E27FC236}">
                <a16:creationId xmlns:a16="http://schemas.microsoft.com/office/drawing/2014/main" id="{830578FE-2BC5-FC81-4330-38082F98F6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6413" y="2787650"/>
            <a:ext cx="15068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 i="1">
              <a:latin typeface="PT Sans" panose="020B0503020203020204" pitchFamily="34" charset="0"/>
            </a:endParaRPr>
          </a:p>
        </p:txBody>
      </p:sp>
      <p:sp>
        <p:nvSpPr>
          <p:cNvPr id="36891" name="Rectangle 29">
            <a:extLst>
              <a:ext uri="{FF2B5EF4-FFF2-40B4-BE49-F238E27FC236}">
                <a16:creationId xmlns:a16="http://schemas.microsoft.com/office/drawing/2014/main" id="{EC02CDD6-CE0E-49D2-FEF7-6087323E77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1988" y="2930525"/>
            <a:ext cx="1106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 i="1">
                <a:solidFill>
                  <a:srgbClr val="000000"/>
                </a:solidFill>
                <a:latin typeface="PT Sans" panose="020B0503020203020204" pitchFamily="34" charset="0"/>
              </a:rPr>
              <a:t>g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892" name="Rectangle 30">
            <a:extLst>
              <a:ext uri="{FF2B5EF4-FFF2-40B4-BE49-F238E27FC236}">
                <a16:creationId xmlns:a16="http://schemas.microsoft.com/office/drawing/2014/main" id="{B88C45AD-DB3E-AFC2-D122-0150C83E23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1388" y="2714626"/>
            <a:ext cx="1181414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Band gap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893" name="Freeform 31">
            <a:extLst>
              <a:ext uri="{FF2B5EF4-FFF2-40B4-BE49-F238E27FC236}">
                <a16:creationId xmlns:a16="http://schemas.microsoft.com/office/drawing/2014/main" id="{31152FE3-F06F-5B57-58D6-180565D3A516}"/>
              </a:ext>
            </a:extLst>
          </p:cNvPr>
          <p:cNvSpPr>
            <a:spLocks/>
          </p:cNvSpPr>
          <p:nvPr/>
        </p:nvSpPr>
        <p:spPr bwMode="auto">
          <a:xfrm>
            <a:off x="3394075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94" name="Freeform 32">
            <a:extLst>
              <a:ext uri="{FF2B5EF4-FFF2-40B4-BE49-F238E27FC236}">
                <a16:creationId xmlns:a16="http://schemas.microsoft.com/office/drawing/2014/main" id="{B59BD296-4659-2E19-3417-58F45E967645}"/>
              </a:ext>
            </a:extLst>
          </p:cNvPr>
          <p:cNvSpPr>
            <a:spLocks/>
          </p:cNvSpPr>
          <p:nvPr/>
        </p:nvSpPr>
        <p:spPr bwMode="auto">
          <a:xfrm>
            <a:off x="3732213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95" name="Freeform 33">
            <a:extLst>
              <a:ext uri="{FF2B5EF4-FFF2-40B4-BE49-F238E27FC236}">
                <a16:creationId xmlns:a16="http://schemas.microsoft.com/office/drawing/2014/main" id="{D6FDE052-6402-CB9B-B95E-1047A257A01B}"/>
              </a:ext>
            </a:extLst>
          </p:cNvPr>
          <p:cNvSpPr>
            <a:spLocks/>
          </p:cNvSpPr>
          <p:nvPr/>
        </p:nvSpPr>
        <p:spPr bwMode="auto">
          <a:xfrm>
            <a:off x="3394075" y="3813175"/>
            <a:ext cx="350838" cy="323850"/>
          </a:xfrm>
          <a:custGeom>
            <a:avLst/>
            <a:gdLst>
              <a:gd name="T0" fmla="*/ 0 w 221"/>
              <a:gd name="T1" fmla="*/ 2147483646 h 204"/>
              <a:gd name="T2" fmla="*/ 2147483646 w 221"/>
              <a:gd name="T3" fmla="*/ 2147483646 h 204"/>
              <a:gd name="T4" fmla="*/ 2147483646 w 221"/>
              <a:gd name="T5" fmla="*/ 2147483646 h 204"/>
              <a:gd name="T6" fmla="*/ 2147483646 w 221"/>
              <a:gd name="T7" fmla="*/ 0 h 204"/>
              <a:gd name="T8" fmla="*/ 0 w 221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"/>
              <a:gd name="T16" fmla="*/ 0 h 204"/>
              <a:gd name="T17" fmla="*/ 221 w 221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" h="204">
                <a:moveTo>
                  <a:pt x="0" y="196"/>
                </a:moveTo>
                <a:lnTo>
                  <a:pt x="8" y="204"/>
                </a:lnTo>
                <a:lnTo>
                  <a:pt x="221" y="8"/>
                </a:lnTo>
                <a:lnTo>
                  <a:pt x="213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96" name="Freeform 34">
            <a:extLst>
              <a:ext uri="{FF2B5EF4-FFF2-40B4-BE49-F238E27FC236}">
                <a16:creationId xmlns:a16="http://schemas.microsoft.com/office/drawing/2014/main" id="{C3405B97-22C0-3461-10A5-02DCDD78CF29}"/>
              </a:ext>
            </a:extLst>
          </p:cNvPr>
          <p:cNvSpPr>
            <a:spLocks/>
          </p:cNvSpPr>
          <p:nvPr/>
        </p:nvSpPr>
        <p:spPr bwMode="auto">
          <a:xfrm>
            <a:off x="3732213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97" name="Freeform 35">
            <a:extLst>
              <a:ext uri="{FF2B5EF4-FFF2-40B4-BE49-F238E27FC236}">
                <a16:creationId xmlns:a16="http://schemas.microsoft.com/office/drawing/2014/main" id="{C40C3A4B-095C-9981-933E-B0FFD9B25D39}"/>
              </a:ext>
            </a:extLst>
          </p:cNvPr>
          <p:cNvSpPr>
            <a:spLocks/>
          </p:cNvSpPr>
          <p:nvPr/>
        </p:nvSpPr>
        <p:spPr bwMode="auto">
          <a:xfrm>
            <a:off x="4070350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98" name="Freeform 36">
            <a:extLst>
              <a:ext uri="{FF2B5EF4-FFF2-40B4-BE49-F238E27FC236}">
                <a16:creationId xmlns:a16="http://schemas.microsoft.com/office/drawing/2014/main" id="{38F581E6-9BE3-B3A2-166F-019507FA44C2}"/>
              </a:ext>
            </a:extLst>
          </p:cNvPr>
          <p:cNvSpPr>
            <a:spLocks/>
          </p:cNvSpPr>
          <p:nvPr/>
        </p:nvSpPr>
        <p:spPr bwMode="auto">
          <a:xfrm>
            <a:off x="3732214" y="3813175"/>
            <a:ext cx="350837" cy="323850"/>
          </a:xfrm>
          <a:custGeom>
            <a:avLst/>
            <a:gdLst>
              <a:gd name="T0" fmla="*/ 0 w 221"/>
              <a:gd name="T1" fmla="*/ 2147483646 h 204"/>
              <a:gd name="T2" fmla="*/ 2147483646 w 221"/>
              <a:gd name="T3" fmla="*/ 2147483646 h 204"/>
              <a:gd name="T4" fmla="*/ 2147483646 w 221"/>
              <a:gd name="T5" fmla="*/ 2147483646 h 204"/>
              <a:gd name="T6" fmla="*/ 2147483646 w 221"/>
              <a:gd name="T7" fmla="*/ 0 h 204"/>
              <a:gd name="T8" fmla="*/ 0 w 221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"/>
              <a:gd name="T16" fmla="*/ 0 h 204"/>
              <a:gd name="T17" fmla="*/ 221 w 221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" h="204">
                <a:moveTo>
                  <a:pt x="0" y="196"/>
                </a:moveTo>
                <a:lnTo>
                  <a:pt x="8" y="204"/>
                </a:lnTo>
                <a:lnTo>
                  <a:pt x="221" y="8"/>
                </a:lnTo>
                <a:lnTo>
                  <a:pt x="213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99" name="Freeform 37">
            <a:extLst>
              <a:ext uri="{FF2B5EF4-FFF2-40B4-BE49-F238E27FC236}">
                <a16:creationId xmlns:a16="http://schemas.microsoft.com/office/drawing/2014/main" id="{84CEAA38-47B0-9310-F757-895E5882ABCD}"/>
              </a:ext>
            </a:extLst>
          </p:cNvPr>
          <p:cNvSpPr>
            <a:spLocks/>
          </p:cNvSpPr>
          <p:nvPr/>
        </p:nvSpPr>
        <p:spPr bwMode="auto">
          <a:xfrm>
            <a:off x="4070350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0" name="Freeform 38">
            <a:extLst>
              <a:ext uri="{FF2B5EF4-FFF2-40B4-BE49-F238E27FC236}">
                <a16:creationId xmlns:a16="http://schemas.microsoft.com/office/drawing/2014/main" id="{E425C98E-9F3A-2850-81D8-DEE9A066A861}"/>
              </a:ext>
            </a:extLst>
          </p:cNvPr>
          <p:cNvSpPr>
            <a:spLocks/>
          </p:cNvSpPr>
          <p:nvPr/>
        </p:nvSpPr>
        <p:spPr bwMode="auto">
          <a:xfrm>
            <a:off x="4406900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1" name="Freeform 39">
            <a:extLst>
              <a:ext uri="{FF2B5EF4-FFF2-40B4-BE49-F238E27FC236}">
                <a16:creationId xmlns:a16="http://schemas.microsoft.com/office/drawing/2014/main" id="{9A3575E4-E08A-89F7-D918-11DF11D51AFB}"/>
              </a:ext>
            </a:extLst>
          </p:cNvPr>
          <p:cNvSpPr>
            <a:spLocks/>
          </p:cNvSpPr>
          <p:nvPr/>
        </p:nvSpPr>
        <p:spPr bwMode="auto">
          <a:xfrm>
            <a:off x="4070350" y="3813175"/>
            <a:ext cx="349250" cy="323850"/>
          </a:xfrm>
          <a:custGeom>
            <a:avLst/>
            <a:gdLst>
              <a:gd name="T0" fmla="*/ 0 w 220"/>
              <a:gd name="T1" fmla="*/ 2147483646 h 204"/>
              <a:gd name="T2" fmla="*/ 2147483646 w 220"/>
              <a:gd name="T3" fmla="*/ 2147483646 h 204"/>
              <a:gd name="T4" fmla="*/ 2147483646 w 220"/>
              <a:gd name="T5" fmla="*/ 2147483646 h 204"/>
              <a:gd name="T6" fmla="*/ 2147483646 w 220"/>
              <a:gd name="T7" fmla="*/ 0 h 204"/>
              <a:gd name="T8" fmla="*/ 0 w 220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0"/>
              <a:gd name="T16" fmla="*/ 0 h 204"/>
              <a:gd name="T17" fmla="*/ 220 w 220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0" h="204">
                <a:moveTo>
                  <a:pt x="0" y="196"/>
                </a:moveTo>
                <a:lnTo>
                  <a:pt x="8" y="204"/>
                </a:lnTo>
                <a:lnTo>
                  <a:pt x="220" y="8"/>
                </a:lnTo>
                <a:lnTo>
                  <a:pt x="212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2" name="Freeform 40">
            <a:extLst>
              <a:ext uri="{FF2B5EF4-FFF2-40B4-BE49-F238E27FC236}">
                <a16:creationId xmlns:a16="http://schemas.microsoft.com/office/drawing/2014/main" id="{EEE202DE-61F1-099F-FA99-9138DAAAB2D2}"/>
              </a:ext>
            </a:extLst>
          </p:cNvPr>
          <p:cNvSpPr>
            <a:spLocks/>
          </p:cNvSpPr>
          <p:nvPr/>
        </p:nvSpPr>
        <p:spPr bwMode="auto">
          <a:xfrm>
            <a:off x="4406900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3" name="Freeform 41">
            <a:extLst>
              <a:ext uri="{FF2B5EF4-FFF2-40B4-BE49-F238E27FC236}">
                <a16:creationId xmlns:a16="http://schemas.microsoft.com/office/drawing/2014/main" id="{A90BB853-EF23-6C88-5090-5180FB504543}"/>
              </a:ext>
            </a:extLst>
          </p:cNvPr>
          <p:cNvSpPr>
            <a:spLocks/>
          </p:cNvSpPr>
          <p:nvPr/>
        </p:nvSpPr>
        <p:spPr bwMode="auto">
          <a:xfrm>
            <a:off x="4745038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4" name="Freeform 42">
            <a:extLst>
              <a:ext uri="{FF2B5EF4-FFF2-40B4-BE49-F238E27FC236}">
                <a16:creationId xmlns:a16="http://schemas.microsoft.com/office/drawing/2014/main" id="{9D70245A-A847-978E-483D-B9C0628E210F}"/>
              </a:ext>
            </a:extLst>
          </p:cNvPr>
          <p:cNvSpPr>
            <a:spLocks/>
          </p:cNvSpPr>
          <p:nvPr/>
        </p:nvSpPr>
        <p:spPr bwMode="auto">
          <a:xfrm>
            <a:off x="4406900" y="3813175"/>
            <a:ext cx="350838" cy="323850"/>
          </a:xfrm>
          <a:custGeom>
            <a:avLst/>
            <a:gdLst>
              <a:gd name="T0" fmla="*/ 0 w 221"/>
              <a:gd name="T1" fmla="*/ 2147483646 h 204"/>
              <a:gd name="T2" fmla="*/ 2147483646 w 221"/>
              <a:gd name="T3" fmla="*/ 2147483646 h 204"/>
              <a:gd name="T4" fmla="*/ 2147483646 w 221"/>
              <a:gd name="T5" fmla="*/ 2147483646 h 204"/>
              <a:gd name="T6" fmla="*/ 2147483646 w 221"/>
              <a:gd name="T7" fmla="*/ 0 h 204"/>
              <a:gd name="T8" fmla="*/ 0 w 221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"/>
              <a:gd name="T16" fmla="*/ 0 h 204"/>
              <a:gd name="T17" fmla="*/ 221 w 221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" h="204">
                <a:moveTo>
                  <a:pt x="0" y="196"/>
                </a:moveTo>
                <a:lnTo>
                  <a:pt x="8" y="204"/>
                </a:lnTo>
                <a:lnTo>
                  <a:pt x="221" y="8"/>
                </a:lnTo>
                <a:lnTo>
                  <a:pt x="213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5" name="Freeform 43">
            <a:extLst>
              <a:ext uri="{FF2B5EF4-FFF2-40B4-BE49-F238E27FC236}">
                <a16:creationId xmlns:a16="http://schemas.microsoft.com/office/drawing/2014/main" id="{1F6FE5FA-24A6-A265-3B40-929899256647}"/>
              </a:ext>
            </a:extLst>
          </p:cNvPr>
          <p:cNvSpPr>
            <a:spLocks/>
          </p:cNvSpPr>
          <p:nvPr/>
        </p:nvSpPr>
        <p:spPr bwMode="auto">
          <a:xfrm>
            <a:off x="4745038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6" name="Freeform 44">
            <a:extLst>
              <a:ext uri="{FF2B5EF4-FFF2-40B4-BE49-F238E27FC236}">
                <a16:creationId xmlns:a16="http://schemas.microsoft.com/office/drawing/2014/main" id="{803D10C7-7BA5-D3AE-C269-46AB2BD76EEE}"/>
              </a:ext>
            </a:extLst>
          </p:cNvPr>
          <p:cNvSpPr>
            <a:spLocks/>
          </p:cNvSpPr>
          <p:nvPr/>
        </p:nvSpPr>
        <p:spPr bwMode="auto">
          <a:xfrm>
            <a:off x="5083175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7" name="Freeform 45">
            <a:extLst>
              <a:ext uri="{FF2B5EF4-FFF2-40B4-BE49-F238E27FC236}">
                <a16:creationId xmlns:a16="http://schemas.microsoft.com/office/drawing/2014/main" id="{76827D21-D08C-8AC4-996A-2F484A85A9FB}"/>
              </a:ext>
            </a:extLst>
          </p:cNvPr>
          <p:cNvSpPr>
            <a:spLocks/>
          </p:cNvSpPr>
          <p:nvPr/>
        </p:nvSpPr>
        <p:spPr bwMode="auto">
          <a:xfrm>
            <a:off x="4745039" y="3813175"/>
            <a:ext cx="350837" cy="323850"/>
          </a:xfrm>
          <a:custGeom>
            <a:avLst/>
            <a:gdLst>
              <a:gd name="T0" fmla="*/ 0 w 221"/>
              <a:gd name="T1" fmla="*/ 2147483646 h 204"/>
              <a:gd name="T2" fmla="*/ 2147483646 w 221"/>
              <a:gd name="T3" fmla="*/ 2147483646 h 204"/>
              <a:gd name="T4" fmla="*/ 2147483646 w 221"/>
              <a:gd name="T5" fmla="*/ 2147483646 h 204"/>
              <a:gd name="T6" fmla="*/ 2147483646 w 221"/>
              <a:gd name="T7" fmla="*/ 0 h 204"/>
              <a:gd name="T8" fmla="*/ 0 w 221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"/>
              <a:gd name="T16" fmla="*/ 0 h 204"/>
              <a:gd name="T17" fmla="*/ 221 w 221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" h="204">
                <a:moveTo>
                  <a:pt x="0" y="196"/>
                </a:moveTo>
                <a:lnTo>
                  <a:pt x="8" y="204"/>
                </a:lnTo>
                <a:lnTo>
                  <a:pt x="221" y="8"/>
                </a:lnTo>
                <a:lnTo>
                  <a:pt x="213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8" name="Freeform 46">
            <a:extLst>
              <a:ext uri="{FF2B5EF4-FFF2-40B4-BE49-F238E27FC236}">
                <a16:creationId xmlns:a16="http://schemas.microsoft.com/office/drawing/2014/main" id="{E22B4CD4-9C43-5104-8334-D26E75A1D90B}"/>
              </a:ext>
            </a:extLst>
          </p:cNvPr>
          <p:cNvSpPr>
            <a:spLocks/>
          </p:cNvSpPr>
          <p:nvPr/>
        </p:nvSpPr>
        <p:spPr bwMode="auto">
          <a:xfrm>
            <a:off x="5083175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9" name="Freeform 47">
            <a:extLst>
              <a:ext uri="{FF2B5EF4-FFF2-40B4-BE49-F238E27FC236}">
                <a16:creationId xmlns:a16="http://schemas.microsoft.com/office/drawing/2014/main" id="{30FDD0D9-C252-F4E8-48D5-A65117C2DDDD}"/>
              </a:ext>
            </a:extLst>
          </p:cNvPr>
          <p:cNvSpPr>
            <a:spLocks/>
          </p:cNvSpPr>
          <p:nvPr/>
        </p:nvSpPr>
        <p:spPr bwMode="auto">
          <a:xfrm>
            <a:off x="5419725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0" name="Freeform 48">
            <a:extLst>
              <a:ext uri="{FF2B5EF4-FFF2-40B4-BE49-F238E27FC236}">
                <a16:creationId xmlns:a16="http://schemas.microsoft.com/office/drawing/2014/main" id="{06D01733-2925-FD0C-A070-3563DDCBDE12}"/>
              </a:ext>
            </a:extLst>
          </p:cNvPr>
          <p:cNvSpPr>
            <a:spLocks/>
          </p:cNvSpPr>
          <p:nvPr/>
        </p:nvSpPr>
        <p:spPr bwMode="auto">
          <a:xfrm>
            <a:off x="5083175" y="3813175"/>
            <a:ext cx="349250" cy="323850"/>
          </a:xfrm>
          <a:custGeom>
            <a:avLst/>
            <a:gdLst>
              <a:gd name="T0" fmla="*/ 0 w 220"/>
              <a:gd name="T1" fmla="*/ 2147483646 h 204"/>
              <a:gd name="T2" fmla="*/ 2147483646 w 220"/>
              <a:gd name="T3" fmla="*/ 2147483646 h 204"/>
              <a:gd name="T4" fmla="*/ 2147483646 w 220"/>
              <a:gd name="T5" fmla="*/ 2147483646 h 204"/>
              <a:gd name="T6" fmla="*/ 2147483646 w 220"/>
              <a:gd name="T7" fmla="*/ 0 h 204"/>
              <a:gd name="T8" fmla="*/ 0 w 220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0"/>
              <a:gd name="T16" fmla="*/ 0 h 204"/>
              <a:gd name="T17" fmla="*/ 220 w 220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0" h="204">
                <a:moveTo>
                  <a:pt x="0" y="196"/>
                </a:moveTo>
                <a:lnTo>
                  <a:pt x="8" y="204"/>
                </a:lnTo>
                <a:lnTo>
                  <a:pt x="220" y="8"/>
                </a:lnTo>
                <a:lnTo>
                  <a:pt x="212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1" name="Freeform 49">
            <a:extLst>
              <a:ext uri="{FF2B5EF4-FFF2-40B4-BE49-F238E27FC236}">
                <a16:creationId xmlns:a16="http://schemas.microsoft.com/office/drawing/2014/main" id="{A9112276-A41A-C71B-13D7-AFCB2FAD2564}"/>
              </a:ext>
            </a:extLst>
          </p:cNvPr>
          <p:cNvSpPr>
            <a:spLocks/>
          </p:cNvSpPr>
          <p:nvPr/>
        </p:nvSpPr>
        <p:spPr bwMode="auto">
          <a:xfrm>
            <a:off x="5419725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2" name="Freeform 50">
            <a:extLst>
              <a:ext uri="{FF2B5EF4-FFF2-40B4-BE49-F238E27FC236}">
                <a16:creationId xmlns:a16="http://schemas.microsoft.com/office/drawing/2014/main" id="{D886CCCE-B27F-7E28-BDB8-191ADCDF62FB}"/>
              </a:ext>
            </a:extLst>
          </p:cNvPr>
          <p:cNvSpPr>
            <a:spLocks/>
          </p:cNvSpPr>
          <p:nvPr/>
        </p:nvSpPr>
        <p:spPr bwMode="auto">
          <a:xfrm>
            <a:off x="5757863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3" name="Freeform 51">
            <a:extLst>
              <a:ext uri="{FF2B5EF4-FFF2-40B4-BE49-F238E27FC236}">
                <a16:creationId xmlns:a16="http://schemas.microsoft.com/office/drawing/2014/main" id="{B9D0C300-10A7-BE80-92BE-A5DDC0155C90}"/>
              </a:ext>
            </a:extLst>
          </p:cNvPr>
          <p:cNvSpPr>
            <a:spLocks/>
          </p:cNvSpPr>
          <p:nvPr/>
        </p:nvSpPr>
        <p:spPr bwMode="auto">
          <a:xfrm>
            <a:off x="5419725" y="3813175"/>
            <a:ext cx="350838" cy="323850"/>
          </a:xfrm>
          <a:custGeom>
            <a:avLst/>
            <a:gdLst>
              <a:gd name="T0" fmla="*/ 0 w 221"/>
              <a:gd name="T1" fmla="*/ 2147483646 h 204"/>
              <a:gd name="T2" fmla="*/ 2147483646 w 221"/>
              <a:gd name="T3" fmla="*/ 2147483646 h 204"/>
              <a:gd name="T4" fmla="*/ 2147483646 w 221"/>
              <a:gd name="T5" fmla="*/ 2147483646 h 204"/>
              <a:gd name="T6" fmla="*/ 2147483646 w 221"/>
              <a:gd name="T7" fmla="*/ 0 h 204"/>
              <a:gd name="T8" fmla="*/ 0 w 221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"/>
              <a:gd name="T16" fmla="*/ 0 h 204"/>
              <a:gd name="T17" fmla="*/ 221 w 221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" h="204">
                <a:moveTo>
                  <a:pt x="0" y="196"/>
                </a:moveTo>
                <a:lnTo>
                  <a:pt x="8" y="204"/>
                </a:lnTo>
                <a:lnTo>
                  <a:pt x="221" y="8"/>
                </a:lnTo>
                <a:lnTo>
                  <a:pt x="213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4" name="Freeform 52">
            <a:extLst>
              <a:ext uri="{FF2B5EF4-FFF2-40B4-BE49-F238E27FC236}">
                <a16:creationId xmlns:a16="http://schemas.microsoft.com/office/drawing/2014/main" id="{29ACC047-2C5C-F89A-1EEF-4BDF8B9863CF}"/>
              </a:ext>
            </a:extLst>
          </p:cNvPr>
          <p:cNvSpPr>
            <a:spLocks/>
          </p:cNvSpPr>
          <p:nvPr/>
        </p:nvSpPr>
        <p:spPr bwMode="auto">
          <a:xfrm>
            <a:off x="5757863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5" name="Freeform 53">
            <a:extLst>
              <a:ext uri="{FF2B5EF4-FFF2-40B4-BE49-F238E27FC236}">
                <a16:creationId xmlns:a16="http://schemas.microsoft.com/office/drawing/2014/main" id="{CBD52AF0-20F1-AF60-A553-D14E4EC7BF15}"/>
              </a:ext>
            </a:extLst>
          </p:cNvPr>
          <p:cNvSpPr>
            <a:spLocks/>
          </p:cNvSpPr>
          <p:nvPr/>
        </p:nvSpPr>
        <p:spPr bwMode="auto">
          <a:xfrm>
            <a:off x="6096000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6" name="Freeform 54">
            <a:extLst>
              <a:ext uri="{FF2B5EF4-FFF2-40B4-BE49-F238E27FC236}">
                <a16:creationId xmlns:a16="http://schemas.microsoft.com/office/drawing/2014/main" id="{3D9B3DAC-7218-86FA-D0CD-6996FD89BABD}"/>
              </a:ext>
            </a:extLst>
          </p:cNvPr>
          <p:cNvSpPr>
            <a:spLocks/>
          </p:cNvSpPr>
          <p:nvPr/>
        </p:nvSpPr>
        <p:spPr bwMode="auto">
          <a:xfrm>
            <a:off x="5757864" y="3813175"/>
            <a:ext cx="350837" cy="323850"/>
          </a:xfrm>
          <a:custGeom>
            <a:avLst/>
            <a:gdLst>
              <a:gd name="T0" fmla="*/ 0 w 221"/>
              <a:gd name="T1" fmla="*/ 2147483646 h 204"/>
              <a:gd name="T2" fmla="*/ 2147483646 w 221"/>
              <a:gd name="T3" fmla="*/ 2147483646 h 204"/>
              <a:gd name="T4" fmla="*/ 2147483646 w 221"/>
              <a:gd name="T5" fmla="*/ 2147483646 h 204"/>
              <a:gd name="T6" fmla="*/ 2147483646 w 221"/>
              <a:gd name="T7" fmla="*/ 0 h 204"/>
              <a:gd name="T8" fmla="*/ 0 w 221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"/>
              <a:gd name="T16" fmla="*/ 0 h 204"/>
              <a:gd name="T17" fmla="*/ 221 w 221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" h="204">
                <a:moveTo>
                  <a:pt x="0" y="196"/>
                </a:moveTo>
                <a:lnTo>
                  <a:pt x="8" y="204"/>
                </a:lnTo>
                <a:lnTo>
                  <a:pt x="221" y="8"/>
                </a:lnTo>
                <a:lnTo>
                  <a:pt x="213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7" name="Freeform 55">
            <a:extLst>
              <a:ext uri="{FF2B5EF4-FFF2-40B4-BE49-F238E27FC236}">
                <a16:creationId xmlns:a16="http://schemas.microsoft.com/office/drawing/2014/main" id="{7023F308-E8C6-60FE-E331-B5C0F0B2569E}"/>
              </a:ext>
            </a:extLst>
          </p:cNvPr>
          <p:cNvSpPr>
            <a:spLocks/>
          </p:cNvSpPr>
          <p:nvPr/>
        </p:nvSpPr>
        <p:spPr bwMode="auto">
          <a:xfrm>
            <a:off x="6096000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8" name="Freeform 56">
            <a:extLst>
              <a:ext uri="{FF2B5EF4-FFF2-40B4-BE49-F238E27FC236}">
                <a16:creationId xmlns:a16="http://schemas.microsoft.com/office/drawing/2014/main" id="{3A675A96-E753-1BEC-3BBE-2C4C8FCD50F0}"/>
              </a:ext>
            </a:extLst>
          </p:cNvPr>
          <p:cNvSpPr>
            <a:spLocks/>
          </p:cNvSpPr>
          <p:nvPr/>
        </p:nvSpPr>
        <p:spPr bwMode="auto">
          <a:xfrm>
            <a:off x="6432550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9" name="Freeform 57">
            <a:extLst>
              <a:ext uri="{FF2B5EF4-FFF2-40B4-BE49-F238E27FC236}">
                <a16:creationId xmlns:a16="http://schemas.microsoft.com/office/drawing/2014/main" id="{86817174-D72D-581A-58A9-9B5C2FB761E4}"/>
              </a:ext>
            </a:extLst>
          </p:cNvPr>
          <p:cNvSpPr>
            <a:spLocks/>
          </p:cNvSpPr>
          <p:nvPr/>
        </p:nvSpPr>
        <p:spPr bwMode="auto">
          <a:xfrm>
            <a:off x="6096000" y="3813175"/>
            <a:ext cx="349250" cy="323850"/>
          </a:xfrm>
          <a:custGeom>
            <a:avLst/>
            <a:gdLst>
              <a:gd name="T0" fmla="*/ 0 w 220"/>
              <a:gd name="T1" fmla="*/ 2147483646 h 204"/>
              <a:gd name="T2" fmla="*/ 2147483646 w 220"/>
              <a:gd name="T3" fmla="*/ 2147483646 h 204"/>
              <a:gd name="T4" fmla="*/ 2147483646 w 220"/>
              <a:gd name="T5" fmla="*/ 2147483646 h 204"/>
              <a:gd name="T6" fmla="*/ 2147483646 w 220"/>
              <a:gd name="T7" fmla="*/ 0 h 204"/>
              <a:gd name="T8" fmla="*/ 0 w 220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0"/>
              <a:gd name="T16" fmla="*/ 0 h 204"/>
              <a:gd name="T17" fmla="*/ 220 w 220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0" h="204">
                <a:moveTo>
                  <a:pt x="0" y="196"/>
                </a:moveTo>
                <a:lnTo>
                  <a:pt x="8" y="204"/>
                </a:lnTo>
                <a:lnTo>
                  <a:pt x="220" y="8"/>
                </a:lnTo>
                <a:lnTo>
                  <a:pt x="212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0" name="Freeform 58">
            <a:extLst>
              <a:ext uri="{FF2B5EF4-FFF2-40B4-BE49-F238E27FC236}">
                <a16:creationId xmlns:a16="http://schemas.microsoft.com/office/drawing/2014/main" id="{8BFC87E1-1A7B-2CDC-7561-A44A64FA7CA2}"/>
              </a:ext>
            </a:extLst>
          </p:cNvPr>
          <p:cNvSpPr>
            <a:spLocks/>
          </p:cNvSpPr>
          <p:nvPr/>
        </p:nvSpPr>
        <p:spPr bwMode="auto">
          <a:xfrm>
            <a:off x="6432550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1" name="Freeform 59">
            <a:extLst>
              <a:ext uri="{FF2B5EF4-FFF2-40B4-BE49-F238E27FC236}">
                <a16:creationId xmlns:a16="http://schemas.microsoft.com/office/drawing/2014/main" id="{4DE12098-B3AD-A70A-7BC9-42B75E51396F}"/>
              </a:ext>
            </a:extLst>
          </p:cNvPr>
          <p:cNvSpPr>
            <a:spLocks/>
          </p:cNvSpPr>
          <p:nvPr/>
        </p:nvSpPr>
        <p:spPr bwMode="auto">
          <a:xfrm>
            <a:off x="6770688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2" name="Freeform 60">
            <a:extLst>
              <a:ext uri="{FF2B5EF4-FFF2-40B4-BE49-F238E27FC236}">
                <a16:creationId xmlns:a16="http://schemas.microsoft.com/office/drawing/2014/main" id="{86723815-E177-C350-1682-9C40A6F9C197}"/>
              </a:ext>
            </a:extLst>
          </p:cNvPr>
          <p:cNvSpPr>
            <a:spLocks/>
          </p:cNvSpPr>
          <p:nvPr/>
        </p:nvSpPr>
        <p:spPr bwMode="auto">
          <a:xfrm>
            <a:off x="6432550" y="3813175"/>
            <a:ext cx="350838" cy="323850"/>
          </a:xfrm>
          <a:custGeom>
            <a:avLst/>
            <a:gdLst>
              <a:gd name="T0" fmla="*/ 0 w 221"/>
              <a:gd name="T1" fmla="*/ 2147483646 h 204"/>
              <a:gd name="T2" fmla="*/ 2147483646 w 221"/>
              <a:gd name="T3" fmla="*/ 2147483646 h 204"/>
              <a:gd name="T4" fmla="*/ 2147483646 w 221"/>
              <a:gd name="T5" fmla="*/ 2147483646 h 204"/>
              <a:gd name="T6" fmla="*/ 2147483646 w 221"/>
              <a:gd name="T7" fmla="*/ 0 h 204"/>
              <a:gd name="T8" fmla="*/ 0 w 221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"/>
              <a:gd name="T16" fmla="*/ 0 h 204"/>
              <a:gd name="T17" fmla="*/ 221 w 221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" h="204">
                <a:moveTo>
                  <a:pt x="0" y="196"/>
                </a:moveTo>
                <a:lnTo>
                  <a:pt x="8" y="204"/>
                </a:lnTo>
                <a:lnTo>
                  <a:pt x="221" y="8"/>
                </a:lnTo>
                <a:lnTo>
                  <a:pt x="213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3" name="Freeform 61">
            <a:extLst>
              <a:ext uri="{FF2B5EF4-FFF2-40B4-BE49-F238E27FC236}">
                <a16:creationId xmlns:a16="http://schemas.microsoft.com/office/drawing/2014/main" id="{6D088049-ED8D-9ACF-FBBC-DF05465370A9}"/>
              </a:ext>
            </a:extLst>
          </p:cNvPr>
          <p:cNvSpPr>
            <a:spLocks/>
          </p:cNvSpPr>
          <p:nvPr/>
        </p:nvSpPr>
        <p:spPr bwMode="auto">
          <a:xfrm>
            <a:off x="6770688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4" name="Freeform 62">
            <a:extLst>
              <a:ext uri="{FF2B5EF4-FFF2-40B4-BE49-F238E27FC236}">
                <a16:creationId xmlns:a16="http://schemas.microsoft.com/office/drawing/2014/main" id="{0E0D3887-2382-40E7-DEA3-EDD49F6BB794}"/>
              </a:ext>
            </a:extLst>
          </p:cNvPr>
          <p:cNvSpPr>
            <a:spLocks/>
          </p:cNvSpPr>
          <p:nvPr/>
        </p:nvSpPr>
        <p:spPr bwMode="auto">
          <a:xfrm>
            <a:off x="7094538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5" name="Freeform 63">
            <a:extLst>
              <a:ext uri="{FF2B5EF4-FFF2-40B4-BE49-F238E27FC236}">
                <a16:creationId xmlns:a16="http://schemas.microsoft.com/office/drawing/2014/main" id="{B7C7E35F-FF86-03C7-1CA8-EC9E3180BB5D}"/>
              </a:ext>
            </a:extLst>
          </p:cNvPr>
          <p:cNvSpPr>
            <a:spLocks/>
          </p:cNvSpPr>
          <p:nvPr/>
        </p:nvSpPr>
        <p:spPr bwMode="auto">
          <a:xfrm>
            <a:off x="6770688" y="3813175"/>
            <a:ext cx="336550" cy="323850"/>
          </a:xfrm>
          <a:custGeom>
            <a:avLst/>
            <a:gdLst>
              <a:gd name="T0" fmla="*/ 0 w 212"/>
              <a:gd name="T1" fmla="*/ 2147483646 h 204"/>
              <a:gd name="T2" fmla="*/ 2147483646 w 212"/>
              <a:gd name="T3" fmla="*/ 2147483646 h 204"/>
              <a:gd name="T4" fmla="*/ 2147483646 w 212"/>
              <a:gd name="T5" fmla="*/ 2147483646 h 204"/>
              <a:gd name="T6" fmla="*/ 2147483646 w 212"/>
              <a:gd name="T7" fmla="*/ 0 h 204"/>
              <a:gd name="T8" fmla="*/ 0 w 212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12"/>
              <a:gd name="T16" fmla="*/ 0 h 204"/>
              <a:gd name="T17" fmla="*/ 212 w 212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12" h="204">
                <a:moveTo>
                  <a:pt x="0" y="196"/>
                </a:moveTo>
                <a:lnTo>
                  <a:pt x="8" y="204"/>
                </a:lnTo>
                <a:lnTo>
                  <a:pt x="212" y="8"/>
                </a:lnTo>
                <a:lnTo>
                  <a:pt x="204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6" name="Freeform 64">
            <a:extLst>
              <a:ext uri="{FF2B5EF4-FFF2-40B4-BE49-F238E27FC236}">
                <a16:creationId xmlns:a16="http://schemas.microsoft.com/office/drawing/2014/main" id="{476922C5-DD08-37BB-D7CC-4778564F49D8}"/>
              </a:ext>
            </a:extLst>
          </p:cNvPr>
          <p:cNvSpPr>
            <a:spLocks/>
          </p:cNvSpPr>
          <p:nvPr/>
        </p:nvSpPr>
        <p:spPr bwMode="auto">
          <a:xfrm>
            <a:off x="7094538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7" name="Freeform 65">
            <a:extLst>
              <a:ext uri="{FF2B5EF4-FFF2-40B4-BE49-F238E27FC236}">
                <a16:creationId xmlns:a16="http://schemas.microsoft.com/office/drawing/2014/main" id="{9C3E18E2-5055-218B-CF11-D584DC181433}"/>
              </a:ext>
            </a:extLst>
          </p:cNvPr>
          <p:cNvSpPr>
            <a:spLocks/>
          </p:cNvSpPr>
          <p:nvPr/>
        </p:nvSpPr>
        <p:spPr bwMode="auto">
          <a:xfrm>
            <a:off x="7432675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8" name="Freeform 66">
            <a:extLst>
              <a:ext uri="{FF2B5EF4-FFF2-40B4-BE49-F238E27FC236}">
                <a16:creationId xmlns:a16="http://schemas.microsoft.com/office/drawing/2014/main" id="{C71A2C44-A678-241C-6AF9-9043D2BB73E9}"/>
              </a:ext>
            </a:extLst>
          </p:cNvPr>
          <p:cNvSpPr>
            <a:spLocks/>
          </p:cNvSpPr>
          <p:nvPr/>
        </p:nvSpPr>
        <p:spPr bwMode="auto">
          <a:xfrm>
            <a:off x="7094539" y="3813175"/>
            <a:ext cx="350837" cy="323850"/>
          </a:xfrm>
          <a:custGeom>
            <a:avLst/>
            <a:gdLst>
              <a:gd name="T0" fmla="*/ 0 w 221"/>
              <a:gd name="T1" fmla="*/ 2147483646 h 204"/>
              <a:gd name="T2" fmla="*/ 2147483646 w 221"/>
              <a:gd name="T3" fmla="*/ 2147483646 h 204"/>
              <a:gd name="T4" fmla="*/ 2147483646 w 221"/>
              <a:gd name="T5" fmla="*/ 2147483646 h 204"/>
              <a:gd name="T6" fmla="*/ 2147483646 w 221"/>
              <a:gd name="T7" fmla="*/ 0 h 204"/>
              <a:gd name="T8" fmla="*/ 0 w 221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"/>
              <a:gd name="T16" fmla="*/ 0 h 204"/>
              <a:gd name="T17" fmla="*/ 221 w 221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" h="204">
                <a:moveTo>
                  <a:pt x="0" y="196"/>
                </a:moveTo>
                <a:lnTo>
                  <a:pt x="8" y="204"/>
                </a:lnTo>
                <a:lnTo>
                  <a:pt x="221" y="8"/>
                </a:lnTo>
                <a:lnTo>
                  <a:pt x="213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9" name="Freeform 67">
            <a:extLst>
              <a:ext uri="{FF2B5EF4-FFF2-40B4-BE49-F238E27FC236}">
                <a16:creationId xmlns:a16="http://schemas.microsoft.com/office/drawing/2014/main" id="{478CA1AB-B30D-45D4-6B28-0EB9E69D41A2}"/>
              </a:ext>
            </a:extLst>
          </p:cNvPr>
          <p:cNvSpPr>
            <a:spLocks/>
          </p:cNvSpPr>
          <p:nvPr/>
        </p:nvSpPr>
        <p:spPr bwMode="auto">
          <a:xfrm>
            <a:off x="7432675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30" name="Freeform 68">
            <a:extLst>
              <a:ext uri="{FF2B5EF4-FFF2-40B4-BE49-F238E27FC236}">
                <a16:creationId xmlns:a16="http://schemas.microsoft.com/office/drawing/2014/main" id="{CA2D7B96-4405-A5C4-8EA0-9F57DCB89895}"/>
              </a:ext>
            </a:extLst>
          </p:cNvPr>
          <p:cNvSpPr>
            <a:spLocks/>
          </p:cNvSpPr>
          <p:nvPr/>
        </p:nvSpPr>
        <p:spPr bwMode="auto">
          <a:xfrm>
            <a:off x="7770813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31" name="Freeform 69">
            <a:extLst>
              <a:ext uri="{FF2B5EF4-FFF2-40B4-BE49-F238E27FC236}">
                <a16:creationId xmlns:a16="http://schemas.microsoft.com/office/drawing/2014/main" id="{1173F945-C35C-6EC2-6A50-54A2F0D6C8D6}"/>
              </a:ext>
            </a:extLst>
          </p:cNvPr>
          <p:cNvSpPr>
            <a:spLocks/>
          </p:cNvSpPr>
          <p:nvPr/>
        </p:nvSpPr>
        <p:spPr bwMode="auto">
          <a:xfrm>
            <a:off x="7432675" y="3813175"/>
            <a:ext cx="350838" cy="323850"/>
          </a:xfrm>
          <a:custGeom>
            <a:avLst/>
            <a:gdLst>
              <a:gd name="T0" fmla="*/ 0 w 221"/>
              <a:gd name="T1" fmla="*/ 2147483646 h 204"/>
              <a:gd name="T2" fmla="*/ 2147483646 w 221"/>
              <a:gd name="T3" fmla="*/ 2147483646 h 204"/>
              <a:gd name="T4" fmla="*/ 2147483646 w 221"/>
              <a:gd name="T5" fmla="*/ 2147483646 h 204"/>
              <a:gd name="T6" fmla="*/ 2147483646 w 221"/>
              <a:gd name="T7" fmla="*/ 0 h 204"/>
              <a:gd name="T8" fmla="*/ 0 w 221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"/>
              <a:gd name="T16" fmla="*/ 0 h 204"/>
              <a:gd name="T17" fmla="*/ 221 w 221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" h="204">
                <a:moveTo>
                  <a:pt x="0" y="196"/>
                </a:moveTo>
                <a:lnTo>
                  <a:pt x="8" y="204"/>
                </a:lnTo>
                <a:lnTo>
                  <a:pt x="221" y="8"/>
                </a:lnTo>
                <a:lnTo>
                  <a:pt x="213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32" name="Rectangle 70">
            <a:extLst>
              <a:ext uri="{FF2B5EF4-FFF2-40B4-BE49-F238E27FC236}">
                <a16:creationId xmlns:a16="http://schemas.microsoft.com/office/drawing/2014/main" id="{95EC3472-0E0C-5EE3-633E-CC6F81F6F3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1014" y="4084639"/>
            <a:ext cx="1776127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Valence band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933" name="Rectangle 71">
            <a:extLst>
              <a:ext uri="{FF2B5EF4-FFF2-40B4-BE49-F238E27FC236}">
                <a16:creationId xmlns:a16="http://schemas.microsoft.com/office/drawing/2014/main" id="{3F97A399-424C-92BD-4599-1A5164868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1503363"/>
            <a:ext cx="14288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934" name="Freeform 72">
            <a:extLst>
              <a:ext uri="{FF2B5EF4-FFF2-40B4-BE49-F238E27FC236}">
                <a16:creationId xmlns:a16="http://schemas.microsoft.com/office/drawing/2014/main" id="{934A4974-DC2B-E716-EF2D-162C8781F8BF}"/>
              </a:ext>
            </a:extLst>
          </p:cNvPr>
          <p:cNvSpPr>
            <a:spLocks/>
          </p:cNvSpPr>
          <p:nvPr/>
        </p:nvSpPr>
        <p:spPr bwMode="auto">
          <a:xfrm>
            <a:off x="4095750" y="1398589"/>
            <a:ext cx="77788" cy="130175"/>
          </a:xfrm>
          <a:custGeom>
            <a:avLst/>
            <a:gdLst>
              <a:gd name="T0" fmla="*/ 2147483646 w 49"/>
              <a:gd name="T1" fmla="*/ 2147483646 h 82"/>
              <a:gd name="T2" fmla="*/ 0 w 49"/>
              <a:gd name="T3" fmla="*/ 2147483646 h 82"/>
              <a:gd name="T4" fmla="*/ 0 w 49"/>
              <a:gd name="T5" fmla="*/ 2147483646 h 82"/>
              <a:gd name="T6" fmla="*/ 0 w 49"/>
              <a:gd name="T7" fmla="*/ 2147483646 h 82"/>
              <a:gd name="T8" fmla="*/ 2147483646 w 49"/>
              <a:gd name="T9" fmla="*/ 0 h 82"/>
              <a:gd name="T10" fmla="*/ 2147483646 w 49"/>
              <a:gd name="T11" fmla="*/ 0 h 82"/>
              <a:gd name="T12" fmla="*/ 2147483646 w 49"/>
              <a:gd name="T13" fmla="*/ 0 h 82"/>
              <a:gd name="T14" fmla="*/ 2147483646 w 49"/>
              <a:gd name="T15" fmla="*/ 2147483646 h 82"/>
              <a:gd name="T16" fmla="*/ 2147483646 w 49"/>
              <a:gd name="T17" fmla="*/ 2147483646 h 82"/>
              <a:gd name="T18" fmla="*/ 2147483646 w 49"/>
              <a:gd name="T19" fmla="*/ 2147483646 h 82"/>
              <a:gd name="T20" fmla="*/ 2147483646 w 49"/>
              <a:gd name="T21" fmla="*/ 2147483646 h 82"/>
              <a:gd name="T22" fmla="*/ 2147483646 w 49"/>
              <a:gd name="T23" fmla="*/ 0 h 82"/>
              <a:gd name="T24" fmla="*/ 2147483646 w 49"/>
              <a:gd name="T25" fmla="*/ 0 h 82"/>
              <a:gd name="T26" fmla="*/ 2147483646 w 49"/>
              <a:gd name="T27" fmla="*/ 0 h 82"/>
              <a:gd name="T28" fmla="*/ 2147483646 w 49"/>
              <a:gd name="T29" fmla="*/ 2147483646 h 82"/>
              <a:gd name="T30" fmla="*/ 0 w 49"/>
              <a:gd name="T31" fmla="*/ 2147483646 h 82"/>
              <a:gd name="T32" fmla="*/ 0 w 49"/>
              <a:gd name="T33" fmla="*/ 2147483646 h 82"/>
              <a:gd name="T34" fmla="*/ 2147483646 w 49"/>
              <a:gd name="T35" fmla="*/ 2147483646 h 82"/>
              <a:gd name="T36" fmla="*/ 2147483646 w 49"/>
              <a:gd name="T37" fmla="*/ 2147483646 h 82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49"/>
              <a:gd name="T58" fmla="*/ 0 h 82"/>
              <a:gd name="T59" fmla="*/ 49 w 49"/>
              <a:gd name="T60" fmla="*/ 82 h 82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49" h="82">
                <a:moveTo>
                  <a:pt x="24" y="66"/>
                </a:moveTo>
                <a:lnTo>
                  <a:pt x="0" y="74"/>
                </a:lnTo>
                <a:lnTo>
                  <a:pt x="24" y="0"/>
                </a:lnTo>
                <a:lnTo>
                  <a:pt x="33" y="0"/>
                </a:lnTo>
                <a:lnTo>
                  <a:pt x="49" y="74"/>
                </a:lnTo>
                <a:lnTo>
                  <a:pt x="49" y="82"/>
                </a:lnTo>
                <a:lnTo>
                  <a:pt x="41" y="74"/>
                </a:lnTo>
                <a:lnTo>
                  <a:pt x="24" y="0"/>
                </a:lnTo>
                <a:lnTo>
                  <a:pt x="33" y="0"/>
                </a:lnTo>
                <a:lnTo>
                  <a:pt x="8" y="74"/>
                </a:lnTo>
                <a:lnTo>
                  <a:pt x="0" y="74"/>
                </a:lnTo>
                <a:lnTo>
                  <a:pt x="0" y="66"/>
                </a:lnTo>
                <a:lnTo>
                  <a:pt x="24" y="58"/>
                </a:lnTo>
                <a:lnTo>
                  <a:pt x="24" y="6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35" name="Freeform 73">
            <a:extLst>
              <a:ext uri="{FF2B5EF4-FFF2-40B4-BE49-F238E27FC236}">
                <a16:creationId xmlns:a16="http://schemas.microsoft.com/office/drawing/2014/main" id="{48D9E7C2-D8EA-3FAF-AE22-07D46C01A1B7}"/>
              </a:ext>
            </a:extLst>
          </p:cNvPr>
          <p:cNvSpPr>
            <a:spLocks/>
          </p:cNvSpPr>
          <p:nvPr/>
        </p:nvSpPr>
        <p:spPr bwMode="auto">
          <a:xfrm>
            <a:off x="4133850" y="1490663"/>
            <a:ext cx="26988" cy="25400"/>
          </a:xfrm>
          <a:custGeom>
            <a:avLst/>
            <a:gdLst>
              <a:gd name="T0" fmla="*/ 2147483646 w 17"/>
              <a:gd name="T1" fmla="*/ 2147483646 h 16"/>
              <a:gd name="T2" fmla="*/ 0 w 17"/>
              <a:gd name="T3" fmla="*/ 2147483646 h 16"/>
              <a:gd name="T4" fmla="*/ 0 w 17"/>
              <a:gd name="T5" fmla="*/ 0 h 16"/>
              <a:gd name="T6" fmla="*/ 0 w 17"/>
              <a:gd name="T7" fmla="*/ 0 h 16"/>
              <a:gd name="T8" fmla="*/ 0 w 17"/>
              <a:gd name="T9" fmla="*/ 0 h 16"/>
              <a:gd name="T10" fmla="*/ 2147483646 w 17"/>
              <a:gd name="T11" fmla="*/ 2147483646 h 16"/>
              <a:gd name="T12" fmla="*/ 2147483646 w 17"/>
              <a:gd name="T13" fmla="*/ 2147483646 h 16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7"/>
              <a:gd name="T22" fmla="*/ 0 h 16"/>
              <a:gd name="T23" fmla="*/ 17 w 17"/>
              <a:gd name="T24" fmla="*/ 16 h 1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7" h="16">
                <a:moveTo>
                  <a:pt x="17" y="16"/>
                </a:moveTo>
                <a:lnTo>
                  <a:pt x="0" y="8"/>
                </a:lnTo>
                <a:lnTo>
                  <a:pt x="0" y="0"/>
                </a:lnTo>
                <a:lnTo>
                  <a:pt x="17" y="8"/>
                </a:lnTo>
                <a:lnTo>
                  <a:pt x="17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36" name="Freeform 74">
            <a:extLst>
              <a:ext uri="{FF2B5EF4-FFF2-40B4-BE49-F238E27FC236}">
                <a16:creationId xmlns:a16="http://schemas.microsoft.com/office/drawing/2014/main" id="{7631E09F-05CC-35FF-A7E7-4C2DD222DA79}"/>
              </a:ext>
            </a:extLst>
          </p:cNvPr>
          <p:cNvSpPr>
            <a:spLocks/>
          </p:cNvSpPr>
          <p:nvPr/>
        </p:nvSpPr>
        <p:spPr bwMode="auto">
          <a:xfrm>
            <a:off x="4095750" y="1398589"/>
            <a:ext cx="65088" cy="117475"/>
          </a:xfrm>
          <a:custGeom>
            <a:avLst/>
            <a:gdLst>
              <a:gd name="T0" fmla="*/ 2147483646 w 41"/>
              <a:gd name="T1" fmla="*/ 2147483646 h 74"/>
              <a:gd name="T2" fmla="*/ 0 w 41"/>
              <a:gd name="T3" fmla="*/ 2147483646 h 74"/>
              <a:gd name="T4" fmla="*/ 2147483646 w 41"/>
              <a:gd name="T5" fmla="*/ 0 h 74"/>
              <a:gd name="T6" fmla="*/ 2147483646 w 41"/>
              <a:gd name="T7" fmla="*/ 2147483646 h 74"/>
              <a:gd name="T8" fmla="*/ 2147483646 w 41"/>
              <a:gd name="T9" fmla="*/ 2147483646 h 7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1"/>
              <a:gd name="T16" fmla="*/ 0 h 74"/>
              <a:gd name="T17" fmla="*/ 41 w 41"/>
              <a:gd name="T18" fmla="*/ 74 h 7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1" h="74">
                <a:moveTo>
                  <a:pt x="24" y="66"/>
                </a:moveTo>
                <a:lnTo>
                  <a:pt x="0" y="74"/>
                </a:lnTo>
                <a:lnTo>
                  <a:pt x="24" y="0"/>
                </a:lnTo>
                <a:lnTo>
                  <a:pt x="41" y="74"/>
                </a:lnTo>
                <a:lnTo>
                  <a:pt x="24" y="6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37" name="Rectangle 75">
            <a:extLst>
              <a:ext uri="{FF2B5EF4-FFF2-40B4-BE49-F238E27FC236}">
                <a16:creationId xmlns:a16="http://schemas.microsoft.com/office/drawing/2014/main" id="{2D4C10F7-AF53-9164-50C0-6E12698E8F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1930400"/>
            <a:ext cx="14288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938" name="Rectangle 76">
            <a:extLst>
              <a:ext uri="{FF2B5EF4-FFF2-40B4-BE49-F238E27FC236}">
                <a16:creationId xmlns:a16="http://schemas.microsoft.com/office/drawing/2014/main" id="{B6C97974-7C39-FAFE-100F-A8E6AB90BA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1516063"/>
            <a:ext cx="14288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939" name="Rectangle 77">
            <a:extLst>
              <a:ext uri="{FF2B5EF4-FFF2-40B4-BE49-F238E27FC236}">
                <a16:creationId xmlns:a16="http://schemas.microsoft.com/office/drawing/2014/main" id="{99C5FF1F-0A45-FBD0-62B5-FAF4580F23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1516064"/>
            <a:ext cx="14288" cy="4143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940" name="Rectangle 78">
            <a:extLst>
              <a:ext uri="{FF2B5EF4-FFF2-40B4-BE49-F238E27FC236}">
                <a16:creationId xmlns:a16="http://schemas.microsoft.com/office/drawing/2014/main" id="{BEDDB182-6856-5C73-3220-93ED1887DE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1150" y="4252914"/>
            <a:ext cx="12700" cy="2698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941" name="Freeform 79">
            <a:extLst>
              <a:ext uri="{FF2B5EF4-FFF2-40B4-BE49-F238E27FC236}">
                <a16:creationId xmlns:a16="http://schemas.microsoft.com/office/drawing/2014/main" id="{CFB8EBE7-09CE-EEB6-0DDB-BD0580EB8BCE}"/>
              </a:ext>
            </a:extLst>
          </p:cNvPr>
          <p:cNvSpPr>
            <a:spLocks/>
          </p:cNvSpPr>
          <p:nvPr/>
        </p:nvSpPr>
        <p:spPr bwMode="auto">
          <a:xfrm>
            <a:off x="4083050" y="4267201"/>
            <a:ext cx="77788" cy="155575"/>
          </a:xfrm>
          <a:custGeom>
            <a:avLst/>
            <a:gdLst>
              <a:gd name="T0" fmla="*/ 2147483646 w 49"/>
              <a:gd name="T1" fmla="*/ 2147483646 h 98"/>
              <a:gd name="T2" fmla="*/ 2147483646 w 49"/>
              <a:gd name="T3" fmla="*/ 0 h 98"/>
              <a:gd name="T4" fmla="*/ 2147483646 w 49"/>
              <a:gd name="T5" fmla="*/ 0 h 98"/>
              <a:gd name="T6" fmla="*/ 2147483646 w 49"/>
              <a:gd name="T7" fmla="*/ 0 h 98"/>
              <a:gd name="T8" fmla="*/ 2147483646 w 49"/>
              <a:gd name="T9" fmla="*/ 2147483646 h 98"/>
              <a:gd name="T10" fmla="*/ 2147483646 w 49"/>
              <a:gd name="T11" fmla="*/ 2147483646 h 98"/>
              <a:gd name="T12" fmla="*/ 2147483646 w 49"/>
              <a:gd name="T13" fmla="*/ 2147483646 h 98"/>
              <a:gd name="T14" fmla="*/ 0 w 49"/>
              <a:gd name="T15" fmla="*/ 0 h 98"/>
              <a:gd name="T16" fmla="*/ 0 w 49"/>
              <a:gd name="T17" fmla="*/ 0 h 98"/>
              <a:gd name="T18" fmla="*/ 2147483646 w 49"/>
              <a:gd name="T19" fmla="*/ 0 h 98"/>
              <a:gd name="T20" fmla="*/ 2147483646 w 49"/>
              <a:gd name="T21" fmla="*/ 0 h 98"/>
              <a:gd name="T22" fmla="*/ 2147483646 w 49"/>
              <a:gd name="T23" fmla="*/ 2147483646 h 98"/>
              <a:gd name="T24" fmla="*/ 2147483646 w 49"/>
              <a:gd name="T25" fmla="*/ 2147483646 h 98"/>
              <a:gd name="T26" fmla="*/ 2147483646 w 49"/>
              <a:gd name="T27" fmla="*/ 2147483646 h 98"/>
              <a:gd name="T28" fmla="*/ 2147483646 w 49"/>
              <a:gd name="T29" fmla="*/ 0 h 98"/>
              <a:gd name="T30" fmla="*/ 2147483646 w 49"/>
              <a:gd name="T31" fmla="*/ 0 h 98"/>
              <a:gd name="T32" fmla="*/ 2147483646 w 49"/>
              <a:gd name="T33" fmla="*/ 2147483646 h 98"/>
              <a:gd name="T34" fmla="*/ 2147483646 w 49"/>
              <a:gd name="T35" fmla="*/ 2147483646 h 98"/>
              <a:gd name="T36" fmla="*/ 2147483646 w 49"/>
              <a:gd name="T37" fmla="*/ 2147483646 h 98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49"/>
              <a:gd name="T58" fmla="*/ 0 h 98"/>
              <a:gd name="T59" fmla="*/ 49 w 49"/>
              <a:gd name="T60" fmla="*/ 98 h 98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49" h="98">
                <a:moveTo>
                  <a:pt x="32" y="8"/>
                </a:moveTo>
                <a:lnTo>
                  <a:pt x="49" y="0"/>
                </a:lnTo>
                <a:lnTo>
                  <a:pt x="32" y="73"/>
                </a:lnTo>
                <a:lnTo>
                  <a:pt x="32" y="98"/>
                </a:lnTo>
                <a:lnTo>
                  <a:pt x="24" y="73"/>
                </a:lnTo>
                <a:lnTo>
                  <a:pt x="0" y="0"/>
                </a:lnTo>
                <a:lnTo>
                  <a:pt x="8" y="0"/>
                </a:lnTo>
                <a:lnTo>
                  <a:pt x="32" y="73"/>
                </a:lnTo>
                <a:lnTo>
                  <a:pt x="24" y="73"/>
                </a:lnTo>
                <a:lnTo>
                  <a:pt x="41" y="0"/>
                </a:lnTo>
                <a:lnTo>
                  <a:pt x="49" y="0"/>
                </a:lnTo>
                <a:lnTo>
                  <a:pt x="49" y="8"/>
                </a:lnTo>
                <a:lnTo>
                  <a:pt x="32" y="16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42" name="Freeform 80">
            <a:extLst>
              <a:ext uri="{FF2B5EF4-FFF2-40B4-BE49-F238E27FC236}">
                <a16:creationId xmlns:a16="http://schemas.microsoft.com/office/drawing/2014/main" id="{F2A99E40-EB8C-4DD0-9F62-96C581AD6CA5}"/>
              </a:ext>
            </a:extLst>
          </p:cNvPr>
          <p:cNvSpPr>
            <a:spLocks/>
          </p:cNvSpPr>
          <p:nvPr/>
        </p:nvSpPr>
        <p:spPr bwMode="auto">
          <a:xfrm>
            <a:off x="4095750" y="4267200"/>
            <a:ext cx="38100" cy="25400"/>
          </a:xfrm>
          <a:custGeom>
            <a:avLst/>
            <a:gdLst>
              <a:gd name="T0" fmla="*/ 0 w 24"/>
              <a:gd name="T1" fmla="*/ 0 h 16"/>
              <a:gd name="T2" fmla="*/ 2147483646 w 24"/>
              <a:gd name="T3" fmla="*/ 2147483646 h 16"/>
              <a:gd name="T4" fmla="*/ 2147483646 w 24"/>
              <a:gd name="T5" fmla="*/ 2147483646 h 16"/>
              <a:gd name="T6" fmla="*/ 2147483646 w 24"/>
              <a:gd name="T7" fmla="*/ 2147483646 h 16"/>
              <a:gd name="T8" fmla="*/ 2147483646 w 24"/>
              <a:gd name="T9" fmla="*/ 2147483646 h 16"/>
              <a:gd name="T10" fmla="*/ 0 w 24"/>
              <a:gd name="T11" fmla="*/ 2147483646 h 16"/>
              <a:gd name="T12" fmla="*/ 0 w 24"/>
              <a:gd name="T13" fmla="*/ 0 h 16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4"/>
              <a:gd name="T22" fmla="*/ 0 h 16"/>
              <a:gd name="T23" fmla="*/ 24 w 24"/>
              <a:gd name="T24" fmla="*/ 16 h 1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4" h="16">
                <a:moveTo>
                  <a:pt x="0" y="0"/>
                </a:moveTo>
                <a:lnTo>
                  <a:pt x="24" y="8"/>
                </a:lnTo>
                <a:lnTo>
                  <a:pt x="24" y="16"/>
                </a:lnTo>
                <a:lnTo>
                  <a:pt x="0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43" name="Freeform 81">
            <a:extLst>
              <a:ext uri="{FF2B5EF4-FFF2-40B4-BE49-F238E27FC236}">
                <a16:creationId xmlns:a16="http://schemas.microsoft.com/office/drawing/2014/main" id="{D2BD60B4-2ED6-FDD5-0E79-D657B4C6CCB8}"/>
              </a:ext>
            </a:extLst>
          </p:cNvPr>
          <p:cNvSpPr>
            <a:spLocks/>
          </p:cNvSpPr>
          <p:nvPr/>
        </p:nvSpPr>
        <p:spPr bwMode="auto">
          <a:xfrm>
            <a:off x="4095750" y="4267200"/>
            <a:ext cx="65088" cy="115888"/>
          </a:xfrm>
          <a:custGeom>
            <a:avLst/>
            <a:gdLst>
              <a:gd name="T0" fmla="*/ 2147483646 w 41"/>
              <a:gd name="T1" fmla="*/ 2147483646 h 73"/>
              <a:gd name="T2" fmla="*/ 2147483646 w 41"/>
              <a:gd name="T3" fmla="*/ 0 h 73"/>
              <a:gd name="T4" fmla="*/ 2147483646 w 41"/>
              <a:gd name="T5" fmla="*/ 2147483646 h 73"/>
              <a:gd name="T6" fmla="*/ 0 w 41"/>
              <a:gd name="T7" fmla="*/ 0 h 73"/>
              <a:gd name="T8" fmla="*/ 2147483646 w 41"/>
              <a:gd name="T9" fmla="*/ 2147483646 h 7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1"/>
              <a:gd name="T16" fmla="*/ 0 h 73"/>
              <a:gd name="T17" fmla="*/ 41 w 41"/>
              <a:gd name="T18" fmla="*/ 73 h 7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1" h="73">
                <a:moveTo>
                  <a:pt x="24" y="8"/>
                </a:moveTo>
                <a:lnTo>
                  <a:pt x="41" y="0"/>
                </a:lnTo>
                <a:lnTo>
                  <a:pt x="24" y="73"/>
                </a:lnTo>
                <a:lnTo>
                  <a:pt x="0" y="0"/>
                </a:lnTo>
                <a:lnTo>
                  <a:pt x="24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44" name="Rectangle 82">
            <a:extLst>
              <a:ext uri="{FF2B5EF4-FFF2-40B4-BE49-F238E27FC236}">
                <a16:creationId xmlns:a16="http://schemas.microsoft.com/office/drawing/2014/main" id="{68A5E1D0-860C-4B9D-FB0A-43965D02CE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3851275"/>
            <a:ext cx="14288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945" name="Rectangle 83">
            <a:extLst>
              <a:ext uri="{FF2B5EF4-FFF2-40B4-BE49-F238E27FC236}">
                <a16:creationId xmlns:a16="http://schemas.microsoft.com/office/drawing/2014/main" id="{4F980B9E-1B16-7D49-CC60-AC5A9ADE9E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4252913"/>
            <a:ext cx="14288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946" name="Rectangle 84">
            <a:extLst>
              <a:ext uri="{FF2B5EF4-FFF2-40B4-BE49-F238E27FC236}">
                <a16:creationId xmlns:a16="http://schemas.microsoft.com/office/drawing/2014/main" id="{7653274B-8463-32E5-B540-6AD75F49C9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3851275"/>
            <a:ext cx="14288" cy="4016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947" name="Rectangle 85">
            <a:extLst>
              <a:ext uri="{FF2B5EF4-FFF2-40B4-BE49-F238E27FC236}">
                <a16:creationId xmlns:a16="http://schemas.microsoft.com/office/drawing/2014/main" id="{FB2D10A3-BCB3-2A81-D04A-9504B25C50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3875" y="1385889"/>
            <a:ext cx="6893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948" name="Rectangle 87">
            <a:extLst>
              <a:ext uri="{FF2B5EF4-FFF2-40B4-BE49-F238E27FC236}">
                <a16:creationId xmlns:a16="http://schemas.microsoft.com/office/drawing/2014/main" id="{A946D722-7133-A791-D9A4-32E0BC5BBF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38376" y="4876800"/>
            <a:ext cx="13785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949" name="Rectangle 88">
            <a:extLst>
              <a:ext uri="{FF2B5EF4-FFF2-40B4-BE49-F238E27FC236}">
                <a16:creationId xmlns:a16="http://schemas.microsoft.com/office/drawing/2014/main" id="{01578E0A-200E-6B6F-CECE-DD2AE188F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0938" y="4876800"/>
            <a:ext cx="7027862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b="1" i="1">
                <a:solidFill>
                  <a:srgbClr val="000000"/>
                </a:solidFill>
                <a:latin typeface="PT Sans" panose="020B0503020203020204" pitchFamily="34" charset="0"/>
              </a:rPr>
              <a:t>Energy band diagram</a:t>
            </a: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 shows the bottom edge of conduction band, </a:t>
            </a:r>
            <a:r>
              <a:rPr lang="en-US" altLang="en-US" sz="20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r>
              <a:rPr lang="en-US" altLang="en-US" sz="2000" i="1" baseline="-25000">
                <a:solidFill>
                  <a:srgbClr val="000000"/>
                </a:solidFill>
                <a:latin typeface="PT Sans" panose="020B0503020203020204" pitchFamily="34" charset="0"/>
              </a:rPr>
              <a:t>c</a:t>
            </a: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 , and top edge of valence band, </a:t>
            </a:r>
            <a:r>
              <a:rPr lang="en-US" altLang="en-US" sz="20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r>
              <a:rPr lang="en-US" altLang="en-US" sz="2000" i="1" baseline="-25000">
                <a:solidFill>
                  <a:srgbClr val="000000"/>
                </a:solidFill>
                <a:latin typeface="PT Sans" panose="020B0503020203020204" pitchFamily="34" charset="0"/>
              </a:rPr>
              <a:t>v</a:t>
            </a: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 .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950" name="Rectangle 89">
            <a:extLst>
              <a:ext uri="{FF2B5EF4-FFF2-40B4-BE49-F238E27FC236}">
                <a16:creationId xmlns:a16="http://schemas.microsoft.com/office/drawing/2014/main" id="{E2A950A0-1838-4022-EBF5-4482E3739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8188" y="5368926"/>
            <a:ext cx="20678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  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951" name="Rectangle 90">
            <a:extLst>
              <a:ext uri="{FF2B5EF4-FFF2-40B4-BE49-F238E27FC236}">
                <a16:creationId xmlns:a16="http://schemas.microsoft.com/office/drawing/2014/main" id="{874051BA-B853-50B5-7E19-7B55CC46AB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5676" y="5562600"/>
            <a:ext cx="13785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952" name="Rectangle 105">
            <a:extLst>
              <a:ext uri="{FF2B5EF4-FFF2-40B4-BE49-F238E27FC236}">
                <a16:creationId xmlns:a16="http://schemas.microsoft.com/office/drawing/2014/main" id="{91069C31-5C36-F221-BD49-9C25770B5F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72601" y="5257800"/>
            <a:ext cx="84960" cy="3847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5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953" name="Rectangle 108">
            <a:extLst>
              <a:ext uri="{FF2B5EF4-FFF2-40B4-BE49-F238E27FC236}">
                <a16:creationId xmlns:a16="http://schemas.microsoft.com/office/drawing/2014/main" id="{CB58B844-9603-D536-DFF5-46CB60EB06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1" y="5562600"/>
            <a:ext cx="7027863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latin typeface="PT Sans" panose="020B0503020203020204" pitchFamily="34" charset="0"/>
              </a:rPr>
              <a:t>E</a:t>
            </a:r>
            <a:r>
              <a:rPr lang="en-US" altLang="en-US" sz="2000" i="1" baseline="-25000">
                <a:latin typeface="PT Sans" panose="020B0503020203020204" pitchFamily="34" charset="0"/>
              </a:rPr>
              <a:t>c</a:t>
            </a:r>
            <a:r>
              <a:rPr lang="en-US" altLang="en-US" sz="2000">
                <a:latin typeface="PT Sans" panose="020B0503020203020204" pitchFamily="34" charset="0"/>
              </a:rPr>
              <a:t> and </a:t>
            </a:r>
            <a:r>
              <a:rPr lang="en-US" altLang="en-US" sz="2000" i="1">
                <a:latin typeface="PT Sans" panose="020B0503020203020204" pitchFamily="34" charset="0"/>
              </a:rPr>
              <a:t>E</a:t>
            </a:r>
            <a:r>
              <a:rPr lang="en-US" altLang="en-US" sz="2000" i="1" baseline="-25000">
                <a:latin typeface="PT Sans" panose="020B0503020203020204" pitchFamily="34" charset="0"/>
              </a:rPr>
              <a:t>v</a:t>
            </a:r>
            <a:r>
              <a:rPr lang="en-US" altLang="en-US" sz="2000">
                <a:latin typeface="PT Sans" panose="020B0503020203020204" pitchFamily="34" charset="0"/>
              </a:rPr>
              <a:t> are separated by the </a:t>
            </a:r>
            <a:r>
              <a:rPr lang="en-US" altLang="en-US" sz="2000" b="1" i="1">
                <a:latin typeface="PT Sans" panose="020B0503020203020204" pitchFamily="34" charset="0"/>
              </a:rPr>
              <a:t>band gap energy</a:t>
            </a:r>
            <a:r>
              <a:rPr lang="en-US" altLang="en-US" sz="2000" b="1">
                <a:latin typeface="PT Sans" panose="020B0503020203020204" pitchFamily="34" charset="0"/>
              </a:rPr>
              <a:t>, </a:t>
            </a:r>
            <a:r>
              <a:rPr lang="en-US" altLang="en-US" sz="2000" b="1" i="1">
                <a:latin typeface="PT Sans" panose="020B0503020203020204" pitchFamily="34" charset="0"/>
              </a:rPr>
              <a:t>E</a:t>
            </a:r>
            <a:r>
              <a:rPr lang="en-US" altLang="en-US" sz="2000" b="1" i="1" baseline="-25000">
                <a:latin typeface="PT Sans" panose="020B0503020203020204" pitchFamily="34" charset="0"/>
              </a:rPr>
              <a:t>g</a:t>
            </a:r>
            <a:r>
              <a:rPr lang="en-US" altLang="en-US" sz="2000">
                <a:latin typeface="PT Sans" panose="020B0503020203020204" pitchFamily="34" charset="0"/>
              </a:rPr>
              <a:t> . </a:t>
            </a:r>
          </a:p>
        </p:txBody>
      </p:sp>
      <p:sp>
        <p:nvSpPr>
          <p:cNvPr id="36954" name="Freeform 109">
            <a:extLst>
              <a:ext uri="{FF2B5EF4-FFF2-40B4-BE49-F238E27FC236}">
                <a16:creationId xmlns:a16="http://schemas.microsoft.com/office/drawing/2014/main" id="{84BC4FF9-A921-EC58-007B-D025D86AAF6F}"/>
              </a:ext>
            </a:extLst>
          </p:cNvPr>
          <p:cNvSpPr>
            <a:spLocks/>
          </p:cNvSpPr>
          <p:nvPr/>
        </p:nvSpPr>
        <p:spPr bwMode="auto">
          <a:xfrm>
            <a:off x="6881814" y="1879600"/>
            <a:ext cx="319087" cy="369332"/>
          </a:xfrm>
          <a:custGeom>
            <a:avLst/>
            <a:gdLst>
              <a:gd name="T0" fmla="*/ 2147483646 w 321"/>
              <a:gd name="T1" fmla="*/ 2147483646 h 1304"/>
              <a:gd name="T2" fmla="*/ 2147483646 w 321"/>
              <a:gd name="T3" fmla="*/ 2147483646 h 1304"/>
              <a:gd name="T4" fmla="*/ 2147483646 w 321"/>
              <a:gd name="T5" fmla="*/ 0 h 1304"/>
              <a:gd name="T6" fmla="*/ 0 60000 65536"/>
              <a:gd name="T7" fmla="*/ 0 60000 65536"/>
              <a:gd name="T8" fmla="*/ 0 60000 65536"/>
              <a:gd name="T9" fmla="*/ 0 w 321"/>
              <a:gd name="T10" fmla="*/ 0 h 1304"/>
              <a:gd name="T11" fmla="*/ 321 w 321"/>
              <a:gd name="T12" fmla="*/ 1304 h 130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21" h="1304">
                <a:moveTo>
                  <a:pt x="217" y="1304"/>
                </a:moveTo>
                <a:cubicBezTo>
                  <a:pt x="108" y="1112"/>
                  <a:pt x="0" y="921"/>
                  <a:pt x="17" y="704"/>
                </a:cubicBezTo>
                <a:cubicBezTo>
                  <a:pt x="34" y="487"/>
                  <a:pt x="270" y="117"/>
                  <a:pt x="321" y="0"/>
                </a:cubicBezTo>
              </a:path>
            </a:pathLst>
          </a:custGeom>
          <a:noFill/>
          <a:ln w="317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55" name="Oval 110">
            <a:extLst>
              <a:ext uri="{FF2B5EF4-FFF2-40B4-BE49-F238E27FC236}">
                <a16:creationId xmlns:a16="http://schemas.microsoft.com/office/drawing/2014/main" id="{C75422B6-34C7-2252-04FD-37EA9B761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61200" y="3670976"/>
            <a:ext cx="101600" cy="519351"/>
          </a:xfrm>
          <a:prstGeom prst="ellips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956" name="Oval 111">
            <a:extLst>
              <a:ext uri="{FF2B5EF4-FFF2-40B4-BE49-F238E27FC236}">
                <a16:creationId xmlns:a16="http://schemas.microsoft.com/office/drawing/2014/main" id="{1EB67817-D899-BA76-5D18-41BC4D7534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2800" y="1524676"/>
            <a:ext cx="101600" cy="519351"/>
          </a:xfrm>
          <a:prstGeom prst="ellipse">
            <a:avLst/>
          </a:prstGeom>
          <a:solidFill>
            <a:srgbClr val="FF0000"/>
          </a:solidFill>
          <a:ln w="25400">
            <a:solidFill>
              <a:srgbClr val="FF0000"/>
            </a:solidFill>
            <a:round/>
            <a:headEnd/>
            <a:tailEnd/>
          </a:ln>
        </p:spPr>
        <p:txBody>
          <a:bodyPr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E44CC64D-552A-FB40-EF60-6FE4CFE0BC4C}"/>
              </a:ext>
            </a:extLst>
          </p:cNvPr>
          <p:cNvGrpSpPr/>
          <p:nvPr/>
        </p:nvGrpSpPr>
        <p:grpSpPr>
          <a:xfrm>
            <a:off x="9264438" y="3588672"/>
            <a:ext cx="1209600" cy="208080"/>
            <a:chOff x="9264438" y="3588672"/>
            <a:chExt cx="1209600" cy="20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061DAD5-2AE6-976B-ECE7-203FE58A1246}"/>
                    </a:ext>
                  </a:extLst>
                </p14:cNvPr>
                <p14:cNvContentPartPr/>
                <p14:nvPr/>
              </p14:nvContentPartPr>
              <p14:xfrm>
                <a:off x="9264438" y="3644112"/>
                <a:ext cx="138240" cy="1299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061DAD5-2AE6-976B-ECE7-203FE58A124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246798" y="3626472"/>
                  <a:ext cx="1738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4070A3B-0374-A353-2628-42285E80675D}"/>
                    </a:ext>
                  </a:extLst>
                </p14:cNvPr>
                <p14:cNvContentPartPr/>
                <p14:nvPr/>
              </p14:nvContentPartPr>
              <p14:xfrm>
                <a:off x="9501318" y="3667872"/>
                <a:ext cx="118440" cy="108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4070A3B-0374-A353-2628-42285E80675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483678" y="3649872"/>
                  <a:ext cx="1540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40FB0FB-8C72-6360-599F-6B3B9C71CBA8}"/>
                    </a:ext>
                  </a:extLst>
                </p14:cNvPr>
                <p14:cNvContentPartPr/>
                <p14:nvPr/>
              </p14:nvContentPartPr>
              <p14:xfrm>
                <a:off x="9679518" y="3588672"/>
                <a:ext cx="69840" cy="185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40FB0FB-8C72-6360-599F-6B3B9C71CBA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661518" y="3570672"/>
                  <a:ext cx="1054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B3E92A6-DB2B-B59F-A64E-7BB20D42A1D8}"/>
                    </a:ext>
                  </a:extLst>
                </p14:cNvPr>
                <p14:cNvContentPartPr/>
                <p14:nvPr/>
              </p14:nvContentPartPr>
              <p14:xfrm>
                <a:off x="9790398" y="3661392"/>
                <a:ext cx="303840" cy="135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B3E92A6-DB2B-B59F-A64E-7BB20D42A1D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772398" y="3643392"/>
                  <a:ext cx="3394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2B3BB25-7E4B-F200-324E-90A79258F892}"/>
                    </a:ext>
                  </a:extLst>
                </p14:cNvPr>
                <p14:cNvContentPartPr/>
                <p14:nvPr/>
              </p14:nvContentPartPr>
              <p14:xfrm>
                <a:off x="10240398" y="3635112"/>
                <a:ext cx="63360" cy="130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2B3BB25-7E4B-F200-324E-90A79258F89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222398" y="3617472"/>
                  <a:ext cx="990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83B9A2D-A473-3F2F-3340-DED87C7C5277}"/>
                    </a:ext>
                  </a:extLst>
                </p14:cNvPr>
                <p14:cNvContentPartPr/>
                <p14:nvPr/>
              </p14:nvContentPartPr>
              <p14:xfrm>
                <a:off x="10376478" y="3637632"/>
                <a:ext cx="97560" cy="1090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83B9A2D-A473-3F2F-3340-DED87C7C527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358478" y="3619992"/>
                  <a:ext cx="133200" cy="14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86FE5A4-67FE-6031-97DA-6772A5569FC5}"/>
              </a:ext>
            </a:extLst>
          </p:cNvPr>
          <p:cNvGrpSpPr/>
          <p:nvPr/>
        </p:nvGrpSpPr>
        <p:grpSpPr>
          <a:xfrm>
            <a:off x="9677718" y="4002672"/>
            <a:ext cx="1359360" cy="257760"/>
            <a:chOff x="9677718" y="4002672"/>
            <a:chExt cx="1359360" cy="25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45BA718-9E9A-B90B-DF0D-1FB4E04E8BA6}"/>
                    </a:ext>
                  </a:extLst>
                </p14:cNvPr>
                <p14:cNvContentPartPr/>
                <p14:nvPr/>
              </p14:nvContentPartPr>
              <p14:xfrm>
                <a:off x="9677718" y="4138392"/>
                <a:ext cx="211320" cy="1220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45BA718-9E9A-B90B-DF0D-1FB4E04E8BA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660078" y="4120752"/>
                  <a:ext cx="2469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E0CF49B-8AF0-50F9-3618-56397E45A313}"/>
                    </a:ext>
                  </a:extLst>
                </p14:cNvPr>
                <p14:cNvContentPartPr/>
                <p14:nvPr/>
              </p14:nvContentPartPr>
              <p14:xfrm>
                <a:off x="9889038" y="4032192"/>
                <a:ext cx="52200" cy="2026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E0CF49B-8AF0-50F9-3618-56397E45A31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871038" y="4014552"/>
                  <a:ext cx="8784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27E47E4-7EAF-0972-0C33-26D0F97690D4}"/>
                    </a:ext>
                  </a:extLst>
                </p14:cNvPr>
                <p14:cNvContentPartPr/>
                <p14:nvPr/>
              </p14:nvContentPartPr>
              <p14:xfrm>
                <a:off x="10032678" y="4116072"/>
                <a:ext cx="43920" cy="925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27E47E4-7EAF-0972-0C33-26D0F97690D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015038" y="4098072"/>
                  <a:ext cx="795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CE9ADFE-AA97-74E9-A54C-EF1423D9A8FF}"/>
                    </a:ext>
                  </a:extLst>
                </p14:cNvPr>
                <p14:cNvContentPartPr/>
                <p14:nvPr/>
              </p14:nvContentPartPr>
              <p14:xfrm>
                <a:off x="10197918" y="4104912"/>
                <a:ext cx="67680" cy="1058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CE9ADFE-AA97-74E9-A54C-EF1423D9A8F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180278" y="4086912"/>
                  <a:ext cx="1033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D19289E-2C1A-4D27-8B73-98269EB4356E}"/>
                    </a:ext>
                  </a:extLst>
                </p14:cNvPr>
                <p14:cNvContentPartPr/>
                <p14:nvPr/>
              </p14:nvContentPartPr>
              <p14:xfrm>
                <a:off x="10348758" y="4037592"/>
                <a:ext cx="48600" cy="1994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D19289E-2C1A-4D27-8B73-98269EB4356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330758" y="4019952"/>
                  <a:ext cx="842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FAF4F08-DF1E-06FA-F112-49D71120A67D}"/>
                    </a:ext>
                  </a:extLst>
                </p14:cNvPr>
                <p14:cNvContentPartPr/>
                <p14:nvPr/>
              </p14:nvContentPartPr>
              <p14:xfrm>
                <a:off x="10331118" y="4075392"/>
                <a:ext cx="169200" cy="1137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FAF4F08-DF1E-06FA-F112-49D71120A67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313478" y="4057752"/>
                  <a:ext cx="2048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20B8D63-3EF6-04C7-DB22-11E6E5BFEFE1}"/>
                    </a:ext>
                  </a:extLst>
                </p14:cNvPr>
                <p14:cNvContentPartPr/>
                <p14:nvPr/>
              </p14:nvContentPartPr>
              <p14:xfrm>
                <a:off x="10609038" y="4037232"/>
                <a:ext cx="90000" cy="138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20B8D63-3EF6-04C7-DB22-11E6E5BFEFE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591398" y="4019592"/>
                  <a:ext cx="1256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6F1F061-B3C7-4B62-0387-A6A3BFBFECDD}"/>
                    </a:ext>
                  </a:extLst>
                </p14:cNvPr>
                <p14:cNvContentPartPr/>
                <p14:nvPr/>
              </p14:nvContentPartPr>
              <p14:xfrm>
                <a:off x="10723158" y="4039392"/>
                <a:ext cx="146160" cy="918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6F1F061-B3C7-4B62-0387-A6A3BFBFECD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705518" y="4021752"/>
                  <a:ext cx="1818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C6D2BCE-6BE3-DC56-5536-322605FBD6C6}"/>
                    </a:ext>
                  </a:extLst>
                </p14:cNvPr>
                <p14:cNvContentPartPr/>
                <p14:nvPr/>
              </p14:nvContentPartPr>
              <p14:xfrm>
                <a:off x="10994958" y="4002672"/>
                <a:ext cx="42120" cy="1526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C6D2BCE-6BE3-DC56-5536-322605FBD6C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977318" y="3984672"/>
                  <a:ext cx="77760" cy="18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968" name="Group 36967">
            <a:extLst>
              <a:ext uri="{FF2B5EF4-FFF2-40B4-BE49-F238E27FC236}">
                <a16:creationId xmlns:a16="http://schemas.microsoft.com/office/drawing/2014/main" id="{3FDEFD49-AB09-5B94-EB85-84997071A4FE}"/>
              </a:ext>
            </a:extLst>
          </p:cNvPr>
          <p:cNvGrpSpPr/>
          <p:nvPr/>
        </p:nvGrpSpPr>
        <p:grpSpPr>
          <a:xfrm>
            <a:off x="8401158" y="1061112"/>
            <a:ext cx="3370320" cy="2403720"/>
            <a:chOff x="8401158" y="1061112"/>
            <a:chExt cx="3370320" cy="240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13C838C-B51B-426E-4B72-CF7556F789BC}"/>
                    </a:ext>
                  </a:extLst>
                </p14:cNvPr>
                <p14:cNvContentPartPr/>
                <p14:nvPr/>
              </p14:nvContentPartPr>
              <p14:xfrm>
                <a:off x="8871318" y="3222552"/>
                <a:ext cx="1991880" cy="1443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13C838C-B51B-426E-4B72-CF7556F789B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853678" y="3204552"/>
                  <a:ext cx="20275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A4E5DA6-58E4-D70B-1F11-61622C844520}"/>
                    </a:ext>
                  </a:extLst>
                </p14:cNvPr>
                <p14:cNvContentPartPr/>
                <p14:nvPr/>
              </p14:nvContentPartPr>
              <p14:xfrm>
                <a:off x="11084238" y="3123912"/>
                <a:ext cx="80280" cy="3074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A4E5DA6-58E4-D70B-1F11-61622C84452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1066598" y="3105912"/>
                  <a:ext cx="11592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70232B9-FDD2-CACD-4ECF-94F35D026EF4}"/>
                    </a:ext>
                  </a:extLst>
                </p14:cNvPr>
                <p14:cNvContentPartPr/>
                <p14:nvPr/>
              </p14:nvContentPartPr>
              <p14:xfrm>
                <a:off x="11024118" y="3090072"/>
                <a:ext cx="170640" cy="331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70232B9-FDD2-CACD-4ECF-94F35D026EF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006118" y="3072072"/>
                  <a:ext cx="2062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5902F65-8743-B1E4-FC5E-830746FAFD8B}"/>
                    </a:ext>
                  </a:extLst>
                </p14:cNvPr>
                <p14:cNvContentPartPr/>
                <p14:nvPr/>
              </p14:nvContentPartPr>
              <p14:xfrm>
                <a:off x="11092878" y="3232272"/>
                <a:ext cx="156240" cy="327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5902F65-8743-B1E4-FC5E-830746FAFD8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1075238" y="3214272"/>
                  <a:ext cx="1918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19C69C8-FFB2-AD73-5582-7B72468AF8F3}"/>
                    </a:ext>
                  </a:extLst>
                </p14:cNvPr>
                <p14:cNvContentPartPr/>
                <p14:nvPr/>
              </p14:nvContentPartPr>
              <p14:xfrm>
                <a:off x="11181078" y="3356112"/>
                <a:ext cx="140760" cy="352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19C69C8-FFB2-AD73-5582-7B72468AF8F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1163438" y="3338112"/>
                  <a:ext cx="1764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50E1795-7DE7-28B4-8372-B0269351EE97}"/>
                    </a:ext>
                  </a:extLst>
                </p14:cNvPr>
                <p14:cNvContentPartPr/>
                <p14:nvPr/>
              </p14:nvContentPartPr>
              <p14:xfrm>
                <a:off x="11379438" y="3281952"/>
                <a:ext cx="144000" cy="1828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50E1795-7DE7-28B4-8372-B0269351EE9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361798" y="3264312"/>
                  <a:ext cx="1796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BB8AB96-D13F-BF0B-A95C-E10AEA46C262}"/>
                    </a:ext>
                  </a:extLst>
                </p14:cNvPr>
                <p14:cNvContentPartPr/>
                <p14:nvPr/>
              </p14:nvContentPartPr>
              <p14:xfrm>
                <a:off x="8740638" y="1919712"/>
                <a:ext cx="2408040" cy="101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BB8AB96-D13F-BF0B-A95C-E10AEA46C262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722998" y="1901712"/>
                  <a:ext cx="24436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6AC14ED-EBBF-18F6-E4E3-F05F6292F92F}"/>
                    </a:ext>
                  </a:extLst>
                </p14:cNvPr>
                <p14:cNvContentPartPr/>
                <p14:nvPr/>
              </p14:nvContentPartPr>
              <p14:xfrm>
                <a:off x="11312478" y="1742952"/>
                <a:ext cx="21240" cy="415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6AC14ED-EBBF-18F6-E4E3-F05F6292F92F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294838" y="1724952"/>
                  <a:ext cx="56880" cy="4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54B257E-486E-626E-A501-D1B89C4BE5B6}"/>
                    </a:ext>
                  </a:extLst>
                </p14:cNvPr>
                <p14:cNvContentPartPr/>
                <p14:nvPr/>
              </p14:nvContentPartPr>
              <p14:xfrm>
                <a:off x="11285478" y="1805952"/>
                <a:ext cx="185760" cy="284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54B257E-486E-626E-A501-D1B89C4BE5B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267838" y="1788312"/>
                  <a:ext cx="2214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2A0C41A-9D98-202F-DD78-7AC6796D0CEA}"/>
                    </a:ext>
                  </a:extLst>
                </p14:cNvPr>
                <p14:cNvContentPartPr/>
                <p14:nvPr/>
              </p14:nvContentPartPr>
              <p14:xfrm>
                <a:off x="11318598" y="1963992"/>
                <a:ext cx="117720" cy="313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2A0C41A-9D98-202F-DD78-7AC6796D0CE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300958" y="1946352"/>
                  <a:ext cx="1533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7CE3C39-8461-012B-714A-EC5CFB285C9A}"/>
                    </a:ext>
                  </a:extLst>
                </p14:cNvPr>
                <p14:cNvContentPartPr/>
                <p14:nvPr/>
              </p14:nvContentPartPr>
              <p14:xfrm>
                <a:off x="11338398" y="2087112"/>
                <a:ext cx="133920" cy="42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7CE3C39-8461-012B-714A-EC5CFB285C9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320398" y="2069112"/>
                  <a:ext cx="16956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6AA2D1C-6446-360E-C20A-8D816BF0E678}"/>
                    </a:ext>
                  </a:extLst>
                </p14:cNvPr>
                <p14:cNvContentPartPr/>
                <p14:nvPr/>
              </p14:nvContentPartPr>
              <p14:xfrm>
                <a:off x="11535318" y="2020512"/>
                <a:ext cx="236160" cy="1386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6AA2D1C-6446-360E-C20A-8D816BF0E67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517678" y="2002872"/>
                  <a:ext cx="2718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9AB27A0-56F7-343D-FAC2-C91989C309C3}"/>
                    </a:ext>
                  </a:extLst>
                </p14:cNvPr>
                <p14:cNvContentPartPr/>
                <p14:nvPr/>
              </p14:nvContentPartPr>
              <p14:xfrm>
                <a:off x="9794358" y="2095032"/>
                <a:ext cx="141840" cy="1201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9AB27A0-56F7-343D-FAC2-C91989C309C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776358" y="2077392"/>
                  <a:ext cx="177480" cy="12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078DAE3-F2DD-8329-4213-0F7A9DD3B165}"/>
                    </a:ext>
                  </a:extLst>
                </p14:cNvPr>
                <p14:cNvContentPartPr/>
                <p14:nvPr/>
              </p14:nvContentPartPr>
              <p14:xfrm>
                <a:off x="9675918" y="2037792"/>
                <a:ext cx="242640" cy="231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078DAE3-F2DD-8329-4213-0F7A9DD3B16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657918" y="2020152"/>
                  <a:ext cx="27828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8B39BB5-B687-3614-3784-70A9819DE19A}"/>
                    </a:ext>
                  </a:extLst>
                </p14:cNvPr>
                <p14:cNvContentPartPr/>
                <p14:nvPr/>
              </p14:nvContentPartPr>
              <p14:xfrm>
                <a:off x="9713718" y="3043992"/>
                <a:ext cx="282600" cy="1609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8B39BB5-B687-3614-3784-70A9819DE19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695718" y="3025992"/>
                  <a:ext cx="3182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2B51BD5-2F56-6977-FBA3-B2AB2EC0A9B8}"/>
                    </a:ext>
                  </a:extLst>
                </p14:cNvPr>
                <p14:cNvContentPartPr/>
                <p14:nvPr/>
              </p14:nvContentPartPr>
              <p14:xfrm>
                <a:off x="10105038" y="2543952"/>
                <a:ext cx="59400" cy="334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2B51BD5-2F56-6977-FBA3-B2AB2EC0A9B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087038" y="2525952"/>
                  <a:ext cx="9504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3D35B51-19F7-92C5-5774-30AC6E808550}"/>
                    </a:ext>
                  </a:extLst>
                </p14:cNvPr>
                <p14:cNvContentPartPr/>
                <p14:nvPr/>
              </p14:nvContentPartPr>
              <p14:xfrm>
                <a:off x="10076958" y="2466912"/>
                <a:ext cx="135720" cy="71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3D35B51-19F7-92C5-5774-30AC6E80855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058958" y="2448912"/>
                  <a:ext cx="1713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D8BB1BB-CE52-2577-36F8-9A0F90677671}"/>
                    </a:ext>
                  </a:extLst>
                </p14:cNvPr>
                <p14:cNvContentPartPr/>
                <p14:nvPr/>
              </p14:nvContentPartPr>
              <p14:xfrm>
                <a:off x="10083438" y="2623152"/>
                <a:ext cx="153360" cy="67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D8BB1BB-CE52-2577-36F8-9A0F9067767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065438" y="2605152"/>
                  <a:ext cx="1890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ED01BFC-6DA7-59B9-9065-6116F94B95AE}"/>
                    </a:ext>
                  </a:extLst>
                </p14:cNvPr>
                <p14:cNvContentPartPr/>
                <p14:nvPr/>
              </p14:nvContentPartPr>
              <p14:xfrm>
                <a:off x="10153278" y="2769312"/>
                <a:ext cx="103320" cy="28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ED01BFC-6DA7-59B9-9065-6116F94B95A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135278" y="2751672"/>
                  <a:ext cx="13896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E59C8BB-1E69-9620-5BB5-AC8A9FB15EF2}"/>
                    </a:ext>
                  </a:extLst>
                </p14:cNvPr>
                <p14:cNvContentPartPr/>
                <p14:nvPr/>
              </p14:nvContentPartPr>
              <p14:xfrm>
                <a:off x="10349838" y="2650872"/>
                <a:ext cx="145080" cy="2757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E59C8BB-1E69-9620-5BB5-AC8A9FB15EF2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332198" y="2633232"/>
                  <a:ext cx="18072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C8F0B77-277C-C45A-738E-6BD1F49D9A64}"/>
                    </a:ext>
                  </a:extLst>
                </p14:cNvPr>
                <p14:cNvContentPartPr/>
                <p14:nvPr/>
              </p14:nvContentPartPr>
              <p14:xfrm>
                <a:off x="8421318" y="2679312"/>
                <a:ext cx="41760" cy="208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C8F0B77-277C-C45A-738E-6BD1F49D9A64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403318" y="2661672"/>
                  <a:ext cx="774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D44BD0F-FE34-ABC8-9627-B1757F32A37C}"/>
                    </a:ext>
                  </a:extLst>
                </p14:cNvPr>
                <p14:cNvContentPartPr/>
                <p14:nvPr/>
              </p14:nvContentPartPr>
              <p14:xfrm>
                <a:off x="8401158" y="2594712"/>
                <a:ext cx="140760" cy="174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D44BD0F-FE34-ABC8-9627-B1757F32A37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383158" y="2577072"/>
                  <a:ext cx="17640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A044FBA-8F3E-91F4-BAA2-417705162AF4}"/>
                    </a:ext>
                  </a:extLst>
                </p14:cNvPr>
                <p14:cNvContentPartPr/>
                <p14:nvPr/>
              </p14:nvContentPartPr>
              <p14:xfrm>
                <a:off x="8644158" y="2631072"/>
                <a:ext cx="92880" cy="835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A044FBA-8F3E-91F4-BAA2-417705162AF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626158" y="2613432"/>
                  <a:ext cx="1285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CD49D23-C0AD-3DDF-0D76-213589C73F20}"/>
                    </a:ext>
                  </a:extLst>
                </p14:cNvPr>
                <p14:cNvContentPartPr/>
                <p14:nvPr/>
              </p14:nvContentPartPr>
              <p14:xfrm>
                <a:off x="8884638" y="2497872"/>
                <a:ext cx="155880" cy="1198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CD49D23-C0AD-3DDF-0D76-213589C73F2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866998" y="2480232"/>
                  <a:ext cx="1915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AFFA72E-878B-4F89-CD39-F9A403BFDD51}"/>
                    </a:ext>
                  </a:extLst>
                </p14:cNvPr>
                <p14:cNvContentPartPr/>
                <p14:nvPr/>
              </p14:nvContentPartPr>
              <p14:xfrm>
                <a:off x="9004158" y="2416872"/>
                <a:ext cx="117720" cy="1674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AFFA72E-878B-4F89-CD39-F9A403BFDD51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986518" y="2398872"/>
                  <a:ext cx="1533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174160D-5BDE-2E04-4113-9DBB93AF57CA}"/>
                    </a:ext>
                  </a:extLst>
                </p14:cNvPr>
                <p14:cNvContentPartPr/>
                <p14:nvPr/>
              </p14:nvContentPartPr>
              <p14:xfrm>
                <a:off x="9153558" y="2461872"/>
                <a:ext cx="55080" cy="1026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174160D-5BDE-2E04-4113-9DBB93AF57CA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135558" y="2444232"/>
                  <a:ext cx="907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DBEEC6A-0A2C-301C-298B-F25B91303BD9}"/>
                    </a:ext>
                  </a:extLst>
                </p14:cNvPr>
                <p14:cNvContentPartPr/>
                <p14:nvPr/>
              </p14:nvContentPartPr>
              <p14:xfrm>
                <a:off x="9293238" y="2422272"/>
                <a:ext cx="33480" cy="106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DBEEC6A-0A2C-301C-298B-F25B91303BD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275598" y="2404272"/>
                  <a:ext cx="691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EA983AC-4743-4D4E-25D3-4990D78B357B}"/>
                    </a:ext>
                  </a:extLst>
                </p14:cNvPr>
                <p14:cNvContentPartPr/>
                <p14:nvPr/>
              </p14:nvContentPartPr>
              <p14:xfrm>
                <a:off x="9333918" y="2348112"/>
                <a:ext cx="107280" cy="131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EA983AC-4743-4D4E-25D3-4990D78B357B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315918" y="2330472"/>
                  <a:ext cx="1429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4BE057D-E38D-8DD6-F7C4-C8145290ED97}"/>
                    </a:ext>
                  </a:extLst>
                </p14:cNvPr>
                <p14:cNvContentPartPr/>
                <p14:nvPr/>
              </p14:nvContentPartPr>
              <p14:xfrm>
                <a:off x="9396198" y="2368992"/>
                <a:ext cx="63720" cy="55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4BE057D-E38D-8DD6-F7C4-C8145290ED9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378198" y="2351352"/>
                  <a:ext cx="993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99C7415-32FE-A60A-CE62-9B12F1729B59}"/>
                    </a:ext>
                  </a:extLst>
                </p14:cNvPr>
                <p14:cNvContentPartPr/>
                <p14:nvPr/>
              </p14:nvContentPartPr>
              <p14:xfrm>
                <a:off x="9497358" y="2391312"/>
                <a:ext cx="42840" cy="40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99C7415-32FE-A60A-CE62-9B12F1729B59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479358" y="2373672"/>
                  <a:ext cx="784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47A1600-1565-003C-4B35-499D35D001F8}"/>
                    </a:ext>
                  </a:extLst>
                </p14:cNvPr>
                <p14:cNvContentPartPr/>
                <p14:nvPr/>
              </p14:nvContentPartPr>
              <p14:xfrm>
                <a:off x="9590598" y="2298072"/>
                <a:ext cx="191880" cy="1245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47A1600-1565-003C-4B35-499D35D001F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572958" y="2280072"/>
                  <a:ext cx="2275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0918C28-4C0A-3C38-6FF4-CC444D2C9FF1}"/>
                    </a:ext>
                  </a:extLst>
                </p14:cNvPr>
                <p14:cNvContentPartPr/>
                <p14:nvPr/>
              </p14:nvContentPartPr>
              <p14:xfrm>
                <a:off x="9826758" y="2242632"/>
                <a:ext cx="46080" cy="1389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0918C28-4C0A-3C38-6FF4-CC444D2C9FF1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808758" y="2224632"/>
                  <a:ext cx="817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2AD470E-0208-DA4E-D313-BEE3D38288C0}"/>
                    </a:ext>
                  </a:extLst>
                </p14:cNvPr>
                <p14:cNvContentPartPr/>
                <p14:nvPr/>
              </p14:nvContentPartPr>
              <p14:xfrm>
                <a:off x="9341478" y="1223832"/>
                <a:ext cx="99720" cy="225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2AD470E-0208-DA4E-D313-BEE3D38288C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323478" y="1206192"/>
                  <a:ext cx="1353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F0A5EAF-1D15-6FC1-AF04-808CC9FD9517}"/>
                    </a:ext>
                  </a:extLst>
                </p14:cNvPr>
                <p14:cNvContentPartPr/>
                <p14:nvPr/>
              </p14:nvContentPartPr>
              <p14:xfrm>
                <a:off x="9512118" y="1304472"/>
                <a:ext cx="51120" cy="1119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F0A5EAF-1D15-6FC1-AF04-808CC9FD9517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494118" y="1286832"/>
                  <a:ext cx="867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157FE54-D483-A4A4-8609-FF0521923865}"/>
                    </a:ext>
                  </a:extLst>
                </p14:cNvPr>
                <p14:cNvContentPartPr/>
                <p14:nvPr/>
              </p14:nvContentPartPr>
              <p14:xfrm>
                <a:off x="9609678" y="1336152"/>
                <a:ext cx="125280" cy="810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157FE54-D483-A4A4-8609-FF0521923865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592038" y="1318152"/>
                  <a:ext cx="16092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B25EC80-715C-AFC5-563F-AC1A8D12A090}"/>
                    </a:ext>
                  </a:extLst>
                </p14:cNvPr>
                <p14:cNvContentPartPr/>
                <p14:nvPr/>
              </p14:nvContentPartPr>
              <p14:xfrm>
                <a:off x="9846558" y="1199352"/>
                <a:ext cx="206280" cy="1836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B25EC80-715C-AFC5-563F-AC1A8D12A09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828558" y="1181352"/>
                  <a:ext cx="2419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3489489-AF64-9DE2-5A3A-84CF10B11319}"/>
                    </a:ext>
                  </a:extLst>
                </p14:cNvPr>
                <p14:cNvContentPartPr/>
                <p14:nvPr/>
              </p14:nvContentPartPr>
              <p14:xfrm>
                <a:off x="10076958" y="1282872"/>
                <a:ext cx="98280" cy="68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3489489-AF64-9DE2-5A3A-84CF10B1131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058958" y="1265232"/>
                  <a:ext cx="1339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CDD48A8-C0C9-3C38-DDCF-CB3066C1495B}"/>
                    </a:ext>
                  </a:extLst>
                </p14:cNvPr>
                <p14:cNvContentPartPr/>
                <p14:nvPr/>
              </p14:nvContentPartPr>
              <p14:xfrm>
                <a:off x="10252278" y="1258392"/>
                <a:ext cx="59400" cy="79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CDD48A8-C0C9-3C38-DDCF-CB3066C1495B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234278" y="1240392"/>
                  <a:ext cx="950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3C65577-E3D1-9398-8DC7-9FD4C1A5E347}"/>
                    </a:ext>
                  </a:extLst>
                </p14:cNvPr>
                <p14:cNvContentPartPr/>
                <p14:nvPr/>
              </p14:nvContentPartPr>
              <p14:xfrm>
                <a:off x="10358838" y="1117632"/>
                <a:ext cx="71280" cy="1954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3C65577-E3D1-9398-8DC7-9FD4C1A5E34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341198" y="1099992"/>
                  <a:ext cx="10692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3BDD29F-A1D0-FB67-68E8-79BF12D6A8C5}"/>
                    </a:ext>
                  </a:extLst>
                </p14:cNvPr>
                <p14:cNvContentPartPr/>
                <p14:nvPr/>
              </p14:nvContentPartPr>
              <p14:xfrm>
                <a:off x="10401318" y="1214472"/>
                <a:ext cx="80280" cy="464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3BDD29F-A1D0-FB67-68E8-79BF12D6A8C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383678" y="1196472"/>
                  <a:ext cx="1159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36864" name="Ink 36863">
                  <a:extLst>
                    <a:ext uri="{FF2B5EF4-FFF2-40B4-BE49-F238E27FC236}">
                      <a16:creationId xmlns:a16="http://schemas.microsoft.com/office/drawing/2014/main" id="{525F1471-186C-FB7D-F701-32B5AA087DCB}"/>
                    </a:ext>
                  </a:extLst>
                </p14:cNvPr>
                <p14:cNvContentPartPr/>
                <p14:nvPr/>
              </p14:nvContentPartPr>
              <p14:xfrm>
                <a:off x="10515438" y="1175592"/>
                <a:ext cx="35280" cy="117000"/>
              </p14:xfrm>
            </p:contentPart>
          </mc:Choice>
          <mc:Fallback xmlns="">
            <p:pic>
              <p:nvPicPr>
                <p:cNvPr id="36864" name="Ink 36863">
                  <a:extLst>
                    <a:ext uri="{FF2B5EF4-FFF2-40B4-BE49-F238E27FC236}">
                      <a16:creationId xmlns:a16="http://schemas.microsoft.com/office/drawing/2014/main" id="{525F1471-186C-FB7D-F701-32B5AA087DCB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497438" y="1157952"/>
                  <a:ext cx="709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36865" name="Ink 36864">
                  <a:extLst>
                    <a:ext uri="{FF2B5EF4-FFF2-40B4-BE49-F238E27FC236}">
                      <a16:creationId xmlns:a16="http://schemas.microsoft.com/office/drawing/2014/main" id="{358903B8-70CA-9D11-B98B-3C1334018DFE}"/>
                    </a:ext>
                  </a:extLst>
                </p14:cNvPr>
                <p14:cNvContentPartPr/>
                <p14:nvPr/>
              </p14:nvContentPartPr>
              <p14:xfrm>
                <a:off x="10504278" y="1061112"/>
                <a:ext cx="7560" cy="17280"/>
              </p14:xfrm>
            </p:contentPart>
          </mc:Choice>
          <mc:Fallback xmlns="">
            <p:pic>
              <p:nvPicPr>
                <p:cNvPr id="36865" name="Ink 36864">
                  <a:extLst>
                    <a:ext uri="{FF2B5EF4-FFF2-40B4-BE49-F238E27FC236}">
                      <a16:creationId xmlns:a16="http://schemas.microsoft.com/office/drawing/2014/main" id="{358903B8-70CA-9D11-B98B-3C1334018DF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486278" y="1043112"/>
                  <a:ext cx="4320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36957" name="Ink 36956">
                  <a:extLst>
                    <a:ext uri="{FF2B5EF4-FFF2-40B4-BE49-F238E27FC236}">
                      <a16:creationId xmlns:a16="http://schemas.microsoft.com/office/drawing/2014/main" id="{D070D37F-B700-23C6-B651-92C41609DA89}"/>
                    </a:ext>
                  </a:extLst>
                </p14:cNvPr>
                <p14:cNvContentPartPr/>
                <p14:nvPr/>
              </p14:nvContentPartPr>
              <p14:xfrm>
                <a:off x="10630638" y="1123752"/>
                <a:ext cx="245520" cy="123840"/>
              </p14:xfrm>
            </p:contentPart>
          </mc:Choice>
          <mc:Fallback xmlns="">
            <p:pic>
              <p:nvPicPr>
                <p:cNvPr id="36957" name="Ink 36956">
                  <a:extLst>
                    <a:ext uri="{FF2B5EF4-FFF2-40B4-BE49-F238E27FC236}">
                      <a16:creationId xmlns:a16="http://schemas.microsoft.com/office/drawing/2014/main" id="{D070D37F-B700-23C6-B651-92C41609DA89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612638" y="1105752"/>
                  <a:ext cx="2811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36958" name="Ink 36957">
                  <a:extLst>
                    <a:ext uri="{FF2B5EF4-FFF2-40B4-BE49-F238E27FC236}">
                      <a16:creationId xmlns:a16="http://schemas.microsoft.com/office/drawing/2014/main" id="{75D0604D-722F-DA9E-0829-0C9F14192C33}"/>
                    </a:ext>
                  </a:extLst>
                </p14:cNvPr>
                <p14:cNvContentPartPr/>
                <p14:nvPr/>
              </p14:nvContentPartPr>
              <p14:xfrm>
                <a:off x="9846918" y="1607952"/>
                <a:ext cx="113760" cy="105840"/>
              </p14:xfrm>
            </p:contentPart>
          </mc:Choice>
          <mc:Fallback xmlns="">
            <p:pic>
              <p:nvPicPr>
                <p:cNvPr id="36958" name="Ink 36957">
                  <a:extLst>
                    <a:ext uri="{FF2B5EF4-FFF2-40B4-BE49-F238E27FC236}">
                      <a16:creationId xmlns:a16="http://schemas.microsoft.com/office/drawing/2014/main" id="{75D0604D-722F-DA9E-0829-0C9F14192C33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829278" y="1590312"/>
                  <a:ext cx="1494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36959" name="Ink 36958">
                  <a:extLst>
                    <a:ext uri="{FF2B5EF4-FFF2-40B4-BE49-F238E27FC236}">
                      <a16:creationId xmlns:a16="http://schemas.microsoft.com/office/drawing/2014/main" id="{371170B1-DB71-91FE-E3CC-DDD0E7D266EB}"/>
                    </a:ext>
                  </a:extLst>
                </p14:cNvPr>
                <p14:cNvContentPartPr/>
                <p14:nvPr/>
              </p14:nvContentPartPr>
              <p14:xfrm>
                <a:off x="10011798" y="1542072"/>
                <a:ext cx="59400" cy="150120"/>
              </p14:xfrm>
            </p:contentPart>
          </mc:Choice>
          <mc:Fallback xmlns="">
            <p:pic>
              <p:nvPicPr>
                <p:cNvPr id="36959" name="Ink 36958">
                  <a:extLst>
                    <a:ext uri="{FF2B5EF4-FFF2-40B4-BE49-F238E27FC236}">
                      <a16:creationId xmlns:a16="http://schemas.microsoft.com/office/drawing/2014/main" id="{371170B1-DB71-91FE-E3CC-DDD0E7D266EB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994158" y="1524432"/>
                  <a:ext cx="950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36960" name="Ink 36959">
                  <a:extLst>
                    <a:ext uri="{FF2B5EF4-FFF2-40B4-BE49-F238E27FC236}">
                      <a16:creationId xmlns:a16="http://schemas.microsoft.com/office/drawing/2014/main" id="{3FC0DB80-6682-1FD3-BFD4-455660EB2BD6}"/>
                    </a:ext>
                  </a:extLst>
                </p14:cNvPr>
                <p14:cNvContentPartPr/>
                <p14:nvPr/>
              </p14:nvContentPartPr>
              <p14:xfrm>
                <a:off x="10162278" y="1611192"/>
                <a:ext cx="56520" cy="93960"/>
              </p14:xfrm>
            </p:contentPart>
          </mc:Choice>
          <mc:Fallback xmlns="">
            <p:pic>
              <p:nvPicPr>
                <p:cNvPr id="36960" name="Ink 36959">
                  <a:extLst>
                    <a:ext uri="{FF2B5EF4-FFF2-40B4-BE49-F238E27FC236}">
                      <a16:creationId xmlns:a16="http://schemas.microsoft.com/office/drawing/2014/main" id="{3FC0DB80-6682-1FD3-BFD4-455660EB2BD6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144278" y="1593552"/>
                  <a:ext cx="921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36961" name="Ink 36960">
                  <a:extLst>
                    <a:ext uri="{FF2B5EF4-FFF2-40B4-BE49-F238E27FC236}">
                      <a16:creationId xmlns:a16="http://schemas.microsoft.com/office/drawing/2014/main" id="{DB9F03CA-289E-AEDF-C4B3-14685702CD75}"/>
                    </a:ext>
                  </a:extLst>
                </p14:cNvPr>
                <p14:cNvContentPartPr/>
                <p14:nvPr/>
              </p14:nvContentPartPr>
              <p14:xfrm>
                <a:off x="10404198" y="1582392"/>
                <a:ext cx="90000" cy="99360"/>
              </p14:xfrm>
            </p:contentPart>
          </mc:Choice>
          <mc:Fallback xmlns="">
            <p:pic>
              <p:nvPicPr>
                <p:cNvPr id="36961" name="Ink 36960">
                  <a:extLst>
                    <a:ext uri="{FF2B5EF4-FFF2-40B4-BE49-F238E27FC236}">
                      <a16:creationId xmlns:a16="http://schemas.microsoft.com/office/drawing/2014/main" id="{DB9F03CA-289E-AEDF-C4B3-14685702CD7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386198" y="1564752"/>
                  <a:ext cx="1256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36962" name="Ink 36961">
                  <a:extLst>
                    <a:ext uri="{FF2B5EF4-FFF2-40B4-BE49-F238E27FC236}">
                      <a16:creationId xmlns:a16="http://schemas.microsoft.com/office/drawing/2014/main" id="{8B331B4A-F49D-76BA-9EF7-29D2218D2CD7}"/>
                    </a:ext>
                  </a:extLst>
                </p14:cNvPr>
                <p14:cNvContentPartPr/>
                <p14:nvPr/>
              </p14:nvContentPartPr>
              <p14:xfrm>
                <a:off x="10483398" y="1488792"/>
                <a:ext cx="53640" cy="121680"/>
              </p14:xfrm>
            </p:contentPart>
          </mc:Choice>
          <mc:Fallback xmlns="">
            <p:pic>
              <p:nvPicPr>
                <p:cNvPr id="36962" name="Ink 36961">
                  <a:extLst>
                    <a:ext uri="{FF2B5EF4-FFF2-40B4-BE49-F238E27FC236}">
                      <a16:creationId xmlns:a16="http://schemas.microsoft.com/office/drawing/2014/main" id="{8B331B4A-F49D-76BA-9EF7-29D2218D2CD7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465758" y="1471152"/>
                  <a:ext cx="8928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36963" name="Ink 36962">
                  <a:extLst>
                    <a:ext uri="{FF2B5EF4-FFF2-40B4-BE49-F238E27FC236}">
                      <a16:creationId xmlns:a16="http://schemas.microsoft.com/office/drawing/2014/main" id="{0295F430-EC48-DA30-F27B-8C75A8E4E8BD}"/>
                    </a:ext>
                  </a:extLst>
                </p14:cNvPr>
                <p14:cNvContentPartPr/>
                <p14:nvPr/>
              </p14:nvContentPartPr>
              <p14:xfrm>
                <a:off x="10444878" y="1526592"/>
                <a:ext cx="133200" cy="52920"/>
              </p14:xfrm>
            </p:contentPart>
          </mc:Choice>
          <mc:Fallback xmlns="">
            <p:pic>
              <p:nvPicPr>
                <p:cNvPr id="36963" name="Ink 36962">
                  <a:extLst>
                    <a:ext uri="{FF2B5EF4-FFF2-40B4-BE49-F238E27FC236}">
                      <a16:creationId xmlns:a16="http://schemas.microsoft.com/office/drawing/2014/main" id="{0295F430-EC48-DA30-F27B-8C75A8E4E8B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427238" y="1508592"/>
                  <a:ext cx="16884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36964" name="Ink 36963">
                  <a:extLst>
                    <a:ext uri="{FF2B5EF4-FFF2-40B4-BE49-F238E27FC236}">
                      <a16:creationId xmlns:a16="http://schemas.microsoft.com/office/drawing/2014/main" id="{7924B6F1-8D25-EDBA-8FA9-98A338961EC4}"/>
                    </a:ext>
                  </a:extLst>
                </p14:cNvPr>
                <p14:cNvContentPartPr/>
                <p14:nvPr/>
              </p14:nvContentPartPr>
              <p14:xfrm>
                <a:off x="10588518" y="1491672"/>
                <a:ext cx="140040" cy="90000"/>
              </p14:xfrm>
            </p:contentPart>
          </mc:Choice>
          <mc:Fallback xmlns="">
            <p:pic>
              <p:nvPicPr>
                <p:cNvPr id="36964" name="Ink 36963">
                  <a:extLst>
                    <a:ext uri="{FF2B5EF4-FFF2-40B4-BE49-F238E27FC236}">
                      <a16:creationId xmlns:a16="http://schemas.microsoft.com/office/drawing/2014/main" id="{7924B6F1-8D25-EDBA-8FA9-98A338961EC4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570518" y="1473672"/>
                  <a:ext cx="1756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36965" name="Ink 36964">
                  <a:extLst>
                    <a:ext uri="{FF2B5EF4-FFF2-40B4-BE49-F238E27FC236}">
                      <a16:creationId xmlns:a16="http://schemas.microsoft.com/office/drawing/2014/main" id="{660247E0-1E35-9608-284D-7B6DBD4CF797}"/>
                    </a:ext>
                  </a:extLst>
                </p14:cNvPr>
                <p14:cNvContentPartPr/>
                <p14:nvPr/>
              </p14:nvContentPartPr>
              <p14:xfrm>
                <a:off x="10806678" y="1410672"/>
                <a:ext cx="199440" cy="109080"/>
              </p14:xfrm>
            </p:contentPart>
          </mc:Choice>
          <mc:Fallback xmlns="">
            <p:pic>
              <p:nvPicPr>
                <p:cNvPr id="36965" name="Ink 36964">
                  <a:extLst>
                    <a:ext uri="{FF2B5EF4-FFF2-40B4-BE49-F238E27FC236}">
                      <a16:creationId xmlns:a16="http://schemas.microsoft.com/office/drawing/2014/main" id="{660247E0-1E35-9608-284D-7B6DBD4CF797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788678" y="1393032"/>
                  <a:ext cx="2350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36966" name="Ink 36965">
                  <a:extLst>
                    <a:ext uri="{FF2B5EF4-FFF2-40B4-BE49-F238E27FC236}">
                      <a16:creationId xmlns:a16="http://schemas.microsoft.com/office/drawing/2014/main" id="{17A93303-03C4-9215-5908-F34AEDD28517}"/>
                    </a:ext>
                  </a:extLst>
                </p14:cNvPr>
                <p14:cNvContentPartPr/>
                <p14:nvPr/>
              </p14:nvContentPartPr>
              <p14:xfrm>
                <a:off x="11092878" y="1370352"/>
                <a:ext cx="87480" cy="116640"/>
              </p14:xfrm>
            </p:contentPart>
          </mc:Choice>
          <mc:Fallback xmlns="">
            <p:pic>
              <p:nvPicPr>
                <p:cNvPr id="36966" name="Ink 36965">
                  <a:extLst>
                    <a:ext uri="{FF2B5EF4-FFF2-40B4-BE49-F238E27FC236}">
                      <a16:creationId xmlns:a16="http://schemas.microsoft.com/office/drawing/2014/main" id="{17A93303-03C4-9215-5908-F34AEDD28517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1075238" y="1352712"/>
                  <a:ext cx="1231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36967" name="Ink 36966">
                  <a:extLst>
                    <a:ext uri="{FF2B5EF4-FFF2-40B4-BE49-F238E27FC236}">
                      <a16:creationId xmlns:a16="http://schemas.microsoft.com/office/drawing/2014/main" id="{9A427EF3-E0E1-CE2D-90DC-E33D48A7C722}"/>
                    </a:ext>
                  </a:extLst>
                </p14:cNvPr>
                <p14:cNvContentPartPr/>
                <p14:nvPr/>
              </p14:nvContentPartPr>
              <p14:xfrm>
                <a:off x="11207718" y="1414992"/>
                <a:ext cx="6840" cy="4320"/>
              </p14:xfrm>
            </p:contentPart>
          </mc:Choice>
          <mc:Fallback xmlns="">
            <p:pic>
              <p:nvPicPr>
                <p:cNvPr id="36967" name="Ink 36966">
                  <a:extLst>
                    <a:ext uri="{FF2B5EF4-FFF2-40B4-BE49-F238E27FC236}">
                      <a16:creationId xmlns:a16="http://schemas.microsoft.com/office/drawing/2014/main" id="{9A427EF3-E0E1-CE2D-90DC-E33D48A7C722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1190078" y="1396992"/>
                  <a:ext cx="42480" cy="399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>
            <a:extLst>
              <a:ext uri="{FF2B5EF4-FFF2-40B4-BE49-F238E27FC236}">
                <a16:creationId xmlns:a16="http://schemas.microsoft.com/office/drawing/2014/main" id="{813C17F5-7AC8-6FD4-C85B-E3CF46293F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14177"/>
            <a:ext cx="9982200" cy="457200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Measuring the Band Gap Energy by Light Absorption</a:t>
            </a:r>
          </a:p>
        </p:txBody>
      </p:sp>
      <p:sp>
        <p:nvSpPr>
          <p:cNvPr id="37891" name="Rectangle 11">
            <a:extLst>
              <a:ext uri="{FF2B5EF4-FFF2-40B4-BE49-F238E27FC236}">
                <a16:creationId xmlns:a16="http://schemas.microsoft.com/office/drawing/2014/main" id="{065A9225-A615-1D06-0315-7971E3048C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7638" y="1366838"/>
            <a:ext cx="51296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892" name="Rectangle 20">
            <a:extLst>
              <a:ext uri="{FF2B5EF4-FFF2-40B4-BE49-F238E27FC236}">
                <a16:creationId xmlns:a16="http://schemas.microsoft.com/office/drawing/2014/main" id="{2E35858C-3792-7D61-8004-089DAF2AA4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8926" y="1778000"/>
            <a:ext cx="9525" cy="190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893" name="Rectangle 21">
            <a:extLst>
              <a:ext uri="{FF2B5EF4-FFF2-40B4-BE49-F238E27FC236}">
                <a16:creationId xmlns:a16="http://schemas.microsoft.com/office/drawing/2014/main" id="{356C6507-6D7F-FF2C-D192-72A2DE9863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4914" y="1778000"/>
            <a:ext cx="9525" cy="190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894" name="Rectangle 22">
            <a:extLst>
              <a:ext uri="{FF2B5EF4-FFF2-40B4-BE49-F238E27FC236}">
                <a16:creationId xmlns:a16="http://schemas.microsoft.com/office/drawing/2014/main" id="{1C2D9024-A54F-6231-6A28-7AB4B10280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78451" y="1778000"/>
            <a:ext cx="2176463" cy="190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895" name="Rectangle 23">
            <a:extLst>
              <a:ext uri="{FF2B5EF4-FFF2-40B4-BE49-F238E27FC236}">
                <a16:creationId xmlns:a16="http://schemas.microsoft.com/office/drawing/2014/main" id="{1374F158-64BA-DB8B-DB15-8BD33D7986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8926" y="2852738"/>
            <a:ext cx="9525" cy="190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896" name="Rectangle 24">
            <a:extLst>
              <a:ext uri="{FF2B5EF4-FFF2-40B4-BE49-F238E27FC236}">
                <a16:creationId xmlns:a16="http://schemas.microsoft.com/office/drawing/2014/main" id="{AD4659E5-E157-B3E3-B625-9BAB92991D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4914" y="2852738"/>
            <a:ext cx="9525" cy="190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897" name="Rectangle 25">
            <a:extLst>
              <a:ext uri="{FF2B5EF4-FFF2-40B4-BE49-F238E27FC236}">
                <a16:creationId xmlns:a16="http://schemas.microsoft.com/office/drawing/2014/main" id="{9A617C93-8617-CB06-20D3-9918AD1263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78451" y="2852738"/>
            <a:ext cx="2176463" cy="190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898" name="Freeform 26">
            <a:extLst>
              <a:ext uri="{FF2B5EF4-FFF2-40B4-BE49-F238E27FC236}">
                <a16:creationId xmlns:a16="http://schemas.microsoft.com/office/drawing/2014/main" id="{1E83816F-40D3-AE84-A58D-82F89886A250}"/>
              </a:ext>
            </a:extLst>
          </p:cNvPr>
          <p:cNvSpPr>
            <a:spLocks/>
          </p:cNvSpPr>
          <p:nvPr/>
        </p:nvSpPr>
        <p:spPr bwMode="auto">
          <a:xfrm>
            <a:off x="6267451" y="2994026"/>
            <a:ext cx="130175" cy="130175"/>
          </a:xfrm>
          <a:custGeom>
            <a:avLst/>
            <a:gdLst>
              <a:gd name="T0" fmla="*/ 2147483646 w 82"/>
              <a:gd name="T1" fmla="*/ 2147483646 h 82"/>
              <a:gd name="T2" fmla="*/ 2147483646 w 82"/>
              <a:gd name="T3" fmla="*/ 2147483646 h 82"/>
              <a:gd name="T4" fmla="*/ 2147483646 w 82"/>
              <a:gd name="T5" fmla="*/ 2147483646 h 82"/>
              <a:gd name="T6" fmla="*/ 2147483646 w 82"/>
              <a:gd name="T7" fmla="*/ 2147483646 h 82"/>
              <a:gd name="T8" fmla="*/ 2147483646 w 82"/>
              <a:gd name="T9" fmla="*/ 2147483646 h 82"/>
              <a:gd name="T10" fmla="*/ 2147483646 w 82"/>
              <a:gd name="T11" fmla="*/ 2147483646 h 82"/>
              <a:gd name="T12" fmla="*/ 2147483646 w 82"/>
              <a:gd name="T13" fmla="*/ 2147483646 h 82"/>
              <a:gd name="T14" fmla="*/ 2147483646 w 82"/>
              <a:gd name="T15" fmla="*/ 2147483646 h 82"/>
              <a:gd name="T16" fmla="*/ 2147483646 w 82"/>
              <a:gd name="T17" fmla="*/ 2147483646 h 82"/>
              <a:gd name="T18" fmla="*/ 2147483646 w 82"/>
              <a:gd name="T19" fmla="*/ 2147483646 h 82"/>
              <a:gd name="T20" fmla="*/ 2147483646 w 82"/>
              <a:gd name="T21" fmla="*/ 2147483646 h 82"/>
              <a:gd name="T22" fmla="*/ 2147483646 w 82"/>
              <a:gd name="T23" fmla="*/ 2147483646 h 82"/>
              <a:gd name="T24" fmla="*/ 2147483646 w 82"/>
              <a:gd name="T25" fmla="*/ 2147483646 h 82"/>
              <a:gd name="T26" fmla="*/ 2147483646 w 82"/>
              <a:gd name="T27" fmla="*/ 2147483646 h 82"/>
              <a:gd name="T28" fmla="*/ 2147483646 w 82"/>
              <a:gd name="T29" fmla="*/ 2147483646 h 82"/>
              <a:gd name="T30" fmla="*/ 2147483646 w 82"/>
              <a:gd name="T31" fmla="*/ 2147483646 h 82"/>
              <a:gd name="T32" fmla="*/ 2147483646 w 82"/>
              <a:gd name="T33" fmla="*/ 2147483646 h 82"/>
              <a:gd name="T34" fmla="*/ 2147483646 w 82"/>
              <a:gd name="T35" fmla="*/ 2147483646 h 82"/>
              <a:gd name="T36" fmla="*/ 2147483646 w 82"/>
              <a:gd name="T37" fmla="*/ 2147483646 h 82"/>
              <a:gd name="T38" fmla="*/ 2147483646 w 82"/>
              <a:gd name="T39" fmla="*/ 2147483646 h 82"/>
              <a:gd name="T40" fmla="*/ 2147483646 w 82"/>
              <a:gd name="T41" fmla="*/ 2147483646 h 82"/>
              <a:gd name="T42" fmla="*/ 2147483646 w 82"/>
              <a:gd name="T43" fmla="*/ 2147483646 h 82"/>
              <a:gd name="T44" fmla="*/ 2147483646 w 82"/>
              <a:gd name="T45" fmla="*/ 2147483646 h 82"/>
              <a:gd name="T46" fmla="*/ 2147483646 w 82"/>
              <a:gd name="T47" fmla="*/ 2147483646 h 82"/>
              <a:gd name="T48" fmla="*/ 2147483646 w 82"/>
              <a:gd name="T49" fmla="*/ 2147483646 h 82"/>
              <a:gd name="T50" fmla="*/ 2147483646 w 82"/>
              <a:gd name="T51" fmla="*/ 2147483646 h 82"/>
              <a:gd name="T52" fmla="*/ 2147483646 w 82"/>
              <a:gd name="T53" fmla="*/ 2147483646 h 82"/>
              <a:gd name="T54" fmla="*/ 2147483646 w 82"/>
              <a:gd name="T55" fmla="*/ 2147483646 h 82"/>
              <a:gd name="T56" fmla="*/ 2147483646 w 82"/>
              <a:gd name="T57" fmla="*/ 2147483646 h 82"/>
              <a:gd name="T58" fmla="*/ 2147483646 w 82"/>
              <a:gd name="T59" fmla="*/ 2147483646 h 82"/>
              <a:gd name="T60" fmla="*/ 2147483646 w 82"/>
              <a:gd name="T61" fmla="*/ 2147483646 h 82"/>
              <a:gd name="T62" fmla="*/ 2147483646 w 82"/>
              <a:gd name="T63" fmla="*/ 2147483646 h 82"/>
              <a:gd name="T64" fmla="*/ 2147483646 w 82"/>
              <a:gd name="T65" fmla="*/ 2147483646 h 82"/>
              <a:gd name="T66" fmla="*/ 2147483646 w 82"/>
              <a:gd name="T67" fmla="*/ 2147483646 h 82"/>
              <a:gd name="T68" fmla="*/ 2147483646 w 82"/>
              <a:gd name="T69" fmla="*/ 2147483646 h 82"/>
              <a:gd name="T70" fmla="*/ 0 w 82"/>
              <a:gd name="T71" fmla="*/ 2147483646 h 82"/>
              <a:gd name="T72" fmla="*/ 0 w 82"/>
              <a:gd name="T73" fmla="*/ 2147483646 h 82"/>
              <a:gd name="T74" fmla="*/ 0 w 82"/>
              <a:gd name="T75" fmla="*/ 2147483646 h 82"/>
              <a:gd name="T76" fmla="*/ 2147483646 w 82"/>
              <a:gd name="T77" fmla="*/ 2147483646 h 82"/>
              <a:gd name="T78" fmla="*/ 2147483646 w 82"/>
              <a:gd name="T79" fmla="*/ 2147483646 h 82"/>
              <a:gd name="T80" fmla="*/ 2147483646 w 82"/>
              <a:gd name="T81" fmla="*/ 2147483646 h 82"/>
              <a:gd name="T82" fmla="*/ 2147483646 w 82"/>
              <a:gd name="T83" fmla="*/ 0 h 82"/>
              <a:gd name="T84" fmla="*/ 2147483646 w 82"/>
              <a:gd name="T85" fmla="*/ 0 h 82"/>
              <a:gd name="T86" fmla="*/ 2147483646 w 82"/>
              <a:gd name="T87" fmla="*/ 0 h 82"/>
              <a:gd name="T88" fmla="*/ 2147483646 w 82"/>
              <a:gd name="T89" fmla="*/ 2147483646 h 82"/>
              <a:gd name="T90" fmla="*/ 2147483646 w 82"/>
              <a:gd name="T91" fmla="*/ 2147483646 h 82"/>
              <a:gd name="T92" fmla="*/ 2147483646 w 82"/>
              <a:gd name="T93" fmla="*/ 2147483646 h 82"/>
              <a:gd name="T94" fmla="*/ 2147483646 w 82"/>
              <a:gd name="T95" fmla="*/ 2147483646 h 82"/>
              <a:gd name="T96" fmla="*/ 2147483646 w 82"/>
              <a:gd name="T97" fmla="*/ 2147483646 h 8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82"/>
              <a:gd name="T148" fmla="*/ 0 h 82"/>
              <a:gd name="T149" fmla="*/ 82 w 82"/>
              <a:gd name="T150" fmla="*/ 82 h 8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82" h="82">
                <a:moveTo>
                  <a:pt x="75" y="41"/>
                </a:moveTo>
                <a:lnTo>
                  <a:pt x="63" y="11"/>
                </a:lnTo>
                <a:lnTo>
                  <a:pt x="63" y="17"/>
                </a:lnTo>
                <a:lnTo>
                  <a:pt x="38" y="5"/>
                </a:lnTo>
                <a:lnTo>
                  <a:pt x="13" y="17"/>
                </a:lnTo>
                <a:lnTo>
                  <a:pt x="19" y="11"/>
                </a:lnTo>
                <a:lnTo>
                  <a:pt x="6" y="41"/>
                </a:lnTo>
                <a:lnTo>
                  <a:pt x="19" y="64"/>
                </a:lnTo>
                <a:lnTo>
                  <a:pt x="13" y="64"/>
                </a:lnTo>
                <a:lnTo>
                  <a:pt x="38" y="76"/>
                </a:lnTo>
                <a:lnTo>
                  <a:pt x="63" y="64"/>
                </a:lnTo>
                <a:lnTo>
                  <a:pt x="75" y="41"/>
                </a:lnTo>
                <a:lnTo>
                  <a:pt x="82" y="41"/>
                </a:lnTo>
                <a:lnTo>
                  <a:pt x="69" y="64"/>
                </a:lnTo>
                <a:lnTo>
                  <a:pt x="63" y="70"/>
                </a:lnTo>
                <a:lnTo>
                  <a:pt x="38" y="82"/>
                </a:lnTo>
                <a:lnTo>
                  <a:pt x="13" y="70"/>
                </a:lnTo>
                <a:lnTo>
                  <a:pt x="13" y="64"/>
                </a:lnTo>
                <a:lnTo>
                  <a:pt x="0" y="41"/>
                </a:lnTo>
                <a:lnTo>
                  <a:pt x="13" y="11"/>
                </a:lnTo>
                <a:lnTo>
                  <a:pt x="38" y="0"/>
                </a:lnTo>
                <a:lnTo>
                  <a:pt x="63" y="11"/>
                </a:lnTo>
                <a:lnTo>
                  <a:pt x="69" y="11"/>
                </a:lnTo>
                <a:lnTo>
                  <a:pt x="82" y="41"/>
                </a:lnTo>
                <a:lnTo>
                  <a:pt x="75" y="41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899" name="Freeform 27">
            <a:extLst>
              <a:ext uri="{FF2B5EF4-FFF2-40B4-BE49-F238E27FC236}">
                <a16:creationId xmlns:a16="http://schemas.microsoft.com/office/drawing/2014/main" id="{95EEF2E7-0FF6-C2C3-C8B1-B56B567D9C93}"/>
              </a:ext>
            </a:extLst>
          </p:cNvPr>
          <p:cNvSpPr>
            <a:spLocks/>
          </p:cNvSpPr>
          <p:nvPr/>
        </p:nvSpPr>
        <p:spPr bwMode="auto">
          <a:xfrm>
            <a:off x="6386513" y="3059114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00" name="Freeform 28">
            <a:extLst>
              <a:ext uri="{FF2B5EF4-FFF2-40B4-BE49-F238E27FC236}">
                <a16:creationId xmlns:a16="http://schemas.microsoft.com/office/drawing/2014/main" id="{D8161523-8DC2-E874-B64C-92D5D1F138A8}"/>
              </a:ext>
            </a:extLst>
          </p:cNvPr>
          <p:cNvSpPr>
            <a:spLocks/>
          </p:cNvSpPr>
          <p:nvPr/>
        </p:nvSpPr>
        <p:spPr bwMode="auto">
          <a:xfrm>
            <a:off x="6267451" y="1516064"/>
            <a:ext cx="119063" cy="122237"/>
          </a:xfrm>
          <a:custGeom>
            <a:avLst/>
            <a:gdLst>
              <a:gd name="T0" fmla="*/ 2147483646 w 75"/>
              <a:gd name="T1" fmla="*/ 2147483646 h 77"/>
              <a:gd name="T2" fmla="*/ 2147483646 w 75"/>
              <a:gd name="T3" fmla="*/ 2147483646 h 77"/>
              <a:gd name="T4" fmla="*/ 2147483646 w 75"/>
              <a:gd name="T5" fmla="*/ 0 h 77"/>
              <a:gd name="T6" fmla="*/ 2147483646 w 75"/>
              <a:gd name="T7" fmla="*/ 2147483646 h 77"/>
              <a:gd name="T8" fmla="*/ 0 w 75"/>
              <a:gd name="T9" fmla="*/ 2147483646 h 77"/>
              <a:gd name="T10" fmla="*/ 2147483646 w 75"/>
              <a:gd name="T11" fmla="*/ 2147483646 h 77"/>
              <a:gd name="T12" fmla="*/ 2147483646 w 75"/>
              <a:gd name="T13" fmla="*/ 2147483646 h 77"/>
              <a:gd name="T14" fmla="*/ 2147483646 w 75"/>
              <a:gd name="T15" fmla="*/ 2147483646 h 77"/>
              <a:gd name="T16" fmla="*/ 2147483646 w 75"/>
              <a:gd name="T17" fmla="*/ 2147483646 h 77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75"/>
              <a:gd name="T28" fmla="*/ 0 h 77"/>
              <a:gd name="T29" fmla="*/ 75 w 75"/>
              <a:gd name="T30" fmla="*/ 77 h 77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75" h="77">
                <a:moveTo>
                  <a:pt x="75" y="36"/>
                </a:moveTo>
                <a:lnTo>
                  <a:pt x="63" y="12"/>
                </a:lnTo>
                <a:lnTo>
                  <a:pt x="38" y="0"/>
                </a:lnTo>
                <a:lnTo>
                  <a:pt x="13" y="12"/>
                </a:lnTo>
                <a:lnTo>
                  <a:pt x="0" y="36"/>
                </a:lnTo>
                <a:lnTo>
                  <a:pt x="13" y="65"/>
                </a:lnTo>
                <a:lnTo>
                  <a:pt x="38" y="77"/>
                </a:lnTo>
                <a:lnTo>
                  <a:pt x="63" y="65"/>
                </a:lnTo>
                <a:lnTo>
                  <a:pt x="75" y="3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01" name="Freeform 29">
            <a:extLst>
              <a:ext uri="{FF2B5EF4-FFF2-40B4-BE49-F238E27FC236}">
                <a16:creationId xmlns:a16="http://schemas.microsoft.com/office/drawing/2014/main" id="{E8DF85A3-E834-B260-418E-AE5B7532754F}"/>
              </a:ext>
            </a:extLst>
          </p:cNvPr>
          <p:cNvSpPr>
            <a:spLocks/>
          </p:cNvSpPr>
          <p:nvPr/>
        </p:nvSpPr>
        <p:spPr bwMode="auto">
          <a:xfrm>
            <a:off x="6257925" y="1508125"/>
            <a:ext cx="139700" cy="139700"/>
          </a:xfrm>
          <a:custGeom>
            <a:avLst/>
            <a:gdLst>
              <a:gd name="T0" fmla="*/ 2147483646 w 88"/>
              <a:gd name="T1" fmla="*/ 2147483646 h 88"/>
              <a:gd name="T2" fmla="*/ 2147483646 w 88"/>
              <a:gd name="T3" fmla="*/ 2147483646 h 88"/>
              <a:gd name="T4" fmla="*/ 2147483646 w 88"/>
              <a:gd name="T5" fmla="*/ 2147483646 h 88"/>
              <a:gd name="T6" fmla="*/ 2147483646 w 88"/>
              <a:gd name="T7" fmla="*/ 2147483646 h 88"/>
              <a:gd name="T8" fmla="*/ 2147483646 w 88"/>
              <a:gd name="T9" fmla="*/ 2147483646 h 88"/>
              <a:gd name="T10" fmla="*/ 2147483646 w 88"/>
              <a:gd name="T11" fmla="*/ 2147483646 h 88"/>
              <a:gd name="T12" fmla="*/ 2147483646 w 88"/>
              <a:gd name="T13" fmla="*/ 2147483646 h 88"/>
              <a:gd name="T14" fmla="*/ 2147483646 w 88"/>
              <a:gd name="T15" fmla="*/ 2147483646 h 88"/>
              <a:gd name="T16" fmla="*/ 2147483646 w 88"/>
              <a:gd name="T17" fmla="*/ 2147483646 h 88"/>
              <a:gd name="T18" fmla="*/ 2147483646 w 88"/>
              <a:gd name="T19" fmla="*/ 2147483646 h 88"/>
              <a:gd name="T20" fmla="*/ 2147483646 w 88"/>
              <a:gd name="T21" fmla="*/ 2147483646 h 88"/>
              <a:gd name="T22" fmla="*/ 2147483646 w 88"/>
              <a:gd name="T23" fmla="*/ 2147483646 h 88"/>
              <a:gd name="T24" fmla="*/ 2147483646 w 88"/>
              <a:gd name="T25" fmla="*/ 2147483646 h 88"/>
              <a:gd name="T26" fmla="*/ 2147483646 w 88"/>
              <a:gd name="T27" fmla="*/ 2147483646 h 88"/>
              <a:gd name="T28" fmla="*/ 2147483646 w 88"/>
              <a:gd name="T29" fmla="*/ 2147483646 h 88"/>
              <a:gd name="T30" fmla="*/ 2147483646 w 88"/>
              <a:gd name="T31" fmla="*/ 2147483646 h 88"/>
              <a:gd name="T32" fmla="*/ 2147483646 w 88"/>
              <a:gd name="T33" fmla="*/ 2147483646 h 88"/>
              <a:gd name="T34" fmla="*/ 2147483646 w 88"/>
              <a:gd name="T35" fmla="*/ 2147483646 h 88"/>
              <a:gd name="T36" fmla="*/ 2147483646 w 88"/>
              <a:gd name="T37" fmla="*/ 2147483646 h 88"/>
              <a:gd name="T38" fmla="*/ 2147483646 w 88"/>
              <a:gd name="T39" fmla="*/ 2147483646 h 88"/>
              <a:gd name="T40" fmla="*/ 2147483646 w 88"/>
              <a:gd name="T41" fmla="*/ 2147483646 h 88"/>
              <a:gd name="T42" fmla="*/ 2147483646 w 88"/>
              <a:gd name="T43" fmla="*/ 2147483646 h 88"/>
              <a:gd name="T44" fmla="*/ 2147483646 w 88"/>
              <a:gd name="T45" fmla="*/ 2147483646 h 88"/>
              <a:gd name="T46" fmla="*/ 2147483646 w 88"/>
              <a:gd name="T47" fmla="*/ 2147483646 h 88"/>
              <a:gd name="T48" fmla="*/ 2147483646 w 88"/>
              <a:gd name="T49" fmla="*/ 2147483646 h 88"/>
              <a:gd name="T50" fmla="*/ 2147483646 w 88"/>
              <a:gd name="T51" fmla="*/ 2147483646 h 88"/>
              <a:gd name="T52" fmla="*/ 2147483646 w 88"/>
              <a:gd name="T53" fmla="*/ 2147483646 h 88"/>
              <a:gd name="T54" fmla="*/ 2147483646 w 88"/>
              <a:gd name="T55" fmla="*/ 2147483646 h 88"/>
              <a:gd name="T56" fmla="*/ 2147483646 w 88"/>
              <a:gd name="T57" fmla="*/ 2147483646 h 88"/>
              <a:gd name="T58" fmla="*/ 2147483646 w 88"/>
              <a:gd name="T59" fmla="*/ 2147483646 h 88"/>
              <a:gd name="T60" fmla="*/ 2147483646 w 88"/>
              <a:gd name="T61" fmla="*/ 2147483646 h 88"/>
              <a:gd name="T62" fmla="*/ 2147483646 w 88"/>
              <a:gd name="T63" fmla="*/ 2147483646 h 88"/>
              <a:gd name="T64" fmla="*/ 2147483646 w 88"/>
              <a:gd name="T65" fmla="*/ 2147483646 h 88"/>
              <a:gd name="T66" fmla="*/ 2147483646 w 88"/>
              <a:gd name="T67" fmla="*/ 2147483646 h 88"/>
              <a:gd name="T68" fmla="*/ 2147483646 w 88"/>
              <a:gd name="T69" fmla="*/ 2147483646 h 88"/>
              <a:gd name="T70" fmla="*/ 0 w 88"/>
              <a:gd name="T71" fmla="*/ 2147483646 h 88"/>
              <a:gd name="T72" fmla="*/ 0 w 88"/>
              <a:gd name="T73" fmla="*/ 2147483646 h 88"/>
              <a:gd name="T74" fmla="*/ 0 w 88"/>
              <a:gd name="T75" fmla="*/ 2147483646 h 88"/>
              <a:gd name="T76" fmla="*/ 2147483646 w 88"/>
              <a:gd name="T77" fmla="*/ 2147483646 h 88"/>
              <a:gd name="T78" fmla="*/ 2147483646 w 88"/>
              <a:gd name="T79" fmla="*/ 2147483646 h 88"/>
              <a:gd name="T80" fmla="*/ 2147483646 w 88"/>
              <a:gd name="T81" fmla="*/ 2147483646 h 88"/>
              <a:gd name="T82" fmla="*/ 2147483646 w 88"/>
              <a:gd name="T83" fmla="*/ 0 h 88"/>
              <a:gd name="T84" fmla="*/ 2147483646 w 88"/>
              <a:gd name="T85" fmla="*/ 0 h 88"/>
              <a:gd name="T86" fmla="*/ 2147483646 w 88"/>
              <a:gd name="T87" fmla="*/ 0 h 88"/>
              <a:gd name="T88" fmla="*/ 2147483646 w 88"/>
              <a:gd name="T89" fmla="*/ 2147483646 h 88"/>
              <a:gd name="T90" fmla="*/ 2147483646 w 88"/>
              <a:gd name="T91" fmla="*/ 2147483646 h 88"/>
              <a:gd name="T92" fmla="*/ 2147483646 w 88"/>
              <a:gd name="T93" fmla="*/ 2147483646 h 88"/>
              <a:gd name="T94" fmla="*/ 2147483646 w 88"/>
              <a:gd name="T95" fmla="*/ 2147483646 h 88"/>
              <a:gd name="T96" fmla="*/ 2147483646 w 88"/>
              <a:gd name="T97" fmla="*/ 2147483646 h 88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88"/>
              <a:gd name="T148" fmla="*/ 0 h 88"/>
              <a:gd name="T149" fmla="*/ 88 w 88"/>
              <a:gd name="T150" fmla="*/ 88 h 88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88" h="88">
                <a:moveTo>
                  <a:pt x="75" y="47"/>
                </a:moveTo>
                <a:lnTo>
                  <a:pt x="63" y="23"/>
                </a:lnTo>
                <a:lnTo>
                  <a:pt x="69" y="23"/>
                </a:lnTo>
                <a:lnTo>
                  <a:pt x="44" y="11"/>
                </a:lnTo>
                <a:lnTo>
                  <a:pt x="50" y="11"/>
                </a:lnTo>
                <a:lnTo>
                  <a:pt x="25" y="23"/>
                </a:lnTo>
                <a:lnTo>
                  <a:pt x="12" y="47"/>
                </a:lnTo>
                <a:lnTo>
                  <a:pt x="12" y="41"/>
                </a:lnTo>
                <a:lnTo>
                  <a:pt x="25" y="70"/>
                </a:lnTo>
                <a:lnTo>
                  <a:pt x="25" y="64"/>
                </a:lnTo>
                <a:lnTo>
                  <a:pt x="50" y="76"/>
                </a:lnTo>
                <a:lnTo>
                  <a:pt x="44" y="76"/>
                </a:lnTo>
                <a:lnTo>
                  <a:pt x="69" y="64"/>
                </a:lnTo>
                <a:lnTo>
                  <a:pt x="63" y="70"/>
                </a:lnTo>
                <a:lnTo>
                  <a:pt x="75" y="41"/>
                </a:lnTo>
                <a:lnTo>
                  <a:pt x="88" y="47"/>
                </a:lnTo>
                <a:lnTo>
                  <a:pt x="75" y="76"/>
                </a:lnTo>
                <a:lnTo>
                  <a:pt x="50" y="88"/>
                </a:lnTo>
                <a:lnTo>
                  <a:pt x="44" y="88"/>
                </a:lnTo>
                <a:lnTo>
                  <a:pt x="19" y="76"/>
                </a:lnTo>
                <a:lnTo>
                  <a:pt x="12" y="76"/>
                </a:lnTo>
                <a:lnTo>
                  <a:pt x="0" y="47"/>
                </a:lnTo>
                <a:lnTo>
                  <a:pt x="0" y="41"/>
                </a:lnTo>
                <a:lnTo>
                  <a:pt x="12" y="17"/>
                </a:lnTo>
                <a:lnTo>
                  <a:pt x="19" y="11"/>
                </a:lnTo>
                <a:lnTo>
                  <a:pt x="44" y="0"/>
                </a:lnTo>
                <a:lnTo>
                  <a:pt x="50" y="0"/>
                </a:lnTo>
                <a:lnTo>
                  <a:pt x="75" y="11"/>
                </a:lnTo>
                <a:lnTo>
                  <a:pt x="75" y="17"/>
                </a:lnTo>
                <a:lnTo>
                  <a:pt x="88" y="41"/>
                </a:lnTo>
                <a:lnTo>
                  <a:pt x="75" y="4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02" name="Freeform 30">
            <a:extLst>
              <a:ext uri="{FF2B5EF4-FFF2-40B4-BE49-F238E27FC236}">
                <a16:creationId xmlns:a16="http://schemas.microsoft.com/office/drawing/2014/main" id="{25B5D915-FCE0-DF83-1FD7-33C22B8F086B}"/>
              </a:ext>
            </a:extLst>
          </p:cNvPr>
          <p:cNvSpPr>
            <a:spLocks/>
          </p:cNvSpPr>
          <p:nvPr/>
        </p:nvSpPr>
        <p:spPr bwMode="auto">
          <a:xfrm>
            <a:off x="6376989" y="1573214"/>
            <a:ext cx="20637" cy="9525"/>
          </a:xfrm>
          <a:custGeom>
            <a:avLst/>
            <a:gdLst>
              <a:gd name="T0" fmla="*/ 0 w 13"/>
              <a:gd name="T1" fmla="*/ 0 h 6"/>
              <a:gd name="T2" fmla="*/ 0 w 13"/>
              <a:gd name="T3" fmla="*/ 0 h 6"/>
              <a:gd name="T4" fmla="*/ 0 w 13"/>
              <a:gd name="T5" fmla="*/ 2147483646 h 6"/>
              <a:gd name="T6" fmla="*/ 2147483646 w 13"/>
              <a:gd name="T7" fmla="*/ 0 h 6"/>
              <a:gd name="T8" fmla="*/ 2147483646 w 13"/>
              <a:gd name="T9" fmla="*/ 2147483646 h 6"/>
              <a:gd name="T10" fmla="*/ 2147483646 w 13"/>
              <a:gd name="T11" fmla="*/ 2147483646 h 6"/>
              <a:gd name="T12" fmla="*/ 0 w 13"/>
              <a:gd name="T13" fmla="*/ 0 h 6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3"/>
              <a:gd name="T22" fmla="*/ 0 h 6"/>
              <a:gd name="T23" fmla="*/ 13 w 13"/>
              <a:gd name="T24" fmla="*/ 6 h 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3" h="6">
                <a:moveTo>
                  <a:pt x="0" y="0"/>
                </a:moveTo>
                <a:lnTo>
                  <a:pt x="0" y="0"/>
                </a:lnTo>
                <a:lnTo>
                  <a:pt x="0" y="6"/>
                </a:lnTo>
                <a:lnTo>
                  <a:pt x="13" y="0"/>
                </a:lnTo>
                <a:lnTo>
                  <a:pt x="13" y="6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03" name="Rectangle 31">
            <a:extLst>
              <a:ext uri="{FF2B5EF4-FFF2-40B4-BE49-F238E27FC236}">
                <a16:creationId xmlns:a16="http://schemas.microsoft.com/office/drawing/2014/main" id="{2AD1E591-930E-9F15-2D72-4EAAE86B78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7776" y="1797051"/>
            <a:ext cx="9525" cy="9525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04" name="Freeform 32">
            <a:extLst>
              <a:ext uri="{FF2B5EF4-FFF2-40B4-BE49-F238E27FC236}">
                <a16:creationId xmlns:a16="http://schemas.microsoft.com/office/drawing/2014/main" id="{C2908C35-6A33-9B6C-B3F4-73F8DCFF288B}"/>
              </a:ext>
            </a:extLst>
          </p:cNvPr>
          <p:cNvSpPr>
            <a:spLocks/>
          </p:cNvSpPr>
          <p:nvPr/>
        </p:nvSpPr>
        <p:spPr bwMode="auto">
          <a:xfrm>
            <a:off x="6297614" y="1722438"/>
            <a:ext cx="60325" cy="93662"/>
          </a:xfrm>
          <a:custGeom>
            <a:avLst/>
            <a:gdLst>
              <a:gd name="T0" fmla="*/ 2147483646 w 38"/>
              <a:gd name="T1" fmla="*/ 2147483646 h 59"/>
              <a:gd name="T2" fmla="*/ 0 w 38"/>
              <a:gd name="T3" fmla="*/ 2147483646 h 59"/>
              <a:gd name="T4" fmla="*/ 0 w 38"/>
              <a:gd name="T5" fmla="*/ 2147483646 h 59"/>
              <a:gd name="T6" fmla="*/ 0 w 38"/>
              <a:gd name="T7" fmla="*/ 2147483646 h 59"/>
              <a:gd name="T8" fmla="*/ 2147483646 w 38"/>
              <a:gd name="T9" fmla="*/ 0 h 59"/>
              <a:gd name="T10" fmla="*/ 2147483646 w 38"/>
              <a:gd name="T11" fmla="*/ 0 h 59"/>
              <a:gd name="T12" fmla="*/ 2147483646 w 38"/>
              <a:gd name="T13" fmla="*/ 0 h 59"/>
              <a:gd name="T14" fmla="*/ 2147483646 w 38"/>
              <a:gd name="T15" fmla="*/ 2147483646 h 59"/>
              <a:gd name="T16" fmla="*/ 2147483646 w 38"/>
              <a:gd name="T17" fmla="*/ 2147483646 h 59"/>
              <a:gd name="T18" fmla="*/ 2147483646 w 38"/>
              <a:gd name="T19" fmla="*/ 2147483646 h 59"/>
              <a:gd name="T20" fmla="*/ 2147483646 w 38"/>
              <a:gd name="T21" fmla="*/ 2147483646 h 59"/>
              <a:gd name="T22" fmla="*/ 2147483646 w 38"/>
              <a:gd name="T23" fmla="*/ 0 h 59"/>
              <a:gd name="T24" fmla="*/ 2147483646 w 38"/>
              <a:gd name="T25" fmla="*/ 0 h 59"/>
              <a:gd name="T26" fmla="*/ 2147483646 w 38"/>
              <a:gd name="T27" fmla="*/ 0 h 59"/>
              <a:gd name="T28" fmla="*/ 2147483646 w 38"/>
              <a:gd name="T29" fmla="*/ 2147483646 h 59"/>
              <a:gd name="T30" fmla="*/ 0 w 38"/>
              <a:gd name="T31" fmla="*/ 2147483646 h 59"/>
              <a:gd name="T32" fmla="*/ 0 w 38"/>
              <a:gd name="T33" fmla="*/ 2147483646 h 59"/>
              <a:gd name="T34" fmla="*/ 2147483646 w 38"/>
              <a:gd name="T35" fmla="*/ 2147483646 h 59"/>
              <a:gd name="T36" fmla="*/ 2147483646 w 38"/>
              <a:gd name="T37" fmla="*/ 2147483646 h 59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38"/>
              <a:gd name="T58" fmla="*/ 0 h 59"/>
              <a:gd name="T59" fmla="*/ 38 w 38"/>
              <a:gd name="T60" fmla="*/ 59 h 59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38" h="59">
                <a:moveTo>
                  <a:pt x="19" y="47"/>
                </a:moveTo>
                <a:lnTo>
                  <a:pt x="0" y="53"/>
                </a:lnTo>
                <a:lnTo>
                  <a:pt x="19" y="0"/>
                </a:lnTo>
                <a:lnTo>
                  <a:pt x="25" y="0"/>
                </a:lnTo>
                <a:lnTo>
                  <a:pt x="38" y="53"/>
                </a:lnTo>
                <a:lnTo>
                  <a:pt x="38" y="59"/>
                </a:lnTo>
                <a:lnTo>
                  <a:pt x="31" y="53"/>
                </a:lnTo>
                <a:lnTo>
                  <a:pt x="19" y="0"/>
                </a:lnTo>
                <a:lnTo>
                  <a:pt x="25" y="0"/>
                </a:lnTo>
                <a:lnTo>
                  <a:pt x="6" y="53"/>
                </a:lnTo>
                <a:lnTo>
                  <a:pt x="0" y="53"/>
                </a:lnTo>
                <a:lnTo>
                  <a:pt x="0" y="47"/>
                </a:lnTo>
                <a:lnTo>
                  <a:pt x="19" y="41"/>
                </a:lnTo>
                <a:lnTo>
                  <a:pt x="19" y="4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05" name="Freeform 33">
            <a:extLst>
              <a:ext uri="{FF2B5EF4-FFF2-40B4-BE49-F238E27FC236}">
                <a16:creationId xmlns:a16="http://schemas.microsoft.com/office/drawing/2014/main" id="{EA703116-1999-60B1-52E8-B9E6A2099AE1}"/>
              </a:ext>
            </a:extLst>
          </p:cNvPr>
          <p:cNvSpPr>
            <a:spLocks/>
          </p:cNvSpPr>
          <p:nvPr/>
        </p:nvSpPr>
        <p:spPr bwMode="auto">
          <a:xfrm>
            <a:off x="6327775" y="1787525"/>
            <a:ext cx="19050" cy="19050"/>
          </a:xfrm>
          <a:custGeom>
            <a:avLst/>
            <a:gdLst>
              <a:gd name="T0" fmla="*/ 2147483646 w 12"/>
              <a:gd name="T1" fmla="*/ 2147483646 h 12"/>
              <a:gd name="T2" fmla="*/ 0 w 12"/>
              <a:gd name="T3" fmla="*/ 2147483646 h 12"/>
              <a:gd name="T4" fmla="*/ 0 w 12"/>
              <a:gd name="T5" fmla="*/ 0 h 12"/>
              <a:gd name="T6" fmla="*/ 0 w 12"/>
              <a:gd name="T7" fmla="*/ 0 h 12"/>
              <a:gd name="T8" fmla="*/ 0 w 12"/>
              <a:gd name="T9" fmla="*/ 0 h 12"/>
              <a:gd name="T10" fmla="*/ 2147483646 w 12"/>
              <a:gd name="T11" fmla="*/ 2147483646 h 12"/>
              <a:gd name="T12" fmla="*/ 2147483646 w 12"/>
              <a:gd name="T13" fmla="*/ 2147483646 h 1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2"/>
              <a:gd name="T22" fmla="*/ 0 h 12"/>
              <a:gd name="T23" fmla="*/ 12 w 12"/>
              <a:gd name="T24" fmla="*/ 12 h 1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2" h="12">
                <a:moveTo>
                  <a:pt x="12" y="12"/>
                </a:moveTo>
                <a:lnTo>
                  <a:pt x="0" y="6"/>
                </a:lnTo>
                <a:lnTo>
                  <a:pt x="0" y="0"/>
                </a:lnTo>
                <a:lnTo>
                  <a:pt x="12" y="6"/>
                </a:lnTo>
                <a:lnTo>
                  <a:pt x="12" y="12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06" name="Freeform 34">
            <a:extLst>
              <a:ext uri="{FF2B5EF4-FFF2-40B4-BE49-F238E27FC236}">
                <a16:creationId xmlns:a16="http://schemas.microsoft.com/office/drawing/2014/main" id="{E126A589-09C2-97AB-9CFC-78398848FC5B}"/>
              </a:ext>
            </a:extLst>
          </p:cNvPr>
          <p:cNvSpPr>
            <a:spLocks/>
          </p:cNvSpPr>
          <p:nvPr/>
        </p:nvSpPr>
        <p:spPr bwMode="auto">
          <a:xfrm>
            <a:off x="6297613" y="1722439"/>
            <a:ext cx="49212" cy="84137"/>
          </a:xfrm>
          <a:custGeom>
            <a:avLst/>
            <a:gdLst>
              <a:gd name="T0" fmla="*/ 2147483646 w 31"/>
              <a:gd name="T1" fmla="*/ 2147483646 h 53"/>
              <a:gd name="T2" fmla="*/ 0 w 31"/>
              <a:gd name="T3" fmla="*/ 2147483646 h 53"/>
              <a:gd name="T4" fmla="*/ 2147483646 w 31"/>
              <a:gd name="T5" fmla="*/ 0 h 53"/>
              <a:gd name="T6" fmla="*/ 2147483646 w 31"/>
              <a:gd name="T7" fmla="*/ 2147483646 h 53"/>
              <a:gd name="T8" fmla="*/ 2147483646 w 31"/>
              <a:gd name="T9" fmla="*/ 2147483646 h 5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1"/>
              <a:gd name="T16" fmla="*/ 0 h 53"/>
              <a:gd name="T17" fmla="*/ 31 w 31"/>
              <a:gd name="T18" fmla="*/ 53 h 5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1" h="53">
                <a:moveTo>
                  <a:pt x="19" y="47"/>
                </a:moveTo>
                <a:lnTo>
                  <a:pt x="0" y="53"/>
                </a:lnTo>
                <a:lnTo>
                  <a:pt x="19" y="0"/>
                </a:lnTo>
                <a:lnTo>
                  <a:pt x="31" y="53"/>
                </a:lnTo>
                <a:lnTo>
                  <a:pt x="19" y="4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07" name="Rectangle 35">
            <a:extLst>
              <a:ext uri="{FF2B5EF4-FFF2-40B4-BE49-F238E27FC236}">
                <a16:creationId xmlns:a16="http://schemas.microsoft.com/office/drawing/2014/main" id="{E5F25A36-8913-4395-2F39-548F48B8A3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7776" y="3011488"/>
            <a:ext cx="9525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08" name="Rectangle 36">
            <a:extLst>
              <a:ext uri="{FF2B5EF4-FFF2-40B4-BE49-F238E27FC236}">
                <a16:creationId xmlns:a16="http://schemas.microsoft.com/office/drawing/2014/main" id="{28555218-F5FA-D04C-A68F-27E2A8A5B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7776" y="1806575"/>
            <a:ext cx="9525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09" name="Rectangle 37">
            <a:extLst>
              <a:ext uri="{FF2B5EF4-FFF2-40B4-BE49-F238E27FC236}">
                <a16:creationId xmlns:a16="http://schemas.microsoft.com/office/drawing/2014/main" id="{6B3E24C0-3806-9FFC-62EC-1B34D59D60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7776" y="1806576"/>
            <a:ext cx="9525" cy="12049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10" name="Rectangle 38">
            <a:extLst>
              <a:ext uri="{FF2B5EF4-FFF2-40B4-BE49-F238E27FC236}">
                <a16:creationId xmlns:a16="http://schemas.microsoft.com/office/drawing/2014/main" id="{C6E8990D-CD78-FB73-6B7F-8BEC356247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6264" y="2751138"/>
            <a:ext cx="9525" cy="1016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11" name="Freeform 39">
            <a:extLst>
              <a:ext uri="{FF2B5EF4-FFF2-40B4-BE49-F238E27FC236}">
                <a16:creationId xmlns:a16="http://schemas.microsoft.com/office/drawing/2014/main" id="{D5793D68-8961-6DCD-4FD4-8DC8E1D5AD4D}"/>
              </a:ext>
            </a:extLst>
          </p:cNvPr>
          <p:cNvSpPr>
            <a:spLocks/>
          </p:cNvSpPr>
          <p:nvPr/>
        </p:nvSpPr>
        <p:spPr bwMode="auto">
          <a:xfrm>
            <a:off x="6926264" y="2759075"/>
            <a:ext cx="39687" cy="122238"/>
          </a:xfrm>
          <a:custGeom>
            <a:avLst/>
            <a:gdLst>
              <a:gd name="T0" fmla="*/ 2147483646 w 25"/>
              <a:gd name="T1" fmla="*/ 0 h 77"/>
              <a:gd name="T2" fmla="*/ 2147483646 w 25"/>
              <a:gd name="T3" fmla="*/ 0 h 77"/>
              <a:gd name="T4" fmla="*/ 0 w 25"/>
              <a:gd name="T5" fmla="*/ 2147483646 h 77"/>
              <a:gd name="T6" fmla="*/ 0 w 25"/>
              <a:gd name="T7" fmla="*/ 2147483646 h 77"/>
              <a:gd name="T8" fmla="*/ 2147483646 w 25"/>
              <a:gd name="T9" fmla="*/ 2147483646 h 77"/>
              <a:gd name="T10" fmla="*/ 2147483646 w 25"/>
              <a:gd name="T11" fmla="*/ 2147483646 h 77"/>
              <a:gd name="T12" fmla="*/ 2147483646 w 25"/>
              <a:gd name="T13" fmla="*/ 0 h 7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5"/>
              <a:gd name="T22" fmla="*/ 0 h 77"/>
              <a:gd name="T23" fmla="*/ 25 w 25"/>
              <a:gd name="T24" fmla="*/ 77 h 7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5" h="77">
                <a:moveTo>
                  <a:pt x="25" y="0"/>
                </a:moveTo>
                <a:lnTo>
                  <a:pt x="19" y="0"/>
                </a:lnTo>
                <a:lnTo>
                  <a:pt x="0" y="59"/>
                </a:lnTo>
                <a:lnTo>
                  <a:pt x="6" y="77"/>
                </a:lnTo>
                <a:lnTo>
                  <a:pt x="6" y="59"/>
                </a:lnTo>
                <a:lnTo>
                  <a:pt x="25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12" name="Freeform 40">
            <a:extLst>
              <a:ext uri="{FF2B5EF4-FFF2-40B4-BE49-F238E27FC236}">
                <a16:creationId xmlns:a16="http://schemas.microsoft.com/office/drawing/2014/main" id="{55BB4AA4-F1CB-A3F6-C5D0-870C5728B172}"/>
              </a:ext>
            </a:extLst>
          </p:cNvPr>
          <p:cNvSpPr>
            <a:spLocks/>
          </p:cNvSpPr>
          <p:nvPr/>
        </p:nvSpPr>
        <p:spPr bwMode="auto">
          <a:xfrm>
            <a:off x="6896100" y="2759076"/>
            <a:ext cx="39688" cy="93663"/>
          </a:xfrm>
          <a:custGeom>
            <a:avLst/>
            <a:gdLst>
              <a:gd name="T0" fmla="*/ 2147483646 w 25"/>
              <a:gd name="T1" fmla="*/ 2147483646 h 59"/>
              <a:gd name="T2" fmla="*/ 2147483646 w 25"/>
              <a:gd name="T3" fmla="*/ 2147483646 h 59"/>
              <a:gd name="T4" fmla="*/ 2147483646 w 25"/>
              <a:gd name="T5" fmla="*/ 0 h 59"/>
              <a:gd name="T6" fmla="*/ 0 w 25"/>
              <a:gd name="T7" fmla="*/ 0 h 59"/>
              <a:gd name="T8" fmla="*/ 2147483646 w 25"/>
              <a:gd name="T9" fmla="*/ 2147483646 h 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"/>
              <a:gd name="T16" fmla="*/ 0 h 59"/>
              <a:gd name="T17" fmla="*/ 25 w 25"/>
              <a:gd name="T18" fmla="*/ 59 h 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" h="59">
                <a:moveTo>
                  <a:pt x="19" y="59"/>
                </a:moveTo>
                <a:lnTo>
                  <a:pt x="25" y="59"/>
                </a:lnTo>
                <a:lnTo>
                  <a:pt x="6" y="0"/>
                </a:lnTo>
                <a:lnTo>
                  <a:pt x="0" y="0"/>
                </a:lnTo>
                <a:lnTo>
                  <a:pt x="19" y="59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13" name="Rectangle 41">
            <a:extLst>
              <a:ext uri="{FF2B5EF4-FFF2-40B4-BE49-F238E27FC236}">
                <a16:creationId xmlns:a16="http://schemas.microsoft.com/office/drawing/2014/main" id="{F154E2CE-AEA6-719D-2ADB-A96A171DA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5788" y="1797051"/>
            <a:ext cx="11112" cy="9366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14" name="Freeform 42">
            <a:extLst>
              <a:ext uri="{FF2B5EF4-FFF2-40B4-BE49-F238E27FC236}">
                <a16:creationId xmlns:a16="http://schemas.microsoft.com/office/drawing/2014/main" id="{6AFCE097-0A4D-3920-A81A-488B977AD6B4}"/>
              </a:ext>
            </a:extLst>
          </p:cNvPr>
          <p:cNvSpPr>
            <a:spLocks/>
          </p:cNvSpPr>
          <p:nvPr/>
        </p:nvSpPr>
        <p:spPr bwMode="auto">
          <a:xfrm>
            <a:off x="6905626" y="1768475"/>
            <a:ext cx="41275" cy="122238"/>
          </a:xfrm>
          <a:custGeom>
            <a:avLst/>
            <a:gdLst>
              <a:gd name="T0" fmla="*/ 0 w 26"/>
              <a:gd name="T1" fmla="*/ 2147483646 h 77"/>
              <a:gd name="T2" fmla="*/ 2147483646 w 26"/>
              <a:gd name="T3" fmla="*/ 2147483646 h 77"/>
              <a:gd name="T4" fmla="*/ 2147483646 w 26"/>
              <a:gd name="T5" fmla="*/ 2147483646 h 77"/>
              <a:gd name="T6" fmla="*/ 2147483646 w 26"/>
              <a:gd name="T7" fmla="*/ 2147483646 h 77"/>
              <a:gd name="T8" fmla="*/ 2147483646 w 26"/>
              <a:gd name="T9" fmla="*/ 0 h 77"/>
              <a:gd name="T10" fmla="*/ 2147483646 w 26"/>
              <a:gd name="T11" fmla="*/ 2147483646 h 77"/>
              <a:gd name="T12" fmla="*/ 0 w 26"/>
              <a:gd name="T13" fmla="*/ 2147483646 h 7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6"/>
              <a:gd name="T22" fmla="*/ 0 h 77"/>
              <a:gd name="T23" fmla="*/ 26 w 26"/>
              <a:gd name="T24" fmla="*/ 77 h 7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6" h="77">
                <a:moveTo>
                  <a:pt x="0" y="77"/>
                </a:moveTo>
                <a:lnTo>
                  <a:pt x="7" y="77"/>
                </a:lnTo>
                <a:lnTo>
                  <a:pt x="26" y="18"/>
                </a:lnTo>
                <a:lnTo>
                  <a:pt x="19" y="0"/>
                </a:lnTo>
                <a:lnTo>
                  <a:pt x="19" y="18"/>
                </a:lnTo>
                <a:lnTo>
                  <a:pt x="0" y="7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15" name="Freeform 43">
            <a:extLst>
              <a:ext uri="{FF2B5EF4-FFF2-40B4-BE49-F238E27FC236}">
                <a16:creationId xmlns:a16="http://schemas.microsoft.com/office/drawing/2014/main" id="{C7EA2143-56C9-35B2-3FD0-2AD1D8951A53}"/>
              </a:ext>
            </a:extLst>
          </p:cNvPr>
          <p:cNvSpPr>
            <a:spLocks/>
          </p:cNvSpPr>
          <p:nvPr/>
        </p:nvSpPr>
        <p:spPr bwMode="auto">
          <a:xfrm>
            <a:off x="6935789" y="1797051"/>
            <a:ext cx="39687" cy="93663"/>
          </a:xfrm>
          <a:custGeom>
            <a:avLst/>
            <a:gdLst>
              <a:gd name="T0" fmla="*/ 2147483646 w 25"/>
              <a:gd name="T1" fmla="*/ 0 h 59"/>
              <a:gd name="T2" fmla="*/ 0 w 25"/>
              <a:gd name="T3" fmla="*/ 0 h 59"/>
              <a:gd name="T4" fmla="*/ 2147483646 w 25"/>
              <a:gd name="T5" fmla="*/ 2147483646 h 59"/>
              <a:gd name="T6" fmla="*/ 2147483646 w 25"/>
              <a:gd name="T7" fmla="*/ 2147483646 h 59"/>
              <a:gd name="T8" fmla="*/ 2147483646 w 25"/>
              <a:gd name="T9" fmla="*/ 0 h 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"/>
              <a:gd name="T16" fmla="*/ 0 h 59"/>
              <a:gd name="T17" fmla="*/ 25 w 25"/>
              <a:gd name="T18" fmla="*/ 59 h 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" h="59">
                <a:moveTo>
                  <a:pt x="7" y="0"/>
                </a:moveTo>
                <a:lnTo>
                  <a:pt x="0" y="0"/>
                </a:lnTo>
                <a:lnTo>
                  <a:pt x="19" y="59"/>
                </a:lnTo>
                <a:lnTo>
                  <a:pt x="25" y="59"/>
                </a:lnTo>
                <a:lnTo>
                  <a:pt x="7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16" name="Rectangle 44">
            <a:extLst>
              <a:ext uri="{FF2B5EF4-FFF2-40B4-BE49-F238E27FC236}">
                <a16:creationId xmlns:a16="http://schemas.microsoft.com/office/drawing/2014/main" id="{9E111DA7-4747-194E-B9FE-694604808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5788" y="2751138"/>
            <a:ext cx="11112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17" name="Rectangle 45">
            <a:extLst>
              <a:ext uri="{FF2B5EF4-FFF2-40B4-BE49-F238E27FC236}">
                <a16:creationId xmlns:a16="http://schemas.microsoft.com/office/drawing/2014/main" id="{62138C0A-C5AF-8749-F085-FA9B9548BB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5788" y="1890713"/>
            <a:ext cx="11112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18" name="Rectangle 46">
            <a:extLst>
              <a:ext uri="{FF2B5EF4-FFF2-40B4-BE49-F238E27FC236}">
                <a16:creationId xmlns:a16="http://schemas.microsoft.com/office/drawing/2014/main" id="{11BEEE7A-3535-D9EF-936C-F20A0800C9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5788" y="1890714"/>
            <a:ext cx="11112" cy="860425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19" name="Rectangle 47">
            <a:extLst>
              <a:ext uri="{FF2B5EF4-FFF2-40B4-BE49-F238E27FC236}">
                <a16:creationId xmlns:a16="http://schemas.microsoft.com/office/drawing/2014/main" id="{6F898708-2DF3-B98F-289D-7E345042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1364" y="1881189"/>
            <a:ext cx="711733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>
                <a:solidFill>
                  <a:srgbClr val="000000"/>
                </a:solidFill>
                <a:latin typeface="PT Sans" panose="020B0503020203020204" pitchFamily="34" charset="0"/>
              </a:rPr>
              <a:t>photons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20" name="Rectangle 48">
            <a:extLst>
              <a:ext uri="{FF2B5EF4-FFF2-40B4-BE49-F238E27FC236}">
                <a16:creationId xmlns:a16="http://schemas.microsoft.com/office/drawing/2014/main" id="{2E3B9CB1-EE5E-8E9A-E7C5-053B7A1EE4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1451" y="2292351"/>
            <a:ext cx="148919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>
                <a:solidFill>
                  <a:srgbClr val="000000"/>
                </a:solidFill>
                <a:latin typeface="PT Sans" panose="020B0503020203020204" pitchFamily="34" charset="0"/>
              </a:rPr>
              <a:t>photon energy: h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21" name="Rectangle 49">
            <a:extLst>
              <a:ext uri="{FF2B5EF4-FFF2-40B4-BE49-F238E27FC236}">
                <a16:creationId xmlns:a16="http://schemas.microsoft.com/office/drawing/2014/main" id="{9294058F-02A0-E314-0409-6C7D6DE2F0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89563" y="2292351"/>
            <a:ext cx="91372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 i="1">
                <a:solidFill>
                  <a:srgbClr val="000000"/>
                </a:solidFill>
                <a:latin typeface="PT Sans" panose="020B0503020203020204" pitchFamily="34" charset="0"/>
              </a:rPr>
              <a:t>v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22" name="Rectangle 50">
            <a:extLst>
              <a:ext uri="{FF2B5EF4-FFF2-40B4-BE49-F238E27FC236}">
                <a16:creationId xmlns:a16="http://schemas.microsoft.com/office/drawing/2014/main" id="{60CDADEB-1A34-EF18-C6FE-A45286819A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9576" y="2292351"/>
            <a:ext cx="317395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>
                <a:solidFill>
                  <a:srgbClr val="000000"/>
                </a:solidFill>
                <a:latin typeface="PT Sans" panose="020B0503020203020204" pitchFamily="34" charset="0"/>
              </a:rPr>
              <a:t> &gt; </a:t>
            </a:r>
            <a:r>
              <a:rPr lang="en-US" altLang="en-US" sz="16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23" name="Rectangle 51">
            <a:extLst>
              <a:ext uri="{FF2B5EF4-FFF2-40B4-BE49-F238E27FC236}">
                <a16:creationId xmlns:a16="http://schemas.microsoft.com/office/drawing/2014/main" id="{DDDB6045-AF6E-8353-9620-7390F00E9B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38825" y="2366964"/>
            <a:ext cx="84960" cy="2000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300" i="1">
                <a:solidFill>
                  <a:srgbClr val="000000"/>
                </a:solidFill>
                <a:latin typeface="PT Sans" panose="020B0503020203020204" pitchFamily="34" charset="0"/>
              </a:rPr>
              <a:t>g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24" name="Rectangle 52">
            <a:extLst>
              <a:ext uri="{FF2B5EF4-FFF2-40B4-BE49-F238E27FC236}">
                <a16:creationId xmlns:a16="http://schemas.microsoft.com/office/drawing/2014/main" id="{DCB8DD9B-6AAC-1F98-2F86-432844337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4614" y="1582739"/>
            <a:ext cx="10419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 i="1">
              <a:latin typeface="PT Sans" panose="020B0503020203020204" pitchFamily="34" charset="0"/>
            </a:endParaRPr>
          </a:p>
        </p:txBody>
      </p:sp>
      <p:sp>
        <p:nvSpPr>
          <p:cNvPr id="37925" name="Rectangle 53">
            <a:extLst>
              <a:ext uri="{FF2B5EF4-FFF2-40B4-BE49-F238E27FC236}">
                <a16:creationId xmlns:a16="http://schemas.microsoft.com/office/drawing/2014/main" id="{8158AAA5-C5B5-3157-2562-8F980A45E7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24789" y="1666875"/>
            <a:ext cx="73025" cy="198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300" i="1">
                <a:solidFill>
                  <a:srgbClr val="000000"/>
                </a:solidFill>
                <a:latin typeface="PT Sans" panose="020B0503020203020204" pitchFamily="34" charset="0"/>
              </a:rPr>
              <a:t>c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26" name="Rectangle 54">
            <a:extLst>
              <a:ext uri="{FF2B5EF4-FFF2-40B4-BE49-F238E27FC236}">
                <a16:creationId xmlns:a16="http://schemas.microsoft.com/office/drawing/2014/main" id="{699D338E-88C2-8C06-0936-305864E7D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24776" y="2647951"/>
            <a:ext cx="10419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27" name="Rectangle 55">
            <a:extLst>
              <a:ext uri="{FF2B5EF4-FFF2-40B4-BE49-F238E27FC236}">
                <a16:creationId xmlns:a16="http://schemas.microsoft.com/office/drawing/2014/main" id="{A7B47010-21EF-6203-B3F2-9C45C2FD76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54951" y="2732089"/>
            <a:ext cx="73025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300" i="1">
                <a:solidFill>
                  <a:srgbClr val="000000"/>
                </a:solidFill>
                <a:latin typeface="PT Sans" panose="020B0503020203020204" pitchFamily="34" charset="0"/>
              </a:rPr>
              <a:t>v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28" name="Rectangle 56">
            <a:extLst>
              <a:ext uri="{FF2B5EF4-FFF2-40B4-BE49-F238E27FC236}">
                <a16:creationId xmlns:a16="http://schemas.microsoft.com/office/drawing/2014/main" id="{E56210CC-6F18-C260-E11F-5C41A8FAD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5651" y="2114551"/>
            <a:ext cx="10419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29" name="Rectangle 57">
            <a:extLst>
              <a:ext uri="{FF2B5EF4-FFF2-40B4-BE49-F238E27FC236}">
                <a16:creationId xmlns:a16="http://schemas.microsoft.com/office/drawing/2014/main" id="{F77A3938-1494-A3F3-AB8B-E07F05D5C6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26300" y="2189164"/>
            <a:ext cx="84960" cy="2000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300" i="1">
                <a:solidFill>
                  <a:srgbClr val="000000"/>
                </a:solidFill>
                <a:latin typeface="PT Sans" panose="020B0503020203020204" pitchFamily="34" charset="0"/>
              </a:rPr>
              <a:t>g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30" name="Rectangle 58">
            <a:extLst>
              <a:ext uri="{FF2B5EF4-FFF2-40B4-BE49-F238E27FC236}">
                <a16:creationId xmlns:a16="http://schemas.microsoft.com/office/drawing/2014/main" id="{C23811F7-9E90-193D-CD1E-8ACA852B4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9" y="1208089"/>
            <a:ext cx="722955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>
                <a:solidFill>
                  <a:srgbClr val="000000"/>
                </a:solidFill>
                <a:latin typeface="PT Sans" panose="020B0503020203020204" pitchFamily="34" charset="0"/>
              </a:rPr>
              <a:t>electron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31" name="Rectangle 59">
            <a:extLst>
              <a:ext uri="{FF2B5EF4-FFF2-40B4-BE49-F238E27FC236}">
                <a16:creationId xmlns:a16="http://schemas.microsoft.com/office/drawing/2014/main" id="{B247D91E-F274-5179-C890-46C0C13014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7738" y="3143250"/>
            <a:ext cx="173124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>
                <a:solidFill>
                  <a:srgbClr val="000000"/>
                </a:solidFill>
                <a:latin typeface="PT Sans" panose="020B0503020203020204" pitchFamily="34" charset="0"/>
              </a:rPr>
              <a:t>  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32" name="Rectangle 60">
            <a:extLst>
              <a:ext uri="{FF2B5EF4-FFF2-40B4-BE49-F238E27FC236}">
                <a16:creationId xmlns:a16="http://schemas.microsoft.com/office/drawing/2014/main" id="{B6344D10-C924-8D6B-99FC-8055DD69C0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8238" y="3162301"/>
            <a:ext cx="386324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>
                <a:solidFill>
                  <a:srgbClr val="000000"/>
                </a:solidFill>
                <a:latin typeface="PT Sans" panose="020B0503020203020204" pitchFamily="34" charset="0"/>
              </a:rPr>
              <a:t>hole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33" name="Rectangle 61">
            <a:extLst>
              <a:ext uri="{FF2B5EF4-FFF2-40B4-BE49-F238E27FC236}">
                <a16:creationId xmlns:a16="http://schemas.microsoft.com/office/drawing/2014/main" id="{013C5B61-3228-41F9-9C6B-AE774BA1A6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29213" y="2227264"/>
            <a:ext cx="11112" cy="9525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34" name="Freeform 62">
            <a:extLst>
              <a:ext uri="{FF2B5EF4-FFF2-40B4-BE49-F238E27FC236}">
                <a16:creationId xmlns:a16="http://schemas.microsoft.com/office/drawing/2014/main" id="{6FDE468F-FE96-C429-CFBD-31BF36F8C2EF}"/>
              </a:ext>
            </a:extLst>
          </p:cNvPr>
          <p:cNvSpPr>
            <a:spLocks/>
          </p:cNvSpPr>
          <p:nvPr/>
        </p:nvSpPr>
        <p:spPr bwMode="auto">
          <a:xfrm>
            <a:off x="5119689" y="2198688"/>
            <a:ext cx="109537" cy="57150"/>
          </a:xfrm>
          <a:custGeom>
            <a:avLst/>
            <a:gdLst>
              <a:gd name="T0" fmla="*/ 2147483646 w 69"/>
              <a:gd name="T1" fmla="*/ 2147483646 h 36"/>
              <a:gd name="T2" fmla="*/ 2147483646 w 69"/>
              <a:gd name="T3" fmla="*/ 0 h 36"/>
              <a:gd name="T4" fmla="*/ 2147483646 w 69"/>
              <a:gd name="T5" fmla="*/ 0 h 36"/>
              <a:gd name="T6" fmla="*/ 2147483646 w 69"/>
              <a:gd name="T7" fmla="*/ 0 h 36"/>
              <a:gd name="T8" fmla="*/ 2147483646 w 69"/>
              <a:gd name="T9" fmla="*/ 2147483646 h 36"/>
              <a:gd name="T10" fmla="*/ 2147483646 w 69"/>
              <a:gd name="T11" fmla="*/ 2147483646 h 36"/>
              <a:gd name="T12" fmla="*/ 2147483646 w 69"/>
              <a:gd name="T13" fmla="*/ 2147483646 h 36"/>
              <a:gd name="T14" fmla="*/ 2147483646 w 69"/>
              <a:gd name="T15" fmla="*/ 2147483646 h 36"/>
              <a:gd name="T16" fmla="*/ 0 w 69"/>
              <a:gd name="T17" fmla="*/ 2147483646 h 36"/>
              <a:gd name="T18" fmla="*/ 2147483646 w 69"/>
              <a:gd name="T19" fmla="*/ 2147483646 h 36"/>
              <a:gd name="T20" fmla="*/ 2147483646 w 69"/>
              <a:gd name="T21" fmla="*/ 2147483646 h 36"/>
              <a:gd name="T22" fmla="*/ 2147483646 w 69"/>
              <a:gd name="T23" fmla="*/ 2147483646 h 36"/>
              <a:gd name="T24" fmla="*/ 2147483646 w 69"/>
              <a:gd name="T25" fmla="*/ 2147483646 h 36"/>
              <a:gd name="T26" fmla="*/ 2147483646 w 69"/>
              <a:gd name="T27" fmla="*/ 2147483646 h 36"/>
              <a:gd name="T28" fmla="*/ 2147483646 w 69"/>
              <a:gd name="T29" fmla="*/ 2147483646 h 36"/>
              <a:gd name="T30" fmla="*/ 2147483646 w 69"/>
              <a:gd name="T31" fmla="*/ 0 h 36"/>
              <a:gd name="T32" fmla="*/ 2147483646 w 69"/>
              <a:gd name="T33" fmla="*/ 0 h 36"/>
              <a:gd name="T34" fmla="*/ 2147483646 w 69"/>
              <a:gd name="T35" fmla="*/ 2147483646 h 36"/>
              <a:gd name="T36" fmla="*/ 2147483646 w 69"/>
              <a:gd name="T37" fmla="*/ 2147483646 h 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69"/>
              <a:gd name="T58" fmla="*/ 0 h 36"/>
              <a:gd name="T59" fmla="*/ 69 w 69"/>
              <a:gd name="T60" fmla="*/ 36 h 36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69" h="36">
                <a:moveTo>
                  <a:pt x="13" y="18"/>
                </a:moveTo>
                <a:lnTo>
                  <a:pt x="6" y="0"/>
                </a:lnTo>
                <a:lnTo>
                  <a:pt x="69" y="18"/>
                </a:lnTo>
                <a:lnTo>
                  <a:pt x="69" y="24"/>
                </a:lnTo>
                <a:lnTo>
                  <a:pt x="6" y="36"/>
                </a:lnTo>
                <a:lnTo>
                  <a:pt x="0" y="36"/>
                </a:lnTo>
                <a:lnTo>
                  <a:pt x="6" y="30"/>
                </a:lnTo>
                <a:lnTo>
                  <a:pt x="69" y="18"/>
                </a:lnTo>
                <a:lnTo>
                  <a:pt x="69" y="24"/>
                </a:lnTo>
                <a:lnTo>
                  <a:pt x="6" y="6"/>
                </a:lnTo>
                <a:lnTo>
                  <a:pt x="6" y="0"/>
                </a:lnTo>
                <a:lnTo>
                  <a:pt x="13" y="0"/>
                </a:lnTo>
                <a:lnTo>
                  <a:pt x="19" y="18"/>
                </a:lnTo>
                <a:lnTo>
                  <a:pt x="13" y="1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35" name="Freeform 63">
            <a:extLst>
              <a:ext uri="{FF2B5EF4-FFF2-40B4-BE49-F238E27FC236}">
                <a16:creationId xmlns:a16="http://schemas.microsoft.com/office/drawing/2014/main" id="{810D4B79-DBA0-4A75-942C-11E2E85A8C6F}"/>
              </a:ext>
            </a:extLst>
          </p:cNvPr>
          <p:cNvSpPr>
            <a:spLocks/>
          </p:cNvSpPr>
          <p:nvPr/>
        </p:nvSpPr>
        <p:spPr bwMode="auto">
          <a:xfrm>
            <a:off x="5129214" y="2227263"/>
            <a:ext cx="20637" cy="19050"/>
          </a:xfrm>
          <a:custGeom>
            <a:avLst/>
            <a:gdLst>
              <a:gd name="T0" fmla="*/ 0 w 13"/>
              <a:gd name="T1" fmla="*/ 2147483646 h 12"/>
              <a:gd name="T2" fmla="*/ 2147483646 w 13"/>
              <a:gd name="T3" fmla="*/ 0 h 12"/>
              <a:gd name="T4" fmla="*/ 2147483646 w 13"/>
              <a:gd name="T5" fmla="*/ 0 h 12"/>
              <a:gd name="T6" fmla="*/ 2147483646 w 13"/>
              <a:gd name="T7" fmla="*/ 0 h 12"/>
              <a:gd name="T8" fmla="*/ 2147483646 w 13"/>
              <a:gd name="T9" fmla="*/ 0 h 12"/>
              <a:gd name="T10" fmla="*/ 2147483646 w 13"/>
              <a:gd name="T11" fmla="*/ 2147483646 h 12"/>
              <a:gd name="T12" fmla="*/ 0 w 13"/>
              <a:gd name="T13" fmla="*/ 2147483646 h 1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3"/>
              <a:gd name="T22" fmla="*/ 0 h 12"/>
              <a:gd name="T23" fmla="*/ 13 w 13"/>
              <a:gd name="T24" fmla="*/ 12 h 1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3" h="12">
                <a:moveTo>
                  <a:pt x="0" y="12"/>
                </a:moveTo>
                <a:lnTo>
                  <a:pt x="7" y="0"/>
                </a:lnTo>
                <a:lnTo>
                  <a:pt x="13" y="0"/>
                </a:lnTo>
                <a:lnTo>
                  <a:pt x="7" y="12"/>
                </a:lnTo>
                <a:lnTo>
                  <a:pt x="0" y="12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36" name="Freeform 64">
            <a:extLst>
              <a:ext uri="{FF2B5EF4-FFF2-40B4-BE49-F238E27FC236}">
                <a16:creationId xmlns:a16="http://schemas.microsoft.com/office/drawing/2014/main" id="{52336DD7-2DD4-5604-F19E-AD334F4DC836}"/>
              </a:ext>
            </a:extLst>
          </p:cNvPr>
          <p:cNvSpPr>
            <a:spLocks/>
          </p:cNvSpPr>
          <p:nvPr/>
        </p:nvSpPr>
        <p:spPr bwMode="auto">
          <a:xfrm>
            <a:off x="5129213" y="2198689"/>
            <a:ext cx="100012" cy="47625"/>
          </a:xfrm>
          <a:custGeom>
            <a:avLst/>
            <a:gdLst>
              <a:gd name="T0" fmla="*/ 2147483646 w 63"/>
              <a:gd name="T1" fmla="*/ 2147483646 h 30"/>
              <a:gd name="T2" fmla="*/ 0 w 63"/>
              <a:gd name="T3" fmla="*/ 0 h 30"/>
              <a:gd name="T4" fmla="*/ 2147483646 w 63"/>
              <a:gd name="T5" fmla="*/ 2147483646 h 30"/>
              <a:gd name="T6" fmla="*/ 0 w 63"/>
              <a:gd name="T7" fmla="*/ 2147483646 h 30"/>
              <a:gd name="T8" fmla="*/ 2147483646 w 63"/>
              <a:gd name="T9" fmla="*/ 2147483646 h 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"/>
              <a:gd name="T16" fmla="*/ 0 h 30"/>
              <a:gd name="T17" fmla="*/ 63 w 63"/>
              <a:gd name="T18" fmla="*/ 30 h 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" h="30">
                <a:moveTo>
                  <a:pt x="7" y="18"/>
                </a:moveTo>
                <a:lnTo>
                  <a:pt x="0" y="0"/>
                </a:lnTo>
                <a:lnTo>
                  <a:pt x="63" y="18"/>
                </a:lnTo>
                <a:lnTo>
                  <a:pt x="0" y="30"/>
                </a:lnTo>
                <a:lnTo>
                  <a:pt x="7" y="1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37" name="Rectangle 65">
            <a:extLst>
              <a:ext uri="{FF2B5EF4-FFF2-40B4-BE49-F238E27FC236}">
                <a16:creationId xmlns:a16="http://schemas.microsoft.com/office/drawing/2014/main" id="{C9430BDA-5547-15DF-5024-5688A472DF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0088" y="2227264"/>
            <a:ext cx="0" cy="9525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38" name="Rectangle 66">
            <a:extLst>
              <a:ext uri="{FF2B5EF4-FFF2-40B4-BE49-F238E27FC236}">
                <a16:creationId xmlns:a16="http://schemas.microsoft.com/office/drawing/2014/main" id="{D9BCC8A0-2FF1-45EA-3DCF-930B1700A5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29213" y="2227264"/>
            <a:ext cx="0" cy="9525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39" name="Rectangle 67">
            <a:extLst>
              <a:ext uri="{FF2B5EF4-FFF2-40B4-BE49-F238E27FC236}">
                <a16:creationId xmlns:a16="http://schemas.microsoft.com/office/drawing/2014/main" id="{E6667076-29DC-DCF5-0FBB-74B381993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0089" y="2227264"/>
            <a:ext cx="619125" cy="9525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40" name="Rectangle 5">
            <a:extLst>
              <a:ext uri="{FF2B5EF4-FFF2-40B4-BE49-F238E27FC236}">
                <a16:creationId xmlns:a16="http://schemas.microsoft.com/office/drawing/2014/main" id="{9BBCB218-10D6-23E0-E9A1-B501322F85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2571750"/>
            <a:ext cx="5410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41" name="Text Box 10">
            <a:extLst>
              <a:ext uri="{FF2B5EF4-FFF2-40B4-BE49-F238E27FC236}">
                <a16:creationId xmlns:a16="http://schemas.microsoft.com/office/drawing/2014/main" id="{7F8CDA41-1BB4-5379-033C-E2AFF31B34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0400" y="4800601"/>
            <a:ext cx="6781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PT Sans" panose="020B0503020203020204" pitchFamily="34" charset="0"/>
              </a:rPr>
              <a:t>      </a:t>
            </a:r>
            <a:r>
              <a:rPr lang="en-US" altLang="en-US" sz="1800" b="1">
                <a:latin typeface="PT Sans" panose="020B0503020203020204" pitchFamily="34" charset="0"/>
              </a:rPr>
              <a:t> Bandgap energies of selected semiconductors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42" name="Text Box 74">
            <a:extLst>
              <a:ext uri="{FF2B5EF4-FFF2-40B4-BE49-F238E27FC236}">
                <a16:creationId xmlns:a16="http://schemas.microsoft.com/office/drawing/2014/main" id="{E1253B1B-7A0F-75E9-DC4D-917B2D455A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3200" y="3733800"/>
            <a:ext cx="67056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200">
                <a:latin typeface="PT Sans" panose="020B0503020203020204" pitchFamily="34" charset="0"/>
              </a:rPr>
              <a:t> </a:t>
            </a:r>
            <a:r>
              <a:rPr lang="en-US" altLang="en-US" sz="2200" i="1">
                <a:latin typeface="PT Sans" panose="020B0503020203020204" pitchFamily="34" charset="0"/>
              </a:rPr>
              <a:t>E</a:t>
            </a:r>
            <a:r>
              <a:rPr lang="en-US" altLang="en-US" sz="2200" i="1" baseline="-25000">
                <a:latin typeface="PT Sans" panose="020B0503020203020204" pitchFamily="34" charset="0"/>
              </a:rPr>
              <a:t>g</a:t>
            </a:r>
            <a:r>
              <a:rPr lang="en-US" altLang="en-US" sz="2200">
                <a:latin typeface="PT Sans" panose="020B0503020203020204" pitchFamily="34" charset="0"/>
              </a:rPr>
              <a:t> can be determined from the minimum energy (</a:t>
            </a:r>
            <a:r>
              <a:rPr lang="en-US" altLang="en-US" sz="2200" i="1">
                <a:latin typeface="PT Sans" panose="020B0503020203020204" pitchFamily="34" charset="0"/>
              </a:rPr>
              <a:t>hn</a:t>
            </a:r>
            <a:r>
              <a:rPr lang="en-US" altLang="en-US" sz="2200">
                <a:latin typeface="PT Sans" panose="020B0503020203020204" pitchFamily="34" charset="0"/>
              </a:rPr>
              <a:t>) of photons that are absorbed by the semiconductor.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grpSp>
        <p:nvGrpSpPr>
          <p:cNvPr id="37943" name="Group 76">
            <a:extLst>
              <a:ext uri="{FF2B5EF4-FFF2-40B4-BE49-F238E27FC236}">
                <a16:creationId xmlns:a16="http://schemas.microsoft.com/office/drawing/2014/main" id="{D9AF3D59-F647-5E66-57D7-9C6A5F19C7C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124200" y="5181604"/>
            <a:ext cx="6261100" cy="611188"/>
            <a:chOff x="1008" y="3264"/>
            <a:chExt cx="3944" cy="385"/>
          </a:xfrm>
        </p:grpSpPr>
        <p:sp>
          <p:nvSpPr>
            <p:cNvPr id="37944" name="AutoShape 75">
              <a:extLst>
                <a:ext uri="{FF2B5EF4-FFF2-40B4-BE49-F238E27FC236}">
                  <a16:creationId xmlns:a16="http://schemas.microsoft.com/office/drawing/2014/main" id="{F734869A-866C-B84A-3A52-D7179B498015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1008" y="3264"/>
              <a:ext cx="3936" cy="3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945" name="Line 77">
              <a:extLst>
                <a:ext uri="{FF2B5EF4-FFF2-40B4-BE49-F238E27FC236}">
                  <a16:creationId xmlns:a16="http://schemas.microsoft.com/office/drawing/2014/main" id="{92B16E1D-64D2-E7AC-EC2E-C87C2E9639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264"/>
              <a:ext cx="3936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46" name="Rectangle 78">
              <a:extLst>
                <a:ext uri="{FF2B5EF4-FFF2-40B4-BE49-F238E27FC236}">
                  <a16:creationId xmlns:a16="http://schemas.microsoft.com/office/drawing/2014/main" id="{DA95A48C-5352-0B70-770D-1B366E1511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8" y="3264"/>
              <a:ext cx="3936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47" name="Line 79">
              <a:extLst>
                <a:ext uri="{FF2B5EF4-FFF2-40B4-BE49-F238E27FC236}">
                  <a16:creationId xmlns:a16="http://schemas.microsoft.com/office/drawing/2014/main" id="{2848A16A-CF61-981A-56DC-A128E31B91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264"/>
              <a:ext cx="1" cy="378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48" name="Rectangle 80">
              <a:extLst>
                <a:ext uri="{FF2B5EF4-FFF2-40B4-BE49-F238E27FC236}">
                  <a16:creationId xmlns:a16="http://schemas.microsoft.com/office/drawing/2014/main" id="{4E6D574C-6854-73BB-E225-90CC6EF0AE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8" y="3264"/>
              <a:ext cx="8" cy="378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49" name="Rectangle 81">
              <a:extLst>
                <a:ext uri="{FF2B5EF4-FFF2-40B4-BE49-F238E27FC236}">
                  <a16:creationId xmlns:a16="http://schemas.microsoft.com/office/drawing/2014/main" id="{3D7B9FE6-F3FE-7BD9-A215-7A093C122B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12" y="3291"/>
              <a:ext cx="513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PT Sans" panose="020B0503020203020204" pitchFamily="34" charset="0"/>
                </a:rPr>
                <a:t>Material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0" name="Rectangle 82">
              <a:extLst>
                <a:ext uri="{FF2B5EF4-FFF2-40B4-BE49-F238E27FC236}">
                  <a16:creationId xmlns:a16="http://schemas.microsoft.com/office/drawing/2014/main" id="{FD568ABA-33AA-892E-161D-4DBAF1D3C9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6" y="3291"/>
              <a:ext cx="314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PT Sans" panose="020B0503020203020204" pitchFamily="34" charset="0"/>
                </a:rPr>
                <a:t>PbTe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1" name="Rectangle 83">
              <a:extLst>
                <a:ext uri="{FF2B5EF4-FFF2-40B4-BE49-F238E27FC236}">
                  <a16:creationId xmlns:a16="http://schemas.microsoft.com/office/drawing/2014/main" id="{0CA5DD8E-6D73-EF0D-F3AC-F58C3711F6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8" y="3291"/>
              <a:ext cx="163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PT Sans" panose="020B0503020203020204" pitchFamily="34" charset="0"/>
                </a:rPr>
                <a:t>Ge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2" name="Rectangle 84">
              <a:extLst>
                <a:ext uri="{FF2B5EF4-FFF2-40B4-BE49-F238E27FC236}">
                  <a16:creationId xmlns:a16="http://schemas.microsoft.com/office/drawing/2014/main" id="{DF0C7C74-C13D-41D1-2E90-2843375903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70" y="3291"/>
              <a:ext cx="116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3" name="Rectangle 85">
              <a:extLst>
                <a:ext uri="{FF2B5EF4-FFF2-40B4-BE49-F238E27FC236}">
                  <a16:creationId xmlns:a16="http://schemas.microsoft.com/office/drawing/2014/main" id="{C95190D7-934A-40CD-0CCE-720D994295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18" y="3291"/>
              <a:ext cx="307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PT Sans" panose="020B0503020203020204" pitchFamily="34" charset="0"/>
                </a:rPr>
                <a:t>GaAs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4" name="Rectangle 86">
              <a:extLst>
                <a:ext uri="{FF2B5EF4-FFF2-40B4-BE49-F238E27FC236}">
                  <a16:creationId xmlns:a16="http://schemas.microsoft.com/office/drawing/2014/main" id="{D8B5F67A-7F08-9F3B-9FBB-1B7DCE298B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17" y="3291"/>
              <a:ext cx="250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PT Sans" panose="020B0503020203020204" pitchFamily="34" charset="0"/>
                </a:rPr>
                <a:t>GaP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5" name="Rectangle 87">
              <a:extLst>
                <a:ext uri="{FF2B5EF4-FFF2-40B4-BE49-F238E27FC236}">
                  <a16:creationId xmlns:a16="http://schemas.microsoft.com/office/drawing/2014/main" id="{D80C9409-27F9-174F-A494-1C4A478DF4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50" y="3291"/>
              <a:ext cx="559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PT Sans" panose="020B0503020203020204" pitchFamily="34" charset="0"/>
                </a:rPr>
                <a:t>Diamond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6" name="Rectangle 88">
              <a:extLst>
                <a:ext uri="{FF2B5EF4-FFF2-40B4-BE49-F238E27FC236}">
                  <a16:creationId xmlns:a16="http://schemas.microsoft.com/office/drawing/2014/main" id="{53E98454-0B55-0FA4-9D5F-7377842EFB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5" y="3484"/>
              <a:ext cx="66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600" i="1">
                  <a:solidFill>
                    <a:srgbClr val="000000"/>
                  </a:solidFill>
                  <a:latin typeface="PT Sans" panose="020B0503020203020204" pitchFamily="34" charset="0"/>
                </a:rPr>
                <a:t>E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7" name="Rectangle 89">
              <a:extLst>
                <a:ext uri="{FF2B5EF4-FFF2-40B4-BE49-F238E27FC236}">
                  <a16:creationId xmlns:a16="http://schemas.microsoft.com/office/drawing/2014/main" id="{255CAF94-DA2C-8D28-7345-BFA4339484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86" y="3532"/>
              <a:ext cx="44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100" i="1">
                  <a:solidFill>
                    <a:srgbClr val="000000"/>
                  </a:solidFill>
                  <a:latin typeface="PT Sans" panose="020B0503020203020204" pitchFamily="34" charset="0"/>
                </a:rPr>
                <a:t>g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8" name="Rectangle 90">
              <a:extLst>
                <a:ext uri="{FF2B5EF4-FFF2-40B4-BE49-F238E27FC236}">
                  <a16:creationId xmlns:a16="http://schemas.microsoft.com/office/drawing/2014/main" id="{97C44F39-EAE7-160C-F19D-C2A474ED06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7" y="3484"/>
              <a:ext cx="246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600">
                  <a:solidFill>
                    <a:srgbClr val="000000"/>
                  </a:solidFill>
                  <a:latin typeface="PT Sans" panose="020B0503020203020204" pitchFamily="34" charset="0"/>
                </a:rPr>
                <a:t> (eV)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9" name="Rectangle 91">
              <a:extLst>
                <a:ext uri="{FF2B5EF4-FFF2-40B4-BE49-F238E27FC236}">
                  <a16:creationId xmlns:a16="http://schemas.microsoft.com/office/drawing/2014/main" id="{3759A3B1-1EE5-75C4-2677-23C963F9F5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4" y="3484"/>
              <a:ext cx="239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600">
                  <a:solidFill>
                    <a:srgbClr val="000000"/>
                  </a:solidFill>
                  <a:latin typeface="PT Sans" panose="020B0503020203020204" pitchFamily="34" charset="0"/>
                </a:rPr>
                <a:t>0.31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0" name="Rectangle 92">
              <a:extLst>
                <a:ext uri="{FF2B5EF4-FFF2-40B4-BE49-F238E27FC236}">
                  <a16:creationId xmlns:a16="http://schemas.microsoft.com/office/drawing/2014/main" id="{D7C45D7F-F247-471B-1D75-A096F981A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3484"/>
              <a:ext cx="239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600">
                  <a:solidFill>
                    <a:srgbClr val="000000"/>
                  </a:solidFill>
                  <a:latin typeface="PT Sans" panose="020B0503020203020204" pitchFamily="34" charset="0"/>
                </a:rPr>
                <a:t>0.67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1" name="Rectangle 93">
              <a:extLst>
                <a:ext uri="{FF2B5EF4-FFF2-40B4-BE49-F238E27FC236}">
                  <a16:creationId xmlns:a16="http://schemas.microsoft.com/office/drawing/2014/main" id="{7B98020F-2B66-E171-41C1-9E1E8BC1D1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16" y="3484"/>
              <a:ext cx="239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600">
                  <a:solidFill>
                    <a:srgbClr val="000000"/>
                  </a:solidFill>
                  <a:latin typeface="PT Sans" panose="020B0503020203020204" pitchFamily="34" charset="0"/>
                </a:rPr>
                <a:t>1.12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2" name="Rectangle 94">
              <a:extLst>
                <a:ext uri="{FF2B5EF4-FFF2-40B4-BE49-F238E27FC236}">
                  <a16:creationId xmlns:a16="http://schemas.microsoft.com/office/drawing/2014/main" id="{08D49808-43E9-F498-BE38-160BF1CDE8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5" y="3484"/>
              <a:ext cx="239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600">
                  <a:solidFill>
                    <a:srgbClr val="000000"/>
                  </a:solidFill>
                  <a:latin typeface="PT Sans" panose="020B0503020203020204" pitchFamily="34" charset="0"/>
                </a:rPr>
                <a:t>1.42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3" name="Rectangle 95">
              <a:extLst>
                <a:ext uri="{FF2B5EF4-FFF2-40B4-BE49-F238E27FC236}">
                  <a16:creationId xmlns:a16="http://schemas.microsoft.com/office/drawing/2014/main" id="{65F55650-772D-36A2-979B-05D71B589F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34" y="3484"/>
              <a:ext cx="239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600">
                  <a:solidFill>
                    <a:srgbClr val="000000"/>
                  </a:solidFill>
                  <a:latin typeface="PT Sans" panose="020B0503020203020204" pitchFamily="34" charset="0"/>
                </a:rPr>
                <a:t>2.25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4" name="Rectangle 96">
              <a:extLst>
                <a:ext uri="{FF2B5EF4-FFF2-40B4-BE49-F238E27FC236}">
                  <a16:creationId xmlns:a16="http://schemas.microsoft.com/office/drawing/2014/main" id="{C14AD11F-2719-C2EE-644D-E748737D3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51" y="3484"/>
              <a:ext cx="169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600">
                  <a:solidFill>
                    <a:srgbClr val="000000"/>
                  </a:solidFill>
                  <a:latin typeface="PT Sans" panose="020B0503020203020204" pitchFamily="34" charset="0"/>
                </a:rPr>
                <a:t>6.0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5" name="Rectangle 97">
              <a:extLst>
                <a:ext uri="{FF2B5EF4-FFF2-40B4-BE49-F238E27FC236}">
                  <a16:creationId xmlns:a16="http://schemas.microsoft.com/office/drawing/2014/main" id="{675ACFCC-CB17-81DD-F83A-AC228EE85F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8" y="3264"/>
              <a:ext cx="8" cy="1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6" name="Rectangle 98">
              <a:extLst>
                <a:ext uri="{FF2B5EF4-FFF2-40B4-BE49-F238E27FC236}">
                  <a16:creationId xmlns:a16="http://schemas.microsoft.com/office/drawing/2014/main" id="{DC3E28CC-E39C-AFB9-AD86-3CC64F9FC1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59" y="3264"/>
              <a:ext cx="7" cy="1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7" name="Rectangle 99">
              <a:extLst>
                <a:ext uri="{FF2B5EF4-FFF2-40B4-BE49-F238E27FC236}">
                  <a16:creationId xmlns:a16="http://schemas.microsoft.com/office/drawing/2014/main" id="{3F5D2D19-43E1-BCB1-341A-CCB332C70E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29" y="3264"/>
              <a:ext cx="8" cy="1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8" name="Rectangle 100">
              <a:extLst>
                <a:ext uri="{FF2B5EF4-FFF2-40B4-BE49-F238E27FC236}">
                  <a16:creationId xmlns:a16="http://schemas.microsoft.com/office/drawing/2014/main" id="{3C32B41C-F9EC-0DFB-0F99-DCA79887C4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0" y="3264"/>
              <a:ext cx="8" cy="1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9" name="Rectangle 101">
              <a:extLst>
                <a:ext uri="{FF2B5EF4-FFF2-40B4-BE49-F238E27FC236}">
                  <a16:creationId xmlns:a16="http://schemas.microsoft.com/office/drawing/2014/main" id="{714AAD3C-6A57-77DA-5D0B-CF58B585CE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90" y="3264"/>
              <a:ext cx="7" cy="1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70" name="Rectangle 102">
              <a:extLst>
                <a:ext uri="{FF2B5EF4-FFF2-40B4-BE49-F238E27FC236}">
                  <a16:creationId xmlns:a16="http://schemas.microsoft.com/office/drawing/2014/main" id="{49C957E8-821B-8CF8-EA36-E8EF81168D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68" y="3264"/>
              <a:ext cx="8" cy="1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71" name="Rectangle 103">
              <a:extLst>
                <a:ext uri="{FF2B5EF4-FFF2-40B4-BE49-F238E27FC236}">
                  <a16:creationId xmlns:a16="http://schemas.microsoft.com/office/drawing/2014/main" id="{71B5AC00-7286-007A-BE09-AE5D739B3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6" y="3264"/>
              <a:ext cx="8" cy="1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72" name="Line 104">
              <a:extLst>
                <a:ext uri="{FF2B5EF4-FFF2-40B4-BE49-F238E27FC236}">
                  <a16:creationId xmlns:a16="http://schemas.microsoft.com/office/drawing/2014/main" id="{D8F8DD4F-DB85-9109-32D0-CDC7ADEBC1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16" y="3264"/>
              <a:ext cx="3928" cy="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73" name="Rectangle 105">
              <a:extLst>
                <a:ext uri="{FF2B5EF4-FFF2-40B4-BE49-F238E27FC236}">
                  <a16:creationId xmlns:a16="http://schemas.microsoft.com/office/drawing/2014/main" id="{BC30712C-D463-8C04-A29E-3AF5E2E116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" y="3264"/>
              <a:ext cx="3928" cy="7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74" name="Rectangle 106">
              <a:extLst>
                <a:ext uri="{FF2B5EF4-FFF2-40B4-BE49-F238E27FC236}">
                  <a16:creationId xmlns:a16="http://schemas.microsoft.com/office/drawing/2014/main" id="{FCC079F7-598A-FEDE-3C4E-CD30AB2CEE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36" y="3264"/>
              <a:ext cx="8" cy="1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75" name="Line 107">
              <a:extLst>
                <a:ext uri="{FF2B5EF4-FFF2-40B4-BE49-F238E27FC236}">
                  <a16:creationId xmlns:a16="http://schemas.microsoft.com/office/drawing/2014/main" id="{38B33400-C04F-2514-22D9-A1212DE6C1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16" y="3450"/>
              <a:ext cx="3928" cy="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76" name="Rectangle 108">
              <a:extLst>
                <a:ext uri="{FF2B5EF4-FFF2-40B4-BE49-F238E27FC236}">
                  <a16:creationId xmlns:a16="http://schemas.microsoft.com/office/drawing/2014/main" id="{6458BF4B-32A6-5365-DD85-F8D3112DF6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" y="3450"/>
              <a:ext cx="3928" cy="6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77" name="Line 109">
              <a:extLst>
                <a:ext uri="{FF2B5EF4-FFF2-40B4-BE49-F238E27FC236}">
                  <a16:creationId xmlns:a16="http://schemas.microsoft.com/office/drawing/2014/main" id="{6E9D04B0-C0B0-A1EE-D807-060BD258E8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264"/>
              <a:ext cx="1" cy="378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78" name="Rectangle 110">
              <a:extLst>
                <a:ext uri="{FF2B5EF4-FFF2-40B4-BE49-F238E27FC236}">
                  <a16:creationId xmlns:a16="http://schemas.microsoft.com/office/drawing/2014/main" id="{97A43466-8D22-486F-23C6-1455726A4B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8" y="3264"/>
              <a:ext cx="8" cy="378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79" name="Line 111">
              <a:extLst>
                <a:ext uri="{FF2B5EF4-FFF2-40B4-BE49-F238E27FC236}">
                  <a16:creationId xmlns:a16="http://schemas.microsoft.com/office/drawing/2014/main" id="{F5805E8B-AC81-D1FF-0FD3-32BF3A1469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59" y="3271"/>
              <a:ext cx="1" cy="37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80" name="Rectangle 112">
              <a:extLst>
                <a:ext uri="{FF2B5EF4-FFF2-40B4-BE49-F238E27FC236}">
                  <a16:creationId xmlns:a16="http://schemas.microsoft.com/office/drawing/2014/main" id="{07DD6B07-5E73-278D-5999-2A682B92BC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59" y="3271"/>
              <a:ext cx="7" cy="371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81" name="Line 113">
              <a:extLst>
                <a:ext uri="{FF2B5EF4-FFF2-40B4-BE49-F238E27FC236}">
                  <a16:creationId xmlns:a16="http://schemas.microsoft.com/office/drawing/2014/main" id="{21D74B94-B4D0-66B2-D3A1-8246359431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29" y="3271"/>
              <a:ext cx="1" cy="37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82" name="Rectangle 114">
              <a:extLst>
                <a:ext uri="{FF2B5EF4-FFF2-40B4-BE49-F238E27FC236}">
                  <a16:creationId xmlns:a16="http://schemas.microsoft.com/office/drawing/2014/main" id="{6E0356A7-FE40-EE1D-56B6-A4BFE36555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29" y="3271"/>
              <a:ext cx="8" cy="371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83" name="Line 115">
              <a:extLst>
                <a:ext uri="{FF2B5EF4-FFF2-40B4-BE49-F238E27FC236}">
                  <a16:creationId xmlns:a16="http://schemas.microsoft.com/office/drawing/2014/main" id="{3BF62D91-5A5E-DCAB-0793-328FD9C485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0" y="3271"/>
              <a:ext cx="1" cy="37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84" name="Rectangle 116">
              <a:extLst>
                <a:ext uri="{FF2B5EF4-FFF2-40B4-BE49-F238E27FC236}">
                  <a16:creationId xmlns:a16="http://schemas.microsoft.com/office/drawing/2014/main" id="{83F0DD63-E542-AFAB-972A-2EC18F9994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0" y="3271"/>
              <a:ext cx="8" cy="371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85" name="Line 117">
              <a:extLst>
                <a:ext uri="{FF2B5EF4-FFF2-40B4-BE49-F238E27FC236}">
                  <a16:creationId xmlns:a16="http://schemas.microsoft.com/office/drawing/2014/main" id="{E05B717C-2AB6-247B-A230-8E4E340D75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0" y="3271"/>
              <a:ext cx="1" cy="37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86" name="Rectangle 118">
              <a:extLst>
                <a:ext uri="{FF2B5EF4-FFF2-40B4-BE49-F238E27FC236}">
                  <a16:creationId xmlns:a16="http://schemas.microsoft.com/office/drawing/2014/main" id="{067EC24A-29EA-E871-559C-202F125753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90" y="3271"/>
              <a:ext cx="7" cy="371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87" name="Line 119">
              <a:extLst>
                <a:ext uri="{FF2B5EF4-FFF2-40B4-BE49-F238E27FC236}">
                  <a16:creationId xmlns:a16="http://schemas.microsoft.com/office/drawing/2014/main" id="{B5002D71-7827-8616-16BD-D6C3B65146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68" y="3271"/>
              <a:ext cx="1" cy="37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88" name="Rectangle 120">
              <a:extLst>
                <a:ext uri="{FF2B5EF4-FFF2-40B4-BE49-F238E27FC236}">
                  <a16:creationId xmlns:a16="http://schemas.microsoft.com/office/drawing/2014/main" id="{F8FC8362-88CA-2AD0-28C2-457FD855E2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68" y="3271"/>
              <a:ext cx="8" cy="371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89" name="Line 121">
              <a:extLst>
                <a:ext uri="{FF2B5EF4-FFF2-40B4-BE49-F238E27FC236}">
                  <a16:creationId xmlns:a16="http://schemas.microsoft.com/office/drawing/2014/main" id="{63D4F2B9-E8CA-36B1-A87D-FF5A9B9E03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46" y="3271"/>
              <a:ext cx="1" cy="37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90" name="Rectangle 122">
              <a:extLst>
                <a:ext uri="{FF2B5EF4-FFF2-40B4-BE49-F238E27FC236}">
                  <a16:creationId xmlns:a16="http://schemas.microsoft.com/office/drawing/2014/main" id="{EF4F2E4D-385B-7BDA-A9B5-C75D41DF4B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6" y="3271"/>
              <a:ext cx="8" cy="371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91" name="Line 123">
              <a:extLst>
                <a:ext uri="{FF2B5EF4-FFF2-40B4-BE49-F238E27FC236}">
                  <a16:creationId xmlns:a16="http://schemas.microsoft.com/office/drawing/2014/main" id="{33533A45-BC69-1ECF-C438-0FBF944547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16" y="3635"/>
              <a:ext cx="3928" cy="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92" name="Rectangle 124">
              <a:extLst>
                <a:ext uri="{FF2B5EF4-FFF2-40B4-BE49-F238E27FC236}">
                  <a16:creationId xmlns:a16="http://schemas.microsoft.com/office/drawing/2014/main" id="{12A6CB5E-E3CB-53C5-9923-8F63753397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" y="3635"/>
              <a:ext cx="3928" cy="7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93" name="Line 125">
              <a:extLst>
                <a:ext uri="{FF2B5EF4-FFF2-40B4-BE49-F238E27FC236}">
                  <a16:creationId xmlns:a16="http://schemas.microsoft.com/office/drawing/2014/main" id="{ACD605F0-E671-C424-5B6E-5631765DF0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36" y="3271"/>
              <a:ext cx="1" cy="37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94" name="Rectangle 126">
              <a:extLst>
                <a:ext uri="{FF2B5EF4-FFF2-40B4-BE49-F238E27FC236}">
                  <a16:creationId xmlns:a16="http://schemas.microsoft.com/office/drawing/2014/main" id="{0437E1F0-6717-6EF8-7EC6-2AE12C6594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36" y="3271"/>
              <a:ext cx="8" cy="371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95" name="Line 127">
              <a:extLst>
                <a:ext uri="{FF2B5EF4-FFF2-40B4-BE49-F238E27FC236}">
                  <a16:creationId xmlns:a16="http://schemas.microsoft.com/office/drawing/2014/main" id="{C00F2363-BB38-A986-3D6A-EA8188B7DF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642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96" name="Rectangle 128">
              <a:extLst>
                <a:ext uri="{FF2B5EF4-FFF2-40B4-BE49-F238E27FC236}">
                  <a16:creationId xmlns:a16="http://schemas.microsoft.com/office/drawing/2014/main" id="{F0C4B9E6-2C4D-1348-9AFC-CA3B944913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8" y="3642"/>
              <a:ext cx="8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97" name="Line 129">
              <a:extLst>
                <a:ext uri="{FF2B5EF4-FFF2-40B4-BE49-F238E27FC236}">
                  <a16:creationId xmlns:a16="http://schemas.microsoft.com/office/drawing/2014/main" id="{C2143584-ADA6-6D36-D83D-4AE29388E0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59" y="3642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98" name="Rectangle 130">
              <a:extLst>
                <a:ext uri="{FF2B5EF4-FFF2-40B4-BE49-F238E27FC236}">
                  <a16:creationId xmlns:a16="http://schemas.microsoft.com/office/drawing/2014/main" id="{48F4AA40-84F3-12D7-7C36-60C0D5DFEB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59" y="3642"/>
              <a:ext cx="7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99" name="Line 131">
              <a:extLst>
                <a:ext uri="{FF2B5EF4-FFF2-40B4-BE49-F238E27FC236}">
                  <a16:creationId xmlns:a16="http://schemas.microsoft.com/office/drawing/2014/main" id="{999F7903-7C40-7800-1BF1-A591A3118E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29" y="3642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8000" name="Rectangle 132">
              <a:extLst>
                <a:ext uri="{FF2B5EF4-FFF2-40B4-BE49-F238E27FC236}">
                  <a16:creationId xmlns:a16="http://schemas.microsoft.com/office/drawing/2014/main" id="{17A6EA27-463C-D9F0-208A-96F95B4DD2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29" y="3642"/>
              <a:ext cx="8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8001" name="Line 133">
              <a:extLst>
                <a:ext uri="{FF2B5EF4-FFF2-40B4-BE49-F238E27FC236}">
                  <a16:creationId xmlns:a16="http://schemas.microsoft.com/office/drawing/2014/main" id="{BA170FB4-4F33-A762-9BD0-BA73F05DFF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0" y="3642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8002" name="Rectangle 134">
              <a:extLst>
                <a:ext uri="{FF2B5EF4-FFF2-40B4-BE49-F238E27FC236}">
                  <a16:creationId xmlns:a16="http://schemas.microsoft.com/office/drawing/2014/main" id="{E96962EA-CB3A-58AA-6926-9AEFCE57BC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0" y="3642"/>
              <a:ext cx="8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8003" name="Line 135">
              <a:extLst>
                <a:ext uri="{FF2B5EF4-FFF2-40B4-BE49-F238E27FC236}">
                  <a16:creationId xmlns:a16="http://schemas.microsoft.com/office/drawing/2014/main" id="{85117867-275F-7CDC-B29F-F18951D05A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0" y="3642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8004" name="Rectangle 136">
              <a:extLst>
                <a:ext uri="{FF2B5EF4-FFF2-40B4-BE49-F238E27FC236}">
                  <a16:creationId xmlns:a16="http://schemas.microsoft.com/office/drawing/2014/main" id="{D34BC0D1-F607-AEE2-F78F-DFAC8810EB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90" y="3642"/>
              <a:ext cx="7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8005" name="Line 137">
              <a:extLst>
                <a:ext uri="{FF2B5EF4-FFF2-40B4-BE49-F238E27FC236}">
                  <a16:creationId xmlns:a16="http://schemas.microsoft.com/office/drawing/2014/main" id="{1EC0610C-53FF-8509-F3E7-94CFB707ECB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68" y="3642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8006" name="Rectangle 138">
              <a:extLst>
                <a:ext uri="{FF2B5EF4-FFF2-40B4-BE49-F238E27FC236}">
                  <a16:creationId xmlns:a16="http://schemas.microsoft.com/office/drawing/2014/main" id="{8EFAD306-518C-C204-FFB4-709545E409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68" y="3642"/>
              <a:ext cx="8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8007" name="Line 139">
              <a:extLst>
                <a:ext uri="{FF2B5EF4-FFF2-40B4-BE49-F238E27FC236}">
                  <a16:creationId xmlns:a16="http://schemas.microsoft.com/office/drawing/2014/main" id="{9BA97038-5F65-BA52-F945-C3D28117E8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46" y="3642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8008" name="Rectangle 140">
              <a:extLst>
                <a:ext uri="{FF2B5EF4-FFF2-40B4-BE49-F238E27FC236}">
                  <a16:creationId xmlns:a16="http://schemas.microsoft.com/office/drawing/2014/main" id="{9125FAE0-DA6F-0FC3-00A6-4F48DE76D6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6" y="3642"/>
              <a:ext cx="8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8009" name="Line 141">
              <a:extLst>
                <a:ext uri="{FF2B5EF4-FFF2-40B4-BE49-F238E27FC236}">
                  <a16:creationId xmlns:a16="http://schemas.microsoft.com/office/drawing/2014/main" id="{52F5C614-1699-548E-D1DF-398E74D827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36" y="3642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8010" name="Rectangle 142">
              <a:extLst>
                <a:ext uri="{FF2B5EF4-FFF2-40B4-BE49-F238E27FC236}">
                  <a16:creationId xmlns:a16="http://schemas.microsoft.com/office/drawing/2014/main" id="{5069F2C4-1DBA-E9F1-EB79-C15B9CA5A5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36" y="3642"/>
              <a:ext cx="8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8011" name="Line 143">
              <a:extLst>
                <a:ext uri="{FF2B5EF4-FFF2-40B4-BE49-F238E27FC236}">
                  <a16:creationId xmlns:a16="http://schemas.microsoft.com/office/drawing/2014/main" id="{1DBABA4D-41F6-75D0-E2B1-CA4AE3C535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44" y="3264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8012" name="Rectangle 144">
              <a:extLst>
                <a:ext uri="{FF2B5EF4-FFF2-40B4-BE49-F238E27FC236}">
                  <a16:creationId xmlns:a16="http://schemas.microsoft.com/office/drawing/2014/main" id="{A294A515-D55D-8FC3-C582-CD0F9C0C6E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44" y="3264"/>
              <a:ext cx="8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8013" name="Line 145">
              <a:extLst>
                <a:ext uri="{FF2B5EF4-FFF2-40B4-BE49-F238E27FC236}">
                  <a16:creationId xmlns:a16="http://schemas.microsoft.com/office/drawing/2014/main" id="{4240B1BA-DC37-8706-988D-E68B05F4BE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44" y="3450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8014" name="Rectangle 146">
              <a:extLst>
                <a:ext uri="{FF2B5EF4-FFF2-40B4-BE49-F238E27FC236}">
                  <a16:creationId xmlns:a16="http://schemas.microsoft.com/office/drawing/2014/main" id="{D740A5A6-042B-D9D9-95F9-76F7CD75D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44" y="3450"/>
              <a:ext cx="8" cy="6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8015" name="Line 147">
              <a:extLst>
                <a:ext uri="{FF2B5EF4-FFF2-40B4-BE49-F238E27FC236}">
                  <a16:creationId xmlns:a16="http://schemas.microsoft.com/office/drawing/2014/main" id="{8CF09886-C9CE-8EDA-C5AB-F3AD4A9B0F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44" y="3635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8016" name="Rectangle 148">
              <a:extLst>
                <a:ext uri="{FF2B5EF4-FFF2-40B4-BE49-F238E27FC236}">
                  <a16:creationId xmlns:a16="http://schemas.microsoft.com/office/drawing/2014/main" id="{4B894925-95FE-F08F-36A4-FC2CDC374F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44" y="3635"/>
              <a:ext cx="8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DAE42CBC-3F27-284E-1ED6-035F5FAE8D52}"/>
              </a:ext>
            </a:extLst>
          </p:cNvPr>
          <p:cNvGrpSpPr/>
          <p:nvPr/>
        </p:nvGrpSpPr>
        <p:grpSpPr>
          <a:xfrm>
            <a:off x="8087958" y="1860672"/>
            <a:ext cx="144720" cy="909360"/>
            <a:chOff x="8087958" y="1860672"/>
            <a:chExt cx="144720" cy="90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7977FC5-1E7C-39D1-CB6F-B968CD6EE4BA}"/>
                    </a:ext>
                  </a:extLst>
                </p14:cNvPr>
                <p14:cNvContentPartPr/>
                <p14:nvPr/>
              </p14:nvContentPartPr>
              <p14:xfrm>
                <a:off x="8146638" y="1860672"/>
                <a:ext cx="43200" cy="9093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7977FC5-1E7C-39D1-CB6F-B968CD6EE4B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128998" y="1843032"/>
                  <a:ext cx="78840" cy="9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480B04A-2175-640E-A506-6DCDC9F4C602}"/>
                    </a:ext>
                  </a:extLst>
                </p14:cNvPr>
                <p14:cNvContentPartPr/>
                <p14:nvPr/>
              </p14:nvContentPartPr>
              <p14:xfrm>
                <a:off x="8087958" y="2619912"/>
                <a:ext cx="138600" cy="137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480B04A-2175-640E-A506-6DCDC9F4C6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069958" y="2601912"/>
                  <a:ext cx="174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040D194-49B7-8F2D-5A55-037A4C86FE69}"/>
                    </a:ext>
                  </a:extLst>
                </p14:cNvPr>
                <p14:cNvContentPartPr/>
                <p14:nvPr/>
              </p14:nvContentPartPr>
              <p14:xfrm>
                <a:off x="8104878" y="1881552"/>
                <a:ext cx="127800" cy="946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040D194-49B7-8F2D-5A55-037A4C86FE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086878" y="1863552"/>
                  <a:ext cx="163440" cy="13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E371EA3-9884-E49F-4320-428F88A78583}"/>
              </a:ext>
            </a:extLst>
          </p:cNvPr>
          <p:cNvGrpSpPr/>
          <p:nvPr/>
        </p:nvGrpSpPr>
        <p:grpSpPr>
          <a:xfrm>
            <a:off x="8442198" y="1981992"/>
            <a:ext cx="970200" cy="478440"/>
            <a:chOff x="8442198" y="1981992"/>
            <a:chExt cx="970200" cy="47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211B0AC-F7DC-2F0C-E256-B04102C41451}"/>
                    </a:ext>
                  </a:extLst>
                </p14:cNvPr>
                <p14:cNvContentPartPr/>
                <p14:nvPr/>
              </p14:nvContentPartPr>
              <p14:xfrm>
                <a:off x="8442198" y="2164872"/>
                <a:ext cx="55800" cy="2955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211B0AC-F7DC-2F0C-E256-B04102C4145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424198" y="2146872"/>
                  <a:ext cx="9144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E91C994-B7A8-8225-676F-77D68673CC5A}"/>
                    </a:ext>
                  </a:extLst>
                </p14:cNvPr>
                <p14:cNvContentPartPr/>
                <p14:nvPr/>
              </p14:nvContentPartPr>
              <p14:xfrm>
                <a:off x="8591958" y="2284752"/>
                <a:ext cx="7920" cy="172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E91C994-B7A8-8225-676F-77D68673CC5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573958" y="2267112"/>
                  <a:ext cx="4356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738084E-BB97-6DA6-DEB9-972B0EA997FE}"/>
                    </a:ext>
                  </a:extLst>
                </p14:cNvPr>
                <p14:cNvContentPartPr/>
                <p14:nvPr/>
              </p14:nvContentPartPr>
              <p14:xfrm>
                <a:off x="8705358" y="2187192"/>
                <a:ext cx="58320" cy="1947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738084E-BB97-6DA6-DEB9-972B0EA997F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687358" y="2169552"/>
                  <a:ext cx="9396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89992D1-AF1B-6863-679C-25E85C63B8A5}"/>
                    </a:ext>
                  </a:extLst>
                </p14:cNvPr>
                <p14:cNvContentPartPr/>
                <p14:nvPr/>
              </p14:nvContentPartPr>
              <p14:xfrm>
                <a:off x="8864118" y="2141112"/>
                <a:ext cx="127440" cy="201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89992D1-AF1B-6863-679C-25E85C63B8A5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846118" y="2123472"/>
                  <a:ext cx="1630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5B6A906-E32E-5717-0140-3EDDC856DFC5}"/>
                    </a:ext>
                  </a:extLst>
                </p14:cNvPr>
                <p14:cNvContentPartPr/>
                <p14:nvPr/>
              </p14:nvContentPartPr>
              <p14:xfrm>
                <a:off x="9067158" y="2167392"/>
                <a:ext cx="98280" cy="1180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5B6A906-E32E-5717-0140-3EDDC856DFC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049158" y="2149392"/>
                  <a:ext cx="13392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A8F329E-B4D5-E8DF-1D91-F58701CE7F18}"/>
                    </a:ext>
                  </a:extLst>
                </p14:cNvPr>
                <p14:cNvContentPartPr/>
                <p14:nvPr/>
              </p14:nvContentPartPr>
              <p14:xfrm>
                <a:off x="9220158" y="1981992"/>
                <a:ext cx="192240" cy="223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A8F329E-B4D5-E8DF-1D91-F58701CE7F18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202158" y="1964352"/>
                  <a:ext cx="227880" cy="2592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353EEB26-4048-8671-79EC-FC7A4CAE9C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-6513"/>
            <a:ext cx="9982200" cy="533400"/>
          </a:xfrm>
        </p:spPr>
        <p:txBody>
          <a:bodyPr/>
          <a:lstStyle/>
          <a:p>
            <a:r>
              <a:rPr lang="en-US" altLang="en-US" dirty="0"/>
              <a:t>Semiconductors, Insulators, and Conductors</a:t>
            </a:r>
          </a:p>
        </p:txBody>
      </p:sp>
      <p:sp>
        <p:nvSpPr>
          <p:cNvPr id="38915" name="Rectangle 5">
            <a:extLst>
              <a:ext uri="{FF2B5EF4-FFF2-40B4-BE49-F238E27FC236}">
                <a16:creationId xmlns:a16="http://schemas.microsoft.com/office/drawing/2014/main" id="{6D9C2E13-0EA8-99F0-97BF-F64B732BEC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6488" y="3935414"/>
            <a:ext cx="157094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16" name="Rectangle 6">
            <a:extLst>
              <a:ext uri="{FF2B5EF4-FFF2-40B4-BE49-F238E27FC236}">
                <a16:creationId xmlns:a16="http://schemas.microsoft.com/office/drawing/2014/main" id="{3502A6E6-1EA9-7D09-82EE-C89CD4F4A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9688" y="3971925"/>
            <a:ext cx="7312899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 dirty="0">
                <a:solidFill>
                  <a:srgbClr val="000000"/>
                </a:solidFill>
                <a:latin typeface="PT Sans" panose="020B0503020203020204" pitchFamily="34" charset="0"/>
              </a:rPr>
              <a:t>Totally filled bands and totally empty bands do not allow </a:t>
            </a:r>
            <a:endParaRPr lang="en-US" altLang="en-US" sz="2400" dirty="0">
              <a:latin typeface="PT Sans" panose="020B0503020203020204" pitchFamily="34" charset="0"/>
            </a:endParaRPr>
          </a:p>
        </p:txBody>
      </p:sp>
      <p:sp>
        <p:nvSpPr>
          <p:cNvPr id="38917" name="Rectangle 7">
            <a:extLst>
              <a:ext uri="{FF2B5EF4-FFF2-40B4-BE49-F238E27FC236}">
                <a16:creationId xmlns:a16="http://schemas.microsoft.com/office/drawing/2014/main" id="{2429297E-5D37-8B28-BE6F-59891A81C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1688" y="4687889"/>
            <a:ext cx="23564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  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18" name="Rectangle 8">
            <a:extLst>
              <a:ext uri="{FF2B5EF4-FFF2-40B4-BE49-F238E27FC236}">
                <a16:creationId xmlns:a16="http://schemas.microsoft.com/office/drawing/2014/main" id="{DB76B488-E04B-3BDF-9159-DD310140DF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6488" y="4973639"/>
            <a:ext cx="157094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19" name="Rectangle 9">
            <a:extLst>
              <a:ext uri="{FF2B5EF4-FFF2-40B4-BE49-F238E27FC236}">
                <a16:creationId xmlns:a16="http://schemas.microsoft.com/office/drawing/2014/main" id="{FA184C49-A876-87B8-1C12-9D7471A551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9689" y="5010150"/>
            <a:ext cx="457016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Metal conduction band is half-filled.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20" name="Rectangle 11">
            <a:extLst>
              <a:ext uri="{FF2B5EF4-FFF2-40B4-BE49-F238E27FC236}">
                <a16:creationId xmlns:a16="http://schemas.microsoft.com/office/drawing/2014/main" id="{C979C700-F128-1DD4-72C1-CA5F53934E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9688" y="4651376"/>
            <a:ext cx="78548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21" name="Rectangle 12">
            <a:extLst>
              <a:ext uri="{FF2B5EF4-FFF2-40B4-BE49-F238E27FC236}">
                <a16:creationId xmlns:a16="http://schemas.microsoft.com/office/drawing/2014/main" id="{2631C787-B0C7-059C-C9E0-D8F5B8635B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7313" y="2336801"/>
            <a:ext cx="11112" cy="238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22" name="Rectangle 13">
            <a:extLst>
              <a:ext uri="{FF2B5EF4-FFF2-40B4-BE49-F238E27FC236}">
                <a16:creationId xmlns:a16="http://schemas.microsoft.com/office/drawing/2014/main" id="{7CA4CBA9-1FE3-6EC4-EA2C-312EE9ED7C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1351" y="2336801"/>
            <a:ext cx="11113" cy="238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23" name="Rectangle 14">
            <a:extLst>
              <a:ext uri="{FF2B5EF4-FFF2-40B4-BE49-F238E27FC236}">
                <a16:creationId xmlns:a16="http://schemas.microsoft.com/office/drawing/2014/main" id="{EAABC42E-F8FC-5D9F-65AC-797637BB99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38426" y="2336801"/>
            <a:ext cx="1812925" cy="238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24" name="Rectangle 15">
            <a:extLst>
              <a:ext uri="{FF2B5EF4-FFF2-40B4-BE49-F238E27FC236}">
                <a16:creationId xmlns:a16="http://schemas.microsoft.com/office/drawing/2014/main" id="{BAD6F610-B1D7-8E9C-81F9-692F0EF061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7313" y="2825751"/>
            <a:ext cx="11112" cy="238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25" name="Rectangle 16">
            <a:extLst>
              <a:ext uri="{FF2B5EF4-FFF2-40B4-BE49-F238E27FC236}">
                <a16:creationId xmlns:a16="http://schemas.microsoft.com/office/drawing/2014/main" id="{91A5EB3B-185F-06DE-995E-8D64409637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1351" y="2825751"/>
            <a:ext cx="11113" cy="238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26" name="Rectangle 17">
            <a:extLst>
              <a:ext uri="{FF2B5EF4-FFF2-40B4-BE49-F238E27FC236}">
                <a16:creationId xmlns:a16="http://schemas.microsoft.com/office/drawing/2014/main" id="{60DD6FAF-18DD-79AB-2822-2B29D17CFB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38426" y="2825751"/>
            <a:ext cx="1812925" cy="238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27" name="Rectangle 18">
            <a:extLst>
              <a:ext uri="{FF2B5EF4-FFF2-40B4-BE49-F238E27FC236}">
                <a16:creationId xmlns:a16="http://schemas.microsoft.com/office/drawing/2014/main" id="{1B4DA24E-4A9A-A9F5-0644-7F74B44CAA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3063" y="2706688"/>
            <a:ext cx="11112" cy="11906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28" name="Freeform 19">
            <a:extLst>
              <a:ext uri="{FF2B5EF4-FFF2-40B4-BE49-F238E27FC236}">
                <a16:creationId xmlns:a16="http://schemas.microsoft.com/office/drawing/2014/main" id="{DD85B32A-E49D-B15B-A15E-DD18439151B1}"/>
              </a:ext>
            </a:extLst>
          </p:cNvPr>
          <p:cNvSpPr>
            <a:spLocks/>
          </p:cNvSpPr>
          <p:nvPr/>
        </p:nvSpPr>
        <p:spPr bwMode="auto">
          <a:xfrm>
            <a:off x="2913064" y="2706689"/>
            <a:ext cx="47625" cy="155575"/>
          </a:xfrm>
          <a:custGeom>
            <a:avLst/>
            <a:gdLst>
              <a:gd name="T0" fmla="*/ 2147483646 w 30"/>
              <a:gd name="T1" fmla="*/ 0 h 98"/>
              <a:gd name="T2" fmla="*/ 2147483646 w 30"/>
              <a:gd name="T3" fmla="*/ 0 h 98"/>
              <a:gd name="T4" fmla="*/ 0 w 30"/>
              <a:gd name="T5" fmla="*/ 2147483646 h 98"/>
              <a:gd name="T6" fmla="*/ 0 w 30"/>
              <a:gd name="T7" fmla="*/ 2147483646 h 98"/>
              <a:gd name="T8" fmla="*/ 2147483646 w 30"/>
              <a:gd name="T9" fmla="*/ 2147483646 h 98"/>
              <a:gd name="T10" fmla="*/ 2147483646 w 30"/>
              <a:gd name="T11" fmla="*/ 2147483646 h 98"/>
              <a:gd name="T12" fmla="*/ 2147483646 w 30"/>
              <a:gd name="T13" fmla="*/ 0 h 9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0"/>
              <a:gd name="T22" fmla="*/ 0 h 98"/>
              <a:gd name="T23" fmla="*/ 30 w 30"/>
              <a:gd name="T24" fmla="*/ 98 h 9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0" h="98">
                <a:moveTo>
                  <a:pt x="30" y="0"/>
                </a:moveTo>
                <a:lnTo>
                  <a:pt x="22" y="0"/>
                </a:lnTo>
                <a:lnTo>
                  <a:pt x="0" y="75"/>
                </a:lnTo>
                <a:lnTo>
                  <a:pt x="7" y="98"/>
                </a:lnTo>
                <a:lnTo>
                  <a:pt x="7" y="75"/>
                </a:lnTo>
                <a:lnTo>
                  <a:pt x="3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29" name="Freeform 20">
            <a:extLst>
              <a:ext uri="{FF2B5EF4-FFF2-40B4-BE49-F238E27FC236}">
                <a16:creationId xmlns:a16="http://schemas.microsoft.com/office/drawing/2014/main" id="{8D6AB1F7-19FF-D44B-99BE-FA2804EF209B}"/>
              </a:ext>
            </a:extLst>
          </p:cNvPr>
          <p:cNvSpPr>
            <a:spLocks/>
          </p:cNvSpPr>
          <p:nvPr/>
        </p:nvSpPr>
        <p:spPr bwMode="auto">
          <a:xfrm>
            <a:off x="2876551" y="2706688"/>
            <a:ext cx="47625" cy="119062"/>
          </a:xfrm>
          <a:custGeom>
            <a:avLst/>
            <a:gdLst>
              <a:gd name="T0" fmla="*/ 2147483646 w 30"/>
              <a:gd name="T1" fmla="*/ 2147483646 h 75"/>
              <a:gd name="T2" fmla="*/ 2147483646 w 30"/>
              <a:gd name="T3" fmla="*/ 2147483646 h 75"/>
              <a:gd name="T4" fmla="*/ 2147483646 w 30"/>
              <a:gd name="T5" fmla="*/ 0 h 75"/>
              <a:gd name="T6" fmla="*/ 0 w 30"/>
              <a:gd name="T7" fmla="*/ 0 h 75"/>
              <a:gd name="T8" fmla="*/ 2147483646 w 30"/>
              <a:gd name="T9" fmla="*/ 2147483646 h 7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0"/>
              <a:gd name="T16" fmla="*/ 0 h 75"/>
              <a:gd name="T17" fmla="*/ 30 w 30"/>
              <a:gd name="T18" fmla="*/ 75 h 7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0" h="75">
                <a:moveTo>
                  <a:pt x="23" y="75"/>
                </a:moveTo>
                <a:lnTo>
                  <a:pt x="30" y="75"/>
                </a:lnTo>
                <a:lnTo>
                  <a:pt x="8" y="0"/>
                </a:lnTo>
                <a:lnTo>
                  <a:pt x="0" y="0"/>
                </a:lnTo>
                <a:lnTo>
                  <a:pt x="23" y="7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30" name="Rectangle 21">
            <a:extLst>
              <a:ext uri="{FF2B5EF4-FFF2-40B4-BE49-F238E27FC236}">
                <a16:creationId xmlns:a16="http://schemas.microsoft.com/office/drawing/2014/main" id="{2A292387-20B4-A106-1728-15B6B8A93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36876" y="2360613"/>
            <a:ext cx="11113" cy="13176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31" name="Freeform 22">
            <a:extLst>
              <a:ext uri="{FF2B5EF4-FFF2-40B4-BE49-F238E27FC236}">
                <a16:creationId xmlns:a16="http://schemas.microsoft.com/office/drawing/2014/main" id="{B0786B55-8428-5897-3894-A51329A4C77B}"/>
              </a:ext>
            </a:extLst>
          </p:cNvPr>
          <p:cNvSpPr>
            <a:spLocks/>
          </p:cNvSpPr>
          <p:nvPr/>
        </p:nvSpPr>
        <p:spPr bwMode="auto">
          <a:xfrm>
            <a:off x="2900364" y="2324101"/>
            <a:ext cx="47625" cy="155575"/>
          </a:xfrm>
          <a:custGeom>
            <a:avLst/>
            <a:gdLst>
              <a:gd name="T0" fmla="*/ 0 w 30"/>
              <a:gd name="T1" fmla="*/ 2147483646 h 98"/>
              <a:gd name="T2" fmla="*/ 2147483646 w 30"/>
              <a:gd name="T3" fmla="*/ 2147483646 h 98"/>
              <a:gd name="T4" fmla="*/ 2147483646 w 30"/>
              <a:gd name="T5" fmla="*/ 2147483646 h 98"/>
              <a:gd name="T6" fmla="*/ 2147483646 w 30"/>
              <a:gd name="T7" fmla="*/ 2147483646 h 98"/>
              <a:gd name="T8" fmla="*/ 2147483646 w 30"/>
              <a:gd name="T9" fmla="*/ 0 h 98"/>
              <a:gd name="T10" fmla="*/ 2147483646 w 30"/>
              <a:gd name="T11" fmla="*/ 2147483646 h 98"/>
              <a:gd name="T12" fmla="*/ 0 w 30"/>
              <a:gd name="T13" fmla="*/ 2147483646 h 9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0"/>
              <a:gd name="T22" fmla="*/ 0 h 98"/>
              <a:gd name="T23" fmla="*/ 30 w 30"/>
              <a:gd name="T24" fmla="*/ 98 h 9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0" h="98">
                <a:moveTo>
                  <a:pt x="0" y="98"/>
                </a:moveTo>
                <a:lnTo>
                  <a:pt x="8" y="98"/>
                </a:lnTo>
                <a:lnTo>
                  <a:pt x="30" y="23"/>
                </a:lnTo>
                <a:lnTo>
                  <a:pt x="23" y="0"/>
                </a:lnTo>
                <a:lnTo>
                  <a:pt x="23" y="23"/>
                </a:lnTo>
                <a:lnTo>
                  <a:pt x="0" y="9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32" name="Freeform 23">
            <a:extLst>
              <a:ext uri="{FF2B5EF4-FFF2-40B4-BE49-F238E27FC236}">
                <a16:creationId xmlns:a16="http://schemas.microsoft.com/office/drawing/2014/main" id="{60A29892-3460-EAE0-2348-BB4F27B6C9D7}"/>
              </a:ext>
            </a:extLst>
          </p:cNvPr>
          <p:cNvSpPr>
            <a:spLocks/>
          </p:cNvSpPr>
          <p:nvPr/>
        </p:nvSpPr>
        <p:spPr bwMode="auto">
          <a:xfrm>
            <a:off x="2936876" y="2360613"/>
            <a:ext cx="47625" cy="131762"/>
          </a:xfrm>
          <a:custGeom>
            <a:avLst/>
            <a:gdLst>
              <a:gd name="T0" fmla="*/ 2147483646 w 30"/>
              <a:gd name="T1" fmla="*/ 0 h 83"/>
              <a:gd name="T2" fmla="*/ 0 w 30"/>
              <a:gd name="T3" fmla="*/ 0 h 83"/>
              <a:gd name="T4" fmla="*/ 2147483646 w 30"/>
              <a:gd name="T5" fmla="*/ 2147483646 h 83"/>
              <a:gd name="T6" fmla="*/ 2147483646 w 30"/>
              <a:gd name="T7" fmla="*/ 2147483646 h 83"/>
              <a:gd name="T8" fmla="*/ 2147483646 w 30"/>
              <a:gd name="T9" fmla="*/ 0 h 8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0"/>
              <a:gd name="T16" fmla="*/ 0 h 83"/>
              <a:gd name="T17" fmla="*/ 30 w 30"/>
              <a:gd name="T18" fmla="*/ 83 h 8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0" h="83">
                <a:moveTo>
                  <a:pt x="7" y="0"/>
                </a:moveTo>
                <a:lnTo>
                  <a:pt x="0" y="0"/>
                </a:lnTo>
                <a:lnTo>
                  <a:pt x="22" y="83"/>
                </a:lnTo>
                <a:lnTo>
                  <a:pt x="30" y="83"/>
                </a:lnTo>
                <a:lnTo>
                  <a:pt x="7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33" name="Rectangle 24">
            <a:extLst>
              <a:ext uri="{FF2B5EF4-FFF2-40B4-BE49-F238E27FC236}">
                <a16:creationId xmlns:a16="http://schemas.microsoft.com/office/drawing/2014/main" id="{3C5610A3-4633-23E5-ABD6-5899FE370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4175" y="2706688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34" name="Rectangle 25">
            <a:extLst>
              <a:ext uri="{FF2B5EF4-FFF2-40B4-BE49-F238E27FC236}">
                <a16:creationId xmlns:a16="http://schemas.microsoft.com/office/drawing/2014/main" id="{CDFB591F-22AF-D189-E237-BD1F7E0BF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36876" y="2492375"/>
            <a:ext cx="11113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35" name="Freeform 26">
            <a:extLst>
              <a:ext uri="{FF2B5EF4-FFF2-40B4-BE49-F238E27FC236}">
                <a16:creationId xmlns:a16="http://schemas.microsoft.com/office/drawing/2014/main" id="{4E9E09A6-EEB7-7F11-0856-53C0CF0A49A4}"/>
              </a:ext>
            </a:extLst>
          </p:cNvPr>
          <p:cNvSpPr>
            <a:spLocks/>
          </p:cNvSpPr>
          <p:nvPr/>
        </p:nvSpPr>
        <p:spPr bwMode="auto">
          <a:xfrm>
            <a:off x="2924176" y="2492376"/>
            <a:ext cx="23813" cy="214313"/>
          </a:xfrm>
          <a:custGeom>
            <a:avLst/>
            <a:gdLst>
              <a:gd name="T0" fmla="*/ 0 w 15"/>
              <a:gd name="T1" fmla="*/ 2147483646 h 135"/>
              <a:gd name="T2" fmla="*/ 2147483646 w 15"/>
              <a:gd name="T3" fmla="*/ 2147483646 h 135"/>
              <a:gd name="T4" fmla="*/ 2147483646 w 15"/>
              <a:gd name="T5" fmla="*/ 0 h 135"/>
              <a:gd name="T6" fmla="*/ 2147483646 w 15"/>
              <a:gd name="T7" fmla="*/ 0 h 135"/>
              <a:gd name="T8" fmla="*/ 0 w 15"/>
              <a:gd name="T9" fmla="*/ 2147483646 h 13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5"/>
              <a:gd name="T16" fmla="*/ 0 h 135"/>
              <a:gd name="T17" fmla="*/ 15 w 15"/>
              <a:gd name="T18" fmla="*/ 135 h 13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5" h="135">
                <a:moveTo>
                  <a:pt x="0" y="135"/>
                </a:moveTo>
                <a:lnTo>
                  <a:pt x="8" y="135"/>
                </a:lnTo>
                <a:lnTo>
                  <a:pt x="15" y="0"/>
                </a:lnTo>
                <a:lnTo>
                  <a:pt x="8" y="0"/>
                </a:lnTo>
                <a:lnTo>
                  <a:pt x="0" y="13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36" name="Rectangle 27">
            <a:extLst>
              <a:ext uri="{FF2B5EF4-FFF2-40B4-BE49-F238E27FC236}">
                <a16:creationId xmlns:a16="http://schemas.microsoft.com/office/drawing/2014/main" id="{C8682994-4F80-09E3-A441-9292F96DAA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1350" y="2170113"/>
            <a:ext cx="577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37" name="Rectangle 28">
            <a:extLst>
              <a:ext uri="{FF2B5EF4-FFF2-40B4-BE49-F238E27FC236}">
                <a16:creationId xmlns:a16="http://schemas.microsoft.com/office/drawing/2014/main" id="{6604D0B6-4658-2B47-5037-D3F38A4626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0088" y="2170113"/>
            <a:ext cx="1106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 i="1">
              <a:latin typeface="PT Sans" panose="020B0503020203020204" pitchFamily="34" charset="0"/>
            </a:endParaRPr>
          </a:p>
        </p:txBody>
      </p:sp>
      <p:sp>
        <p:nvSpPr>
          <p:cNvPr id="38938" name="Rectangle 29">
            <a:extLst>
              <a:ext uri="{FF2B5EF4-FFF2-40B4-BE49-F238E27FC236}">
                <a16:creationId xmlns:a16="http://schemas.microsoft.com/office/drawing/2014/main" id="{2E931BEF-9481-0482-3E6E-137E294E09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5663" y="2252664"/>
            <a:ext cx="59312" cy="169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100" i="1">
                <a:solidFill>
                  <a:srgbClr val="000000"/>
                </a:solidFill>
                <a:latin typeface="PT Sans" panose="020B0503020203020204" pitchFamily="34" charset="0"/>
              </a:rPr>
              <a:t>c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39" name="Rectangle 30">
            <a:extLst>
              <a:ext uri="{FF2B5EF4-FFF2-40B4-BE49-F238E27FC236}">
                <a16:creationId xmlns:a16="http://schemas.microsoft.com/office/drawing/2014/main" id="{9B08E83D-D00A-89AE-A7E8-E40F6888D8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1350" y="2646364"/>
            <a:ext cx="6893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40" name="Rectangle 31">
            <a:extLst>
              <a:ext uri="{FF2B5EF4-FFF2-40B4-BE49-F238E27FC236}">
                <a16:creationId xmlns:a16="http://schemas.microsoft.com/office/drawing/2014/main" id="{D33F4A82-238D-21B8-98A0-CF69838D8E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22788" y="2670175"/>
            <a:ext cx="1106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 i="1">
              <a:latin typeface="PT Sans" panose="020B0503020203020204" pitchFamily="34" charset="0"/>
            </a:endParaRPr>
          </a:p>
        </p:txBody>
      </p:sp>
      <p:sp>
        <p:nvSpPr>
          <p:cNvPr id="38941" name="Rectangle 32">
            <a:extLst>
              <a:ext uri="{FF2B5EF4-FFF2-40B4-BE49-F238E27FC236}">
                <a16:creationId xmlns:a16="http://schemas.microsoft.com/office/drawing/2014/main" id="{EAFD46B3-5728-16FD-C02F-D1128B8BD2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5663" y="2754314"/>
            <a:ext cx="62518" cy="169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100" i="1">
                <a:solidFill>
                  <a:srgbClr val="000000"/>
                </a:solidFill>
                <a:latin typeface="PT Sans" panose="020B0503020203020204" pitchFamily="34" charset="0"/>
              </a:rPr>
              <a:t>v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42" name="Rectangle 33">
            <a:extLst>
              <a:ext uri="{FF2B5EF4-FFF2-40B4-BE49-F238E27FC236}">
                <a16:creationId xmlns:a16="http://schemas.microsoft.com/office/drawing/2014/main" id="{456C9182-1162-366E-A945-0E7CF119E0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92450" y="2408238"/>
            <a:ext cx="1106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43" name="Rectangle 34">
            <a:extLst>
              <a:ext uri="{FF2B5EF4-FFF2-40B4-BE49-F238E27FC236}">
                <a16:creationId xmlns:a16="http://schemas.microsoft.com/office/drawing/2014/main" id="{244BE5AF-030E-1D73-D1EE-8B34A7DBD9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5325" y="2503489"/>
            <a:ext cx="69850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100" i="1">
                <a:solidFill>
                  <a:srgbClr val="000000"/>
                </a:solidFill>
                <a:latin typeface="PT Sans" panose="020B0503020203020204" pitchFamily="34" charset="0"/>
              </a:rPr>
              <a:t>g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44" name="Rectangle 35">
            <a:extLst>
              <a:ext uri="{FF2B5EF4-FFF2-40B4-BE49-F238E27FC236}">
                <a16:creationId xmlns:a16="http://schemas.microsoft.com/office/drawing/2014/main" id="{5FFBFCAE-1646-F797-3768-FFD0F42057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7875" y="2384426"/>
            <a:ext cx="12984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=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45" name="Rectangle 36">
            <a:extLst>
              <a:ext uri="{FF2B5EF4-FFF2-40B4-BE49-F238E27FC236}">
                <a16:creationId xmlns:a16="http://schemas.microsoft.com/office/drawing/2014/main" id="{DD99A493-DA97-847B-64B8-5DF576A651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3451" y="2408238"/>
            <a:ext cx="580287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>
                <a:solidFill>
                  <a:srgbClr val="000000"/>
                </a:solidFill>
                <a:latin typeface="PT Sans" panose="020B0503020203020204" pitchFamily="34" charset="0"/>
              </a:rPr>
              <a:t>1.1 eV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46" name="Rectangle 37">
            <a:extLst>
              <a:ext uri="{FF2B5EF4-FFF2-40B4-BE49-F238E27FC236}">
                <a16:creationId xmlns:a16="http://schemas.microsoft.com/office/drawing/2014/main" id="{B63D68B1-72D4-110E-DDFC-8336E03C8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9538" y="1357313"/>
            <a:ext cx="12700" cy="2381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47" name="Rectangle 38">
            <a:extLst>
              <a:ext uri="{FF2B5EF4-FFF2-40B4-BE49-F238E27FC236}">
                <a16:creationId xmlns:a16="http://schemas.microsoft.com/office/drawing/2014/main" id="{309E9900-659D-12E9-42C5-939B85FECD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6276" y="1357313"/>
            <a:ext cx="11113" cy="2381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48" name="Rectangle 39">
            <a:extLst>
              <a:ext uri="{FF2B5EF4-FFF2-40B4-BE49-F238E27FC236}">
                <a16:creationId xmlns:a16="http://schemas.microsoft.com/office/drawing/2014/main" id="{065BB928-DF7E-B717-B811-1EF9E84B8E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02239" y="1357313"/>
            <a:ext cx="1824037" cy="2381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49" name="Rectangle 40">
            <a:extLst>
              <a:ext uri="{FF2B5EF4-FFF2-40B4-BE49-F238E27FC236}">
                <a16:creationId xmlns:a16="http://schemas.microsoft.com/office/drawing/2014/main" id="{7C68426F-6ECD-3361-675C-B30BB6D154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8426" y="2814638"/>
            <a:ext cx="11113" cy="2381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50" name="Rectangle 41">
            <a:extLst>
              <a:ext uri="{FF2B5EF4-FFF2-40B4-BE49-F238E27FC236}">
                <a16:creationId xmlns:a16="http://schemas.microsoft.com/office/drawing/2014/main" id="{E8050298-372F-1395-3EC9-D633F17549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02463" y="2814638"/>
            <a:ext cx="11112" cy="2381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51" name="Rectangle 42">
            <a:extLst>
              <a:ext uri="{FF2B5EF4-FFF2-40B4-BE49-F238E27FC236}">
                <a16:creationId xmlns:a16="http://schemas.microsoft.com/office/drawing/2014/main" id="{56C78697-46C5-DBCB-C262-762C174E17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9539" y="2814638"/>
            <a:ext cx="1812925" cy="2381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52" name="Rectangle 43">
            <a:extLst>
              <a:ext uri="{FF2B5EF4-FFF2-40B4-BE49-F238E27FC236}">
                <a16:creationId xmlns:a16="http://schemas.microsoft.com/office/drawing/2014/main" id="{194C1588-4125-E104-8D6E-C56ABA5966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0688" y="2682876"/>
            <a:ext cx="11112" cy="13176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53" name="Freeform 44">
            <a:extLst>
              <a:ext uri="{FF2B5EF4-FFF2-40B4-BE49-F238E27FC236}">
                <a16:creationId xmlns:a16="http://schemas.microsoft.com/office/drawing/2014/main" id="{AE9144C6-B8C4-AA3B-E9A6-7C9CBBC4C3B0}"/>
              </a:ext>
            </a:extLst>
          </p:cNvPr>
          <p:cNvSpPr>
            <a:spLocks/>
          </p:cNvSpPr>
          <p:nvPr/>
        </p:nvSpPr>
        <p:spPr bwMode="auto">
          <a:xfrm>
            <a:off x="5500689" y="2682875"/>
            <a:ext cx="47625" cy="179388"/>
          </a:xfrm>
          <a:custGeom>
            <a:avLst/>
            <a:gdLst>
              <a:gd name="T0" fmla="*/ 2147483646 w 30"/>
              <a:gd name="T1" fmla="*/ 0 h 113"/>
              <a:gd name="T2" fmla="*/ 2147483646 w 30"/>
              <a:gd name="T3" fmla="*/ 0 h 113"/>
              <a:gd name="T4" fmla="*/ 0 w 30"/>
              <a:gd name="T5" fmla="*/ 2147483646 h 113"/>
              <a:gd name="T6" fmla="*/ 0 w 30"/>
              <a:gd name="T7" fmla="*/ 2147483646 h 113"/>
              <a:gd name="T8" fmla="*/ 2147483646 w 30"/>
              <a:gd name="T9" fmla="*/ 2147483646 h 113"/>
              <a:gd name="T10" fmla="*/ 2147483646 w 30"/>
              <a:gd name="T11" fmla="*/ 2147483646 h 113"/>
              <a:gd name="T12" fmla="*/ 2147483646 w 30"/>
              <a:gd name="T13" fmla="*/ 0 h 113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0"/>
              <a:gd name="T22" fmla="*/ 0 h 113"/>
              <a:gd name="T23" fmla="*/ 30 w 30"/>
              <a:gd name="T24" fmla="*/ 113 h 113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0" h="113">
                <a:moveTo>
                  <a:pt x="30" y="0"/>
                </a:moveTo>
                <a:lnTo>
                  <a:pt x="22" y="0"/>
                </a:lnTo>
                <a:lnTo>
                  <a:pt x="0" y="83"/>
                </a:lnTo>
                <a:lnTo>
                  <a:pt x="7" y="113"/>
                </a:lnTo>
                <a:lnTo>
                  <a:pt x="7" y="83"/>
                </a:lnTo>
                <a:lnTo>
                  <a:pt x="3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54" name="Freeform 45">
            <a:extLst>
              <a:ext uri="{FF2B5EF4-FFF2-40B4-BE49-F238E27FC236}">
                <a16:creationId xmlns:a16="http://schemas.microsoft.com/office/drawing/2014/main" id="{3D754E07-C3F0-2753-B61C-A1D52FC30457}"/>
              </a:ext>
            </a:extLst>
          </p:cNvPr>
          <p:cNvSpPr>
            <a:spLocks/>
          </p:cNvSpPr>
          <p:nvPr/>
        </p:nvSpPr>
        <p:spPr bwMode="auto">
          <a:xfrm>
            <a:off x="5464176" y="2682876"/>
            <a:ext cx="47625" cy="131763"/>
          </a:xfrm>
          <a:custGeom>
            <a:avLst/>
            <a:gdLst>
              <a:gd name="T0" fmla="*/ 2147483646 w 30"/>
              <a:gd name="T1" fmla="*/ 2147483646 h 83"/>
              <a:gd name="T2" fmla="*/ 2147483646 w 30"/>
              <a:gd name="T3" fmla="*/ 2147483646 h 83"/>
              <a:gd name="T4" fmla="*/ 2147483646 w 30"/>
              <a:gd name="T5" fmla="*/ 0 h 83"/>
              <a:gd name="T6" fmla="*/ 0 w 30"/>
              <a:gd name="T7" fmla="*/ 0 h 83"/>
              <a:gd name="T8" fmla="*/ 2147483646 w 30"/>
              <a:gd name="T9" fmla="*/ 2147483646 h 8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0"/>
              <a:gd name="T16" fmla="*/ 0 h 83"/>
              <a:gd name="T17" fmla="*/ 30 w 30"/>
              <a:gd name="T18" fmla="*/ 83 h 8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0" h="83">
                <a:moveTo>
                  <a:pt x="23" y="83"/>
                </a:moveTo>
                <a:lnTo>
                  <a:pt x="30" y="83"/>
                </a:lnTo>
                <a:lnTo>
                  <a:pt x="8" y="0"/>
                </a:lnTo>
                <a:lnTo>
                  <a:pt x="0" y="0"/>
                </a:lnTo>
                <a:lnTo>
                  <a:pt x="23" y="83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55" name="Rectangle 46">
            <a:extLst>
              <a:ext uri="{FF2B5EF4-FFF2-40B4-BE49-F238E27FC236}">
                <a16:creationId xmlns:a16="http://schemas.microsoft.com/office/drawing/2014/main" id="{DF3C4ECD-9389-0CA9-1121-956F815E36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1800" y="1381125"/>
            <a:ext cx="12700" cy="1206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56" name="Freeform 47">
            <a:extLst>
              <a:ext uri="{FF2B5EF4-FFF2-40B4-BE49-F238E27FC236}">
                <a16:creationId xmlns:a16="http://schemas.microsoft.com/office/drawing/2014/main" id="{B50FA0CF-BB05-C6E7-144A-A0A3A40464B2}"/>
              </a:ext>
            </a:extLst>
          </p:cNvPr>
          <p:cNvSpPr>
            <a:spLocks/>
          </p:cNvSpPr>
          <p:nvPr/>
        </p:nvSpPr>
        <p:spPr bwMode="auto">
          <a:xfrm>
            <a:off x="5476876" y="1346201"/>
            <a:ext cx="47625" cy="155575"/>
          </a:xfrm>
          <a:custGeom>
            <a:avLst/>
            <a:gdLst>
              <a:gd name="T0" fmla="*/ 0 w 30"/>
              <a:gd name="T1" fmla="*/ 2147483646 h 98"/>
              <a:gd name="T2" fmla="*/ 2147483646 w 30"/>
              <a:gd name="T3" fmla="*/ 2147483646 h 98"/>
              <a:gd name="T4" fmla="*/ 2147483646 w 30"/>
              <a:gd name="T5" fmla="*/ 2147483646 h 98"/>
              <a:gd name="T6" fmla="*/ 2147483646 w 30"/>
              <a:gd name="T7" fmla="*/ 2147483646 h 98"/>
              <a:gd name="T8" fmla="*/ 2147483646 w 30"/>
              <a:gd name="T9" fmla="*/ 0 h 98"/>
              <a:gd name="T10" fmla="*/ 2147483646 w 30"/>
              <a:gd name="T11" fmla="*/ 2147483646 h 98"/>
              <a:gd name="T12" fmla="*/ 0 w 30"/>
              <a:gd name="T13" fmla="*/ 2147483646 h 9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0"/>
              <a:gd name="T22" fmla="*/ 0 h 98"/>
              <a:gd name="T23" fmla="*/ 30 w 30"/>
              <a:gd name="T24" fmla="*/ 98 h 9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0" h="98">
                <a:moveTo>
                  <a:pt x="0" y="98"/>
                </a:moveTo>
                <a:lnTo>
                  <a:pt x="7" y="98"/>
                </a:lnTo>
                <a:lnTo>
                  <a:pt x="30" y="22"/>
                </a:lnTo>
                <a:lnTo>
                  <a:pt x="22" y="0"/>
                </a:lnTo>
                <a:lnTo>
                  <a:pt x="22" y="22"/>
                </a:lnTo>
                <a:lnTo>
                  <a:pt x="0" y="9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57" name="Freeform 48">
            <a:extLst>
              <a:ext uri="{FF2B5EF4-FFF2-40B4-BE49-F238E27FC236}">
                <a16:creationId xmlns:a16="http://schemas.microsoft.com/office/drawing/2014/main" id="{2BFD70EE-6417-F803-7853-B9493984A9AB}"/>
              </a:ext>
            </a:extLst>
          </p:cNvPr>
          <p:cNvSpPr>
            <a:spLocks/>
          </p:cNvSpPr>
          <p:nvPr/>
        </p:nvSpPr>
        <p:spPr bwMode="auto">
          <a:xfrm>
            <a:off x="5511801" y="1381125"/>
            <a:ext cx="47625" cy="120650"/>
          </a:xfrm>
          <a:custGeom>
            <a:avLst/>
            <a:gdLst>
              <a:gd name="T0" fmla="*/ 2147483646 w 30"/>
              <a:gd name="T1" fmla="*/ 0 h 76"/>
              <a:gd name="T2" fmla="*/ 0 w 30"/>
              <a:gd name="T3" fmla="*/ 0 h 76"/>
              <a:gd name="T4" fmla="*/ 2147483646 w 30"/>
              <a:gd name="T5" fmla="*/ 2147483646 h 76"/>
              <a:gd name="T6" fmla="*/ 2147483646 w 30"/>
              <a:gd name="T7" fmla="*/ 2147483646 h 76"/>
              <a:gd name="T8" fmla="*/ 2147483646 w 30"/>
              <a:gd name="T9" fmla="*/ 0 h 7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0"/>
              <a:gd name="T16" fmla="*/ 0 h 76"/>
              <a:gd name="T17" fmla="*/ 30 w 30"/>
              <a:gd name="T18" fmla="*/ 76 h 7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0" h="76">
                <a:moveTo>
                  <a:pt x="8" y="0"/>
                </a:moveTo>
                <a:lnTo>
                  <a:pt x="0" y="0"/>
                </a:lnTo>
                <a:lnTo>
                  <a:pt x="23" y="76"/>
                </a:lnTo>
                <a:lnTo>
                  <a:pt x="30" y="76"/>
                </a:lnTo>
                <a:lnTo>
                  <a:pt x="8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58" name="Rectangle 49">
            <a:extLst>
              <a:ext uri="{FF2B5EF4-FFF2-40B4-BE49-F238E27FC236}">
                <a16:creationId xmlns:a16="http://schemas.microsoft.com/office/drawing/2014/main" id="{15203334-0D1D-B471-25C5-BE467494C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1800" y="2682875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59" name="Rectangle 50">
            <a:extLst>
              <a:ext uri="{FF2B5EF4-FFF2-40B4-BE49-F238E27FC236}">
                <a16:creationId xmlns:a16="http://schemas.microsoft.com/office/drawing/2014/main" id="{72A32620-FF93-2E99-334D-4AD6E6E59A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1800" y="1501775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60" name="Rectangle 51">
            <a:extLst>
              <a:ext uri="{FF2B5EF4-FFF2-40B4-BE49-F238E27FC236}">
                <a16:creationId xmlns:a16="http://schemas.microsoft.com/office/drawing/2014/main" id="{BF370267-FC57-9C3E-AEF5-1D9C75E166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1800" y="1501775"/>
            <a:ext cx="12700" cy="11811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61" name="Rectangle 52">
            <a:extLst>
              <a:ext uri="{FF2B5EF4-FFF2-40B4-BE49-F238E27FC236}">
                <a16:creationId xmlns:a16="http://schemas.microsoft.com/office/drawing/2014/main" id="{C739FE4B-B054-5C1A-8BF5-C07C8B9598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02463" y="1227138"/>
            <a:ext cx="577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62" name="Rectangle 53">
            <a:extLst>
              <a:ext uri="{FF2B5EF4-FFF2-40B4-BE49-F238E27FC236}">
                <a16:creationId xmlns:a16="http://schemas.microsoft.com/office/drawing/2014/main" id="{D22C25DE-A1EB-B2A9-5B73-86CEA472D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61200" y="1227138"/>
            <a:ext cx="1106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 i="1">
              <a:latin typeface="PT Sans" panose="020B0503020203020204" pitchFamily="34" charset="0"/>
            </a:endParaRPr>
          </a:p>
        </p:txBody>
      </p:sp>
      <p:sp>
        <p:nvSpPr>
          <p:cNvPr id="38963" name="Rectangle 54">
            <a:extLst>
              <a:ext uri="{FF2B5EF4-FFF2-40B4-BE49-F238E27FC236}">
                <a16:creationId xmlns:a16="http://schemas.microsoft.com/office/drawing/2014/main" id="{413C28A8-7F45-641B-3DAC-3B2DD96E6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6776" y="1322389"/>
            <a:ext cx="59312" cy="169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100" i="1">
                <a:solidFill>
                  <a:srgbClr val="000000"/>
                </a:solidFill>
                <a:latin typeface="PT Sans" panose="020B0503020203020204" pitchFamily="34" charset="0"/>
              </a:rPr>
              <a:t>c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64" name="Rectangle 55">
            <a:extLst>
              <a:ext uri="{FF2B5EF4-FFF2-40B4-BE49-F238E27FC236}">
                <a16:creationId xmlns:a16="http://schemas.microsoft.com/office/drawing/2014/main" id="{EE20C344-1453-728E-1ABE-50365C8113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00" y="1966913"/>
            <a:ext cx="1106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 i="1">
              <a:latin typeface="PT Sans" panose="020B0503020203020204" pitchFamily="34" charset="0"/>
            </a:endParaRPr>
          </a:p>
        </p:txBody>
      </p:sp>
      <p:sp>
        <p:nvSpPr>
          <p:cNvPr id="38965" name="Rectangle 56">
            <a:extLst>
              <a:ext uri="{FF2B5EF4-FFF2-40B4-BE49-F238E27FC236}">
                <a16:creationId xmlns:a16="http://schemas.microsoft.com/office/drawing/2014/main" id="{FCA82E19-29CC-FD8F-7535-FF2A6C1771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8988" y="2062164"/>
            <a:ext cx="69850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100" i="1">
                <a:solidFill>
                  <a:srgbClr val="000000"/>
                </a:solidFill>
                <a:latin typeface="PT Sans" panose="020B0503020203020204" pitchFamily="34" charset="0"/>
              </a:rPr>
              <a:t>g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66" name="Rectangle 57">
            <a:extLst>
              <a:ext uri="{FF2B5EF4-FFF2-40B4-BE49-F238E27FC236}">
                <a16:creationId xmlns:a16="http://schemas.microsoft.com/office/drawing/2014/main" id="{E355F42C-7E7B-AE26-4D3E-A750BE5350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1943101"/>
            <a:ext cx="19877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=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67" name="Rectangle 58">
            <a:extLst>
              <a:ext uri="{FF2B5EF4-FFF2-40B4-BE49-F238E27FC236}">
                <a16:creationId xmlns:a16="http://schemas.microsoft.com/office/drawing/2014/main" id="{FA3710A2-3852-255C-B2E4-77AFC09BE6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7439" y="1966913"/>
            <a:ext cx="416781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>
                <a:solidFill>
                  <a:srgbClr val="000000"/>
                </a:solidFill>
                <a:latin typeface="PT Sans" panose="020B0503020203020204" pitchFamily="34" charset="0"/>
              </a:rPr>
              <a:t>9 eV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68" name="Rectangle 59">
            <a:extLst>
              <a:ext uri="{FF2B5EF4-FFF2-40B4-BE49-F238E27FC236}">
                <a16:creationId xmlns:a16="http://schemas.microsoft.com/office/drawing/2014/main" id="{36DBC1D5-EB5E-3FCE-B022-74C18BE44B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64463" y="2825751"/>
            <a:ext cx="12700" cy="238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69" name="Rectangle 60">
            <a:extLst>
              <a:ext uri="{FF2B5EF4-FFF2-40B4-BE49-F238E27FC236}">
                <a16:creationId xmlns:a16="http://schemas.microsoft.com/office/drawing/2014/main" id="{F972F09B-B786-7226-68B4-A3035328DA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36063" y="2825751"/>
            <a:ext cx="11112" cy="238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70" name="Rectangle 61">
            <a:extLst>
              <a:ext uri="{FF2B5EF4-FFF2-40B4-BE49-F238E27FC236}">
                <a16:creationId xmlns:a16="http://schemas.microsoft.com/office/drawing/2014/main" id="{DB743B6A-EA9B-A576-9BA4-77BE6D84D5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7163" y="2825751"/>
            <a:ext cx="1358900" cy="238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71" name="Rectangle 62">
            <a:extLst>
              <a:ext uri="{FF2B5EF4-FFF2-40B4-BE49-F238E27FC236}">
                <a16:creationId xmlns:a16="http://schemas.microsoft.com/office/drawing/2014/main" id="{9253169A-6AC0-A83F-7156-2A6F6AB1A3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64463" y="2049463"/>
            <a:ext cx="12700" cy="2381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72" name="Rectangle 63">
            <a:extLst>
              <a:ext uri="{FF2B5EF4-FFF2-40B4-BE49-F238E27FC236}">
                <a16:creationId xmlns:a16="http://schemas.microsoft.com/office/drawing/2014/main" id="{488486CF-65DD-6785-289E-97E7BB7390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36063" y="2049463"/>
            <a:ext cx="11112" cy="2381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73" name="Rectangle 64">
            <a:extLst>
              <a:ext uri="{FF2B5EF4-FFF2-40B4-BE49-F238E27FC236}">
                <a16:creationId xmlns:a16="http://schemas.microsoft.com/office/drawing/2014/main" id="{033E0DCB-B6A1-82B9-C44E-FC59408820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7163" y="2049463"/>
            <a:ext cx="1358900" cy="2381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74" name="Rectangle 65">
            <a:extLst>
              <a:ext uri="{FF2B5EF4-FFF2-40B4-BE49-F238E27FC236}">
                <a16:creationId xmlns:a16="http://schemas.microsoft.com/office/drawing/2014/main" id="{8CF0E4A3-44B3-C62B-E0BC-F4D560329E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10538" y="2097088"/>
            <a:ext cx="512961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empty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75" name="Rectangle 66">
            <a:extLst>
              <a:ext uri="{FF2B5EF4-FFF2-40B4-BE49-F238E27FC236}">
                <a16:creationId xmlns:a16="http://schemas.microsoft.com/office/drawing/2014/main" id="{37AB8A35-E6D0-0D54-DBBB-E97DEFB38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2263" y="3433763"/>
            <a:ext cx="154529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Si (Semiconductor)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76" name="Rectangle 67">
            <a:extLst>
              <a:ext uri="{FF2B5EF4-FFF2-40B4-BE49-F238E27FC236}">
                <a16:creationId xmlns:a16="http://schemas.microsoft.com/office/drawing/2014/main" id="{290B6F95-FDCE-2366-49C4-502B368A6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2913" y="3422650"/>
            <a:ext cx="347852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 SiO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77" name="Rectangle 68">
            <a:extLst>
              <a:ext uri="{FF2B5EF4-FFF2-40B4-BE49-F238E27FC236}">
                <a16:creationId xmlns:a16="http://schemas.microsoft.com/office/drawing/2014/main" id="{CA2EC891-B210-B268-E1EF-3BC0C9BFA1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7400" y="3581400"/>
            <a:ext cx="83356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>
                <a:solidFill>
                  <a:srgbClr val="000000"/>
                </a:solidFill>
                <a:latin typeface="PT Sans" panose="020B0503020203020204" pitchFamily="34" charset="0"/>
              </a:rPr>
              <a:t>2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78" name="Rectangle 69">
            <a:extLst>
              <a:ext uri="{FF2B5EF4-FFF2-40B4-BE49-F238E27FC236}">
                <a16:creationId xmlns:a16="http://schemas.microsoft.com/office/drawing/2014/main" id="{B6CFCDEA-C789-79CC-A545-6088B189E5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0751" y="3422650"/>
            <a:ext cx="843180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(Insulator)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79" name="Rectangle 70">
            <a:extLst>
              <a:ext uri="{FF2B5EF4-FFF2-40B4-BE49-F238E27FC236}">
                <a16:creationId xmlns:a16="http://schemas.microsoft.com/office/drawing/2014/main" id="{ED03DF1E-A1B8-47BE-E9A0-EED6E30F6F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4500" y="3398838"/>
            <a:ext cx="89928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 Conductor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80" name="Rectangle 71">
            <a:extLst>
              <a:ext uri="{FF2B5EF4-FFF2-40B4-BE49-F238E27FC236}">
                <a16:creationId xmlns:a16="http://schemas.microsoft.com/office/drawing/2014/main" id="{0230D7EC-6E85-AF45-7B72-93B407DE06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39263" y="2670175"/>
            <a:ext cx="1106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81" name="Rectangle 72">
            <a:extLst>
              <a:ext uri="{FF2B5EF4-FFF2-40B4-BE49-F238E27FC236}">
                <a16:creationId xmlns:a16="http://schemas.microsoft.com/office/drawing/2014/main" id="{7B7828FA-9460-7B1F-EBE2-D2261F5D5D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3251" y="2754314"/>
            <a:ext cx="59312" cy="169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100" i="1">
                <a:solidFill>
                  <a:srgbClr val="000000"/>
                </a:solidFill>
                <a:latin typeface="PT Sans" panose="020B0503020203020204" pitchFamily="34" charset="0"/>
              </a:rPr>
              <a:t>c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82" name="Rectangle 73">
            <a:extLst>
              <a:ext uri="{FF2B5EF4-FFF2-40B4-BE49-F238E27FC236}">
                <a16:creationId xmlns:a16="http://schemas.microsoft.com/office/drawing/2014/main" id="{2D1428C2-863B-5D11-949C-EB869435A3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64464" y="2419350"/>
            <a:ext cx="1406525" cy="419100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83" name="Rectangle 74">
            <a:extLst>
              <a:ext uri="{FF2B5EF4-FFF2-40B4-BE49-F238E27FC236}">
                <a16:creationId xmlns:a16="http://schemas.microsoft.com/office/drawing/2014/main" id="{6842CBFF-5A3F-6C81-0C00-87C6BEAA70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0038" y="2289176"/>
            <a:ext cx="11112" cy="130175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84" name="Freeform 75">
            <a:extLst>
              <a:ext uri="{FF2B5EF4-FFF2-40B4-BE49-F238E27FC236}">
                <a16:creationId xmlns:a16="http://schemas.microsoft.com/office/drawing/2014/main" id="{6AE2A383-9360-D73F-B66B-B5BC0826BBAE}"/>
              </a:ext>
            </a:extLst>
          </p:cNvPr>
          <p:cNvSpPr>
            <a:spLocks/>
          </p:cNvSpPr>
          <p:nvPr/>
        </p:nvSpPr>
        <p:spPr bwMode="auto">
          <a:xfrm>
            <a:off x="7920039" y="2289175"/>
            <a:ext cx="47625" cy="179388"/>
          </a:xfrm>
          <a:custGeom>
            <a:avLst/>
            <a:gdLst>
              <a:gd name="T0" fmla="*/ 2147483646 w 30"/>
              <a:gd name="T1" fmla="*/ 0 h 113"/>
              <a:gd name="T2" fmla="*/ 2147483646 w 30"/>
              <a:gd name="T3" fmla="*/ 0 h 113"/>
              <a:gd name="T4" fmla="*/ 0 w 30"/>
              <a:gd name="T5" fmla="*/ 2147483646 h 113"/>
              <a:gd name="T6" fmla="*/ 0 w 30"/>
              <a:gd name="T7" fmla="*/ 2147483646 h 113"/>
              <a:gd name="T8" fmla="*/ 2147483646 w 30"/>
              <a:gd name="T9" fmla="*/ 2147483646 h 113"/>
              <a:gd name="T10" fmla="*/ 2147483646 w 30"/>
              <a:gd name="T11" fmla="*/ 2147483646 h 113"/>
              <a:gd name="T12" fmla="*/ 2147483646 w 30"/>
              <a:gd name="T13" fmla="*/ 0 h 113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0"/>
              <a:gd name="T22" fmla="*/ 0 h 113"/>
              <a:gd name="T23" fmla="*/ 30 w 30"/>
              <a:gd name="T24" fmla="*/ 113 h 113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0" h="113">
                <a:moveTo>
                  <a:pt x="30" y="0"/>
                </a:moveTo>
                <a:lnTo>
                  <a:pt x="23" y="0"/>
                </a:lnTo>
                <a:lnTo>
                  <a:pt x="0" y="82"/>
                </a:lnTo>
                <a:lnTo>
                  <a:pt x="7" y="113"/>
                </a:lnTo>
                <a:lnTo>
                  <a:pt x="7" y="82"/>
                </a:lnTo>
                <a:lnTo>
                  <a:pt x="3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85" name="Freeform 76">
            <a:extLst>
              <a:ext uri="{FF2B5EF4-FFF2-40B4-BE49-F238E27FC236}">
                <a16:creationId xmlns:a16="http://schemas.microsoft.com/office/drawing/2014/main" id="{C6AFEE7C-F1CB-DBBD-7E1A-B3202E922009}"/>
              </a:ext>
            </a:extLst>
          </p:cNvPr>
          <p:cNvSpPr>
            <a:spLocks/>
          </p:cNvSpPr>
          <p:nvPr/>
        </p:nvSpPr>
        <p:spPr bwMode="auto">
          <a:xfrm>
            <a:off x="7883526" y="2289176"/>
            <a:ext cx="47625" cy="130175"/>
          </a:xfrm>
          <a:custGeom>
            <a:avLst/>
            <a:gdLst>
              <a:gd name="T0" fmla="*/ 2147483646 w 30"/>
              <a:gd name="T1" fmla="*/ 2147483646 h 82"/>
              <a:gd name="T2" fmla="*/ 2147483646 w 30"/>
              <a:gd name="T3" fmla="*/ 2147483646 h 82"/>
              <a:gd name="T4" fmla="*/ 2147483646 w 30"/>
              <a:gd name="T5" fmla="*/ 0 h 82"/>
              <a:gd name="T6" fmla="*/ 0 w 30"/>
              <a:gd name="T7" fmla="*/ 0 h 82"/>
              <a:gd name="T8" fmla="*/ 2147483646 w 30"/>
              <a:gd name="T9" fmla="*/ 2147483646 h 8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0"/>
              <a:gd name="T16" fmla="*/ 0 h 82"/>
              <a:gd name="T17" fmla="*/ 30 w 30"/>
              <a:gd name="T18" fmla="*/ 82 h 8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0" h="82">
                <a:moveTo>
                  <a:pt x="23" y="82"/>
                </a:moveTo>
                <a:lnTo>
                  <a:pt x="30" y="82"/>
                </a:lnTo>
                <a:lnTo>
                  <a:pt x="8" y="0"/>
                </a:lnTo>
                <a:lnTo>
                  <a:pt x="0" y="0"/>
                </a:lnTo>
                <a:lnTo>
                  <a:pt x="23" y="82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86" name="Rectangle 77">
            <a:extLst>
              <a:ext uri="{FF2B5EF4-FFF2-40B4-BE49-F238E27FC236}">
                <a16:creationId xmlns:a16="http://schemas.microsoft.com/office/drawing/2014/main" id="{CBD3215B-EAD9-EF1F-FB72-4687D53F6F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073275"/>
            <a:ext cx="12700" cy="1206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87" name="Freeform 78">
            <a:extLst>
              <a:ext uri="{FF2B5EF4-FFF2-40B4-BE49-F238E27FC236}">
                <a16:creationId xmlns:a16="http://schemas.microsoft.com/office/drawing/2014/main" id="{6A566A51-4B63-4230-E168-F46CF509953C}"/>
              </a:ext>
            </a:extLst>
          </p:cNvPr>
          <p:cNvSpPr>
            <a:spLocks/>
          </p:cNvSpPr>
          <p:nvPr/>
        </p:nvSpPr>
        <p:spPr bwMode="auto">
          <a:xfrm>
            <a:off x="7896226" y="2038351"/>
            <a:ext cx="47625" cy="155575"/>
          </a:xfrm>
          <a:custGeom>
            <a:avLst/>
            <a:gdLst>
              <a:gd name="T0" fmla="*/ 0 w 30"/>
              <a:gd name="T1" fmla="*/ 2147483646 h 98"/>
              <a:gd name="T2" fmla="*/ 2147483646 w 30"/>
              <a:gd name="T3" fmla="*/ 2147483646 h 98"/>
              <a:gd name="T4" fmla="*/ 2147483646 w 30"/>
              <a:gd name="T5" fmla="*/ 2147483646 h 98"/>
              <a:gd name="T6" fmla="*/ 2147483646 w 30"/>
              <a:gd name="T7" fmla="*/ 2147483646 h 98"/>
              <a:gd name="T8" fmla="*/ 2147483646 w 30"/>
              <a:gd name="T9" fmla="*/ 0 h 98"/>
              <a:gd name="T10" fmla="*/ 2147483646 w 30"/>
              <a:gd name="T11" fmla="*/ 2147483646 h 98"/>
              <a:gd name="T12" fmla="*/ 0 w 30"/>
              <a:gd name="T13" fmla="*/ 2147483646 h 9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0"/>
              <a:gd name="T22" fmla="*/ 0 h 98"/>
              <a:gd name="T23" fmla="*/ 30 w 30"/>
              <a:gd name="T24" fmla="*/ 98 h 9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0" h="98">
                <a:moveTo>
                  <a:pt x="0" y="98"/>
                </a:moveTo>
                <a:lnTo>
                  <a:pt x="7" y="98"/>
                </a:lnTo>
                <a:lnTo>
                  <a:pt x="30" y="22"/>
                </a:lnTo>
                <a:lnTo>
                  <a:pt x="22" y="0"/>
                </a:lnTo>
                <a:lnTo>
                  <a:pt x="22" y="22"/>
                </a:lnTo>
                <a:lnTo>
                  <a:pt x="0" y="9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88" name="Freeform 79">
            <a:extLst>
              <a:ext uri="{FF2B5EF4-FFF2-40B4-BE49-F238E27FC236}">
                <a16:creationId xmlns:a16="http://schemas.microsoft.com/office/drawing/2014/main" id="{81EA1009-8857-51AB-3742-E5860ABD3560}"/>
              </a:ext>
            </a:extLst>
          </p:cNvPr>
          <p:cNvSpPr>
            <a:spLocks/>
          </p:cNvSpPr>
          <p:nvPr/>
        </p:nvSpPr>
        <p:spPr bwMode="auto">
          <a:xfrm>
            <a:off x="7931151" y="2073275"/>
            <a:ext cx="49213" cy="120650"/>
          </a:xfrm>
          <a:custGeom>
            <a:avLst/>
            <a:gdLst>
              <a:gd name="T0" fmla="*/ 2147483646 w 31"/>
              <a:gd name="T1" fmla="*/ 0 h 76"/>
              <a:gd name="T2" fmla="*/ 0 w 31"/>
              <a:gd name="T3" fmla="*/ 0 h 76"/>
              <a:gd name="T4" fmla="*/ 2147483646 w 31"/>
              <a:gd name="T5" fmla="*/ 2147483646 h 76"/>
              <a:gd name="T6" fmla="*/ 2147483646 w 31"/>
              <a:gd name="T7" fmla="*/ 2147483646 h 76"/>
              <a:gd name="T8" fmla="*/ 2147483646 w 31"/>
              <a:gd name="T9" fmla="*/ 0 h 7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1"/>
              <a:gd name="T16" fmla="*/ 0 h 76"/>
              <a:gd name="T17" fmla="*/ 31 w 31"/>
              <a:gd name="T18" fmla="*/ 76 h 7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1" h="76">
                <a:moveTo>
                  <a:pt x="8" y="0"/>
                </a:moveTo>
                <a:lnTo>
                  <a:pt x="0" y="0"/>
                </a:lnTo>
                <a:lnTo>
                  <a:pt x="23" y="76"/>
                </a:lnTo>
                <a:lnTo>
                  <a:pt x="31" y="76"/>
                </a:lnTo>
                <a:lnTo>
                  <a:pt x="8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89" name="Rectangle 80">
            <a:extLst>
              <a:ext uri="{FF2B5EF4-FFF2-40B4-BE49-F238E27FC236}">
                <a16:creationId xmlns:a16="http://schemas.microsoft.com/office/drawing/2014/main" id="{2C22D0F7-EA48-D950-7ADF-763FF1F5C5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289175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90" name="Rectangle 81">
            <a:extLst>
              <a:ext uri="{FF2B5EF4-FFF2-40B4-BE49-F238E27FC236}">
                <a16:creationId xmlns:a16="http://schemas.microsoft.com/office/drawing/2014/main" id="{A4735526-1E9A-90C8-8508-BF32893476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193925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91" name="Rectangle 82">
            <a:extLst>
              <a:ext uri="{FF2B5EF4-FFF2-40B4-BE49-F238E27FC236}">
                <a16:creationId xmlns:a16="http://schemas.microsoft.com/office/drawing/2014/main" id="{A82793B8-E519-A8D0-89ED-CDC7B5116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193925"/>
            <a:ext cx="12700" cy="952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92" name="Rectangle 83">
            <a:extLst>
              <a:ext uri="{FF2B5EF4-FFF2-40B4-BE49-F238E27FC236}">
                <a16:creationId xmlns:a16="http://schemas.microsoft.com/office/drawing/2014/main" id="{DFAB4217-134B-4D35-7E07-7EE84CE00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419350"/>
            <a:ext cx="12700" cy="1206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93" name="Freeform 84">
            <a:extLst>
              <a:ext uri="{FF2B5EF4-FFF2-40B4-BE49-F238E27FC236}">
                <a16:creationId xmlns:a16="http://schemas.microsoft.com/office/drawing/2014/main" id="{C3B8F67B-9655-98BE-221B-851E515076D5}"/>
              </a:ext>
            </a:extLst>
          </p:cNvPr>
          <p:cNvSpPr>
            <a:spLocks/>
          </p:cNvSpPr>
          <p:nvPr/>
        </p:nvSpPr>
        <p:spPr bwMode="auto">
          <a:xfrm>
            <a:off x="7896226" y="2384426"/>
            <a:ext cx="47625" cy="155575"/>
          </a:xfrm>
          <a:custGeom>
            <a:avLst/>
            <a:gdLst>
              <a:gd name="T0" fmla="*/ 0 w 30"/>
              <a:gd name="T1" fmla="*/ 2147483646 h 98"/>
              <a:gd name="T2" fmla="*/ 2147483646 w 30"/>
              <a:gd name="T3" fmla="*/ 2147483646 h 98"/>
              <a:gd name="T4" fmla="*/ 2147483646 w 30"/>
              <a:gd name="T5" fmla="*/ 2147483646 h 98"/>
              <a:gd name="T6" fmla="*/ 2147483646 w 30"/>
              <a:gd name="T7" fmla="*/ 2147483646 h 98"/>
              <a:gd name="T8" fmla="*/ 2147483646 w 30"/>
              <a:gd name="T9" fmla="*/ 0 h 98"/>
              <a:gd name="T10" fmla="*/ 2147483646 w 30"/>
              <a:gd name="T11" fmla="*/ 2147483646 h 98"/>
              <a:gd name="T12" fmla="*/ 0 w 30"/>
              <a:gd name="T13" fmla="*/ 2147483646 h 9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0"/>
              <a:gd name="T22" fmla="*/ 0 h 98"/>
              <a:gd name="T23" fmla="*/ 30 w 30"/>
              <a:gd name="T24" fmla="*/ 98 h 9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0" h="98">
                <a:moveTo>
                  <a:pt x="0" y="98"/>
                </a:moveTo>
                <a:lnTo>
                  <a:pt x="7" y="98"/>
                </a:lnTo>
                <a:lnTo>
                  <a:pt x="30" y="22"/>
                </a:lnTo>
                <a:lnTo>
                  <a:pt x="22" y="0"/>
                </a:lnTo>
                <a:lnTo>
                  <a:pt x="22" y="22"/>
                </a:lnTo>
                <a:lnTo>
                  <a:pt x="0" y="9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94" name="Freeform 85">
            <a:extLst>
              <a:ext uri="{FF2B5EF4-FFF2-40B4-BE49-F238E27FC236}">
                <a16:creationId xmlns:a16="http://schemas.microsoft.com/office/drawing/2014/main" id="{1EA3341E-7EF1-0BF0-DF83-C799A64AF242}"/>
              </a:ext>
            </a:extLst>
          </p:cNvPr>
          <p:cNvSpPr>
            <a:spLocks/>
          </p:cNvSpPr>
          <p:nvPr/>
        </p:nvSpPr>
        <p:spPr bwMode="auto">
          <a:xfrm>
            <a:off x="7931151" y="2419350"/>
            <a:ext cx="49213" cy="120650"/>
          </a:xfrm>
          <a:custGeom>
            <a:avLst/>
            <a:gdLst>
              <a:gd name="T0" fmla="*/ 2147483646 w 31"/>
              <a:gd name="T1" fmla="*/ 0 h 76"/>
              <a:gd name="T2" fmla="*/ 0 w 31"/>
              <a:gd name="T3" fmla="*/ 0 h 76"/>
              <a:gd name="T4" fmla="*/ 2147483646 w 31"/>
              <a:gd name="T5" fmla="*/ 2147483646 h 76"/>
              <a:gd name="T6" fmla="*/ 2147483646 w 31"/>
              <a:gd name="T7" fmla="*/ 2147483646 h 76"/>
              <a:gd name="T8" fmla="*/ 2147483646 w 31"/>
              <a:gd name="T9" fmla="*/ 0 h 7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1"/>
              <a:gd name="T16" fmla="*/ 0 h 76"/>
              <a:gd name="T17" fmla="*/ 31 w 31"/>
              <a:gd name="T18" fmla="*/ 76 h 7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1" h="76">
                <a:moveTo>
                  <a:pt x="8" y="0"/>
                </a:moveTo>
                <a:lnTo>
                  <a:pt x="0" y="0"/>
                </a:lnTo>
                <a:lnTo>
                  <a:pt x="23" y="76"/>
                </a:lnTo>
                <a:lnTo>
                  <a:pt x="31" y="76"/>
                </a:lnTo>
                <a:lnTo>
                  <a:pt x="8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95" name="Rectangle 86">
            <a:extLst>
              <a:ext uri="{FF2B5EF4-FFF2-40B4-BE49-F238E27FC236}">
                <a16:creationId xmlns:a16="http://schemas.microsoft.com/office/drawing/2014/main" id="{4EEBCAF5-06B7-C12E-1CC6-E553F2C132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0038" y="2741613"/>
            <a:ext cx="11112" cy="1206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96" name="Freeform 87">
            <a:extLst>
              <a:ext uri="{FF2B5EF4-FFF2-40B4-BE49-F238E27FC236}">
                <a16:creationId xmlns:a16="http://schemas.microsoft.com/office/drawing/2014/main" id="{EB010030-23EF-8D1D-EF74-F46BB44D39EB}"/>
              </a:ext>
            </a:extLst>
          </p:cNvPr>
          <p:cNvSpPr>
            <a:spLocks/>
          </p:cNvSpPr>
          <p:nvPr/>
        </p:nvSpPr>
        <p:spPr bwMode="auto">
          <a:xfrm>
            <a:off x="7920039" y="2741614"/>
            <a:ext cx="47625" cy="155575"/>
          </a:xfrm>
          <a:custGeom>
            <a:avLst/>
            <a:gdLst>
              <a:gd name="T0" fmla="*/ 2147483646 w 30"/>
              <a:gd name="T1" fmla="*/ 0 h 98"/>
              <a:gd name="T2" fmla="*/ 2147483646 w 30"/>
              <a:gd name="T3" fmla="*/ 0 h 98"/>
              <a:gd name="T4" fmla="*/ 0 w 30"/>
              <a:gd name="T5" fmla="*/ 2147483646 h 98"/>
              <a:gd name="T6" fmla="*/ 0 w 30"/>
              <a:gd name="T7" fmla="*/ 2147483646 h 98"/>
              <a:gd name="T8" fmla="*/ 2147483646 w 30"/>
              <a:gd name="T9" fmla="*/ 2147483646 h 98"/>
              <a:gd name="T10" fmla="*/ 2147483646 w 30"/>
              <a:gd name="T11" fmla="*/ 2147483646 h 98"/>
              <a:gd name="T12" fmla="*/ 2147483646 w 30"/>
              <a:gd name="T13" fmla="*/ 0 h 9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0"/>
              <a:gd name="T22" fmla="*/ 0 h 98"/>
              <a:gd name="T23" fmla="*/ 30 w 30"/>
              <a:gd name="T24" fmla="*/ 98 h 9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0" h="98">
                <a:moveTo>
                  <a:pt x="30" y="0"/>
                </a:moveTo>
                <a:lnTo>
                  <a:pt x="23" y="0"/>
                </a:lnTo>
                <a:lnTo>
                  <a:pt x="0" y="76"/>
                </a:lnTo>
                <a:lnTo>
                  <a:pt x="7" y="98"/>
                </a:lnTo>
                <a:lnTo>
                  <a:pt x="7" y="76"/>
                </a:lnTo>
                <a:lnTo>
                  <a:pt x="3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97" name="Freeform 88">
            <a:extLst>
              <a:ext uri="{FF2B5EF4-FFF2-40B4-BE49-F238E27FC236}">
                <a16:creationId xmlns:a16="http://schemas.microsoft.com/office/drawing/2014/main" id="{54BBAFE1-A7D5-12AC-B4E5-BA71F878D007}"/>
              </a:ext>
            </a:extLst>
          </p:cNvPr>
          <p:cNvSpPr>
            <a:spLocks/>
          </p:cNvSpPr>
          <p:nvPr/>
        </p:nvSpPr>
        <p:spPr bwMode="auto">
          <a:xfrm>
            <a:off x="7883526" y="2741613"/>
            <a:ext cx="47625" cy="120650"/>
          </a:xfrm>
          <a:custGeom>
            <a:avLst/>
            <a:gdLst>
              <a:gd name="T0" fmla="*/ 2147483646 w 30"/>
              <a:gd name="T1" fmla="*/ 2147483646 h 76"/>
              <a:gd name="T2" fmla="*/ 2147483646 w 30"/>
              <a:gd name="T3" fmla="*/ 2147483646 h 76"/>
              <a:gd name="T4" fmla="*/ 2147483646 w 30"/>
              <a:gd name="T5" fmla="*/ 0 h 76"/>
              <a:gd name="T6" fmla="*/ 0 w 30"/>
              <a:gd name="T7" fmla="*/ 0 h 76"/>
              <a:gd name="T8" fmla="*/ 2147483646 w 30"/>
              <a:gd name="T9" fmla="*/ 2147483646 h 7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0"/>
              <a:gd name="T16" fmla="*/ 0 h 76"/>
              <a:gd name="T17" fmla="*/ 30 w 30"/>
              <a:gd name="T18" fmla="*/ 76 h 7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0" h="76">
                <a:moveTo>
                  <a:pt x="23" y="76"/>
                </a:moveTo>
                <a:lnTo>
                  <a:pt x="30" y="76"/>
                </a:lnTo>
                <a:lnTo>
                  <a:pt x="8" y="0"/>
                </a:lnTo>
                <a:lnTo>
                  <a:pt x="0" y="0"/>
                </a:lnTo>
                <a:lnTo>
                  <a:pt x="23" y="7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98" name="Rectangle 89">
            <a:extLst>
              <a:ext uri="{FF2B5EF4-FFF2-40B4-BE49-F238E27FC236}">
                <a16:creationId xmlns:a16="http://schemas.microsoft.com/office/drawing/2014/main" id="{BF4A1FC2-6673-A525-C3BC-426C1E68B6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540000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99" name="Rectangle 90">
            <a:extLst>
              <a:ext uri="{FF2B5EF4-FFF2-40B4-BE49-F238E27FC236}">
                <a16:creationId xmlns:a16="http://schemas.microsoft.com/office/drawing/2014/main" id="{5B908ECA-D046-AFBB-CE54-B4299236B7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635250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00" name="Rectangle 91">
            <a:extLst>
              <a:ext uri="{FF2B5EF4-FFF2-40B4-BE49-F238E27FC236}">
                <a16:creationId xmlns:a16="http://schemas.microsoft.com/office/drawing/2014/main" id="{BE02BB54-0D29-0BDB-B9DB-3BD026B94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540000"/>
            <a:ext cx="12700" cy="952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01" name="Rectangle 92">
            <a:extLst>
              <a:ext uri="{FF2B5EF4-FFF2-40B4-BE49-F238E27FC236}">
                <a16:creationId xmlns:a16="http://schemas.microsoft.com/office/drawing/2014/main" id="{FFF25EEB-4A0C-913A-D302-0D1D329528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646363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02" name="Rectangle 93">
            <a:extLst>
              <a:ext uri="{FF2B5EF4-FFF2-40B4-BE49-F238E27FC236}">
                <a16:creationId xmlns:a16="http://schemas.microsoft.com/office/drawing/2014/main" id="{4EAC1D8F-F371-DFBE-86D8-EEDEB35E08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741613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03" name="Rectangle 94">
            <a:extLst>
              <a:ext uri="{FF2B5EF4-FFF2-40B4-BE49-F238E27FC236}">
                <a16:creationId xmlns:a16="http://schemas.microsoft.com/office/drawing/2014/main" id="{23AE5AE7-FFC7-FEA6-CF81-DD8B3B6CDC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646363"/>
            <a:ext cx="12700" cy="952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04" name="Rectangle 95">
            <a:extLst>
              <a:ext uri="{FF2B5EF4-FFF2-40B4-BE49-F238E27FC236}">
                <a16:creationId xmlns:a16="http://schemas.microsoft.com/office/drawing/2014/main" id="{DF4D752D-225F-0C53-4094-988D9812A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10539" y="2516188"/>
            <a:ext cx="426399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filled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05" name="Rectangle 96">
            <a:extLst>
              <a:ext uri="{FF2B5EF4-FFF2-40B4-BE49-F238E27FC236}">
                <a16:creationId xmlns:a16="http://schemas.microsoft.com/office/drawing/2014/main" id="{9BFA0B16-ED8E-02E0-660E-3102ACD586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1" y="1536700"/>
            <a:ext cx="528991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Top of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06" name="Rectangle 97">
            <a:extLst>
              <a:ext uri="{FF2B5EF4-FFF2-40B4-BE49-F238E27FC236}">
                <a16:creationId xmlns:a16="http://schemas.microsoft.com/office/drawing/2014/main" id="{77291F09-10B3-6156-EEC8-D2258F20F1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15350" y="1536700"/>
            <a:ext cx="51296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07" name="Rectangle 98">
            <a:extLst>
              <a:ext uri="{FF2B5EF4-FFF2-40B4-BE49-F238E27FC236}">
                <a16:creationId xmlns:a16="http://schemas.microsoft.com/office/drawing/2014/main" id="{E7BD94BC-0B68-D616-3A83-E572B90E09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1774825"/>
            <a:ext cx="1376980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conduction band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08" name="Rectangle 99">
            <a:extLst>
              <a:ext uri="{FF2B5EF4-FFF2-40B4-BE49-F238E27FC236}">
                <a16:creationId xmlns:a16="http://schemas.microsoft.com/office/drawing/2014/main" id="{3ADE50C4-26BB-DEFB-691C-85164F98D9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61200" y="2635250"/>
            <a:ext cx="1106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09" name="Rectangle 100">
            <a:extLst>
              <a:ext uri="{FF2B5EF4-FFF2-40B4-BE49-F238E27FC236}">
                <a16:creationId xmlns:a16="http://schemas.microsoft.com/office/drawing/2014/main" id="{27F36F94-B64F-C26D-55B8-EB1CDB4B0C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6776" y="2730501"/>
            <a:ext cx="61913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100" i="1">
                <a:solidFill>
                  <a:srgbClr val="000000"/>
                </a:solidFill>
                <a:latin typeface="PT Sans" panose="020B0503020203020204" pitchFamily="34" charset="0"/>
              </a:rPr>
              <a:t>v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10" name="Rectangle 101">
            <a:extLst>
              <a:ext uri="{FF2B5EF4-FFF2-40B4-BE49-F238E27FC236}">
                <a16:creationId xmlns:a16="http://schemas.microsoft.com/office/drawing/2014/main" id="{71807606-9999-C776-A65C-98245B00DA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7313" y="2862263"/>
            <a:ext cx="1835150" cy="417512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11" name="Rectangle 102">
            <a:extLst>
              <a:ext uri="{FF2B5EF4-FFF2-40B4-BE49-F238E27FC236}">
                <a16:creationId xmlns:a16="http://schemas.microsoft.com/office/drawing/2014/main" id="{63545F39-0758-C705-6ECF-8265A48A0E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9539" y="2838451"/>
            <a:ext cx="1812925" cy="441325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12" name="Rectangle 103">
            <a:extLst>
              <a:ext uri="{FF2B5EF4-FFF2-40B4-BE49-F238E27FC236}">
                <a16:creationId xmlns:a16="http://schemas.microsoft.com/office/drawing/2014/main" id="{56F4821A-7B8B-CD85-B3E8-FFE65E906A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64463" y="2419350"/>
            <a:ext cx="0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13" name="Rectangle 104">
            <a:extLst>
              <a:ext uri="{FF2B5EF4-FFF2-40B4-BE49-F238E27FC236}">
                <a16:creationId xmlns:a16="http://schemas.microsoft.com/office/drawing/2014/main" id="{989B2503-EF42-03FA-8A66-ECCEC6A927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7163" y="2419350"/>
            <a:ext cx="0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14" name="Rectangle 105">
            <a:extLst>
              <a:ext uri="{FF2B5EF4-FFF2-40B4-BE49-F238E27FC236}">
                <a16:creationId xmlns:a16="http://schemas.microsoft.com/office/drawing/2014/main" id="{6A20BCCD-E1EA-6442-E287-AE85B382BD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64463" y="2419350"/>
            <a:ext cx="12700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15" name="Line 106">
            <a:extLst>
              <a:ext uri="{FF2B5EF4-FFF2-40B4-BE49-F238E27FC236}">
                <a16:creationId xmlns:a16="http://schemas.microsoft.com/office/drawing/2014/main" id="{A898C536-7261-EE10-6581-CFE2107EB66B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5901" y="2419350"/>
            <a:ext cx="36513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16" name="Line 107">
            <a:extLst>
              <a:ext uri="{FF2B5EF4-FFF2-40B4-BE49-F238E27FC236}">
                <a16:creationId xmlns:a16="http://schemas.microsoft.com/office/drawing/2014/main" id="{78D1EAD8-DBAE-42AF-36B9-320A81AF4E81}"/>
              </a:ext>
            </a:extLst>
          </p:cNvPr>
          <p:cNvSpPr>
            <a:spLocks noChangeShapeType="1"/>
          </p:cNvSpPr>
          <p:nvPr/>
        </p:nvSpPr>
        <p:spPr bwMode="auto">
          <a:xfrm>
            <a:off x="7931151" y="2419350"/>
            <a:ext cx="36513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17" name="Line 108">
            <a:extLst>
              <a:ext uri="{FF2B5EF4-FFF2-40B4-BE49-F238E27FC236}">
                <a16:creationId xmlns:a16="http://schemas.microsoft.com/office/drawing/2014/main" id="{7B9F3CBD-2FCA-1988-FCBF-9F9C6EEEC762}"/>
              </a:ext>
            </a:extLst>
          </p:cNvPr>
          <p:cNvSpPr>
            <a:spLocks noChangeShapeType="1"/>
          </p:cNvSpPr>
          <p:nvPr/>
        </p:nvSpPr>
        <p:spPr bwMode="auto">
          <a:xfrm>
            <a:off x="8027989" y="2419350"/>
            <a:ext cx="34925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18" name="Line 109">
            <a:extLst>
              <a:ext uri="{FF2B5EF4-FFF2-40B4-BE49-F238E27FC236}">
                <a16:creationId xmlns:a16="http://schemas.microsoft.com/office/drawing/2014/main" id="{ED092785-085A-745D-700E-AF47573ADFBC}"/>
              </a:ext>
            </a:extLst>
          </p:cNvPr>
          <p:cNvSpPr>
            <a:spLocks noChangeShapeType="1"/>
          </p:cNvSpPr>
          <p:nvPr/>
        </p:nvSpPr>
        <p:spPr bwMode="auto">
          <a:xfrm>
            <a:off x="8123239" y="2419350"/>
            <a:ext cx="34925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19" name="Line 110">
            <a:extLst>
              <a:ext uri="{FF2B5EF4-FFF2-40B4-BE49-F238E27FC236}">
                <a16:creationId xmlns:a16="http://schemas.microsoft.com/office/drawing/2014/main" id="{66097979-FFE2-07F2-6340-C0E6B8C6B861}"/>
              </a:ext>
            </a:extLst>
          </p:cNvPr>
          <p:cNvSpPr>
            <a:spLocks noChangeShapeType="1"/>
          </p:cNvSpPr>
          <p:nvPr/>
        </p:nvSpPr>
        <p:spPr bwMode="auto">
          <a:xfrm>
            <a:off x="8218488" y="2419350"/>
            <a:ext cx="23812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0" name="Line 111">
            <a:extLst>
              <a:ext uri="{FF2B5EF4-FFF2-40B4-BE49-F238E27FC236}">
                <a16:creationId xmlns:a16="http://schemas.microsoft.com/office/drawing/2014/main" id="{BFC0AE22-991F-5D60-DC89-546137C5C26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13738" y="2419350"/>
            <a:ext cx="23812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1" name="Line 112">
            <a:extLst>
              <a:ext uri="{FF2B5EF4-FFF2-40B4-BE49-F238E27FC236}">
                <a16:creationId xmlns:a16="http://schemas.microsoft.com/office/drawing/2014/main" id="{242A1F60-9018-168C-A983-1D42ABCDC5E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6288" y="2419350"/>
            <a:ext cx="36512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2" name="Line 113">
            <a:extLst>
              <a:ext uri="{FF2B5EF4-FFF2-40B4-BE49-F238E27FC236}">
                <a16:creationId xmlns:a16="http://schemas.microsoft.com/office/drawing/2014/main" id="{4E866C49-68A6-8849-A8DA-FC69538CD6E7}"/>
              </a:ext>
            </a:extLst>
          </p:cNvPr>
          <p:cNvSpPr>
            <a:spLocks noChangeShapeType="1"/>
          </p:cNvSpPr>
          <p:nvPr/>
        </p:nvSpPr>
        <p:spPr bwMode="auto">
          <a:xfrm>
            <a:off x="8491538" y="2419350"/>
            <a:ext cx="36512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3" name="Line 114">
            <a:extLst>
              <a:ext uri="{FF2B5EF4-FFF2-40B4-BE49-F238E27FC236}">
                <a16:creationId xmlns:a16="http://schemas.microsoft.com/office/drawing/2014/main" id="{F54FCBBE-AEBB-9DBD-019B-F2039BAA4508}"/>
              </a:ext>
            </a:extLst>
          </p:cNvPr>
          <p:cNvSpPr>
            <a:spLocks noChangeShapeType="1"/>
          </p:cNvSpPr>
          <p:nvPr/>
        </p:nvSpPr>
        <p:spPr bwMode="auto">
          <a:xfrm>
            <a:off x="8588376" y="2419350"/>
            <a:ext cx="34925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4" name="Line 115">
            <a:extLst>
              <a:ext uri="{FF2B5EF4-FFF2-40B4-BE49-F238E27FC236}">
                <a16:creationId xmlns:a16="http://schemas.microsoft.com/office/drawing/2014/main" id="{AB7C4D8B-0DCA-6BF9-466C-0DDD2FCF26EF}"/>
              </a:ext>
            </a:extLst>
          </p:cNvPr>
          <p:cNvSpPr>
            <a:spLocks noChangeShapeType="1"/>
          </p:cNvSpPr>
          <p:nvPr/>
        </p:nvSpPr>
        <p:spPr bwMode="auto">
          <a:xfrm>
            <a:off x="8683626" y="2419350"/>
            <a:ext cx="34925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5" name="Line 116">
            <a:extLst>
              <a:ext uri="{FF2B5EF4-FFF2-40B4-BE49-F238E27FC236}">
                <a16:creationId xmlns:a16="http://schemas.microsoft.com/office/drawing/2014/main" id="{39A0EAAD-2A43-E897-35DD-D6F9A35689F8}"/>
              </a:ext>
            </a:extLst>
          </p:cNvPr>
          <p:cNvSpPr>
            <a:spLocks noChangeShapeType="1"/>
          </p:cNvSpPr>
          <p:nvPr/>
        </p:nvSpPr>
        <p:spPr bwMode="auto">
          <a:xfrm>
            <a:off x="8778876" y="2419350"/>
            <a:ext cx="34925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6" name="Line 117">
            <a:extLst>
              <a:ext uri="{FF2B5EF4-FFF2-40B4-BE49-F238E27FC236}">
                <a16:creationId xmlns:a16="http://schemas.microsoft.com/office/drawing/2014/main" id="{6F3903C4-08DB-F321-5FA6-6BF4B7388F06}"/>
              </a:ext>
            </a:extLst>
          </p:cNvPr>
          <p:cNvSpPr>
            <a:spLocks noChangeShapeType="1"/>
          </p:cNvSpPr>
          <p:nvPr/>
        </p:nvSpPr>
        <p:spPr bwMode="auto">
          <a:xfrm>
            <a:off x="8874126" y="2419350"/>
            <a:ext cx="34925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7" name="Line 118">
            <a:extLst>
              <a:ext uri="{FF2B5EF4-FFF2-40B4-BE49-F238E27FC236}">
                <a16:creationId xmlns:a16="http://schemas.microsoft.com/office/drawing/2014/main" id="{C86A2DC5-226E-C35F-EF09-7A067C8A36D2}"/>
              </a:ext>
            </a:extLst>
          </p:cNvPr>
          <p:cNvSpPr>
            <a:spLocks noChangeShapeType="1"/>
          </p:cNvSpPr>
          <p:nvPr/>
        </p:nvSpPr>
        <p:spPr bwMode="auto">
          <a:xfrm>
            <a:off x="8969376" y="2419350"/>
            <a:ext cx="23813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8" name="Line 119">
            <a:extLst>
              <a:ext uri="{FF2B5EF4-FFF2-40B4-BE49-F238E27FC236}">
                <a16:creationId xmlns:a16="http://schemas.microsoft.com/office/drawing/2014/main" id="{EB4E2163-7ED7-EB84-042B-0EAE9642B33E}"/>
              </a:ext>
            </a:extLst>
          </p:cNvPr>
          <p:cNvSpPr>
            <a:spLocks noChangeShapeType="1"/>
          </p:cNvSpPr>
          <p:nvPr/>
        </p:nvSpPr>
        <p:spPr bwMode="auto">
          <a:xfrm>
            <a:off x="9051926" y="2419350"/>
            <a:ext cx="36513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9" name="Rectangle 120">
            <a:extLst>
              <a:ext uri="{FF2B5EF4-FFF2-40B4-BE49-F238E27FC236}">
                <a16:creationId xmlns:a16="http://schemas.microsoft.com/office/drawing/2014/main" id="{99EFABAD-F62D-C714-75AE-DB04B20175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7175" y="2419350"/>
            <a:ext cx="0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30" name="Rectangle 121">
            <a:extLst>
              <a:ext uri="{FF2B5EF4-FFF2-40B4-BE49-F238E27FC236}">
                <a16:creationId xmlns:a16="http://schemas.microsoft.com/office/drawing/2014/main" id="{24BC9A44-D0C0-4B71-4FF7-A0F6D9C8B5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0988" y="2419350"/>
            <a:ext cx="0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31" name="Rectangle 122">
            <a:extLst>
              <a:ext uri="{FF2B5EF4-FFF2-40B4-BE49-F238E27FC236}">
                <a16:creationId xmlns:a16="http://schemas.microsoft.com/office/drawing/2014/main" id="{5C673B5E-A12C-00C5-5CE3-3BF8982B4C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7176" y="2419350"/>
            <a:ext cx="23813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32" name="Rectangle 123">
            <a:extLst>
              <a:ext uri="{FF2B5EF4-FFF2-40B4-BE49-F238E27FC236}">
                <a16:creationId xmlns:a16="http://schemas.microsoft.com/office/drawing/2014/main" id="{6303587E-04B5-CEDB-5A0F-0246277B0C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6488" y="4318001"/>
            <a:ext cx="7224712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marL="228600" indent="-2286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 dirty="0">
                <a:solidFill>
                  <a:srgbClr val="000000"/>
                </a:solidFill>
                <a:latin typeface="PT Sans" panose="020B0503020203020204" pitchFamily="34" charset="0"/>
              </a:rPr>
              <a:t>   current flow. (Just as there is no motion of liquid in a   totally filled or totally empty bottle.)</a:t>
            </a:r>
            <a:endParaRPr lang="en-US" altLang="en-US" sz="2400" dirty="0">
              <a:latin typeface="PT Sans" panose="020B0503020203020204" pitchFamily="34" charset="0"/>
            </a:endParaRPr>
          </a:p>
        </p:txBody>
      </p:sp>
      <p:sp>
        <p:nvSpPr>
          <p:cNvPr id="39033" name="Rectangle 125">
            <a:extLst>
              <a:ext uri="{FF2B5EF4-FFF2-40B4-BE49-F238E27FC236}">
                <a16:creationId xmlns:a16="http://schemas.microsoft.com/office/drawing/2014/main" id="{6E9A45CC-7219-D98B-084D-4F3774EEBC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9088" y="4640264"/>
            <a:ext cx="62518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.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34" name="Rectangle 126">
            <a:extLst>
              <a:ext uri="{FF2B5EF4-FFF2-40B4-BE49-F238E27FC236}">
                <a16:creationId xmlns:a16="http://schemas.microsoft.com/office/drawing/2014/main" id="{4D867C42-C6AD-4C46-BB2D-5325B2225E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0525" y="4640264"/>
            <a:ext cx="78548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35" name="Rectangle 127">
            <a:extLst>
              <a:ext uri="{FF2B5EF4-FFF2-40B4-BE49-F238E27FC236}">
                <a16:creationId xmlns:a16="http://schemas.microsoft.com/office/drawing/2014/main" id="{7A439729-FDD3-99A9-7B74-7D9EE62EF6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6488" y="5319714"/>
            <a:ext cx="157094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36" name="Rectangle 128">
            <a:extLst>
              <a:ext uri="{FF2B5EF4-FFF2-40B4-BE49-F238E27FC236}">
                <a16:creationId xmlns:a16="http://schemas.microsoft.com/office/drawing/2014/main" id="{ECD19872-3821-3A00-FD13-E60774822C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9688" y="5356226"/>
            <a:ext cx="3707746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Semiconductors have lower </a:t>
            </a:r>
            <a:r>
              <a:rPr lang="en-US" altLang="en-US" sz="23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37" name="Rectangle 129">
            <a:extLst>
              <a:ext uri="{FF2B5EF4-FFF2-40B4-BE49-F238E27FC236}">
                <a16:creationId xmlns:a16="http://schemas.microsoft.com/office/drawing/2014/main" id="{45B9AE1D-41AA-F916-3386-E524E5CEC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45200" y="5499100"/>
            <a:ext cx="11702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i="1">
                <a:solidFill>
                  <a:srgbClr val="000000"/>
                </a:solidFill>
                <a:latin typeface="PT Sans" panose="020B0503020203020204" pitchFamily="34" charset="0"/>
              </a:rPr>
              <a:t>g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38" name="Rectangle 130">
            <a:extLst>
              <a:ext uri="{FF2B5EF4-FFF2-40B4-BE49-F238E27FC236}">
                <a16:creationId xmlns:a16="http://schemas.microsoft.com/office/drawing/2014/main" id="{8331ACD8-0E47-DC58-98A8-645F2020B0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8551" y="5353050"/>
            <a:ext cx="3680495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's than insulators and can be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39" name="Rectangle 131">
            <a:extLst>
              <a:ext uri="{FF2B5EF4-FFF2-40B4-BE49-F238E27FC236}">
                <a16:creationId xmlns:a16="http://schemas.microsoft.com/office/drawing/2014/main" id="{49F3B59E-ADF8-BCCC-2200-868F1498BC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5715000"/>
            <a:ext cx="1005083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  doped.</a:t>
            </a:r>
            <a:endParaRPr lang="en-US" altLang="en-US" sz="2400">
              <a:latin typeface="PT Sans" panose="020B0503020203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CFCA9-9A53-9478-40D3-63461CE05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363200" cy="839893"/>
          </a:xfrm>
        </p:spPr>
        <p:txBody>
          <a:bodyPr/>
          <a:lstStyle/>
          <a:p>
            <a:r>
              <a:rPr lang="en-US" dirty="0"/>
              <a:t>Resistance calculation and changing by doping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3C126D-D5DD-6EB7-DE15-6F8E0C0E86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en-US"/>
              <a:t>Slide 1-</a:t>
            </a:r>
            <a:fld id="{32EED685-F88C-4A75-8BBC-E74E7252C62D}" type="slidenum">
              <a:rPr lang="en-US" altLang="en-US" smtClean="0"/>
              <a:pPr>
                <a:defRPr/>
              </a:pPr>
              <a:t>18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pic>
        <p:nvPicPr>
          <p:cNvPr id="10" name="Picture 9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42439C35-12AB-0C75-C024-D63701297F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614"/>
          <a:stretch>
            <a:fillRect/>
          </a:stretch>
        </p:blipFill>
        <p:spPr>
          <a:xfrm>
            <a:off x="491774" y="1498536"/>
            <a:ext cx="7186948" cy="2497732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EC65EF4C-7E3F-9161-07F9-E9904ECD9D2D}"/>
              </a:ext>
            </a:extLst>
          </p:cNvPr>
          <p:cNvGrpSpPr/>
          <p:nvPr/>
        </p:nvGrpSpPr>
        <p:grpSpPr>
          <a:xfrm>
            <a:off x="833238" y="4063583"/>
            <a:ext cx="5608440" cy="2204280"/>
            <a:chOff x="833238" y="4063583"/>
            <a:chExt cx="5608440" cy="220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095CCAB-D1C1-559D-966B-39C7CC3CF3A2}"/>
                    </a:ext>
                  </a:extLst>
                </p14:cNvPr>
                <p14:cNvContentPartPr/>
                <p14:nvPr/>
              </p14:nvContentPartPr>
              <p14:xfrm>
                <a:off x="3872718" y="4773863"/>
                <a:ext cx="20160" cy="6728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095CCAB-D1C1-559D-966B-39C7CC3CF3A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854718" y="4755863"/>
                  <a:ext cx="55800" cy="70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DFF9971-8969-8C56-8471-6328F713AA86}"/>
                    </a:ext>
                  </a:extLst>
                </p14:cNvPr>
                <p14:cNvContentPartPr/>
                <p14:nvPr/>
              </p14:nvContentPartPr>
              <p14:xfrm>
                <a:off x="3895038" y="4774943"/>
                <a:ext cx="631080" cy="19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DFF9971-8969-8C56-8471-6328F713AA8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877038" y="4756943"/>
                  <a:ext cx="6667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31E43C0-0A46-3F63-8060-8C2B3C3F8A97}"/>
                    </a:ext>
                  </a:extLst>
                </p14:cNvPr>
                <p14:cNvContentPartPr/>
                <p14:nvPr/>
              </p14:nvContentPartPr>
              <p14:xfrm>
                <a:off x="4616838" y="4747583"/>
                <a:ext cx="77760" cy="7502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31E43C0-0A46-3F63-8060-8C2B3C3F8A9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598838" y="4729583"/>
                  <a:ext cx="113400" cy="78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03EF996-4706-C6E5-A930-3CA1DEEC9030}"/>
                    </a:ext>
                  </a:extLst>
                </p14:cNvPr>
                <p14:cNvContentPartPr/>
                <p14:nvPr/>
              </p14:nvContentPartPr>
              <p14:xfrm>
                <a:off x="3956958" y="5444543"/>
                <a:ext cx="605880" cy="147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03EF996-4706-C6E5-A930-3CA1DEEC903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938958" y="5426903"/>
                  <a:ext cx="6415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6A84C81-6668-1326-78CD-712C423B902F}"/>
                    </a:ext>
                  </a:extLst>
                </p14:cNvPr>
                <p14:cNvContentPartPr/>
                <p14:nvPr/>
              </p14:nvContentPartPr>
              <p14:xfrm>
                <a:off x="3818718" y="4063583"/>
                <a:ext cx="1474560" cy="713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6A84C81-6668-1326-78CD-712C423B902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800718" y="4045583"/>
                  <a:ext cx="1510200" cy="74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1F20399-3407-40DE-3460-72EB1C118FA0}"/>
                    </a:ext>
                  </a:extLst>
                </p14:cNvPr>
                <p14:cNvContentPartPr/>
                <p14:nvPr/>
              </p14:nvContentPartPr>
              <p14:xfrm>
                <a:off x="4590918" y="4453463"/>
                <a:ext cx="724320" cy="342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1F20399-3407-40DE-3460-72EB1C118FA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572918" y="4435463"/>
                  <a:ext cx="759960" cy="3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99C07D9-EAA9-30A7-6295-C534DE5580EC}"/>
                    </a:ext>
                  </a:extLst>
                </p14:cNvPr>
                <p14:cNvContentPartPr/>
                <p14:nvPr/>
              </p14:nvContentPartPr>
              <p14:xfrm>
                <a:off x="5337198" y="4407023"/>
                <a:ext cx="53280" cy="408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99C07D9-EAA9-30A7-6295-C534DE5580E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319558" y="4389383"/>
                  <a:ext cx="88920" cy="44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2807F8F-AA7F-D1D5-73C2-88F29922538E}"/>
                    </a:ext>
                  </a:extLst>
                </p14:cNvPr>
                <p14:cNvContentPartPr/>
                <p14:nvPr/>
              </p14:nvContentPartPr>
              <p14:xfrm>
                <a:off x="4837158" y="4932263"/>
                <a:ext cx="567000" cy="4521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2807F8F-AA7F-D1D5-73C2-88F29922538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819158" y="4914623"/>
                  <a:ext cx="60264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1533221-58B9-077D-D1E9-9D810873FD56}"/>
                    </a:ext>
                  </a:extLst>
                </p14:cNvPr>
                <p14:cNvContentPartPr/>
                <p14:nvPr/>
              </p14:nvContentPartPr>
              <p14:xfrm>
                <a:off x="5071878" y="4157183"/>
                <a:ext cx="352440" cy="1602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1533221-58B9-077D-D1E9-9D810873FD5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053878" y="4139183"/>
                  <a:ext cx="3880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76FF684-97DA-7530-63BB-E089B7DADE67}"/>
                    </a:ext>
                  </a:extLst>
                </p14:cNvPr>
                <p14:cNvContentPartPr/>
                <p14:nvPr/>
              </p14:nvContentPartPr>
              <p14:xfrm>
                <a:off x="4901238" y="5128823"/>
                <a:ext cx="693360" cy="4950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76FF684-97DA-7530-63BB-E089B7DADE67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883598" y="5110823"/>
                  <a:ext cx="729000" cy="53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2577536-BF88-3ABD-B6AF-86C88D36E3B9}"/>
                    </a:ext>
                  </a:extLst>
                </p14:cNvPr>
                <p14:cNvContentPartPr/>
                <p14:nvPr/>
              </p14:nvContentPartPr>
              <p14:xfrm>
                <a:off x="5478318" y="5081303"/>
                <a:ext cx="208800" cy="153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2577536-BF88-3ABD-B6AF-86C88D36E3B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460318" y="5063663"/>
                  <a:ext cx="24444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51774D5-5E7D-DDDF-3F75-D2BB5BB0C15C}"/>
                    </a:ext>
                  </a:extLst>
                </p14:cNvPr>
                <p14:cNvContentPartPr/>
                <p14:nvPr/>
              </p14:nvContentPartPr>
              <p14:xfrm>
                <a:off x="4876038" y="5486663"/>
                <a:ext cx="127080" cy="2095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51774D5-5E7D-DDDF-3F75-D2BB5BB0C15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858398" y="5468663"/>
                  <a:ext cx="1627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CB71062-4B34-D98C-4F88-2D7F04EF4DD5}"/>
                    </a:ext>
                  </a:extLst>
                </p14:cNvPr>
                <p14:cNvContentPartPr/>
                <p14:nvPr/>
              </p14:nvContentPartPr>
              <p14:xfrm>
                <a:off x="5368878" y="5671703"/>
                <a:ext cx="173160" cy="200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CB71062-4B34-D98C-4F88-2D7F04EF4DD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350878" y="5653703"/>
                  <a:ext cx="2088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9C168FB-859F-1BBA-6621-528D6D2D333E}"/>
                    </a:ext>
                  </a:extLst>
                </p14:cNvPr>
                <p14:cNvContentPartPr/>
                <p14:nvPr/>
              </p14:nvContentPartPr>
              <p14:xfrm>
                <a:off x="5632038" y="5608343"/>
                <a:ext cx="35280" cy="44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9C168FB-859F-1BBA-6621-528D6D2D333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614038" y="5590343"/>
                  <a:ext cx="709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B28497A-B385-15BB-1660-DC5F59BBE19E}"/>
                    </a:ext>
                  </a:extLst>
                </p14:cNvPr>
                <p14:cNvContentPartPr/>
                <p14:nvPr/>
              </p14:nvContentPartPr>
              <p14:xfrm>
                <a:off x="5664078" y="5656223"/>
                <a:ext cx="86400" cy="63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B28497A-B385-15BB-1660-DC5F59BBE19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646438" y="5638223"/>
                  <a:ext cx="1220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49E8B42-28B2-2258-DE50-F90A00A21706}"/>
                    </a:ext>
                  </a:extLst>
                </p14:cNvPr>
                <p14:cNvContentPartPr/>
                <p14:nvPr/>
              </p14:nvContentPartPr>
              <p14:xfrm>
                <a:off x="5840118" y="5526263"/>
                <a:ext cx="35640" cy="187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49E8B42-28B2-2258-DE50-F90A00A2170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822478" y="5508263"/>
                  <a:ext cx="712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518DD0E-BB54-6ED4-7108-9DA8BE89A070}"/>
                    </a:ext>
                  </a:extLst>
                </p14:cNvPr>
                <p14:cNvContentPartPr/>
                <p14:nvPr/>
              </p14:nvContentPartPr>
              <p14:xfrm>
                <a:off x="6013998" y="5543543"/>
                <a:ext cx="110880" cy="133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518DD0E-BB54-6ED4-7108-9DA8BE89A07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996358" y="5525543"/>
                  <a:ext cx="1465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F8705FF-AFB5-515E-DA1C-B33FA5192BF4}"/>
                    </a:ext>
                  </a:extLst>
                </p14:cNvPr>
                <p14:cNvContentPartPr/>
                <p14:nvPr/>
              </p14:nvContentPartPr>
              <p14:xfrm>
                <a:off x="6199758" y="5437703"/>
                <a:ext cx="241920" cy="1656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F8705FF-AFB5-515E-DA1C-B33FA5192BF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181758" y="5420063"/>
                  <a:ext cx="2775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4202EFF-4201-40C7-F729-131D2B4254F0}"/>
                    </a:ext>
                  </a:extLst>
                </p14:cNvPr>
                <p14:cNvContentPartPr/>
                <p14:nvPr/>
              </p14:nvContentPartPr>
              <p14:xfrm>
                <a:off x="2402478" y="5130983"/>
                <a:ext cx="1818000" cy="456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4202EFF-4201-40C7-F729-131D2B4254F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384478" y="5113343"/>
                  <a:ext cx="1853640" cy="49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EBED828-CE5D-6B0C-8EB7-E7F2ED270A19}"/>
                    </a:ext>
                  </a:extLst>
                </p14:cNvPr>
                <p14:cNvContentPartPr/>
                <p14:nvPr/>
              </p14:nvContentPartPr>
              <p14:xfrm>
                <a:off x="1341198" y="5751983"/>
                <a:ext cx="121680" cy="466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EBED828-CE5D-6B0C-8EB7-E7F2ED270A1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323198" y="5733983"/>
                  <a:ext cx="157320" cy="5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1F1D6E3-EF6E-A898-415D-3D7F7003F9A6}"/>
                    </a:ext>
                  </a:extLst>
                </p14:cNvPr>
                <p14:cNvContentPartPr/>
                <p14:nvPr/>
              </p14:nvContentPartPr>
              <p14:xfrm>
                <a:off x="1563678" y="5855663"/>
                <a:ext cx="306360" cy="175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1F1D6E3-EF6E-A898-415D-3D7F7003F9A6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545678" y="5838023"/>
                  <a:ext cx="34200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DBFEE57-2C97-7C25-F36A-D5B1E5011C9A}"/>
                    </a:ext>
                  </a:extLst>
                </p14:cNvPr>
                <p14:cNvContentPartPr/>
                <p14:nvPr/>
              </p14:nvContentPartPr>
              <p14:xfrm>
                <a:off x="1925478" y="5802383"/>
                <a:ext cx="223560" cy="106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DBFEE57-2C97-7C25-F36A-D5B1E5011C9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907478" y="5784383"/>
                  <a:ext cx="2592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2C1D145-8AE8-2D1F-4561-0E17D13B0A73}"/>
                    </a:ext>
                  </a:extLst>
                </p14:cNvPr>
                <p14:cNvContentPartPr/>
                <p14:nvPr/>
              </p14:nvContentPartPr>
              <p14:xfrm>
                <a:off x="2076318" y="5432663"/>
                <a:ext cx="126720" cy="1580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2C1D145-8AE8-2D1F-4561-0E17D13B0A7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058678" y="5414663"/>
                  <a:ext cx="16236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E8A3836-FAF2-542A-8947-12870E0E86D7}"/>
                    </a:ext>
                  </a:extLst>
                </p14:cNvPr>
                <p14:cNvContentPartPr/>
                <p14:nvPr/>
              </p14:nvContentPartPr>
              <p14:xfrm>
                <a:off x="833238" y="5935583"/>
                <a:ext cx="36000" cy="3322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E8A3836-FAF2-542A-8947-12870E0E86D7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15238" y="5917583"/>
                  <a:ext cx="7164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B71A33B-3547-EA13-E706-8E6D117C9EF7}"/>
                    </a:ext>
                  </a:extLst>
                </p14:cNvPr>
                <p14:cNvContentPartPr/>
                <p14:nvPr/>
              </p14:nvContentPartPr>
              <p14:xfrm>
                <a:off x="860958" y="5964383"/>
                <a:ext cx="246960" cy="196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B71A33B-3547-EA13-E706-8E6D117C9EF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43318" y="5946743"/>
                  <a:ext cx="2826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E362A6B-4431-83BF-7A81-86461F21769D}"/>
                    </a:ext>
                  </a:extLst>
                </p14:cNvPr>
                <p14:cNvContentPartPr/>
                <p14:nvPr/>
              </p14:nvContentPartPr>
              <p14:xfrm>
                <a:off x="960318" y="6060503"/>
                <a:ext cx="60120" cy="705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E362A6B-4431-83BF-7A81-86461F21769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42678" y="6042863"/>
                  <a:ext cx="957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6F931B5-13F1-2290-FA04-8E36B47B6BBF}"/>
                    </a:ext>
                  </a:extLst>
                </p14:cNvPr>
                <p14:cNvContentPartPr/>
                <p14:nvPr/>
              </p14:nvContentPartPr>
              <p14:xfrm>
                <a:off x="1157958" y="5955383"/>
                <a:ext cx="82800" cy="734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6F931B5-13F1-2290-FA04-8E36B47B6BBF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39958" y="5937383"/>
                  <a:ext cx="1184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F695995-9DFF-2DC2-F42C-F9C957DBE941}"/>
                    </a:ext>
                  </a:extLst>
                </p14:cNvPr>
                <p14:cNvContentPartPr/>
                <p14:nvPr/>
              </p14:nvContentPartPr>
              <p14:xfrm>
                <a:off x="1228878" y="6009383"/>
                <a:ext cx="60120" cy="53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F695995-9DFF-2DC2-F42C-F9C957DBE941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211238" y="5991743"/>
                  <a:ext cx="95760" cy="8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CA43B08B-5212-E481-8430-33E5905C2D40}"/>
                  </a:ext>
                </a:extLst>
              </p14:cNvPr>
              <p14:cNvContentPartPr/>
              <p14:nvPr/>
            </p14:nvContentPartPr>
            <p14:xfrm>
              <a:off x="3317958" y="5157263"/>
              <a:ext cx="879120" cy="509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CA43B08B-5212-E481-8430-33E5905C2D40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3299958" y="5139623"/>
                <a:ext cx="914760" cy="54540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7243AA66-B1FB-ED40-705A-06AE7DE3909C}"/>
              </a:ext>
            </a:extLst>
          </p:cNvPr>
          <p:cNvGrpSpPr/>
          <p:nvPr/>
        </p:nvGrpSpPr>
        <p:grpSpPr>
          <a:xfrm>
            <a:off x="5183478" y="4218383"/>
            <a:ext cx="785520" cy="507600"/>
            <a:chOff x="5183478" y="4218383"/>
            <a:chExt cx="785520" cy="50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C17181E-261D-1B2A-1087-5E038B4E0400}"/>
                    </a:ext>
                  </a:extLst>
                </p14:cNvPr>
                <p14:cNvContentPartPr/>
                <p14:nvPr/>
              </p14:nvContentPartPr>
              <p14:xfrm>
                <a:off x="5183478" y="4301183"/>
                <a:ext cx="689040" cy="424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C17181E-261D-1B2A-1087-5E038B4E0400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165478" y="4283543"/>
                  <a:ext cx="72468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B129686-F46F-D8EA-26DB-B7EBC6779FAE}"/>
                    </a:ext>
                  </a:extLst>
                </p14:cNvPr>
                <p14:cNvContentPartPr/>
                <p14:nvPr/>
              </p14:nvContentPartPr>
              <p14:xfrm>
                <a:off x="5880438" y="4218383"/>
                <a:ext cx="88560" cy="97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B129686-F46F-D8EA-26DB-B7EBC6779FAE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862798" y="4200743"/>
                  <a:ext cx="124200" cy="13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0B56A67-AE6C-A061-B67C-BCA5EBB48FBD}"/>
              </a:ext>
            </a:extLst>
          </p:cNvPr>
          <p:cNvGrpSpPr/>
          <p:nvPr/>
        </p:nvGrpSpPr>
        <p:grpSpPr>
          <a:xfrm>
            <a:off x="6797718" y="4179863"/>
            <a:ext cx="686520" cy="450720"/>
            <a:chOff x="6797718" y="4179863"/>
            <a:chExt cx="686520" cy="45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64C6F00-7A50-34AA-0E4C-45A201AD27E3}"/>
                    </a:ext>
                  </a:extLst>
                </p14:cNvPr>
                <p14:cNvContentPartPr/>
                <p14:nvPr/>
              </p14:nvContentPartPr>
              <p14:xfrm>
                <a:off x="6797718" y="4194983"/>
                <a:ext cx="76680" cy="3913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64C6F00-7A50-34AA-0E4C-45A201AD27E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779718" y="4177343"/>
                  <a:ext cx="112320" cy="42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799D26B-0B61-D35B-ACDB-ADD7AC7E57B8}"/>
                    </a:ext>
                  </a:extLst>
                </p14:cNvPr>
                <p14:cNvContentPartPr/>
                <p14:nvPr/>
              </p14:nvContentPartPr>
              <p14:xfrm>
                <a:off x="6797718" y="4179863"/>
                <a:ext cx="227160" cy="198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799D26B-0B61-D35B-ACDB-ADD7AC7E57B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779718" y="4161863"/>
                  <a:ext cx="2628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5A49B46-61E8-3AC9-ECAA-CF46DB309319}"/>
                    </a:ext>
                  </a:extLst>
                </p14:cNvPr>
                <p14:cNvContentPartPr/>
                <p14:nvPr/>
              </p14:nvContentPartPr>
              <p14:xfrm>
                <a:off x="7143678" y="4256543"/>
                <a:ext cx="75240" cy="28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5A49B46-61E8-3AC9-ECAA-CF46DB30931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125678" y="4238903"/>
                  <a:ext cx="11088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F27AEBB-2A0F-AA62-A1D4-2B1B7759F165}"/>
                    </a:ext>
                  </a:extLst>
                </p14:cNvPr>
                <p14:cNvContentPartPr/>
                <p14:nvPr/>
              </p14:nvContentPartPr>
              <p14:xfrm>
                <a:off x="7185438" y="4341863"/>
                <a:ext cx="59040" cy="25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F27AEBB-2A0F-AA62-A1D4-2B1B7759F165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7167798" y="4324223"/>
                  <a:ext cx="9468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1B82661-D9D4-B36C-F7DD-6D1962F6BEF5}"/>
                    </a:ext>
                  </a:extLst>
                </p14:cNvPr>
                <p14:cNvContentPartPr/>
                <p14:nvPr/>
              </p14:nvContentPartPr>
              <p14:xfrm>
                <a:off x="7382718" y="4192823"/>
                <a:ext cx="101520" cy="2880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1B82661-D9D4-B36C-F7DD-6D1962F6BEF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365078" y="4174823"/>
                  <a:ext cx="13716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D56D925-E4D4-454F-A87A-8B7376B2AB28}"/>
                    </a:ext>
                  </a:extLst>
                </p14:cNvPr>
                <p14:cNvContentPartPr/>
                <p14:nvPr/>
              </p14:nvContentPartPr>
              <p14:xfrm>
                <a:off x="7457598" y="4601423"/>
                <a:ext cx="14400" cy="29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D56D925-E4D4-454F-A87A-8B7376B2AB28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7439958" y="4583423"/>
                  <a:ext cx="50040" cy="6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25634F77-223E-0349-ADA2-45E256645FA9}"/>
                  </a:ext>
                </a:extLst>
              </p14:cNvPr>
              <p14:cNvContentPartPr/>
              <p14:nvPr/>
            </p14:nvContentPartPr>
            <p14:xfrm>
              <a:off x="2133558" y="1891343"/>
              <a:ext cx="1974240" cy="997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25634F77-223E-0349-ADA2-45E256645FA9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2115918" y="1873343"/>
                <a:ext cx="2009880" cy="135360"/>
              </a:xfrm>
              <a:prstGeom prst="rect">
                <a:avLst/>
              </a:prstGeom>
            </p:spPr>
          </p:pic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A23B3E4C-0880-4AEF-EA7B-9F475AB7E306}"/>
              </a:ext>
            </a:extLst>
          </p:cNvPr>
          <p:cNvGrpSpPr/>
          <p:nvPr/>
        </p:nvGrpSpPr>
        <p:grpSpPr>
          <a:xfrm>
            <a:off x="7434558" y="1462943"/>
            <a:ext cx="456120" cy="331920"/>
            <a:chOff x="7434558" y="1462943"/>
            <a:chExt cx="456120" cy="33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389A9E8-6E11-434E-F111-93AA69FD6F97}"/>
                    </a:ext>
                  </a:extLst>
                </p14:cNvPr>
                <p14:cNvContentPartPr/>
                <p14:nvPr/>
              </p14:nvContentPartPr>
              <p14:xfrm>
                <a:off x="7509078" y="1518023"/>
                <a:ext cx="3960" cy="2768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389A9E8-6E11-434E-F111-93AA69FD6F9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491438" y="1500383"/>
                  <a:ext cx="3960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8CBEF42-E788-F904-DE0D-E3425DBB4EE4}"/>
                    </a:ext>
                  </a:extLst>
                </p14:cNvPr>
                <p14:cNvContentPartPr/>
                <p14:nvPr/>
              </p14:nvContentPartPr>
              <p14:xfrm>
                <a:off x="7434558" y="1462943"/>
                <a:ext cx="228960" cy="2282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8CBEF42-E788-F904-DE0D-E3425DBB4EE4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416918" y="1445303"/>
                  <a:ext cx="26460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A3926C4-65F3-7E7C-B569-D85507352CC5}"/>
                    </a:ext>
                  </a:extLst>
                </p14:cNvPr>
                <p14:cNvContentPartPr/>
                <p14:nvPr/>
              </p14:nvContentPartPr>
              <p14:xfrm>
                <a:off x="7792758" y="1620623"/>
                <a:ext cx="97920" cy="1263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A3926C4-65F3-7E7C-B569-D85507352CC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774758" y="1602983"/>
                  <a:ext cx="133560" cy="16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B59A62E-CE81-B079-502E-D7FB7EF759AB}"/>
              </a:ext>
            </a:extLst>
          </p:cNvPr>
          <p:cNvGrpSpPr/>
          <p:nvPr/>
        </p:nvGrpSpPr>
        <p:grpSpPr>
          <a:xfrm>
            <a:off x="8284518" y="1450343"/>
            <a:ext cx="1351080" cy="541800"/>
            <a:chOff x="8284518" y="1450343"/>
            <a:chExt cx="1351080" cy="54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AEFC212-DE59-B6E6-4F4C-A88AD041DA4E}"/>
                    </a:ext>
                  </a:extLst>
                </p14:cNvPr>
                <p14:cNvContentPartPr/>
                <p14:nvPr/>
              </p14:nvContentPartPr>
              <p14:xfrm>
                <a:off x="8284518" y="1450343"/>
                <a:ext cx="156600" cy="315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AEFC212-DE59-B6E6-4F4C-A88AD041DA4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266878" y="1432703"/>
                  <a:ext cx="19224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DF4D328-4FBF-2FBF-662F-98E844E00173}"/>
                    </a:ext>
                  </a:extLst>
                </p14:cNvPr>
                <p14:cNvContentPartPr/>
                <p14:nvPr/>
              </p14:nvContentPartPr>
              <p14:xfrm>
                <a:off x="8563158" y="1656983"/>
                <a:ext cx="106200" cy="1011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DF4D328-4FBF-2FBF-662F-98E844E0017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545158" y="1639343"/>
                  <a:ext cx="1418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28D4FC4-11C0-D22D-D0BA-3724B4B873B8}"/>
                    </a:ext>
                  </a:extLst>
                </p14:cNvPr>
                <p14:cNvContentPartPr/>
                <p14:nvPr/>
              </p14:nvContentPartPr>
              <p14:xfrm>
                <a:off x="8797878" y="1642583"/>
                <a:ext cx="44280" cy="1800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28D4FC4-11C0-D22D-D0BA-3724B4B873B8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780238" y="1624583"/>
                  <a:ext cx="799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18691D5-D9C7-9DB9-5D8E-15293E737FFD}"/>
                    </a:ext>
                  </a:extLst>
                </p14:cNvPr>
                <p14:cNvContentPartPr/>
                <p14:nvPr/>
              </p14:nvContentPartPr>
              <p14:xfrm>
                <a:off x="8811198" y="1636823"/>
                <a:ext cx="76320" cy="889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18691D5-D9C7-9DB9-5D8E-15293E737FF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793198" y="1619183"/>
                  <a:ext cx="1119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455661A-D8A9-C8DF-49EF-696A06577B16}"/>
                    </a:ext>
                  </a:extLst>
                </p14:cNvPr>
                <p14:cNvContentPartPr/>
                <p14:nvPr/>
              </p14:nvContentPartPr>
              <p14:xfrm>
                <a:off x="9019998" y="1633223"/>
                <a:ext cx="11880" cy="1314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455661A-D8A9-C8DF-49EF-696A06577B1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001998" y="1615223"/>
                  <a:ext cx="475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C8E2344-423D-18A6-4266-C8D8D45FD9BC}"/>
                    </a:ext>
                  </a:extLst>
                </p14:cNvPr>
                <p14:cNvContentPartPr/>
                <p14:nvPr/>
              </p14:nvContentPartPr>
              <p14:xfrm>
                <a:off x="9027558" y="1514063"/>
                <a:ext cx="5760" cy="183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C8E2344-423D-18A6-4266-C8D8D45FD9B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009558" y="1496423"/>
                  <a:ext cx="414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5E9681B-AC02-E4BF-6E58-8427772E4DE9}"/>
                    </a:ext>
                  </a:extLst>
                </p14:cNvPr>
                <p14:cNvContentPartPr/>
                <p14:nvPr/>
              </p14:nvContentPartPr>
              <p14:xfrm>
                <a:off x="9130158" y="1616303"/>
                <a:ext cx="196200" cy="1216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5E9681B-AC02-E4BF-6E58-8427772E4DE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112518" y="1598303"/>
                  <a:ext cx="2318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DAEBB84-62B8-BCED-9B71-6EC720327B3C}"/>
                    </a:ext>
                  </a:extLst>
                </p14:cNvPr>
                <p14:cNvContentPartPr/>
                <p14:nvPr/>
              </p14:nvContentPartPr>
              <p14:xfrm>
                <a:off x="9478998" y="1628543"/>
                <a:ext cx="156600" cy="3636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DAEBB84-62B8-BCED-9B71-6EC720327B3C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461358" y="1610903"/>
                  <a:ext cx="192240" cy="39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D450F4B-EDE9-9673-1094-0BDCFAB1A14C}"/>
              </a:ext>
            </a:extLst>
          </p:cNvPr>
          <p:cNvGrpSpPr/>
          <p:nvPr/>
        </p:nvGrpSpPr>
        <p:grpSpPr>
          <a:xfrm>
            <a:off x="8199198" y="2411183"/>
            <a:ext cx="440280" cy="441000"/>
            <a:chOff x="8199198" y="2411183"/>
            <a:chExt cx="440280" cy="44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0573B0A-0E9B-59DB-B731-1DE0D2FCB56B}"/>
                    </a:ext>
                  </a:extLst>
                </p14:cNvPr>
                <p14:cNvContentPartPr/>
                <p14:nvPr/>
              </p14:nvContentPartPr>
              <p14:xfrm>
                <a:off x="8217558" y="2432423"/>
                <a:ext cx="63720" cy="4158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0573B0A-0E9B-59DB-B731-1DE0D2FCB56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199918" y="2414783"/>
                  <a:ext cx="99360" cy="4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9BBB1B9-680E-BCCC-6D69-E8F22FEA4672}"/>
                    </a:ext>
                  </a:extLst>
                </p14:cNvPr>
                <p14:cNvContentPartPr/>
                <p14:nvPr/>
              </p14:nvContentPartPr>
              <p14:xfrm>
                <a:off x="8199198" y="2411183"/>
                <a:ext cx="257400" cy="277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9BBB1B9-680E-BCCC-6D69-E8F22FEA467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181558" y="2393183"/>
                  <a:ext cx="29304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3B24E7F-CEA9-D7C5-FA55-361A0FC08099}"/>
                    </a:ext>
                  </a:extLst>
                </p14:cNvPr>
                <p14:cNvContentPartPr/>
                <p14:nvPr/>
              </p14:nvContentPartPr>
              <p14:xfrm>
                <a:off x="8612478" y="2600543"/>
                <a:ext cx="27000" cy="2516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3B24E7F-CEA9-D7C5-FA55-361A0FC0809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594838" y="2582543"/>
                  <a:ext cx="62640" cy="28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A29804A5-A17A-849D-3352-59E5BB85F065}"/>
              </a:ext>
            </a:extLst>
          </p:cNvPr>
          <p:cNvGrpSpPr/>
          <p:nvPr/>
        </p:nvGrpSpPr>
        <p:grpSpPr>
          <a:xfrm>
            <a:off x="8874198" y="2633303"/>
            <a:ext cx="151560" cy="124560"/>
            <a:chOff x="8874198" y="2633303"/>
            <a:chExt cx="151560" cy="12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DC133D5-70EE-0E1A-3C1E-F8F59EA644DE}"/>
                    </a:ext>
                  </a:extLst>
                </p14:cNvPr>
                <p14:cNvContentPartPr/>
                <p14:nvPr/>
              </p14:nvContentPartPr>
              <p14:xfrm>
                <a:off x="8874198" y="2633303"/>
                <a:ext cx="63360" cy="169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DC133D5-70EE-0E1A-3C1E-F8F59EA644D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856198" y="2615303"/>
                  <a:ext cx="990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A1D50AF-0AC2-4877-5D2A-5CEB0484D4E4}"/>
                    </a:ext>
                  </a:extLst>
                </p14:cNvPr>
                <p14:cNvContentPartPr/>
                <p14:nvPr/>
              </p14:nvContentPartPr>
              <p14:xfrm>
                <a:off x="8894358" y="2735903"/>
                <a:ext cx="131400" cy="21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A1D50AF-0AC2-4877-5D2A-5CEB0484D4E4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876358" y="2717903"/>
                  <a:ext cx="167040" cy="5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48F35A80-538F-F0AF-B249-B9BC314F621C}"/>
              </a:ext>
            </a:extLst>
          </p:cNvPr>
          <p:cNvGrpSpPr/>
          <p:nvPr/>
        </p:nvGrpSpPr>
        <p:grpSpPr>
          <a:xfrm>
            <a:off x="9346158" y="2554463"/>
            <a:ext cx="1385640" cy="307080"/>
            <a:chOff x="9346158" y="2554463"/>
            <a:chExt cx="1385640" cy="30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80799CE-C2F1-0483-0E3A-992070607E54}"/>
                    </a:ext>
                  </a:extLst>
                </p14:cNvPr>
                <p14:cNvContentPartPr/>
                <p14:nvPr/>
              </p14:nvContentPartPr>
              <p14:xfrm>
                <a:off x="9346158" y="2559503"/>
                <a:ext cx="195120" cy="2628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80799CE-C2F1-0483-0E3A-992070607E54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328518" y="2541863"/>
                  <a:ext cx="23076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D64DB02-4A4E-6D48-6D99-02F1D2D27BDB}"/>
                    </a:ext>
                  </a:extLst>
                </p14:cNvPr>
                <p14:cNvContentPartPr/>
                <p14:nvPr/>
              </p14:nvContentPartPr>
              <p14:xfrm>
                <a:off x="9646758" y="2554463"/>
                <a:ext cx="234000" cy="1728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D64DB02-4A4E-6D48-6D99-02F1D2D27BDB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628758" y="2536823"/>
                  <a:ext cx="2696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F2DF31A-03AA-73FA-361B-F9307CF2FCD8}"/>
                    </a:ext>
                  </a:extLst>
                </p14:cNvPr>
                <p14:cNvContentPartPr/>
                <p14:nvPr/>
              </p14:nvContentPartPr>
              <p14:xfrm>
                <a:off x="9793638" y="2621063"/>
                <a:ext cx="34560" cy="2404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F2DF31A-03AA-73FA-361B-F9307CF2FCD8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775638" y="2603063"/>
                  <a:ext cx="7020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D88F938-4E34-296D-C5F6-D1F5F80E4C3B}"/>
                    </a:ext>
                  </a:extLst>
                </p14:cNvPr>
                <p14:cNvContentPartPr/>
                <p14:nvPr/>
              </p14:nvContentPartPr>
              <p14:xfrm>
                <a:off x="9986598" y="2595863"/>
                <a:ext cx="44280" cy="2412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D88F938-4E34-296D-C5F6-D1F5F80E4C3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968598" y="2578223"/>
                  <a:ext cx="7992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0C318FF-ED34-9BCD-3545-42C2F616D400}"/>
                    </a:ext>
                  </a:extLst>
                </p14:cNvPr>
                <p14:cNvContentPartPr/>
                <p14:nvPr/>
              </p14:nvContentPartPr>
              <p14:xfrm>
                <a:off x="9985158" y="2609543"/>
                <a:ext cx="299160" cy="1908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0C318FF-ED34-9BCD-3545-42C2F616D40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967518" y="2591543"/>
                  <a:ext cx="3348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CEA757D-9C9D-9129-7849-7107AD43C137}"/>
                    </a:ext>
                  </a:extLst>
                </p14:cNvPr>
                <p14:cNvContentPartPr/>
                <p14:nvPr/>
              </p14:nvContentPartPr>
              <p14:xfrm>
                <a:off x="10371438" y="2586503"/>
                <a:ext cx="360360" cy="2138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CEA757D-9C9D-9129-7849-7107AD43C137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353798" y="2568503"/>
                  <a:ext cx="396000" cy="249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08058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36F53-6A34-899A-BD14-D83B3DF84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29546-3194-5C81-A454-052ED1A78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363200" cy="839893"/>
          </a:xfrm>
        </p:spPr>
        <p:txBody>
          <a:bodyPr/>
          <a:lstStyle/>
          <a:p>
            <a:r>
              <a:rPr lang="en-US" dirty="0"/>
              <a:t>Resistance calculation and changing by doping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F5F3E-54EE-6F11-06C2-58492DFE574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en-US"/>
              <a:t>Slide 1-</a:t>
            </a:r>
            <a:fld id="{32EED685-F88C-4A75-8BBC-E74E7252C62D}" type="slidenum">
              <a:rPr lang="en-US" altLang="en-US" smtClean="0"/>
              <a:pPr>
                <a:defRPr/>
              </a:pPr>
              <a:t>19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pic>
        <p:nvPicPr>
          <p:cNvPr id="5" name="Picture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3812CE77-AF7B-4D65-3A9A-C34597F5DC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034" y="839893"/>
            <a:ext cx="7580392" cy="2117655"/>
          </a:xfrm>
          <a:prstGeom prst="rect">
            <a:avLst/>
          </a:prstGeom>
        </p:spPr>
      </p:pic>
      <p:pic>
        <p:nvPicPr>
          <p:cNvPr id="7" name="Picture 6" descr="A math equations and formulas&#10;&#10;AI-generated content may be incorrect.">
            <a:extLst>
              <a:ext uri="{FF2B5EF4-FFF2-40B4-BE49-F238E27FC236}">
                <a16:creationId xmlns:a16="http://schemas.microsoft.com/office/drawing/2014/main" id="{ACAFE815-01A9-17F0-5571-F58F22C212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318" y="2957548"/>
            <a:ext cx="7528869" cy="2046954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4078DF42-C10A-760D-84BF-8BFC2D04AEB6}"/>
              </a:ext>
            </a:extLst>
          </p:cNvPr>
          <p:cNvGrpSpPr/>
          <p:nvPr/>
        </p:nvGrpSpPr>
        <p:grpSpPr>
          <a:xfrm>
            <a:off x="10933038" y="1332263"/>
            <a:ext cx="293040" cy="242280"/>
            <a:chOff x="10933038" y="1332263"/>
            <a:chExt cx="293040" cy="24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A9C06D0-C894-9EBB-3BFF-7838E10F5D78}"/>
                    </a:ext>
                  </a:extLst>
                </p14:cNvPr>
                <p14:cNvContentPartPr/>
                <p14:nvPr/>
              </p14:nvContentPartPr>
              <p14:xfrm>
                <a:off x="10933038" y="1332263"/>
                <a:ext cx="27000" cy="242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A9C06D0-C894-9EBB-3BFF-7838E10F5D7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915398" y="1314263"/>
                  <a:ext cx="626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B09C81B-CD73-7EDC-512E-1E569DFF8F58}"/>
                    </a:ext>
                  </a:extLst>
                </p14:cNvPr>
                <p14:cNvContentPartPr/>
                <p14:nvPr/>
              </p14:nvContentPartPr>
              <p14:xfrm>
                <a:off x="11084238" y="1358183"/>
                <a:ext cx="141840" cy="1843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B09C81B-CD73-7EDC-512E-1E569DFF8F5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066598" y="1340183"/>
                  <a:ext cx="177480" cy="21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A6D0765-AD18-0B9D-2A1B-AC31A5747838}"/>
              </a:ext>
            </a:extLst>
          </p:cNvPr>
          <p:cNvGrpSpPr/>
          <p:nvPr/>
        </p:nvGrpSpPr>
        <p:grpSpPr>
          <a:xfrm>
            <a:off x="11140398" y="1047143"/>
            <a:ext cx="250560" cy="185400"/>
            <a:chOff x="11140398" y="1047143"/>
            <a:chExt cx="250560" cy="18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7D4F0E9-F04E-6494-9698-C42CDE25BBFC}"/>
                    </a:ext>
                  </a:extLst>
                </p14:cNvPr>
                <p14:cNvContentPartPr/>
                <p14:nvPr/>
              </p14:nvContentPartPr>
              <p14:xfrm>
                <a:off x="11140398" y="1061183"/>
                <a:ext cx="12240" cy="1684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7D4F0E9-F04E-6494-9698-C42CDE25BBF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122398" y="1043183"/>
                  <a:ext cx="478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8788A86-4FC9-379C-B0DA-C03D18719B53}"/>
                    </a:ext>
                  </a:extLst>
                </p14:cNvPr>
                <p14:cNvContentPartPr/>
                <p14:nvPr/>
              </p14:nvContentPartPr>
              <p14:xfrm>
                <a:off x="11230038" y="1047143"/>
                <a:ext cx="160920" cy="27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8788A86-4FC9-379C-B0DA-C03D18719B5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212038" y="1029143"/>
                  <a:ext cx="19656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05009B8-B7DF-D374-B187-38D2348860B5}"/>
                    </a:ext>
                  </a:extLst>
                </p14:cNvPr>
                <p14:cNvContentPartPr/>
                <p14:nvPr/>
              </p14:nvContentPartPr>
              <p14:xfrm>
                <a:off x="11239758" y="1062983"/>
                <a:ext cx="90000" cy="1695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05009B8-B7DF-D374-B187-38D2348860B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221758" y="1044983"/>
                  <a:ext cx="12564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ACDE199-D786-1FA4-8180-5F2A0519591F}"/>
              </a:ext>
            </a:extLst>
          </p:cNvPr>
          <p:cNvGrpSpPr/>
          <p:nvPr/>
        </p:nvGrpSpPr>
        <p:grpSpPr>
          <a:xfrm>
            <a:off x="11456478" y="1377623"/>
            <a:ext cx="375480" cy="157320"/>
            <a:chOff x="11456478" y="1377623"/>
            <a:chExt cx="375480" cy="15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70343BB-AF1F-13D4-E1BA-896E4B3F286B}"/>
                    </a:ext>
                  </a:extLst>
                </p14:cNvPr>
                <p14:cNvContentPartPr/>
                <p14:nvPr/>
              </p14:nvContentPartPr>
              <p14:xfrm>
                <a:off x="11456478" y="1377623"/>
                <a:ext cx="63720" cy="157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70343BB-AF1F-13D4-E1BA-896E4B3F286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438478" y="1359623"/>
                  <a:ext cx="9936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A762000-3A2C-3940-605C-F8515027B19F}"/>
                    </a:ext>
                  </a:extLst>
                </p14:cNvPr>
                <p14:cNvContentPartPr/>
                <p14:nvPr/>
              </p14:nvContentPartPr>
              <p14:xfrm>
                <a:off x="11599758" y="1407143"/>
                <a:ext cx="232200" cy="94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A762000-3A2C-3940-605C-F8515027B19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581758" y="1389143"/>
                  <a:ext cx="26784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8BFD862-9FAA-BFD4-8AB6-5254D4210DA2}"/>
              </a:ext>
            </a:extLst>
          </p:cNvPr>
          <p:cNvGrpSpPr/>
          <p:nvPr/>
        </p:nvGrpSpPr>
        <p:grpSpPr>
          <a:xfrm>
            <a:off x="11669958" y="1096463"/>
            <a:ext cx="262080" cy="127440"/>
            <a:chOff x="11669958" y="1096463"/>
            <a:chExt cx="262080" cy="12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753D232-855C-6F24-BCAF-CF0A617D27E3}"/>
                    </a:ext>
                  </a:extLst>
                </p14:cNvPr>
                <p14:cNvContentPartPr/>
                <p14:nvPr/>
              </p14:nvContentPartPr>
              <p14:xfrm>
                <a:off x="11669958" y="1217063"/>
                <a:ext cx="84600" cy="6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753D232-855C-6F24-BCAF-CF0A617D27E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651958" y="1199423"/>
                  <a:ext cx="1202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F7CE644-BF68-9E7E-9C65-BBEBA4F593C7}"/>
                    </a:ext>
                  </a:extLst>
                </p14:cNvPr>
                <p14:cNvContentPartPr/>
                <p14:nvPr/>
              </p14:nvContentPartPr>
              <p14:xfrm>
                <a:off x="11795958" y="1096463"/>
                <a:ext cx="136080" cy="1267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F7CE644-BF68-9E7E-9C65-BBEBA4F593C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778318" y="1078463"/>
                  <a:ext cx="17172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E0BCC3E-4D86-5870-DB0C-022255F16608}"/>
              </a:ext>
            </a:extLst>
          </p:cNvPr>
          <p:cNvGrpSpPr/>
          <p:nvPr/>
        </p:nvGrpSpPr>
        <p:grpSpPr>
          <a:xfrm>
            <a:off x="8169318" y="446303"/>
            <a:ext cx="2568960" cy="1251720"/>
            <a:chOff x="8169318" y="446303"/>
            <a:chExt cx="2568960" cy="125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F03CB8C-09FE-3576-8FAD-706B3606B143}"/>
                    </a:ext>
                  </a:extLst>
                </p14:cNvPr>
                <p14:cNvContentPartPr/>
                <p14:nvPr/>
              </p14:nvContentPartPr>
              <p14:xfrm>
                <a:off x="8229798" y="1251983"/>
                <a:ext cx="23760" cy="3200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F03CB8C-09FE-3576-8FAD-706B3606B14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212158" y="1234343"/>
                  <a:ext cx="5940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FB5AF72-A580-A6C6-C58B-5B30A183CF7B}"/>
                    </a:ext>
                  </a:extLst>
                </p14:cNvPr>
                <p14:cNvContentPartPr/>
                <p14:nvPr/>
              </p14:nvContentPartPr>
              <p14:xfrm>
                <a:off x="8169318" y="1274663"/>
                <a:ext cx="166680" cy="3535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FB5AF72-A580-A6C6-C58B-5B30A183CF7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151318" y="1256663"/>
                  <a:ext cx="20232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83556B2-131E-2D09-197F-7FE19D9636FA}"/>
                    </a:ext>
                  </a:extLst>
                </p14:cNvPr>
                <p14:cNvContentPartPr/>
                <p14:nvPr/>
              </p14:nvContentPartPr>
              <p14:xfrm>
                <a:off x="8449758" y="1421543"/>
                <a:ext cx="126720" cy="131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83556B2-131E-2D09-197F-7FE19D9636F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432118" y="1403903"/>
                  <a:ext cx="1623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83016B7-F933-3A96-AB42-54B92B88FB07}"/>
                    </a:ext>
                  </a:extLst>
                </p14:cNvPr>
                <p14:cNvContentPartPr/>
                <p14:nvPr/>
              </p14:nvContentPartPr>
              <p14:xfrm>
                <a:off x="8626158" y="1477703"/>
                <a:ext cx="47160" cy="192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83016B7-F933-3A96-AB42-54B92B88FB0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608518" y="1459703"/>
                  <a:ext cx="8280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77F9649-4EEE-2723-413E-39C40115093D}"/>
                    </a:ext>
                  </a:extLst>
                </p14:cNvPr>
                <p14:cNvContentPartPr/>
                <p14:nvPr/>
              </p14:nvContentPartPr>
              <p14:xfrm>
                <a:off x="8674758" y="1438103"/>
                <a:ext cx="75240" cy="1011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77F9649-4EEE-2723-413E-39C40115093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656758" y="1420103"/>
                  <a:ext cx="1108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6B36DF1-0105-8314-2DCD-6C5199B01982}"/>
                    </a:ext>
                  </a:extLst>
                </p14:cNvPr>
                <p14:cNvContentPartPr/>
                <p14:nvPr/>
              </p14:nvContentPartPr>
              <p14:xfrm>
                <a:off x="8843238" y="1425863"/>
                <a:ext cx="33480" cy="1350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6B36DF1-0105-8314-2DCD-6C5199B0198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825238" y="1407863"/>
                  <a:ext cx="691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0D57A1A-AAD3-8367-BE3C-E1986AAB1313}"/>
                    </a:ext>
                  </a:extLst>
                </p14:cNvPr>
                <p14:cNvContentPartPr/>
                <p14:nvPr/>
              </p14:nvContentPartPr>
              <p14:xfrm>
                <a:off x="8856558" y="1282943"/>
                <a:ext cx="18360" cy="291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0D57A1A-AAD3-8367-BE3C-E1986AAB131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838918" y="1265303"/>
                  <a:ext cx="540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AC54144-8EEE-C559-9833-963A85F55908}"/>
                    </a:ext>
                  </a:extLst>
                </p14:cNvPr>
                <p14:cNvContentPartPr/>
                <p14:nvPr/>
              </p14:nvContentPartPr>
              <p14:xfrm>
                <a:off x="9014958" y="1434863"/>
                <a:ext cx="191160" cy="124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AC54144-8EEE-C559-9833-963A85F5590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996958" y="1417223"/>
                  <a:ext cx="2268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927DE25-1C2A-4482-7D21-5A2BDD06E44C}"/>
                    </a:ext>
                  </a:extLst>
                </p14:cNvPr>
                <p14:cNvContentPartPr/>
                <p14:nvPr/>
              </p14:nvContentPartPr>
              <p14:xfrm>
                <a:off x="9284598" y="1438823"/>
                <a:ext cx="154080" cy="259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927DE25-1C2A-4482-7D21-5A2BDD06E44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266958" y="1420823"/>
                  <a:ext cx="18972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087C252-604D-A53E-2ACA-6DA96D7068CB}"/>
                    </a:ext>
                  </a:extLst>
                </p14:cNvPr>
                <p14:cNvContentPartPr/>
                <p14:nvPr/>
              </p14:nvContentPartPr>
              <p14:xfrm>
                <a:off x="10067598" y="1320023"/>
                <a:ext cx="42480" cy="252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087C252-604D-A53E-2ACA-6DA96D7068C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049958" y="1302383"/>
                  <a:ext cx="7812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541D93B-EB8D-1D9B-8D3A-E68466B3E3B6}"/>
                    </a:ext>
                  </a:extLst>
                </p14:cNvPr>
                <p14:cNvContentPartPr/>
                <p14:nvPr/>
              </p14:nvContentPartPr>
              <p14:xfrm>
                <a:off x="10070478" y="1283663"/>
                <a:ext cx="173880" cy="1656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541D93B-EB8D-1D9B-8D3A-E68466B3E3B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052478" y="1265663"/>
                  <a:ext cx="2095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4A63BCA-7286-2C55-A16A-31F177DA2ACE}"/>
                    </a:ext>
                  </a:extLst>
                </p14:cNvPr>
                <p14:cNvContentPartPr/>
                <p14:nvPr/>
              </p14:nvContentPartPr>
              <p14:xfrm>
                <a:off x="10381878" y="1492103"/>
                <a:ext cx="68760" cy="1720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4A63BCA-7286-2C55-A16A-31F177DA2AC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363878" y="1474463"/>
                  <a:ext cx="10440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B112FDB-824E-A1D0-390A-ECDDBF386811}"/>
                    </a:ext>
                  </a:extLst>
                </p14:cNvPr>
                <p14:cNvContentPartPr/>
                <p14:nvPr/>
              </p14:nvContentPartPr>
              <p14:xfrm>
                <a:off x="10425798" y="1485983"/>
                <a:ext cx="93960" cy="183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B112FDB-824E-A1D0-390A-ECDDBF38681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408158" y="1468343"/>
                  <a:ext cx="12960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30F3F34-8C10-6C12-408E-581698AC5D32}"/>
                    </a:ext>
                  </a:extLst>
                </p14:cNvPr>
                <p14:cNvContentPartPr/>
                <p14:nvPr/>
              </p14:nvContentPartPr>
              <p14:xfrm>
                <a:off x="10653318" y="1462943"/>
                <a:ext cx="57600" cy="216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30F3F34-8C10-6C12-408E-581698AC5D3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635318" y="1445303"/>
                  <a:ext cx="932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EEF9B18-0EF6-8AAD-1D48-9D1B61F7DD54}"/>
                    </a:ext>
                  </a:extLst>
                </p14:cNvPr>
                <p14:cNvContentPartPr/>
                <p14:nvPr/>
              </p14:nvContentPartPr>
              <p14:xfrm>
                <a:off x="10711278" y="1524503"/>
                <a:ext cx="27000" cy="54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EEF9B18-0EF6-8AAD-1D48-9D1B61F7DD5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693638" y="1506503"/>
                  <a:ext cx="626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622A669-8B08-8F8F-3911-EAB0D419CD96}"/>
                    </a:ext>
                  </a:extLst>
                </p14:cNvPr>
                <p14:cNvContentPartPr/>
                <p14:nvPr/>
              </p14:nvContentPartPr>
              <p14:xfrm>
                <a:off x="9188478" y="809903"/>
                <a:ext cx="3240" cy="12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622A669-8B08-8F8F-3911-EAB0D419CD9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170478" y="792263"/>
                  <a:ext cx="388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55785D8-B77E-6A15-C994-1157D561AB15}"/>
                    </a:ext>
                  </a:extLst>
                </p14:cNvPr>
                <p14:cNvContentPartPr/>
                <p14:nvPr/>
              </p14:nvContentPartPr>
              <p14:xfrm>
                <a:off x="9143118" y="698303"/>
                <a:ext cx="77040" cy="3398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55785D8-B77E-6A15-C994-1157D561AB1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125478" y="680303"/>
                  <a:ext cx="11268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7BDF70B-E686-4C72-7DB3-4474CB4E5239}"/>
                    </a:ext>
                  </a:extLst>
                </p14:cNvPr>
                <p14:cNvContentPartPr/>
                <p14:nvPr/>
              </p14:nvContentPartPr>
              <p14:xfrm>
                <a:off x="9193158" y="701183"/>
                <a:ext cx="110160" cy="2703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7BDF70B-E686-4C72-7DB3-4474CB4E523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175518" y="683183"/>
                  <a:ext cx="1458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3D975EE-D8E7-72E7-654F-92BFD5526C04}"/>
                    </a:ext>
                  </a:extLst>
                </p14:cNvPr>
                <p14:cNvContentPartPr/>
                <p14:nvPr/>
              </p14:nvContentPartPr>
              <p14:xfrm>
                <a:off x="9131598" y="879023"/>
                <a:ext cx="133200" cy="36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3D975EE-D8E7-72E7-654F-92BFD5526C0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113958" y="861383"/>
                  <a:ext cx="16884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1B5DE81-B87F-7605-F355-58375849C0F2}"/>
                    </a:ext>
                  </a:extLst>
                </p14:cNvPr>
                <p14:cNvContentPartPr/>
                <p14:nvPr/>
              </p14:nvContentPartPr>
              <p14:xfrm>
                <a:off x="9391878" y="851303"/>
                <a:ext cx="81720" cy="115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1B5DE81-B87F-7605-F355-58375849C0F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374238" y="833663"/>
                  <a:ext cx="11736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B00D438-EE81-5FB4-A040-0420FBF4CF8C}"/>
                    </a:ext>
                  </a:extLst>
                </p14:cNvPr>
                <p14:cNvContentPartPr/>
                <p14:nvPr/>
              </p14:nvContentPartPr>
              <p14:xfrm>
                <a:off x="9607158" y="835823"/>
                <a:ext cx="99360" cy="156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B00D438-EE81-5FB4-A040-0420FBF4CF8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589518" y="817823"/>
                  <a:ext cx="1350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082B1FD-E419-000D-03A2-B01936313B82}"/>
                    </a:ext>
                  </a:extLst>
                </p14:cNvPr>
                <p14:cNvContentPartPr/>
                <p14:nvPr/>
              </p14:nvContentPartPr>
              <p14:xfrm>
                <a:off x="9721638" y="854903"/>
                <a:ext cx="307440" cy="1130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082B1FD-E419-000D-03A2-B01936313B8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703998" y="837263"/>
                  <a:ext cx="3430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22B4AF5-5498-0F2B-F5B9-9A9A599710B6}"/>
                    </a:ext>
                  </a:extLst>
                </p14:cNvPr>
                <p14:cNvContentPartPr/>
                <p14:nvPr/>
              </p14:nvContentPartPr>
              <p14:xfrm>
                <a:off x="10136718" y="855623"/>
                <a:ext cx="4320" cy="119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22B4AF5-5498-0F2B-F5B9-9A9A599710B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118718" y="837983"/>
                  <a:ext cx="399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C684F0E-4C98-BBC0-AACA-CA99505EA0F2}"/>
                    </a:ext>
                  </a:extLst>
                </p14:cNvPr>
                <p14:cNvContentPartPr/>
                <p14:nvPr/>
              </p14:nvContentPartPr>
              <p14:xfrm>
                <a:off x="10123398" y="735383"/>
                <a:ext cx="10800" cy="33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C684F0E-4C98-BBC0-AACA-CA99505EA0F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105758" y="717743"/>
                  <a:ext cx="464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B70132D-DBBA-705F-42A9-78074A7D48BE}"/>
                    </a:ext>
                  </a:extLst>
                </p14:cNvPr>
                <p14:cNvContentPartPr/>
                <p14:nvPr/>
              </p14:nvContentPartPr>
              <p14:xfrm>
                <a:off x="10235358" y="877943"/>
                <a:ext cx="171000" cy="1288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B70132D-DBBA-705F-42A9-78074A7D48B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217358" y="859943"/>
                  <a:ext cx="2066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57D222B-B573-198D-A195-4730C6A3B818}"/>
                    </a:ext>
                  </a:extLst>
                </p14:cNvPr>
                <p14:cNvContentPartPr/>
                <p14:nvPr/>
              </p14:nvContentPartPr>
              <p14:xfrm>
                <a:off x="8942238" y="446303"/>
                <a:ext cx="1674360" cy="793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57D222B-B573-198D-A195-4730C6A3B81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924238" y="428303"/>
                  <a:ext cx="1710000" cy="82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FB0EEF90-A7C5-2EC5-FF54-1EF933BBF13C}"/>
              </a:ext>
            </a:extLst>
          </p:cNvPr>
          <p:cNvGrpSpPr/>
          <p:nvPr/>
        </p:nvGrpSpPr>
        <p:grpSpPr>
          <a:xfrm>
            <a:off x="5140278" y="2085383"/>
            <a:ext cx="1731240" cy="493920"/>
            <a:chOff x="5140278" y="2085383"/>
            <a:chExt cx="1731240" cy="49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66510F6-C39B-5C03-319E-E0314F8E4FEA}"/>
                    </a:ext>
                  </a:extLst>
                </p14:cNvPr>
                <p14:cNvContentPartPr/>
                <p14:nvPr/>
              </p14:nvContentPartPr>
              <p14:xfrm>
                <a:off x="5140278" y="2143703"/>
                <a:ext cx="33840" cy="356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66510F6-C39B-5C03-319E-E0314F8E4FE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122278" y="2126063"/>
                  <a:ext cx="6948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A8793A0-B2DE-AAE7-DF79-B9E4182E950F}"/>
                    </a:ext>
                  </a:extLst>
                </p14:cNvPr>
                <p14:cNvContentPartPr/>
                <p14:nvPr/>
              </p14:nvContentPartPr>
              <p14:xfrm>
                <a:off x="5200038" y="2085383"/>
                <a:ext cx="146880" cy="2390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A8793A0-B2DE-AAE7-DF79-B9E4182E950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82038" y="2067743"/>
                  <a:ext cx="18252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614AD5A-7CD4-63E1-5424-B08249C152F5}"/>
                    </a:ext>
                  </a:extLst>
                </p14:cNvPr>
                <p14:cNvContentPartPr/>
                <p14:nvPr/>
              </p14:nvContentPartPr>
              <p14:xfrm>
                <a:off x="5447718" y="2368703"/>
                <a:ext cx="229680" cy="1400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614AD5A-7CD4-63E1-5424-B08249C152F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429718" y="2351063"/>
                  <a:ext cx="2653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B7434BE-B386-C466-B2BB-8FD83889F3D6}"/>
                    </a:ext>
                  </a:extLst>
                </p14:cNvPr>
                <p14:cNvContentPartPr/>
                <p14:nvPr/>
              </p14:nvContentPartPr>
              <p14:xfrm>
                <a:off x="5699358" y="2397503"/>
                <a:ext cx="189000" cy="127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B7434BE-B386-C466-B2BB-8FD83889F3D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681718" y="2379863"/>
                  <a:ext cx="2246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1621897-1DB0-37BB-F4F8-2221B3C0AE71}"/>
                    </a:ext>
                  </a:extLst>
                </p14:cNvPr>
                <p14:cNvContentPartPr/>
                <p14:nvPr/>
              </p14:nvContentPartPr>
              <p14:xfrm>
                <a:off x="6022638" y="2257823"/>
                <a:ext cx="85320" cy="2631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1621897-1DB0-37BB-F4F8-2221B3C0AE7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004998" y="2239823"/>
                  <a:ext cx="12096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6C901DC-03CA-949B-AD09-A1CEEC194454}"/>
                    </a:ext>
                  </a:extLst>
                </p14:cNvPr>
                <p14:cNvContentPartPr/>
                <p14:nvPr/>
              </p14:nvContentPartPr>
              <p14:xfrm>
                <a:off x="6232158" y="2389583"/>
                <a:ext cx="79200" cy="1238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6C901DC-03CA-949B-AD09-A1CEEC19445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214518" y="2371943"/>
                  <a:ext cx="1148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ADB7D5A-EF4A-880D-9BF4-F89CF6593E3C}"/>
                    </a:ext>
                  </a:extLst>
                </p14:cNvPr>
                <p14:cNvContentPartPr/>
                <p14:nvPr/>
              </p14:nvContentPartPr>
              <p14:xfrm>
                <a:off x="6413958" y="2428463"/>
                <a:ext cx="59400" cy="1508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ADB7D5A-EF4A-880D-9BF4-F89CF6593E3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395958" y="2410823"/>
                  <a:ext cx="950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4244A29-3907-5F62-D306-E8BB82551002}"/>
                    </a:ext>
                  </a:extLst>
                </p14:cNvPr>
                <p14:cNvContentPartPr/>
                <p14:nvPr/>
              </p14:nvContentPartPr>
              <p14:xfrm>
                <a:off x="6433038" y="2370143"/>
                <a:ext cx="90360" cy="1227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4244A29-3907-5F62-D306-E8BB8255100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415038" y="2352503"/>
                  <a:ext cx="1260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C44FF74-2D47-B271-5A89-4F5AAA855698}"/>
                    </a:ext>
                  </a:extLst>
                </p14:cNvPr>
                <p14:cNvContentPartPr/>
                <p14:nvPr/>
              </p14:nvContentPartPr>
              <p14:xfrm>
                <a:off x="6577038" y="2373023"/>
                <a:ext cx="91080" cy="1364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C44FF74-2D47-B271-5A89-4F5AAA85569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559398" y="2355023"/>
                  <a:ext cx="1267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94ED8F2-1113-BE53-936F-25AF0C433133}"/>
                    </a:ext>
                  </a:extLst>
                </p14:cNvPr>
                <p14:cNvContentPartPr/>
                <p14:nvPr/>
              </p14:nvContentPartPr>
              <p14:xfrm>
                <a:off x="6768918" y="2267543"/>
                <a:ext cx="102600" cy="2293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94ED8F2-1113-BE53-936F-25AF0C43313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750918" y="2249903"/>
                  <a:ext cx="138240" cy="26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42760EB9-36D8-F52D-71A1-C9CF7D8D7805}"/>
              </a:ext>
            </a:extLst>
          </p:cNvPr>
          <p:cNvGrpSpPr/>
          <p:nvPr/>
        </p:nvGrpSpPr>
        <p:grpSpPr>
          <a:xfrm>
            <a:off x="5854518" y="2831663"/>
            <a:ext cx="168480" cy="117720"/>
            <a:chOff x="5854518" y="2831663"/>
            <a:chExt cx="168480" cy="11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EEBA8E6-F2F1-BDEC-6347-C3224B38B3F2}"/>
                    </a:ext>
                  </a:extLst>
                </p14:cNvPr>
                <p14:cNvContentPartPr/>
                <p14:nvPr/>
              </p14:nvContentPartPr>
              <p14:xfrm>
                <a:off x="5854518" y="2831663"/>
                <a:ext cx="155160" cy="33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EEBA8E6-F2F1-BDEC-6347-C3224B38B3F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836518" y="2813663"/>
                  <a:ext cx="1908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EC3F514-15BE-5428-60B9-E703E434CE74}"/>
                    </a:ext>
                  </a:extLst>
                </p14:cNvPr>
                <p14:cNvContentPartPr/>
                <p14:nvPr/>
              </p14:nvContentPartPr>
              <p14:xfrm>
                <a:off x="5899878" y="2912303"/>
                <a:ext cx="123120" cy="370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EC3F514-15BE-5428-60B9-E703E434CE7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882238" y="2894303"/>
                  <a:ext cx="158760" cy="7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35FDB5C-5AD6-2CF2-778A-809545013E4D}"/>
              </a:ext>
            </a:extLst>
          </p:cNvPr>
          <p:cNvGrpSpPr/>
          <p:nvPr/>
        </p:nvGrpSpPr>
        <p:grpSpPr>
          <a:xfrm>
            <a:off x="6372198" y="2728343"/>
            <a:ext cx="480240" cy="306360"/>
            <a:chOff x="6372198" y="2728343"/>
            <a:chExt cx="480240" cy="30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DDFAC95-7FF7-1C9B-A613-D5B1E636A413}"/>
                    </a:ext>
                  </a:extLst>
                </p14:cNvPr>
                <p14:cNvContentPartPr/>
                <p14:nvPr/>
              </p14:nvContentPartPr>
              <p14:xfrm>
                <a:off x="6372198" y="2728343"/>
                <a:ext cx="206640" cy="2660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DDFAC95-7FF7-1C9B-A613-D5B1E636A41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354198" y="2710703"/>
                  <a:ext cx="2422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045B861-35A7-AC20-7F8D-2CE2EAB33256}"/>
                    </a:ext>
                  </a:extLst>
                </p14:cNvPr>
                <p14:cNvContentPartPr/>
                <p14:nvPr/>
              </p14:nvContentPartPr>
              <p14:xfrm>
                <a:off x="6685398" y="2759663"/>
                <a:ext cx="147600" cy="1418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045B861-35A7-AC20-7F8D-2CE2EAB3325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667398" y="2741663"/>
                  <a:ext cx="1832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B59D4E6-0098-5D54-13E1-5E3D5043ADDB}"/>
                    </a:ext>
                  </a:extLst>
                </p14:cNvPr>
                <p14:cNvContentPartPr/>
                <p14:nvPr/>
              </p14:nvContentPartPr>
              <p14:xfrm>
                <a:off x="6818598" y="2817263"/>
                <a:ext cx="33840" cy="217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B59D4E6-0098-5D54-13E1-5E3D5043ADD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800958" y="2799623"/>
                  <a:ext cx="69480" cy="25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52E3FE3B-3D6D-C779-8627-63CD4FE40539}"/>
              </a:ext>
            </a:extLst>
          </p:cNvPr>
          <p:cNvGrpSpPr/>
          <p:nvPr/>
        </p:nvGrpSpPr>
        <p:grpSpPr>
          <a:xfrm>
            <a:off x="7059078" y="2821223"/>
            <a:ext cx="788400" cy="205560"/>
            <a:chOff x="7059078" y="2821223"/>
            <a:chExt cx="788400" cy="20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67CB3CD-D332-84A6-B9F7-B20D4D37CA4E}"/>
                    </a:ext>
                  </a:extLst>
                </p14:cNvPr>
                <p14:cNvContentPartPr/>
                <p14:nvPr/>
              </p14:nvContentPartPr>
              <p14:xfrm>
                <a:off x="7067718" y="2838503"/>
                <a:ext cx="36360" cy="1882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67CB3CD-D332-84A6-B9F7-B20D4D37CA4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050078" y="2820503"/>
                  <a:ext cx="7200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98A7C30-BF5E-CF74-EC43-39A76969C710}"/>
                    </a:ext>
                  </a:extLst>
                </p14:cNvPr>
                <p14:cNvContentPartPr/>
                <p14:nvPr/>
              </p14:nvContentPartPr>
              <p14:xfrm>
                <a:off x="7059078" y="2821223"/>
                <a:ext cx="316080" cy="1656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98A7C30-BF5E-CF74-EC43-39A76969C71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041438" y="2803223"/>
                  <a:ext cx="3517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86BBD2E-4749-1D13-FF71-BE965E2DA2CC}"/>
                    </a:ext>
                  </a:extLst>
                </p14:cNvPr>
                <p14:cNvContentPartPr/>
                <p14:nvPr/>
              </p14:nvContentPartPr>
              <p14:xfrm>
                <a:off x="7518798" y="2834903"/>
                <a:ext cx="328680" cy="1728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86BBD2E-4749-1D13-FF71-BE965E2DA2C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500798" y="2816903"/>
                  <a:ext cx="364320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45B0822A-E87B-6597-E677-246DB8BE5688}"/>
              </a:ext>
            </a:extLst>
          </p:cNvPr>
          <p:cNvGrpSpPr/>
          <p:nvPr/>
        </p:nvGrpSpPr>
        <p:grpSpPr>
          <a:xfrm>
            <a:off x="7599798" y="2318303"/>
            <a:ext cx="565920" cy="169560"/>
            <a:chOff x="7599798" y="2318303"/>
            <a:chExt cx="565920" cy="16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C974613-4435-EAF1-DCA3-882B47A6DDB0}"/>
                    </a:ext>
                  </a:extLst>
                </p14:cNvPr>
                <p14:cNvContentPartPr/>
                <p14:nvPr/>
              </p14:nvContentPartPr>
              <p14:xfrm>
                <a:off x="7599798" y="2388863"/>
                <a:ext cx="546840" cy="342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C974613-4435-EAF1-DCA3-882B47A6DDB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581798" y="2371223"/>
                  <a:ext cx="5824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154AB99-0BD8-F195-7ABA-BE484E4E6166}"/>
                    </a:ext>
                  </a:extLst>
                </p14:cNvPr>
                <p14:cNvContentPartPr/>
                <p14:nvPr/>
              </p14:nvContentPartPr>
              <p14:xfrm>
                <a:off x="8046558" y="2318303"/>
                <a:ext cx="119160" cy="1695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154AB99-0BD8-F195-7ABA-BE484E4E616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028918" y="2300303"/>
                  <a:ext cx="15480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58A1427D-86C6-C1CB-2966-D926B5797758}"/>
              </a:ext>
            </a:extLst>
          </p:cNvPr>
          <p:cNvGrpSpPr/>
          <p:nvPr/>
        </p:nvGrpSpPr>
        <p:grpSpPr>
          <a:xfrm>
            <a:off x="8449398" y="2077463"/>
            <a:ext cx="2114640" cy="769320"/>
            <a:chOff x="8449398" y="2077463"/>
            <a:chExt cx="2114640" cy="76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937176F-8543-BABA-367C-FC289DA264B9}"/>
                    </a:ext>
                  </a:extLst>
                </p14:cNvPr>
                <p14:cNvContentPartPr/>
                <p14:nvPr/>
              </p14:nvContentPartPr>
              <p14:xfrm>
                <a:off x="8449398" y="2161343"/>
                <a:ext cx="54000" cy="3502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937176F-8543-BABA-367C-FC289DA264B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431758" y="2143343"/>
                  <a:ext cx="896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85CF8EC-7B2F-D51B-1838-B310CA777492}"/>
                    </a:ext>
                  </a:extLst>
                </p14:cNvPr>
                <p14:cNvContentPartPr/>
                <p14:nvPr/>
              </p14:nvContentPartPr>
              <p14:xfrm>
                <a:off x="8467758" y="2077463"/>
                <a:ext cx="321480" cy="320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85CF8EC-7B2F-D51B-1838-B310CA77749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449758" y="2059463"/>
                  <a:ext cx="35712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D569209-3CA1-CFEC-5BA7-FC888C2C5732}"/>
                    </a:ext>
                  </a:extLst>
                </p14:cNvPr>
                <p14:cNvContentPartPr/>
                <p14:nvPr/>
              </p14:nvContentPartPr>
              <p14:xfrm>
                <a:off x="8920278" y="2328023"/>
                <a:ext cx="85320" cy="198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D569209-3CA1-CFEC-5BA7-FC888C2C573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902638" y="2310023"/>
                  <a:ext cx="1209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9D7999D-B949-8E88-1475-6258E4E43D13}"/>
                    </a:ext>
                  </a:extLst>
                </p14:cNvPr>
                <p14:cNvContentPartPr/>
                <p14:nvPr/>
              </p14:nvContentPartPr>
              <p14:xfrm>
                <a:off x="8975718" y="2398583"/>
                <a:ext cx="43200" cy="165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9D7999D-B949-8E88-1475-6258E4E43D1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958078" y="2380943"/>
                  <a:ext cx="788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3489077-7CF8-0E70-C7EF-A5394AF94B76}"/>
                    </a:ext>
                  </a:extLst>
                </p14:cNvPr>
                <p14:cNvContentPartPr/>
                <p14:nvPr/>
              </p14:nvContentPartPr>
              <p14:xfrm>
                <a:off x="9289998" y="2199863"/>
                <a:ext cx="235800" cy="183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3489077-7CF8-0E70-C7EF-A5394AF94B7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272358" y="2182223"/>
                  <a:ext cx="2714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1CEA13A-2979-0CFA-C955-60F2D59AE59F}"/>
                    </a:ext>
                  </a:extLst>
                </p14:cNvPr>
                <p14:cNvContentPartPr/>
                <p14:nvPr/>
              </p14:nvContentPartPr>
              <p14:xfrm>
                <a:off x="9460998" y="2263583"/>
                <a:ext cx="33480" cy="2329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1CEA13A-2979-0CFA-C955-60F2D59AE59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442998" y="2245583"/>
                  <a:ext cx="6912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C3588E2-9B97-6A66-B60B-DE289D7C1A7A}"/>
                    </a:ext>
                  </a:extLst>
                </p14:cNvPr>
                <p14:cNvContentPartPr/>
                <p14:nvPr/>
              </p14:nvContentPartPr>
              <p14:xfrm>
                <a:off x="9666918" y="2193383"/>
                <a:ext cx="140400" cy="310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C3588E2-9B97-6A66-B60B-DE289D7C1A7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649278" y="2175383"/>
                  <a:ext cx="1760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02CF218-4454-677A-2754-D3AD94E525C5}"/>
                    </a:ext>
                  </a:extLst>
                </p14:cNvPr>
                <p14:cNvContentPartPr/>
                <p14:nvPr/>
              </p14:nvContentPartPr>
              <p14:xfrm>
                <a:off x="9897318" y="2232983"/>
                <a:ext cx="167400" cy="2314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02CF218-4454-677A-2754-D3AD94E525C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879318" y="2215343"/>
                  <a:ext cx="2030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4DC9383-919C-3168-F108-296AA8810E91}"/>
                    </a:ext>
                  </a:extLst>
                </p14:cNvPr>
                <p14:cNvContentPartPr/>
                <p14:nvPr/>
              </p14:nvContentPartPr>
              <p14:xfrm>
                <a:off x="10148238" y="2266103"/>
                <a:ext cx="415800" cy="2372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4DC9383-919C-3168-F108-296AA8810E9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130238" y="2248103"/>
                  <a:ext cx="4514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963CE4A-ADFC-565F-4949-6D708CA5760C}"/>
                    </a:ext>
                  </a:extLst>
                </p14:cNvPr>
                <p14:cNvContentPartPr/>
                <p14:nvPr/>
              </p14:nvContentPartPr>
              <p14:xfrm>
                <a:off x="8740998" y="2585423"/>
                <a:ext cx="126000" cy="1926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963CE4A-ADFC-565F-4949-6D708CA5760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723358" y="2567423"/>
                  <a:ext cx="16164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27890F2-278E-3629-6A84-F8063B24F266}"/>
                    </a:ext>
                  </a:extLst>
                </p14:cNvPr>
                <p14:cNvContentPartPr/>
                <p14:nvPr/>
              </p14:nvContentPartPr>
              <p14:xfrm>
                <a:off x="8940798" y="2709623"/>
                <a:ext cx="79920" cy="63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27890F2-278E-3629-6A84-F8063B24F26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922798" y="2691983"/>
                  <a:ext cx="1155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60C540C-A2CE-F12D-0459-FD0F888F573D}"/>
                    </a:ext>
                  </a:extLst>
                </p14:cNvPr>
                <p14:cNvContentPartPr/>
                <p14:nvPr/>
              </p14:nvContentPartPr>
              <p14:xfrm>
                <a:off x="9092718" y="2707103"/>
                <a:ext cx="49680" cy="1332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60C540C-A2CE-F12D-0459-FD0F888F573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074718" y="2689103"/>
                  <a:ext cx="853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9D6FE49-BF32-8DFB-93C6-87E2DF273093}"/>
                    </a:ext>
                  </a:extLst>
                </p14:cNvPr>
                <p14:cNvContentPartPr/>
                <p14:nvPr/>
              </p14:nvContentPartPr>
              <p14:xfrm>
                <a:off x="9089478" y="2719343"/>
                <a:ext cx="42480" cy="54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9D6FE49-BF32-8DFB-93C6-87E2DF27309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071478" y="2701343"/>
                  <a:ext cx="781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1A0F814-FFA5-162B-5D78-AE32A0A77991}"/>
                    </a:ext>
                  </a:extLst>
                </p14:cNvPr>
                <p14:cNvContentPartPr/>
                <p14:nvPr/>
              </p14:nvContentPartPr>
              <p14:xfrm>
                <a:off x="9206838" y="2744183"/>
                <a:ext cx="131760" cy="590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1A0F814-FFA5-162B-5D78-AE32A0A7799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189198" y="2726183"/>
                  <a:ext cx="1674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A44B3E2-ACC6-DAC1-5451-BBAA67450BD9}"/>
                    </a:ext>
                  </a:extLst>
                </p14:cNvPr>
                <p14:cNvContentPartPr/>
                <p14:nvPr/>
              </p14:nvContentPartPr>
              <p14:xfrm>
                <a:off x="9364518" y="2661383"/>
                <a:ext cx="130680" cy="1854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A44B3E2-ACC6-DAC1-5451-BBAA67450BD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346878" y="2643383"/>
                  <a:ext cx="1663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C264828-1A8B-46F5-26D6-FB6B3063B913}"/>
                    </a:ext>
                  </a:extLst>
                </p14:cNvPr>
                <p14:cNvContentPartPr/>
                <p14:nvPr/>
              </p14:nvContentPartPr>
              <p14:xfrm>
                <a:off x="9534798" y="2819423"/>
                <a:ext cx="4320" cy="79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C264828-1A8B-46F5-26D6-FB6B3063B91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516798" y="2801783"/>
                  <a:ext cx="39960" cy="4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F8A4019-2C82-29C4-581D-BA90FA1F2633}"/>
              </a:ext>
            </a:extLst>
          </p:cNvPr>
          <p:cNvGrpSpPr/>
          <p:nvPr/>
        </p:nvGrpSpPr>
        <p:grpSpPr>
          <a:xfrm>
            <a:off x="8679078" y="3312983"/>
            <a:ext cx="1311840" cy="449280"/>
            <a:chOff x="8679078" y="3312983"/>
            <a:chExt cx="1311840" cy="44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D10B3A0-9048-9319-2D09-A31D5A5C83EA}"/>
                    </a:ext>
                  </a:extLst>
                </p14:cNvPr>
                <p14:cNvContentPartPr/>
                <p14:nvPr/>
              </p14:nvContentPartPr>
              <p14:xfrm>
                <a:off x="8679078" y="3467063"/>
                <a:ext cx="72720" cy="176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D10B3A0-9048-9319-2D09-A31D5A5C83E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661078" y="3449423"/>
                  <a:ext cx="10836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768591A-6021-EF11-6D7F-A6C51534A720}"/>
                    </a:ext>
                  </a:extLst>
                </p14:cNvPr>
                <p14:cNvContentPartPr/>
                <p14:nvPr/>
              </p14:nvContentPartPr>
              <p14:xfrm>
                <a:off x="8785278" y="3348263"/>
                <a:ext cx="33840" cy="3466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768591A-6021-EF11-6D7F-A6C51534A720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767638" y="3330623"/>
                  <a:ext cx="6948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02FF04A-DFBB-C39A-8F13-AA25B95BC0CC}"/>
                    </a:ext>
                  </a:extLst>
                </p14:cNvPr>
                <p14:cNvContentPartPr/>
                <p14:nvPr/>
              </p14:nvContentPartPr>
              <p14:xfrm>
                <a:off x="8764038" y="3338183"/>
                <a:ext cx="137880" cy="2696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02FF04A-DFBB-C39A-8F13-AA25B95BC0C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746398" y="3320183"/>
                  <a:ext cx="17352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C8CFF33-68BD-D7EB-F7DE-49604EF98676}"/>
                    </a:ext>
                  </a:extLst>
                </p14:cNvPr>
                <p14:cNvContentPartPr/>
                <p14:nvPr/>
              </p14:nvContentPartPr>
              <p14:xfrm>
                <a:off x="8998758" y="3459143"/>
                <a:ext cx="124200" cy="1281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C8CFF33-68BD-D7EB-F7DE-49604EF9867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980758" y="3441143"/>
                  <a:ext cx="1598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D8161E3-7C3E-2B16-AA9B-787690B8773F}"/>
                    </a:ext>
                  </a:extLst>
                </p14:cNvPr>
                <p14:cNvContentPartPr/>
                <p14:nvPr/>
              </p14:nvContentPartPr>
              <p14:xfrm>
                <a:off x="9285318" y="3409103"/>
                <a:ext cx="22680" cy="2109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D8161E3-7C3E-2B16-AA9B-787690B8773F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267318" y="3391103"/>
                  <a:ext cx="583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99E45A1-BADA-F3C5-5FA6-5B426F09CA1A}"/>
                    </a:ext>
                  </a:extLst>
                </p14:cNvPr>
                <p14:cNvContentPartPr/>
                <p14:nvPr/>
              </p14:nvContentPartPr>
              <p14:xfrm>
                <a:off x="9287838" y="3405863"/>
                <a:ext cx="107280" cy="1512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99E45A1-BADA-F3C5-5FA6-5B426F09CA1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270198" y="3387863"/>
                  <a:ext cx="1429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F13946A-66E9-2AEE-6AFB-2DB85D3AFDB5}"/>
                    </a:ext>
                  </a:extLst>
                </p14:cNvPr>
                <p14:cNvContentPartPr/>
                <p14:nvPr/>
              </p14:nvContentPartPr>
              <p14:xfrm>
                <a:off x="9459198" y="3438983"/>
                <a:ext cx="42840" cy="1058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F13946A-66E9-2AEE-6AFB-2DB85D3AFDB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441198" y="3420983"/>
                  <a:ext cx="7848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9FB43E3-D03B-7784-2F9F-D1FC0E588547}"/>
                    </a:ext>
                  </a:extLst>
                </p14:cNvPr>
                <p14:cNvContentPartPr/>
                <p14:nvPr/>
              </p14:nvContentPartPr>
              <p14:xfrm>
                <a:off x="9495558" y="3312983"/>
                <a:ext cx="27000" cy="788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9FB43E3-D03B-7784-2F9F-D1FC0E58854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477918" y="3294983"/>
                  <a:ext cx="6264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EB7F9BA-5E51-4FC5-DC42-AE435FA2D5B8}"/>
                    </a:ext>
                  </a:extLst>
                </p14:cNvPr>
                <p14:cNvContentPartPr/>
                <p14:nvPr/>
              </p14:nvContentPartPr>
              <p14:xfrm>
                <a:off x="9622998" y="3410543"/>
                <a:ext cx="152640" cy="982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EB7F9BA-5E51-4FC5-DC42-AE435FA2D5B8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604998" y="3392903"/>
                  <a:ext cx="1882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D6C3365-BDC2-C5E5-E542-90BBAA595C59}"/>
                    </a:ext>
                  </a:extLst>
                </p14:cNvPr>
                <p14:cNvContentPartPr/>
                <p14:nvPr/>
              </p14:nvContentPartPr>
              <p14:xfrm>
                <a:off x="9844758" y="3330983"/>
                <a:ext cx="146160" cy="4312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D6C3365-BDC2-C5E5-E542-90BBAA595C5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826758" y="3313343"/>
                  <a:ext cx="181800" cy="46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4332576-524F-68FC-769A-E2F8169EDF40}"/>
              </a:ext>
            </a:extLst>
          </p:cNvPr>
          <p:cNvGrpSpPr/>
          <p:nvPr/>
        </p:nvGrpSpPr>
        <p:grpSpPr>
          <a:xfrm>
            <a:off x="10430838" y="3306503"/>
            <a:ext cx="617040" cy="374760"/>
            <a:chOff x="10430838" y="3306503"/>
            <a:chExt cx="617040" cy="37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717603E-CE8C-E287-FE32-652BE90D5F18}"/>
                    </a:ext>
                  </a:extLst>
                </p14:cNvPr>
                <p14:cNvContentPartPr/>
                <p14:nvPr/>
              </p14:nvContentPartPr>
              <p14:xfrm>
                <a:off x="10451358" y="3363743"/>
                <a:ext cx="21600" cy="2772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717603E-CE8C-E287-FE32-652BE90D5F1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433718" y="3346103"/>
                  <a:ext cx="5724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7859592-2B7A-9C52-3554-817EF14A99D1}"/>
                    </a:ext>
                  </a:extLst>
                </p14:cNvPr>
                <p14:cNvContentPartPr/>
                <p14:nvPr/>
              </p14:nvContentPartPr>
              <p14:xfrm>
                <a:off x="10430838" y="3306503"/>
                <a:ext cx="196560" cy="1620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7859592-2B7A-9C52-3554-817EF14A99D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412838" y="3288503"/>
                  <a:ext cx="2322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B6FA1DF2-3F60-0EDA-AFE7-A40EEEF82C43}"/>
                    </a:ext>
                  </a:extLst>
                </p14:cNvPr>
                <p14:cNvContentPartPr/>
                <p14:nvPr/>
              </p14:nvContentPartPr>
              <p14:xfrm>
                <a:off x="10715238" y="3494423"/>
                <a:ext cx="27000" cy="1627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B6FA1DF2-3F60-0EDA-AFE7-A40EEEF82C43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697238" y="3476423"/>
                  <a:ext cx="626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D3F0AD4-B843-DFD1-13FD-2EB0329B8E21}"/>
                    </a:ext>
                  </a:extLst>
                </p14:cNvPr>
                <p14:cNvContentPartPr/>
                <p14:nvPr/>
              </p14:nvContentPartPr>
              <p14:xfrm>
                <a:off x="10709118" y="3478943"/>
                <a:ext cx="112320" cy="2023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D3F0AD4-B843-DFD1-13FD-2EB0329B8E2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691478" y="3460943"/>
                  <a:ext cx="1479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75C9612-A086-5DA5-DD63-FA695F694822}"/>
                    </a:ext>
                  </a:extLst>
                </p14:cNvPr>
                <p14:cNvContentPartPr/>
                <p14:nvPr/>
              </p14:nvContentPartPr>
              <p14:xfrm>
                <a:off x="10959678" y="3458063"/>
                <a:ext cx="31680" cy="158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75C9612-A086-5DA5-DD63-FA695F69482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941678" y="3440423"/>
                  <a:ext cx="673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B24CD23-C728-AD51-A867-781E4D80FB09}"/>
                    </a:ext>
                  </a:extLst>
                </p14:cNvPr>
                <p14:cNvContentPartPr/>
                <p14:nvPr/>
              </p14:nvContentPartPr>
              <p14:xfrm>
                <a:off x="10972998" y="3498743"/>
                <a:ext cx="74880" cy="270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B24CD23-C728-AD51-A867-781E4D80FB0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954998" y="3480743"/>
                  <a:ext cx="110520" cy="6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7B72BD25-FE97-9AFB-885D-A12F9B4AD1EA}"/>
              </a:ext>
            </a:extLst>
          </p:cNvPr>
          <p:cNvGrpSpPr/>
          <p:nvPr/>
        </p:nvGrpSpPr>
        <p:grpSpPr>
          <a:xfrm>
            <a:off x="11238318" y="3030743"/>
            <a:ext cx="880920" cy="587520"/>
            <a:chOff x="11238318" y="3030743"/>
            <a:chExt cx="880920" cy="58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78E31C7-B906-4159-C8E1-A49D7AEA49E8}"/>
                    </a:ext>
                  </a:extLst>
                </p14:cNvPr>
                <p14:cNvContentPartPr/>
                <p14:nvPr/>
              </p14:nvContentPartPr>
              <p14:xfrm>
                <a:off x="11238318" y="3339983"/>
                <a:ext cx="27000" cy="2703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78E31C7-B906-4159-C8E1-A49D7AEA49E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220318" y="3321983"/>
                  <a:ext cx="6264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E6A01BD-21EE-262F-88C6-ACBD630B43AC}"/>
                    </a:ext>
                  </a:extLst>
                </p14:cNvPr>
                <p14:cNvContentPartPr/>
                <p14:nvPr/>
              </p14:nvContentPartPr>
              <p14:xfrm>
                <a:off x="11370438" y="3371303"/>
                <a:ext cx="87480" cy="2181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E6A01BD-21EE-262F-88C6-ACBD630B43AC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1352438" y="3353663"/>
                  <a:ext cx="1231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BE7784A5-4A1A-1971-BAC6-EE3939EA7D70}"/>
                    </a:ext>
                  </a:extLst>
                </p14:cNvPr>
                <p14:cNvContentPartPr/>
                <p14:nvPr/>
              </p14:nvContentPartPr>
              <p14:xfrm>
                <a:off x="11501478" y="3057023"/>
                <a:ext cx="45360" cy="1731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BE7784A5-4A1A-1971-BAC6-EE3939EA7D7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1483478" y="3039383"/>
                  <a:ext cx="810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74C9D063-699C-2CCA-C100-DBBE8C4FC3AB}"/>
                    </a:ext>
                  </a:extLst>
                </p14:cNvPr>
                <p14:cNvContentPartPr/>
                <p14:nvPr/>
              </p14:nvContentPartPr>
              <p14:xfrm>
                <a:off x="11614518" y="3030743"/>
                <a:ext cx="102960" cy="1645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74C9D063-699C-2CCA-C100-DBBE8C4FC3A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1596878" y="3012743"/>
                  <a:ext cx="1386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BBBF9791-3EE1-BF39-035C-71D3AF5E4018}"/>
                    </a:ext>
                  </a:extLst>
                </p14:cNvPr>
                <p14:cNvContentPartPr/>
                <p14:nvPr/>
              </p14:nvContentPartPr>
              <p14:xfrm>
                <a:off x="11594718" y="3095903"/>
                <a:ext cx="127080" cy="475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BBBF9791-3EE1-BF39-035C-71D3AF5E401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1577078" y="3077903"/>
                  <a:ext cx="1627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148AC28-A3E0-99FD-3EBE-336D5F2D37BE}"/>
                    </a:ext>
                  </a:extLst>
                </p14:cNvPr>
                <p14:cNvContentPartPr/>
                <p14:nvPr/>
              </p14:nvContentPartPr>
              <p14:xfrm>
                <a:off x="11611278" y="3456263"/>
                <a:ext cx="105120" cy="1620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148AC28-A3E0-99FD-3EBE-336D5F2D37B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1593638" y="3438623"/>
                  <a:ext cx="14076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D3609EB-31DB-4DEC-AED8-A67183740333}"/>
                    </a:ext>
                  </a:extLst>
                </p14:cNvPr>
                <p14:cNvContentPartPr/>
                <p14:nvPr/>
              </p14:nvContentPartPr>
              <p14:xfrm>
                <a:off x="11797758" y="3497303"/>
                <a:ext cx="200880" cy="1008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D3609EB-31DB-4DEC-AED8-A67183740333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779758" y="3479303"/>
                  <a:ext cx="2365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4ABCA0A-9A76-1871-2349-37CB51D4AF42}"/>
                    </a:ext>
                  </a:extLst>
                </p14:cNvPr>
                <p14:cNvContentPartPr/>
                <p14:nvPr/>
              </p14:nvContentPartPr>
              <p14:xfrm>
                <a:off x="12006918" y="3339983"/>
                <a:ext cx="59760" cy="28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4ABCA0A-9A76-1871-2349-37CB51D4AF4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989278" y="3321983"/>
                  <a:ext cx="954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EA1E5DE-4B78-B3FA-56C1-FDABC2339E51}"/>
                    </a:ext>
                  </a:extLst>
                </p14:cNvPr>
                <p14:cNvContentPartPr/>
                <p14:nvPr/>
              </p14:nvContentPartPr>
              <p14:xfrm>
                <a:off x="12064158" y="3258263"/>
                <a:ext cx="55080" cy="1303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EA1E5DE-4B78-B3FA-56C1-FDABC2339E5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2046518" y="3240623"/>
                  <a:ext cx="9072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5BA70B88-3BCA-BD0E-675C-71766B25C06A}"/>
              </a:ext>
            </a:extLst>
          </p:cNvPr>
          <p:cNvGrpSpPr/>
          <p:nvPr/>
        </p:nvGrpSpPr>
        <p:grpSpPr>
          <a:xfrm>
            <a:off x="7912998" y="4565783"/>
            <a:ext cx="252000" cy="407520"/>
            <a:chOff x="7912998" y="4565783"/>
            <a:chExt cx="252000" cy="40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EE44C08-69E7-26FD-98F2-9B8E0A92F779}"/>
                    </a:ext>
                  </a:extLst>
                </p14:cNvPr>
                <p14:cNvContentPartPr/>
                <p14:nvPr/>
              </p14:nvContentPartPr>
              <p14:xfrm>
                <a:off x="8020638" y="4728863"/>
                <a:ext cx="6480" cy="79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EE44C08-69E7-26FD-98F2-9B8E0A92F77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002638" y="4711223"/>
                  <a:ext cx="421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2221CA3-F580-F2AB-0B24-FC6ECFA4BEBD}"/>
                    </a:ext>
                  </a:extLst>
                </p14:cNvPr>
                <p14:cNvContentPartPr/>
                <p14:nvPr/>
              </p14:nvContentPartPr>
              <p14:xfrm>
                <a:off x="7934598" y="4643183"/>
                <a:ext cx="73800" cy="3301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2221CA3-F580-F2AB-0B24-FC6ECFA4BEBD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916958" y="4625183"/>
                  <a:ext cx="10944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BB37A2C7-624F-B682-CA0F-38D2BDBE076C}"/>
                    </a:ext>
                  </a:extLst>
                </p14:cNvPr>
                <p14:cNvContentPartPr/>
                <p14:nvPr/>
              </p14:nvContentPartPr>
              <p14:xfrm>
                <a:off x="7912998" y="4565783"/>
                <a:ext cx="252000" cy="2415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BB37A2C7-624F-B682-CA0F-38D2BDBE076C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894998" y="4547783"/>
                  <a:ext cx="287640" cy="27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47D4CD9-D105-B3A7-6644-D5B55D9B3782}"/>
              </a:ext>
            </a:extLst>
          </p:cNvPr>
          <p:cNvGrpSpPr/>
          <p:nvPr/>
        </p:nvGrpSpPr>
        <p:grpSpPr>
          <a:xfrm>
            <a:off x="8406918" y="4686023"/>
            <a:ext cx="110520" cy="88920"/>
            <a:chOff x="8406918" y="4686023"/>
            <a:chExt cx="110520" cy="8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40C2F19-40B6-D078-C955-77246F723D56}"/>
                    </a:ext>
                  </a:extLst>
                </p14:cNvPr>
                <p14:cNvContentPartPr/>
                <p14:nvPr/>
              </p14:nvContentPartPr>
              <p14:xfrm>
                <a:off x="8406918" y="4686023"/>
                <a:ext cx="59400" cy="133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40C2F19-40B6-D078-C955-77246F723D56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8389278" y="4668383"/>
                  <a:ext cx="950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E2E0219-FDC3-52F1-45D9-F24727D6E448}"/>
                    </a:ext>
                  </a:extLst>
                </p14:cNvPr>
                <p14:cNvContentPartPr/>
                <p14:nvPr/>
              </p14:nvContentPartPr>
              <p14:xfrm>
                <a:off x="8450118" y="4757303"/>
                <a:ext cx="67320" cy="176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E2E0219-FDC3-52F1-45D9-F24727D6E44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432118" y="4739663"/>
                  <a:ext cx="10296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0EE0B718-B0EA-B4BC-55AD-4C50F33AA0AA}"/>
              </a:ext>
            </a:extLst>
          </p:cNvPr>
          <p:cNvGrpSpPr/>
          <p:nvPr/>
        </p:nvGrpSpPr>
        <p:grpSpPr>
          <a:xfrm>
            <a:off x="8860518" y="4557863"/>
            <a:ext cx="1326960" cy="286560"/>
            <a:chOff x="8860518" y="4557863"/>
            <a:chExt cx="1326960" cy="28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DB9D39D-BCA2-6BAF-0059-C841512C4AA9}"/>
                    </a:ext>
                  </a:extLst>
                </p14:cNvPr>
                <p14:cNvContentPartPr/>
                <p14:nvPr/>
              </p14:nvContentPartPr>
              <p14:xfrm>
                <a:off x="8860518" y="4557863"/>
                <a:ext cx="155160" cy="2865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DB9D39D-BCA2-6BAF-0059-C841512C4AA9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842878" y="4539863"/>
                  <a:ext cx="1908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23D2633C-F685-7AB1-88E7-6B32DCCEDA6D}"/>
                    </a:ext>
                  </a:extLst>
                </p14:cNvPr>
                <p14:cNvContentPartPr/>
                <p14:nvPr/>
              </p14:nvContentPartPr>
              <p14:xfrm>
                <a:off x="9105318" y="4679183"/>
                <a:ext cx="12600" cy="57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23D2633C-F685-7AB1-88E7-6B32DCCEDA6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087678" y="4661183"/>
                  <a:ext cx="482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F84DF19-0615-2B3C-5368-2926B662281A}"/>
                    </a:ext>
                  </a:extLst>
                </p14:cNvPr>
                <p14:cNvContentPartPr/>
                <p14:nvPr/>
              </p14:nvContentPartPr>
              <p14:xfrm>
                <a:off x="9247158" y="4588103"/>
                <a:ext cx="142200" cy="1771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F84DF19-0615-2B3C-5368-2926B662281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229158" y="4570463"/>
                  <a:ext cx="1778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190D2FE-975F-15B5-DBD9-2A847763D43E}"/>
                    </a:ext>
                  </a:extLst>
                </p14:cNvPr>
                <p14:cNvContentPartPr/>
                <p14:nvPr/>
              </p14:nvContentPartPr>
              <p14:xfrm>
                <a:off x="9482958" y="4565423"/>
                <a:ext cx="164520" cy="1386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2190D2FE-975F-15B5-DBD9-2A847763D43E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465318" y="4547783"/>
                  <a:ext cx="2001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C87AC78-BC44-8F93-6FEB-D4371EABF259}"/>
                    </a:ext>
                  </a:extLst>
                </p14:cNvPr>
                <p14:cNvContentPartPr/>
                <p14:nvPr/>
              </p14:nvContentPartPr>
              <p14:xfrm>
                <a:off x="9638838" y="4593503"/>
                <a:ext cx="43200" cy="1562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C87AC78-BC44-8F93-6FEB-D4371EABF25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620838" y="4575863"/>
                  <a:ext cx="788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0BBD073-7592-2122-9C3A-4FC50FCE87B0}"/>
                    </a:ext>
                  </a:extLst>
                </p14:cNvPr>
                <p14:cNvContentPartPr/>
                <p14:nvPr/>
              </p14:nvContentPartPr>
              <p14:xfrm>
                <a:off x="9846918" y="4585583"/>
                <a:ext cx="340560" cy="1681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0BBD073-7592-2122-9C3A-4FC50FCE87B0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829278" y="4567943"/>
                  <a:ext cx="376200" cy="203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801202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9EF8C-26F2-A4EA-AE05-11D72E42D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E874E-A72F-7301-7F29-C615F0E6D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363200" cy="839893"/>
          </a:xfrm>
        </p:spPr>
        <p:txBody>
          <a:bodyPr/>
          <a:lstStyle/>
          <a:p>
            <a:r>
              <a:rPr lang="en-US" dirty="0"/>
              <a:t>Resistance calculation and changing by doping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B440D7-D2C8-8856-699A-56263A0C65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en-US"/>
              <a:t>Slide 1-</a:t>
            </a:r>
            <a:fld id="{32EED685-F88C-4A75-8BBC-E74E7252C62D}" type="slidenum">
              <a:rPr lang="en-US" altLang="en-US" smtClean="0"/>
              <a:pPr>
                <a:defRPr/>
              </a:pPr>
              <a:t>20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pic>
        <p:nvPicPr>
          <p:cNvPr id="7" name="Picture 6" descr="A math equations and formulas&#10;&#10;AI-generated content may be incorrect.">
            <a:extLst>
              <a:ext uri="{FF2B5EF4-FFF2-40B4-BE49-F238E27FC236}">
                <a16:creationId xmlns:a16="http://schemas.microsoft.com/office/drawing/2014/main" id="{CC18DB13-84E0-C87B-E715-7D1528BE4E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71" y="1128748"/>
            <a:ext cx="7528869" cy="2046954"/>
          </a:xfrm>
          <a:prstGeom prst="rect">
            <a:avLst/>
          </a:prstGeom>
        </p:spPr>
      </p:pic>
      <p:pic>
        <p:nvPicPr>
          <p:cNvPr id="6" name="Picture 5" descr="A math equations and formulas&#10;&#10;AI-generated content may be incorrect.">
            <a:extLst>
              <a:ext uri="{FF2B5EF4-FFF2-40B4-BE49-F238E27FC236}">
                <a16:creationId xmlns:a16="http://schemas.microsoft.com/office/drawing/2014/main" id="{FA633AF3-E30F-9225-8C9F-E67B1F558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90" y="3362066"/>
            <a:ext cx="6902479" cy="191436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0A8938E-8656-AB0A-CB79-04F346BE189B}"/>
              </a:ext>
            </a:extLst>
          </p:cNvPr>
          <p:cNvGrpSpPr/>
          <p:nvPr/>
        </p:nvGrpSpPr>
        <p:grpSpPr>
          <a:xfrm>
            <a:off x="6852798" y="4857743"/>
            <a:ext cx="238680" cy="496440"/>
            <a:chOff x="6852798" y="4857743"/>
            <a:chExt cx="238680" cy="49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8692097-3B54-EBCD-9832-37DE1B77EDA4}"/>
                    </a:ext>
                  </a:extLst>
                </p14:cNvPr>
                <p14:cNvContentPartPr/>
                <p14:nvPr/>
              </p14:nvContentPartPr>
              <p14:xfrm>
                <a:off x="6904998" y="4894463"/>
                <a:ext cx="17640" cy="4597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8692097-3B54-EBCD-9832-37DE1B77EDA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886998" y="4876823"/>
                  <a:ext cx="5328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3EB1440-B727-3738-765B-8195A409B528}"/>
                    </a:ext>
                  </a:extLst>
                </p14:cNvPr>
                <p14:cNvContentPartPr/>
                <p14:nvPr/>
              </p14:nvContentPartPr>
              <p14:xfrm>
                <a:off x="6852798" y="4857743"/>
                <a:ext cx="238680" cy="311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3EB1440-B727-3738-765B-8195A409B52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835158" y="4839743"/>
                  <a:ext cx="274320" cy="34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84CCF7E-EE71-B6D8-B4DB-1F8E1087CA1E}"/>
              </a:ext>
            </a:extLst>
          </p:cNvPr>
          <p:cNvGrpSpPr/>
          <p:nvPr/>
        </p:nvGrpSpPr>
        <p:grpSpPr>
          <a:xfrm>
            <a:off x="7248078" y="5028743"/>
            <a:ext cx="843840" cy="528480"/>
            <a:chOff x="7248078" y="5028743"/>
            <a:chExt cx="843840" cy="52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DDFD2A7-E71C-0C65-E783-B3156C6D5A0C}"/>
                    </a:ext>
                  </a:extLst>
                </p14:cNvPr>
                <p14:cNvContentPartPr/>
                <p14:nvPr/>
              </p14:nvContentPartPr>
              <p14:xfrm>
                <a:off x="7248078" y="5028743"/>
                <a:ext cx="185400" cy="5284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DDFD2A7-E71C-0C65-E783-B3156C6D5A0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230438" y="5010743"/>
                  <a:ext cx="221040" cy="56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7A55CCE-1C9E-89E9-2168-95895934C1CB}"/>
                    </a:ext>
                  </a:extLst>
                </p14:cNvPr>
                <p14:cNvContentPartPr/>
                <p14:nvPr/>
              </p14:nvContentPartPr>
              <p14:xfrm>
                <a:off x="7556238" y="5258063"/>
                <a:ext cx="20880" cy="2530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7A55CCE-1C9E-89E9-2168-95895934C1C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538598" y="5240063"/>
                  <a:ext cx="565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1B45AFC-E04F-9343-D08C-5DE6DDB41041}"/>
                    </a:ext>
                  </a:extLst>
                </p14:cNvPr>
                <p14:cNvContentPartPr/>
                <p14:nvPr/>
              </p14:nvContentPartPr>
              <p14:xfrm>
                <a:off x="7707798" y="5262023"/>
                <a:ext cx="60480" cy="201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1B45AFC-E04F-9343-D08C-5DE6DDB4104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690158" y="5244023"/>
                  <a:ext cx="961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69C8DA9-EDCE-E604-C36B-97E5729476F8}"/>
                    </a:ext>
                  </a:extLst>
                </p14:cNvPr>
                <p14:cNvContentPartPr/>
                <p14:nvPr/>
              </p14:nvContentPartPr>
              <p14:xfrm>
                <a:off x="7888518" y="5094983"/>
                <a:ext cx="15120" cy="132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69C8DA9-EDCE-E604-C36B-97E5729476F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870518" y="5076983"/>
                  <a:ext cx="507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5E8E130-77F9-A4FB-DD5F-290FB799D6F6}"/>
                    </a:ext>
                  </a:extLst>
                </p14:cNvPr>
                <p14:cNvContentPartPr/>
                <p14:nvPr/>
              </p14:nvContentPartPr>
              <p14:xfrm>
                <a:off x="7963038" y="5068703"/>
                <a:ext cx="128880" cy="169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5E8E130-77F9-A4FB-DD5F-290FB799D6F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945398" y="5051063"/>
                  <a:ext cx="16452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4A7CAFD-EC8E-6E31-02AA-745F22FCA632}"/>
              </a:ext>
            </a:extLst>
          </p:cNvPr>
          <p:cNvGrpSpPr/>
          <p:nvPr/>
        </p:nvGrpSpPr>
        <p:grpSpPr>
          <a:xfrm>
            <a:off x="8246718" y="5055383"/>
            <a:ext cx="1401840" cy="494640"/>
            <a:chOff x="8246718" y="5055383"/>
            <a:chExt cx="1401840" cy="49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07205B6-CFF9-90CC-1E5F-5CC8087D7327}"/>
                    </a:ext>
                  </a:extLst>
                </p14:cNvPr>
                <p14:cNvContentPartPr/>
                <p14:nvPr/>
              </p14:nvContentPartPr>
              <p14:xfrm>
                <a:off x="8246718" y="5156183"/>
                <a:ext cx="137520" cy="2401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07205B6-CFF9-90CC-1E5F-5CC8087D732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228718" y="5138183"/>
                  <a:ext cx="17316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09A5DD6-AB70-361A-694E-5C2C479D11DB}"/>
                    </a:ext>
                  </a:extLst>
                </p14:cNvPr>
                <p14:cNvContentPartPr/>
                <p14:nvPr/>
              </p14:nvContentPartPr>
              <p14:xfrm>
                <a:off x="8477838" y="5262743"/>
                <a:ext cx="88200" cy="119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09A5DD6-AB70-361A-694E-5C2C479D11D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459838" y="5244743"/>
                  <a:ext cx="1238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F093699-DD79-F39C-601B-9290A2C58869}"/>
                    </a:ext>
                  </a:extLst>
                </p14:cNvPr>
                <p14:cNvContentPartPr/>
                <p14:nvPr/>
              </p14:nvContentPartPr>
              <p14:xfrm>
                <a:off x="8647758" y="5246543"/>
                <a:ext cx="30240" cy="230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F093699-DD79-F39C-601B-9290A2C5886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630118" y="5228903"/>
                  <a:ext cx="6588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25DAA19-7352-DB5A-24F2-19D9908613CF}"/>
                    </a:ext>
                  </a:extLst>
                </p14:cNvPr>
                <p14:cNvContentPartPr/>
                <p14:nvPr/>
              </p14:nvContentPartPr>
              <p14:xfrm>
                <a:off x="8655678" y="5240423"/>
                <a:ext cx="81360" cy="93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25DAA19-7352-DB5A-24F2-19D9908613C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638038" y="5222783"/>
                  <a:ext cx="1170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4C9F892-474A-E2CF-E6BA-36FB39F0F344}"/>
                    </a:ext>
                  </a:extLst>
                </p14:cNvPr>
                <p14:cNvContentPartPr/>
                <p14:nvPr/>
              </p14:nvContentPartPr>
              <p14:xfrm>
                <a:off x="8833518" y="5247623"/>
                <a:ext cx="5760" cy="127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4C9F892-474A-E2CF-E6BA-36FB39F0F34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815878" y="5229983"/>
                  <a:ext cx="414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A06C84F-DE13-C472-42A8-4955059E20DF}"/>
                    </a:ext>
                  </a:extLst>
                </p14:cNvPr>
                <p14:cNvContentPartPr/>
                <p14:nvPr/>
              </p14:nvContentPartPr>
              <p14:xfrm>
                <a:off x="8879958" y="5150783"/>
                <a:ext cx="6840" cy="66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A06C84F-DE13-C472-42A8-4955059E20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862318" y="5132783"/>
                  <a:ext cx="4248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568C2E8-4051-FCB7-FB84-ABC9D43915B1}"/>
                    </a:ext>
                  </a:extLst>
                </p14:cNvPr>
                <p14:cNvContentPartPr/>
                <p14:nvPr/>
              </p14:nvContentPartPr>
              <p14:xfrm>
                <a:off x="9019278" y="5243663"/>
                <a:ext cx="165240" cy="118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568C2E8-4051-FCB7-FB84-ABC9D43915B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001638" y="5226023"/>
                  <a:ext cx="2008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039A6C0-1265-0829-2B13-036D3959BBF7}"/>
                    </a:ext>
                  </a:extLst>
                </p14:cNvPr>
                <p14:cNvContentPartPr/>
                <p14:nvPr/>
              </p14:nvContentPartPr>
              <p14:xfrm>
                <a:off x="9254718" y="5203703"/>
                <a:ext cx="135000" cy="314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039A6C0-1265-0829-2B13-036D3959BBF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237078" y="5186063"/>
                  <a:ext cx="17064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D236BC6-3C42-0F61-715F-EE3AB52419D0}"/>
                    </a:ext>
                  </a:extLst>
                </p14:cNvPr>
                <p14:cNvContentPartPr/>
                <p14:nvPr/>
              </p14:nvContentPartPr>
              <p14:xfrm>
                <a:off x="9513918" y="5055383"/>
                <a:ext cx="134640" cy="494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D236BC6-3C42-0F61-715F-EE3AB52419D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496278" y="5037383"/>
                  <a:ext cx="170280" cy="53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9B18554-FFA7-F367-D031-E594EAB43EB0}"/>
              </a:ext>
            </a:extLst>
          </p:cNvPr>
          <p:cNvGrpSpPr/>
          <p:nvPr/>
        </p:nvGrpSpPr>
        <p:grpSpPr>
          <a:xfrm>
            <a:off x="9890838" y="4916783"/>
            <a:ext cx="618120" cy="320400"/>
            <a:chOff x="9890838" y="4916783"/>
            <a:chExt cx="61812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0CB02F3-6859-76DF-69E9-613292818677}"/>
                    </a:ext>
                  </a:extLst>
                </p14:cNvPr>
                <p14:cNvContentPartPr/>
                <p14:nvPr/>
              </p14:nvContentPartPr>
              <p14:xfrm>
                <a:off x="9890838" y="5000303"/>
                <a:ext cx="127080" cy="176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0CB02F3-6859-76DF-69E9-61329281867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873198" y="4982663"/>
                  <a:ext cx="16272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BA87724-91B5-6399-3EC8-2F5A257708F6}"/>
                    </a:ext>
                  </a:extLst>
                </p14:cNvPr>
                <p14:cNvContentPartPr/>
                <p14:nvPr/>
              </p14:nvContentPartPr>
              <p14:xfrm>
                <a:off x="9926838" y="5109023"/>
                <a:ext cx="53640" cy="11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BA87724-91B5-6399-3EC8-2F5A257708F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908838" y="5091383"/>
                  <a:ext cx="892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1543FF7-80BB-2267-93D0-C2C75B76F8B6}"/>
                    </a:ext>
                  </a:extLst>
                </p14:cNvPr>
                <p14:cNvContentPartPr/>
                <p14:nvPr/>
              </p14:nvContentPartPr>
              <p14:xfrm>
                <a:off x="10146438" y="4916783"/>
                <a:ext cx="210960" cy="3204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1543FF7-80BB-2267-93D0-C2C75B76F8B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128438" y="4899143"/>
                  <a:ext cx="24660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B0D360C-B0DF-0648-DF3F-735BE9121659}"/>
                    </a:ext>
                  </a:extLst>
                </p14:cNvPr>
                <p14:cNvContentPartPr/>
                <p14:nvPr/>
              </p14:nvContentPartPr>
              <p14:xfrm>
                <a:off x="10505718" y="4976543"/>
                <a:ext cx="3240" cy="54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B0D360C-B0DF-0648-DF3F-735BE912165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488078" y="4958543"/>
                  <a:ext cx="38880" cy="4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9EE97B-2311-1B6F-C6DF-A1543281E454}"/>
              </a:ext>
            </a:extLst>
          </p:cNvPr>
          <p:cNvGrpSpPr/>
          <p:nvPr/>
        </p:nvGrpSpPr>
        <p:grpSpPr>
          <a:xfrm>
            <a:off x="10671678" y="4878983"/>
            <a:ext cx="284400" cy="250920"/>
            <a:chOff x="10671678" y="4878983"/>
            <a:chExt cx="284400" cy="25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5FBDCE8-7450-0343-D787-3D57EFB49BAA}"/>
                    </a:ext>
                  </a:extLst>
                </p14:cNvPr>
                <p14:cNvContentPartPr/>
                <p14:nvPr/>
              </p14:nvContentPartPr>
              <p14:xfrm>
                <a:off x="10671678" y="4878983"/>
                <a:ext cx="54720" cy="2509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5FBDCE8-7450-0343-D787-3D57EFB49BA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653678" y="4861343"/>
                  <a:ext cx="903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0A1928E-5BC4-B61B-35FF-DCEC3067DA67}"/>
                    </a:ext>
                  </a:extLst>
                </p14:cNvPr>
                <p14:cNvContentPartPr/>
                <p14:nvPr/>
              </p14:nvContentPartPr>
              <p14:xfrm>
                <a:off x="10839078" y="4910303"/>
                <a:ext cx="117000" cy="191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0A1928E-5BC4-B61B-35FF-DCEC3067DA6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821438" y="4892663"/>
                  <a:ext cx="152640" cy="22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A3957055-A262-1C83-168D-E7C7E38F2924}"/>
                  </a:ext>
                </a:extLst>
              </p14:cNvPr>
              <p14:cNvContentPartPr/>
              <p14:nvPr/>
            </p14:nvContentPartPr>
            <p14:xfrm>
              <a:off x="11133918" y="4875383"/>
              <a:ext cx="346680" cy="23616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A3957055-A262-1C83-168D-E7C7E38F2924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1115918" y="4857743"/>
                <a:ext cx="382320" cy="27180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BFC084D8-1357-FC1E-95DF-D90A9569F50F}"/>
              </a:ext>
            </a:extLst>
          </p:cNvPr>
          <p:cNvGrpSpPr/>
          <p:nvPr/>
        </p:nvGrpSpPr>
        <p:grpSpPr>
          <a:xfrm>
            <a:off x="3042918" y="5016143"/>
            <a:ext cx="2645280" cy="820080"/>
            <a:chOff x="3042918" y="5016143"/>
            <a:chExt cx="2645280" cy="82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5EFEB33-8F6E-22D5-1394-D4B30180EFC2}"/>
                    </a:ext>
                  </a:extLst>
                </p14:cNvPr>
                <p14:cNvContentPartPr/>
                <p14:nvPr/>
              </p14:nvContentPartPr>
              <p14:xfrm>
                <a:off x="3042918" y="5112983"/>
                <a:ext cx="57960" cy="2617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5EFEB33-8F6E-22D5-1394-D4B30180EFC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025278" y="5094983"/>
                  <a:ext cx="936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D908AEB-54A7-2839-60F0-7094A7630FA1}"/>
                    </a:ext>
                  </a:extLst>
                </p14:cNvPr>
                <p14:cNvContentPartPr/>
                <p14:nvPr/>
              </p14:nvContentPartPr>
              <p14:xfrm>
                <a:off x="3071358" y="5016143"/>
                <a:ext cx="163440" cy="235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D908AEB-54A7-2839-60F0-7094A7630FA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053358" y="4998143"/>
                  <a:ext cx="19908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0CC15F3-82E3-1FF6-BDD0-8FD4F7E3632F}"/>
                    </a:ext>
                  </a:extLst>
                </p14:cNvPr>
                <p14:cNvContentPartPr/>
                <p14:nvPr/>
              </p14:nvContentPartPr>
              <p14:xfrm>
                <a:off x="3351438" y="5300543"/>
                <a:ext cx="91440" cy="3394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0CC15F3-82E3-1FF6-BDD0-8FD4F7E3632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333438" y="5282543"/>
                  <a:ext cx="12708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71D373E-F66C-E14B-56A7-B882A0E8F27E}"/>
                    </a:ext>
                  </a:extLst>
                </p14:cNvPr>
                <p14:cNvContentPartPr/>
                <p14:nvPr/>
              </p14:nvContentPartPr>
              <p14:xfrm>
                <a:off x="3540798" y="5449943"/>
                <a:ext cx="195120" cy="155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71D373E-F66C-E14B-56A7-B882A0E8F27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523158" y="5432303"/>
                  <a:ext cx="2307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FA326A6-5029-B29C-EEC8-B6510132CE21}"/>
                    </a:ext>
                  </a:extLst>
                </p14:cNvPr>
                <p14:cNvContentPartPr/>
                <p14:nvPr/>
              </p14:nvContentPartPr>
              <p14:xfrm>
                <a:off x="3828078" y="5481263"/>
                <a:ext cx="71280" cy="1155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FA326A6-5029-B29C-EEC8-B6510132CE2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810078" y="5463263"/>
                  <a:ext cx="1069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9AE1C7D-35D2-8466-1C0B-CBE5D2F87F4C}"/>
                    </a:ext>
                  </a:extLst>
                </p14:cNvPr>
                <p14:cNvContentPartPr/>
                <p14:nvPr/>
              </p14:nvContentPartPr>
              <p14:xfrm>
                <a:off x="3999798" y="5384063"/>
                <a:ext cx="160920" cy="1951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9AE1C7D-35D2-8466-1C0B-CBE5D2F87F4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981798" y="5366423"/>
                  <a:ext cx="19656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D67C775-0CF8-E817-8025-96A827DA0759}"/>
                    </a:ext>
                  </a:extLst>
                </p14:cNvPr>
                <p14:cNvContentPartPr/>
                <p14:nvPr/>
              </p14:nvContentPartPr>
              <p14:xfrm>
                <a:off x="4252158" y="5517623"/>
                <a:ext cx="56880" cy="84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D67C775-0CF8-E817-8025-96A827DA075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234158" y="5499623"/>
                  <a:ext cx="925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ADF4A85-DB67-4C5C-0D87-A3EC2E2C15FF}"/>
                    </a:ext>
                  </a:extLst>
                </p14:cNvPr>
                <p14:cNvContentPartPr/>
                <p14:nvPr/>
              </p14:nvContentPartPr>
              <p14:xfrm>
                <a:off x="4410198" y="5550023"/>
                <a:ext cx="6120" cy="162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ADF4A85-DB67-4C5C-0D87-A3EC2E2C15F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392558" y="5532383"/>
                  <a:ext cx="417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1F41437-945F-5BE8-E6F3-A353BA1B42BA}"/>
                    </a:ext>
                  </a:extLst>
                </p14:cNvPr>
                <p14:cNvContentPartPr/>
                <p14:nvPr/>
              </p14:nvContentPartPr>
              <p14:xfrm>
                <a:off x="4445478" y="5497463"/>
                <a:ext cx="89280" cy="104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1F41437-945F-5BE8-E6F3-A353BA1B42B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427838" y="5479823"/>
                  <a:ext cx="1249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18D4795-942F-A1ED-A3AA-7548B31A070B}"/>
                    </a:ext>
                  </a:extLst>
                </p14:cNvPr>
                <p14:cNvContentPartPr/>
                <p14:nvPr/>
              </p14:nvContentPartPr>
              <p14:xfrm>
                <a:off x="4589838" y="5538503"/>
                <a:ext cx="7920" cy="799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18D4795-942F-A1ED-A3AA-7548B31A070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571838" y="5520863"/>
                  <a:ext cx="4356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0163CE9-8449-25B8-F5F7-408B1E8B7316}"/>
                    </a:ext>
                  </a:extLst>
                </p14:cNvPr>
                <p14:cNvContentPartPr/>
                <p14:nvPr/>
              </p14:nvContentPartPr>
              <p14:xfrm>
                <a:off x="4597398" y="5456423"/>
                <a:ext cx="65880" cy="784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0163CE9-8449-25B8-F5F7-408B1E8B731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579758" y="5438423"/>
                  <a:ext cx="1015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FB85754-3749-1BD4-52EB-323B5FAD6AF5}"/>
                    </a:ext>
                  </a:extLst>
                </p14:cNvPr>
                <p14:cNvContentPartPr/>
                <p14:nvPr/>
              </p14:nvContentPartPr>
              <p14:xfrm>
                <a:off x="4703958" y="5533103"/>
                <a:ext cx="141120" cy="824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FB85754-3749-1BD4-52EB-323B5FAD6AF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685958" y="5515463"/>
                  <a:ext cx="1767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74E7769-FFA7-E42D-1099-1AFEC7EDAB43}"/>
                    </a:ext>
                  </a:extLst>
                </p14:cNvPr>
                <p14:cNvContentPartPr/>
                <p14:nvPr/>
              </p14:nvContentPartPr>
              <p14:xfrm>
                <a:off x="4905918" y="5523743"/>
                <a:ext cx="101880" cy="312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74E7769-FFA7-E42D-1099-1AFEC7EDAB4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887918" y="5505743"/>
                  <a:ext cx="13752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6AA0A4A-39BB-D7F0-76B9-F14AC91B1743}"/>
                    </a:ext>
                  </a:extLst>
                </p14:cNvPr>
                <p14:cNvContentPartPr/>
                <p14:nvPr/>
              </p14:nvContentPartPr>
              <p14:xfrm>
                <a:off x="5084118" y="5382983"/>
                <a:ext cx="67320" cy="4154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6AA0A4A-39BB-D7F0-76B9-F14AC91B174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066118" y="5365343"/>
                  <a:ext cx="102960" cy="45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60F3892-2525-B364-25BA-2353C74AF2CE}"/>
                    </a:ext>
                  </a:extLst>
                </p14:cNvPr>
                <p14:cNvContentPartPr/>
                <p14:nvPr/>
              </p14:nvContentPartPr>
              <p14:xfrm>
                <a:off x="4962798" y="5123783"/>
                <a:ext cx="72720" cy="14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60F3892-2525-B364-25BA-2353C74AF2C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944798" y="5105783"/>
                  <a:ext cx="10836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A1B1657-A2BF-4CD4-9DBF-908DB7E9A55F}"/>
                    </a:ext>
                  </a:extLst>
                </p14:cNvPr>
                <p14:cNvContentPartPr/>
                <p14:nvPr/>
              </p14:nvContentPartPr>
              <p14:xfrm>
                <a:off x="4982958" y="5223143"/>
                <a:ext cx="46080" cy="10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A1B1657-A2BF-4CD4-9DBF-908DB7E9A55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964958" y="5205503"/>
                  <a:ext cx="817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CC228B9-0AF6-2187-E3C5-2BE55E3DD949}"/>
                    </a:ext>
                  </a:extLst>
                </p14:cNvPr>
                <p14:cNvContentPartPr/>
                <p14:nvPr/>
              </p14:nvContentPartPr>
              <p14:xfrm>
                <a:off x="5256918" y="5059703"/>
                <a:ext cx="152280" cy="2332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CC228B9-0AF6-2187-E3C5-2BE55E3DD94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239278" y="5042063"/>
                  <a:ext cx="18792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C35BAD7-F2E2-95B3-153F-7EBA745A5D93}"/>
                    </a:ext>
                  </a:extLst>
                </p14:cNvPr>
                <p14:cNvContentPartPr/>
                <p14:nvPr/>
              </p14:nvContentPartPr>
              <p14:xfrm>
                <a:off x="5530878" y="5057903"/>
                <a:ext cx="123120" cy="103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C35BAD7-F2E2-95B3-153F-7EBA745A5D9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512878" y="5040263"/>
                  <a:ext cx="1587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6CA606A-D290-13F9-CEE0-598A868CF5A6}"/>
                    </a:ext>
                  </a:extLst>
                </p14:cNvPr>
                <p14:cNvContentPartPr/>
                <p14:nvPr/>
              </p14:nvContentPartPr>
              <p14:xfrm>
                <a:off x="5668758" y="5070863"/>
                <a:ext cx="19440" cy="2167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6CA606A-D290-13F9-CEE0-598A868CF5A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651118" y="5053223"/>
                  <a:ext cx="55080" cy="25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8A53FCF5-EDD1-0DD9-5ED2-4620C52BB363}"/>
              </a:ext>
            </a:extLst>
          </p:cNvPr>
          <p:cNvGrpSpPr/>
          <p:nvPr/>
        </p:nvGrpSpPr>
        <p:grpSpPr>
          <a:xfrm>
            <a:off x="5843718" y="5059703"/>
            <a:ext cx="518040" cy="215640"/>
            <a:chOff x="5843718" y="5059703"/>
            <a:chExt cx="518040" cy="21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0A4BF3A-7CCC-A949-5BD6-39123246080E}"/>
                    </a:ext>
                  </a:extLst>
                </p14:cNvPr>
                <p14:cNvContentPartPr/>
                <p14:nvPr/>
              </p14:nvContentPartPr>
              <p14:xfrm>
                <a:off x="5843718" y="5059703"/>
                <a:ext cx="41400" cy="198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0A4BF3A-7CCC-A949-5BD6-39123246080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826078" y="5041703"/>
                  <a:ext cx="770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ABC7B69-3FF1-AD93-E704-B38BCC0A3943}"/>
                    </a:ext>
                  </a:extLst>
                </p14:cNvPr>
                <p14:cNvContentPartPr/>
                <p14:nvPr/>
              </p14:nvContentPartPr>
              <p14:xfrm>
                <a:off x="5863518" y="5087423"/>
                <a:ext cx="215280" cy="1681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ABC7B69-3FF1-AD93-E704-B38BCC0A394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845518" y="5069783"/>
                  <a:ext cx="2509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4F8F08D-E89A-28DB-D14C-E939DAE05E87}"/>
                    </a:ext>
                  </a:extLst>
                </p14:cNvPr>
                <p14:cNvContentPartPr/>
                <p14:nvPr/>
              </p14:nvContentPartPr>
              <p14:xfrm>
                <a:off x="6161598" y="5102183"/>
                <a:ext cx="200160" cy="173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4F8F08D-E89A-28DB-D14C-E939DAE05E8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143598" y="5084183"/>
                  <a:ext cx="23580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46EC5163-5717-36F6-CD9B-05208BD9682C}"/>
              </a:ext>
            </a:extLst>
          </p:cNvPr>
          <p:cNvGrpSpPr/>
          <p:nvPr/>
        </p:nvGrpSpPr>
        <p:grpSpPr>
          <a:xfrm>
            <a:off x="8625078" y="4426103"/>
            <a:ext cx="979560" cy="344880"/>
            <a:chOff x="8625078" y="4426103"/>
            <a:chExt cx="979560" cy="34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6676F88-75B9-7334-7C67-F1EF84AC5CC0}"/>
                    </a:ext>
                  </a:extLst>
                </p14:cNvPr>
                <p14:cNvContentPartPr/>
                <p14:nvPr/>
              </p14:nvContentPartPr>
              <p14:xfrm>
                <a:off x="8625078" y="4426103"/>
                <a:ext cx="150840" cy="2516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6676F88-75B9-7334-7C67-F1EF84AC5CC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607438" y="4408103"/>
                  <a:ext cx="18648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01DD66B-C188-10ED-C5FA-EAD782765008}"/>
                    </a:ext>
                  </a:extLst>
                </p14:cNvPr>
                <p14:cNvContentPartPr/>
                <p14:nvPr/>
              </p14:nvContentPartPr>
              <p14:xfrm>
                <a:off x="8873118" y="4538783"/>
                <a:ext cx="122040" cy="1486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01DD66B-C188-10ED-C5FA-EAD78276500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855118" y="4520783"/>
                  <a:ext cx="15768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D06D569-53D2-63A7-C869-BCAF2E93C829}"/>
                    </a:ext>
                  </a:extLst>
                </p14:cNvPr>
                <p14:cNvContentPartPr/>
                <p14:nvPr/>
              </p14:nvContentPartPr>
              <p14:xfrm>
                <a:off x="9083718" y="4569743"/>
                <a:ext cx="25200" cy="2012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D06D569-53D2-63A7-C869-BCAF2E93C82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065718" y="4551743"/>
                  <a:ext cx="608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43F4F03-DC0B-7E5B-DDE3-422010771905}"/>
                    </a:ext>
                  </a:extLst>
                </p14:cNvPr>
                <p14:cNvContentPartPr/>
                <p14:nvPr/>
              </p14:nvContentPartPr>
              <p14:xfrm>
                <a:off x="9073638" y="4531943"/>
                <a:ext cx="140400" cy="853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43F4F03-DC0B-7E5B-DDE3-42201077190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055998" y="4514303"/>
                  <a:ext cx="1760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62DC0066-335C-5BC8-6A3F-051BB024FD16}"/>
                    </a:ext>
                  </a:extLst>
                </p14:cNvPr>
                <p14:cNvContentPartPr/>
                <p14:nvPr/>
              </p14:nvContentPartPr>
              <p14:xfrm>
                <a:off x="9237798" y="4519343"/>
                <a:ext cx="129240" cy="1144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62DC0066-335C-5BC8-6A3F-051BB024FD1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220158" y="4501343"/>
                  <a:ext cx="1648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CE8D416-BA00-4B08-B0EE-FB0436224CFD}"/>
                    </a:ext>
                  </a:extLst>
                </p14:cNvPr>
                <p14:cNvContentPartPr/>
                <p14:nvPr/>
              </p14:nvContentPartPr>
              <p14:xfrm>
                <a:off x="9487998" y="4481543"/>
                <a:ext cx="116640" cy="1807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CE8D416-BA00-4B08-B0EE-FB0436224CF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469998" y="4463903"/>
                  <a:ext cx="152280" cy="21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BB37EBB8-682F-57C2-AA0A-0195B3C4F524}"/>
              </a:ext>
            </a:extLst>
          </p:cNvPr>
          <p:cNvGrpSpPr/>
          <p:nvPr/>
        </p:nvGrpSpPr>
        <p:grpSpPr>
          <a:xfrm>
            <a:off x="7885998" y="959303"/>
            <a:ext cx="3616920" cy="3326040"/>
            <a:chOff x="7885998" y="959303"/>
            <a:chExt cx="3616920" cy="332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AB99E85-91E1-F93A-63D0-3C7D2F02CC40}"/>
                    </a:ext>
                  </a:extLst>
                </p14:cNvPr>
                <p14:cNvContentPartPr/>
                <p14:nvPr/>
              </p14:nvContentPartPr>
              <p14:xfrm>
                <a:off x="8086878" y="2275823"/>
                <a:ext cx="3048480" cy="1339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AB99E85-91E1-F93A-63D0-3C7D2F02CC4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069238" y="2258183"/>
                  <a:ext cx="30841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8AB9A82-72B6-3321-DE2E-25AF03458462}"/>
                    </a:ext>
                  </a:extLst>
                </p14:cNvPr>
                <p14:cNvContentPartPr/>
                <p14:nvPr/>
              </p14:nvContentPartPr>
              <p14:xfrm>
                <a:off x="8545158" y="2423063"/>
                <a:ext cx="612360" cy="8204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8AB9A82-72B6-3321-DE2E-25AF0345846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527158" y="2405063"/>
                  <a:ext cx="648000" cy="85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235BF95-07B3-712F-6057-B32DC5AA6401}"/>
                    </a:ext>
                  </a:extLst>
                </p14:cNvPr>
                <p14:cNvContentPartPr/>
                <p14:nvPr/>
              </p14:nvContentPartPr>
              <p14:xfrm>
                <a:off x="9919278" y="2393183"/>
                <a:ext cx="980640" cy="5450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235BF95-07B3-712F-6057-B32DC5AA640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901638" y="2375543"/>
                  <a:ext cx="1016280" cy="58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3A37EF3-395E-9103-0CF8-ACFB418CC8C9}"/>
                    </a:ext>
                  </a:extLst>
                </p14:cNvPr>
                <p14:cNvContentPartPr/>
                <p14:nvPr/>
              </p14:nvContentPartPr>
              <p14:xfrm>
                <a:off x="8414838" y="2586143"/>
                <a:ext cx="207720" cy="2757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3A37EF3-395E-9103-0CF8-ACFB418CC8C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396838" y="2568143"/>
                  <a:ext cx="24336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F73DE48-23D9-42D8-4AA5-D24859623628}"/>
                    </a:ext>
                  </a:extLst>
                </p14:cNvPr>
                <p14:cNvContentPartPr/>
                <p14:nvPr/>
              </p14:nvContentPartPr>
              <p14:xfrm>
                <a:off x="10363878" y="2506223"/>
                <a:ext cx="55440" cy="2494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F73DE48-23D9-42D8-4AA5-D2485962362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346238" y="2488583"/>
                  <a:ext cx="9108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2EDF468-84D9-A4F7-1D5D-08A12F97FF7E}"/>
                    </a:ext>
                  </a:extLst>
                </p14:cNvPr>
                <p14:cNvContentPartPr/>
                <p14:nvPr/>
              </p14:nvContentPartPr>
              <p14:xfrm>
                <a:off x="10333278" y="2532143"/>
                <a:ext cx="218880" cy="1944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2EDF468-84D9-A4F7-1D5D-08A12F97FF7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315278" y="2514143"/>
                  <a:ext cx="2545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18C6988-6F7C-D488-08E3-A20EF218613B}"/>
                    </a:ext>
                  </a:extLst>
                </p14:cNvPr>
                <p14:cNvContentPartPr/>
                <p14:nvPr/>
              </p14:nvContentPartPr>
              <p14:xfrm>
                <a:off x="9107478" y="2285183"/>
                <a:ext cx="26280" cy="1346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18C6988-6F7C-D488-08E3-A20EF218613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089478" y="2267183"/>
                  <a:ext cx="619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6D88DFB-969B-61A4-9277-AEFEAF734A15}"/>
                    </a:ext>
                  </a:extLst>
                </p14:cNvPr>
                <p14:cNvContentPartPr/>
                <p14:nvPr/>
              </p14:nvContentPartPr>
              <p14:xfrm>
                <a:off x="9044838" y="2191583"/>
                <a:ext cx="933480" cy="460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6D88DFB-969B-61A4-9277-AEFEAF734A1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027198" y="2173583"/>
                  <a:ext cx="9691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4F6E5DF-BF5E-B63F-B05E-F86961C32E82}"/>
                    </a:ext>
                  </a:extLst>
                </p14:cNvPr>
                <p14:cNvContentPartPr/>
                <p14:nvPr/>
              </p14:nvContentPartPr>
              <p14:xfrm>
                <a:off x="9889038" y="2185103"/>
                <a:ext cx="27000" cy="2286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4F6E5DF-BF5E-B63F-B05E-F86961C32E8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871398" y="2167463"/>
                  <a:ext cx="6264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F8EA01A-BB11-D15D-C71D-1A607691D33F}"/>
                    </a:ext>
                  </a:extLst>
                </p14:cNvPr>
                <p14:cNvContentPartPr/>
                <p14:nvPr/>
              </p14:nvContentPartPr>
              <p14:xfrm>
                <a:off x="9128718" y="1851383"/>
                <a:ext cx="11520" cy="373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F8EA01A-BB11-D15D-C71D-1A607691D33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110718" y="1833383"/>
                  <a:ext cx="47160" cy="40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CFA3C01-EB89-A0A9-A9D9-EA708492FE7B}"/>
                    </a:ext>
                  </a:extLst>
                </p14:cNvPr>
                <p14:cNvContentPartPr/>
                <p14:nvPr/>
              </p14:nvContentPartPr>
              <p14:xfrm>
                <a:off x="9064638" y="1729703"/>
                <a:ext cx="896040" cy="3664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CFA3C01-EB89-A0A9-A9D9-EA708492FE7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046638" y="1711703"/>
                  <a:ext cx="93168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D9D44DE-5C76-10D2-87BC-628DDBAC244A}"/>
                    </a:ext>
                  </a:extLst>
                </p14:cNvPr>
                <p14:cNvContentPartPr/>
                <p14:nvPr/>
              </p14:nvContentPartPr>
              <p14:xfrm>
                <a:off x="10044198" y="1914743"/>
                <a:ext cx="460440" cy="306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D9D44DE-5C76-10D2-87BC-628DDBAC244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026558" y="1897103"/>
                  <a:ext cx="49608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394813E-3678-9529-C494-DEFB154A4482}"/>
                    </a:ext>
                  </a:extLst>
                </p14:cNvPr>
                <p14:cNvContentPartPr/>
                <p14:nvPr/>
              </p14:nvContentPartPr>
              <p14:xfrm>
                <a:off x="10048518" y="2082863"/>
                <a:ext cx="79200" cy="197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394813E-3678-9529-C494-DEFB154A448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030878" y="2065223"/>
                  <a:ext cx="1148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70B6E46-6B79-0DAE-6EE4-9AF510D9560B}"/>
                    </a:ext>
                  </a:extLst>
                </p14:cNvPr>
                <p14:cNvContentPartPr/>
                <p14:nvPr/>
              </p14:nvContentPartPr>
              <p14:xfrm>
                <a:off x="10695078" y="1822223"/>
                <a:ext cx="164520" cy="1436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70B6E46-6B79-0DAE-6EE4-9AF510D9560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677438" y="1804583"/>
                  <a:ext cx="2001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7E8C121-BCE2-2EDC-C721-1DDA8059700D}"/>
                    </a:ext>
                  </a:extLst>
                </p14:cNvPr>
                <p14:cNvContentPartPr/>
                <p14:nvPr/>
              </p14:nvContentPartPr>
              <p14:xfrm>
                <a:off x="10902798" y="1828343"/>
                <a:ext cx="126360" cy="918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7E8C121-BCE2-2EDC-C721-1DDA8059700D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884798" y="1810703"/>
                  <a:ext cx="1620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260695B-0D84-E7C1-8CDD-224D87815FC1}"/>
                    </a:ext>
                  </a:extLst>
                </p14:cNvPr>
                <p14:cNvContentPartPr/>
                <p14:nvPr/>
              </p14:nvContentPartPr>
              <p14:xfrm>
                <a:off x="10960398" y="1830503"/>
                <a:ext cx="43920" cy="1303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260695B-0D84-E7C1-8CDD-224D87815FC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942398" y="1812863"/>
                  <a:ext cx="7956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1E2013F-E945-72A5-C911-44967A8DBD83}"/>
                    </a:ext>
                  </a:extLst>
                </p14:cNvPr>
                <p14:cNvContentPartPr/>
                <p14:nvPr/>
              </p14:nvContentPartPr>
              <p14:xfrm>
                <a:off x="11104038" y="1831583"/>
                <a:ext cx="18360" cy="918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1E2013F-E945-72A5-C911-44967A8DBD8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086038" y="1813583"/>
                  <a:ext cx="540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909857A-07A6-20A1-66FF-ABE010F78647}"/>
                    </a:ext>
                  </a:extLst>
                </p14:cNvPr>
                <p14:cNvContentPartPr/>
                <p14:nvPr/>
              </p14:nvContentPartPr>
              <p14:xfrm>
                <a:off x="11123118" y="1734023"/>
                <a:ext cx="8280" cy="554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909857A-07A6-20A1-66FF-ABE010F78647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105478" y="1716023"/>
                  <a:ext cx="439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572BEF5-0460-023C-A27F-63CEA86204C2}"/>
                    </a:ext>
                  </a:extLst>
                </p14:cNvPr>
                <p14:cNvContentPartPr/>
                <p14:nvPr/>
              </p14:nvContentPartPr>
              <p14:xfrm>
                <a:off x="11186118" y="1693343"/>
                <a:ext cx="128520" cy="1861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572BEF5-0460-023C-A27F-63CEA86204C2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168118" y="1675703"/>
                  <a:ext cx="1641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5BC1F41-8FC0-3CB5-D437-34C462E4B7B3}"/>
                    </a:ext>
                  </a:extLst>
                </p14:cNvPr>
                <p14:cNvContentPartPr/>
                <p14:nvPr/>
              </p14:nvContentPartPr>
              <p14:xfrm>
                <a:off x="11377998" y="1807103"/>
                <a:ext cx="124920" cy="1123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5BC1F41-8FC0-3CB5-D437-34C462E4B7B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359998" y="1789103"/>
                  <a:ext cx="1605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68F0EA5-0D02-07DD-2A6E-9C6AE4A458A1}"/>
                    </a:ext>
                  </a:extLst>
                </p14:cNvPr>
                <p14:cNvContentPartPr/>
                <p14:nvPr/>
              </p14:nvContentPartPr>
              <p14:xfrm>
                <a:off x="9410958" y="959303"/>
                <a:ext cx="105120" cy="8150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68F0EA5-0D02-07DD-2A6E-9C6AE4A458A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392958" y="941303"/>
                  <a:ext cx="140760" cy="85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A77021E-ABCC-D216-BE2C-38F908138351}"/>
                    </a:ext>
                  </a:extLst>
                </p14:cNvPr>
                <p14:cNvContentPartPr/>
                <p14:nvPr/>
              </p14:nvContentPartPr>
              <p14:xfrm>
                <a:off x="9822078" y="1135343"/>
                <a:ext cx="264240" cy="3171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A77021E-ABCC-D216-BE2C-38F90813835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804078" y="1117343"/>
                  <a:ext cx="29988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E0A8547-2E26-2E78-55E8-EC1C83832C12}"/>
                    </a:ext>
                  </a:extLst>
                </p14:cNvPr>
                <p14:cNvContentPartPr/>
                <p14:nvPr/>
              </p14:nvContentPartPr>
              <p14:xfrm>
                <a:off x="10203318" y="1312103"/>
                <a:ext cx="104400" cy="961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E0A8547-2E26-2E78-55E8-EC1C83832C1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185678" y="1294103"/>
                  <a:ext cx="14004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E9E99BB-7D92-5DF7-1367-59C7A1F88F29}"/>
                    </a:ext>
                  </a:extLst>
                </p14:cNvPr>
                <p14:cNvContentPartPr/>
                <p14:nvPr/>
              </p14:nvContentPartPr>
              <p14:xfrm>
                <a:off x="10433358" y="1236503"/>
                <a:ext cx="56880" cy="1566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E9E99BB-7D92-5DF7-1367-59C7A1F88F2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415718" y="1218863"/>
                  <a:ext cx="9252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E1F0233-6DAD-4ECF-E732-9F4A4235BD92}"/>
                    </a:ext>
                  </a:extLst>
                </p14:cNvPr>
                <p14:cNvContentPartPr/>
                <p14:nvPr/>
              </p14:nvContentPartPr>
              <p14:xfrm>
                <a:off x="10414278" y="1333703"/>
                <a:ext cx="108360" cy="248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E1F0233-6DAD-4ECF-E732-9F4A4235BD9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396278" y="1315703"/>
                  <a:ext cx="1440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EE53192-BE4E-2BEB-2C89-02A9FF23F183}"/>
                    </a:ext>
                  </a:extLst>
                </p14:cNvPr>
                <p14:cNvContentPartPr/>
                <p14:nvPr/>
              </p14:nvContentPartPr>
              <p14:xfrm>
                <a:off x="10565118" y="1284023"/>
                <a:ext cx="236160" cy="1882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EE53192-BE4E-2BEB-2C89-02A9FF23F183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547118" y="1266023"/>
                  <a:ext cx="27180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6F2A22B-FE9B-5575-67EB-140DD6E05D72}"/>
                    </a:ext>
                  </a:extLst>
                </p14:cNvPr>
                <p14:cNvContentPartPr/>
                <p14:nvPr/>
              </p14:nvContentPartPr>
              <p14:xfrm>
                <a:off x="8141238" y="2390663"/>
                <a:ext cx="303120" cy="3369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6F2A22B-FE9B-5575-67EB-140DD6E05D7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123238" y="2372663"/>
                  <a:ext cx="33876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72B1218-A1EE-E02F-D802-D7ADEE6D918D}"/>
                    </a:ext>
                  </a:extLst>
                </p14:cNvPr>
                <p14:cNvContentPartPr/>
                <p14:nvPr/>
              </p14:nvContentPartPr>
              <p14:xfrm>
                <a:off x="8338158" y="2405423"/>
                <a:ext cx="321840" cy="3988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72B1218-A1EE-E02F-D802-D7ADEE6D918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320158" y="2387423"/>
                  <a:ext cx="357480" cy="43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65B5326-E645-2A20-A1EF-E9FDAD17B331}"/>
                    </a:ext>
                  </a:extLst>
                </p14:cNvPr>
                <p14:cNvContentPartPr/>
                <p14:nvPr/>
              </p14:nvContentPartPr>
              <p14:xfrm>
                <a:off x="8555958" y="2439263"/>
                <a:ext cx="322200" cy="3844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65B5326-E645-2A20-A1EF-E9FDAD17B33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538318" y="2421263"/>
                  <a:ext cx="35784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5FA1189-7268-BEBE-B766-AAFA64BCC005}"/>
                    </a:ext>
                  </a:extLst>
                </p14:cNvPr>
                <p14:cNvContentPartPr/>
                <p14:nvPr/>
              </p14:nvContentPartPr>
              <p14:xfrm>
                <a:off x="8701758" y="2500103"/>
                <a:ext cx="315000" cy="3848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5FA1189-7268-BEBE-B766-AAFA64BCC00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684118" y="2482463"/>
                  <a:ext cx="350640" cy="42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3A6D3C0-232E-593D-8DD5-D5606B29FA31}"/>
                    </a:ext>
                  </a:extLst>
                </p14:cNvPr>
                <p14:cNvContentPartPr/>
                <p14:nvPr/>
              </p14:nvContentPartPr>
              <p14:xfrm>
                <a:off x="8723358" y="2715023"/>
                <a:ext cx="343080" cy="3574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3A6D3C0-232E-593D-8DD5-D5606B29FA31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705718" y="2697383"/>
                  <a:ext cx="378720" cy="39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A5623F4-EAC5-0BA0-504B-ED176888D3D1}"/>
                    </a:ext>
                  </a:extLst>
                </p14:cNvPr>
                <p14:cNvContentPartPr/>
                <p14:nvPr/>
              </p14:nvContentPartPr>
              <p14:xfrm>
                <a:off x="8833878" y="2940383"/>
                <a:ext cx="247320" cy="2487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A5623F4-EAC5-0BA0-504B-ED176888D3D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816238" y="2922383"/>
                  <a:ext cx="2829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472BB7-14ED-F73B-DBFA-20443CA7714B}"/>
                    </a:ext>
                  </a:extLst>
                </p14:cNvPr>
                <p14:cNvContentPartPr/>
                <p14:nvPr/>
              </p14:nvContentPartPr>
              <p14:xfrm>
                <a:off x="7926678" y="2933543"/>
                <a:ext cx="747720" cy="10274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472BB7-14ED-F73B-DBFA-20443CA7714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908678" y="2915903"/>
                  <a:ext cx="783360" cy="10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C6EC513-958F-9ABF-6B9E-4449DC1A3BEF}"/>
                    </a:ext>
                  </a:extLst>
                </p14:cNvPr>
                <p14:cNvContentPartPr/>
                <p14:nvPr/>
              </p14:nvContentPartPr>
              <p14:xfrm>
                <a:off x="7885998" y="3835703"/>
                <a:ext cx="189720" cy="1522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C6EC513-958F-9ABF-6B9E-4449DC1A3BE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868358" y="3818063"/>
                  <a:ext cx="2253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9D7E381-510C-52D8-BBB2-4EE0421E6A1A}"/>
                    </a:ext>
                  </a:extLst>
                </p14:cNvPr>
                <p14:cNvContentPartPr/>
                <p14:nvPr/>
              </p14:nvContentPartPr>
              <p14:xfrm>
                <a:off x="8258958" y="4045583"/>
                <a:ext cx="212400" cy="2210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9D7E381-510C-52D8-BBB2-4EE0421E6A1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241318" y="4027943"/>
                  <a:ext cx="2480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053A8FF-EE0C-40D3-F267-253712FDF4E7}"/>
                    </a:ext>
                  </a:extLst>
                </p14:cNvPr>
                <p14:cNvContentPartPr/>
                <p14:nvPr/>
              </p14:nvContentPartPr>
              <p14:xfrm>
                <a:off x="8547318" y="4119743"/>
                <a:ext cx="60480" cy="1328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053A8FF-EE0C-40D3-F267-253712FDF4E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529678" y="4102103"/>
                  <a:ext cx="961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60FBF31-F669-6F38-A575-7565E2389F15}"/>
                    </a:ext>
                  </a:extLst>
                </p14:cNvPr>
                <p14:cNvContentPartPr/>
                <p14:nvPr/>
              </p14:nvContentPartPr>
              <p14:xfrm>
                <a:off x="8691678" y="4131623"/>
                <a:ext cx="137160" cy="1119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60FBF31-F669-6F38-A575-7565E2389F1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673678" y="4113623"/>
                  <a:ext cx="1728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C033C393-0982-D61B-72BE-F9384EB515A3}"/>
                    </a:ext>
                  </a:extLst>
                </p14:cNvPr>
                <p14:cNvContentPartPr/>
                <p14:nvPr/>
              </p14:nvContentPartPr>
              <p14:xfrm>
                <a:off x="8881758" y="4094903"/>
                <a:ext cx="112320" cy="1101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C033C393-0982-D61B-72BE-F9384EB515A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863758" y="4077263"/>
                  <a:ext cx="1479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D38B8AF-1FF7-1411-2A83-B90BBDF4CD48}"/>
                    </a:ext>
                  </a:extLst>
                </p14:cNvPr>
                <p14:cNvContentPartPr/>
                <p14:nvPr/>
              </p14:nvContentPartPr>
              <p14:xfrm>
                <a:off x="9085158" y="4079423"/>
                <a:ext cx="7200" cy="1162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D38B8AF-1FF7-1411-2A83-B90BBDF4CD48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067158" y="4061423"/>
                  <a:ext cx="428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BD453DF-7332-5161-CD78-E27EE5FD889C}"/>
                    </a:ext>
                  </a:extLst>
                </p14:cNvPr>
                <p14:cNvContentPartPr/>
                <p14:nvPr/>
              </p14:nvContentPartPr>
              <p14:xfrm>
                <a:off x="9093078" y="3961703"/>
                <a:ext cx="16200" cy="241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BD453DF-7332-5161-CD78-E27EE5FD889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075438" y="3944063"/>
                  <a:ext cx="518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82AB3D9-2BCB-6A1D-5F35-746A482A7ACC}"/>
                    </a:ext>
                  </a:extLst>
                </p14:cNvPr>
                <p14:cNvContentPartPr/>
                <p14:nvPr/>
              </p14:nvContentPartPr>
              <p14:xfrm>
                <a:off x="9219078" y="3951263"/>
                <a:ext cx="198000" cy="3340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82AB3D9-2BCB-6A1D-5F35-746A482A7AC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201078" y="3933263"/>
                  <a:ext cx="23364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FED373D-E4CA-C46C-6D06-7758E47A4BCF}"/>
                    </a:ext>
                  </a:extLst>
                </p14:cNvPr>
                <p14:cNvContentPartPr/>
                <p14:nvPr/>
              </p14:nvContentPartPr>
              <p14:xfrm>
                <a:off x="9542358" y="2562743"/>
                <a:ext cx="199440" cy="5652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FED373D-E4CA-C46C-6D06-7758E47A4BC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524358" y="2545103"/>
                  <a:ext cx="235080" cy="60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B37552D-FF0D-4399-D2E3-A74B8D19CA20}"/>
                    </a:ext>
                  </a:extLst>
                </p14:cNvPr>
                <p14:cNvContentPartPr/>
                <p14:nvPr/>
              </p14:nvContentPartPr>
              <p14:xfrm>
                <a:off x="9517158" y="2527103"/>
                <a:ext cx="19404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B37552D-FF0D-4399-D2E3-A74B8D19CA20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499158" y="2509103"/>
                  <a:ext cx="2296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6EE3126-B6BF-B0D7-9BC8-ED11CAC14558}"/>
                    </a:ext>
                  </a:extLst>
                </p14:cNvPr>
                <p14:cNvContentPartPr/>
                <p14:nvPr/>
              </p14:nvContentPartPr>
              <p14:xfrm>
                <a:off x="9734598" y="3343583"/>
                <a:ext cx="59040" cy="2602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6EE3126-B6BF-B0D7-9BC8-ED11CAC1455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716958" y="3325943"/>
                  <a:ext cx="946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3AC78B7-1E7F-8A5F-5D42-443041FDFF5E}"/>
                    </a:ext>
                  </a:extLst>
                </p14:cNvPr>
                <p14:cNvContentPartPr/>
                <p14:nvPr/>
              </p14:nvContentPartPr>
              <p14:xfrm>
                <a:off x="9909558" y="3495503"/>
                <a:ext cx="8640" cy="871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3AC78B7-1E7F-8A5F-5D42-443041FDFF5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891918" y="3477503"/>
                  <a:ext cx="442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D5F46A33-2014-FC8C-0A97-AAAF2A74B335}"/>
                    </a:ext>
                  </a:extLst>
                </p14:cNvPr>
                <p14:cNvContentPartPr/>
                <p14:nvPr/>
              </p14:nvContentPartPr>
              <p14:xfrm>
                <a:off x="9907758" y="3355463"/>
                <a:ext cx="17280" cy="320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D5F46A33-2014-FC8C-0A97-AAAF2A74B33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890118" y="3337823"/>
                  <a:ext cx="529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10EA8AA-418E-1EA8-B53E-A7118958F958}"/>
                    </a:ext>
                  </a:extLst>
                </p14:cNvPr>
                <p14:cNvContentPartPr/>
                <p14:nvPr/>
              </p14:nvContentPartPr>
              <p14:xfrm>
                <a:off x="9977238" y="3450503"/>
                <a:ext cx="142200" cy="1994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10EA8AA-418E-1EA8-B53E-A7118958F95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959598" y="3432503"/>
                  <a:ext cx="1778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3FC3476C-CA7A-89F8-2FF9-F8F82E34B633}"/>
                    </a:ext>
                  </a:extLst>
                </p14:cNvPr>
                <p14:cNvContentPartPr/>
                <p14:nvPr/>
              </p14:nvContentPartPr>
              <p14:xfrm>
                <a:off x="10201158" y="3397583"/>
                <a:ext cx="168480" cy="1972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3FC3476C-CA7A-89F8-2FF9-F8F82E34B63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0183518" y="3379583"/>
                  <a:ext cx="20412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29DD147-2286-17DB-A67E-2BB87893C50D}"/>
                    </a:ext>
                  </a:extLst>
                </p14:cNvPr>
                <p14:cNvContentPartPr/>
                <p14:nvPr/>
              </p14:nvContentPartPr>
              <p14:xfrm>
                <a:off x="10436238" y="3424943"/>
                <a:ext cx="52200" cy="1904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29DD147-2286-17DB-A67E-2BB87893C50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418238" y="3406943"/>
                  <a:ext cx="878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4142C0C-BD57-2C91-9602-084B4A9A3154}"/>
                    </a:ext>
                  </a:extLst>
                </p14:cNvPr>
                <p14:cNvContentPartPr/>
                <p14:nvPr/>
              </p14:nvContentPartPr>
              <p14:xfrm>
                <a:off x="10391238" y="3517103"/>
                <a:ext cx="53280" cy="154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4142C0C-BD57-2C91-9602-084B4A9A315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373598" y="3499463"/>
                  <a:ext cx="8892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230B7837-BF86-23B6-3371-F23E778B17AB}"/>
                    </a:ext>
                  </a:extLst>
                </p14:cNvPr>
                <p14:cNvContentPartPr/>
                <p14:nvPr/>
              </p14:nvContentPartPr>
              <p14:xfrm>
                <a:off x="10603278" y="3420263"/>
                <a:ext cx="29880" cy="1868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230B7837-BF86-23B6-3371-F23E778B17AB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585638" y="3402623"/>
                  <a:ext cx="655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FAEE641-4CD4-646C-5869-EE2D171D9CD8}"/>
                    </a:ext>
                  </a:extLst>
                </p14:cNvPr>
                <p14:cNvContentPartPr/>
                <p14:nvPr/>
              </p14:nvContentPartPr>
              <p14:xfrm>
                <a:off x="10729998" y="3481103"/>
                <a:ext cx="116640" cy="2394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FAEE641-4CD4-646C-5869-EE2D171D9CD8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711998" y="3463463"/>
                  <a:ext cx="15228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7F5D815-6485-593E-F709-8C2D6E2C3CF7}"/>
                    </a:ext>
                  </a:extLst>
                </p14:cNvPr>
                <p14:cNvContentPartPr/>
                <p14:nvPr/>
              </p14:nvContentPartPr>
              <p14:xfrm>
                <a:off x="10213398" y="3732383"/>
                <a:ext cx="158040" cy="2628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7F5D815-6485-593E-F709-8C2D6E2C3CF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195758" y="3714383"/>
                  <a:ext cx="19368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7BE80284-0AFD-D59C-7655-E590A740ACA3}"/>
                    </a:ext>
                  </a:extLst>
                </p14:cNvPr>
                <p14:cNvContentPartPr/>
                <p14:nvPr/>
              </p14:nvContentPartPr>
              <p14:xfrm>
                <a:off x="10488798" y="3867743"/>
                <a:ext cx="144720" cy="1368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7BE80284-0AFD-D59C-7655-E590A740ACA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470798" y="3850103"/>
                  <a:ext cx="18036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2CEA7CE-C0F8-4AA5-A487-DE9A8E8F9F6A}"/>
                    </a:ext>
                  </a:extLst>
                </p14:cNvPr>
                <p14:cNvContentPartPr/>
                <p14:nvPr/>
              </p14:nvContentPartPr>
              <p14:xfrm>
                <a:off x="10661958" y="3909503"/>
                <a:ext cx="76680" cy="1472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2CEA7CE-C0F8-4AA5-A487-DE9A8E8F9F6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643958" y="3891863"/>
                  <a:ext cx="11232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795ED06-28E0-557A-BDDD-D7F74AAB2998}"/>
                    </a:ext>
                  </a:extLst>
                </p14:cNvPr>
                <p14:cNvContentPartPr/>
                <p14:nvPr/>
              </p14:nvContentPartPr>
              <p14:xfrm>
                <a:off x="10723878" y="3862343"/>
                <a:ext cx="75960" cy="925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795ED06-28E0-557A-BDDD-D7F74AAB299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705878" y="3844343"/>
                  <a:ext cx="1116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FE7494E-4166-303F-88BF-7E24D1951F09}"/>
                    </a:ext>
                  </a:extLst>
                </p14:cNvPr>
                <p14:cNvContentPartPr/>
                <p14:nvPr/>
              </p14:nvContentPartPr>
              <p14:xfrm>
                <a:off x="10782558" y="3851903"/>
                <a:ext cx="183960" cy="1137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FE7494E-4166-303F-88BF-7E24D1951F09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764558" y="3833903"/>
                  <a:ext cx="2196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A35D723-A5B7-0F94-908E-9EB88EF7DF05}"/>
                    </a:ext>
                  </a:extLst>
                </p14:cNvPr>
                <p14:cNvContentPartPr/>
                <p14:nvPr/>
              </p14:nvContentPartPr>
              <p14:xfrm>
                <a:off x="11068038" y="3744623"/>
                <a:ext cx="84960" cy="2286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A35D723-A5B7-0F94-908E-9EB88EF7DF0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1050038" y="3726983"/>
                  <a:ext cx="12060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AACC2BF0-D93E-012C-B9E0-28A8E7522F2E}"/>
                    </a:ext>
                  </a:extLst>
                </p14:cNvPr>
                <p14:cNvContentPartPr/>
                <p14:nvPr/>
              </p14:nvContentPartPr>
              <p14:xfrm>
                <a:off x="11278278" y="3969983"/>
                <a:ext cx="2160" cy="21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AACC2BF0-D93E-012C-B9E0-28A8E7522F2E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1260638" y="3952343"/>
                  <a:ext cx="378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119FF332-3CFE-A15E-4865-393B849C653A}"/>
                    </a:ext>
                  </a:extLst>
                </p14:cNvPr>
                <p14:cNvContentPartPr/>
                <p14:nvPr/>
              </p14:nvContentPartPr>
              <p14:xfrm>
                <a:off x="9977238" y="2336303"/>
                <a:ext cx="369000" cy="3787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119FF332-3CFE-A15E-4865-393B849C653A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959598" y="2318663"/>
                  <a:ext cx="404640" cy="41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AE69E5B-CD7F-BB08-30A3-A884D7023341}"/>
                    </a:ext>
                  </a:extLst>
                </p14:cNvPr>
                <p14:cNvContentPartPr/>
                <p14:nvPr/>
              </p14:nvContentPartPr>
              <p14:xfrm>
                <a:off x="10375758" y="2292023"/>
                <a:ext cx="391680" cy="3405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AE69E5B-CD7F-BB08-30A3-A884D702334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358118" y="2274383"/>
                  <a:ext cx="42732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1778124-EE5D-2F09-7E76-5B4DB4095B9C}"/>
                    </a:ext>
                  </a:extLst>
                </p14:cNvPr>
                <p14:cNvContentPartPr/>
                <p14:nvPr/>
              </p14:nvContentPartPr>
              <p14:xfrm>
                <a:off x="10424718" y="2273663"/>
                <a:ext cx="483840" cy="5630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1778124-EE5D-2F09-7E76-5B4DB4095B9C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407078" y="2255663"/>
                  <a:ext cx="519480" cy="59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D8A49751-1EBC-5876-1723-7B566C6A72BB}"/>
                    </a:ext>
                  </a:extLst>
                </p14:cNvPr>
                <p14:cNvContentPartPr/>
                <p14:nvPr/>
              </p14:nvContentPartPr>
              <p14:xfrm>
                <a:off x="10678878" y="2339903"/>
                <a:ext cx="443520" cy="5410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D8A49751-1EBC-5876-1723-7B566C6A72BB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660878" y="2322263"/>
                  <a:ext cx="47916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F5400D04-5486-16BB-1565-37DC2E77EB71}"/>
                    </a:ext>
                  </a:extLst>
                </p14:cNvPr>
                <p14:cNvContentPartPr/>
                <p14:nvPr/>
              </p14:nvContentPartPr>
              <p14:xfrm>
                <a:off x="10967958" y="2510903"/>
                <a:ext cx="251280" cy="3142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F5400D04-5486-16BB-1565-37DC2E77EB71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949958" y="2493263"/>
                  <a:ext cx="28692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9EB96E6-54E7-7C67-67C0-849317275F4B}"/>
                    </a:ext>
                  </a:extLst>
                </p14:cNvPr>
                <p14:cNvContentPartPr/>
                <p14:nvPr/>
              </p14:nvContentPartPr>
              <p14:xfrm>
                <a:off x="11150478" y="2720063"/>
                <a:ext cx="150480" cy="1249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9EB96E6-54E7-7C67-67C0-849317275F4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132838" y="2702063"/>
                  <a:ext cx="186120" cy="160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007366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13468-FB14-F53C-1879-85A833D07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08"/>
            <a:ext cx="10363200" cy="658496"/>
          </a:xfrm>
        </p:spPr>
        <p:txBody>
          <a:bodyPr/>
          <a:lstStyle/>
          <a:p>
            <a:r>
              <a:rPr lang="en-US" dirty="0"/>
              <a:t>Resistance calculation and changing by doping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F67B-CC13-98A9-3403-15422E89226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en-US"/>
              <a:t>Slide 1-</a:t>
            </a:r>
            <a:fld id="{32EED685-F88C-4A75-8BBC-E74E7252C62D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EC50D11C-A222-08CD-E2F2-FCD6B85EFDDF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320" y="1818640"/>
            <a:ext cx="4724400" cy="426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7">
            <a:extLst>
              <a:ext uri="{FF2B5EF4-FFF2-40B4-BE49-F238E27FC236}">
                <a16:creationId xmlns:a16="http://schemas.microsoft.com/office/drawing/2014/main" id="{E2B42EEF-B406-8BDC-1E01-8A81C0E1CA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2320" y="4180840"/>
            <a:ext cx="990600" cy="406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000" b="1">
                <a:latin typeface="PT Sans" panose="020B0503020203020204" pitchFamily="34" charset="0"/>
                <a:ea typeface="新細明體" panose="02020500000000000000" pitchFamily="18" charset="-120"/>
              </a:rPr>
              <a:t>N-type</a:t>
            </a:r>
            <a:endParaRPr lang="en-US" altLang="zh-TW" sz="2400" b="1">
              <a:latin typeface="PT Sans" panose="020B0503020203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7" name="Text Box 8">
            <a:extLst>
              <a:ext uri="{FF2B5EF4-FFF2-40B4-BE49-F238E27FC236}">
                <a16:creationId xmlns:a16="http://schemas.microsoft.com/office/drawing/2014/main" id="{1D2F3740-DAAB-9F9C-694D-9D5B320747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9120" y="3418840"/>
            <a:ext cx="1030288" cy="406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000" b="1">
                <a:latin typeface="PT Sans" panose="020B0503020203020204" pitchFamily="34" charset="0"/>
                <a:ea typeface="新細明體" panose="02020500000000000000" pitchFamily="18" charset="-120"/>
              </a:rPr>
              <a:t>P-type</a:t>
            </a:r>
            <a:endParaRPr lang="en-US" altLang="zh-TW" sz="2400" b="1">
              <a:latin typeface="PT Sans" panose="020B0503020203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8" name="Text Box 10">
            <a:extLst>
              <a:ext uri="{FF2B5EF4-FFF2-40B4-BE49-F238E27FC236}">
                <a16:creationId xmlns:a16="http://schemas.microsoft.com/office/drawing/2014/main" id="{E98A4843-D36E-3D25-7313-C0FC227E27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77459" y="6028362"/>
            <a:ext cx="121700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zh-TW" altLang="en-US" sz="24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  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= 1/</a:t>
            </a:r>
            <a:endParaRPr lang="en-US" altLang="zh-TW" sz="2400" dirty="0">
              <a:latin typeface="PT Sans" panose="020B0503020203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9" name="Text Box 11">
            <a:extLst>
              <a:ext uri="{FF2B5EF4-FFF2-40B4-BE49-F238E27FC236}">
                <a16:creationId xmlns:a16="http://schemas.microsoft.com/office/drawing/2014/main" id="{9E18AE10-A207-8D80-C89F-AFF37E89896F}"/>
              </a:ext>
            </a:extLst>
          </p:cNvPr>
          <p:cNvSpPr txBox="1">
            <a:spLocks noChangeArrowheads="1"/>
          </p:cNvSpPr>
          <p:nvPr/>
        </p:nvSpPr>
        <p:spPr bwMode="auto">
          <a:xfrm rot="10800000" flipH="1">
            <a:off x="202922" y="2550796"/>
            <a:ext cx="553998" cy="233574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wrap="squar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400">
                <a:latin typeface="PT Sans" panose="020B0503020203020204" pitchFamily="34" charset="0"/>
                <a:ea typeface="新細明體" panose="02020500000000000000" pitchFamily="18" charset="-120"/>
              </a:rPr>
              <a:t>DOPANT DENSITY cm</a:t>
            </a:r>
            <a:r>
              <a:rPr lang="en-US" altLang="zh-TW" sz="1400" baseline="30000">
                <a:latin typeface="PT Sans" panose="020B0503020203020204" pitchFamily="34" charset="0"/>
                <a:ea typeface="新細明體" panose="02020500000000000000" pitchFamily="18" charset="-120"/>
              </a:rPr>
              <a:t>-3</a:t>
            </a:r>
            <a:r>
              <a:rPr lang="en-US" altLang="zh-TW" sz="2400">
                <a:latin typeface="PT Sans" panose="020B0503020203020204" pitchFamily="34" charset="0"/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10" name="Text Box 12">
            <a:extLst>
              <a:ext uri="{FF2B5EF4-FFF2-40B4-BE49-F238E27FC236}">
                <a16:creationId xmlns:a16="http://schemas.microsoft.com/office/drawing/2014/main" id="{51C0CCB8-8309-9545-459C-43846368CED3}"/>
              </a:ext>
            </a:extLst>
          </p:cNvPr>
          <p:cNvSpPr txBox="1">
            <a:spLocks noChangeArrowheads="1"/>
          </p:cNvSpPr>
          <p:nvPr/>
        </p:nvSpPr>
        <p:spPr bwMode="auto">
          <a:xfrm rot="16200000" flipH="1">
            <a:off x="2837042" y="5377676"/>
            <a:ext cx="553998" cy="16764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400" dirty="0">
                <a:latin typeface="PT Sans" panose="020B0503020203020204" pitchFamily="34" charset="0"/>
                <a:ea typeface="新細明體" panose="02020500000000000000" pitchFamily="18" charset="-120"/>
              </a:rPr>
              <a:t>RESISTIVITY  (</a:t>
            </a:r>
            <a:r>
              <a:rPr lang="en-US" altLang="zh-TW" sz="14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</a:t>
            </a:r>
            <a:r>
              <a:rPr lang="en-US" altLang="zh-TW" sz="1400" dirty="0">
                <a:latin typeface="PT Sans" panose="020B0503020203020204" pitchFamily="34" charset="0"/>
                <a:ea typeface="新細明體" panose="02020500000000000000" pitchFamily="18" charset="-120"/>
              </a:rPr>
              <a:t>cm)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</a:rPr>
              <a:t> </a:t>
            </a:r>
          </a:p>
        </p:txBody>
      </p:sp>
      <p:pic>
        <p:nvPicPr>
          <p:cNvPr id="11" name="Picture 13">
            <a:extLst>
              <a:ext uri="{FF2B5EF4-FFF2-40B4-BE49-F238E27FC236}">
                <a16:creationId xmlns:a16="http://schemas.microsoft.com/office/drawing/2014/main" id="{939F2035-FB1E-1946-6A1E-A1AFD5A804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1520" y="4180840"/>
            <a:ext cx="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5">
            <a:extLst>
              <a:ext uri="{FF2B5EF4-FFF2-40B4-BE49-F238E27FC236}">
                <a16:creationId xmlns:a16="http://schemas.microsoft.com/office/drawing/2014/main" id="{9E6CE11B-41BE-9DD0-5717-A7862D443B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5121" y="1636396"/>
            <a:ext cx="58674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</a:rPr>
              <a:t>(a)  What is the resistivity (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) of silicon doped with 10</a:t>
            </a:r>
            <a:r>
              <a:rPr lang="en-US" altLang="zh-TW" sz="2400" baseline="300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17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cm</a:t>
            </a:r>
            <a:r>
              <a:rPr lang="en-US" altLang="zh-TW" sz="2400" baseline="300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-3 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of arsenic?</a:t>
            </a:r>
            <a:endParaRPr lang="en-US" altLang="zh-TW" sz="2400" dirty="0">
              <a:latin typeface="PT Sans" panose="020B0503020203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13" name="Text Box 6">
            <a:extLst>
              <a:ext uri="{FF2B5EF4-FFF2-40B4-BE49-F238E27FC236}">
                <a16:creationId xmlns:a16="http://schemas.microsoft.com/office/drawing/2014/main" id="{C8D09E49-6F75-AA7E-D584-2CCD4FD049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5121" y="3846196"/>
            <a:ext cx="601980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b="1" dirty="0">
                <a:latin typeface="PT Sans" panose="020B0503020203020204" pitchFamily="34" charset="0"/>
                <a:ea typeface="新細明體" panose="02020500000000000000" pitchFamily="18" charset="-120"/>
              </a:rPr>
              <a:t>Solution: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</a:rPr>
              <a:t>(a) Using the N-type curve in the previous figure, we find that 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 = 0.084 -cm.  </a:t>
            </a:r>
          </a:p>
        </p:txBody>
      </p:sp>
      <p:sp>
        <p:nvSpPr>
          <p:cNvPr id="14" name="Text Box 7">
            <a:extLst>
              <a:ext uri="{FF2B5EF4-FFF2-40B4-BE49-F238E27FC236}">
                <a16:creationId xmlns:a16="http://schemas.microsoft.com/office/drawing/2014/main" id="{E0D0FE5A-8E64-66BA-E19F-37B2A145BF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5121" y="2550796"/>
            <a:ext cx="6492875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</a:rPr>
              <a:t>(b)  What is the resistance (R) of a piece of this silicon material 1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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</a:rPr>
              <a:t>m long and 0.1 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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</a:rPr>
              <a:t>m</a:t>
            </a:r>
            <a:r>
              <a:rPr lang="en-US" altLang="zh-TW" sz="2400" baseline="30000" dirty="0">
                <a:latin typeface="PT Sans" panose="020B0503020203020204" pitchFamily="34" charset="0"/>
                <a:ea typeface="新細明體" panose="02020500000000000000" pitchFamily="18" charset="-120"/>
              </a:rPr>
              <a:t>2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</a:rPr>
              <a:t> in cross-sectional area?</a:t>
            </a:r>
          </a:p>
        </p:txBody>
      </p:sp>
      <p:sp>
        <p:nvSpPr>
          <p:cNvPr id="15" name="Text Box 8">
            <a:extLst>
              <a:ext uri="{FF2B5EF4-FFF2-40B4-BE49-F238E27FC236}">
                <a16:creationId xmlns:a16="http://schemas.microsoft.com/office/drawing/2014/main" id="{538B8103-CBB7-A516-017E-39806FB407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5121" y="5097146"/>
            <a:ext cx="6088063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latin typeface="PT Sans" panose="020B0503020203020204" pitchFamily="34" charset="0"/>
                <a:ea typeface="新細明體" panose="02020500000000000000" pitchFamily="18" charset="-120"/>
              </a:rPr>
              <a:t>(b) R = </a:t>
            </a:r>
            <a:r>
              <a:rPr lang="en-US" altLang="zh-TW" sz="24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L/A = 0.084 -cm  1 m / 0.1 m</a:t>
            </a:r>
            <a:r>
              <a:rPr lang="en-US" altLang="zh-TW" sz="2400" baseline="300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2</a:t>
            </a:r>
          </a:p>
          <a:p>
            <a:r>
              <a:rPr lang="en-US" altLang="zh-TW" sz="24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	     = 0.084 -cm  10</a:t>
            </a:r>
            <a:r>
              <a:rPr lang="en-US" altLang="zh-TW" sz="2400" baseline="300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-4</a:t>
            </a:r>
            <a:r>
              <a:rPr lang="en-US" altLang="zh-TW" sz="24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 cm/ 10</a:t>
            </a:r>
            <a:r>
              <a:rPr lang="en-US" altLang="zh-TW" sz="2400" baseline="300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-10</a:t>
            </a:r>
            <a:r>
              <a:rPr lang="en-US" altLang="zh-TW" sz="24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 cm</a:t>
            </a:r>
            <a:r>
              <a:rPr lang="en-US" altLang="zh-TW" sz="2400" baseline="300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2</a:t>
            </a:r>
            <a:endParaRPr lang="en-US" altLang="zh-TW" sz="2400">
              <a:latin typeface="PT Sans" panose="020B0503020203020204" pitchFamily="34" charset="0"/>
              <a:ea typeface="新細明體" panose="02020500000000000000" pitchFamily="18" charset="-120"/>
              <a:sym typeface="Symbol" panose="05050102010706020507" pitchFamily="18" charset="2"/>
            </a:endParaRPr>
          </a:p>
          <a:p>
            <a:r>
              <a:rPr lang="en-US" altLang="zh-TW" sz="24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                = 8.4  10</a:t>
            </a:r>
            <a:r>
              <a:rPr lang="en-US" altLang="zh-TW" sz="2400" baseline="300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-4</a:t>
            </a:r>
            <a:r>
              <a:rPr lang="en-US" altLang="zh-TW" sz="24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 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F729415-B6AE-0738-72D9-32BD09E1DACF}"/>
                  </a:ext>
                </a:extLst>
              </p14:cNvPr>
              <p14:cNvContentPartPr/>
              <p14:nvPr/>
            </p14:nvContentPartPr>
            <p14:xfrm>
              <a:off x="7037478" y="2411183"/>
              <a:ext cx="509040" cy="529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F729415-B6AE-0738-72D9-32BD09E1DAC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019478" y="2393543"/>
                <a:ext cx="54468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F50E28E-0980-8C3C-82DB-51C39BDFE34F}"/>
                  </a:ext>
                </a:extLst>
              </p14:cNvPr>
              <p14:cNvContentPartPr/>
              <p14:nvPr/>
            </p14:nvContentPartPr>
            <p14:xfrm>
              <a:off x="8493678" y="2502983"/>
              <a:ext cx="1190520" cy="4392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F50E28E-0980-8C3C-82DB-51C39BDFE34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475678" y="2484983"/>
                <a:ext cx="1226160" cy="79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7612DB68-5461-7896-3192-B52438BD77F9}"/>
              </a:ext>
            </a:extLst>
          </p:cNvPr>
          <p:cNvGrpSpPr/>
          <p:nvPr/>
        </p:nvGrpSpPr>
        <p:grpSpPr>
          <a:xfrm>
            <a:off x="9809118" y="2034623"/>
            <a:ext cx="1601280" cy="450360"/>
            <a:chOff x="9809118" y="2034623"/>
            <a:chExt cx="1601280" cy="45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648ABCF-F6E3-612A-7729-B97E224129C0}"/>
                    </a:ext>
                  </a:extLst>
                </p14:cNvPr>
                <p14:cNvContentPartPr/>
                <p14:nvPr/>
              </p14:nvContentPartPr>
              <p14:xfrm>
                <a:off x="9809118" y="2075663"/>
                <a:ext cx="124920" cy="409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648ABCF-F6E3-612A-7729-B97E224129C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791478" y="2057663"/>
                  <a:ext cx="16056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5987D19-0FE4-454A-1F00-4D2D920F315D}"/>
                    </a:ext>
                  </a:extLst>
                </p14:cNvPr>
                <p14:cNvContentPartPr/>
                <p14:nvPr/>
              </p14:nvContentPartPr>
              <p14:xfrm>
                <a:off x="10070478" y="2148383"/>
                <a:ext cx="174600" cy="2278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5987D19-0FE4-454A-1F00-4D2D920F315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052478" y="2130383"/>
                  <a:ext cx="2102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2A944C8-269D-0DEF-32B7-6C344D21B0C5}"/>
                    </a:ext>
                  </a:extLst>
                </p14:cNvPr>
                <p14:cNvContentPartPr/>
                <p14:nvPr/>
              </p14:nvContentPartPr>
              <p14:xfrm>
                <a:off x="10270638" y="2237663"/>
                <a:ext cx="115920" cy="138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2A944C8-269D-0DEF-32B7-6C344D21B0C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252638" y="2220023"/>
                  <a:ext cx="1515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A983F26-315C-AD1E-7F62-21ED2F26198B}"/>
                    </a:ext>
                  </a:extLst>
                </p14:cNvPr>
                <p14:cNvContentPartPr/>
                <p14:nvPr/>
              </p14:nvContentPartPr>
              <p14:xfrm>
                <a:off x="10575918" y="2118503"/>
                <a:ext cx="152640" cy="207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A983F26-315C-AD1E-7F62-21ED2F26198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557918" y="2100503"/>
                  <a:ext cx="18828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DFE7C1E-776A-5AAE-96B2-D84BA5549AF7}"/>
                    </a:ext>
                  </a:extLst>
                </p14:cNvPr>
                <p14:cNvContentPartPr/>
                <p14:nvPr/>
              </p14:nvContentPartPr>
              <p14:xfrm>
                <a:off x="10852038" y="2034623"/>
                <a:ext cx="131400" cy="387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DFE7C1E-776A-5AAE-96B2-D84BA5549AF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834398" y="2016623"/>
                  <a:ext cx="16704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5D07546-CF6F-9730-ACE6-7C397A0D164C}"/>
                    </a:ext>
                  </a:extLst>
                </p14:cNvPr>
                <p14:cNvContentPartPr/>
                <p14:nvPr/>
              </p14:nvContentPartPr>
              <p14:xfrm>
                <a:off x="11185038" y="2072783"/>
                <a:ext cx="225360" cy="3319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5D07546-CF6F-9730-ACE6-7C397A0D164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167038" y="2054783"/>
                  <a:ext cx="261000" cy="36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E54229F-457E-6C74-A9B4-32D29FEBA985}"/>
              </a:ext>
            </a:extLst>
          </p:cNvPr>
          <p:cNvGrpSpPr/>
          <p:nvPr/>
        </p:nvGrpSpPr>
        <p:grpSpPr>
          <a:xfrm>
            <a:off x="11420478" y="2081783"/>
            <a:ext cx="723960" cy="345240"/>
            <a:chOff x="11420478" y="2081783"/>
            <a:chExt cx="723960" cy="34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41FC41F-3318-82B5-BB25-EF7578BADCA4}"/>
                    </a:ext>
                  </a:extLst>
                </p14:cNvPr>
                <p14:cNvContentPartPr/>
                <p14:nvPr/>
              </p14:nvContentPartPr>
              <p14:xfrm>
                <a:off x="11420478" y="2172503"/>
                <a:ext cx="190080" cy="137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41FC41F-3318-82B5-BB25-EF7578BADCA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402478" y="2154503"/>
                  <a:ext cx="2257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D3FE53B-1B68-64D8-46D2-5325C3F68262}"/>
                    </a:ext>
                  </a:extLst>
                </p14:cNvPr>
                <p14:cNvContentPartPr/>
                <p14:nvPr/>
              </p14:nvContentPartPr>
              <p14:xfrm>
                <a:off x="11691558" y="2081783"/>
                <a:ext cx="116280" cy="320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D3FE53B-1B68-64D8-46D2-5325C3F6826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1673918" y="2063783"/>
                  <a:ext cx="15192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D3C52B4-777E-8AB3-2A7A-0B5383F2E1E6}"/>
                    </a:ext>
                  </a:extLst>
                </p14:cNvPr>
                <p14:cNvContentPartPr/>
                <p14:nvPr/>
              </p14:nvContentPartPr>
              <p14:xfrm>
                <a:off x="11995038" y="2140463"/>
                <a:ext cx="64440" cy="2865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D3C52B4-777E-8AB3-2A7A-0B5383F2E1E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977398" y="2122823"/>
                  <a:ext cx="10008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85BA0D1-0132-B430-8857-D47681D245FB}"/>
                    </a:ext>
                  </a:extLst>
                </p14:cNvPr>
                <p14:cNvContentPartPr/>
                <p14:nvPr/>
              </p14:nvContentPartPr>
              <p14:xfrm>
                <a:off x="11923038" y="2095823"/>
                <a:ext cx="221400" cy="123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85BA0D1-0132-B430-8857-D47681D245F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905398" y="2077823"/>
                  <a:ext cx="257040" cy="15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45BBAEE-905A-1E42-CA50-9673D29724EF}"/>
              </a:ext>
            </a:extLst>
          </p:cNvPr>
          <p:cNvGrpSpPr/>
          <p:nvPr/>
        </p:nvGrpSpPr>
        <p:grpSpPr>
          <a:xfrm>
            <a:off x="10986678" y="1500023"/>
            <a:ext cx="1107000" cy="354960"/>
            <a:chOff x="10986678" y="1500023"/>
            <a:chExt cx="1107000" cy="354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700B962-220F-249D-D810-105B5FCDC085}"/>
                    </a:ext>
                  </a:extLst>
                </p14:cNvPr>
                <p14:cNvContentPartPr/>
                <p14:nvPr/>
              </p14:nvContentPartPr>
              <p14:xfrm>
                <a:off x="10986678" y="1534583"/>
                <a:ext cx="246960" cy="2167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700B962-220F-249D-D810-105B5FCDC08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968678" y="1516583"/>
                  <a:ext cx="2826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F7ACBD0-70B7-84C2-E87C-491D49CE2449}"/>
                    </a:ext>
                  </a:extLst>
                </p14:cNvPr>
                <p14:cNvContentPartPr/>
                <p14:nvPr/>
              </p14:nvContentPartPr>
              <p14:xfrm>
                <a:off x="11379078" y="1500023"/>
                <a:ext cx="92880" cy="2923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F7ACBD0-70B7-84C2-E87C-491D49CE244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361078" y="1482383"/>
                  <a:ext cx="12852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15EA69D-6290-4A12-542E-FB48444B7511}"/>
                    </a:ext>
                  </a:extLst>
                </p14:cNvPr>
                <p14:cNvContentPartPr/>
                <p14:nvPr/>
              </p14:nvContentPartPr>
              <p14:xfrm>
                <a:off x="11412558" y="1628183"/>
                <a:ext cx="315720" cy="2120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15EA69D-6290-4A12-542E-FB48444B751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394918" y="1610183"/>
                  <a:ext cx="35136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D5C5832-638A-2341-86E0-3782C063AA62}"/>
                    </a:ext>
                  </a:extLst>
                </p14:cNvPr>
                <p14:cNvContentPartPr/>
                <p14:nvPr/>
              </p14:nvContentPartPr>
              <p14:xfrm>
                <a:off x="11824758" y="1645823"/>
                <a:ext cx="33120" cy="2091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D5C5832-638A-2341-86E0-3782C063AA6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807118" y="1628183"/>
                  <a:ext cx="687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0A7AFFA-CE4B-BE54-86D6-09CA5D6CE0DE}"/>
                    </a:ext>
                  </a:extLst>
                </p14:cNvPr>
                <p14:cNvContentPartPr/>
                <p14:nvPr/>
              </p14:nvContentPartPr>
              <p14:xfrm>
                <a:off x="11898198" y="1608383"/>
                <a:ext cx="68760" cy="113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0A7AFFA-CE4B-BE54-86D6-09CA5D6CE0D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880558" y="1590383"/>
                  <a:ext cx="10440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EBA0413-2044-F553-F596-58E2F8C363E9}"/>
                    </a:ext>
                  </a:extLst>
                </p14:cNvPr>
                <p14:cNvContentPartPr/>
                <p14:nvPr/>
              </p14:nvContentPartPr>
              <p14:xfrm>
                <a:off x="11971638" y="1632863"/>
                <a:ext cx="122040" cy="102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EBA0413-2044-F553-F596-58E2F8C363E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953998" y="1615223"/>
                  <a:ext cx="157680" cy="13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836C3B4-FED9-10BC-F8AE-014274C1DFD6}"/>
              </a:ext>
            </a:extLst>
          </p:cNvPr>
          <p:cNvGrpSpPr/>
          <p:nvPr/>
        </p:nvGrpSpPr>
        <p:grpSpPr>
          <a:xfrm>
            <a:off x="1168038" y="3639143"/>
            <a:ext cx="1483200" cy="39600"/>
            <a:chOff x="1168038" y="3639143"/>
            <a:chExt cx="1483200" cy="3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034F3EB-AF8F-CF76-3203-E74EB5C41995}"/>
                    </a:ext>
                  </a:extLst>
                </p14:cNvPr>
                <p14:cNvContentPartPr/>
                <p14:nvPr/>
              </p14:nvContentPartPr>
              <p14:xfrm>
                <a:off x="1168038" y="3639143"/>
                <a:ext cx="1474200" cy="396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034F3EB-AF8F-CF76-3203-E74EB5C4199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50398" y="3621143"/>
                  <a:ext cx="15098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9FDCD12-0B1A-7051-4C32-7B556A06DB7C}"/>
                    </a:ext>
                  </a:extLst>
                </p14:cNvPr>
                <p14:cNvContentPartPr/>
                <p14:nvPr/>
              </p14:nvContentPartPr>
              <p14:xfrm>
                <a:off x="2650878" y="3673703"/>
                <a:ext cx="360" cy="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9FDCD12-0B1A-7051-4C32-7B556A06DB7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632878" y="3655703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4517438-FAE9-AFBA-479A-E7BB24F631A7}"/>
              </a:ext>
            </a:extLst>
          </p:cNvPr>
          <p:cNvGrpSpPr/>
          <p:nvPr/>
        </p:nvGrpSpPr>
        <p:grpSpPr>
          <a:xfrm>
            <a:off x="2415798" y="1208423"/>
            <a:ext cx="828360" cy="398160"/>
            <a:chOff x="2415798" y="1208423"/>
            <a:chExt cx="828360" cy="39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3270079-FE48-1A70-165A-4650E31782B7}"/>
                    </a:ext>
                  </a:extLst>
                </p14:cNvPr>
                <p14:cNvContentPartPr/>
                <p14:nvPr/>
              </p14:nvContentPartPr>
              <p14:xfrm>
                <a:off x="2415798" y="1290863"/>
                <a:ext cx="221040" cy="3157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3270079-FE48-1A70-165A-4650E31782B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398158" y="1273223"/>
                  <a:ext cx="25668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9F0CB46-43AC-4F4F-BD01-A4FA485ABB91}"/>
                    </a:ext>
                  </a:extLst>
                </p14:cNvPr>
                <p14:cNvContentPartPr/>
                <p14:nvPr/>
              </p14:nvContentPartPr>
              <p14:xfrm>
                <a:off x="2658078" y="1330103"/>
                <a:ext cx="211320" cy="137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9F0CB46-43AC-4F4F-BD01-A4FA485ABB9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640078" y="1312103"/>
                  <a:ext cx="2469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C85C79C-D297-76AA-365E-3E78942864E0}"/>
                    </a:ext>
                  </a:extLst>
                </p14:cNvPr>
                <p14:cNvContentPartPr/>
                <p14:nvPr/>
              </p14:nvContentPartPr>
              <p14:xfrm>
                <a:off x="2736198" y="1208423"/>
                <a:ext cx="118440" cy="3027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C85C79C-D297-76AA-365E-3E78942864E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718558" y="1190423"/>
                  <a:ext cx="15408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20F0F7E-FDED-B33F-C584-75822C17FEC6}"/>
                    </a:ext>
                  </a:extLst>
                </p14:cNvPr>
                <p14:cNvContentPartPr/>
                <p14:nvPr/>
              </p14:nvContentPartPr>
              <p14:xfrm>
                <a:off x="2951838" y="1237583"/>
                <a:ext cx="68760" cy="267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20F0F7E-FDED-B33F-C584-75822C17FEC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933838" y="1219583"/>
                  <a:ext cx="1044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711744E-CBAD-099E-2317-1122246E32C9}"/>
                    </a:ext>
                  </a:extLst>
                </p14:cNvPr>
                <p14:cNvContentPartPr/>
                <p14:nvPr/>
              </p14:nvContentPartPr>
              <p14:xfrm>
                <a:off x="3121038" y="1231463"/>
                <a:ext cx="123120" cy="1908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711744E-CBAD-099E-2317-1122246E32C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103398" y="1213463"/>
                  <a:ext cx="158760" cy="22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0154D09-42FC-55DC-35F1-20FC11DD0231}"/>
              </a:ext>
            </a:extLst>
          </p:cNvPr>
          <p:cNvGrpSpPr/>
          <p:nvPr/>
        </p:nvGrpSpPr>
        <p:grpSpPr>
          <a:xfrm>
            <a:off x="3249918" y="814223"/>
            <a:ext cx="418320" cy="262440"/>
            <a:chOff x="3249918" y="814223"/>
            <a:chExt cx="418320" cy="26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C51AFA5-9093-813A-16C1-A327A177A82E}"/>
                    </a:ext>
                  </a:extLst>
                </p14:cNvPr>
                <p14:cNvContentPartPr/>
                <p14:nvPr/>
              </p14:nvContentPartPr>
              <p14:xfrm>
                <a:off x="3249918" y="1020863"/>
                <a:ext cx="190800" cy="55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C51AFA5-9093-813A-16C1-A327A177A82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232278" y="1003223"/>
                  <a:ext cx="22644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8F63900-645A-2127-E650-2B409F86CA8E}"/>
                    </a:ext>
                  </a:extLst>
                </p14:cNvPr>
                <p14:cNvContentPartPr/>
                <p14:nvPr/>
              </p14:nvContentPartPr>
              <p14:xfrm>
                <a:off x="3490758" y="814223"/>
                <a:ext cx="177480" cy="158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8F63900-645A-2127-E650-2B409F86CA8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473118" y="796223"/>
                  <a:ext cx="213120" cy="193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ED094B80-EF5A-C323-7018-DA3442D2997C}"/>
                  </a:ext>
                </a:extLst>
              </p14:cNvPr>
              <p14:cNvContentPartPr/>
              <p14:nvPr/>
            </p14:nvContentPartPr>
            <p14:xfrm>
              <a:off x="2630718" y="3665423"/>
              <a:ext cx="25200" cy="2160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ED094B80-EF5A-C323-7018-DA3442D2997C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2613078" y="3647423"/>
                <a:ext cx="60840" cy="5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0A54075C-4C2D-7B28-CB0D-76164E79FBAF}"/>
                  </a:ext>
                </a:extLst>
              </p14:cNvPr>
              <p14:cNvContentPartPr/>
              <p14:nvPr/>
            </p14:nvContentPartPr>
            <p14:xfrm>
              <a:off x="1623798" y="5835503"/>
              <a:ext cx="4680" cy="2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0A54075C-4C2D-7B28-CB0D-76164E79FBAF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1605798" y="5817503"/>
                <a:ext cx="4032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B5E5123-3A7A-D49B-7C25-4E6FA2B502C4}"/>
                  </a:ext>
                </a:extLst>
              </p14:cNvPr>
              <p14:cNvContentPartPr/>
              <p14:nvPr/>
            </p14:nvContentPartPr>
            <p14:xfrm>
              <a:off x="2652678" y="3676943"/>
              <a:ext cx="2880" cy="3240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B5E5123-3A7A-D49B-7C25-4E6FA2B502C4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2634678" y="3659303"/>
                <a:ext cx="38520" cy="68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oup 100">
            <a:extLst>
              <a:ext uri="{FF2B5EF4-FFF2-40B4-BE49-F238E27FC236}">
                <a16:creationId xmlns:a16="http://schemas.microsoft.com/office/drawing/2014/main" id="{31E83078-7CB5-11EB-9E93-8AFC3BCEA45D}"/>
              </a:ext>
            </a:extLst>
          </p:cNvPr>
          <p:cNvGrpSpPr/>
          <p:nvPr/>
        </p:nvGrpSpPr>
        <p:grpSpPr>
          <a:xfrm>
            <a:off x="2577078" y="3670823"/>
            <a:ext cx="72360" cy="2120400"/>
            <a:chOff x="2577078" y="3670823"/>
            <a:chExt cx="72360" cy="21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78E8254-D430-73EB-F38E-73A33607098C}"/>
                    </a:ext>
                  </a:extLst>
                </p14:cNvPr>
                <p14:cNvContentPartPr/>
                <p14:nvPr/>
              </p14:nvContentPartPr>
              <p14:xfrm>
                <a:off x="2577078" y="3670823"/>
                <a:ext cx="72360" cy="21204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78E8254-D430-73EB-F38E-73A33607098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559438" y="3653183"/>
                  <a:ext cx="108000" cy="21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F428224D-B7ED-2BEF-7B90-958809C13957}"/>
                    </a:ext>
                  </a:extLst>
                </p14:cNvPr>
                <p14:cNvContentPartPr/>
                <p14:nvPr/>
              </p14:nvContentPartPr>
              <p14:xfrm>
                <a:off x="2590398" y="5605103"/>
                <a:ext cx="28440" cy="1731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F428224D-B7ED-2BEF-7B90-958809C1395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572758" y="5587103"/>
                  <a:ext cx="6408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ABCA1845-D6B1-DF45-68DC-F84685659642}"/>
              </a:ext>
            </a:extLst>
          </p:cNvPr>
          <p:cNvGrpSpPr/>
          <p:nvPr/>
        </p:nvGrpSpPr>
        <p:grpSpPr>
          <a:xfrm>
            <a:off x="1647918" y="5917943"/>
            <a:ext cx="638640" cy="784800"/>
            <a:chOff x="1647918" y="5917943"/>
            <a:chExt cx="638640" cy="78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9DF9FA98-833D-5B00-ED16-8AD7516D380A}"/>
                    </a:ext>
                  </a:extLst>
                </p14:cNvPr>
                <p14:cNvContentPartPr/>
                <p14:nvPr/>
              </p14:nvContentPartPr>
              <p14:xfrm>
                <a:off x="1647918" y="6552623"/>
                <a:ext cx="181440" cy="1501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9DF9FA98-833D-5B00-ED16-8AD7516D380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629918" y="6534623"/>
                  <a:ext cx="2170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250F8523-C85A-B2AD-B137-38B411E6071A}"/>
                    </a:ext>
                  </a:extLst>
                </p14:cNvPr>
                <p14:cNvContentPartPr/>
                <p14:nvPr/>
              </p14:nvContentPartPr>
              <p14:xfrm>
                <a:off x="1773558" y="6461903"/>
                <a:ext cx="138600" cy="392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250F8523-C85A-B2AD-B137-38B411E6071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755918" y="6443903"/>
                  <a:ext cx="1742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786E882-56FA-9E7D-C30E-47E25BB1A0F2}"/>
                    </a:ext>
                  </a:extLst>
                </p14:cNvPr>
                <p14:cNvContentPartPr/>
                <p14:nvPr/>
              </p14:nvContentPartPr>
              <p14:xfrm>
                <a:off x="1812798" y="6408983"/>
                <a:ext cx="98640" cy="1677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786E882-56FA-9E7D-C30E-47E25BB1A0F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794798" y="6391343"/>
                  <a:ext cx="1342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085CFDF-27BA-7D09-14F2-83C3D028D27F}"/>
                    </a:ext>
                  </a:extLst>
                </p14:cNvPr>
                <p14:cNvContentPartPr/>
                <p14:nvPr/>
              </p14:nvContentPartPr>
              <p14:xfrm>
                <a:off x="2108718" y="5917943"/>
                <a:ext cx="177840" cy="396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085CFDF-27BA-7D09-14F2-83C3D028D27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090718" y="5900303"/>
                  <a:ext cx="21348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BA02625B-616F-6DE9-7112-8052FFE3306B}"/>
                    </a:ext>
                  </a:extLst>
                </p14:cNvPr>
                <p14:cNvContentPartPr/>
                <p14:nvPr/>
              </p14:nvContentPartPr>
              <p14:xfrm>
                <a:off x="1899558" y="6337703"/>
                <a:ext cx="158760" cy="1447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BA02625B-616F-6DE9-7112-8052FFE3306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881558" y="6320063"/>
                  <a:ext cx="1944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15E0695-5B43-03E9-0C75-6D449E22DEC7}"/>
                    </a:ext>
                  </a:extLst>
                </p14:cNvPr>
                <p14:cNvContentPartPr/>
                <p14:nvPr/>
              </p14:nvContentPartPr>
              <p14:xfrm>
                <a:off x="2081718" y="6462263"/>
                <a:ext cx="360" cy="3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15E0695-5B43-03E9-0C75-6D449E22DEC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063718" y="6444623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320F3DB-EF09-4E28-A0DA-AA4623D6E8E7}"/>
                    </a:ext>
                  </a:extLst>
                </p14:cNvPr>
                <p14:cNvContentPartPr/>
                <p14:nvPr/>
              </p14:nvContentPartPr>
              <p14:xfrm>
                <a:off x="1977678" y="6246623"/>
                <a:ext cx="142920" cy="1004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320F3DB-EF09-4E28-A0DA-AA4623D6E8E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960038" y="6228983"/>
                  <a:ext cx="1785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20879A6E-7578-E4D5-94E3-949D7F76C0E2}"/>
                    </a:ext>
                  </a:extLst>
                </p14:cNvPr>
                <p14:cNvContentPartPr/>
                <p14:nvPr/>
              </p14:nvContentPartPr>
              <p14:xfrm>
                <a:off x="1918998" y="6066263"/>
                <a:ext cx="34200" cy="680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20879A6E-7578-E4D5-94E3-949D7F76C0E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901358" y="6048263"/>
                  <a:ext cx="698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573C3E5-04B1-D12F-4BB8-207D4FF10531}"/>
                    </a:ext>
                  </a:extLst>
                </p14:cNvPr>
                <p14:cNvContentPartPr/>
                <p14:nvPr/>
              </p14:nvContentPartPr>
              <p14:xfrm>
                <a:off x="1900638" y="5925503"/>
                <a:ext cx="91080" cy="885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573C3E5-04B1-D12F-4BB8-207D4FF1053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882998" y="5907503"/>
                  <a:ext cx="126720" cy="124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196174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AB263-35ED-5F45-A8C7-78C13B94D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diode</a:t>
            </a:r>
          </a:p>
        </p:txBody>
      </p:sp>
      <p:pic>
        <p:nvPicPr>
          <p:cNvPr id="6" name="Content Placeholder 5" descr="A diagram of different types of electrical components&#10;&#10;Description automatically generated">
            <a:extLst>
              <a:ext uri="{FF2B5EF4-FFF2-40B4-BE49-F238E27FC236}">
                <a16:creationId xmlns:a16="http://schemas.microsoft.com/office/drawing/2014/main" id="{EA0C55B7-FE0B-110B-B2B3-2F5C26AA23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146" b="58264"/>
          <a:stretch/>
        </p:blipFill>
        <p:spPr>
          <a:xfrm>
            <a:off x="1734478" y="968153"/>
            <a:ext cx="2773781" cy="325143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1E9C3-4675-370C-D98E-7C06903882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D0B022D3-BBCB-0509-F4D8-EDACD3FFDE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0054" y="4620153"/>
            <a:ext cx="9963379" cy="17697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342900" indent="-342900">
              <a:spcBef>
                <a:spcPct val="0"/>
              </a:spcBef>
            </a:pPr>
            <a:r>
              <a:rPr lang="en-US" altLang="en-US" sz="2300" dirty="0">
                <a:solidFill>
                  <a:srgbClr val="000000"/>
                </a:solidFill>
                <a:latin typeface="PT Sans" panose="020B0503020203020204" pitchFamily="34" charset="0"/>
              </a:rPr>
              <a:t>A diode is a device that exhibits ‘rectifying’ behavior</a:t>
            </a:r>
          </a:p>
          <a:p>
            <a:pPr marL="342900" indent="-342900">
              <a:spcBef>
                <a:spcPct val="0"/>
              </a:spcBef>
            </a:pPr>
            <a:r>
              <a:rPr lang="en-US" altLang="en-US" sz="2300" dirty="0">
                <a:solidFill>
                  <a:srgbClr val="000000"/>
                </a:solidFill>
                <a:latin typeface="PT Sans" panose="020B0503020203020204" pitchFamily="34" charset="0"/>
              </a:rPr>
              <a:t>Can be made from a physical junction between an n-type semiconductor and a p-type semiconductor</a:t>
            </a:r>
          </a:p>
          <a:p>
            <a:pPr marL="342900" indent="-342900">
              <a:spcBef>
                <a:spcPct val="0"/>
              </a:spcBef>
            </a:pPr>
            <a:r>
              <a:rPr lang="en-US" altLang="en-US" sz="2300" dirty="0">
                <a:solidFill>
                  <a:srgbClr val="000000"/>
                </a:solidFill>
                <a:latin typeface="PT Sans" panose="020B0503020203020204" pitchFamily="34" charset="0"/>
              </a:rPr>
              <a:t>Can also be made from a physical junction between a metal and semiconductor (not discussed here)</a:t>
            </a:r>
            <a:endParaRPr lang="en-US" altLang="en-US" sz="2400" dirty="0">
              <a:latin typeface="PT Sans" panose="020B0503020203020204" pitchFamily="34" charset="0"/>
            </a:endParaRPr>
          </a:p>
        </p:txBody>
      </p:sp>
      <p:pic>
        <p:nvPicPr>
          <p:cNvPr id="5" name="Content Placeholder 5" descr="A diagram of a voltage&#10;&#10;Description automatically generated with medium confidence">
            <a:extLst>
              <a:ext uri="{FF2B5EF4-FFF2-40B4-BE49-F238E27FC236}">
                <a16:creationId xmlns:a16="http://schemas.microsoft.com/office/drawing/2014/main" id="{7954522F-5242-81F6-146F-E58CCB436C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996"/>
          <a:stretch/>
        </p:blipFill>
        <p:spPr>
          <a:xfrm>
            <a:off x="6491846" y="862087"/>
            <a:ext cx="3965676" cy="3225356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E687ED9D-FE02-EAAD-925E-4D7605FC208F}"/>
              </a:ext>
            </a:extLst>
          </p:cNvPr>
          <p:cNvGrpSpPr/>
          <p:nvPr/>
        </p:nvGrpSpPr>
        <p:grpSpPr>
          <a:xfrm>
            <a:off x="9214038" y="1287983"/>
            <a:ext cx="2194920" cy="1774080"/>
            <a:chOff x="9214038" y="1287983"/>
            <a:chExt cx="2194920" cy="177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4F8ED4D-F277-9E04-3E55-3E19FE73FE54}"/>
                    </a:ext>
                  </a:extLst>
                </p14:cNvPr>
                <p14:cNvContentPartPr/>
                <p14:nvPr/>
              </p14:nvContentPartPr>
              <p14:xfrm>
                <a:off x="9991998" y="1758863"/>
                <a:ext cx="41040" cy="4471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4F8ED4D-F277-9E04-3E55-3E19FE73FE5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974358" y="1740863"/>
                  <a:ext cx="76680" cy="48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A43C613-ECFB-565B-DCBA-DBB8EB5EC05C}"/>
                    </a:ext>
                  </a:extLst>
                </p14:cNvPr>
                <p14:cNvContentPartPr/>
                <p14:nvPr/>
              </p14:nvContentPartPr>
              <p14:xfrm>
                <a:off x="9962118" y="1795223"/>
                <a:ext cx="433440" cy="409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A43C613-ECFB-565B-DCBA-DBB8EB5EC05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944118" y="1777583"/>
                  <a:ext cx="46908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758EF73-5BCE-00F6-808A-7F8749F5CDD0}"/>
                    </a:ext>
                  </a:extLst>
                </p14:cNvPr>
                <p14:cNvContentPartPr/>
                <p14:nvPr/>
              </p14:nvContentPartPr>
              <p14:xfrm>
                <a:off x="10373598" y="1674623"/>
                <a:ext cx="92880" cy="6807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758EF73-5BCE-00F6-808A-7F8749F5CDD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355958" y="1656983"/>
                  <a:ext cx="128520" cy="71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1EEAD47-D0AE-EAB9-B80F-59E7D0858388}"/>
                    </a:ext>
                  </a:extLst>
                </p14:cNvPr>
                <p14:cNvContentPartPr/>
                <p14:nvPr/>
              </p14:nvContentPartPr>
              <p14:xfrm>
                <a:off x="10447398" y="1945343"/>
                <a:ext cx="741960" cy="63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1EEAD47-D0AE-EAB9-B80F-59E7D085838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429758" y="1927343"/>
                  <a:ext cx="7776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2E3C6DC-1325-B479-B034-C45D4642B0AC}"/>
                    </a:ext>
                  </a:extLst>
                </p14:cNvPr>
                <p14:cNvContentPartPr/>
                <p14:nvPr/>
              </p14:nvContentPartPr>
              <p14:xfrm>
                <a:off x="9499518" y="2026703"/>
                <a:ext cx="543960" cy="42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2E3C6DC-1325-B479-B034-C45D4642B0A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481518" y="2009063"/>
                  <a:ext cx="5796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B2372B6-FB18-FB5A-8A86-EB2A1FFABE4E}"/>
                    </a:ext>
                  </a:extLst>
                </p14:cNvPr>
                <p14:cNvContentPartPr/>
                <p14:nvPr/>
              </p14:nvContentPartPr>
              <p14:xfrm>
                <a:off x="9424638" y="2022383"/>
                <a:ext cx="83880" cy="609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B2372B6-FB18-FB5A-8A86-EB2A1FFABE4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406638" y="2004743"/>
                  <a:ext cx="119520" cy="64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B1DF167-A3E3-2F27-019B-CD9F7F7A109B}"/>
                    </a:ext>
                  </a:extLst>
                </p14:cNvPr>
                <p14:cNvContentPartPr/>
                <p14:nvPr/>
              </p14:nvContentPartPr>
              <p14:xfrm>
                <a:off x="9237078" y="2600903"/>
                <a:ext cx="435600" cy="504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B1DF167-A3E3-2F27-019B-CD9F7F7A109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219078" y="2582903"/>
                  <a:ext cx="4712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9BFD3E7-F0B2-CEA6-1391-64A82E5BF69E}"/>
                    </a:ext>
                  </a:extLst>
                </p14:cNvPr>
                <p14:cNvContentPartPr/>
                <p14:nvPr/>
              </p14:nvContentPartPr>
              <p14:xfrm>
                <a:off x="9425358" y="2716823"/>
                <a:ext cx="124200" cy="331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9BFD3E7-F0B2-CEA6-1391-64A82E5BF69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407718" y="2698823"/>
                  <a:ext cx="1598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5491805-2B0C-5B82-12BE-6A03AE6C3DFD}"/>
                    </a:ext>
                  </a:extLst>
                </p14:cNvPr>
                <p14:cNvContentPartPr/>
                <p14:nvPr/>
              </p14:nvContentPartPr>
              <p14:xfrm>
                <a:off x="9494118" y="2762543"/>
                <a:ext cx="27720" cy="2757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5491805-2B0C-5B82-12BE-6A03AE6C3DF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476118" y="2744543"/>
                  <a:ext cx="6336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AC0C1ED-8A69-0786-3B47-4B49DFA6E193}"/>
                    </a:ext>
                  </a:extLst>
                </p14:cNvPr>
                <p14:cNvContentPartPr/>
                <p14:nvPr/>
              </p14:nvContentPartPr>
              <p14:xfrm>
                <a:off x="9481518" y="2976743"/>
                <a:ext cx="1253520" cy="85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AC0C1ED-8A69-0786-3B47-4B49DFA6E19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463518" y="2958743"/>
                  <a:ext cx="12891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D8F2642-C53C-0A08-7999-90B3BF84BD14}"/>
                    </a:ext>
                  </a:extLst>
                </p14:cNvPr>
                <p14:cNvContentPartPr/>
                <p14:nvPr/>
              </p14:nvContentPartPr>
              <p14:xfrm>
                <a:off x="11204838" y="1980983"/>
                <a:ext cx="27000" cy="164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D8F2642-C53C-0A08-7999-90B3BF84BD1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187198" y="1963343"/>
                  <a:ext cx="626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62458A3-5858-D1F4-0DAA-16A05FC5CB38}"/>
                    </a:ext>
                  </a:extLst>
                </p14:cNvPr>
                <p14:cNvContentPartPr/>
                <p14:nvPr/>
              </p14:nvContentPartPr>
              <p14:xfrm>
                <a:off x="11215278" y="2223623"/>
                <a:ext cx="129960" cy="243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62458A3-5858-D1F4-0DAA-16A05FC5CB3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197638" y="2205983"/>
                  <a:ext cx="1656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422F767-0B1F-9B61-D3AE-7DD204AEFD60}"/>
                    </a:ext>
                  </a:extLst>
                </p14:cNvPr>
                <p14:cNvContentPartPr/>
                <p14:nvPr/>
              </p14:nvContentPartPr>
              <p14:xfrm>
                <a:off x="11266398" y="2466263"/>
                <a:ext cx="51480" cy="3085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422F767-0B1F-9B61-D3AE-7DD204AEFD6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248758" y="2448263"/>
                  <a:ext cx="8712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82CFB53-DEB6-2BAA-EC68-D75ED572F20A}"/>
                    </a:ext>
                  </a:extLst>
                </p14:cNvPr>
                <p14:cNvContentPartPr/>
                <p14:nvPr/>
              </p14:nvContentPartPr>
              <p14:xfrm>
                <a:off x="11326878" y="2800343"/>
                <a:ext cx="34200" cy="13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82CFB53-DEB6-2BAA-EC68-D75ED572F20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308878" y="2782703"/>
                  <a:ext cx="698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B3427ED-F8A8-30B6-FA60-B844D5A42210}"/>
                    </a:ext>
                  </a:extLst>
                </p14:cNvPr>
                <p14:cNvContentPartPr/>
                <p14:nvPr/>
              </p14:nvContentPartPr>
              <p14:xfrm>
                <a:off x="10797678" y="2919503"/>
                <a:ext cx="611280" cy="478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B3427ED-F8A8-30B6-FA60-B844D5A4221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779678" y="2901503"/>
                  <a:ext cx="6469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A852B58-6A9D-598F-4689-766AB773F412}"/>
                    </a:ext>
                  </a:extLst>
                </p14:cNvPr>
                <p14:cNvContentPartPr/>
                <p14:nvPr/>
              </p14:nvContentPartPr>
              <p14:xfrm>
                <a:off x="9215838" y="2430983"/>
                <a:ext cx="100440" cy="18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A852B58-6A9D-598F-4689-766AB773F41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197838" y="2413343"/>
                  <a:ext cx="1360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5786EB9-BC37-7C12-7068-1AA80B088A62}"/>
                    </a:ext>
                  </a:extLst>
                </p14:cNvPr>
                <p14:cNvContentPartPr/>
                <p14:nvPr/>
              </p14:nvContentPartPr>
              <p14:xfrm>
                <a:off x="9256518" y="2350703"/>
                <a:ext cx="30600" cy="1479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5786EB9-BC37-7C12-7068-1AA80B088A6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238518" y="2333063"/>
                  <a:ext cx="662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7E0694C-533C-19FD-6909-87FC87A0C597}"/>
                    </a:ext>
                  </a:extLst>
                </p14:cNvPr>
                <p14:cNvContentPartPr/>
                <p14:nvPr/>
              </p14:nvContentPartPr>
              <p14:xfrm>
                <a:off x="9261918" y="2844623"/>
                <a:ext cx="112320" cy="309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7E0694C-533C-19FD-6909-87FC87A0C59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243918" y="2826623"/>
                  <a:ext cx="1479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B2482E4-DE7B-C999-3D55-922C5A96DA95}"/>
                    </a:ext>
                  </a:extLst>
                </p14:cNvPr>
                <p14:cNvContentPartPr/>
                <p14:nvPr/>
              </p14:nvContentPartPr>
              <p14:xfrm>
                <a:off x="9214038" y="1370423"/>
                <a:ext cx="1787760" cy="7074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B2482E4-DE7B-C999-3D55-922C5A96DA9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196038" y="1352423"/>
                  <a:ext cx="1823400" cy="74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3B728BD-978C-78D3-CD4D-A1C8B4F74EDB}"/>
                    </a:ext>
                  </a:extLst>
                </p14:cNvPr>
                <p14:cNvContentPartPr/>
                <p14:nvPr/>
              </p14:nvContentPartPr>
              <p14:xfrm>
                <a:off x="10820718" y="1287983"/>
                <a:ext cx="191160" cy="203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3B728BD-978C-78D3-CD4D-A1C8B4F74ED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802718" y="1269983"/>
                  <a:ext cx="226800" cy="23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2E5D921-6596-0826-6B1E-8BF2D96E36EE}"/>
              </a:ext>
            </a:extLst>
          </p:cNvPr>
          <p:cNvGrpSpPr/>
          <p:nvPr/>
        </p:nvGrpSpPr>
        <p:grpSpPr>
          <a:xfrm>
            <a:off x="9736038" y="3085463"/>
            <a:ext cx="2245320" cy="2208600"/>
            <a:chOff x="9736038" y="3085463"/>
            <a:chExt cx="2245320" cy="220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4B8F717-80FB-17B8-C496-8FD29DF8DE10}"/>
                    </a:ext>
                  </a:extLst>
                </p14:cNvPr>
                <p14:cNvContentPartPr/>
                <p14:nvPr/>
              </p14:nvContentPartPr>
              <p14:xfrm>
                <a:off x="10174158" y="4299383"/>
                <a:ext cx="209880" cy="298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4B8F717-80FB-17B8-C496-8FD29DF8DE1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156518" y="4281743"/>
                  <a:ext cx="24552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48B8E91-2B5E-2D2B-F6FF-4C497995876C}"/>
                    </a:ext>
                  </a:extLst>
                </p14:cNvPr>
                <p14:cNvContentPartPr/>
                <p14:nvPr/>
              </p14:nvContentPartPr>
              <p14:xfrm>
                <a:off x="9736038" y="4414943"/>
                <a:ext cx="885240" cy="87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48B8E91-2B5E-2D2B-F6FF-4C497995876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718038" y="4396943"/>
                  <a:ext cx="9208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146A5D9-D4BF-440F-976B-B64906A35396}"/>
                    </a:ext>
                  </a:extLst>
                </p14:cNvPr>
                <p14:cNvContentPartPr/>
                <p14:nvPr/>
              </p14:nvContentPartPr>
              <p14:xfrm>
                <a:off x="10276398" y="4475063"/>
                <a:ext cx="36720" cy="466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146A5D9-D4BF-440F-976B-B64906A3539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258398" y="4457423"/>
                  <a:ext cx="72360" cy="5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253F3B8-3F6F-6AC5-9C22-14B277F9B491}"/>
                    </a:ext>
                  </a:extLst>
                </p14:cNvPr>
                <p14:cNvContentPartPr/>
                <p14:nvPr/>
              </p14:nvContentPartPr>
              <p14:xfrm>
                <a:off x="10203678" y="3832823"/>
                <a:ext cx="100440" cy="438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253F3B8-3F6F-6AC5-9C22-14B277F9B49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185678" y="3815183"/>
                  <a:ext cx="136080" cy="47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546FF72-B6AD-A35C-CE62-E54149903857}"/>
                    </a:ext>
                  </a:extLst>
                </p14:cNvPr>
                <p14:cNvContentPartPr/>
                <p14:nvPr/>
              </p14:nvContentPartPr>
              <p14:xfrm>
                <a:off x="10151478" y="3793943"/>
                <a:ext cx="776520" cy="612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546FF72-B6AD-A35C-CE62-E5414990385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133478" y="3775943"/>
                  <a:ext cx="81216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2A5E42C-3B02-C3B8-E655-6D71C0458BD3}"/>
                    </a:ext>
                  </a:extLst>
                </p14:cNvPr>
                <p14:cNvContentPartPr/>
                <p14:nvPr/>
              </p14:nvContentPartPr>
              <p14:xfrm>
                <a:off x="10901358" y="3651743"/>
                <a:ext cx="27000" cy="338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2A5E42C-3B02-C3B8-E655-6D71C0458BD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883358" y="3633743"/>
                  <a:ext cx="6264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3C9EA35-E594-B56D-6FB9-75E61442686F}"/>
                    </a:ext>
                  </a:extLst>
                </p14:cNvPr>
                <p14:cNvContentPartPr/>
                <p14:nvPr/>
              </p14:nvContentPartPr>
              <p14:xfrm>
                <a:off x="10893078" y="3651023"/>
                <a:ext cx="258480" cy="3222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3C9EA35-E594-B56D-6FB9-75E61442686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875078" y="3633023"/>
                  <a:ext cx="29412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CF7CF39-1589-AB77-BC9E-EB5701B07FDE}"/>
                    </a:ext>
                  </a:extLst>
                </p14:cNvPr>
                <p14:cNvContentPartPr/>
                <p14:nvPr/>
              </p14:nvContentPartPr>
              <p14:xfrm>
                <a:off x="11116638" y="3627983"/>
                <a:ext cx="34920" cy="3402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CF7CF39-1589-AB77-BC9E-EB5701B07FD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098998" y="3610343"/>
                  <a:ext cx="7056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C6B011D-3915-E86F-8675-4803A8469824}"/>
                    </a:ext>
                  </a:extLst>
                </p14:cNvPr>
                <p14:cNvContentPartPr/>
                <p14:nvPr/>
              </p14:nvContentPartPr>
              <p14:xfrm>
                <a:off x="11160558" y="3736343"/>
                <a:ext cx="412920" cy="49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C6B011D-3915-E86F-8675-4803A846982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142558" y="3718343"/>
                  <a:ext cx="4485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38C1EB6-3F01-7625-6B40-DE8BA83B449F}"/>
                    </a:ext>
                  </a:extLst>
                </p14:cNvPr>
                <p14:cNvContentPartPr/>
                <p14:nvPr/>
              </p14:nvContentPartPr>
              <p14:xfrm>
                <a:off x="11592918" y="3760823"/>
                <a:ext cx="32760" cy="4647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38C1EB6-3F01-7625-6B40-DE8BA83B449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1575278" y="3743183"/>
                  <a:ext cx="68400" cy="50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FDB9A00-446A-1BB4-D570-693860976A0D}"/>
                    </a:ext>
                  </a:extLst>
                </p14:cNvPr>
                <p14:cNvContentPartPr/>
                <p14:nvPr/>
              </p14:nvContentPartPr>
              <p14:xfrm>
                <a:off x="11565198" y="4196783"/>
                <a:ext cx="148320" cy="265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FDB9A00-446A-1BB4-D570-693860976A0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547198" y="4178783"/>
                  <a:ext cx="18396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28C280B-60A0-3480-6A3A-5FEDA6A86F2D}"/>
                    </a:ext>
                  </a:extLst>
                </p14:cNvPr>
                <p14:cNvContentPartPr/>
                <p14:nvPr/>
              </p14:nvContentPartPr>
              <p14:xfrm>
                <a:off x="11637558" y="4461023"/>
                <a:ext cx="18360" cy="372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28C280B-60A0-3480-6A3A-5FEDA6A86F2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619918" y="4443023"/>
                  <a:ext cx="5400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D0F6649-24E8-BAAB-9943-3A4666D4DADA}"/>
                    </a:ext>
                  </a:extLst>
                </p14:cNvPr>
                <p14:cNvContentPartPr/>
                <p14:nvPr/>
              </p14:nvContentPartPr>
              <p14:xfrm>
                <a:off x="10305198" y="4787903"/>
                <a:ext cx="1393920" cy="1375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D0F6649-24E8-BAAB-9943-3A4666D4DAD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287198" y="4769903"/>
                  <a:ext cx="142956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4B71CB1-9DBE-03EB-C507-A7DECAD9E459}"/>
                    </a:ext>
                  </a:extLst>
                </p14:cNvPr>
                <p14:cNvContentPartPr/>
                <p14:nvPr/>
              </p14:nvContentPartPr>
              <p14:xfrm>
                <a:off x="10691118" y="3265823"/>
                <a:ext cx="1290240" cy="20282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4B71CB1-9DBE-03EB-C507-A7DECAD9E45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673478" y="3248183"/>
                  <a:ext cx="1325880" cy="20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7F3EC6F-47F3-E9F3-5D56-79031EC7A71D}"/>
                    </a:ext>
                  </a:extLst>
                </p14:cNvPr>
                <p14:cNvContentPartPr/>
                <p14:nvPr/>
              </p14:nvContentPartPr>
              <p14:xfrm>
                <a:off x="10733238" y="3258263"/>
                <a:ext cx="282960" cy="227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7F3EC6F-47F3-E9F3-5D56-79031EC7A71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715598" y="3240623"/>
                  <a:ext cx="3186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9C6C501-10B3-3875-6BE9-92B853579B21}"/>
                    </a:ext>
                  </a:extLst>
                </p14:cNvPr>
                <p14:cNvContentPartPr/>
                <p14:nvPr/>
              </p14:nvContentPartPr>
              <p14:xfrm>
                <a:off x="11284038" y="3106703"/>
                <a:ext cx="348480" cy="334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9C6C501-10B3-3875-6BE9-92B853579B2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266038" y="3088703"/>
                  <a:ext cx="38412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F4ED7AF-9E85-228C-4178-E5A3C8C40D3D}"/>
                    </a:ext>
                  </a:extLst>
                </p14:cNvPr>
                <p14:cNvContentPartPr/>
                <p14:nvPr/>
              </p14:nvContentPartPr>
              <p14:xfrm>
                <a:off x="11262078" y="3085463"/>
                <a:ext cx="379080" cy="491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F4ED7AF-9E85-228C-4178-E5A3C8C40D3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244438" y="3067823"/>
                  <a:ext cx="414720" cy="52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D9E149D-BD0F-2624-A84D-4848512B5C6B}"/>
              </a:ext>
            </a:extLst>
          </p:cNvPr>
          <p:cNvGrpSpPr/>
          <p:nvPr/>
        </p:nvGrpSpPr>
        <p:grpSpPr>
          <a:xfrm>
            <a:off x="9629838" y="1672103"/>
            <a:ext cx="131760" cy="272160"/>
            <a:chOff x="9629838" y="1672103"/>
            <a:chExt cx="131760" cy="27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9DF3AA3-3400-B761-AB94-262CDCFE3BE5}"/>
                    </a:ext>
                  </a:extLst>
                </p14:cNvPr>
                <p14:cNvContentPartPr/>
                <p14:nvPr/>
              </p14:nvContentPartPr>
              <p14:xfrm>
                <a:off x="9629838" y="1715663"/>
                <a:ext cx="65520" cy="2286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9DF3AA3-3400-B761-AB94-262CDCFE3BE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611838" y="1697663"/>
                  <a:ext cx="10116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5169381-7445-092E-0235-32DF965BCCD1}"/>
                    </a:ext>
                  </a:extLst>
                </p14:cNvPr>
                <p14:cNvContentPartPr/>
                <p14:nvPr/>
              </p14:nvContentPartPr>
              <p14:xfrm>
                <a:off x="9633798" y="1672103"/>
                <a:ext cx="127800" cy="1364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5169381-7445-092E-0235-32DF965BCCD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615798" y="1654463"/>
                  <a:ext cx="16344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E4722616-A836-AE4E-F9C5-2218508789EA}"/>
              </a:ext>
            </a:extLst>
          </p:cNvPr>
          <p:cNvGrpSpPr/>
          <p:nvPr/>
        </p:nvGrpSpPr>
        <p:grpSpPr>
          <a:xfrm>
            <a:off x="10571598" y="1539623"/>
            <a:ext cx="217080" cy="266040"/>
            <a:chOff x="10571598" y="1539623"/>
            <a:chExt cx="217080" cy="26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75DBD0E-3514-00FA-BC73-A80F4A1B03EB}"/>
                    </a:ext>
                  </a:extLst>
                </p14:cNvPr>
                <p14:cNvContentPartPr/>
                <p14:nvPr/>
              </p14:nvContentPartPr>
              <p14:xfrm>
                <a:off x="10598238" y="1608743"/>
                <a:ext cx="12240" cy="1969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75DBD0E-3514-00FA-BC73-A80F4A1B03E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580238" y="1591103"/>
                  <a:ext cx="4788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E842A76-ADE9-AADD-BBAD-2B6976137398}"/>
                    </a:ext>
                  </a:extLst>
                </p14:cNvPr>
                <p14:cNvContentPartPr/>
                <p14:nvPr/>
              </p14:nvContentPartPr>
              <p14:xfrm>
                <a:off x="10571598" y="1539623"/>
                <a:ext cx="217080" cy="1731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E842A76-ADE9-AADD-BBAD-2B697613739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553598" y="1521983"/>
                  <a:ext cx="252720" cy="208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722103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78DB5-0CF3-100A-4A46-C9B3861C6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 biasing a diode </a:t>
            </a:r>
          </a:p>
        </p:txBody>
      </p:sp>
      <p:pic>
        <p:nvPicPr>
          <p:cNvPr id="6" name="Content Placeholder 5" descr="A black arrow with a line&#10;&#10;Description automatically generated">
            <a:extLst>
              <a:ext uri="{FF2B5EF4-FFF2-40B4-BE49-F238E27FC236}">
                <a16:creationId xmlns:a16="http://schemas.microsoft.com/office/drawing/2014/main" id="{7E6C596D-3932-3B92-A657-6C374F1623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1872" y="3002241"/>
            <a:ext cx="2972058" cy="85351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BB91A-0744-4D68-7BC3-05194332C2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Diagram of an open door&#10;&#10;Description automatically generated">
            <a:extLst>
              <a:ext uri="{FF2B5EF4-FFF2-40B4-BE49-F238E27FC236}">
                <a16:creationId xmlns:a16="http://schemas.microsoft.com/office/drawing/2014/main" id="{18DD9357-B63B-4E0A-E9AD-F51747248E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484" y="1363594"/>
            <a:ext cx="4729655" cy="4130809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FC3A9B13-B5A8-9F81-D181-2C72699FA064}"/>
              </a:ext>
            </a:extLst>
          </p:cNvPr>
          <p:cNvGrpSpPr/>
          <p:nvPr/>
        </p:nvGrpSpPr>
        <p:grpSpPr>
          <a:xfrm>
            <a:off x="8248878" y="3066023"/>
            <a:ext cx="221040" cy="258480"/>
            <a:chOff x="8248878" y="3066023"/>
            <a:chExt cx="22104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7CE4B17-0C5B-C96B-0F54-8F4E5FFBD6EB}"/>
                    </a:ext>
                  </a:extLst>
                </p14:cNvPr>
                <p14:cNvContentPartPr/>
                <p14:nvPr/>
              </p14:nvContentPartPr>
              <p14:xfrm>
                <a:off x="8248878" y="3177983"/>
                <a:ext cx="221040" cy="41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7CE4B17-0C5B-C96B-0F54-8F4E5FFBD6E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231238" y="3159983"/>
                  <a:ext cx="25668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2B87B31-3F2B-9805-8006-8771820A9891}"/>
                    </a:ext>
                  </a:extLst>
                </p14:cNvPr>
                <p14:cNvContentPartPr/>
                <p14:nvPr/>
              </p14:nvContentPartPr>
              <p14:xfrm>
                <a:off x="8366958" y="3066023"/>
                <a:ext cx="39240" cy="258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2B87B31-3F2B-9805-8006-8771820A989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348958" y="3048023"/>
                  <a:ext cx="74880" cy="29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B0F5448C-86B4-B2CB-29CD-DE49C2E69997}"/>
                  </a:ext>
                </a:extLst>
              </p14:cNvPr>
              <p14:cNvContentPartPr/>
              <p14:nvPr/>
            </p14:nvContentPartPr>
            <p14:xfrm>
              <a:off x="9131238" y="2964863"/>
              <a:ext cx="232200" cy="421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B0F5448C-86B4-B2CB-29CD-DE49C2E6999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113238" y="2946863"/>
                <a:ext cx="267840" cy="7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3923216D-88C2-0492-F54B-9C3CB64A3393}"/>
              </a:ext>
            </a:extLst>
          </p:cNvPr>
          <p:cNvGrpSpPr/>
          <p:nvPr/>
        </p:nvGrpSpPr>
        <p:grpSpPr>
          <a:xfrm>
            <a:off x="7941078" y="2569223"/>
            <a:ext cx="190080" cy="279720"/>
            <a:chOff x="7941078" y="2569223"/>
            <a:chExt cx="190080" cy="27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7987529-C8CA-B5FB-2942-C2A096B9B850}"/>
                    </a:ext>
                  </a:extLst>
                </p14:cNvPr>
                <p14:cNvContentPartPr/>
                <p14:nvPr/>
              </p14:nvContentPartPr>
              <p14:xfrm>
                <a:off x="8003718" y="2590463"/>
                <a:ext cx="71640" cy="2584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7987529-C8CA-B5FB-2942-C2A096B9B85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985718" y="2572823"/>
                  <a:ext cx="10728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9569CDC-7513-B4E7-071A-282EFF7848C0}"/>
                    </a:ext>
                  </a:extLst>
                </p14:cNvPr>
                <p14:cNvContentPartPr/>
                <p14:nvPr/>
              </p14:nvContentPartPr>
              <p14:xfrm>
                <a:off x="7941078" y="2569223"/>
                <a:ext cx="190080" cy="1486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9569CDC-7513-B4E7-071A-282EFF7848C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923438" y="2551223"/>
                  <a:ext cx="22572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5350953-B59D-C21E-B078-1D4CC0691849}"/>
              </a:ext>
            </a:extLst>
          </p:cNvPr>
          <p:cNvGrpSpPr/>
          <p:nvPr/>
        </p:nvGrpSpPr>
        <p:grpSpPr>
          <a:xfrm>
            <a:off x="9038358" y="2444663"/>
            <a:ext cx="172080" cy="345240"/>
            <a:chOff x="9038358" y="2444663"/>
            <a:chExt cx="172080" cy="34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5182AFC-D321-3DAF-111E-7BE79E0619C1}"/>
                    </a:ext>
                  </a:extLst>
                </p14:cNvPr>
                <p14:cNvContentPartPr/>
                <p14:nvPr/>
              </p14:nvContentPartPr>
              <p14:xfrm>
                <a:off x="9050598" y="2538983"/>
                <a:ext cx="16920" cy="2509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5182AFC-D321-3DAF-111E-7BE79E0619C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032598" y="2521343"/>
                  <a:ext cx="525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71BAE42-81AB-8ED9-098D-C0D423B1DE86}"/>
                    </a:ext>
                  </a:extLst>
                </p14:cNvPr>
                <p14:cNvContentPartPr/>
                <p14:nvPr/>
              </p14:nvContentPartPr>
              <p14:xfrm>
                <a:off x="9038358" y="2444663"/>
                <a:ext cx="172080" cy="2383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71BAE42-81AB-8ED9-098D-C0D423B1DE8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020718" y="2426663"/>
                  <a:ext cx="207720" cy="27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C02BCF9-9286-A88D-4DA3-E00586EAEBDF}"/>
              </a:ext>
            </a:extLst>
          </p:cNvPr>
          <p:cNvGrpSpPr/>
          <p:nvPr/>
        </p:nvGrpSpPr>
        <p:grpSpPr>
          <a:xfrm>
            <a:off x="6960078" y="3543383"/>
            <a:ext cx="3417120" cy="1752480"/>
            <a:chOff x="6960078" y="3543383"/>
            <a:chExt cx="3417120" cy="175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C34FE08-8971-0029-28D5-BE324C093FC5}"/>
                    </a:ext>
                  </a:extLst>
                </p14:cNvPr>
                <p14:cNvContentPartPr/>
                <p14:nvPr/>
              </p14:nvContentPartPr>
              <p14:xfrm>
                <a:off x="7299198" y="3554903"/>
                <a:ext cx="21960" cy="886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C34FE08-8971-0029-28D5-BE324C093FC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281198" y="3536903"/>
                  <a:ext cx="57600" cy="9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86EBC13-0595-CD25-ED3A-16122F443066}"/>
                    </a:ext>
                  </a:extLst>
                </p14:cNvPr>
                <p14:cNvContentPartPr/>
                <p14:nvPr/>
              </p14:nvContentPartPr>
              <p14:xfrm>
                <a:off x="7119918" y="4411703"/>
                <a:ext cx="469800" cy="280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86EBC13-0595-CD25-ED3A-16122F44306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102278" y="4393703"/>
                  <a:ext cx="5054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8121348-4C52-4957-CEA0-F8B41B672745}"/>
                    </a:ext>
                  </a:extLst>
                </p14:cNvPr>
                <p14:cNvContentPartPr/>
                <p14:nvPr/>
              </p14:nvContentPartPr>
              <p14:xfrm>
                <a:off x="7266798" y="4571183"/>
                <a:ext cx="129960" cy="313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8121348-4C52-4957-CEA0-F8B41B67274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248798" y="4553543"/>
                  <a:ext cx="1656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0BD8948-7F24-EF9F-7996-D2EF16B76322}"/>
                    </a:ext>
                  </a:extLst>
                </p14:cNvPr>
                <p14:cNvContentPartPr/>
                <p14:nvPr/>
              </p14:nvContentPartPr>
              <p14:xfrm>
                <a:off x="7329078" y="4582703"/>
                <a:ext cx="74160" cy="713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0BD8948-7F24-EF9F-7996-D2EF16B7632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311438" y="4565063"/>
                  <a:ext cx="109800" cy="74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F1E99F9-5B06-2297-1310-EF9BF0A58A11}"/>
                    </a:ext>
                  </a:extLst>
                </p14:cNvPr>
                <p14:cNvContentPartPr/>
                <p14:nvPr/>
              </p14:nvContentPartPr>
              <p14:xfrm>
                <a:off x="6960078" y="4444823"/>
                <a:ext cx="188280" cy="7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F1E99F9-5B06-2297-1310-EF9BF0A58A1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942078" y="4426823"/>
                  <a:ext cx="22392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58F23AF-4EF4-06FF-1BFC-9294571ECB43}"/>
                    </a:ext>
                  </a:extLst>
                </p14:cNvPr>
                <p14:cNvContentPartPr/>
                <p14:nvPr/>
              </p14:nvContentPartPr>
              <p14:xfrm>
                <a:off x="10143558" y="3543383"/>
                <a:ext cx="51480" cy="486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58F23AF-4EF4-06FF-1BFC-9294571ECB4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125918" y="3525383"/>
                  <a:ext cx="87120" cy="52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D41A0DD-9A08-04C7-127A-13E1198F54A8}"/>
                    </a:ext>
                  </a:extLst>
                </p14:cNvPr>
                <p14:cNvContentPartPr/>
                <p14:nvPr/>
              </p14:nvContentPartPr>
              <p14:xfrm>
                <a:off x="10113678" y="4043063"/>
                <a:ext cx="153000" cy="7041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D41A0DD-9A08-04C7-127A-13E1198F54A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096038" y="4025063"/>
                  <a:ext cx="188640" cy="73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9835AB7-948D-12BD-EDA2-DC71E3736E9A}"/>
                    </a:ext>
                  </a:extLst>
                </p14:cNvPr>
                <p14:cNvContentPartPr/>
                <p14:nvPr/>
              </p14:nvContentPartPr>
              <p14:xfrm>
                <a:off x="10286838" y="4805183"/>
                <a:ext cx="53640" cy="407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9835AB7-948D-12BD-EDA2-DC71E3736E9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268838" y="4787183"/>
                  <a:ext cx="8928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27959F4-2CD2-24CE-0BD6-BD675378E4A0}"/>
                    </a:ext>
                  </a:extLst>
                </p14:cNvPr>
                <p14:cNvContentPartPr/>
                <p14:nvPr/>
              </p14:nvContentPartPr>
              <p14:xfrm>
                <a:off x="7377318" y="5179943"/>
                <a:ext cx="2999880" cy="968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27959F4-2CD2-24CE-0BD6-BD675378E4A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359678" y="5161943"/>
                  <a:ext cx="3035520" cy="13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44C0147-F04F-6987-505C-0559BCD65A35}"/>
              </a:ext>
            </a:extLst>
          </p:cNvPr>
          <p:cNvGrpSpPr/>
          <p:nvPr/>
        </p:nvGrpSpPr>
        <p:grpSpPr>
          <a:xfrm>
            <a:off x="8231238" y="2131823"/>
            <a:ext cx="835200" cy="645840"/>
            <a:chOff x="8231238" y="2131823"/>
            <a:chExt cx="835200" cy="64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B5138D7-2BAD-2A96-34C3-5565403E61E7}"/>
                    </a:ext>
                  </a:extLst>
                </p14:cNvPr>
                <p14:cNvContentPartPr/>
                <p14:nvPr/>
              </p14:nvContentPartPr>
              <p14:xfrm>
                <a:off x="8231238" y="2614583"/>
                <a:ext cx="140040" cy="163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B5138D7-2BAD-2A96-34C3-5565403E61E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213238" y="2596583"/>
                  <a:ext cx="1756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29A29C7-8B05-611D-4EE9-5D720F61AFF2}"/>
                    </a:ext>
                  </a:extLst>
                </p14:cNvPr>
                <p14:cNvContentPartPr/>
                <p14:nvPr/>
              </p14:nvContentPartPr>
              <p14:xfrm>
                <a:off x="8420598" y="2572823"/>
                <a:ext cx="102600" cy="1472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29A29C7-8B05-611D-4EE9-5D720F61AFF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402598" y="2554823"/>
                  <a:ext cx="1382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124D276-5879-2B5B-D37B-481B2D95D28C}"/>
                    </a:ext>
                  </a:extLst>
                </p14:cNvPr>
                <p14:cNvContentPartPr/>
                <p14:nvPr/>
              </p14:nvContentPartPr>
              <p14:xfrm>
                <a:off x="8557038" y="2534663"/>
                <a:ext cx="16200" cy="93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124D276-5879-2B5B-D37B-481B2D95D28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539398" y="2516663"/>
                  <a:ext cx="5184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C2F0570-341B-BA3E-B72B-2821A950A8DE}"/>
                    </a:ext>
                  </a:extLst>
                </p14:cNvPr>
                <p14:cNvContentPartPr/>
                <p14:nvPr/>
              </p14:nvContentPartPr>
              <p14:xfrm>
                <a:off x="8512038" y="2409023"/>
                <a:ext cx="37800" cy="241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C2F0570-341B-BA3E-B72B-2821A950A8D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494038" y="2391383"/>
                  <a:ext cx="734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7EB24B2-8830-C5CD-36D4-23B4F663499F}"/>
                    </a:ext>
                  </a:extLst>
                </p14:cNvPr>
                <p14:cNvContentPartPr/>
                <p14:nvPr/>
              </p14:nvContentPartPr>
              <p14:xfrm>
                <a:off x="8657838" y="2337743"/>
                <a:ext cx="119880" cy="234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7EB24B2-8830-C5CD-36D4-23B4F663499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640198" y="2319743"/>
                  <a:ext cx="15552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3F7012A-92AD-CEFE-8627-133EE7149807}"/>
                    </a:ext>
                  </a:extLst>
                </p14:cNvPr>
                <p14:cNvContentPartPr/>
                <p14:nvPr/>
              </p14:nvContentPartPr>
              <p14:xfrm>
                <a:off x="8664318" y="2407943"/>
                <a:ext cx="90720" cy="640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3F7012A-92AD-CEFE-8627-133EE714980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646318" y="2389943"/>
                  <a:ext cx="1263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12EB063-6FC5-496E-C38C-36850F107052}"/>
                    </a:ext>
                  </a:extLst>
                </p14:cNvPr>
                <p14:cNvContentPartPr/>
                <p14:nvPr/>
              </p14:nvContentPartPr>
              <p14:xfrm>
                <a:off x="8813718" y="2383103"/>
                <a:ext cx="21600" cy="669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12EB063-6FC5-496E-C38C-36850F10705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795718" y="2365103"/>
                  <a:ext cx="572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C96657D-6D6C-EE0E-0AC7-C8C788125AEE}"/>
                    </a:ext>
                  </a:extLst>
                </p14:cNvPr>
                <p14:cNvContentPartPr/>
                <p14:nvPr/>
              </p14:nvContentPartPr>
              <p14:xfrm>
                <a:off x="8794638" y="2258903"/>
                <a:ext cx="7920" cy="219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C96657D-6D6C-EE0E-0AC7-C8C788125AE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776998" y="2241263"/>
                  <a:ext cx="435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5D9954D-2FBB-B5BA-C638-9991E1723CB2}"/>
                    </a:ext>
                  </a:extLst>
                </p14:cNvPr>
                <p14:cNvContentPartPr/>
                <p14:nvPr/>
              </p14:nvContentPartPr>
              <p14:xfrm>
                <a:off x="8927478" y="2131823"/>
                <a:ext cx="138960" cy="2070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5D9954D-2FBB-B5BA-C638-9991E1723CB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909478" y="2113823"/>
                  <a:ext cx="174600" cy="24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E8A3283-3B49-6485-65DC-3805875E9CF6}"/>
              </a:ext>
            </a:extLst>
          </p:cNvPr>
          <p:cNvGrpSpPr/>
          <p:nvPr/>
        </p:nvGrpSpPr>
        <p:grpSpPr>
          <a:xfrm>
            <a:off x="6364278" y="2730863"/>
            <a:ext cx="1545120" cy="1701360"/>
            <a:chOff x="6364278" y="2730863"/>
            <a:chExt cx="1545120" cy="170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58A79AB-F597-A073-B56C-9117DCDBE209}"/>
                    </a:ext>
                  </a:extLst>
                </p14:cNvPr>
                <p14:cNvContentPartPr/>
                <p14:nvPr/>
              </p14:nvContentPartPr>
              <p14:xfrm>
                <a:off x="6364278" y="4172303"/>
                <a:ext cx="186480" cy="2599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58A79AB-F597-A073-B56C-9117DCDBE20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346638" y="4154303"/>
                  <a:ext cx="22212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5E25F51-393A-121D-857F-33C2B8379D84}"/>
                    </a:ext>
                  </a:extLst>
                </p14:cNvPr>
                <p14:cNvContentPartPr/>
                <p14:nvPr/>
              </p14:nvContentPartPr>
              <p14:xfrm>
                <a:off x="6417918" y="4077623"/>
                <a:ext cx="103320" cy="164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5E25F51-393A-121D-857F-33C2B8379D8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400278" y="4059983"/>
                  <a:ext cx="1389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B3813DF-9B01-F53F-5C1F-CA00867640E6}"/>
                    </a:ext>
                  </a:extLst>
                </p14:cNvPr>
                <p14:cNvContentPartPr/>
                <p14:nvPr/>
              </p14:nvContentPartPr>
              <p14:xfrm>
                <a:off x="6613758" y="4095983"/>
                <a:ext cx="106560" cy="1335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B3813DF-9B01-F53F-5C1F-CA00867640E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595758" y="4078343"/>
                  <a:ext cx="1422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E820196-4321-5968-B51B-F0AAE6211A91}"/>
                    </a:ext>
                  </a:extLst>
                </p14:cNvPr>
                <p14:cNvContentPartPr/>
                <p14:nvPr/>
              </p14:nvContentPartPr>
              <p14:xfrm>
                <a:off x="6759918" y="4029023"/>
                <a:ext cx="118440" cy="143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E820196-4321-5968-B51B-F0AAE6211A9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741918" y="4011383"/>
                  <a:ext cx="1540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8F67809-5F1E-C167-0EDE-A79C024C1586}"/>
                    </a:ext>
                  </a:extLst>
                </p14:cNvPr>
                <p14:cNvContentPartPr/>
                <p14:nvPr/>
              </p14:nvContentPartPr>
              <p14:xfrm>
                <a:off x="6942798" y="3996623"/>
                <a:ext cx="59040" cy="108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8F67809-5F1E-C167-0EDE-A79C024C158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925158" y="3978983"/>
                  <a:ext cx="946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EEF31BA-1571-EB37-5B4F-38B429C0E3B2}"/>
                    </a:ext>
                  </a:extLst>
                </p14:cNvPr>
                <p14:cNvContentPartPr/>
                <p14:nvPr/>
              </p14:nvContentPartPr>
              <p14:xfrm>
                <a:off x="6967638" y="3847583"/>
                <a:ext cx="19440" cy="38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EEF31BA-1571-EB37-5B4F-38B429C0E3B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949998" y="3829943"/>
                  <a:ext cx="5508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DBF07E7-F7D6-722A-9CD3-3A75790D33D2}"/>
                    </a:ext>
                  </a:extLst>
                </p14:cNvPr>
                <p14:cNvContentPartPr/>
                <p14:nvPr/>
              </p14:nvContentPartPr>
              <p14:xfrm>
                <a:off x="7087518" y="3775943"/>
                <a:ext cx="140760" cy="2138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DBF07E7-F7D6-722A-9CD3-3A75790D33D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069518" y="3757943"/>
                  <a:ext cx="1764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59C2E79-CE4A-A619-1C18-76E412FDF8AA}"/>
                    </a:ext>
                  </a:extLst>
                </p14:cNvPr>
                <p14:cNvContentPartPr/>
                <p14:nvPr/>
              </p14:nvContentPartPr>
              <p14:xfrm>
                <a:off x="7107318" y="3897623"/>
                <a:ext cx="110160" cy="66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59C2E79-CE4A-A619-1C18-76E412FDF8A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089318" y="3879983"/>
                  <a:ext cx="1458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3D135DC-2DF0-4E47-6E71-8260E78ED240}"/>
                    </a:ext>
                  </a:extLst>
                </p14:cNvPr>
                <p14:cNvContentPartPr/>
                <p14:nvPr/>
              </p14:nvContentPartPr>
              <p14:xfrm>
                <a:off x="7358958" y="3828143"/>
                <a:ext cx="84960" cy="129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3D135DC-2DF0-4E47-6E71-8260E78ED24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341318" y="3810143"/>
                  <a:ext cx="1206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EEAEED5-E395-576A-F19F-9368627D5541}"/>
                    </a:ext>
                  </a:extLst>
                </p14:cNvPr>
                <p14:cNvContentPartPr/>
                <p14:nvPr/>
              </p14:nvContentPartPr>
              <p14:xfrm>
                <a:off x="7336638" y="3751463"/>
                <a:ext cx="30240" cy="442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EEAEED5-E395-576A-F19F-9368627D554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318638" y="3733823"/>
                  <a:ext cx="658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D0CD644-172F-3EFE-4BDB-9820449A6F36}"/>
                    </a:ext>
                  </a:extLst>
                </p14:cNvPr>
                <p14:cNvContentPartPr/>
                <p14:nvPr/>
              </p14:nvContentPartPr>
              <p14:xfrm>
                <a:off x="7494678" y="3727343"/>
                <a:ext cx="156960" cy="1479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D0CD644-172F-3EFE-4BDB-9820449A6F3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476678" y="3709703"/>
                  <a:ext cx="1926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F4AAE87-4F43-DA35-FFF8-3EBA443E6037}"/>
                    </a:ext>
                  </a:extLst>
                </p14:cNvPr>
                <p14:cNvContentPartPr/>
                <p14:nvPr/>
              </p14:nvContentPartPr>
              <p14:xfrm>
                <a:off x="7755318" y="3686303"/>
                <a:ext cx="154080" cy="1504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F4AAE87-4F43-DA35-FFF8-3EBA443E603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737318" y="3668303"/>
                  <a:ext cx="1897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00BE6BD-8B90-9E33-FEAB-FA9301D12C89}"/>
                    </a:ext>
                  </a:extLst>
                </p14:cNvPr>
                <p14:cNvContentPartPr/>
                <p14:nvPr/>
              </p14:nvContentPartPr>
              <p14:xfrm>
                <a:off x="6842718" y="2853983"/>
                <a:ext cx="930600" cy="806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00BE6BD-8B90-9E33-FEAB-FA9301D12C8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824718" y="2836343"/>
                  <a:ext cx="966240" cy="84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31DB54B-91F4-130E-82C3-4B9245A2D906}"/>
                    </a:ext>
                  </a:extLst>
                </p14:cNvPr>
                <p14:cNvContentPartPr/>
                <p14:nvPr/>
              </p14:nvContentPartPr>
              <p14:xfrm>
                <a:off x="7662798" y="2730863"/>
                <a:ext cx="139680" cy="2505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31DB54B-91F4-130E-82C3-4B9245A2D90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644798" y="2712863"/>
                  <a:ext cx="1753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CA663E8-E68B-7698-BB1B-92472BDB57D1}"/>
                    </a:ext>
                  </a:extLst>
                </p14:cNvPr>
                <p14:cNvContentPartPr/>
                <p14:nvPr/>
              </p14:nvContentPartPr>
              <p14:xfrm>
                <a:off x="6749478" y="3537263"/>
                <a:ext cx="195480" cy="1126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CA663E8-E68B-7698-BB1B-92472BDB57D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731478" y="3519623"/>
                  <a:ext cx="23112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0A0E12E-8C95-AB81-88F4-8A6C39BAD69A}"/>
              </a:ext>
            </a:extLst>
          </p:cNvPr>
          <p:cNvGrpSpPr/>
          <p:nvPr/>
        </p:nvGrpSpPr>
        <p:grpSpPr>
          <a:xfrm>
            <a:off x="9342198" y="2269343"/>
            <a:ext cx="1202040" cy="451800"/>
            <a:chOff x="9342198" y="2269343"/>
            <a:chExt cx="1202040" cy="45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EC51AE1-884E-47EA-09ED-7899D0A5AC2C}"/>
                    </a:ext>
                  </a:extLst>
                </p14:cNvPr>
                <p14:cNvContentPartPr/>
                <p14:nvPr/>
              </p14:nvContentPartPr>
              <p14:xfrm>
                <a:off x="9342198" y="2555183"/>
                <a:ext cx="84240" cy="153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EC51AE1-884E-47EA-09ED-7899D0A5AC2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324198" y="2537543"/>
                  <a:ext cx="1198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A45FA08-382B-63AE-C863-51F25EE9161F}"/>
                    </a:ext>
                  </a:extLst>
                </p14:cNvPr>
                <p14:cNvContentPartPr/>
                <p14:nvPr/>
              </p14:nvContentPartPr>
              <p14:xfrm>
                <a:off x="9526518" y="2522423"/>
                <a:ext cx="97920" cy="1987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A45FA08-382B-63AE-C863-51F25EE9161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508518" y="2504423"/>
                  <a:ext cx="1335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AE015DC-7630-3640-C8A8-1A7B9E9E1CE8}"/>
                    </a:ext>
                  </a:extLst>
                </p14:cNvPr>
                <p14:cNvContentPartPr/>
                <p14:nvPr/>
              </p14:nvContentPartPr>
              <p14:xfrm>
                <a:off x="9765558" y="2491463"/>
                <a:ext cx="110520" cy="69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AE015DC-7630-3640-C8A8-1A7B9E9E1CE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747918" y="2473823"/>
                  <a:ext cx="1461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50904A8-69A7-0BE1-5060-F43E7717EFE0}"/>
                    </a:ext>
                  </a:extLst>
                </p14:cNvPr>
                <p14:cNvContentPartPr/>
                <p14:nvPr/>
              </p14:nvContentPartPr>
              <p14:xfrm>
                <a:off x="9913878" y="2304263"/>
                <a:ext cx="122040" cy="2480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50904A8-69A7-0BE1-5060-F43E7717EFE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895878" y="2286263"/>
                  <a:ext cx="1576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8CBA0BE-6169-E471-E132-6081A3253A0D}"/>
                    </a:ext>
                  </a:extLst>
                </p14:cNvPr>
                <p14:cNvContentPartPr/>
                <p14:nvPr/>
              </p14:nvContentPartPr>
              <p14:xfrm>
                <a:off x="9906678" y="2449343"/>
                <a:ext cx="60120" cy="320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8CBA0BE-6169-E471-E132-6081A3253A0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888678" y="2431343"/>
                  <a:ext cx="9576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E8217FB-FE58-2939-2E77-1F209E072AF5}"/>
                    </a:ext>
                  </a:extLst>
                </p14:cNvPr>
                <p14:cNvContentPartPr/>
                <p14:nvPr/>
              </p14:nvContentPartPr>
              <p14:xfrm>
                <a:off x="10101438" y="2378423"/>
                <a:ext cx="16920" cy="1231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E8217FB-FE58-2939-2E77-1F209E072AF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083798" y="2360783"/>
                  <a:ext cx="525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625B03E-8C1F-7D53-3D67-3BED63B20126}"/>
                    </a:ext>
                  </a:extLst>
                </p14:cNvPr>
                <p14:cNvContentPartPr/>
                <p14:nvPr/>
              </p14:nvContentPartPr>
              <p14:xfrm>
                <a:off x="10058958" y="2269343"/>
                <a:ext cx="16200" cy="94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625B03E-8C1F-7D53-3D67-3BED63B2012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040958" y="2251343"/>
                  <a:ext cx="518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E96AD69-15A4-92B4-0933-8D54015C28BF}"/>
                    </a:ext>
                  </a:extLst>
                </p14:cNvPr>
                <p14:cNvContentPartPr/>
                <p14:nvPr/>
              </p14:nvContentPartPr>
              <p14:xfrm>
                <a:off x="10231398" y="2330903"/>
                <a:ext cx="119880" cy="1249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E96AD69-15A4-92B4-0933-8D54015C28B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213398" y="2312903"/>
                  <a:ext cx="15552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B33E17F-D690-A890-D161-18C96DEF3582}"/>
                    </a:ext>
                  </a:extLst>
                </p14:cNvPr>
                <p14:cNvContentPartPr/>
                <p14:nvPr/>
              </p14:nvContentPartPr>
              <p14:xfrm>
                <a:off x="10399878" y="2292383"/>
                <a:ext cx="144360" cy="1584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B33E17F-D690-A890-D161-18C96DEF358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381878" y="2274383"/>
                  <a:ext cx="180000" cy="19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76C713A-07A8-FEA3-826D-0215410B80E5}"/>
              </a:ext>
            </a:extLst>
          </p:cNvPr>
          <p:cNvGrpSpPr/>
          <p:nvPr/>
        </p:nvGrpSpPr>
        <p:grpSpPr>
          <a:xfrm>
            <a:off x="6899238" y="3366623"/>
            <a:ext cx="3853800" cy="2407320"/>
            <a:chOff x="6899238" y="3366623"/>
            <a:chExt cx="3853800" cy="240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4439DE4-0392-7C1F-21F6-4A674F8B9F80}"/>
                    </a:ext>
                  </a:extLst>
                </p14:cNvPr>
                <p14:cNvContentPartPr/>
                <p14:nvPr/>
              </p14:nvContentPartPr>
              <p14:xfrm>
                <a:off x="6915078" y="4915343"/>
                <a:ext cx="32040" cy="2638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4439DE4-0392-7C1F-21F6-4A674F8B9F8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897438" y="4897703"/>
                  <a:ext cx="6768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113C790-DB9E-83A0-BE1A-F3AF460117C8}"/>
                    </a:ext>
                  </a:extLst>
                </p14:cNvPr>
                <p14:cNvContentPartPr/>
                <p14:nvPr/>
              </p14:nvContentPartPr>
              <p14:xfrm>
                <a:off x="6899238" y="4855583"/>
                <a:ext cx="174240" cy="1638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113C790-DB9E-83A0-BE1A-F3AF460117C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881238" y="4837583"/>
                  <a:ext cx="2098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B8FDE82-2AE1-526D-32D4-38D606428D30}"/>
                    </a:ext>
                  </a:extLst>
                </p14:cNvPr>
                <p14:cNvContentPartPr/>
                <p14:nvPr/>
              </p14:nvContentPartPr>
              <p14:xfrm>
                <a:off x="7123518" y="4882223"/>
                <a:ext cx="87840" cy="1314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B8FDE82-2AE1-526D-32D4-38D606428D3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105518" y="4864583"/>
                  <a:ext cx="1234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1BAE359-5602-9C99-C91E-8DF6CF0F735C}"/>
                    </a:ext>
                  </a:extLst>
                </p14:cNvPr>
                <p14:cNvContentPartPr/>
                <p14:nvPr/>
              </p14:nvContentPartPr>
              <p14:xfrm>
                <a:off x="7282998" y="4853423"/>
                <a:ext cx="111960" cy="223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1BAE359-5602-9C99-C91E-8DF6CF0F735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264998" y="4835783"/>
                  <a:ext cx="14760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17A7AF0-BFE9-C26F-E953-D69D654438A3}"/>
                    </a:ext>
                  </a:extLst>
                </p14:cNvPr>
                <p14:cNvContentPartPr/>
                <p14:nvPr/>
              </p14:nvContentPartPr>
              <p14:xfrm>
                <a:off x="7500078" y="4855583"/>
                <a:ext cx="125640" cy="123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17A7AF0-BFE9-C26F-E953-D69D654438A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482078" y="4837583"/>
                  <a:ext cx="1612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15594B6-9B57-395F-6A48-15F967F0E891}"/>
                    </a:ext>
                  </a:extLst>
                </p14:cNvPr>
                <p14:cNvContentPartPr/>
                <p14:nvPr/>
              </p14:nvContentPartPr>
              <p14:xfrm>
                <a:off x="7642638" y="4769543"/>
                <a:ext cx="93240" cy="199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15594B6-9B57-395F-6A48-15F967F0E89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624638" y="4751543"/>
                  <a:ext cx="1288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EE05949-FFA5-9EF4-70BF-5A8DAE311AFA}"/>
                    </a:ext>
                  </a:extLst>
                </p14:cNvPr>
                <p14:cNvContentPartPr/>
                <p14:nvPr/>
              </p14:nvContentPartPr>
              <p14:xfrm>
                <a:off x="7671798" y="4786463"/>
                <a:ext cx="267840" cy="1357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EE05949-FFA5-9EF4-70BF-5A8DAE311AF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654158" y="4768823"/>
                  <a:ext cx="3034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BE8DA59-E320-0C95-D272-E54C19018522}"/>
                    </a:ext>
                  </a:extLst>
                </p14:cNvPr>
                <p14:cNvContentPartPr/>
                <p14:nvPr/>
              </p14:nvContentPartPr>
              <p14:xfrm>
                <a:off x="7922358" y="4673783"/>
                <a:ext cx="27360" cy="244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BE8DA59-E320-0C95-D272-E54C1901852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904718" y="4656143"/>
                  <a:ext cx="630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B658D17-66CF-7F71-F3F8-801BC8CCD036}"/>
                    </a:ext>
                  </a:extLst>
                </p14:cNvPr>
                <p14:cNvContentPartPr/>
                <p14:nvPr/>
              </p14:nvContentPartPr>
              <p14:xfrm>
                <a:off x="8024238" y="4696463"/>
                <a:ext cx="136800" cy="1180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B658D17-66CF-7F71-F3F8-801BC8CCD03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006598" y="4678463"/>
                  <a:ext cx="1724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F363110-A463-7D1F-EF59-505E1AA6949A}"/>
                    </a:ext>
                  </a:extLst>
                </p14:cNvPr>
                <p14:cNvContentPartPr/>
                <p14:nvPr/>
              </p14:nvContentPartPr>
              <p14:xfrm>
                <a:off x="8230158" y="4659743"/>
                <a:ext cx="104400" cy="106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F363110-A463-7D1F-EF59-505E1AA6949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212518" y="4641743"/>
                  <a:ext cx="1400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CDA4819-A0D9-F07A-FD6F-3F6D27A0BA88}"/>
                    </a:ext>
                  </a:extLst>
                </p14:cNvPr>
                <p14:cNvContentPartPr/>
                <p14:nvPr/>
              </p14:nvContentPartPr>
              <p14:xfrm>
                <a:off x="7649838" y="3366623"/>
                <a:ext cx="3103200" cy="24073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CDA4819-A0D9-F07A-FD6F-3F6D27A0BA8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631838" y="3348623"/>
                  <a:ext cx="3138840" cy="244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1B38E22-D452-500E-40C3-08073042024C}"/>
              </a:ext>
            </a:extLst>
          </p:cNvPr>
          <p:cNvGrpSpPr/>
          <p:nvPr/>
        </p:nvGrpSpPr>
        <p:grpSpPr>
          <a:xfrm>
            <a:off x="2674278" y="2548343"/>
            <a:ext cx="401760" cy="137160"/>
            <a:chOff x="2674278" y="2548343"/>
            <a:chExt cx="401760" cy="13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BDCE8FC-9C69-96EA-4613-7580E03A976D}"/>
                    </a:ext>
                  </a:extLst>
                </p14:cNvPr>
                <p14:cNvContentPartPr/>
                <p14:nvPr/>
              </p14:nvContentPartPr>
              <p14:xfrm>
                <a:off x="2674278" y="2606303"/>
                <a:ext cx="112320" cy="82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BDCE8FC-9C69-96EA-4613-7580E03A976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656638" y="2588663"/>
                  <a:ext cx="14796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F150940-5763-FBB7-B100-D8F9AD9EFCFB}"/>
                    </a:ext>
                  </a:extLst>
                </p14:cNvPr>
                <p14:cNvContentPartPr/>
                <p14:nvPr/>
              </p14:nvContentPartPr>
              <p14:xfrm>
                <a:off x="2705598" y="2548343"/>
                <a:ext cx="47880" cy="1371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F150940-5763-FBB7-B100-D8F9AD9EFCF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687958" y="2530343"/>
                  <a:ext cx="835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D7EE2D9-4767-8EAF-633D-D203782F013F}"/>
                    </a:ext>
                  </a:extLst>
                </p14:cNvPr>
                <p14:cNvContentPartPr/>
                <p14:nvPr/>
              </p14:nvContentPartPr>
              <p14:xfrm>
                <a:off x="2955798" y="2585063"/>
                <a:ext cx="120240" cy="22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D7EE2D9-4767-8EAF-633D-D203782F013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937798" y="2567423"/>
                  <a:ext cx="1558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3B473CC-B1D0-BE2F-D1FB-F4253792CB60}"/>
                    </a:ext>
                  </a:extLst>
                </p14:cNvPr>
                <p14:cNvContentPartPr/>
                <p14:nvPr/>
              </p14:nvContentPartPr>
              <p14:xfrm>
                <a:off x="2958318" y="2549423"/>
                <a:ext cx="47520" cy="1152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3B473CC-B1D0-BE2F-D1FB-F4253792CB6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940678" y="2531423"/>
                  <a:ext cx="83160" cy="15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0422A3EC-ECC0-BF7E-50FF-5B511F5CFFBC}"/>
              </a:ext>
            </a:extLst>
          </p:cNvPr>
          <p:cNvGrpSpPr/>
          <p:nvPr/>
        </p:nvGrpSpPr>
        <p:grpSpPr>
          <a:xfrm>
            <a:off x="2684358" y="2849303"/>
            <a:ext cx="389520" cy="131040"/>
            <a:chOff x="2684358" y="2849303"/>
            <a:chExt cx="389520" cy="13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639D340-6C01-3981-2E54-F5CEB9C1BC7A}"/>
                    </a:ext>
                  </a:extLst>
                </p14:cNvPr>
                <p14:cNvContentPartPr/>
                <p14:nvPr/>
              </p14:nvContentPartPr>
              <p14:xfrm>
                <a:off x="2684358" y="2884583"/>
                <a:ext cx="140400" cy="158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639D340-6C01-3981-2E54-F5CEB9C1BC7A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666358" y="2866583"/>
                  <a:ext cx="1760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E1697DE-5F52-1B44-8917-D50BD8125556}"/>
                    </a:ext>
                  </a:extLst>
                </p14:cNvPr>
                <p14:cNvContentPartPr/>
                <p14:nvPr/>
              </p14:nvContentPartPr>
              <p14:xfrm>
                <a:off x="2732958" y="2849303"/>
                <a:ext cx="22320" cy="835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E1697DE-5F52-1B44-8917-D50BD812555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714958" y="2831663"/>
                  <a:ext cx="579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7980DCB-A198-6109-2150-C9FB4314830D}"/>
                    </a:ext>
                  </a:extLst>
                </p14:cNvPr>
                <p14:cNvContentPartPr/>
                <p14:nvPr/>
              </p14:nvContentPartPr>
              <p14:xfrm>
                <a:off x="2953638" y="2887463"/>
                <a:ext cx="120240" cy="176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7980DCB-A198-6109-2150-C9FB4314830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935998" y="2869823"/>
                  <a:ext cx="1558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8FC8B5C-CA10-27D3-0046-56F996B4801A}"/>
                    </a:ext>
                  </a:extLst>
                </p14:cNvPr>
                <p14:cNvContentPartPr/>
                <p14:nvPr/>
              </p14:nvContentPartPr>
              <p14:xfrm>
                <a:off x="2993958" y="2870543"/>
                <a:ext cx="15480" cy="1098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8FC8B5C-CA10-27D3-0046-56F996B4801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976318" y="2852903"/>
                  <a:ext cx="5112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31FBECF-4A98-5343-C9EE-E61D48FA8669}"/>
              </a:ext>
            </a:extLst>
          </p:cNvPr>
          <p:cNvGrpSpPr/>
          <p:nvPr/>
        </p:nvGrpSpPr>
        <p:grpSpPr>
          <a:xfrm>
            <a:off x="2708118" y="3130103"/>
            <a:ext cx="361080" cy="113400"/>
            <a:chOff x="2708118" y="3130103"/>
            <a:chExt cx="361080" cy="11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C4C8546-F7F9-A024-4DD9-7BEB80DC4CA0}"/>
                    </a:ext>
                  </a:extLst>
                </p14:cNvPr>
                <p14:cNvContentPartPr/>
                <p14:nvPr/>
              </p14:nvContentPartPr>
              <p14:xfrm>
                <a:off x="2708118" y="3172223"/>
                <a:ext cx="139680" cy="190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C4C8546-F7F9-A024-4DD9-7BEB80DC4CA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690478" y="3154583"/>
                  <a:ext cx="1753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3A9083B-9D03-8F59-0523-C4DA89FAC493}"/>
                    </a:ext>
                  </a:extLst>
                </p14:cNvPr>
                <p14:cNvContentPartPr/>
                <p14:nvPr/>
              </p14:nvContentPartPr>
              <p14:xfrm>
                <a:off x="2775438" y="3130103"/>
                <a:ext cx="12960" cy="763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3A9083B-9D03-8F59-0523-C4DA89FAC49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757438" y="3112103"/>
                  <a:ext cx="486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E44FDF1-29F2-8861-1548-A8587970D29B}"/>
                    </a:ext>
                  </a:extLst>
                </p14:cNvPr>
                <p14:cNvContentPartPr/>
                <p14:nvPr/>
              </p14:nvContentPartPr>
              <p14:xfrm>
                <a:off x="2984238" y="3175463"/>
                <a:ext cx="84960" cy="464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E44FDF1-29F2-8861-1548-A8587970D29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966238" y="3157463"/>
                  <a:ext cx="1206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6F9D5472-A5DE-8251-7484-CE2F5E2A0AE2}"/>
                    </a:ext>
                  </a:extLst>
                </p14:cNvPr>
                <p14:cNvContentPartPr/>
                <p14:nvPr/>
              </p14:nvContentPartPr>
              <p14:xfrm>
                <a:off x="3005478" y="3141983"/>
                <a:ext cx="20160" cy="1015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6F9D5472-A5DE-8251-7484-CE2F5E2A0AE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987478" y="3123983"/>
                  <a:ext cx="5580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5365A8A5-2D4C-983B-1BDE-315776408116}"/>
              </a:ext>
            </a:extLst>
          </p:cNvPr>
          <p:cNvGrpSpPr/>
          <p:nvPr/>
        </p:nvGrpSpPr>
        <p:grpSpPr>
          <a:xfrm>
            <a:off x="2739798" y="3336023"/>
            <a:ext cx="358920" cy="145080"/>
            <a:chOff x="2739798" y="3336023"/>
            <a:chExt cx="358920" cy="14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BD32364-A5E3-5DCF-FD69-AB9E8FC3E462}"/>
                    </a:ext>
                  </a:extLst>
                </p14:cNvPr>
                <p14:cNvContentPartPr/>
                <p14:nvPr/>
              </p14:nvContentPartPr>
              <p14:xfrm>
                <a:off x="2739798" y="3383183"/>
                <a:ext cx="159120" cy="47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BD32364-A5E3-5DCF-FD69-AB9E8FC3E46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722158" y="3365543"/>
                  <a:ext cx="1947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8831732-E8D7-9119-2B67-2FA42A371DC7}"/>
                    </a:ext>
                  </a:extLst>
                </p14:cNvPr>
                <p14:cNvContentPartPr/>
                <p14:nvPr/>
              </p14:nvContentPartPr>
              <p14:xfrm>
                <a:off x="2820798" y="3336023"/>
                <a:ext cx="5400" cy="1450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8831732-E8D7-9119-2B67-2FA42A371DC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803158" y="3318383"/>
                  <a:ext cx="410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1EB8FF7-AB0C-6706-B8BE-9D0EE83B0867}"/>
                    </a:ext>
                  </a:extLst>
                </p14:cNvPr>
                <p14:cNvContentPartPr/>
                <p14:nvPr/>
              </p14:nvContentPartPr>
              <p14:xfrm>
                <a:off x="3030318" y="3423503"/>
                <a:ext cx="68400" cy="43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1EB8FF7-AB0C-6706-B8BE-9D0EE83B086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012678" y="3405863"/>
                  <a:ext cx="1040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96B703E-16DB-29BF-0626-516049C39BEF}"/>
                    </a:ext>
                  </a:extLst>
                </p14:cNvPr>
                <p14:cNvContentPartPr/>
                <p14:nvPr/>
              </p14:nvContentPartPr>
              <p14:xfrm>
                <a:off x="3068118" y="3372743"/>
                <a:ext cx="12600" cy="993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96B703E-16DB-29BF-0626-516049C39BEF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050478" y="3355103"/>
                  <a:ext cx="48240" cy="13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1F66E101-D2C4-1AB7-B369-CAE3EBF7AD7C}"/>
              </a:ext>
            </a:extLst>
          </p:cNvPr>
          <p:cNvGrpSpPr/>
          <p:nvPr/>
        </p:nvGrpSpPr>
        <p:grpSpPr>
          <a:xfrm>
            <a:off x="4413078" y="2601263"/>
            <a:ext cx="295560" cy="40320"/>
            <a:chOff x="4413078" y="2601263"/>
            <a:chExt cx="295560" cy="4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98DB3D3-D57D-2836-7F0B-9609C913DB95}"/>
                    </a:ext>
                  </a:extLst>
                </p14:cNvPr>
                <p14:cNvContentPartPr/>
                <p14:nvPr/>
              </p14:nvContentPartPr>
              <p14:xfrm>
                <a:off x="4413078" y="2601263"/>
                <a:ext cx="113400" cy="129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98DB3D3-D57D-2836-7F0B-9609C913DB9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395078" y="2583263"/>
                  <a:ext cx="1490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B873390-665E-B58E-F535-9D2D5741B74A}"/>
                    </a:ext>
                  </a:extLst>
                </p14:cNvPr>
                <p14:cNvContentPartPr/>
                <p14:nvPr/>
              </p14:nvContentPartPr>
              <p14:xfrm>
                <a:off x="4603518" y="2634023"/>
                <a:ext cx="105120" cy="7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B873390-665E-B58E-F535-9D2D5741B74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585518" y="2616383"/>
                  <a:ext cx="140760" cy="4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202DC984-35CB-BEC3-0DFD-DEF23A3DEE73}"/>
              </a:ext>
            </a:extLst>
          </p:cNvPr>
          <p:cNvGrpSpPr/>
          <p:nvPr/>
        </p:nvGrpSpPr>
        <p:grpSpPr>
          <a:xfrm>
            <a:off x="4428558" y="2796743"/>
            <a:ext cx="303840" cy="13680"/>
            <a:chOff x="4428558" y="2796743"/>
            <a:chExt cx="303840" cy="1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D2D1A53-4A81-30FE-A891-9CE31B733EF5}"/>
                    </a:ext>
                  </a:extLst>
                </p14:cNvPr>
                <p14:cNvContentPartPr/>
                <p14:nvPr/>
              </p14:nvContentPartPr>
              <p14:xfrm>
                <a:off x="4428558" y="2796743"/>
                <a:ext cx="86760" cy="10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D2D1A53-4A81-30FE-A891-9CE31B733EF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410918" y="2779103"/>
                  <a:ext cx="12240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48735CD-6A6C-E49F-051B-55B6BCCB4056}"/>
                    </a:ext>
                  </a:extLst>
                </p14:cNvPr>
                <p14:cNvContentPartPr/>
                <p14:nvPr/>
              </p14:nvContentPartPr>
              <p14:xfrm>
                <a:off x="4631958" y="2803583"/>
                <a:ext cx="100440" cy="68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48735CD-6A6C-E49F-051B-55B6BCCB4056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614318" y="2785943"/>
                  <a:ext cx="136080" cy="4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5F1A90F-C0F5-3FD0-D06B-0E6A95DDD02C}"/>
              </a:ext>
            </a:extLst>
          </p:cNvPr>
          <p:cNvGrpSpPr/>
          <p:nvPr/>
        </p:nvGrpSpPr>
        <p:grpSpPr>
          <a:xfrm>
            <a:off x="4405158" y="3005183"/>
            <a:ext cx="339120" cy="5760"/>
            <a:chOff x="4405158" y="3005183"/>
            <a:chExt cx="339120" cy="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7BCFD53-F1A8-FB67-CB39-DD046F02531C}"/>
                    </a:ext>
                  </a:extLst>
                </p14:cNvPr>
                <p14:cNvContentPartPr/>
                <p14:nvPr/>
              </p14:nvContentPartPr>
              <p14:xfrm>
                <a:off x="4405158" y="3005543"/>
                <a:ext cx="105840" cy="43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7BCFD53-F1A8-FB67-CB39-DD046F02531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387518" y="2987543"/>
                  <a:ext cx="1414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67AFD44B-BE4F-DA20-47F5-BA1CE4A76304}"/>
                    </a:ext>
                  </a:extLst>
                </p14:cNvPr>
                <p14:cNvContentPartPr/>
                <p14:nvPr/>
              </p14:nvContentPartPr>
              <p14:xfrm>
                <a:off x="4638078" y="3005183"/>
                <a:ext cx="106200" cy="57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67AFD44B-BE4F-DA20-47F5-BA1CE4A7630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620078" y="2987543"/>
                  <a:ext cx="141840" cy="4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C0F60C9-5A97-D669-4D93-CD82B36D589B}"/>
              </a:ext>
            </a:extLst>
          </p:cNvPr>
          <p:cNvGrpSpPr/>
          <p:nvPr/>
        </p:nvGrpSpPr>
        <p:grpSpPr>
          <a:xfrm>
            <a:off x="4437198" y="3193103"/>
            <a:ext cx="310680" cy="10080"/>
            <a:chOff x="4437198" y="3193103"/>
            <a:chExt cx="310680" cy="1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8575395-6926-9DEE-742B-4F2EEF3896A6}"/>
                    </a:ext>
                  </a:extLst>
                </p14:cNvPr>
                <p14:cNvContentPartPr/>
                <p14:nvPr/>
              </p14:nvContentPartPr>
              <p14:xfrm>
                <a:off x="4437198" y="3195263"/>
                <a:ext cx="81000" cy="79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8575395-6926-9DEE-742B-4F2EEF3896A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419558" y="3177263"/>
                  <a:ext cx="1166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7E240DEA-94F7-4D1A-9D16-27F3170E7AE9}"/>
                    </a:ext>
                  </a:extLst>
                </p14:cNvPr>
                <p14:cNvContentPartPr/>
                <p14:nvPr/>
              </p14:nvContentPartPr>
              <p14:xfrm>
                <a:off x="4650678" y="3193103"/>
                <a:ext cx="97200" cy="93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7E240DEA-94F7-4D1A-9D16-27F3170E7AE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632678" y="3175463"/>
                  <a:ext cx="132840" cy="4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AACAE92F-8F83-6139-D479-EFC23FA70BC5}"/>
              </a:ext>
            </a:extLst>
          </p:cNvPr>
          <p:cNvGrpSpPr/>
          <p:nvPr/>
        </p:nvGrpSpPr>
        <p:grpSpPr>
          <a:xfrm>
            <a:off x="4456638" y="3355463"/>
            <a:ext cx="316800" cy="23400"/>
            <a:chOff x="4456638" y="3355463"/>
            <a:chExt cx="316800" cy="2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177D1DD0-F989-F0B2-A3F5-8B5346A7F28E}"/>
                    </a:ext>
                  </a:extLst>
                </p14:cNvPr>
                <p14:cNvContentPartPr/>
                <p14:nvPr/>
              </p14:nvContentPartPr>
              <p14:xfrm>
                <a:off x="4456638" y="3355463"/>
                <a:ext cx="85680" cy="43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177D1DD0-F989-F0B2-A3F5-8B5346A7F28E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438638" y="3337823"/>
                  <a:ext cx="1213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890A8E5-329C-B1A6-C443-692C42C4EBC5}"/>
                    </a:ext>
                  </a:extLst>
                </p14:cNvPr>
                <p14:cNvContentPartPr/>
                <p14:nvPr/>
              </p14:nvContentPartPr>
              <p14:xfrm>
                <a:off x="4688838" y="3369143"/>
                <a:ext cx="84600" cy="9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890A8E5-329C-B1A6-C443-692C42C4EBC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670838" y="3351503"/>
                  <a:ext cx="120240" cy="4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AC7DDD80-C516-B74D-F009-70D5B4732419}"/>
              </a:ext>
            </a:extLst>
          </p:cNvPr>
          <p:cNvGrpSpPr/>
          <p:nvPr/>
        </p:nvGrpSpPr>
        <p:grpSpPr>
          <a:xfrm>
            <a:off x="1849518" y="1929143"/>
            <a:ext cx="386280" cy="447480"/>
            <a:chOff x="1849518" y="1929143"/>
            <a:chExt cx="386280" cy="44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53475A45-13FF-17B7-3878-699132336791}"/>
                    </a:ext>
                  </a:extLst>
                </p14:cNvPr>
                <p14:cNvContentPartPr/>
                <p14:nvPr/>
              </p14:nvContentPartPr>
              <p14:xfrm>
                <a:off x="1849518" y="2054423"/>
                <a:ext cx="386280" cy="1234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53475A45-13FF-17B7-3878-69913233679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831518" y="2036783"/>
                  <a:ext cx="4219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0495E75-3F99-56F0-3860-7770E1A2C04C}"/>
                    </a:ext>
                  </a:extLst>
                </p14:cNvPr>
                <p14:cNvContentPartPr/>
                <p14:nvPr/>
              </p14:nvContentPartPr>
              <p14:xfrm>
                <a:off x="2022678" y="1929143"/>
                <a:ext cx="113040" cy="4474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0495E75-3F99-56F0-3860-7770E1A2C04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004678" y="1911503"/>
                  <a:ext cx="148680" cy="483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82E4B313-A534-EE70-EB7F-CC943FFF45BA}"/>
                  </a:ext>
                </a:extLst>
              </p14:cNvPr>
              <p14:cNvContentPartPr/>
              <p14:nvPr/>
            </p14:nvContentPartPr>
            <p14:xfrm>
              <a:off x="5158638" y="1889183"/>
              <a:ext cx="494640" cy="88560"/>
            </p14:xfrm>
          </p:contentPart>
        </mc:Choice>
        <mc:Fallback xmlns=""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82E4B313-A534-EE70-EB7F-CC943FFF45BA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5140638" y="1871543"/>
                <a:ext cx="530280" cy="124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7" name="Group 136">
            <a:extLst>
              <a:ext uri="{FF2B5EF4-FFF2-40B4-BE49-F238E27FC236}">
                <a16:creationId xmlns:a16="http://schemas.microsoft.com/office/drawing/2014/main" id="{8922D748-75B9-0AF3-0C04-F7E90EA26F4F}"/>
              </a:ext>
            </a:extLst>
          </p:cNvPr>
          <p:cNvGrpSpPr/>
          <p:nvPr/>
        </p:nvGrpSpPr>
        <p:grpSpPr>
          <a:xfrm>
            <a:off x="2585718" y="1708823"/>
            <a:ext cx="136080" cy="229320"/>
            <a:chOff x="2585718" y="1708823"/>
            <a:chExt cx="136080" cy="22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9C241E5-781B-255B-7C35-763EE0B9BB2D}"/>
                    </a:ext>
                  </a:extLst>
                </p14:cNvPr>
                <p14:cNvContentPartPr/>
                <p14:nvPr/>
              </p14:nvContentPartPr>
              <p14:xfrm>
                <a:off x="2585718" y="1811423"/>
                <a:ext cx="136080" cy="345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9C241E5-781B-255B-7C35-763EE0B9BB2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567718" y="1793423"/>
                  <a:ext cx="1717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9CE982D-D5EF-7C98-2667-F18570F0C29C}"/>
                    </a:ext>
                  </a:extLst>
                </p14:cNvPr>
                <p14:cNvContentPartPr/>
                <p14:nvPr/>
              </p14:nvContentPartPr>
              <p14:xfrm>
                <a:off x="2661678" y="1708823"/>
                <a:ext cx="18360" cy="2293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9CE982D-D5EF-7C98-2667-F18570F0C29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644038" y="1690823"/>
                  <a:ext cx="54000" cy="26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86B43437-DD26-C9E8-A114-E28D910D51B4}"/>
              </a:ext>
            </a:extLst>
          </p:cNvPr>
          <p:cNvGrpSpPr/>
          <p:nvPr/>
        </p:nvGrpSpPr>
        <p:grpSpPr>
          <a:xfrm>
            <a:off x="2578518" y="2023103"/>
            <a:ext cx="174240" cy="132480"/>
            <a:chOff x="2578518" y="2023103"/>
            <a:chExt cx="174240" cy="13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917E479-FC75-5F63-E12B-4D4BC34070D6}"/>
                    </a:ext>
                  </a:extLst>
                </p14:cNvPr>
                <p14:cNvContentPartPr/>
                <p14:nvPr/>
              </p14:nvContentPartPr>
              <p14:xfrm>
                <a:off x="2578518" y="2076383"/>
                <a:ext cx="174240" cy="219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917E479-FC75-5F63-E12B-4D4BC34070D6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560878" y="2058383"/>
                  <a:ext cx="2098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026E757-34A4-07C0-92C0-05E14C4F2F3C}"/>
                    </a:ext>
                  </a:extLst>
                </p14:cNvPr>
                <p14:cNvContentPartPr/>
                <p14:nvPr/>
              </p14:nvContentPartPr>
              <p14:xfrm>
                <a:off x="2668158" y="2023103"/>
                <a:ext cx="39600" cy="1324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026E757-34A4-07C0-92C0-05E14C4F2F3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650518" y="2005103"/>
                  <a:ext cx="75240" cy="16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78039A81-BB9E-CFC0-3831-7D4FB6D6A0E7}"/>
              </a:ext>
            </a:extLst>
          </p:cNvPr>
          <p:cNvGrpSpPr/>
          <p:nvPr/>
        </p:nvGrpSpPr>
        <p:grpSpPr>
          <a:xfrm>
            <a:off x="2637918" y="2222543"/>
            <a:ext cx="137880" cy="158040"/>
            <a:chOff x="2637918" y="2222543"/>
            <a:chExt cx="137880" cy="15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654E498-5F35-A163-7D58-D98CAFCE456E}"/>
                    </a:ext>
                  </a:extLst>
                </p14:cNvPr>
                <p14:cNvContentPartPr/>
                <p14:nvPr/>
              </p14:nvContentPartPr>
              <p14:xfrm>
                <a:off x="2637918" y="2293103"/>
                <a:ext cx="137880" cy="162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654E498-5F35-A163-7D58-D98CAFCE456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619918" y="2275463"/>
                  <a:ext cx="17352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D9A9B50-B503-51DA-C6BC-B040C8FC1D53}"/>
                    </a:ext>
                  </a:extLst>
                </p14:cNvPr>
                <p14:cNvContentPartPr/>
                <p14:nvPr/>
              </p14:nvContentPartPr>
              <p14:xfrm>
                <a:off x="2720358" y="2222543"/>
                <a:ext cx="16560" cy="1580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D9A9B50-B503-51DA-C6BC-B040C8FC1D53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702718" y="2204543"/>
                  <a:ext cx="52200" cy="19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2810BDA2-CC5B-9FEB-9A2D-DB6A880418DF}"/>
              </a:ext>
            </a:extLst>
          </p:cNvPr>
          <p:cNvGrpSpPr/>
          <p:nvPr/>
        </p:nvGrpSpPr>
        <p:grpSpPr>
          <a:xfrm>
            <a:off x="2902158" y="1660223"/>
            <a:ext cx="820800" cy="209160"/>
            <a:chOff x="2902158" y="1660223"/>
            <a:chExt cx="820800" cy="20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F78A10B-37B1-8CD1-B1EB-302E627F2398}"/>
                    </a:ext>
                  </a:extLst>
                </p14:cNvPr>
                <p14:cNvContentPartPr/>
                <p14:nvPr/>
              </p14:nvContentPartPr>
              <p14:xfrm>
                <a:off x="2902158" y="1720703"/>
                <a:ext cx="792000" cy="802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F78A10B-37B1-8CD1-B1EB-302E627F239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884158" y="1702703"/>
                  <a:ext cx="8276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C5DBA93D-D7E8-A05A-3958-B093068BEDF0}"/>
                    </a:ext>
                  </a:extLst>
                </p14:cNvPr>
                <p14:cNvContentPartPr/>
                <p14:nvPr/>
              </p14:nvContentPartPr>
              <p14:xfrm>
                <a:off x="3580758" y="1660223"/>
                <a:ext cx="142200" cy="2091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C5DBA93D-D7E8-A05A-3958-B093068BEDF0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562758" y="1642583"/>
                  <a:ext cx="177840" cy="24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076C0B5A-4848-7FEA-9AE9-AECDA59E4E3C}"/>
                  </a:ext>
                </a:extLst>
              </p14:cNvPr>
              <p14:cNvContentPartPr/>
              <p14:nvPr/>
            </p14:nvContentPartPr>
            <p14:xfrm>
              <a:off x="4731318" y="1739063"/>
              <a:ext cx="92520" cy="1080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076C0B5A-4848-7FEA-9AE9-AECDA59E4E3C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4713318" y="1721063"/>
                <a:ext cx="12816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C4CAC3FE-A47E-6795-1B42-EB52898DE233}"/>
                  </a:ext>
                </a:extLst>
              </p14:cNvPr>
              <p14:cNvContentPartPr/>
              <p14:nvPr/>
            </p14:nvContentPartPr>
            <p14:xfrm>
              <a:off x="4739238" y="2194103"/>
              <a:ext cx="75240" cy="720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C4CAC3FE-A47E-6795-1B42-EB52898DE233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4721238" y="2176103"/>
                <a:ext cx="110880" cy="42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47" name="Group 146">
            <a:extLst>
              <a:ext uri="{FF2B5EF4-FFF2-40B4-BE49-F238E27FC236}">
                <a16:creationId xmlns:a16="http://schemas.microsoft.com/office/drawing/2014/main" id="{B1B9CCC3-30F5-B000-5F68-0FAEE4138627}"/>
              </a:ext>
            </a:extLst>
          </p:cNvPr>
          <p:cNvGrpSpPr/>
          <p:nvPr/>
        </p:nvGrpSpPr>
        <p:grpSpPr>
          <a:xfrm>
            <a:off x="4204278" y="1842383"/>
            <a:ext cx="634320" cy="211320"/>
            <a:chOff x="4204278" y="1842383"/>
            <a:chExt cx="634320" cy="21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7E6E0D8E-9E29-5D0C-8F97-F1BBB416B572}"/>
                    </a:ext>
                  </a:extLst>
                </p14:cNvPr>
                <p14:cNvContentPartPr/>
                <p14:nvPr/>
              </p14:nvContentPartPr>
              <p14:xfrm>
                <a:off x="4742478" y="1842383"/>
                <a:ext cx="95400" cy="118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7E6E0D8E-9E29-5D0C-8F97-F1BBB416B57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724838" y="1824743"/>
                  <a:ext cx="13104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3FEA4EB-3A3E-7657-254C-A96414EE9738}"/>
                    </a:ext>
                  </a:extLst>
                </p14:cNvPr>
                <p14:cNvContentPartPr/>
                <p14:nvPr/>
              </p14:nvContentPartPr>
              <p14:xfrm>
                <a:off x="4744278" y="2005463"/>
                <a:ext cx="94320" cy="158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3FEA4EB-3A3E-7657-254C-A96414EE973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726278" y="1987463"/>
                  <a:ext cx="1299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B8CB11CE-CAD4-D404-9EED-3F73B556E3A9}"/>
                    </a:ext>
                  </a:extLst>
                </p14:cNvPr>
                <p14:cNvContentPartPr/>
                <p14:nvPr/>
              </p14:nvContentPartPr>
              <p14:xfrm>
                <a:off x="4204638" y="1930583"/>
                <a:ext cx="426960" cy="536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B8CB11CE-CAD4-D404-9EED-3F73B556E3A9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186998" y="1912943"/>
                  <a:ext cx="4626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F1E8189-0C78-B8C0-6FA8-26241A8F44FD}"/>
                    </a:ext>
                  </a:extLst>
                </p14:cNvPr>
                <p14:cNvContentPartPr/>
                <p14:nvPr/>
              </p14:nvContentPartPr>
              <p14:xfrm>
                <a:off x="4204278" y="1883063"/>
                <a:ext cx="146160" cy="1706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F1E8189-0C78-B8C0-6FA8-26241A8F44F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186278" y="1865423"/>
                  <a:ext cx="181800" cy="20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3A30E5AF-FE7E-ABC8-80DF-E2F5900388F9}"/>
              </a:ext>
            </a:extLst>
          </p:cNvPr>
          <p:cNvGrpSpPr/>
          <p:nvPr/>
        </p:nvGrpSpPr>
        <p:grpSpPr>
          <a:xfrm>
            <a:off x="6860718" y="304103"/>
            <a:ext cx="3974760" cy="1621440"/>
            <a:chOff x="6860718" y="304103"/>
            <a:chExt cx="3974760" cy="162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3E7B8D51-11FD-7C39-ADEA-C36ED531815E}"/>
                    </a:ext>
                  </a:extLst>
                </p14:cNvPr>
                <p14:cNvContentPartPr/>
                <p14:nvPr/>
              </p14:nvContentPartPr>
              <p14:xfrm>
                <a:off x="7873758" y="504983"/>
                <a:ext cx="86760" cy="3438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3E7B8D51-11FD-7C39-ADEA-C36ED531815E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855758" y="487343"/>
                  <a:ext cx="12240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22B3ED6E-CA77-51C2-CF5D-E8032E803D68}"/>
                    </a:ext>
                  </a:extLst>
                </p14:cNvPr>
                <p14:cNvContentPartPr/>
                <p14:nvPr/>
              </p14:nvContentPartPr>
              <p14:xfrm>
                <a:off x="7866198" y="508223"/>
                <a:ext cx="262800" cy="3600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22B3ED6E-CA77-51C2-CF5D-E8032E803D68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848198" y="490583"/>
                  <a:ext cx="29844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925EE6B-7A4D-6EA4-15A8-3304203A61CC}"/>
                    </a:ext>
                  </a:extLst>
                </p14:cNvPr>
                <p14:cNvContentPartPr/>
                <p14:nvPr/>
              </p14:nvContentPartPr>
              <p14:xfrm>
                <a:off x="8141598" y="650783"/>
                <a:ext cx="716040" cy="1018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925EE6B-7A4D-6EA4-15A8-3304203A61C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123958" y="632783"/>
                  <a:ext cx="7516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9D6258C-757A-1239-7881-DFE9D1FFF575}"/>
                    </a:ext>
                  </a:extLst>
                </p14:cNvPr>
                <p14:cNvContentPartPr/>
                <p14:nvPr/>
              </p14:nvContentPartPr>
              <p14:xfrm>
                <a:off x="7288398" y="701183"/>
                <a:ext cx="634680" cy="147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9D6258C-757A-1239-7881-DFE9D1FFF575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270398" y="683543"/>
                  <a:ext cx="6703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2718BE8-EA81-3EB1-548C-E499831020CA}"/>
                    </a:ext>
                  </a:extLst>
                </p14:cNvPr>
                <p14:cNvContentPartPr/>
                <p14:nvPr/>
              </p14:nvContentPartPr>
              <p14:xfrm>
                <a:off x="8130438" y="493823"/>
                <a:ext cx="81000" cy="4338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2718BE8-EA81-3EB1-548C-E499831020C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112438" y="476183"/>
                  <a:ext cx="116640" cy="46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6FADCDCA-D4F4-2772-55E1-CE9DC84BBEEA}"/>
                    </a:ext>
                  </a:extLst>
                </p14:cNvPr>
                <p14:cNvContentPartPr/>
                <p14:nvPr/>
              </p14:nvContentPartPr>
              <p14:xfrm>
                <a:off x="7181478" y="731783"/>
                <a:ext cx="138960" cy="212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6FADCDCA-D4F4-2772-55E1-CE9DC84BBEEA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163838" y="713783"/>
                  <a:ext cx="1746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B97804F-1D86-E580-5F82-57C6B4F9423D}"/>
                    </a:ext>
                  </a:extLst>
                </p14:cNvPr>
                <p14:cNvContentPartPr/>
                <p14:nvPr/>
              </p14:nvContentPartPr>
              <p14:xfrm>
                <a:off x="7171758" y="740423"/>
                <a:ext cx="116280" cy="6865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B97804F-1D86-E580-5F82-57C6B4F9423D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154118" y="722783"/>
                  <a:ext cx="151920" cy="72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5B16E42E-AA1E-02DD-A96F-83743414C16C}"/>
                    </a:ext>
                  </a:extLst>
                </p14:cNvPr>
                <p14:cNvContentPartPr/>
                <p14:nvPr/>
              </p14:nvContentPartPr>
              <p14:xfrm>
                <a:off x="7089678" y="1355303"/>
                <a:ext cx="475560" cy="867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5B16E42E-AA1E-02DD-A96F-83743414C16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072038" y="1337663"/>
                  <a:ext cx="51120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2FDF9E3D-446A-2D6D-A517-BC7A8F7A0EC0}"/>
                    </a:ext>
                  </a:extLst>
                </p14:cNvPr>
                <p14:cNvContentPartPr/>
                <p14:nvPr/>
              </p14:nvContentPartPr>
              <p14:xfrm>
                <a:off x="7275078" y="1479503"/>
                <a:ext cx="118440" cy="270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2FDF9E3D-446A-2D6D-A517-BC7A8F7A0EC0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257438" y="1461503"/>
                  <a:ext cx="1540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483A595-A77F-DC41-1A42-D8CBC79A9A4E}"/>
                    </a:ext>
                  </a:extLst>
                </p14:cNvPr>
                <p14:cNvContentPartPr/>
                <p14:nvPr/>
              </p14:nvContentPartPr>
              <p14:xfrm>
                <a:off x="7381638" y="1492823"/>
                <a:ext cx="96480" cy="4212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483A595-A77F-DC41-1A42-D8CBC79A9A4E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363998" y="1475183"/>
                  <a:ext cx="132120" cy="45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0C78EEE0-0602-C64B-BD00-7740ACA85814}"/>
                    </a:ext>
                  </a:extLst>
                </p14:cNvPr>
                <p14:cNvContentPartPr/>
                <p14:nvPr/>
              </p14:nvContentPartPr>
              <p14:xfrm>
                <a:off x="7443558" y="1829063"/>
                <a:ext cx="1628280" cy="964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0C78EEE0-0602-C64B-BD00-7740ACA8581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425558" y="1811063"/>
                  <a:ext cx="16639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8E9831CD-99AE-8391-AB7A-A1D3F4CFEEE1}"/>
                    </a:ext>
                  </a:extLst>
                </p14:cNvPr>
                <p14:cNvContentPartPr/>
                <p14:nvPr/>
              </p14:nvContentPartPr>
              <p14:xfrm>
                <a:off x="8847558" y="647543"/>
                <a:ext cx="242640" cy="12042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8E9831CD-99AE-8391-AB7A-A1D3F4CFEEE1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8829918" y="629543"/>
                  <a:ext cx="278280" cy="12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A545A0E-581C-750E-A530-A43B7ACBE39F}"/>
                    </a:ext>
                  </a:extLst>
                </p14:cNvPr>
                <p14:cNvContentPartPr/>
                <p14:nvPr/>
              </p14:nvContentPartPr>
              <p14:xfrm>
                <a:off x="6885198" y="1123823"/>
                <a:ext cx="63000" cy="1569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A545A0E-581C-750E-A530-A43B7ACBE39F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867558" y="1106183"/>
                  <a:ext cx="986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5C98690F-2658-A718-0424-7805F8FCD0BC}"/>
                    </a:ext>
                  </a:extLst>
                </p14:cNvPr>
                <p14:cNvContentPartPr/>
                <p14:nvPr/>
              </p14:nvContentPartPr>
              <p14:xfrm>
                <a:off x="6860718" y="1036343"/>
                <a:ext cx="147960" cy="1324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5C98690F-2658-A718-0424-7805F8FCD0B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843078" y="1018703"/>
                  <a:ext cx="1836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A2F634BC-2DE8-84F2-DAEA-2016655D20C9}"/>
                    </a:ext>
                  </a:extLst>
                </p14:cNvPr>
                <p14:cNvContentPartPr/>
                <p14:nvPr/>
              </p14:nvContentPartPr>
              <p14:xfrm>
                <a:off x="7397478" y="485183"/>
                <a:ext cx="41760" cy="1299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A2F634BC-2DE8-84F2-DAEA-2016655D20C9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379838" y="467543"/>
                  <a:ext cx="774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F4DB91CF-76BA-1D62-6968-110AE5684365}"/>
                    </a:ext>
                  </a:extLst>
                </p14:cNvPr>
                <p14:cNvContentPartPr/>
                <p14:nvPr/>
              </p14:nvContentPartPr>
              <p14:xfrm>
                <a:off x="7376598" y="381863"/>
                <a:ext cx="129240" cy="1357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F4DB91CF-76BA-1D62-6968-110AE568436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358958" y="363863"/>
                  <a:ext cx="1648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964C180C-620B-569E-3A6B-577A68559B67}"/>
                    </a:ext>
                  </a:extLst>
                </p14:cNvPr>
                <p14:cNvContentPartPr/>
                <p14:nvPr/>
              </p14:nvContentPartPr>
              <p14:xfrm>
                <a:off x="8269398" y="369623"/>
                <a:ext cx="22320" cy="1792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964C180C-620B-569E-3A6B-577A68559B67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251398" y="351623"/>
                  <a:ext cx="579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78F58242-E3E3-588D-B31A-5B4DB2BA9819}"/>
                    </a:ext>
                  </a:extLst>
                </p14:cNvPr>
                <p14:cNvContentPartPr/>
                <p14:nvPr/>
              </p14:nvContentPartPr>
              <p14:xfrm>
                <a:off x="8288478" y="304103"/>
                <a:ext cx="175320" cy="1407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78F58242-E3E3-588D-B31A-5B4DB2BA981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8270838" y="286103"/>
                  <a:ext cx="2109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C63C03C-BAB2-583C-774A-9755CDD3E164}"/>
                    </a:ext>
                  </a:extLst>
                </p14:cNvPr>
                <p14:cNvContentPartPr/>
                <p14:nvPr/>
              </p14:nvContentPartPr>
              <p14:xfrm>
                <a:off x="7621398" y="1503263"/>
                <a:ext cx="35280" cy="1706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C63C03C-BAB2-583C-774A-9755CDD3E164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603758" y="1485623"/>
                  <a:ext cx="709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BD93EF31-58B9-0420-3042-C08334AED6E6}"/>
                    </a:ext>
                  </a:extLst>
                </p14:cNvPr>
                <p14:cNvContentPartPr/>
                <p14:nvPr/>
              </p14:nvContentPartPr>
              <p14:xfrm>
                <a:off x="7619598" y="1490663"/>
                <a:ext cx="136080" cy="1004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BD93EF31-58B9-0420-3042-C08334AED6E6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7601598" y="1473023"/>
                  <a:ext cx="1717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9388359-7FE2-C390-4633-EC3112139463}"/>
                    </a:ext>
                  </a:extLst>
                </p14:cNvPr>
                <p14:cNvContentPartPr/>
                <p14:nvPr/>
              </p14:nvContentPartPr>
              <p14:xfrm>
                <a:off x="9285318" y="856703"/>
                <a:ext cx="86400" cy="2505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9388359-7FE2-C390-4633-EC3112139463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267318" y="839063"/>
                  <a:ext cx="12204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139712F1-A38C-CBE5-17A9-AF3D179A07E2}"/>
                    </a:ext>
                  </a:extLst>
                </p14:cNvPr>
                <p14:cNvContentPartPr/>
                <p14:nvPr/>
              </p14:nvContentPartPr>
              <p14:xfrm>
                <a:off x="9298638" y="767423"/>
                <a:ext cx="153720" cy="817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139712F1-A38C-CBE5-17A9-AF3D179A07E2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280998" y="749423"/>
                  <a:ext cx="1893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F40B155-BCAD-B792-0D3E-7413F170A7C8}"/>
                    </a:ext>
                  </a:extLst>
                </p14:cNvPr>
                <p14:cNvContentPartPr/>
                <p14:nvPr/>
              </p14:nvContentPartPr>
              <p14:xfrm>
                <a:off x="9286398" y="915023"/>
                <a:ext cx="125280" cy="504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F40B155-BCAD-B792-0D3E-7413F170A7C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268398" y="897023"/>
                  <a:ext cx="1609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23ACF840-050C-88DC-BBCB-72B8FC0EDC26}"/>
                    </a:ext>
                  </a:extLst>
                </p14:cNvPr>
                <p14:cNvContentPartPr/>
                <p14:nvPr/>
              </p14:nvContentPartPr>
              <p14:xfrm>
                <a:off x="9467838" y="909983"/>
                <a:ext cx="83880" cy="1429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23ACF840-050C-88DC-BBCB-72B8FC0EDC26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450198" y="892343"/>
                  <a:ext cx="1195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C01388E0-720E-A42D-5778-5305DD3FE33D}"/>
                    </a:ext>
                  </a:extLst>
                </p14:cNvPr>
                <p14:cNvContentPartPr/>
                <p14:nvPr/>
              </p14:nvContentPartPr>
              <p14:xfrm>
                <a:off x="9632718" y="882263"/>
                <a:ext cx="54360" cy="1342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C01388E0-720E-A42D-5778-5305DD3FE33D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614718" y="864623"/>
                  <a:ext cx="900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4DA0787-512F-403B-4421-2DC3720170A8}"/>
                    </a:ext>
                  </a:extLst>
                </p14:cNvPr>
                <p14:cNvContentPartPr/>
                <p14:nvPr/>
              </p14:nvContentPartPr>
              <p14:xfrm>
                <a:off x="9795438" y="914303"/>
                <a:ext cx="215280" cy="1242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4DA0787-512F-403B-4421-2DC3720170A8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777798" y="896663"/>
                  <a:ext cx="2509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9292CD7E-AF56-68E9-BDC2-FD8BBE932000}"/>
                    </a:ext>
                  </a:extLst>
                </p14:cNvPr>
                <p14:cNvContentPartPr/>
                <p14:nvPr/>
              </p14:nvContentPartPr>
              <p14:xfrm>
                <a:off x="10076958" y="902423"/>
                <a:ext cx="157320" cy="1357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9292CD7E-AF56-68E9-BDC2-FD8BBE932000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058958" y="884783"/>
                  <a:ext cx="1929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87DE6FDA-9C53-199C-836F-A66BFEA83A6C}"/>
                    </a:ext>
                  </a:extLst>
                </p14:cNvPr>
                <p14:cNvContentPartPr/>
                <p14:nvPr/>
              </p14:nvContentPartPr>
              <p14:xfrm>
                <a:off x="10292598" y="914663"/>
                <a:ext cx="118440" cy="889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87DE6FDA-9C53-199C-836F-A66BFEA83A6C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274958" y="896663"/>
                  <a:ext cx="1540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2CE18D68-E86F-9943-DFF2-72AED3F15D1A}"/>
                    </a:ext>
                  </a:extLst>
                </p14:cNvPr>
                <p14:cNvContentPartPr/>
                <p14:nvPr/>
              </p14:nvContentPartPr>
              <p14:xfrm>
                <a:off x="10475838" y="775703"/>
                <a:ext cx="161280" cy="2905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2CE18D68-E86F-9943-DFF2-72AED3F15D1A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458198" y="758063"/>
                  <a:ext cx="19692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D3198217-FCE5-277E-C87B-F385313B3B99}"/>
                    </a:ext>
                  </a:extLst>
                </p14:cNvPr>
                <p14:cNvContentPartPr/>
                <p14:nvPr/>
              </p14:nvContentPartPr>
              <p14:xfrm>
                <a:off x="9613638" y="1301303"/>
                <a:ext cx="18000" cy="2271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D3198217-FCE5-277E-C87B-F385313B3B99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595638" y="1283663"/>
                  <a:ext cx="5364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8BD79DB9-802A-1038-7DF3-5C8855A74CF9}"/>
                    </a:ext>
                  </a:extLst>
                </p14:cNvPr>
                <p14:cNvContentPartPr/>
                <p14:nvPr/>
              </p14:nvContentPartPr>
              <p14:xfrm>
                <a:off x="9596358" y="1294823"/>
                <a:ext cx="138960" cy="20160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8BD79DB9-802A-1038-7DF3-5C8855A74CF9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578358" y="1277183"/>
                  <a:ext cx="1746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2CE30521-61D5-B3A8-7DE3-77435D1CC4EA}"/>
                    </a:ext>
                  </a:extLst>
                </p14:cNvPr>
                <p14:cNvContentPartPr/>
                <p14:nvPr/>
              </p14:nvContentPartPr>
              <p14:xfrm>
                <a:off x="9834318" y="1451063"/>
                <a:ext cx="17640" cy="982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2CE30521-61D5-B3A8-7DE3-77435D1CC4EA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816678" y="1433063"/>
                  <a:ext cx="532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37FD2F7C-5282-8B26-F0B5-70598A136902}"/>
                    </a:ext>
                  </a:extLst>
                </p14:cNvPr>
                <p14:cNvContentPartPr/>
                <p14:nvPr/>
              </p14:nvContentPartPr>
              <p14:xfrm>
                <a:off x="9818118" y="1341263"/>
                <a:ext cx="26280" cy="651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37FD2F7C-5282-8B26-F0B5-70598A136902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800118" y="1323263"/>
                  <a:ext cx="6192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C4CB4B29-5439-5E13-26B5-658E6842A676}"/>
                    </a:ext>
                  </a:extLst>
                </p14:cNvPr>
                <p14:cNvContentPartPr/>
                <p14:nvPr/>
              </p14:nvContentPartPr>
              <p14:xfrm>
                <a:off x="9948078" y="1406063"/>
                <a:ext cx="130320" cy="10548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C4CB4B29-5439-5E13-26B5-658E6842A676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9930078" y="1388063"/>
                  <a:ext cx="1659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8AC9053F-F48E-6681-A934-979EBBDE8B9E}"/>
                    </a:ext>
                  </a:extLst>
                </p14:cNvPr>
                <p14:cNvContentPartPr/>
                <p14:nvPr/>
              </p14:nvContentPartPr>
              <p14:xfrm>
                <a:off x="10146798" y="1424783"/>
                <a:ext cx="88560" cy="1443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8AC9053F-F48E-6681-A934-979EBBDE8B9E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128798" y="1407143"/>
                  <a:ext cx="1242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576286F4-B99F-D69F-26FB-573D1B51E737}"/>
                    </a:ext>
                  </a:extLst>
                </p14:cNvPr>
                <p14:cNvContentPartPr/>
                <p14:nvPr/>
              </p14:nvContentPartPr>
              <p14:xfrm>
                <a:off x="10271358" y="1456463"/>
                <a:ext cx="114480" cy="900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576286F4-B99F-D69F-26FB-573D1B51E737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253718" y="1438823"/>
                  <a:ext cx="1501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5C962395-D5BB-705F-A538-C1CB91D84094}"/>
                    </a:ext>
                  </a:extLst>
                </p14:cNvPr>
                <p14:cNvContentPartPr/>
                <p14:nvPr/>
              </p14:nvContentPartPr>
              <p14:xfrm>
                <a:off x="10489878" y="1305623"/>
                <a:ext cx="176040" cy="2617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5C962395-D5BB-705F-A538-C1CB91D84094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472238" y="1287623"/>
                  <a:ext cx="21168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80521F6B-F020-A8A8-0D62-1BEB6DAA538B}"/>
                    </a:ext>
                  </a:extLst>
                </p14:cNvPr>
                <p14:cNvContentPartPr/>
                <p14:nvPr/>
              </p14:nvContentPartPr>
              <p14:xfrm>
                <a:off x="10818918" y="1545023"/>
                <a:ext cx="16560" cy="183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80521F6B-F020-A8A8-0D62-1BEB6DAA538B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801278" y="1527383"/>
                  <a:ext cx="522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0F294DC-F627-D327-FEB1-55499385DDD3}"/>
                    </a:ext>
                  </a:extLst>
                </p14:cNvPr>
                <p14:cNvContentPartPr/>
                <p14:nvPr/>
              </p14:nvContentPartPr>
              <p14:xfrm>
                <a:off x="7582518" y="991343"/>
                <a:ext cx="1149120" cy="5986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0F294DC-F627-D327-FEB1-55499385DDD3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564878" y="973703"/>
                  <a:ext cx="1184760" cy="63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6E3ED4A1-A91B-E5A1-F619-E2842376A6DE}"/>
                    </a:ext>
                  </a:extLst>
                </p14:cNvPr>
                <p14:cNvContentPartPr/>
                <p14:nvPr/>
              </p14:nvContentPartPr>
              <p14:xfrm>
                <a:off x="8593398" y="1472663"/>
                <a:ext cx="246600" cy="1670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6E3ED4A1-A91B-E5A1-F619-E2842376A6DE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575758" y="1454663"/>
                  <a:ext cx="282240" cy="202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992880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78DB5-0CF3-100A-4A46-C9B3861C6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biasing a diode</a:t>
            </a:r>
          </a:p>
        </p:txBody>
      </p:sp>
      <p:pic>
        <p:nvPicPr>
          <p:cNvPr id="6" name="Content Placeholder 5" descr="A black arrow with a line&#10;&#10;Description automatically generated">
            <a:extLst>
              <a:ext uri="{FF2B5EF4-FFF2-40B4-BE49-F238E27FC236}">
                <a16:creationId xmlns:a16="http://schemas.microsoft.com/office/drawing/2014/main" id="{7E6C596D-3932-3B92-A657-6C374F1623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6638" y="2609063"/>
            <a:ext cx="2972058" cy="85351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BB91A-0744-4D68-7BC3-05194332C2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10" name="Picture 9" descr="Diagram of a closed door&#10;&#10;Description automatically generated">
            <a:extLst>
              <a:ext uri="{FF2B5EF4-FFF2-40B4-BE49-F238E27FC236}">
                <a16:creationId xmlns:a16="http://schemas.microsoft.com/office/drawing/2014/main" id="{023F5AAF-922D-DA2A-7C01-C6F8279C5F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3025" y="1395023"/>
            <a:ext cx="5107396" cy="3892594"/>
          </a:xfrm>
          <a:prstGeom prst="rect">
            <a:avLst/>
          </a:prstGeom>
        </p:spPr>
      </p:pic>
      <p:grpSp>
        <p:nvGrpSpPr>
          <p:cNvPr id="68" name="Group 67">
            <a:extLst>
              <a:ext uri="{FF2B5EF4-FFF2-40B4-BE49-F238E27FC236}">
                <a16:creationId xmlns:a16="http://schemas.microsoft.com/office/drawing/2014/main" id="{664B1F05-04DC-B651-276F-26A1E125455D}"/>
              </a:ext>
            </a:extLst>
          </p:cNvPr>
          <p:cNvGrpSpPr/>
          <p:nvPr/>
        </p:nvGrpSpPr>
        <p:grpSpPr>
          <a:xfrm>
            <a:off x="7251573" y="3875587"/>
            <a:ext cx="3937680" cy="2972880"/>
            <a:chOff x="7251573" y="3875587"/>
            <a:chExt cx="3937680" cy="2972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E8E1063-024B-3BD5-DBBE-1ECEDAB8232F}"/>
                    </a:ext>
                  </a:extLst>
                </p14:cNvPr>
                <p14:cNvContentPartPr/>
                <p14:nvPr/>
              </p14:nvContentPartPr>
              <p14:xfrm>
                <a:off x="7746933" y="4377067"/>
                <a:ext cx="105120" cy="988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E8E1063-024B-3BD5-DBBE-1ECEDAB8232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729293" y="4359067"/>
                  <a:ext cx="140760" cy="10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9568792-D50B-AE73-C088-16811CBD2715}"/>
                    </a:ext>
                  </a:extLst>
                </p14:cNvPr>
                <p14:cNvContentPartPr/>
                <p14:nvPr/>
              </p14:nvContentPartPr>
              <p14:xfrm>
                <a:off x="7742253" y="4215787"/>
                <a:ext cx="2492640" cy="1724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9568792-D50B-AE73-C088-16811CBD271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724253" y="4197787"/>
                  <a:ext cx="25282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7BE7F1C-9536-28E7-FB9E-46D27C765019}"/>
                    </a:ext>
                  </a:extLst>
                </p14:cNvPr>
                <p14:cNvContentPartPr/>
                <p14:nvPr/>
              </p14:nvContentPartPr>
              <p14:xfrm>
                <a:off x="8149413" y="4239187"/>
                <a:ext cx="2414880" cy="13168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7BE7F1C-9536-28E7-FB9E-46D27C76501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31413" y="4221547"/>
                  <a:ext cx="2450520" cy="135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6E0ED39-4AD7-402C-9225-FCB88F0B7F2F}"/>
                    </a:ext>
                  </a:extLst>
                </p14:cNvPr>
                <p14:cNvContentPartPr/>
                <p14:nvPr/>
              </p14:nvContentPartPr>
              <p14:xfrm>
                <a:off x="9020613" y="4284187"/>
                <a:ext cx="156240" cy="12726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6E0ED39-4AD7-402C-9225-FCB88F0B7F2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002973" y="4266547"/>
                  <a:ext cx="191880" cy="13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7FBE1BB-A8EE-1511-4712-30BB374BEA26}"/>
                    </a:ext>
                  </a:extLst>
                </p14:cNvPr>
                <p14:cNvContentPartPr/>
                <p14:nvPr/>
              </p14:nvContentPartPr>
              <p14:xfrm>
                <a:off x="8246613" y="4041187"/>
                <a:ext cx="63360" cy="252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7FBE1BB-A8EE-1511-4712-30BB374BEA2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228973" y="4023547"/>
                  <a:ext cx="9900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9841EEA-3DA5-39CC-BD80-228618A4E13E}"/>
                    </a:ext>
                  </a:extLst>
                </p14:cNvPr>
                <p14:cNvContentPartPr/>
                <p14:nvPr/>
              </p14:nvContentPartPr>
              <p14:xfrm>
                <a:off x="8232573" y="3995107"/>
                <a:ext cx="177840" cy="1198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9841EEA-3DA5-39CC-BD80-228618A4E13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214933" y="3977107"/>
                  <a:ext cx="2134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00DE532-BF3E-140A-4E11-CCBE38B5CC72}"/>
                    </a:ext>
                  </a:extLst>
                </p14:cNvPr>
                <p14:cNvContentPartPr/>
                <p14:nvPr/>
              </p14:nvContentPartPr>
              <p14:xfrm>
                <a:off x="9618933" y="3919867"/>
                <a:ext cx="21240" cy="2448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00DE532-BF3E-140A-4E11-CCBE38B5CC7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600933" y="3902227"/>
                  <a:ext cx="5688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82F2467-DD6B-2D32-CD5C-A2A2ECB4BE33}"/>
                    </a:ext>
                  </a:extLst>
                </p14:cNvPr>
                <p14:cNvContentPartPr/>
                <p14:nvPr/>
              </p14:nvContentPartPr>
              <p14:xfrm>
                <a:off x="9590493" y="3875587"/>
                <a:ext cx="194040" cy="2149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82F2467-DD6B-2D32-CD5C-A2A2ECB4BE3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572493" y="3857587"/>
                  <a:ext cx="2296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5F7632F-DAF6-A043-E0B1-D82F55FA07B5}"/>
                    </a:ext>
                  </a:extLst>
                </p14:cNvPr>
                <p14:cNvContentPartPr/>
                <p14:nvPr/>
              </p14:nvContentPartPr>
              <p14:xfrm>
                <a:off x="8061573" y="4548067"/>
                <a:ext cx="172800" cy="262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5F7632F-DAF6-A043-E0B1-D82F55FA07B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043573" y="4530427"/>
                  <a:ext cx="2084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B9D9FEC-7CD5-ECA5-67D2-4A3679C78938}"/>
                    </a:ext>
                  </a:extLst>
                </p14:cNvPr>
                <p14:cNvContentPartPr/>
                <p14:nvPr/>
              </p14:nvContentPartPr>
              <p14:xfrm>
                <a:off x="8138973" y="4453387"/>
                <a:ext cx="51840" cy="149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B9D9FEC-7CD5-ECA5-67D2-4A3679C7893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121333" y="4435747"/>
                  <a:ext cx="874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7D23DA9-DA82-9BC6-DF52-873A01EEE5A4}"/>
                    </a:ext>
                  </a:extLst>
                </p14:cNvPr>
                <p14:cNvContentPartPr/>
                <p14:nvPr/>
              </p14:nvContentPartPr>
              <p14:xfrm>
                <a:off x="8132493" y="4772707"/>
                <a:ext cx="130680" cy="25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7D23DA9-DA82-9BC6-DF52-873A01EEE5A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114493" y="4754707"/>
                  <a:ext cx="1663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BB2161C-C455-FB70-923E-DF657D84978B}"/>
                    </a:ext>
                  </a:extLst>
                </p14:cNvPr>
                <p14:cNvContentPartPr/>
                <p14:nvPr/>
              </p14:nvContentPartPr>
              <p14:xfrm>
                <a:off x="8174253" y="4734907"/>
                <a:ext cx="27720" cy="1036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BB2161C-C455-FB70-923E-DF657D84978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156613" y="4716907"/>
                  <a:ext cx="633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65C0F8B-F178-298C-5816-3E5E6967F557}"/>
                    </a:ext>
                  </a:extLst>
                </p14:cNvPr>
                <p14:cNvContentPartPr/>
                <p14:nvPr/>
              </p14:nvContentPartPr>
              <p14:xfrm>
                <a:off x="8172453" y="4968907"/>
                <a:ext cx="106200" cy="327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65C0F8B-F178-298C-5816-3E5E6967F55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154813" y="4951267"/>
                  <a:ext cx="1418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5154D23-9413-B439-8E0B-C065C83D3FE8}"/>
                    </a:ext>
                  </a:extLst>
                </p14:cNvPr>
                <p14:cNvContentPartPr/>
                <p14:nvPr/>
              </p14:nvContentPartPr>
              <p14:xfrm>
                <a:off x="8189013" y="4924987"/>
                <a:ext cx="24120" cy="950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5154D23-9413-B439-8E0B-C065C83D3FE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171013" y="4906987"/>
                  <a:ext cx="597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C7F2C54-9B22-C2D4-5A62-E63D7ED4E034}"/>
                    </a:ext>
                  </a:extLst>
                </p14:cNvPr>
                <p14:cNvContentPartPr/>
                <p14:nvPr/>
              </p14:nvContentPartPr>
              <p14:xfrm>
                <a:off x="8187213" y="5168347"/>
                <a:ext cx="138600" cy="349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C7F2C54-9B22-C2D4-5A62-E63D7ED4E03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169213" y="5150707"/>
                  <a:ext cx="1742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5B0E547-C58C-7FA1-1A12-25E2BA091584}"/>
                    </a:ext>
                  </a:extLst>
                </p14:cNvPr>
                <p14:cNvContentPartPr/>
                <p14:nvPr/>
              </p14:nvContentPartPr>
              <p14:xfrm>
                <a:off x="8262813" y="5145667"/>
                <a:ext cx="15120" cy="1126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5B0E547-C58C-7FA1-1A12-25E2BA09158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245173" y="5128027"/>
                  <a:ext cx="507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4DBFEF6-6C1F-DCDD-28FE-9DD97E91D6CB}"/>
                    </a:ext>
                  </a:extLst>
                </p14:cNvPr>
                <p14:cNvContentPartPr/>
                <p14:nvPr/>
              </p14:nvContentPartPr>
              <p14:xfrm>
                <a:off x="8254533" y="5365627"/>
                <a:ext cx="82440" cy="100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4DBFEF6-6C1F-DCDD-28FE-9DD97E91D6C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236533" y="5347987"/>
                  <a:ext cx="1180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02D841F-21B4-554E-1B69-019B1FE15335}"/>
                    </a:ext>
                  </a:extLst>
                </p14:cNvPr>
                <p14:cNvContentPartPr/>
                <p14:nvPr/>
              </p14:nvContentPartPr>
              <p14:xfrm>
                <a:off x="8315013" y="5353387"/>
                <a:ext cx="16560" cy="1170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02D841F-21B4-554E-1B69-019B1FE1533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297373" y="5335747"/>
                  <a:ext cx="522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EC6FB18-95DE-7969-12E2-408D7CB3827E}"/>
                    </a:ext>
                  </a:extLst>
                </p14:cNvPr>
                <p14:cNvContentPartPr/>
                <p14:nvPr/>
              </p14:nvContentPartPr>
              <p14:xfrm>
                <a:off x="10078653" y="4364827"/>
                <a:ext cx="72720" cy="64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EC6FB18-95DE-7969-12E2-408D7CB3827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060653" y="4347187"/>
                  <a:ext cx="1083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A80775C-DE91-1C16-133B-9BDD7E06EE89}"/>
                    </a:ext>
                  </a:extLst>
                </p14:cNvPr>
                <p14:cNvContentPartPr/>
                <p14:nvPr/>
              </p14:nvContentPartPr>
              <p14:xfrm>
                <a:off x="10023933" y="4532227"/>
                <a:ext cx="95040" cy="352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A80775C-DE91-1C16-133B-9BDD7E06EE8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006293" y="4514587"/>
                  <a:ext cx="1306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1EE8D1F-C461-0153-0A1C-B8FF4307501C}"/>
                    </a:ext>
                  </a:extLst>
                </p14:cNvPr>
                <p14:cNvContentPartPr/>
                <p14:nvPr/>
              </p14:nvContentPartPr>
              <p14:xfrm>
                <a:off x="10089813" y="4728427"/>
                <a:ext cx="63000" cy="180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1EE8D1F-C461-0153-0A1C-B8FF4307501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072173" y="4710787"/>
                  <a:ext cx="986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1378980-F3C8-4DF8-5423-AD47B7F7BF0B}"/>
                    </a:ext>
                  </a:extLst>
                </p14:cNvPr>
                <p14:cNvContentPartPr/>
                <p14:nvPr/>
              </p14:nvContentPartPr>
              <p14:xfrm>
                <a:off x="10110693" y="4869907"/>
                <a:ext cx="103320" cy="205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1378980-F3C8-4DF8-5423-AD47B7F7BF0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093053" y="4852267"/>
                  <a:ext cx="1389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0B2F245-232E-0B56-5141-22D46CBAC69F}"/>
                    </a:ext>
                  </a:extLst>
                </p14:cNvPr>
                <p14:cNvContentPartPr/>
                <p14:nvPr/>
              </p14:nvContentPartPr>
              <p14:xfrm>
                <a:off x="10150653" y="5004907"/>
                <a:ext cx="83520" cy="129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0B2F245-232E-0B56-5141-22D46CBAC69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133013" y="4986907"/>
                  <a:ext cx="1191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8BD51AF-BB7A-201C-2239-8C04B9F5C7BD}"/>
                    </a:ext>
                  </a:extLst>
                </p14:cNvPr>
                <p14:cNvContentPartPr/>
                <p14:nvPr/>
              </p14:nvContentPartPr>
              <p14:xfrm>
                <a:off x="10158573" y="5123707"/>
                <a:ext cx="96480" cy="345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8BD51AF-BB7A-201C-2239-8C04B9F5C7B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140573" y="5105707"/>
                  <a:ext cx="1321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77E3DDB-C7D9-64E8-4C27-CEBD0C2C3EF4}"/>
                    </a:ext>
                  </a:extLst>
                </p14:cNvPr>
                <p14:cNvContentPartPr/>
                <p14:nvPr/>
              </p14:nvContentPartPr>
              <p14:xfrm>
                <a:off x="10212933" y="5292547"/>
                <a:ext cx="50760" cy="136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77E3DDB-C7D9-64E8-4C27-CEBD0C2C3EF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195293" y="5274547"/>
                  <a:ext cx="864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124FEA0-7DFE-975D-C8D4-87CB79B47009}"/>
                    </a:ext>
                  </a:extLst>
                </p14:cNvPr>
                <p14:cNvContentPartPr/>
                <p14:nvPr/>
              </p14:nvContentPartPr>
              <p14:xfrm>
                <a:off x="9110613" y="4291387"/>
                <a:ext cx="270000" cy="2710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124FEA0-7DFE-975D-C8D4-87CB79B4700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092613" y="4273387"/>
                  <a:ext cx="30564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931AF6E-A1EF-8B23-B936-5987063435BD}"/>
                    </a:ext>
                  </a:extLst>
                </p14:cNvPr>
                <p14:cNvContentPartPr/>
                <p14:nvPr/>
              </p14:nvContentPartPr>
              <p14:xfrm>
                <a:off x="9160293" y="4570387"/>
                <a:ext cx="263520" cy="2613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931AF6E-A1EF-8B23-B936-5987063435B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142293" y="4552747"/>
                  <a:ext cx="2991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519AFA0-7EB2-1D94-0C08-D0CA6CE89E86}"/>
                    </a:ext>
                  </a:extLst>
                </p14:cNvPr>
                <p14:cNvContentPartPr/>
                <p14:nvPr/>
              </p14:nvContentPartPr>
              <p14:xfrm>
                <a:off x="9196293" y="4856227"/>
                <a:ext cx="190440" cy="2955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519AFA0-7EB2-1D94-0C08-D0CA6CE89E8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178653" y="4838587"/>
                  <a:ext cx="22608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C5F4BCF-1AA8-414B-5702-996D0EAA3896}"/>
                    </a:ext>
                  </a:extLst>
                </p14:cNvPr>
                <p14:cNvContentPartPr/>
                <p14:nvPr/>
              </p14:nvContentPartPr>
              <p14:xfrm>
                <a:off x="9248133" y="5198947"/>
                <a:ext cx="224640" cy="2185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C5F4BCF-1AA8-414B-5702-996D0EAA389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230493" y="5181307"/>
                  <a:ext cx="2602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8DA1B30-2E1C-B1E7-4EC6-9C88DDD9FCE8}"/>
                    </a:ext>
                  </a:extLst>
                </p14:cNvPr>
                <p14:cNvContentPartPr/>
                <p14:nvPr/>
              </p14:nvContentPartPr>
              <p14:xfrm>
                <a:off x="9155253" y="4414507"/>
                <a:ext cx="109440" cy="237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8DA1B30-2E1C-B1E7-4EC6-9C88DDD9FCE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137613" y="4396507"/>
                  <a:ext cx="1450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F06A753-608D-29EC-B067-9BE92B3F238A}"/>
                    </a:ext>
                  </a:extLst>
                </p14:cNvPr>
                <p14:cNvContentPartPr/>
                <p14:nvPr/>
              </p14:nvContentPartPr>
              <p14:xfrm>
                <a:off x="9204573" y="4382827"/>
                <a:ext cx="23760" cy="738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F06A753-608D-29EC-B067-9BE92B3F238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186573" y="4365187"/>
                  <a:ext cx="594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C8ABC79-1C81-79FC-AA42-319D28417BB9}"/>
                    </a:ext>
                  </a:extLst>
                </p14:cNvPr>
                <p14:cNvContentPartPr/>
                <p14:nvPr/>
              </p14:nvContentPartPr>
              <p14:xfrm>
                <a:off x="9253173" y="4695667"/>
                <a:ext cx="86040" cy="79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C8ABC79-1C81-79FC-AA42-319D28417BB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235173" y="4677667"/>
                  <a:ext cx="1216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EE561D3-B788-E724-2906-8D0084647A3B}"/>
                    </a:ext>
                  </a:extLst>
                </p14:cNvPr>
                <p14:cNvContentPartPr/>
                <p14:nvPr/>
              </p14:nvContentPartPr>
              <p14:xfrm>
                <a:off x="9299253" y="4647067"/>
                <a:ext cx="19440" cy="1098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EE561D3-B788-E724-2906-8D0084647A3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81613" y="4629067"/>
                  <a:ext cx="550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CCA059E-C8C9-2BB3-8097-A7B573A563A7}"/>
                    </a:ext>
                  </a:extLst>
                </p14:cNvPr>
                <p14:cNvContentPartPr/>
                <p14:nvPr/>
              </p14:nvContentPartPr>
              <p14:xfrm>
                <a:off x="9269373" y="4963867"/>
                <a:ext cx="120240" cy="169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CCA059E-C8C9-2BB3-8097-A7B573A563A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251373" y="4946227"/>
                  <a:ext cx="1558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2BA8A9B-B396-B6F9-942A-0A1D4B3DA8F3}"/>
                    </a:ext>
                  </a:extLst>
                </p14:cNvPr>
                <p14:cNvContentPartPr/>
                <p14:nvPr/>
              </p14:nvContentPartPr>
              <p14:xfrm>
                <a:off x="9308253" y="4923187"/>
                <a:ext cx="12600" cy="192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2BA8A9B-B396-B6F9-942A-0A1D4B3DA8F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290613" y="4905547"/>
                  <a:ext cx="482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CD707BF-8EDA-D959-4F8A-A6504FB8D94D}"/>
                    </a:ext>
                  </a:extLst>
                </p14:cNvPr>
                <p14:cNvContentPartPr/>
                <p14:nvPr/>
              </p14:nvContentPartPr>
              <p14:xfrm>
                <a:off x="9335253" y="5296507"/>
                <a:ext cx="81360" cy="20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CD707BF-8EDA-D959-4F8A-A6504FB8D94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317253" y="5278507"/>
                  <a:ext cx="1170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48DC826-2480-D111-951E-C134E9BF89C1}"/>
                    </a:ext>
                  </a:extLst>
                </p14:cNvPr>
                <p14:cNvContentPartPr/>
                <p14:nvPr/>
              </p14:nvContentPartPr>
              <p14:xfrm>
                <a:off x="9380973" y="5274187"/>
                <a:ext cx="9000" cy="1047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48DC826-2480-D111-951E-C134E9BF89C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363333" y="5256187"/>
                  <a:ext cx="446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2C570E6-D726-D188-A467-248781AF07E8}"/>
                    </a:ext>
                  </a:extLst>
                </p14:cNvPr>
                <p14:cNvContentPartPr/>
                <p14:nvPr/>
              </p14:nvContentPartPr>
              <p14:xfrm>
                <a:off x="8728293" y="4314067"/>
                <a:ext cx="294840" cy="2617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2C570E6-D726-D188-A467-248781AF07E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710293" y="4296427"/>
                  <a:ext cx="33048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A94A045-6671-7030-95A4-03D3E8F091D2}"/>
                    </a:ext>
                  </a:extLst>
                </p14:cNvPr>
                <p14:cNvContentPartPr/>
                <p14:nvPr/>
              </p14:nvContentPartPr>
              <p14:xfrm>
                <a:off x="8818653" y="4406947"/>
                <a:ext cx="87840" cy="529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A94A045-6671-7030-95A4-03D3E8F091D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801013" y="4388947"/>
                  <a:ext cx="12348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6464BC0-0BD1-C7B9-327A-7DC6B2AF4B57}"/>
                    </a:ext>
                  </a:extLst>
                </p14:cNvPr>
                <p14:cNvContentPartPr/>
                <p14:nvPr/>
              </p14:nvContentPartPr>
              <p14:xfrm>
                <a:off x="8895333" y="4716187"/>
                <a:ext cx="56160" cy="180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6464BC0-0BD1-C7B9-327A-7DC6B2AF4B5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877693" y="4698187"/>
                  <a:ext cx="9180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D5E797D-046B-C77E-6619-4F3C3CAC249B}"/>
                    </a:ext>
                  </a:extLst>
                </p14:cNvPr>
                <p14:cNvContentPartPr/>
                <p14:nvPr/>
              </p14:nvContentPartPr>
              <p14:xfrm>
                <a:off x="8828733" y="4620787"/>
                <a:ext cx="253080" cy="2210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D5E797D-046B-C77E-6619-4F3C3CAC249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811093" y="4603147"/>
                  <a:ext cx="2887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1774D30-A20D-E1C4-CC2E-6C5F941D80AF}"/>
                    </a:ext>
                  </a:extLst>
                </p14:cNvPr>
                <p14:cNvContentPartPr/>
                <p14:nvPr/>
              </p14:nvContentPartPr>
              <p14:xfrm>
                <a:off x="8871573" y="4926427"/>
                <a:ext cx="198360" cy="2106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1774D30-A20D-E1C4-CC2E-6C5F941D80A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853573" y="4908427"/>
                  <a:ext cx="2340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A18E7F9-A651-ACC6-DBA2-9A0C7AFEECBD}"/>
                    </a:ext>
                  </a:extLst>
                </p14:cNvPr>
                <p14:cNvContentPartPr/>
                <p14:nvPr/>
              </p14:nvContentPartPr>
              <p14:xfrm>
                <a:off x="8942853" y="4999867"/>
                <a:ext cx="86040" cy="586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A18E7F9-A651-ACC6-DBA2-9A0C7AFEECB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925213" y="4982227"/>
                  <a:ext cx="1216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BE4887F-06A6-3BA6-CFA9-5A21D1C98EB1}"/>
                    </a:ext>
                  </a:extLst>
                </p14:cNvPr>
                <p14:cNvContentPartPr/>
                <p14:nvPr/>
              </p14:nvContentPartPr>
              <p14:xfrm>
                <a:off x="8877333" y="5156107"/>
                <a:ext cx="204120" cy="2563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BE4887F-06A6-3BA6-CFA9-5A21D1C98EB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859693" y="5138467"/>
                  <a:ext cx="2397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97241BB-6B12-940B-9ADC-09953050A6E5}"/>
                    </a:ext>
                  </a:extLst>
                </p14:cNvPr>
                <p14:cNvContentPartPr/>
                <p14:nvPr/>
              </p14:nvContentPartPr>
              <p14:xfrm>
                <a:off x="8952213" y="5260147"/>
                <a:ext cx="51480" cy="154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97241BB-6B12-940B-9ADC-09953050A6E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934573" y="5242507"/>
                  <a:ext cx="8712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BE0EF1C-104B-5FA4-16F3-D6BE76AF9AA2}"/>
                    </a:ext>
                  </a:extLst>
                </p14:cNvPr>
                <p14:cNvContentPartPr/>
                <p14:nvPr/>
              </p14:nvContentPartPr>
              <p14:xfrm>
                <a:off x="7275693" y="4871347"/>
                <a:ext cx="549000" cy="579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BE0EF1C-104B-5FA4-16F3-D6BE76AF9AA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257693" y="4853347"/>
                  <a:ext cx="5846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39EA160-4653-230C-D8AC-F4E743892802}"/>
                    </a:ext>
                  </a:extLst>
                </p14:cNvPr>
                <p14:cNvContentPartPr/>
                <p14:nvPr/>
              </p14:nvContentPartPr>
              <p14:xfrm>
                <a:off x="7251573" y="4958107"/>
                <a:ext cx="134640" cy="12445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39EA160-4653-230C-D8AC-F4E74389280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233573" y="4940467"/>
                  <a:ext cx="170280" cy="12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740B4CB-9B25-5CF6-73CA-EB5158A5C459}"/>
                    </a:ext>
                  </a:extLst>
                </p14:cNvPr>
                <p14:cNvContentPartPr/>
                <p14:nvPr/>
              </p14:nvContentPartPr>
              <p14:xfrm>
                <a:off x="7388013" y="6161947"/>
                <a:ext cx="29880" cy="1850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740B4CB-9B25-5CF6-73CA-EB5158A5C45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370373" y="6143947"/>
                  <a:ext cx="655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46B29D4-B10E-1D7B-0065-ACCB0DF95631}"/>
                    </a:ext>
                  </a:extLst>
                </p14:cNvPr>
                <p14:cNvContentPartPr/>
                <p14:nvPr/>
              </p14:nvContentPartPr>
              <p14:xfrm>
                <a:off x="7421133" y="6299107"/>
                <a:ext cx="644040" cy="478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46B29D4-B10E-1D7B-0065-ACCB0DF9563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403133" y="6281107"/>
                  <a:ext cx="6796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3556714-DD2E-DD63-991C-23F40368D925}"/>
                    </a:ext>
                  </a:extLst>
                </p14:cNvPr>
                <p14:cNvContentPartPr/>
                <p14:nvPr/>
              </p14:nvContentPartPr>
              <p14:xfrm>
                <a:off x="8078853" y="6147187"/>
                <a:ext cx="31320" cy="2754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3556714-DD2E-DD63-991C-23F40368D92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061213" y="6129547"/>
                  <a:ext cx="6696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500BAEA-358C-8EA6-48AF-BF120B37A5BA}"/>
                    </a:ext>
                  </a:extLst>
                </p14:cNvPr>
                <p14:cNvContentPartPr/>
                <p14:nvPr/>
              </p14:nvContentPartPr>
              <p14:xfrm>
                <a:off x="8194053" y="5961067"/>
                <a:ext cx="105480" cy="8874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500BAEA-358C-8EA6-48AF-BF120B37A5B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176413" y="5943067"/>
                  <a:ext cx="141120" cy="9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6FF8E4F-A7DC-B500-FDDE-9DD89BE69564}"/>
                    </a:ext>
                  </a:extLst>
                </p14:cNvPr>
                <p14:cNvContentPartPr/>
                <p14:nvPr/>
              </p14:nvContentPartPr>
              <p14:xfrm>
                <a:off x="8296653" y="6175267"/>
                <a:ext cx="2436480" cy="1497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6FF8E4F-A7DC-B500-FDDE-9DD89BE6956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278653" y="6157627"/>
                  <a:ext cx="24721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D0559EE-A671-3087-4D4A-9A63EA8232A3}"/>
                    </a:ext>
                  </a:extLst>
                </p14:cNvPr>
                <p14:cNvContentPartPr/>
                <p14:nvPr/>
              </p14:nvContentPartPr>
              <p14:xfrm>
                <a:off x="10445853" y="4517827"/>
                <a:ext cx="743400" cy="17820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D0559EE-A671-3087-4D4A-9A63EA8232A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428213" y="4499827"/>
                  <a:ext cx="779040" cy="1817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343DD9A6-09B2-A23A-0A35-F794CFE96DD1}"/>
                  </a:ext>
                </a:extLst>
              </p14:cNvPr>
              <p14:cNvContentPartPr/>
              <p14:nvPr/>
            </p14:nvContentPartPr>
            <p14:xfrm>
              <a:off x="7306293" y="4027507"/>
              <a:ext cx="321840" cy="6300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343DD9A6-09B2-A23A-0A35-F794CFE96DD1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7288653" y="4009867"/>
                <a:ext cx="357480" cy="9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72" name="Group 71">
            <a:extLst>
              <a:ext uri="{FF2B5EF4-FFF2-40B4-BE49-F238E27FC236}">
                <a16:creationId xmlns:a16="http://schemas.microsoft.com/office/drawing/2014/main" id="{0293E066-3256-52A4-CA19-F7F6CEB3B115}"/>
              </a:ext>
            </a:extLst>
          </p:cNvPr>
          <p:cNvGrpSpPr/>
          <p:nvPr/>
        </p:nvGrpSpPr>
        <p:grpSpPr>
          <a:xfrm>
            <a:off x="10306893" y="3624307"/>
            <a:ext cx="432360" cy="398520"/>
            <a:chOff x="10306893" y="3624307"/>
            <a:chExt cx="432360" cy="39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7B6C176-B430-8D9C-D1C2-06DDA97EE221}"/>
                    </a:ext>
                  </a:extLst>
                </p14:cNvPr>
                <p14:cNvContentPartPr/>
                <p14:nvPr/>
              </p14:nvContentPartPr>
              <p14:xfrm>
                <a:off x="10306893" y="3848947"/>
                <a:ext cx="432360" cy="676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7B6C176-B430-8D9C-D1C2-06DDA97EE22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289253" y="3830947"/>
                  <a:ext cx="4680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8799054-53C3-A73A-CDBB-8F602728BBF0}"/>
                    </a:ext>
                  </a:extLst>
                </p14:cNvPr>
                <p14:cNvContentPartPr/>
                <p14:nvPr/>
              </p14:nvContentPartPr>
              <p14:xfrm>
                <a:off x="10544133" y="3624307"/>
                <a:ext cx="87840" cy="3985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8799054-53C3-A73A-CDBB-8F602728BBF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526493" y="3606667"/>
                  <a:ext cx="123480" cy="43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9ABF881-F8C1-4884-C1E9-B02758462431}"/>
              </a:ext>
            </a:extLst>
          </p:cNvPr>
          <p:cNvGrpSpPr/>
          <p:nvPr/>
        </p:nvGrpSpPr>
        <p:grpSpPr>
          <a:xfrm>
            <a:off x="7841973" y="4471387"/>
            <a:ext cx="316440" cy="1027440"/>
            <a:chOff x="7841973" y="4471387"/>
            <a:chExt cx="316440" cy="102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03E3B3C-A949-7121-677D-57DE9A364542}"/>
                    </a:ext>
                  </a:extLst>
                </p14:cNvPr>
                <p14:cNvContentPartPr/>
                <p14:nvPr/>
              </p14:nvContentPartPr>
              <p14:xfrm>
                <a:off x="7841973" y="4563907"/>
                <a:ext cx="127800" cy="176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03E3B3C-A949-7121-677D-57DE9A36454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823973" y="4545907"/>
                  <a:ext cx="1634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BA7E1C5-CF5A-213F-7167-53515E942F71}"/>
                    </a:ext>
                  </a:extLst>
                </p14:cNvPr>
                <p14:cNvContentPartPr/>
                <p14:nvPr/>
              </p14:nvContentPartPr>
              <p14:xfrm>
                <a:off x="7904973" y="4471387"/>
                <a:ext cx="33840" cy="1544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BA7E1C5-CF5A-213F-7167-53515E942F7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887333" y="4453747"/>
                  <a:ext cx="694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C1A6571-1B5D-02CC-7A37-DA4BE7A01A5B}"/>
                    </a:ext>
                  </a:extLst>
                </p14:cNvPr>
                <p14:cNvContentPartPr/>
                <p14:nvPr/>
              </p14:nvContentPartPr>
              <p14:xfrm>
                <a:off x="7905333" y="4827067"/>
                <a:ext cx="148320" cy="262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C1A6571-1B5D-02CC-7A37-DA4BE7A01A5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887693" y="4809067"/>
                  <a:ext cx="18396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4385278-7BE6-FA0F-D3EF-16656A38CB21}"/>
                    </a:ext>
                  </a:extLst>
                </p14:cNvPr>
                <p14:cNvContentPartPr/>
                <p14:nvPr/>
              </p14:nvContentPartPr>
              <p14:xfrm>
                <a:off x="7984893" y="4745347"/>
                <a:ext cx="12960" cy="1659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4385278-7BE6-FA0F-D3EF-16656A38CB2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967253" y="4727707"/>
                  <a:ext cx="486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70E55600-CCB7-43B0-55A3-4CA91C3870E8}"/>
                    </a:ext>
                  </a:extLst>
                </p14:cNvPr>
                <p14:cNvContentPartPr/>
                <p14:nvPr/>
              </p14:nvContentPartPr>
              <p14:xfrm>
                <a:off x="7975173" y="5058187"/>
                <a:ext cx="114120" cy="165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0E55600-CCB7-43B0-55A3-4CA91C3870E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957533" y="5040547"/>
                  <a:ext cx="1497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B99069C-05DA-5D4E-6167-B5484C25181B}"/>
                    </a:ext>
                  </a:extLst>
                </p14:cNvPr>
                <p14:cNvContentPartPr/>
                <p14:nvPr/>
              </p14:nvContentPartPr>
              <p14:xfrm>
                <a:off x="8021613" y="5010667"/>
                <a:ext cx="29520" cy="1350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B99069C-05DA-5D4E-6167-B5484C25181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003973" y="4992667"/>
                  <a:ext cx="651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CA66D0A-F41E-BC28-05A3-47DFD902499C}"/>
                    </a:ext>
                  </a:extLst>
                </p14:cNvPr>
                <p14:cNvContentPartPr/>
                <p14:nvPr/>
              </p14:nvContentPartPr>
              <p14:xfrm>
                <a:off x="8003253" y="5274187"/>
                <a:ext cx="107280" cy="345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CA66D0A-F41E-BC28-05A3-47DFD902499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985253" y="5256187"/>
                  <a:ext cx="1429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6A95B16-33CC-5126-17F7-93D64FDBB31F}"/>
                    </a:ext>
                  </a:extLst>
                </p14:cNvPr>
                <p14:cNvContentPartPr/>
                <p14:nvPr/>
              </p14:nvContentPartPr>
              <p14:xfrm>
                <a:off x="8045373" y="5256547"/>
                <a:ext cx="31320" cy="1256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6A95B16-33CC-5126-17F7-93D64FDBB31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027733" y="5238547"/>
                  <a:ext cx="669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857C26A-1DC3-2F77-FDB7-522A5F246E91}"/>
                    </a:ext>
                  </a:extLst>
                </p14:cNvPr>
                <p14:cNvContentPartPr/>
                <p14:nvPr/>
              </p14:nvContentPartPr>
              <p14:xfrm>
                <a:off x="8075973" y="5459587"/>
                <a:ext cx="82440" cy="392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857C26A-1DC3-2F77-FDB7-522A5F246E9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057973" y="5441947"/>
                  <a:ext cx="118080" cy="74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2D5F388F-DCAE-2EB5-4B57-E96C690521F2}"/>
                  </a:ext>
                </a:extLst>
              </p14:cNvPr>
              <p14:cNvContentPartPr/>
              <p14:nvPr/>
            </p14:nvContentPartPr>
            <p14:xfrm>
              <a:off x="10251453" y="4384987"/>
              <a:ext cx="77400" cy="1440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2D5F388F-DCAE-2EB5-4B57-E96C690521F2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0233813" y="4366987"/>
                <a:ext cx="113040" cy="50040"/>
              </a:xfrm>
              <a:prstGeom prst="rect">
                <a:avLst/>
              </a:prstGeom>
            </p:spPr>
          </p:pic>
        </mc:Fallback>
      </mc:AlternateContent>
      <p:grpSp>
        <p:nvGrpSpPr>
          <p:cNvPr id="86" name="Group 85">
            <a:extLst>
              <a:ext uri="{FF2B5EF4-FFF2-40B4-BE49-F238E27FC236}">
                <a16:creationId xmlns:a16="http://schemas.microsoft.com/office/drawing/2014/main" id="{0C99C074-CAC4-E286-F0DA-A40A368BF755}"/>
              </a:ext>
            </a:extLst>
          </p:cNvPr>
          <p:cNvGrpSpPr/>
          <p:nvPr/>
        </p:nvGrpSpPr>
        <p:grpSpPr>
          <a:xfrm>
            <a:off x="10273053" y="4568227"/>
            <a:ext cx="94320" cy="165600"/>
            <a:chOff x="10273053" y="4568227"/>
            <a:chExt cx="94320" cy="16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319587C-C4A5-8D7C-EA1B-202540838CF2}"/>
                    </a:ext>
                  </a:extLst>
                </p14:cNvPr>
                <p14:cNvContentPartPr/>
                <p14:nvPr/>
              </p14:nvContentPartPr>
              <p14:xfrm>
                <a:off x="10273053" y="4568227"/>
                <a:ext cx="58680" cy="165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319587C-C4A5-8D7C-EA1B-202540838CF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255053" y="4550227"/>
                  <a:ext cx="943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48B707D-FD85-2538-6616-DE76FDE90547}"/>
                    </a:ext>
                  </a:extLst>
                </p14:cNvPr>
                <p14:cNvContentPartPr/>
                <p14:nvPr/>
              </p14:nvContentPartPr>
              <p14:xfrm>
                <a:off x="10313373" y="4714747"/>
                <a:ext cx="54000" cy="190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48B707D-FD85-2538-6616-DE76FDE9054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295373" y="4696747"/>
                  <a:ext cx="8964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E02D6EC4-0CC8-79F0-07E5-481CE53F05FF}"/>
              </a:ext>
            </a:extLst>
          </p:cNvPr>
          <p:cNvGrpSpPr/>
          <p:nvPr/>
        </p:nvGrpSpPr>
        <p:grpSpPr>
          <a:xfrm>
            <a:off x="9406173" y="4278427"/>
            <a:ext cx="427320" cy="1189440"/>
            <a:chOff x="9406173" y="4278427"/>
            <a:chExt cx="427320" cy="118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8EC2853-0C94-3C6E-A7C7-8110963F6588}"/>
                    </a:ext>
                  </a:extLst>
                </p14:cNvPr>
                <p14:cNvContentPartPr/>
                <p14:nvPr/>
              </p14:nvContentPartPr>
              <p14:xfrm>
                <a:off x="9406173" y="4278427"/>
                <a:ext cx="220680" cy="2872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8EC2853-0C94-3C6E-A7C7-8110963F658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388173" y="4260787"/>
                  <a:ext cx="2563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71CF1AB-B41C-D913-904E-7AC6D8966CBF}"/>
                    </a:ext>
                  </a:extLst>
                </p14:cNvPr>
                <p14:cNvContentPartPr/>
                <p14:nvPr/>
              </p14:nvContentPartPr>
              <p14:xfrm>
                <a:off x="9491133" y="4402267"/>
                <a:ext cx="114840" cy="331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71CF1AB-B41C-D913-904E-7AC6D8966CB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473133" y="4384267"/>
                  <a:ext cx="1504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8189518-F742-2E5D-F99F-41DE8E3FC855}"/>
                    </a:ext>
                  </a:extLst>
                </p14:cNvPr>
                <p14:cNvContentPartPr/>
                <p14:nvPr/>
              </p14:nvContentPartPr>
              <p14:xfrm>
                <a:off x="9537933" y="4363747"/>
                <a:ext cx="19440" cy="1126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8189518-F742-2E5D-F99F-41DE8E3FC85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519933" y="4345747"/>
                  <a:ext cx="550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BC2BE6F-F535-D585-8410-F14FDC1E8971}"/>
                    </a:ext>
                  </a:extLst>
                </p14:cNvPr>
                <p14:cNvContentPartPr/>
                <p14:nvPr/>
              </p14:nvContentPartPr>
              <p14:xfrm>
                <a:off x="9457653" y="4642027"/>
                <a:ext cx="244080" cy="2404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BC2BE6F-F535-D585-8410-F14FDC1E897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439653" y="4624387"/>
                  <a:ext cx="27972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853E2A5-8831-2A5D-5289-CF71F5ADC677}"/>
                    </a:ext>
                  </a:extLst>
                </p14:cNvPr>
                <p14:cNvContentPartPr/>
                <p14:nvPr/>
              </p14:nvContentPartPr>
              <p14:xfrm>
                <a:off x="9579333" y="4760107"/>
                <a:ext cx="86760" cy="363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853E2A5-8831-2A5D-5289-CF71F5ADC67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561693" y="4742107"/>
                  <a:ext cx="1224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DCF0F00-07AC-06F6-D280-803C5588E8FA}"/>
                    </a:ext>
                  </a:extLst>
                </p14:cNvPr>
                <p14:cNvContentPartPr/>
                <p14:nvPr/>
              </p14:nvContentPartPr>
              <p14:xfrm>
                <a:off x="9543693" y="4733827"/>
                <a:ext cx="25920" cy="446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DCF0F00-07AC-06F6-D280-803C5588E8F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525693" y="4715827"/>
                  <a:ext cx="615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B3B2C0B-7DE7-D228-FD95-AB9B115B019B}"/>
                    </a:ext>
                  </a:extLst>
                </p14:cNvPr>
                <p14:cNvContentPartPr/>
                <p14:nvPr/>
              </p14:nvContentPartPr>
              <p14:xfrm>
                <a:off x="9503373" y="4930387"/>
                <a:ext cx="181440" cy="2163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B3B2C0B-7DE7-D228-FD95-AB9B115B019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485733" y="4912747"/>
                  <a:ext cx="2170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D5D59C6-80EA-91DD-076B-DAC0D2358777}"/>
                    </a:ext>
                  </a:extLst>
                </p14:cNvPr>
                <p14:cNvContentPartPr/>
                <p14:nvPr/>
              </p14:nvContentPartPr>
              <p14:xfrm>
                <a:off x="9572853" y="5048827"/>
                <a:ext cx="84600" cy="496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D5D59C6-80EA-91DD-076B-DAC0D235877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555213" y="5030827"/>
                  <a:ext cx="12024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F507FC2-77FE-475E-7EEA-1F9B00093937}"/>
                    </a:ext>
                  </a:extLst>
                </p14:cNvPr>
                <p14:cNvContentPartPr/>
                <p14:nvPr/>
              </p14:nvContentPartPr>
              <p14:xfrm>
                <a:off x="9591213" y="5038387"/>
                <a:ext cx="35280" cy="1234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F507FC2-77FE-475E-7EEA-1F9B0009393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573213" y="5020747"/>
                  <a:ext cx="709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FA61B488-3AE1-CD0E-FBC5-206B73AF180F}"/>
                    </a:ext>
                  </a:extLst>
                </p14:cNvPr>
                <p14:cNvContentPartPr/>
                <p14:nvPr/>
              </p14:nvContentPartPr>
              <p14:xfrm>
                <a:off x="9562413" y="5215147"/>
                <a:ext cx="271080" cy="2527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FA61B488-3AE1-CD0E-FBC5-206B73AF180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544773" y="5197507"/>
                  <a:ext cx="30672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3D29FC1-0150-2D1C-ED36-1044B3EE501C}"/>
                    </a:ext>
                  </a:extLst>
                </p14:cNvPr>
                <p14:cNvContentPartPr/>
                <p14:nvPr/>
              </p14:nvContentPartPr>
              <p14:xfrm>
                <a:off x="9694533" y="5305867"/>
                <a:ext cx="81360" cy="302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3D29FC1-0150-2D1C-ED36-1044B3EE501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676533" y="5288227"/>
                  <a:ext cx="1170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CE9E2B01-0EDD-2964-7A76-CD69E8E3EDF1}"/>
                    </a:ext>
                  </a:extLst>
                </p14:cNvPr>
                <p14:cNvContentPartPr/>
                <p14:nvPr/>
              </p14:nvContentPartPr>
              <p14:xfrm>
                <a:off x="9721173" y="5279947"/>
                <a:ext cx="21960" cy="914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CE9E2B01-0EDD-2964-7A76-CD69E8E3EDF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703533" y="5262307"/>
                  <a:ext cx="57600" cy="12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9708DEE8-B351-02A3-2EB3-9007769F8EB3}"/>
              </a:ext>
            </a:extLst>
          </p:cNvPr>
          <p:cNvGrpSpPr/>
          <p:nvPr/>
        </p:nvGrpSpPr>
        <p:grpSpPr>
          <a:xfrm>
            <a:off x="8459013" y="4352227"/>
            <a:ext cx="460080" cy="1141560"/>
            <a:chOff x="8459013" y="4352227"/>
            <a:chExt cx="460080" cy="114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3BF7EFF-7CEF-8DB1-E1A7-264CF708B490}"/>
                    </a:ext>
                  </a:extLst>
                </p14:cNvPr>
                <p14:cNvContentPartPr/>
                <p14:nvPr/>
              </p14:nvContentPartPr>
              <p14:xfrm>
                <a:off x="8459013" y="4352227"/>
                <a:ext cx="240480" cy="2991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3BF7EFF-7CEF-8DB1-E1A7-264CF708B49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441373" y="4334587"/>
                  <a:ext cx="27612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C4077B7-DDE7-FA3F-6957-9107109ED2A4}"/>
                    </a:ext>
                  </a:extLst>
                </p14:cNvPr>
                <p14:cNvContentPartPr/>
                <p14:nvPr/>
              </p14:nvContentPartPr>
              <p14:xfrm>
                <a:off x="8552613" y="4697827"/>
                <a:ext cx="238320" cy="2412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C4077B7-DDE7-FA3F-6957-9107109ED2A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534613" y="4679827"/>
                  <a:ext cx="2739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50F71CD-431B-6AF9-9764-7E7749A78EDE}"/>
                    </a:ext>
                  </a:extLst>
                </p14:cNvPr>
                <p14:cNvContentPartPr/>
                <p14:nvPr/>
              </p14:nvContentPartPr>
              <p14:xfrm>
                <a:off x="8620293" y="4946227"/>
                <a:ext cx="253080" cy="2383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50F71CD-431B-6AF9-9764-7E7749A78ED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602653" y="4928227"/>
                  <a:ext cx="28872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DC1544D-55CD-3FC7-2AF5-C898F6940ED9}"/>
                    </a:ext>
                  </a:extLst>
                </p14:cNvPr>
                <p14:cNvContentPartPr/>
                <p14:nvPr/>
              </p14:nvContentPartPr>
              <p14:xfrm>
                <a:off x="8662413" y="5204347"/>
                <a:ext cx="256680" cy="2894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DC1544D-55CD-3FC7-2AF5-C898F6940ED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644413" y="5186707"/>
                  <a:ext cx="2923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318FDCC-7CD8-6880-D3AA-18F50355CF59}"/>
                    </a:ext>
                  </a:extLst>
                </p14:cNvPr>
                <p14:cNvContentPartPr/>
                <p14:nvPr/>
              </p14:nvContentPartPr>
              <p14:xfrm>
                <a:off x="8586093" y="4481107"/>
                <a:ext cx="71280" cy="129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318FDCC-7CD8-6880-D3AA-18F50355CF5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568093" y="4463107"/>
                  <a:ext cx="1069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F7E7B24-8600-4DE2-00A8-A4CD815526E6}"/>
                    </a:ext>
                  </a:extLst>
                </p14:cNvPr>
                <p14:cNvContentPartPr/>
                <p14:nvPr/>
              </p14:nvContentPartPr>
              <p14:xfrm>
                <a:off x="8686533" y="4820227"/>
                <a:ext cx="67320" cy="100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F7E7B24-8600-4DE2-00A8-A4CD815526E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668533" y="4802587"/>
                  <a:ext cx="102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447B4A8-5858-4D81-1277-431014CC32FC}"/>
                    </a:ext>
                  </a:extLst>
                </p14:cNvPr>
                <p14:cNvContentPartPr/>
                <p14:nvPr/>
              </p14:nvContentPartPr>
              <p14:xfrm>
                <a:off x="8758173" y="5052067"/>
                <a:ext cx="44640" cy="284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447B4A8-5858-4D81-1277-431014CC32F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740533" y="5034427"/>
                  <a:ext cx="802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39B0FA0-F405-64B0-2D12-64028437EBFA}"/>
                    </a:ext>
                  </a:extLst>
                </p14:cNvPr>
                <p14:cNvContentPartPr/>
                <p14:nvPr/>
              </p14:nvContentPartPr>
              <p14:xfrm>
                <a:off x="8774373" y="5341147"/>
                <a:ext cx="73080" cy="367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39B0FA0-F405-64B0-2D12-64028437EBF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756373" y="5323147"/>
                  <a:ext cx="108720" cy="7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6E894B69-5E4E-E0AF-3B0B-96EBC0A2CEBC}"/>
              </a:ext>
            </a:extLst>
          </p:cNvPr>
          <p:cNvGrpSpPr/>
          <p:nvPr/>
        </p:nvGrpSpPr>
        <p:grpSpPr>
          <a:xfrm>
            <a:off x="8676813" y="3498667"/>
            <a:ext cx="738000" cy="395640"/>
            <a:chOff x="8676813" y="3498667"/>
            <a:chExt cx="738000" cy="39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C032FD4-3344-80E1-95A4-CF8BC3AD54F3}"/>
                    </a:ext>
                  </a:extLst>
                </p14:cNvPr>
                <p14:cNvContentPartPr/>
                <p14:nvPr/>
              </p14:nvContentPartPr>
              <p14:xfrm>
                <a:off x="8676813" y="3572827"/>
                <a:ext cx="279720" cy="3214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C032FD4-3344-80E1-95A4-CF8BC3AD54F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658813" y="3554827"/>
                  <a:ext cx="31536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D76AED5-83D7-0F36-3549-A035DEB767C9}"/>
                    </a:ext>
                  </a:extLst>
                </p14:cNvPr>
                <p14:cNvContentPartPr/>
                <p14:nvPr/>
              </p14:nvContentPartPr>
              <p14:xfrm>
                <a:off x="9020613" y="3685507"/>
                <a:ext cx="160920" cy="1558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D76AED5-83D7-0F36-3549-A035DEB767C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002973" y="3667507"/>
                  <a:ext cx="1965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ABB46DC-A651-5177-E11F-32187F616129}"/>
                    </a:ext>
                  </a:extLst>
                </p14:cNvPr>
                <p14:cNvContentPartPr/>
                <p14:nvPr/>
              </p14:nvContentPartPr>
              <p14:xfrm>
                <a:off x="9243813" y="3498667"/>
                <a:ext cx="94320" cy="2444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ABB46DC-A651-5177-E11F-32187F61612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225813" y="3480667"/>
                  <a:ext cx="1299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06775D3-253E-7B05-7E86-96A526D0CE89}"/>
                    </a:ext>
                  </a:extLst>
                </p14:cNvPr>
                <p14:cNvContentPartPr/>
                <p14:nvPr/>
              </p14:nvContentPartPr>
              <p14:xfrm>
                <a:off x="9378093" y="3517387"/>
                <a:ext cx="36720" cy="1987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06775D3-253E-7B05-7E86-96A526D0CE8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360093" y="3499747"/>
                  <a:ext cx="72360" cy="234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943358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CB30F-89EC-B7AD-79D6-C76EDD0EB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A1F3D-7421-4CE2-4BF5-3376EB38C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biasing a diode</a:t>
            </a:r>
          </a:p>
        </p:txBody>
      </p:sp>
      <p:pic>
        <p:nvPicPr>
          <p:cNvPr id="6" name="Content Placeholder 5" descr="A black arrow with a line&#10;&#10;Description automatically generated">
            <a:extLst>
              <a:ext uri="{FF2B5EF4-FFF2-40B4-BE49-F238E27FC236}">
                <a16:creationId xmlns:a16="http://schemas.microsoft.com/office/drawing/2014/main" id="{376FD29D-381F-4BA5-9578-16A4DFECC0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6638" y="2609063"/>
            <a:ext cx="2972058" cy="85351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2F42E-AC7D-98E8-F4CC-73BF440B5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10" name="Picture 9" descr="Diagram of a closed door&#10;&#10;Description automatically generated">
            <a:extLst>
              <a:ext uri="{FF2B5EF4-FFF2-40B4-BE49-F238E27FC236}">
                <a16:creationId xmlns:a16="http://schemas.microsoft.com/office/drawing/2014/main" id="{03CAF7B9-1919-79E9-59E6-C10681ECA3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3025" y="1395023"/>
            <a:ext cx="5107396" cy="3892594"/>
          </a:xfrm>
          <a:prstGeom prst="rect">
            <a:avLst/>
          </a:prstGeom>
        </p:spPr>
      </p:pic>
      <p:grpSp>
        <p:nvGrpSpPr>
          <p:cNvPr id="68" name="Group 67">
            <a:extLst>
              <a:ext uri="{FF2B5EF4-FFF2-40B4-BE49-F238E27FC236}">
                <a16:creationId xmlns:a16="http://schemas.microsoft.com/office/drawing/2014/main" id="{D2CF64E8-19C4-721D-9DA8-3128995F993F}"/>
              </a:ext>
            </a:extLst>
          </p:cNvPr>
          <p:cNvGrpSpPr/>
          <p:nvPr/>
        </p:nvGrpSpPr>
        <p:grpSpPr>
          <a:xfrm>
            <a:off x="7251573" y="3875587"/>
            <a:ext cx="3937680" cy="2972880"/>
            <a:chOff x="7251573" y="3875587"/>
            <a:chExt cx="3937680" cy="2972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D799755-3293-E1C7-103E-398C16F5D707}"/>
                    </a:ext>
                  </a:extLst>
                </p14:cNvPr>
                <p14:cNvContentPartPr/>
                <p14:nvPr/>
              </p14:nvContentPartPr>
              <p14:xfrm>
                <a:off x="7746933" y="4377067"/>
                <a:ext cx="105120" cy="988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D799755-3293-E1C7-103E-398C16F5D70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728871" y="4359067"/>
                  <a:ext cx="140882" cy="10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E2E9918-0BE7-4E4F-C704-32E73098FDAA}"/>
                    </a:ext>
                  </a:extLst>
                </p14:cNvPr>
                <p14:cNvContentPartPr/>
                <p14:nvPr/>
              </p14:nvContentPartPr>
              <p14:xfrm>
                <a:off x="7742253" y="4215787"/>
                <a:ext cx="2492640" cy="1724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E2E9918-0BE7-4E4F-C704-32E73098FDA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724253" y="4197787"/>
                  <a:ext cx="25282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9C9CC88-0324-BCDF-9B34-A9CD934859DC}"/>
                    </a:ext>
                  </a:extLst>
                </p14:cNvPr>
                <p14:cNvContentPartPr/>
                <p14:nvPr/>
              </p14:nvContentPartPr>
              <p14:xfrm>
                <a:off x="8149413" y="4239187"/>
                <a:ext cx="2414880" cy="13168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9C9CC88-0324-BCDF-9B34-A9CD934859D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131416" y="4221187"/>
                  <a:ext cx="2450515" cy="135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D4BBFEB-DA91-063B-C63B-14C8EE564009}"/>
                    </a:ext>
                  </a:extLst>
                </p14:cNvPr>
                <p14:cNvContentPartPr/>
                <p14:nvPr/>
              </p14:nvContentPartPr>
              <p14:xfrm>
                <a:off x="9020613" y="4284187"/>
                <a:ext cx="156240" cy="12726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D4BBFEB-DA91-063B-C63B-14C8EE56400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002613" y="4266187"/>
                  <a:ext cx="191880" cy="13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3ED7B1B-D21C-BD4A-85A3-30AD4B6B7ECA}"/>
                    </a:ext>
                  </a:extLst>
                </p14:cNvPr>
                <p14:cNvContentPartPr/>
                <p14:nvPr/>
              </p14:nvContentPartPr>
              <p14:xfrm>
                <a:off x="8246613" y="4041187"/>
                <a:ext cx="63360" cy="252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3ED7B1B-D21C-BD4A-85A3-30AD4B6B7EC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228613" y="4023187"/>
                  <a:ext cx="9900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2B7FC79-F098-5A9E-5BD4-636C204AE139}"/>
                    </a:ext>
                  </a:extLst>
                </p14:cNvPr>
                <p14:cNvContentPartPr/>
                <p14:nvPr/>
              </p14:nvContentPartPr>
              <p14:xfrm>
                <a:off x="8232573" y="3995107"/>
                <a:ext cx="177840" cy="1198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2B7FC79-F098-5A9E-5BD4-636C204AE13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214573" y="3977107"/>
                  <a:ext cx="2134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4820E5B-E5A6-1DC8-B2FE-495C33A78D9F}"/>
                    </a:ext>
                  </a:extLst>
                </p14:cNvPr>
                <p14:cNvContentPartPr/>
                <p14:nvPr/>
              </p14:nvContentPartPr>
              <p14:xfrm>
                <a:off x="9618933" y="3919867"/>
                <a:ext cx="21240" cy="2448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4820E5B-E5A6-1DC8-B2FE-495C33A78D9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600933" y="3901867"/>
                  <a:ext cx="5688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0D5C9F5-7573-84E7-27A6-362634A0C694}"/>
                    </a:ext>
                  </a:extLst>
                </p14:cNvPr>
                <p14:cNvContentPartPr/>
                <p14:nvPr/>
              </p14:nvContentPartPr>
              <p14:xfrm>
                <a:off x="9590493" y="3875587"/>
                <a:ext cx="194040" cy="2149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0D5C9F5-7573-84E7-27A6-362634A0C69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572493" y="3857587"/>
                  <a:ext cx="2296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8134002-05F5-636B-AA8F-2CBA150BF1C8}"/>
                    </a:ext>
                  </a:extLst>
                </p14:cNvPr>
                <p14:cNvContentPartPr/>
                <p14:nvPr/>
              </p14:nvContentPartPr>
              <p14:xfrm>
                <a:off x="8061573" y="4548067"/>
                <a:ext cx="172800" cy="262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8134002-05F5-636B-AA8F-2CBA150BF1C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043573" y="4530067"/>
                  <a:ext cx="2084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1DCEDC0-4D88-6E1D-E205-1FA9F0193E68}"/>
                    </a:ext>
                  </a:extLst>
                </p14:cNvPr>
                <p14:cNvContentPartPr/>
                <p14:nvPr/>
              </p14:nvContentPartPr>
              <p14:xfrm>
                <a:off x="8138973" y="4453387"/>
                <a:ext cx="51840" cy="149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1DCEDC0-4D88-6E1D-E205-1FA9F0193E6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120847" y="4435387"/>
                  <a:ext cx="87729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1C48C67-D16F-D820-062B-2627D049578A}"/>
                    </a:ext>
                  </a:extLst>
                </p14:cNvPr>
                <p14:cNvContentPartPr/>
                <p14:nvPr/>
              </p14:nvContentPartPr>
              <p14:xfrm>
                <a:off x="8132493" y="4772707"/>
                <a:ext cx="130680" cy="25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1C48C67-D16F-D820-062B-2627D049578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114493" y="4754957"/>
                  <a:ext cx="166320" cy="607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9421336-C434-0CFF-A7B3-30D673FF3622}"/>
                    </a:ext>
                  </a:extLst>
                </p14:cNvPr>
                <p14:cNvContentPartPr/>
                <p14:nvPr/>
              </p14:nvContentPartPr>
              <p14:xfrm>
                <a:off x="8174253" y="4734907"/>
                <a:ext cx="27720" cy="1036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9421336-C434-0CFF-A7B3-30D673FF362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156253" y="4716907"/>
                  <a:ext cx="633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194BE05-D723-E150-16D5-EBC9389CE1E8}"/>
                    </a:ext>
                  </a:extLst>
                </p14:cNvPr>
                <p14:cNvContentPartPr/>
                <p14:nvPr/>
              </p14:nvContentPartPr>
              <p14:xfrm>
                <a:off x="8172453" y="4968907"/>
                <a:ext cx="106200" cy="327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194BE05-D723-E150-16D5-EBC9389CE1E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154392" y="4950707"/>
                  <a:ext cx="141961" cy="687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3DBC9BD-99C6-1446-4694-015F829A9A7E}"/>
                    </a:ext>
                  </a:extLst>
                </p14:cNvPr>
                <p14:cNvContentPartPr/>
                <p14:nvPr/>
              </p14:nvContentPartPr>
              <p14:xfrm>
                <a:off x="8189013" y="4924987"/>
                <a:ext cx="24120" cy="950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3DBC9BD-99C6-1446-4694-015F829A9A7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171278" y="4907055"/>
                  <a:ext cx="59236" cy="1305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7AAB610-4D97-FCA5-5DA2-0C81FDDF3444}"/>
                    </a:ext>
                  </a:extLst>
                </p14:cNvPr>
                <p14:cNvContentPartPr/>
                <p14:nvPr/>
              </p14:nvContentPartPr>
              <p14:xfrm>
                <a:off x="8187213" y="5168347"/>
                <a:ext cx="138600" cy="349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7AAB610-4D97-FCA5-5DA2-0C81FDDF344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169213" y="5150347"/>
                  <a:ext cx="1742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8CCE42D-C2E6-A0E5-C9AE-281E3D01F701}"/>
                    </a:ext>
                  </a:extLst>
                </p14:cNvPr>
                <p14:cNvContentPartPr/>
                <p14:nvPr/>
              </p14:nvContentPartPr>
              <p14:xfrm>
                <a:off x="8262813" y="5145667"/>
                <a:ext cx="15120" cy="1126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8CCE42D-C2E6-A0E5-C9AE-281E3D01F70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244813" y="5127667"/>
                  <a:ext cx="507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0C53535-0DAD-9E64-1C4E-9BE99F746F1C}"/>
                    </a:ext>
                  </a:extLst>
                </p14:cNvPr>
                <p14:cNvContentPartPr/>
                <p14:nvPr/>
              </p14:nvContentPartPr>
              <p14:xfrm>
                <a:off x="8254533" y="5365627"/>
                <a:ext cx="82440" cy="100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0C53535-0DAD-9E64-1C4E-9BE99F746F1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236611" y="5347627"/>
                  <a:ext cx="117925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4ACC220-E057-AD40-597C-1547610D8203}"/>
                    </a:ext>
                  </a:extLst>
                </p14:cNvPr>
                <p14:cNvContentPartPr/>
                <p14:nvPr/>
              </p14:nvContentPartPr>
              <p14:xfrm>
                <a:off x="8315013" y="5353387"/>
                <a:ext cx="16560" cy="1170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4ACC220-E057-AD40-597C-1547610D820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297013" y="5335387"/>
                  <a:ext cx="522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1750D74-7D9D-8C33-5C73-F4654E8A0D4E}"/>
                    </a:ext>
                  </a:extLst>
                </p14:cNvPr>
                <p14:cNvContentPartPr/>
                <p14:nvPr/>
              </p14:nvContentPartPr>
              <p14:xfrm>
                <a:off x="10078653" y="4364827"/>
                <a:ext cx="72720" cy="64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1750D74-7D9D-8C33-5C73-F4654E8A0D4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060653" y="4346827"/>
                  <a:ext cx="1083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FCC6B07-318D-72ED-CF22-9D35E8A846DD}"/>
                    </a:ext>
                  </a:extLst>
                </p14:cNvPr>
                <p14:cNvContentPartPr/>
                <p14:nvPr/>
              </p14:nvContentPartPr>
              <p14:xfrm>
                <a:off x="10023933" y="4532227"/>
                <a:ext cx="95040" cy="352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FCC6B07-318D-72ED-CF22-9D35E8A846D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005933" y="4514041"/>
                  <a:ext cx="130680" cy="712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7D6EA58-5335-073E-1D0C-B8AF725FC6C7}"/>
                    </a:ext>
                  </a:extLst>
                </p14:cNvPr>
                <p14:cNvContentPartPr/>
                <p14:nvPr/>
              </p14:nvContentPartPr>
              <p14:xfrm>
                <a:off x="10089813" y="4728427"/>
                <a:ext cx="63000" cy="180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7D6EA58-5335-073E-1D0C-B8AF725FC6C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071813" y="4710060"/>
                  <a:ext cx="98640" cy="543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016E13B-52FE-0E44-1C7A-6278A804F3D9}"/>
                    </a:ext>
                  </a:extLst>
                </p14:cNvPr>
                <p14:cNvContentPartPr/>
                <p14:nvPr/>
              </p14:nvContentPartPr>
              <p14:xfrm>
                <a:off x="10110693" y="4869907"/>
                <a:ext cx="103320" cy="205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016E13B-52FE-0E44-1C7A-6278A804F3D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092630" y="4851907"/>
                  <a:ext cx="139085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3923041-AB44-8794-01A5-212D10A9217F}"/>
                    </a:ext>
                  </a:extLst>
                </p14:cNvPr>
                <p14:cNvContentPartPr/>
                <p14:nvPr/>
              </p14:nvContentPartPr>
              <p14:xfrm>
                <a:off x="10150653" y="5004907"/>
                <a:ext cx="83520" cy="129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3923041-AB44-8794-01A5-212D10A9217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132653" y="4986907"/>
                  <a:ext cx="1191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1640E2C-E4DD-680D-6914-F1F09E2006CA}"/>
                    </a:ext>
                  </a:extLst>
                </p14:cNvPr>
                <p14:cNvContentPartPr/>
                <p14:nvPr/>
              </p14:nvContentPartPr>
              <p14:xfrm>
                <a:off x="10158573" y="5123707"/>
                <a:ext cx="96480" cy="345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1640E2C-E4DD-680D-6914-F1F09E2006C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140573" y="5105893"/>
                  <a:ext cx="132120" cy="6983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6984F24-9817-DC4E-BA85-6B826A636BDC}"/>
                    </a:ext>
                  </a:extLst>
                </p14:cNvPr>
                <p14:cNvContentPartPr/>
                <p14:nvPr/>
              </p14:nvContentPartPr>
              <p14:xfrm>
                <a:off x="10212933" y="5292547"/>
                <a:ext cx="50760" cy="136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6984F24-9817-DC4E-BA85-6B826A636BDC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194933" y="5274547"/>
                  <a:ext cx="864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4635545-B570-110D-A4CF-33290E3F4EFD}"/>
                    </a:ext>
                  </a:extLst>
                </p14:cNvPr>
                <p14:cNvContentPartPr/>
                <p14:nvPr/>
              </p14:nvContentPartPr>
              <p14:xfrm>
                <a:off x="9110613" y="4291387"/>
                <a:ext cx="270000" cy="2710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4635545-B570-110D-A4CF-33290E3F4EF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092637" y="4273411"/>
                  <a:ext cx="305593" cy="3066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3F79E76-B118-51CA-C2A5-60EE39766B23}"/>
                    </a:ext>
                  </a:extLst>
                </p14:cNvPr>
                <p14:cNvContentPartPr/>
                <p14:nvPr/>
              </p14:nvContentPartPr>
              <p14:xfrm>
                <a:off x="9160293" y="4570387"/>
                <a:ext cx="263520" cy="2613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3F79E76-B118-51CA-C2A5-60EE39766B2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142293" y="4552387"/>
                  <a:ext cx="2991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2E0F2A0-2AA2-BBBD-B404-14A6FAB13581}"/>
                    </a:ext>
                  </a:extLst>
                </p14:cNvPr>
                <p14:cNvContentPartPr/>
                <p14:nvPr/>
              </p14:nvContentPartPr>
              <p14:xfrm>
                <a:off x="9196293" y="4856227"/>
                <a:ext cx="190440" cy="2955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2E0F2A0-2AA2-BBBD-B404-14A6FAB1358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178293" y="4838205"/>
                  <a:ext cx="226080" cy="3312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949C275-8043-EE7A-F359-68AFC4A23C66}"/>
                    </a:ext>
                  </a:extLst>
                </p14:cNvPr>
                <p14:cNvContentPartPr/>
                <p14:nvPr/>
              </p14:nvContentPartPr>
              <p14:xfrm>
                <a:off x="9248133" y="5198947"/>
                <a:ext cx="224640" cy="2185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949C275-8043-EE7A-F359-68AFC4A23C6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230133" y="5180917"/>
                  <a:ext cx="260280" cy="254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C55E52F-396D-262F-9124-5FA5050336FD}"/>
                    </a:ext>
                  </a:extLst>
                </p14:cNvPr>
                <p14:cNvContentPartPr/>
                <p14:nvPr/>
              </p14:nvContentPartPr>
              <p14:xfrm>
                <a:off x="9155253" y="4414507"/>
                <a:ext cx="109440" cy="237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C55E52F-396D-262F-9124-5FA5050336F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137253" y="4396776"/>
                  <a:ext cx="145080" cy="588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D093828-B7B8-2A3B-9B9F-1B210175E6BC}"/>
                    </a:ext>
                  </a:extLst>
                </p14:cNvPr>
                <p14:cNvContentPartPr/>
                <p14:nvPr/>
              </p14:nvContentPartPr>
              <p14:xfrm>
                <a:off x="9204573" y="4382827"/>
                <a:ext cx="23760" cy="738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D093828-B7B8-2A3B-9B9F-1B210175E6B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186842" y="4364739"/>
                  <a:ext cx="58868" cy="1096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F75D659-69A2-3FBA-3F4C-CB124BFC1487}"/>
                    </a:ext>
                  </a:extLst>
                </p14:cNvPr>
                <p14:cNvContentPartPr/>
                <p14:nvPr/>
              </p14:nvContentPartPr>
              <p14:xfrm>
                <a:off x="9253173" y="4695667"/>
                <a:ext cx="86040" cy="79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F75D659-69A2-3FBA-3F4C-CB124BFC148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235248" y="4677667"/>
                  <a:ext cx="121532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B791211-7A52-4EF7-249A-18CBFA285A8F}"/>
                    </a:ext>
                  </a:extLst>
                </p14:cNvPr>
                <p14:cNvContentPartPr/>
                <p14:nvPr/>
              </p14:nvContentPartPr>
              <p14:xfrm>
                <a:off x="9299253" y="4647067"/>
                <a:ext cx="19440" cy="1098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B791211-7A52-4EF7-249A-18CBFA285A8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81253" y="4629067"/>
                  <a:ext cx="550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A7352D4-73C8-B69B-6C34-3CF5F937D05C}"/>
                    </a:ext>
                  </a:extLst>
                </p14:cNvPr>
                <p14:cNvContentPartPr/>
                <p14:nvPr/>
              </p14:nvContentPartPr>
              <p14:xfrm>
                <a:off x="9269373" y="4963867"/>
                <a:ext cx="120240" cy="169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A7352D4-73C8-B69B-6C34-3CF5F937D05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251373" y="4945867"/>
                  <a:ext cx="1558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3266818-0167-69D1-63A2-2054646B7F7B}"/>
                    </a:ext>
                  </a:extLst>
                </p14:cNvPr>
                <p14:cNvContentPartPr/>
                <p14:nvPr/>
              </p14:nvContentPartPr>
              <p14:xfrm>
                <a:off x="9308253" y="4923187"/>
                <a:ext cx="12600" cy="192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3266818-0167-69D1-63A2-2054646B7F7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290253" y="4905187"/>
                  <a:ext cx="482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EC8BF0C-AFA3-79D8-4047-FF1160C2B751}"/>
                    </a:ext>
                  </a:extLst>
                </p14:cNvPr>
                <p14:cNvContentPartPr/>
                <p14:nvPr/>
              </p14:nvContentPartPr>
              <p14:xfrm>
                <a:off x="9335253" y="5296507"/>
                <a:ext cx="81360" cy="20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EC8BF0C-AFA3-79D8-4047-FF1160C2B75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317253" y="5278507"/>
                  <a:ext cx="1170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3FC73FF-384E-9037-DF54-EB0D10C97FDC}"/>
                    </a:ext>
                  </a:extLst>
                </p14:cNvPr>
                <p14:cNvContentPartPr/>
                <p14:nvPr/>
              </p14:nvContentPartPr>
              <p14:xfrm>
                <a:off x="9380973" y="5274187"/>
                <a:ext cx="9000" cy="1047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3FC73FF-384E-9037-DF54-EB0D10C97FD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362973" y="5256249"/>
                  <a:ext cx="44640" cy="14027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7081062-2FF8-BF9A-894D-3AE29197C589}"/>
                    </a:ext>
                  </a:extLst>
                </p14:cNvPr>
                <p14:cNvContentPartPr/>
                <p14:nvPr/>
              </p14:nvContentPartPr>
              <p14:xfrm>
                <a:off x="8728293" y="4314067"/>
                <a:ext cx="294840" cy="2617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7081062-2FF8-BF9A-894D-3AE29197C58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710293" y="4296067"/>
                  <a:ext cx="33048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B1409AA-FE0B-B831-75EB-7AA1F32E6E4E}"/>
                    </a:ext>
                  </a:extLst>
                </p14:cNvPr>
                <p14:cNvContentPartPr/>
                <p14:nvPr/>
              </p14:nvContentPartPr>
              <p14:xfrm>
                <a:off x="8818653" y="4406947"/>
                <a:ext cx="87840" cy="529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B1409AA-FE0B-B831-75EB-7AA1F32E6E4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800579" y="4388947"/>
                  <a:ext cx="123627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BDDC52F-37B1-B9DC-9485-0F7E66A07D5C}"/>
                    </a:ext>
                  </a:extLst>
                </p14:cNvPr>
                <p14:cNvContentPartPr/>
                <p14:nvPr/>
              </p14:nvContentPartPr>
              <p14:xfrm>
                <a:off x="8895333" y="4716187"/>
                <a:ext cx="56160" cy="180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BDDC52F-37B1-B9DC-9485-0F7E66A07D5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877217" y="4698187"/>
                  <a:ext cx="9203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93C2E05-28B4-23D1-E07C-CC2217B6810C}"/>
                    </a:ext>
                  </a:extLst>
                </p14:cNvPr>
                <p14:cNvContentPartPr/>
                <p14:nvPr/>
              </p14:nvContentPartPr>
              <p14:xfrm>
                <a:off x="8828733" y="4620787"/>
                <a:ext cx="253080" cy="2210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93C2E05-28B4-23D1-E07C-CC2217B6810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810733" y="4602787"/>
                  <a:ext cx="2887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44DBABD-9678-C0AC-A593-31F7EA4615F9}"/>
                    </a:ext>
                  </a:extLst>
                </p14:cNvPr>
                <p14:cNvContentPartPr/>
                <p14:nvPr/>
              </p14:nvContentPartPr>
              <p14:xfrm>
                <a:off x="8871573" y="4926427"/>
                <a:ext cx="198360" cy="2106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44DBABD-9678-C0AC-A593-31F7EA4615F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853573" y="4908427"/>
                  <a:ext cx="2340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2E8B34A-8D0F-431D-67DF-C6D8A445D521}"/>
                    </a:ext>
                  </a:extLst>
                </p14:cNvPr>
                <p14:cNvContentPartPr/>
                <p14:nvPr/>
              </p14:nvContentPartPr>
              <p14:xfrm>
                <a:off x="8942853" y="4999867"/>
                <a:ext cx="86040" cy="586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2E8B34A-8D0F-431D-67DF-C6D8A445D52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924853" y="4981867"/>
                  <a:ext cx="1216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D8CA91B-7929-393C-21FE-F059058B300E}"/>
                    </a:ext>
                  </a:extLst>
                </p14:cNvPr>
                <p14:cNvContentPartPr/>
                <p14:nvPr/>
              </p14:nvContentPartPr>
              <p14:xfrm>
                <a:off x="8877333" y="5156107"/>
                <a:ext cx="204120" cy="2563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D8CA91B-7929-393C-21FE-F059058B300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859333" y="5138107"/>
                  <a:ext cx="2397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82F1A55-D433-72E2-85F8-FE31B0ADAC63}"/>
                    </a:ext>
                  </a:extLst>
                </p14:cNvPr>
                <p14:cNvContentPartPr/>
                <p14:nvPr/>
              </p14:nvContentPartPr>
              <p14:xfrm>
                <a:off x="8952213" y="5260147"/>
                <a:ext cx="51480" cy="154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82F1A55-D433-72E2-85F8-FE31B0ADAC6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934213" y="5242147"/>
                  <a:ext cx="8712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E4670DF-FA54-FC27-ACD4-F9548BF267C5}"/>
                    </a:ext>
                  </a:extLst>
                </p14:cNvPr>
                <p14:cNvContentPartPr/>
                <p14:nvPr/>
              </p14:nvContentPartPr>
              <p14:xfrm>
                <a:off x="7275693" y="4871347"/>
                <a:ext cx="549000" cy="579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E4670DF-FA54-FC27-ACD4-F9548BF267C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257693" y="4853347"/>
                  <a:ext cx="5846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312D588-7F74-137A-1482-47952AEBE5B5}"/>
                    </a:ext>
                  </a:extLst>
                </p14:cNvPr>
                <p14:cNvContentPartPr/>
                <p14:nvPr/>
              </p14:nvContentPartPr>
              <p14:xfrm>
                <a:off x="7251573" y="4958107"/>
                <a:ext cx="134640" cy="12445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312D588-7F74-137A-1482-47952AEBE5B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233573" y="4940107"/>
                  <a:ext cx="170280" cy="12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E4A5AEE-469A-8543-6C13-47ECAD46DF96}"/>
                    </a:ext>
                  </a:extLst>
                </p14:cNvPr>
                <p14:cNvContentPartPr/>
                <p14:nvPr/>
              </p14:nvContentPartPr>
              <p14:xfrm>
                <a:off x="7388013" y="6161947"/>
                <a:ext cx="29880" cy="1850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E4A5AEE-469A-8543-6C13-47ECAD46DF9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369793" y="6143947"/>
                  <a:ext cx="65955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C90F6B6-5634-1B84-F49E-490B5583C2F9}"/>
                    </a:ext>
                  </a:extLst>
                </p14:cNvPr>
                <p14:cNvContentPartPr/>
                <p14:nvPr/>
              </p14:nvContentPartPr>
              <p14:xfrm>
                <a:off x="7421133" y="6299107"/>
                <a:ext cx="644040" cy="478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C90F6B6-5634-1B84-F49E-490B5583C2F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403133" y="6281107"/>
                  <a:ext cx="6796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E9E9B53-7ECF-9626-2E7D-637CF5FF1A1E}"/>
                    </a:ext>
                  </a:extLst>
                </p14:cNvPr>
                <p14:cNvContentPartPr/>
                <p14:nvPr/>
              </p14:nvContentPartPr>
              <p14:xfrm>
                <a:off x="8078853" y="6147187"/>
                <a:ext cx="31320" cy="2754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E9E9B53-7ECF-9626-2E7D-637CF5FF1A1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060853" y="6129163"/>
                  <a:ext cx="66960" cy="3110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83FBDB3-8096-8BBB-1C0D-95D0E81287AF}"/>
                    </a:ext>
                  </a:extLst>
                </p14:cNvPr>
                <p14:cNvContentPartPr/>
                <p14:nvPr/>
              </p14:nvContentPartPr>
              <p14:xfrm>
                <a:off x="8194053" y="5961067"/>
                <a:ext cx="105480" cy="8874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83FBDB3-8096-8BBB-1C0D-95D0E81287A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175991" y="5943067"/>
                  <a:ext cx="141242" cy="9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2A75B44-4066-55D6-A977-A896CF675DB8}"/>
                    </a:ext>
                  </a:extLst>
                </p14:cNvPr>
                <p14:cNvContentPartPr/>
                <p14:nvPr/>
              </p14:nvContentPartPr>
              <p14:xfrm>
                <a:off x="8296653" y="6175267"/>
                <a:ext cx="2436480" cy="1497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2A75B44-4066-55D6-A977-A896CF675DB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278653" y="6157224"/>
                  <a:ext cx="2472120" cy="1854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FDB2289-A94A-9679-7FF0-531EE35BA643}"/>
                    </a:ext>
                  </a:extLst>
                </p14:cNvPr>
                <p14:cNvContentPartPr/>
                <p14:nvPr/>
              </p14:nvContentPartPr>
              <p14:xfrm>
                <a:off x="10445853" y="4517827"/>
                <a:ext cx="743400" cy="17820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FDB2289-A94A-9679-7FF0-531EE35BA64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427853" y="4499831"/>
                  <a:ext cx="779040" cy="1817633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B45E353A-B8C4-8509-4E94-11C502592E7E}"/>
                  </a:ext>
                </a:extLst>
              </p14:cNvPr>
              <p14:cNvContentPartPr/>
              <p14:nvPr/>
            </p14:nvContentPartPr>
            <p14:xfrm>
              <a:off x="7306293" y="4027507"/>
              <a:ext cx="321840" cy="6300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B45E353A-B8C4-8509-4E94-11C502592E7E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7288293" y="4009507"/>
                <a:ext cx="357480" cy="9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72" name="Group 71">
            <a:extLst>
              <a:ext uri="{FF2B5EF4-FFF2-40B4-BE49-F238E27FC236}">
                <a16:creationId xmlns:a16="http://schemas.microsoft.com/office/drawing/2014/main" id="{D2F93670-1E72-6D8C-82FC-978D1C2925A1}"/>
              </a:ext>
            </a:extLst>
          </p:cNvPr>
          <p:cNvGrpSpPr/>
          <p:nvPr/>
        </p:nvGrpSpPr>
        <p:grpSpPr>
          <a:xfrm>
            <a:off x="10306893" y="3624307"/>
            <a:ext cx="432360" cy="398520"/>
            <a:chOff x="10306893" y="3624307"/>
            <a:chExt cx="432360" cy="39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84DE63A-8021-A4EF-BA79-4E80BA301331}"/>
                    </a:ext>
                  </a:extLst>
                </p14:cNvPr>
                <p14:cNvContentPartPr/>
                <p14:nvPr/>
              </p14:nvContentPartPr>
              <p14:xfrm>
                <a:off x="10306893" y="3848947"/>
                <a:ext cx="432360" cy="676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84DE63A-8021-A4EF-BA79-4E80BA30133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288893" y="3831042"/>
                  <a:ext cx="468000" cy="1031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7FACA4A-4A12-2051-2068-19887E2E976D}"/>
                    </a:ext>
                  </a:extLst>
                </p14:cNvPr>
                <p14:cNvContentPartPr/>
                <p14:nvPr/>
              </p14:nvContentPartPr>
              <p14:xfrm>
                <a:off x="10544133" y="3624307"/>
                <a:ext cx="87840" cy="3985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7FACA4A-4A12-2051-2068-19887E2E976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526059" y="3606291"/>
                  <a:ext cx="123627" cy="43419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53DD61F-BD8A-C992-68E9-3F6B1A8C0976}"/>
              </a:ext>
            </a:extLst>
          </p:cNvPr>
          <p:cNvGrpSpPr/>
          <p:nvPr/>
        </p:nvGrpSpPr>
        <p:grpSpPr>
          <a:xfrm>
            <a:off x="7841973" y="4471387"/>
            <a:ext cx="316440" cy="1027440"/>
            <a:chOff x="7841973" y="4471387"/>
            <a:chExt cx="316440" cy="102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41FB147-BDA1-AF1A-69E2-8F5A285B6FF7}"/>
                    </a:ext>
                  </a:extLst>
                </p14:cNvPr>
                <p14:cNvContentPartPr/>
                <p14:nvPr/>
              </p14:nvContentPartPr>
              <p14:xfrm>
                <a:off x="7841973" y="4563907"/>
                <a:ext cx="127800" cy="176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41FB147-BDA1-AF1A-69E2-8F5A285B6FF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823973" y="4545907"/>
                  <a:ext cx="1634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802B620-A49C-36C9-8CDD-66565AA1C292}"/>
                    </a:ext>
                  </a:extLst>
                </p14:cNvPr>
                <p14:cNvContentPartPr/>
                <p14:nvPr/>
              </p14:nvContentPartPr>
              <p14:xfrm>
                <a:off x="7904973" y="4471387"/>
                <a:ext cx="33840" cy="1544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802B620-A49C-36C9-8CDD-66565AA1C29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886973" y="4453387"/>
                  <a:ext cx="694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8450630-5F1B-B437-E98A-AE3CD5024F04}"/>
                    </a:ext>
                  </a:extLst>
                </p14:cNvPr>
                <p14:cNvContentPartPr/>
                <p14:nvPr/>
              </p14:nvContentPartPr>
              <p14:xfrm>
                <a:off x="7905333" y="4827067"/>
                <a:ext cx="148320" cy="262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8450630-5F1B-B437-E98A-AE3CD5024F0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887333" y="4809310"/>
                  <a:ext cx="183960" cy="614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C7416EC-910A-B573-9C4C-550651CF7BC6}"/>
                    </a:ext>
                  </a:extLst>
                </p14:cNvPr>
                <p14:cNvContentPartPr/>
                <p14:nvPr/>
              </p14:nvContentPartPr>
              <p14:xfrm>
                <a:off x="7984893" y="4745347"/>
                <a:ext cx="12960" cy="1659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C7416EC-910A-B573-9C4C-550651CF7BC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966893" y="4727347"/>
                  <a:ext cx="486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5C5D607-BDCE-F0F5-D914-FC3FE40A320D}"/>
                    </a:ext>
                  </a:extLst>
                </p14:cNvPr>
                <p14:cNvContentPartPr/>
                <p14:nvPr/>
              </p14:nvContentPartPr>
              <p14:xfrm>
                <a:off x="7975173" y="5058187"/>
                <a:ext cx="114120" cy="165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5C5D607-BDCE-F0F5-D914-FC3FE40A320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957173" y="5039787"/>
                  <a:ext cx="149760" cy="529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32631C7-D850-6355-393E-47936B62E93C}"/>
                    </a:ext>
                  </a:extLst>
                </p14:cNvPr>
                <p14:cNvContentPartPr/>
                <p14:nvPr/>
              </p14:nvContentPartPr>
              <p14:xfrm>
                <a:off x="8021613" y="5010667"/>
                <a:ext cx="29520" cy="1350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32631C7-D850-6355-393E-47936B62E93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003391" y="4992667"/>
                  <a:ext cx="6560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142E3A5-0CC3-10B0-C335-32F12343B1D7}"/>
                    </a:ext>
                  </a:extLst>
                </p14:cNvPr>
                <p14:cNvContentPartPr/>
                <p14:nvPr/>
              </p14:nvContentPartPr>
              <p14:xfrm>
                <a:off x="8003253" y="5274187"/>
                <a:ext cx="107280" cy="345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142E3A5-0CC3-10B0-C335-32F12343B1D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985253" y="5256187"/>
                  <a:ext cx="1429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D47EBF6-E0DC-77E1-D739-E4C75DD89BC2}"/>
                    </a:ext>
                  </a:extLst>
                </p14:cNvPr>
                <p14:cNvContentPartPr/>
                <p14:nvPr/>
              </p14:nvContentPartPr>
              <p14:xfrm>
                <a:off x="8045373" y="5256547"/>
                <a:ext cx="31320" cy="1256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D47EBF6-E0DC-77E1-D739-E4C75DD89BC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027164" y="5238547"/>
                  <a:ext cx="67374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9337D18-1E29-94B5-F3AD-92F865B0A7BE}"/>
                    </a:ext>
                  </a:extLst>
                </p14:cNvPr>
                <p14:cNvContentPartPr/>
                <p14:nvPr/>
              </p14:nvContentPartPr>
              <p14:xfrm>
                <a:off x="8075973" y="5459587"/>
                <a:ext cx="82440" cy="392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9337D18-1E29-94B5-F3AD-92F865B0A7B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057973" y="5441587"/>
                  <a:ext cx="118080" cy="74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93BECB54-B399-7712-90D0-64F97A138BA0}"/>
                  </a:ext>
                </a:extLst>
              </p14:cNvPr>
              <p14:cNvContentPartPr/>
              <p14:nvPr/>
            </p14:nvContentPartPr>
            <p14:xfrm>
              <a:off x="10251453" y="4384987"/>
              <a:ext cx="77400" cy="1440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93BECB54-B399-7712-90D0-64F97A138BA0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0233453" y="4366987"/>
                <a:ext cx="113040" cy="50040"/>
              </a:xfrm>
              <a:prstGeom prst="rect">
                <a:avLst/>
              </a:prstGeom>
            </p:spPr>
          </p:pic>
        </mc:Fallback>
      </mc:AlternateContent>
      <p:grpSp>
        <p:nvGrpSpPr>
          <p:cNvPr id="86" name="Group 85">
            <a:extLst>
              <a:ext uri="{FF2B5EF4-FFF2-40B4-BE49-F238E27FC236}">
                <a16:creationId xmlns:a16="http://schemas.microsoft.com/office/drawing/2014/main" id="{BC32BCB8-6B59-0B28-8B69-3B30437B1C77}"/>
              </a:ext>
            </a:extLst>
          </p:cNvPr>
          <p:cNvGrpSpPr/>
          <p:nvPr/>
        </p:nvGrpSpPr>
        <p:grpSpPr>
          <a:xfrm>
            <a:off x="10273053" y="4568227"/>
            <a:ext cx="94320" cy="165600"/>
            <a:chOff x="10273053" y="4568227"/>
            <a:chExt cx="94320" cy="16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D77A371-7574-3C6A-8926-0EFD896189EB}"/>
                    </a:ext>
                  </a:extLst>
                </p14:cNvPr>
                <p14:cNvContentPartPr/>
                <p14:nvPr/>
              </p14:nvContentPartPr>
              <p14:xfrm>
                <a:off x="10273053" y="4568227"/>
                <a:ext cx="58680" cy="165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D77A371-7574-3C6A-8926-0EFD896189EB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255163" y="4550227"/>
                  <a:ext cx="94103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E56D221-B356-7F4E-6143-A926C6FBE45D}"/>
                    </a:ext>
                  </a:extLst>
                </p14:cNvPr>
                <p14:cNvContentPartPr/>
                <p14:nvPr/>
              </p14:nvContentPartPr>
              <p14:xfrm>
                <a:off x="10313373" y="4714747"/>
                <a:ext cx="54000" cy="190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E56D221-B356-7F4E-6143-A926C6FBE45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295373" y="4696747"/>
                  <a:ext cx="8964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A7D62831-3E4C-59F4-ADC7-925506EB694D}"/>
              </a:ext>
            </a:extLst>
          </p:cNvPr>
          <p:cNvGrpSpPr/>
          <p:nvPr/>
        </p:nvGrpSpPr>
        <p:grpSpPr>
          <a:xfrm>
            <a:off x="9406173" y="4278427"/>
            <a:ext cx="427320" cy="1189440"/>
            <a:chOff x="9406173" y="4278427"/>
            <a:chExt cx="427320" cy="118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734084D-B777-04F8-F395-25C484B5C4DC}"/>
                    </a:ext>
                  </a:extLst>
                </p14:cNvPr>
                <p14:cNvContentPartPr/>
                <p14:nvPr/>
              </p14:nvContentPartPr>
              <p14:xfrm>
                <a:off x="9406173" y="4278427"/>
                <a:ext cx="220680" cy="2872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734084D-B777-04F8-F395-25C484B5C4D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388173" y="4260427"/>
                  <a:ext cx="2563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4A0D123D-5EDA-DDC1-0587-476344E62DDE}"/>
                    </a:ext>
                  </a:extLst>
                </p14:cNvPr>
                <p14:cNvContentPartPr/>
                <p14:nvPr/>
              </p14:nvContentPartPr>
              <p14:xfrm>
                <a:off x="9491133" y="4402267"/>
                <a:ext cx="114840" cy="331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4A0D123D-5EDA-DDC1-0587-476344E62DD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473189" y="4384267"/>
                  <a:ext cx="150369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EC7F2BF-0E1F-167A-2A69-83D74DECA1BF}"/>
                    </a:ext>
                  </a:extLst>
                </p14:cNvPr>
                <p14:cNvContentPartPr/>
                <p14:nvPr/>
              </p14:nvContentPartPr>
              <p14:xfrm>
                <a:off x="9537933" y="4363747"/>
                <a:ext cx="19440" cy="1126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EC7F2BF-0E1F-167A-2A69-83D74DECA1B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519933" y="4345747"/>
                  <a:ext cx="550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6332B8F-AB59-B32E-FB77-1BD92458FB23}"/>
                    </a:ext>
                  </a:extLst>
                </p14:cNvPr>
                <p14:cNvContentPartPr/>
                <p14:nvPr/>
              </p14:nvContentPartPr>
              <p14:xfrm>
                <a:off x="9457653" y="4642027"/>
                <a:ext cx="244080" cy="2404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6332B8F-AB59-B32E-FB77-1BD92458FB2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439653" y="4624027"/>
                  <a:ext cx="27972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B350421-685B-543E-A4A8-31E6DEB38ED5}"/>
                    </a:ext>
                  </a:extLst>
                </p14:cNvPr>
                <p14:cNvContentPartPr/>
                <p14:nvPr/>
              </p14:nvContentPartPr>
              <p14:xfrm>
                <a:off x="9579333" y="4760107"/>
                <a:ext cx="86760" cy="363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B350421-685B-543E-A4A8-31E6DEB38ED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561258" y="4742107"/>
                  <a:ext cx="122549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2811C03-7BE2-0229-14E7-38079A226D93}"/>
                    </a:ext>
                  </a:extLst>
                </p14:cNvPr>
                <p14:cNvContentPartPr/>
                <p14:nvPr/>
              </p14:nvContentPartPr>
              <p14:xfrm>
                <a:off x="9543693" y="4733827"/>
                <a:ext cx="25920" cy="446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2811C03-7BE2-0229-14E7-38079A226D9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525693" y="4715971"/>
                  <a:ext cx="61560" cy="799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35FC491-89BA-21C4-081D-8EC522124B54}"/>
                    </a:ext>
                  </a:extLst>
                </p14:cNvPr>
                <p14:cNvContentPartPr/>
                <p14:nvPr/>
              </p14:nvContentPartPr>
              <p14:xfrm>
                <a:off x="9503373" y="4930387"/>
                <a:ext cx="181440" cy="2163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35FC491-89BA-21C4-081D-8EC522124B5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485337" y="4912387"/>
                  <a:ext cx="217151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E69CADE-8D7C-2331-AA4E-6E9FC2BF8C94}"/>
                    </a:ext>
                  </a:extLst>
                </p14:cNvPr>
                <p14:cNvContentPartPr/>
                <p14:nvPr/>
              </p14:nvContentPartPr>
              <p14:xfrm>
                <a:off x="9572853" y="5048827"/>
                <a:ext cx="84600" cy="496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E69CADE-8D7C-2331-AA4E-6E9FC2BF8C9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554776" y="5030827"/>
                  <a:ext cx="120392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807A81D-0B5C-FD15-7F9E-D02469C9BADD}"/>
                    </a:ext>
                  </a:extLst>
                </p14:cNvPr>
                <p14:cNvContentPartPr/>
                <p14:nvPr/>
              </p14:nvContentPartPr>
              <p14:xfrm>
                <a:off x="9591213" y="5038387"/>
                <a:ext cx="35280" cy="1234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807A81D-0B5C-FD15-7F9E-D02469C9BAD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573213" y="5020387"/>
                  <a:ext cx="709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0B296EC-C305-F680-DFF8-22E0D9E06198}"/>
                    </a:ext>
                  </a:extLst>
                </p14:cNvPr>
                <p14:cNvContentPartPr/>
                <p14:nvPr/>
              </p14:nvContentPartPr>
              <p14:xfrm>
                <a:off x="9562413" y="5215147"/>
                <a:ext cx="271080" cy="2527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0B296EC-C305-F680-DFF8-22E0D9E0619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544413" y="5197147"/>
                  <a:ext cx="30672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3BEFAA2-C1DC-05BD-B409-8EF93D46C447}"/>
                    </a:ext>
                  </a:extLst>
                </p14:cNvPr>
                <p14:cNvContentPartPr/>
                <p14:nvPr/>
              </p14:nvContentPartPr>
              <p14:xfrm>
                <a:off x="9694533" y="5305867"/>
                <a:ext cx="81360" cy="302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3BEFAA2-C1DC-05BD-B409-8EF93D46C44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676533" y="5287867"/>
                  <a:ext cx="1170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9604394-7E06-0258-0694-1753657B7A8D}"/>
                    </a:ext>
                  </a:extLst>
                </p14:cNvPr>
                <p14:cNvContentPartPr/>
                <p14:nvPr/>
              </p14:nvContentPartPr>
              <p14:xfrm>
                <a:off x="9721173" y="5279947"/>
                <a:ext cx="21960" cy="914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9604394-7E06-0258-0694-1753657B7A8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702873" y="5261947"/>
                  <a:ext cx="58194" cy="12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AC2E84B1-37FD-2022-0458-7FDB31958B37}"/>
              </a:ext>
            </a:extLst>
          </p:cNvPr>
          <p:cNvGrpSpPr/>
          <p:nvPr/>
        </p:nvGrpSpPr>
        <p:grpSpPr>
          <a:xfrm>
            <a:off x="8459013" y="4352227"/>
            <a:ext cx="460080" cy="1141560"/>
            <a:chOff x="8459013" y="4352227"/>
            <a:chExt cx="460080" cy="114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ACFD45F-1678-5C8D-0FA4-9B863C88CA31}"/>
                    </a:ext>
                  </a:extLst>
                </p14:cNvPr>
                <p14:cNvContentPartPr/>
                <p14:nvPr/>
              </p14:nvContentPartPr>
              <p14:xfrm>
                <a:off x="8459013" y="4352227"/>
                <a:ext cx="240480" cy="2991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ACFD45F-1678-5C8D-0FA4-9B863C88CA3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441013" y="4334227"/>
                  <a:ext cx="27612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BC75D43-DFED-E36E-82D5-6BC59BBC04B0}"/>
                    </a:ext>
                  </a:extLst>
                </p14:cNvPr>
                <p14:cNvContentPartPr/>
                <p14:nvPr/>
              </p14:nvContentPartPr>
              <p14:xfrm>
                <a:off x="8552613" y="4697827"/>
                <a:ext cx="238320" cy="2412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BC75D43-DFED-E36E-82D5-6BC59BBC04B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534613" y="4679827"/>
                  <a:ext cx="2739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B41D860-C480-F3DF-CD92-DF2E6CAFA079}"/>
                    </a:ext>
                  </a:extLst>
                </p14:cNvPr>
                <p14:cNvContentPartPr/>
                <p14:nvPr/>
              </p14:nvContentPartPr>
              <p14:xfrm>
                <a:off x="8620293" y="4946227"/>
                <a:ext cx="253080" cy="2383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B41D860-C480-F3DF-CD92-DF2E6CAFA07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602293" y="4928227"/>
                  <a:ext cx="28872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7842127-D8CB-5DFD-8135-9D264393C14C}"/>
                    </a:ext>
                  </a:extLst>
                </p14:cNvPr>
                <p14:cNvContentPartPr/>
                <p14:nvPr/>
              </p14:nvContentPartPr>
              <p14:xfrm>
                <a:off x="8662413" y="5204347"/>
                <a:ext cx="256680" cy="2894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7842127-D8CB-5DFD-8135-9D264393C14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644413" y="5186347"/>
                  <a:ext cx="2923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A3359F2-FD2E-CBCB-F494-BF4FCC8EB075}"/>
                    </a:ext>
                  </a:extLst>
                </p14:cNvPr>
                <p14:cNvContentPartPr/>
                <p14:nvPr/>
              </p14:nvContentPartPr>
              <p14:xfrm>
                <a:off x="8586093" y="4481107"/>
                <a:ext cx="71280" cy="129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A3359F2-FD2E-CBCB-F494-BF4FCC8EB07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568093" y="4463593"/>
                  <a:ext cx="106920" cy="476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C14F12B-7865-B7C2-4BF4-700DF38B8306}"/>
                    </a:ext>
                  </a:extLst>
                </p14:cNvPr>
                <p14:cNvContentPartPr/>
                <p14:nvPr/>
              </p14:nvContentPartPr>
              <p14:xfrm>
                <a:off x="8686533" y="4820227"/>
                <a:ext cx="67320" cy="100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C14F12B-7865-B7C2-4BF4-700DF38B830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668533" y="4802227"/>
                  <a:ext cx="102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A01852C-9628-8DC0-1678-141BCABB64CD}"/>
                    </a:ext>
                  </a:extLst>
                </p14:cNvPr>
                <p14:cNvContentPartPr/>
                <p14:nvPr/>
              </p14:nvContentPartPr>
              <p14:xfrm>
                <a:off x="8758173" y="5052067"/>
                <a:ext cx="44640" cy="284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A01852C-9628-8DC0-1678-141BCABB64CD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740173" y="5034067"/>
                  <a:ext cx="802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1CF799C-9F8D-2693-B202-644ECC0F918B}"/>
                    </a:ext>
                  </a:extLst>
                </p14:cNvPr>
                <p14:cNvContentPartPr/>
                <p14:nvPr/>
              </p14:nvContentPartPr>
              <p14:xfrm>
                <a:off x="8774373" y="5341147"/>
                <a:ext cx="73080" cy="367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1CF799C-9F8D-2693-B202-644ECC0F918B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756461" y="5323322"/>
                  <a:ext cx="108545" cy="7201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E95A24E-44BA-D64A-BDE6-A3C2DA055712}"/>
              </a:ext>
            </a:extLst>
          </p:cNvPr>
          <p:cNvGrpSpPr/>
          <p:nvPr/>
        </p:nvGrpSpPr>
        <p:grpSpPr>
          <a:xfrm>
            <a:off x="8676813" y="3498667"/>
            <a:ext cx="738000" cy="395640"/>
            <a:chOff x="8676813" y="3498667"/>
            <a:chExt cx="738000" cy="39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9CA8320-0049-CFF1-68C7-74CF54510124}"/>
                    </a:ext>
                  </a:extLst>
                </p14:cNvPr>
                <p14:cNvContentPartPr/>
                <p14:nvPr/>
              </p14:nvContentPartPr>
              <p14:xfrm>
                <a:off x="8676813" y="3572827"/>
                <a:ext cx="279720" cy="3214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9CA8320-0049-CFF1-68C7-74CF545101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658813" y="3554827"/>
                  <a:ext cx="31536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702A0A5C-D61D-5E9B-2E2F-CD3FE67A852A}"/>
                    </a:ext>
                  </a:extLst>
                </p14:cNvPr>
                <p14:cNvContentPartPr/>
                <p14:nvPr/>
              </p14:nvContentPartPr>
              <p14:xfrm>
                <a:off x="9020613" y="3685507"/>
                <a:ext cx="160920" cy="1558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702A0A5C-D61D-5E9B-2E2F-CD3FE67A852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002613" y="3667507"/>
                  <a:ext cx="1965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8DE372D-92A5-BBE0-AEA8-036CFC4C9C17}"/>
                    </a:ext>
                  </a:extLst>
                </p14:cNvPr>
                <p14:cNvContentPartPr/>
                <p14:nvPr/>
              </p14:nvContentPartPr>
              <p14:xfrm>
                <a:off x="9243813" y="3498667"/>
                <a:ext cx="94320" cy="2444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8DE372D-92A5-BBE0-AEA8-036CFC4C9C1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225881" y="3480667"/>
                  <a:ext cx="129824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99819EEA-E735-4DD1-F823-8ABDD293DB41}"/>
                    </a:ext>
                  </a:extLst>
                </p14:cNvPr>
                <p14:cNvContentPartPr/>
                <p14:nvPr/>
              </p14:nvContentPartPr>
              <p14:xfrm>
                <a:off x="9378093" y="3517387"/>
                <a:ext cx="36720" cy="1987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99819EEA-E735-4DD1-F823-8ABDD293DB4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360093" y="3499387"/>
                  <a:ext cx="72360" cy="234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255849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6A569-6F6E-81A2-41A8-955FE7AD6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Diode characterization</a:t>
            </a:r>
          </a:p>
        </p:txBody>
      </p:sp>
      <p:pic>
        <p:nvPicPr>
          <p:cNvPr id="6" name="Content Placeholder 5" descr="A diagram of a voltage&#10;&#10;Description automatically generated with medium confidence">
            <a:extLst>
              <a:ext uri="{FF2B5EF4-FFF2-40B4-BE49-F238E27FC236}">
                <a16:creationId xmlns:a16="http://schemas.microsoft.com/office/drawing/2014/main" id="{0ED4D7E1-ACE2-5ABD-3D87-11DFEB9D69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3952" y="1966845"/>
            <a:ext cx="8620236" cy="322535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263A67-1C12-4F23-D4F1-BCD8DFEBE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56071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92B31-1D96-5409-6B09-E6F1AA960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Water analogy</a:t>
            </a:r>
          </a:p>
        </p:txBody>
      </p:sp>
      <p:pic>
        <p:nvPicPr>
          <p:cNvPr id="6" name="Content Placeholder 5" descr="Diagram of a diagram of a diode&#10;&#10;Description automatically generated">
            <a:extLst>
              <a:ext uri="{FF2B5EF4-FFF2-40B4-BE49-F238E27FC236}">
                <a16:creationId xmlns:a16="http://schemas.microsoft.com/office/drawing/2014/main" id="{A2BB5761-A167-1814-8B3E-9C7997D917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3395" y="1750086"/>
            <a:ext cx="9102205" cy="303406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E47950-FE4F-483F-AC28-1207C718A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27785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B59E5-3175-5523-5CA9-A51A635BA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Diode Current Equation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65A40-9CEB-70E6-C4AA-0E02606869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73749"/>
            <a:ext cx="10515600" cy="1454792"/>
          </a:xfrm>
        </p:spPr>
        <p:txBody>
          <a:bodyPr/>
          <a:lstStyle/>
          <a:p>
            <a:r>
              <a:rPr lang="en-US" dirty="0"/>
              <a:t>This equation partially describes the behavior of a non-ideal diode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0F462-6614-D344-B6E3-310E878E8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CCC5CB1-0089-B5A5-F66C-9123BA34DFB4}"/>
                  </a:ext>
                </a:extLst>
              </p:cNvPr>
              <p:cNvSpPr txBox="1"/>
              <p:nvPr/>
            </p:nvSpPr>
            <p:spPr>
              <a:xfrm>
                <a:off x="838200" y="2435699"/>
                <a:ext cx="4209301" cy="9865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𝑞𝑉</m:t>
                              </m:r>
                            </m:num>
                            <m:den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𝑛𝑘𝑇</m:t>
                              </m:r>
                            </m:den>
                          </m:f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−1)</m:t>
                      </m:r>
                    </m:oMath>
                  </m:oMathPara>
                </a14:m>
                <a:endParaRPr lang="en-US" sz="1600" dirty="0">
                  <a:latin typeface="PT Sans" panose="020B0503020203020204" pitchFamily="34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CCC5CB1-0089-B5A5-F66C-9123BA34D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435699"/>
                <a:ext cx="4209301" cy="9865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9204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8E756-2339-B07D-1B88-8F840CA43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Diode Current Equation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A33D3-256E-9764-E714-3CEB9BCAFC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screenshot of a math problem&#10;&#10;AI-generated content may be incorrect.">
            <a:extLst>
              <a:ext uri="{FF2B5EF4-FFF2-40B4-BE49-F238E27FC236}">
                <a16:creationId xmlns:a16="http://schemas.microsoft.com/office/drawing/2014/main" id="{B1C9D33C-8697-A070-83B9-FDB0CA5487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20" y="924215"/>
            <a:ext cx="5788116" cy="556866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16E5C67A-EC8F-4402-167F-A75E68BAEDF2}"/>
              </a:ext>
            </a:extLst>
          </p:cNvPr>
          <p:cNvGrpSpPr/>
          <p:nvPr/>
        </p:nvGrpSpPr>
        <p:grpSpPr>
          <a:xfrm>
            <a:off x="6757653" y="1720987"/>
            <a:ext cx="156240" cy="595800"/>
            <a:chOff x="6757653" y="1720987"/>
            <a:chExt cx="156240" cy="59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993594C-0BCE-6172-83A6-2FA212D0C27C}"/>
                    </a:ext>
                  </a:extLst>
                </p14:cNvPr>
                <p14:cNvContentPartPr/>
                <p14:nvPr/>
              </p14:nvContentPartPr>
              <p14:xfrm>
                <a:off x="6849093" y="1720987"/>
                <a:ext cx="53280" cy="5958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993594C-0BCE-6172-83A6-2FA212D0C27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831453" y="1702987"/>
                  <a:ext cx="88920" cy="63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A4D297D-F28E-4646-2C05-A92B99FAC0B1}"/>
                    </a:ext>
                  </a:extLst>
                </p14:cNvPr>
                <p14:cNvContentPartPr/>
                <p14:nvPr/>
              </p14:nvContentPartPr>
              <p14:xfrm>
                <a:off x="6761253" y="2272507"/>
                <a:ext cx="105840" cy="208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A4D297D-F28E-4646-2C05-A92B99FAC0B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743613" y="2254507"/>
                  <a:ext cx="1414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878080C-5435-B70D-0D88-41DC5512E576}"/>
                    </a:ext>
                  </a:extLst>
                </p14:cNvPr>
                <p14:cNvContentPartPr/>
                <p14:nvPr/>
              </p14:nvContentPartPr>
              <p14:xfrm>
                <a:off x="6757653" y="1752307"/>
                <a:ext cx="156240" cy="154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878080C-5435-B70D-0D88-41DC5512E57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739653" y="1734307"/>
                  <a:ext cx="191880" cy="5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D60795D-B586-1D41-0929-E8EB3D6FFE81}"/>
              </a:ext>
            </a:extLst>
          </p:cNvPr>
          <p:cNvGrpSpPr/>
          <p:nvPr/>
        </p:nvGrpSpPr>
        <p:grpSpPr>
          <a:xfrm>
            <a:off x="7234653" y="1949587"/>
            <a:ext cx="101520" cy="107640"/>
            <a:chOff x="7234653" y="1949587"/>
            <a:chExt cx="101520" cy="10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0851079-6806-DDCE-DC56-DBA082384E78}"/>
                    </a:ext>
                  </a:extLst>
                </p14:cNvPr>
                <p14:cNvContentPartPr/>
                <p14:nvPr/>
              </p14:nvContentPartPr>
              <p14:xfrm>
                <a:off x="7234653" y="1949587"/>
                <a:ext cx="67320" cy="194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0851079-6806-DDCE-DC56-DBA082384E7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216653" y="1931947"/>
                  <a:ext cx="10296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A47825-AC3A-C011-EF7D-35F490D5CEA1}"/>
                    </a:ext>
                  </a:extLst>
                </p14:cNvPr>
                <p14:cNvContentPartPr/>
                <p14:nvPr/>
              </p14:nvContentPartPr>
              <p14:xfrm>
                <a:off x="7283973" y="2040307"/>
                <a:ext cx="52200" cy="169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A47825-AC3A-C011-EF7D-35F490D5CEA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266333" y="2022667"/>
                  <a:ext cx="87840" cy="5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8EB2E38-EF68-7F83-A58D-60FE32DB1AF6}"/>
              </a:ext>
            </a:extLst>
          </p:cNvPr>
          <p:cNvGrpSpPr/>
          <p:nvPr/>
        </p:nvGrpSpPr>
        <p:grpSpPr>
          <a:xfrm>
            <a:off x="7562973" y="1743307"/>
            <a:ext cx="538920" cy="581040"/>
            <a:chOff x="7562973" y="1743307"/>
            <a:chExt cx="538920" cy="58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39BFB79-F2BA-2BEF-7D89-BCB26BC7B53A}"/>
                    </a:ext>
                  </a:extLst>
                </p14:cNvPr>
                <p14:cNvContentPartPr/>
                <p14:nvPr/>
              </p14:nvContentPartPr>
              <p14:xfrm>
                <a:off x="7562973" y="1759147"/>
                <a:ext cx="297360" cy="23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39BFB79-F2BA-2BEF-7D89-BCB26BC7B53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544973" y="1741507"/>
                  <a:ext cx="3330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F1B88A6-34C8-E3EB-78EF-A22D4FDE17AE}"/>
                    </a:ext>
                  </a:extLst>
                </p14:cNvPr>
                <p14:cNvContentPartPr/>
                <p14:nvPr/>
              </p14:nvContentPartPr>
              <p14:xfrm>
                <a:off x="7699053" y="1743307"/>
                <a:ext cx="73440" cy="4788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F1B88A6-34C8-E3EB-78EF-A22D4FDE17A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681053" y="1725307"/>
                  <a:ext cx="109080" cy="51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64CACCA-7263-1F8A-71D3-F6D6D6354F73}"/>
                    </a:ext>
                  </a:extLst>
                </p14:cNvPr>
                <p14:cNvContentPartPr/>
                <p14:nvPr/>
              </p14:nvContentPartPr>
              <p14:xfrm>
                <a:off x="7641093" y="2289427"/>
                <a:ext cx="114120" cy="266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64CACCA-7263-1F8A-71D3-F6D6D6354F7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623453" y="2271787"/>
                  <a:ext cx="14976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75A184D-19A9-CA42-F35D-02AF0640327A}"/>
                    </a:ext>
                  </a:extLst>
                </p14:cNvPr>
                <p14:cNvContentPartPr/>
                <p14:nvPr/>
              </p14:nvContentPartPr>
              <p14:xfrm>
                <a:off x="7962213" y="2136427"/>
                <a:ext cx="139680" cy="1879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75A184D-19A9-CA42-F35D-02AF0640327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944573" y="2118787"/>
                  <a:ext cx="175320" cy="22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B31AA9F-295C-8713-1152-83885C86A7CC}"/>
              </a:ext>
            </a:extLst>
          </p:cNvPr>
          <p:cNvGrpSpPr/>
          <p:nvPr/>
        </p:nvGrpSpPr>
        <p:grpSpPr>
          <a:xfrm>
            <a:off x="8435253" y="1157227"/>
            <a:ext cx="1410840" cy="1177560"/>
            <a:chOff x="8435253" y="1157227"/>
            <a:chExt cx="1410840" cy="1177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3253769-FEA3-51C6-1A4B-A6F8F99ED80B}"/>
                    </a:ext>
                  </a:extLst>
                </p14:cNvPr>
                <p14:cNvContentPartPr/>
                <p14:nvPr/>
              </p14:nvContentPartPr>
              <p14:xfrm>
                <a:off x="8435253" y="1642507"/>
                <a:ext cx="351360" cy="6922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3253769-FEA3-51C6-1A4B-A6F8F99ED80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417253" y="1624867"/>
                  <a:ext cx="387000" cy="72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EF6D53A-B679-B95B-1AED-6A63118549E2}"/>
                    </a:ext>
                  </a:extLst>
                </p14:cNvPr>
                <p14:cNvContentPartPr/>
                <p14:nvPr/>
              </p14:nvContentPartPr>
              <p14:xfrm>
                <a:off x="8846013" y="1908547"/>
                <a:ext cx="270000" cy="201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EF6D53A-B679-B95B-1AED-6A63118549E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828013" y="1890547"/>
                  <a:ext cx="3056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2CFAAE6-B0FD-9566-662E-7942C50C0DD6}"/>
                    </a:ext>
                  </a:extLst>
                </p14:cNvPr>
                <p14:cNvContentPartPr/>
                <p14:nvPr/>
              </p14:nvContentPartPr>
              <p14:xfrm>
                <a:off x="9220413" y="1157227"/>
                <a:ext cx="194400" cy="2487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2CFAAE6-B0FD-9566-662E-7942C50C0DD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202413" y="1139227"/>
                  <a:ext cx="2300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E30EE75-9CD5-4AEC-B4C0-FA9E7702FE01}"/>
                    </a:ext>
                  </a:extLst>
                </p14:cNvPr>
                <p14:cNvContentPartPr/>
                <p14:nvPr/>
              </p14:nvContentPartPr>
              <p14:xfrm>
                <a:off x="9127893" y="1420387"/>
                <a:ext cx="579960" cy="943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E30EE75-9CD5-4AEC-B4C0-FA9E7702FE0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109893" y="1402747"/>
                  <a:ext cx="6156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A03B657-A933-8B64-2477-7FDDA5BCDB1C}"/>
                    </a:ext>
                  </a:extLst>
                </p14:cNvPr>
                <p14:cNvContentPartPr/>
                <p14:nvPr/>
              </p14:nvContentPartPr>
              <p14:xfrm>
                <a:off x="9482133" y="1503907"/>
                <a:ext cx="181080" cy="2440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A03B657-A933-8B64-2477-7FDDA5BCDB1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464133" y="1486267"/>
                  <a:ext cx="2167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45A9E44-5745-AABC-6DA1-167381897E7A}"/>
                    </a:ext>
                  </a:extLst>
                </p14:cNvPr>
                <p14:cNvContentPartPr/>
                <p14:nvPr/>
              </p14:nvContentPartPr>
              <p14:xfrm>
                <a:off x="9726213" y="1609387"/>
                <a:ext cx="119880" cy="496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45A9E44-5745-AABC-6DA1-167381897E7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708213" y="1591747"/>
                  <a:ext cx="1555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D4AADBF-6AC7-2EBC-68D6-B7EAA0198C4D}"/>
                    </a:ext>
                  </a:extLst>
                </p14:cNvPr>
                <p14:cNvContentPartPr/>
                <p14:nvPr/>
              </p14:nvContentPartPr>
              <p14:xfrm>
                <a:off x="9792093" y="1642507"/>
                <a:ext cx="35640" cy="720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D4AADBF-6AC7-2EBC-68D6-B7EAA0198C4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774093" y="1624507"/>
                  <a:ext cx="712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17E71FE-DC7A-EC73-B4D5-A1E29D6E0F10}"/>
                    </a:ext>
                  </a:extLst>
                </p14:cNvPr>
                <p14:cNvContentPartPr/>
                <p14:nvPr/>
              </p14:nvContentPartPr>
              <p14:xfrm>
                <a:off x="9170373" y="1667707"/>
                <a:ext cx="179640" cy="124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17E71FE-DC7A-EC73-B4D5-A1E29D6E0F1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152373" y="1650067"/>
                  <a:ext cx="21528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E675D60-7247-B559-FA51-D97E1F8563BA}"/>
              </a:ext>
            </a:extLst>
          </p:cNvPr>
          <p:cNvGrpSpPr/>
          <p:nvPr/>
        </p:nvGrpSpPr>
        <p:grpSpPr>
          <a:xfrm>
            <a:off x="10277733" y="1677787"/>
            <a:ext cx="610200" cy="488880"/>
            <a:chOff x="10277733" y="1677787"/>
            <a:chExt cx="610200" cy="48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AAE5F64-A000-F0E8-EF7C-E9B2591D2A2A}"/>
                    </a:ext>
                  </a:extLst>
                </p14:cNvPr>
                <p14:cNvContentPartPr/>
                <p14:nvPr/>
              </p14:nvContentPartPr>
              <p14:xfrm>
                <a:off x="10277733" y="1889827"/>
                <a:ext cx="208800" cy="432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AAE5F64-A000-F0E8-EF7C-E9B2591D2A2A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260093" y="1872187"/>
                  <a:ext cx="2444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4F8A1C3-7D97-013C-E08C-422903BD7DFF}"/>
                    </a:ext>
                  </a:extLst>
                </p14:cNvPr>
                <p14:cNvContentPartPr/>
                <p14:nvPr/>
              </p14:nvContentPartPr>
              <p14:xfrm>
                <a:off x="10583013" y="1741147"/>
                <a:ext cx="59760" cy="2386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4F8A1C3-7D97-013C-E08C-422903BD7DF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565373" y="1723147"/>
                  <a:ext cx="9540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0583139-7B72-1C7C-7F91-9ACAF9D079E6}"/>
                    </a:ext>
                  </a:extLst>
                </p14:cNvPr>
                <p14:cNvContentPartPr/>
                <p14:nvPr/>
              </p14:nvContentPartPr>
              <p14:xfrm>
                <a:off x="10706493" y="1677787"/>
                <a:ext cx="181440" cy="4888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0583139-7B72-1C7C-7F91-9ACAF9D079E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688853" y="1660147"/>
                  <a:ext cx="217080" cy="52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C2260FB-727F-34C5-8802-32795BD26DF1}"/>
              </a:ext>
            </a:extLst>
          </p:cNvPr>
          <p:cNvGrpSpPr/>
          <p:nvPr/>
        </p:nvGrpSpPr>
        <p:grpSpPr>
          <a:xfrm>
            <a:off x="7629933" y="3043987"/>
            <a:ext cx="371880" cy="309240"/>
            <a:chOff x="7629933" y="3043987"/>
            <a:chExt cx="371880" cy="30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05BAE43-D600-4088-AB06-AAFE00484E00}"/>
                    </a:ext>
                  </a:extLst>
                </p14:cNvPr>
                <p14:cNvContentPartPr/>
                <p14:nvPr/>
              </p14:nvContentPartPr>
              <p14:xfrm>
                <a:off x="7739013" y="3043987"/>
                <a:ext cx="65520" cy="2937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05BAE43-D600-4088-AB06-AAFE00484E0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721013" y="3025987"/>
                  <a:ext cx="10116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9C80B7F-092A-C656-5AE6-0249E8510A4B}"/>
                    </a:ext>
                  </a:extLst>
                </p14:cNvPr>
                <p14:cNvContentPartPr/>
                <p14:nvPr/>
              </p14:nvContentPartPr>
              <p14:xfrm>
                <a:off x="7755573" y="3328747"/>
                <a:ext cx="28800" cy="244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9C80B7F-092A-C656-5AE6-0249E8510A4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737573" y="3310747"/>
                  <a:ext cx="644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21DCB97-7155-E45B-F923-A0DAAFCAC3E0}"/>
                    </a:ext>
                  </a:extLst>
                </p14:cNvPr>
                <p14:cNvContentPartPr/>
                <p14:nvPr/>
              </p14:nvContentPartPr>
              <p14:xfrm>
                <a:off x="7629933" y="3089707"/>
                <a:ext cx="114480" cy="360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21DCB97-7155-E45B-F923-A0DAAFCAC3E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612293" y="3071707"/>
                  <a:ext cx="1501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1553674-72D7-E336-CB83-8CC0A24F7D6C}"/>
                    </a:ext>
                  </a:extLst>
                </p14:cNvPr>
                <p14:cNvContentPartPr/>
                <p14:nvPr/>
              </p14:nvContentPartPr>
              <p14:xfrm>
                <a:off x="7938093" y="3208147"/>
                <a:ext cx="63720" cy="1422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1553674-72D7-E336-CB83-8CC0A24F7D6C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920453" y="3190147"/>
                  <a:ext cx="9936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A0E7055-84EC-8F9F-AC58-8AF8924E6038}"/>
              </a:ext>
            </a:extLst>
          </p:cNvPr>
          <p:cNvGrpSpPr/>
          <p:nvPr/>
        </p:nvGrpSpPr>
        <p:grpSpPr>
          <a:xfrm>
            <a:off x="8228613" y="3019507"/>
            <a:ext cx="524160" cy="239400"/>
            <a:chOff x="8228613" y="3019507"/>
            <a:chExt cx="524160" cy="23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B18EC5C-4CCC-B7C8-A169-96AD89E7C4BF}"/>
                    </a:ext>
                  </a:extLst>
                </p14:cNvPr>
                <p14:cNvContentPartPr/>
                <p14:nvPr/>
              </p14:nvContentPartPr>
              <p14:xfrm>
                <a:off x="8228613" y="3162787"/>
                <a:ext cx="34200" cy="115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B18EC5C-4CCC-B7C8-A169-96AD89E7C4B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210613" y="3144787"/>
                  <a:ext cx="698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2930096-C093-29E7-69D8-28FFC90D5362}"/>
                    </a:ext>
                  </a:extLst>
                </p14:cNvPr>
                <p14:cNvContentPartPr/>
                <p14:nvPr/>
              </p14:nvContentPartPr>
              <p14:xfrm>
                <a:off x="8283693" y="3195187"/>
                <a:ext cx="55080" cy="288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2930096-C093-29E7-69D8-28FFC90D536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265693" y="3177547"/>
                  <a:ext cx="9072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5303A81-59E0-75CA-E585-622CF743CE88}"/>
                    </a:ext>
                  </a:extLst>
                </p14:cNvPr>
                <p14:cNvContentPartPr/>
                <p14:nvPr/>
              </p14:nvContentPartPr>
              <p14:xfrm>
                <a:off x="8461173" y="3061627"/>
                <a:ext cx="33120" cy="1972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5303A81-59E0-75CA-E585-622CF743CE8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443173" y="3043627"/>
                  <a:ext cx="687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DFCFB12-E7D7-7CEB-84BB-EE4DA3F5F520}"/>
                    </a:ext>
                  </a:extLst>
                </p14:cNvPr>
                <p14:cNvContentPartPr/>
                <p14:nvPr/>
              </p14:nvContentPartPr>
              <p14:xfrm>
                <a:off x="8584293" y="3019507"/>
                <a:ext cx="168480" cy="1710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DFCFB12-E7D7-7CEB-84BB-EE4DA3F5F52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566653" y="3001867"/>
                  <a:ext cx="204120" cy="20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AE3B746-5618-4EF9-136E-D4DDA89CCDDE}"/>
              </a:ext>
            </a:extLst>
          </p:cNvPr>
          <p:cNvGrpSpPr/>
          <p:nvPr/>
        </p:nvGrpSpPr>
        <p:grpSpPr>
          <a:xfrm>
            <a:off x="8773653" y="2742307"/>
            <a:ext cx="444960" cy="149760"/>
            <a:chOff x="8773653" y="2742307"/>
            <a:chExt cx="444960" cy="149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727435F-ED80-122A-AC77-85161A66D436}"/>
                    </a:ext>
                  </a:extLst>
                </p14:cNvPr>
                <p14:cNvContentPartPr/>
                <p14:nvPr/>
              </p14:nvContentPartPr>
              <p14:xfrm>
                <a:off x="8773653" y="2877307"/>
                <a:ext cx="67680" cy="147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727435F-ED80-122A-AC77-85161A66D43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756013" y="2859307"/>
                  <a:ext cx="1033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020D3B1-35F5-6B70-5C90-A9FD5D9E303E}"/>
                    </a:ext>
                  </a:extLst>
                </p14:cNvPr>
                <p14:cNvContentPartPr/>
                <p14:nvPr/>
              </p14:nvContentPartPr>
              <p14:xfrm>
                <a:off x="8979213" y="2748067"/>
                <a:ext cx="10080" cy="1101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020D3B1-35F5-6B70-5C90-A9FD5D9E303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961573" y="2730067"/>
                  <a:ext cx="457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B25887C-9F0E-47B6-DF2A-DF7BB91EF88B}"/>
                    </a:ext>
                  </a:extLst>
                </p14:cNvPr>
                <p14:cNvContentPartPr/>
                <p14:nvPr/>
              </p14:nvContentPartPr>
              <p14:xfrm>
                <a:off x="9068133" y="2742307"/>
                <a:ext cx="150480" cy="1306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B25887C-9F0E-47B6-DF2A-DF7BB91EF88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050493" y="2724667"/>
                  <a:ext cx="186120" cy="16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74AADC1-D47D-E027-BC16-DDE37A3C1AFC}"/>
              </a:ext>
            </a:extLst>
          </p:cNvPr>
          <p:cNvGrpSpPr/>
          <p:nvPr/>
        </p:nvGrpSpPr>
        <p:grpSpPr>
          <a:xfrm>
            <a:off x="9482133" y="2740147"/>
            <a:ext cx="586080" cy="573480"/>
            <a:chOff x="9482133" y="2740147"/>
            <a:chExt cx="586080" cy="573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12A7C67-540A-6473-C00C-D856E289676C}"/>
                    </a:ext>
                  </a:extLst>
                </p14:cNvPr>
                <p14:cNvContentPartPr/>
                <p14:nvPr/>
              </p14:nvContentPartPr>
              <p14:xfrm>
                <a:off x="9482133" y="2740147"/>
                <a:ext cx="232560" cy="5734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12A7C67-540A-6473-C00C-D856E289676C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464493" y="2722507"/>
                  <a:ext cx="268200" cy="60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50834C5-CC24-16DD-5C0A-45B6CAB4144E}"/>
                    </a:ext>
                  </a:extLst>
                </p14:cNvPr>
                <p14:cNvContentPartPr/>
                <p14:nvPr/>
              </p14:nvContentPartPr>
              <p14:xfrm>
                <a:off x="9847893" y="2935987"/>
                <a:ext cx="220320" cy="174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50834C5-CC24-16DD-5C0A-45B6CAB4144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830253" y="2918347"/>
                  <a:ext cx="255960" cy="21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9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9CBC6498-9D18-9BC4-9B9A-A1C276E4CA0F}"/>
                  </a:ext>
                </a:extLst>
              </p14:cNvPr>
              <p14:cNvContentPartPr/>
              <p14:nvPr/>
            </p14:nvContentPartPr>
            <p14:xfrm>
              <a:off x="10193493" y="2651227"/>
              <a:ext cx="387720" cy="7524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9CBC6498-9D18-9BC4-9B9A-A1C276E4CA0F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10175493" y="2633587"/>
                <a:ext cx="423360" cy="110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71F256EC-C3E1-F2CA-BAB8-3B3B57AB2865}"/>
              </a:ext>
            </a:extLst>
          </p:cNvPr>
          <p:cNvGrpSpPr/>
          <p:nvPr/>
        </p:nvGrpSpPr>
        <p:grpSpPr>
          <a:xfrm>
            <a:off x="10326693" y="2640427"/>
            <a:ext cx="518400" cy="281160"/>
            <a:chOff x="10326693" y="2640427"/>
            <a:chExt cx="518400" cy="28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4A0CC5F-4B73-F0AB-3AA1-21654D4EAC53}"/>
                    </a:ext>
                  </a:extLst>
                </p14:cNvPr>
                <p14:cNvContentPartPr/>
                <p14:nvPr/>
              </p14:nvContentPartPr>
              <p14:xfrm>
                <a:off x="10326693" y="2798107"/>
                <a:ext cx="3960" cy="154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4A0CC5F-4B73-F0AB-3AA1-21654D4EAC53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308693" y="2780467"/>
                  <a:ext cx="396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B1CBC02-6922-064D-2894-0AB0DF8063C0}"/>
                    </a:ext>
                  </a:extLst>
                </p14:cNvPr>
                <p14:cNvContentPartPr/>
                <p14:nvPr/>
              </p14:nvContentPartPr>
              <p14:xfrm>
                <a:off x="10424253" y="2781547"/>
                <a:ext cx="96840" cy="1400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B1CBC02-6922-064D-2894-0AB0DF8063C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406253" y="2763547"/>
                  <a:ext cx="1324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1FC7C74-DA5F-778F-F307-8FEC301D7821}"/>
                    </a:ext>
                  </a:extLst>
                </p14:cNvPr>
                <p14:cNvContentPartPr/>
                <p14:nvPr/>
              </p14:nvContentPartPr>
              <p14:xfrm>
                <a:off x="10576533" y="2779027"/>
                <a:ext cx="110880" cy="1137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1FC7C74-DA5F-778F-F307-8FEC301D7821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558893" y="2761027"/>
                  <a:ext cx="1465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831E2B3-6828-DE12-49AE-824F2861DA49}"/>
                    </a:ext>
                  </a:extLst>
                </p14:cNvPr>
                <p14:cNvContentPartPr/>
                <p14:nvPr/>
              </p14:nvContentPartPr>
              <p14:xfrm>
                <a:off x="10741413" y="2726467"/>
                <a:ext cx="103680" cy="1504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831E2B3-6828-DE12-49AE-824F2861DA49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723773" y="2708467"/>
                  <a:ext cx="1393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05438FA-6712-13DF-1DF9-30DD2FAF73B2}"/>
                    </a:ext>
                  </a:extLst>
                </p14:cNvPr>
                <p14:cNvContentPartPr/>
                <p14:nvPr/>
              </p14:nvContentPartPr>
              <p14:xfrm>
                <a:off x="10610373" y="2640427"/>
                <a:ext cx="159120" cy="367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05438FA-6712-13DF-1DF9-30DD2FAF73B2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592373" y="2622427"/>
                  <a:ext cx="194760" cy="7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2E98870-FD56-2DF3-2E97-8957490595C6}"/>
              </a:ext>
            </a:extLst>
          </p:cNvPr>
          <p:cNvGrpSpPr/>
          <p:nvPr/>
        </p:nvGrpSpPr>
        <p:grpSpPr>
          <a:xfrm>
            <a:off x="10324893" y="2303467"/>
            <a:ext cx="294120" cy="204840"/>
            <a:chOff x="10324893" y="2303467"/>
            <a:chExt cx="294120" cy="20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6F3FD4B-9EC5-F62D-CA89-17951D8191BE}"/>
                    </a:ext>
                  </a:extLst>
                </p14:cNvPr>
                <p14:cNvContentPartPr/>
                <p14:nvPr/>
              </p14:nvContentPartPr>
              <p14:xfrm>
                <a:off x="10324893" y="2448547"/>
                <a:ext cx="19080" cy="115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6F3FD4B-9EC5-F62D-CA89-17951D8191B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307253" y="2430547"/>
                  <a:ext cx="547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B54BCC2-DD4E-C701-302C-123EB4423014}"/>
                    </a:ext>
                  </a:extLst>
                </p14:cNvPr>
                <p14:cNvContentPartPr/>
                <p14:nvPr/>
              </p14:nvContentPartPr>
              <p14:xfrm>
                <a:off x="10429653" y="2303467"/>
                <a:ext cx="128160" cy="2048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B54BCC2-DD4E-C701-302C-123EB4423014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411653" y="2285827"/>
                  <a:ext cx="16380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892F971-D0BF-C95A-AA3F-DD88DF9BC070}"/>
                    </a:ext>
                  </a:extLst>
                </p14:cNvPr>
                <p14:cNvContentPartPr/>
                <p14:nvPr/>
              </p14:nvContentPartPr>
              <p14:xfrm>
                <a:off x="10485453" y="2386627"/>
                <a:ext cx="133560" cy="532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892F971-D0BF-C95A-AA3F-DD88DF9BC07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467453" y="2368627"/>
                  <a:ext cx="169200" cy="8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47FDA6D-44EB-BBED-3D42-A8C0F2DBE3E4}"/>
              </a:ext>
            </a:extLst>
          </p:cNvPr>
          <p:cNvGrpSpPr/>
          <p:nvPr/>
        </p:nvGrpSpPr>
        <p:grpSpPr>
          <a:xfrm>
            <a:off x="11141373" y="2641507"/>
            <a:ext cx="579240" cy="491400"/>
            <a:chOff x="11141373" y="2641507"/>
            <a:chExt cx="579240" cy="49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D0EFF28-609D-4FCC-8FF7-F2C3F9CFDC44}"/>
                    </a:ext>
                  </a:extLst>
                </p14:cNvPr>
                <p14:cNvContentPartPr/>
                <p14:nvPr/>
              </p14:nvContentPartPr>
              <p14:xfrm>
                <a:off x="11141373" y="2969467"/>
                <a:ext cx="129240" cy="136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D0EFF28-609D-4FCC-8FF7-F2C3F9CFDC4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1123373" y="2951467"/>
                  <a:ext cx="1648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B5C9903-DC78-0691-4603-C8A045CDEE9B}"/>
                    </a:ext>
                  </a:extLst>
                </p14:cNvPr>
                <p14:cNvContentPartPr/>
                <p14:nvPr/>
              </p14:nvContentPartPr>
              <p14:xfrm>
                <a:off x="11402373" y="2818267"/>
                <a:ext cx="36360" cy="2088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B5C9903-DC78-0691-4603-C8A045CDEE9B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1384373" y="2800627"/>
                  <a:ext cx="7200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1538029-DF46-E7ED-CC55-93216122ED73}"/>
                    </a:ext>
                  </a:extLst>
                </p14:cNvPr>
                <p14:cNvContentPartPr/>
                <p14:nvPr/>
              </p14:nvContentPartPr>
              <p14:xfrm>
                <a:off x="11553933" y="2641507"/>
                <a:ext cx="166680" cy="4914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1538029-DF46-E7ED-CC55-93216122ED73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1536293" y="2623867"/>
                  <a:ext cx="202320" cy="527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971273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33962-0BD4-9299-3BB5-0B45B9BBC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Diode Current Equation</a:t>
            </a:r>
          </a:p>
        </p:txBody>
      </p:sp>
      <p:pic>
        <p:nvPicPr>
          <p:cNvPr id="6" name="Content Placeholder 5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693B1EEE-AD05-9F60-C272-DF837EC9F4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373" y="1114487"/>
            <a:ext cx="4629992" cy="15114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B2B3F8-12AF-F379-2B14-7706F551B0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19CDF6BA-E172-ED71-31A8-086DBE2505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373" y="2891743"/>
            <a:ext cx="4578368" cy="1626070"/>
          </a:xfrm>
          <a:prstGeom prst="rect">
            <a:avLst/>
          </a:prstGeom>
        </p:spPr>
      </p:pic>
      <p:pic>
        <p:nvPicPr>
          <p:cNvPr id="10" name="Picture 9" descr="A white background with black text and numbers&#10;&#10;AI-generated content may be incorrect.">
            <a:extLst>
              <a:ext uri="{FF2B5EF4-FFF2-40B4-BE49-F238E27FC236}">
                <a16:creationId xmlns:a16="http://schemas.microsoft.com/office/drawing/2014/main" id="{56007D77-624E-5CC7-7414-4952BE8B17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373" y="4599093"/>
            <a:ext cx="5250527" cy="1754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6626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22963</TotalTime>
  <Words>1029</Words>
  <Application>Microsoft Office PowerPoint</Application>
  <PresentationFormat>Widescreen</PresentationFormat>
  <Paragraphs>279</Paragraphs>
  <Slides>30</Slides>
  <Notes>4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Arial</vt:lpstr>
      <vt:lpstr>Calibri</vt:lpstr>
      <vt:lpstr>Cambria Math</vt:lpstr>
      <vt:lpstr>PT Sans</vt:lpstr>
      <vt:lpstr>Symbol</vt:lpstr>
      <vt:lpstr>Times New Roman</vt:lpstr>
      <vt:lpstr>Office Theme</vt:lpstr>
      <vt:lpstr>ECE 105: Introduction to Electrical Engineering</vt:lpstr>
      <vt:lpstr>Semiconductor devices</vt:lpstr>
      <vt:lpstr>Chip War</vt:lpstr>
      <vt:lpstr>How can we create tunable resistors?</vt:lpstr>
      <vt:lpstr>How do semiconductors allow us to tune the resistivity?</vt:lpstr>
      <vt:lpstr>What can we do with an element that has tunable or non-linear resistance?</vt:lpstr>
      <vt:lpstr>Why does changing the carrier density change the resistivity?</vt:lpstr>
      <vt:lpstr>What’s after resistors, capacitors, and inductors</vt:lpstr>
      <vt:lpstr>What are semiconductors</vt:lpstr>
      <vt:lpstr>Silicon – the workhorse of electronics</vt:lpstr>
      <vt:lpstr>Silicon Crystal Structure</vt:lpstr>
      <vt:lpstr>Bond Model of Electrons and Holes (Intrinsic Si)</vt:lpstr>
      <vt:lpstr>Dopants in Silicon</vt:lpstr>
      <vt:lpstr>GaAs, III-V Compound Semiconductors, and Their Dopants</vt:lpstr>
      <vt:lpstr>Energy Band Diagram</vt:lpstr>
      <vt:lpstr>Measuring the Band Gap Energy by Light Absorption</vt:lpstr>
      <vt:lpstr>Semiconductors, Insulators, and Conductors</vt:lpstr>
      <vt:lpstr>Resistance calculation and changing by doping</vt:lpstr>
      <vt:lpstr>Resistance calculation and changing by doping</vt:lpstr>
      <vt:lpstr>Resistance calculation and changing by doping</vt:lpstr>
      <vt:lpstr>Resistance calculation and changing by doping</vt:lpstr>
      <vt:lpstr>What is a diode</vt:lpstr>
      <vt:lpstr>Forward biasing a diode </vt:lpstr>
      <vt:lpstr>Reverse biasing a diode</vt:lpstr>
      <vt:lpstr>Reverse biasing a diode</vt:lpstr>
      <vt:lpstr>Diode characterization</vt:lpstr>
      <vt:lpstr>Water analogy</vt:lpstr>
      <vt:lpstr>Diode Current Equation</vt:lpstr>
      <vt:lpstr>Diode Current Equation</vt:lpstr>
      <vt:lpstr>Diode Current Equation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935</cp:revision>
  <cp:lastPrinted>2017-03-30T23:40:26Z</cp:lastPrinted>
  <dcterms:created xsi:type="dcterms:W3CDTF">2014-02-24T21:19:39Z</dcterms:created>
  <dcterms:modified xsi:type="dcterms:W3CDTF">2025-09-24T16:26:57Z</dcterms:modified>
</cp:coreProperties>
</file>