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794" r:id="rId2"/>
    <p:sldId id="805" r:id="rId3"/>
    <p:sldId id="806" r:id="rId4"/>
    <p:sldId id="809" r:id="rId5"/>
    <p:sldId id="821" r:id="rId6"/>
    <p:sldId id="822" r:id="rId7"/>
    <p:sldId id="823" r:id="rId8"/>
    <p:sldId id="811" r:id="rId9"/>
    <p:sldId id="819" r:id="rId10"/>
    <p:sldId id="820" r:id="rId11"/>
    <p:sldId id="415" r:id="rId12"/>
    <p:sldId id="796" r:id="rId13"/>
    <p:sldId id="416" r:id="rId14"/>
    <p:sldId id="337" r:id="rId15"/>
    <p:sldId id="343" r:id="rId16"/>
    <p:sldId id="800" r:id="rId17"/>
    <p:sldId id="801" r:id="rId18"/>
    <p:sldId id="334" r:id="rId19"/>
    <p:sldId id="335" r:id="rId20"/>
    <p:sldId id="344" r:id="rId21"/>
    <p:sldId id="339" r:id="rId22"/>
    <p:sldId id="361" r:id="rId23"/>
    <p:sldId id="797" r:id="rId24"/>
    <p:sldId id="798" r:id="rId25"/>
    <p:sldId id="799" r:id="rId26"/>
    <p:sldId id="340" r:id="rId27"/>
    <p:sldId id="802" r:id="rId28"/>
    <p:sldId id="803" r:id="rId29"/>
    <p:sldId id="804" r:id="rId30"/>
    <p:sldId id="359" r:id="rId31"/>
    <p:sldId id="366" r:id="rId32"/>
    <p:sldId id="362" r:id="rId33"/>
    <p:sldId id="367" r:id="rId34"/>
    <p:sldId id="377" r:id="rId35"/>
    <p:sldId id="37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05" autoAdjust="0"/>
    <p:restoredTop sz="87782" autoAdjust="0"/>
  </p:normalViewPr>
  <p:slideViewPr>
    <p:cSldViewPr snapToGrid="0">
      <p:cViewPr varScale="1">
        <p:scale>
          <a:sx n="97" d="100"/>
          <a:sy n="97" d="100"/>
        </p:scale>
        <p:origin x="1458" y="9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45.8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11058 0 0,'0'-1'1145'0'0,"0"0"-1040"0"0,3 119 6326 0 0,24 154-4471 0 0,45 370-566 0 0,-67-595-1675 0 0,1 38 805 0 0,-6-77-1099 0 0,0-1 0 0 0,-1 1 1 0 0,0 0-1 0 0,0-1 0 0 0,-1 1 1 0 0,0 0-1 0 0,0-1 0 0 0,-4 9 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46.4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28 5529 0 0,'-45'-22'1565'0'0,"42"21"-1101"0"0,1 0 0 0 0,-1 0 1 0 0,0 0-1 0 0,1 1 0 0 0,-1-1 1 0 0,0 1-1 0 0,0 0 0 0 0,1 0 1 0 0,-1 0-1 0 0,0 0 0 0 0,0 0 1 0 0,1 1-1 0 0,-1-1 0 0 0,0 1 1 0 0,-5 1-1 0 0,10 0-135 0 0,0 0 1 0 0,-1 0-1 0 0,1 0 0 0 0,0 0 1 0 0,0 0-1 0 0,0-1 0 0 0,0 1 0 0 0,0-1 1 0 0,0 0-1 0 0,0 1 0 0 0,4 0 1 0 0,78 39 939 0 0,87 56-1 0 0,-66-29-1278 0 0,3-5-1 0 0,3-5 0 0 0,146 54 1 0 0,72 0-804 0 0,-329-112 818 0 0,1 0 0 0 0,-1 1 0 0 0,1-1 0 0 0,-1 0 0 0 0,1 0 0 0 0,-1 0 0 0 0,1 0 0 0 0,-1 1 0 0 0,1-1 0 0 0,-1 0 0 0 0,1 0 0 0 0,-1 1 0 0 0,1-1 0 0 0,-1 0 0 0 0,0 1 0 0 0,1-1 0 0 0,-1 0 0 0 0,1 1 0 0 0,-1-1 0 0 0,0 1 0 0 0,0-1 0 0 0,1 1 0 0 0,-1-1 0 0 0,0 1 0 0 0,0-1 0 0 0,1 1 0 0 0,-1-1 0 0 0,0 1 0 0 0,0-1 0 0 0,0 1 0 0 0,-11 12 53 0 0,-34 8-30 0 0,36-17-16 0 0,-71 35-35 0 0,-117 79-1 0 0,66-37 342 0 0,-34 26 641 0 0,137-86-747 0 0,1 2 0 0 0,1 0 0 0 0,-36 43 0 0 0,61-65-213 0 0,-12 19-990 0 0,13-20 936 0 0,0 0 1 0 0,0 1-1 0 0,0-1 1 0 0,0 0-1 0 0,-1 1 1 0 0,1-1-1 0 0,0 0 1 0 0,0 1 0 0 0,0-1-1 0 0,0 0 1 0 0,0 1-1 0 0,0-1 1 0 0,0 0-1 0 0,0 1 1 0 0,0-1-1 0 0,1 1 1 0 0,-1-1-1 0 0,0 0 1 0 0,0 1 0 0 0,0-1-1 0 0,0 0 1 0 0,0 1-1 0 0,0-1 1 0 0,1 0-1 0 0,-1 0 1 0 0,0 1-1 0 0,0-1 1 0 0,1 0-1 0 0,-1 1 1 0 0,0-1 0 0 0,0 0-1 0 0,1 0 1 0 0,-1 0-1 0 0,0 1 1 0 0,1-1-1 0 0,-1 0 1 0 0,0 0-1 0 0,1 0 1 0 0,-1 0-1 0 0,0 1 1 0 0,1-1 0 0 0,-1 0-1 0 0,0 0 1 0 0,1 0-1 0 0,-1 0 1 0 0,0 0-1 0 0,1 0 1 0 0,-1 0-1 0 0,1 0 1 0 0,-1 0 0 0 0,0 0-1 0 0,1 0 1 0 0,-1 0-1 0 0,0-1 1 0 0,1 1-1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46.9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17 9218 0 0,'-1'-2'161'0'0,"0"1"0"0"0,0 0 1 0 0,-1-1-1 0 0,1 1 0 0 0,0 0 0 0 0,-1 0 0 0 0,1 0 1 0 0,-1 0-1 0 0,1 0 0 0 0,-1 0 0 0 0,0 1 0 0 0,1-1 1 0 0,-1 0-1 0 0,0 1 0 0 0,1-1 0 0 0,-4 1 0 0 0,4 0-23 0 0,1 1 0 0 0,-1-1 0 0 0,0 1 0 0 0,0 0 0 0 0,1-1 0 0 0,-1 1 0 0 0,0 0 0 0 0,1 0 0 0 0,-1-1 0 0 0,0 1 0 0 0,1 0-1 0 0,-1 0 1 0 0,1 0 0 0 0,0 0 0 0 0,-1 0 0 0 0,1 0 0 0 0,0 0 0 0 0,-1 0 0 0 0,1 0 0 0 0,0 0 0 0 0,0 0 0 0 0,0 0 0 0 0,0 0 0 0 0,0 0 0 0 0,0 0-1 0 0,0 0 1 0 0,0 0 0 0 0,0 0 0 0 0,1 0 0 0 0,-1 1 0 0 0,17 139 2972 0 0,-3-30-2431 0 0,4 308-229 0 0,-7-97-34 0 0,26-4-220 0 0,77 98-328 0 0,-89-336 23 0 0,-23-74-167 0 0,7 23-410 0 0,-1-9-4790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47.3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13 174 1840 0 0,'-12'-4'206'0'0,"12"-1"778"0"0,22-4 980 0 0,-16 7-1897 0 0,51-14 1543 0 0,0 2 1 0 0,60-6-1 0 0,-53 10-762 0 0,135-22 2321 0 0,389-12 0 0 0,216 35-3029 0 0,-705 3-2724 0 0,-84 5 307 0 0,17-1-3030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48.0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1417 119 920 0 0,'7'-3'461'0'0,"0"1"0"0"0,1-1 0 0 0,-1 0 0 0 0,-1-1 0 0 0,1 0 0 0 0,0 0 0 0 0,-1 0 0 0 0,0-1 0 0 0,0 1 0 0 0,0-2 0 0 0,-1 1 0 0 0,9-10 0 0 0,-14 14-379 0 0,0 1 0 0 0,0 0 0 0 0,0-1-1 0 0,0 1 1 0 0,1 0 0 0 0,-1-1-1 0 0,0 1 1 0 0,0 0 0 0 0,0-1-1 0 0,0 1 1 0 0,0-1 0 0 0,0 1-1 0 0,0 0 1 0 0,0-1 0 0 0,0 1 0 0 0,0 0-1 0 0,0-1 1 0 0,0 1 0 0 0,-1 0-1 0 0,1-1 1 0 0,0 1 0 0 0,0 0-1 0 0,0-1 1 0 0,0 1 0 0 0,-1 0-1 0 0,1-1 1 0 0,0 1 0 0 0,0 0 0 0 0,-1 0-1 0 0,1-1 1 0 0,0 1 0 0 0,0 0-1 0 0,-1-1 1 0 0,-16-5 1483 0 0,-16 3 62 0 0,-156 6 2714 0 0,-82 0-1382 0 0,106-7-2526 0 0,-296-18 996 0 0,450 21-1438 0 0,-154-13-1362 0 0,137 14 951 0 0,-1 0 0 0 0,1 2 0 0 0,-50 10 0 0 0,62-8-1545 0 0,1 2-4293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48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1 6913 0 0,'-2'0'128'0'0,"0"0"0"0"0,0 0 0 0 0,0 0 0 0 0,1 1 0 0 0,-1-1 0 0 0,0 1 0 0 0,0-1 0 0 0,0 1 0 0 0,1 0 0 0 0,-1-1 0 0 0,0 1 0 0 0,1 0 0 0 0,-1 0 0 0 0,1 0 0 0 0,-1 1 0 0 0,1-1 0 0 0,0 0 0 0 0,-1 0 0 0 0,1 1 0 0 0,0-1-1 0 0,0 1 1 0 0,0-1 0 0 0,0 1 0 0 0,0 0 0 0 0,0-1 0 0 0,-1 4 0 0 0,-4 6 115 0 0,1-1 0 0 0,0 2 0 0 0,-4 11 0 0 0,1 6-28 0 0,1 1 0 0 0,2 0 0 0 0,1 0 0 0 0,1 1 0 0 0,1 40 1 0 0,20 157 1184 0 0,-8-126-763 0 0,-4-30-378 0 0,3 49 231 0 0,49 235 0 0 0,14-115-28 0 0,-33-113-275 0 0,-22-56-486 0 0,-14-24-4981 0 0,-3-31 544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48.9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199 124 2304 0 0,'-25'-1'1823'0'0,"0"1"-1"0"0,0 1 0 0 0,0 1 0 0 0,-31 6 1 0 0,13-2 3885 0 0,95-9-4573 0 0,73-12 0 0 0,-51 4-615 0 0,131-13-130 0 0,179-25 334 0 0,-325 40-1167 0 0,-2-2-1796 0 0,0 3-1 0 0,0 2 1 0 0,82 2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49.2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91 4145 0 0,'8'-1'500'0'0,"0"-1"1"0"0,0 1-1 0 0,-1-2 0 0 0,1 1 1 0 0,0-1-1 0 0,12-7 1 0 0,3 0 661 0 0,96-28 2304 0 0,-91 31-3575 0 0,0 2 0 0 0,39-3 0 0 0,-55 7-4158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49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1840 0 0,'11'4'11523'0'0,"-8"-3"-11169"0"0,0 1 1 0 0,-1 0-1 0 0,1 0 0 0 0,-1 0 1 0 0,1 0-1 0 0,-1 0 1 0 0,0 1-1 0 0,0-1 1 0 0,0 1-1 0 0,0-1 0 0 0,0 1 1 0 0,0 0-1 0 0,-1 0 1 0 0,1-1-1 0 0,-1 1 0 0 0,0 0 1 0 0,1 4-1 0 0,0 4 323 0 0,0 0 0 0 0,-1 0 0 0 0,-1 22 0 0 0,0-21-924 0 0,9 166 498 0 0,0 27 4 0 0,-6-111-1044 0 0,-1-63-585 0 0,-2 1 0 0 0,0 0 1 0 0,-6 33-1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50.1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0 236 1008 0 0,'1'-1'135'0'0,"0"0"0"0"0,0 0-1 0 0,0 0 1 0 0,0 0 0 0 0,0 1 0 0 0,0-1-1 0 0,0 0 1 0 0,0 1 0 0 0,0-1 0 0 0,0 0 0 0 0,0 1-1 0 0,1-1 1 0 0,-1 1 0 0 0,0 0 0 0 0,0-1-1 0 0,3 1 1 0 0,21-6 2558 0 0,162-22 3436 0 0,0 4-3318 0 0,378-25-1785 0 0,-49 11 1680 0 0,-259 18-823 0 0,149-5-987 0 0,-244 21-719 0 0,179 0 584 0 0,7-9-274 0 0,-1 1-513 0 0,-276 11-1099 0 0,-41 1-4787 0 0,-11-1-883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51.0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7834 0 0,'4'49'7313'0'0,"11"24"-3625"0"0,2 11-2393 0 0,-10-27-1069 0 0,6 44-1081 0 0,-1-34-2629 0 0,-6-42-2459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51.8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1 5985 0 0,'0'0'464'0'0,"-4"1"62"0"0,0 0-1 0 0,0 1 0 0 0,1-1 1 0 0,-1 1-1 0 0,0 0 0 0 0,1 1 1 0 0,-1-1-1 0 0,1 0 0 0 0,-5 6 1 0 0,-4 1 414 0 0,5-5-523 0 0,4-3-308 0 0,1 0 0 0 0,0 0 0 0 0,0 0 0 0 0,0 0 1 0 0,1 0-1 0 0,-1 1 0 0 0,0-1 0 0 0,0 1 0 0 0,1-1 0 0 0,-1 1 0 0 0,0 0 1 0 0,1-1-1 0 0,0 1 0 0 0,-1 0 0 0 0,1 0 0 0 0,-1 3 0 0 0,2-5-62 0 0,1 1 0 0 0,0 0 1 0 0,0-1-1 0 0,-1 1 0 0 0,1-1 0 0 0,0 1 0 0 0,0-1 0 0 0,0 1 0 0 0,0-1 0 0 0,0 0 0 0 0,0 1 0 0 0,0-1 1 0 0,0 0-1 0 0,-1 0 0 0 0,1 0 0 0 0,0 0 0 0 0,0 0 0 0 0,0 0 0 0 0,2 0 0 0 0,22 1 466 0 0,-24-1-463 0 0,18 0 211 0 0,0 2 1 0 0,-1 0 0 0 0,1 0 0 0 0,0 2 0 0 0,-1 1 0 0 0,0 0 0 0 0,33 14 0 0 0,-50-18-253 0 0,0-1 0 0 0,0 0 0 0 0,0 1 1 0 0,-1 0-1 0 0,1-1 0 0 0,0 1 0 0 0,0-1 1 0 0,0 1-1 0 0,0 0 0 0 0,-1-1 0 0 0,1 1 1 0 0,0 0-1 0 0,-1 0 0 0 0,1 0 0 0 0,-1 0 1 0 0,1 0-1 0 0,-1-1 0 0 0,1 1 0 0 0,-1 0 1 0 0,1 0-1 0 0,-1 0 0 0 0,0 0 0 0 0,0 0 1 0 0,1 0-1 0 0,-1 0 0 0 0,0 2 0 0 0,0-1-3 0 0,-1 0-1 0 0,0 1 0 0 0,1-1 0 0 0,-1 0 0 0 0,0 0 0 0 0,0 0 0 0 0,0 0 0 0 0,0 0 0 0 0,0 0 0 0 0,0 0 0 0 0,-3 3 0 0 0,-6 5 14 0 0,0 0-1 0 0,0-1 1 0 0,-14 11-1 0 0,18-16 48 0 0,-18 13 197 0 0,-19 15 337 0 0,41-30-517 0 0,-1 0 0 0 0,0 1-1 0 0,1-1 1 0 0,0 1 0 0 0,0 0-1 0 0,0 0 1 0 0,0 0 0 0 0,0 0-1 0 0,0 0 1 0 0,1 0 0 0 0,-2 5-1 0 0,3-7-67 0 0,-1 0 0 0 0,1 0 0 0 0,0 0 0 0 0,0 0 0 0 0,1 0 0 0 0,-1 0 0 0 0,0 0-1 0 0,0-1 1 0 0,0 1 0 0 0,1 0 0 0 0,-1 0 0 0 0,0 0 0 0 0,1 0 0 0 0,-1 0 0 0 0,1 0-1 0 0,-1 0 1 0 0,1 0 0 0 0,-1-1 0 0 0,1 1 0 0 0,0 0 0 0 0,-1 0 0 0 0,1-1 0 0 0,0 1 0 0 0,0 0-1 0 0,0-1 1 0 0,-1 1 0 0 0,1-1 0 0 0,0 1 0 0 0,0-1 0 0 0,0 0 0 0 0,0 1 0 0 0,0-1-1 0 0,0 0 1 0 0,0 1 0 0 0,0-1 0 0 0,0 0 0 0 0,1 0 0 0 0,44 5 17 0 0,-40-5-5 0 0,38 0 0 0 0,-30-1-23 0 0,0 1 0 0 0,0 0 0 0 0,0 1 0 0 0,0 0 0 0 0,0 1 0 0 0,0 1 0 0 0,0 0 1 0 0,24 9-1 0 0,-37-11-4 0 0,0-1 0 0 0,0 1 0 0 0,0-1 0 0 0,0 1 0 0 0,-1-1 0 0 0,1 1 0 0 0,0-1 0 0 0,0 1 0 0 0,0 0 0 0 0,-1 0 0 0 0,1-1 0 0 0,0 1 0 0 0,-1 0 0 0 0,1 0 0 0 0,0 0 0 0 0,-1 0 0 0 0,1 0 0 0 0,-1 0 0 0 0,0 0 0 0 0,1 0 0 0 0,-1 0 0 0 0,0 0 0 0 0,0 0 0 0 0,1 0 0 0 0,-1 0 0 0 0,0 0 0 0 0,0 1 0 0 0,-1 0 0 0 0,1 0 0 0 0,-1 0 0 0 0,0 0 0 0 0,0 0 0 0 0,1 0 0 0 0,-1-1 0 0 0,-1 1 0 0 0,1 0 0 0 0,0-1 0 0 0,0 1 0 0 0,-1 0 0 0 0,-2 2 0 0 0,-6 4 0 0 0,-1 0 0 0 0,0 0 0 0 0,-15 7 0 0 0,26-14 0 0 0,-54 28 62 0 0,2 2 0 0 0,-89 72 0 0 0,139-101-121 0 0,0 0 0 0 0,-1 0 0 0 0,1 1-1 0 0,0-1 1 0 0,0 1 0 0 0,0-1 0 0 0,0 1-1 0 0,0 0 1 0 0,1 0 0 0 0,0 0-1 0 0,-1 0 1 0 0,1 0 0 0 0,-1 4 0 0 0,2-6-50 0 0,0 0 0 0 0,0 0 1 0 0,0 0-1 0 0,0 0 0 0 0,0-1 0 0 0,0 1 1 0 0,0 0-1 0 0,0 0 0 0 0,0 0 1 0 0,1 0-1 0 0,-1-1 0 0 0,0 1 0 0 0,1 0 1 0 0,-1 0-1 0 0,0-1 0 0 0,1 1 1 0 0,-1 0-1 0 0,1-1 0 0 0,-1 1 0 0 0,2 1 1 0 0,0-1-199 0 0,-1 0 1 0 0,1 0 0 0 0,0 0 0 0 0,-1-1 0 0 0,1 1-1 0 0,0 0 1 0 0,0-1 0 0 0,-1 1 0 0 0,1-1-1 0 0,0 1 1 0 0,0-1 0 0 0,3 0 0 0 0,18 0-2620 0 0,-10-1 1340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52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0 3225 0 0,'-1'1'345'0'0,"-1"0"0"0"0,0-1 1 0 0,1 1-1 0 0,-1 0 1 0 0,1 0-1 0 0,0 1 0 0 0,-1-1 1 0 0,1 0-1 0 0,0 0 1 0 0,-1 1-1 0 0,1-1 0 0 0,0 1 1 0 0,0-1-1 0 0,0 1 1 0 0,0-1-1 0 0,1 1 0 0 0,-1-1 1 0 0,0 1-1 0 0,1 0 1 0 0,-1 0-1 0 0,1-1 0 0 0,-1 1 1 0 0,1 0-1 0 0,0 3 0 0 0,1-1 293 0 0,0 0 0 0 0,1 0 0 0 0,0 0 0 0 0,0 0 0 0 0,0 0 0 0 0,0-1 0 0 0,1 1 0 0 0,5 6 0 0 0,6 11-384 0 0,0 1 0 0 0,-1 1 0 0 0,-1 0 0 0 0,-1 1 0 0 0,-1 0 0 0 0,-1 0 0 0 0,-2 1 0 0 0,0 1 0 0 0,4 32 0 0 0,-5-9 304 0 0,-3 1 0 0 0,-1 0 0 0 0,-10 94 0 0 0,7-134-568 0 0,-2 19-488 0 0,-11 50-1 0 0,11-69 332 0 0,0 0 0 0 0,-1 0 0 0 0,0 0 0 0 0,-1 0 0 0 0,0 0 0 0 0,-1-1 0 0 0,0 0 0 0 0,-8 9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52.8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3225 0 0,'5'5'1403'0'0,"0"1"0"0"0,0 0-1 0 0,0 0 1 0 0,-1 1 0 0 0,4 7 0 0 0,12 39 3368 0 0,-11-16-3189 0 0,4 43 0 0 0,-4-18-779 0 0,-5-46-757 0 0,-2-8-85 0 0,0-1 0 0 0,-1 1 0 0 0,0 0 0 0 0,0 0 0 0 0,0 0 0 0 0,-1 0 0 0 0,0 0 0 0 0,-3 11 0 0 0,-2-9-1625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3:53.7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120 100 456 0 0,'-41'14'1169'0'0,"32"-11"-215"0"0,-1 1 0 0 0,0-1 0 0 0,1-1-1 0 0,-1 0 1 0 0,-19 2 0 0 0,29-4-916 0 0,0 0-1 0 0,0 0 0 0 0,0 0 1 0 0,0 0-1 0 0,0 0 1 0 0,-1 0-1 0 0,1-1 1 0 0,0 1-1 0 0,0 0 0 0 0,0 0 1 0 0,0 0-1 0 0,0 0 1 0 0,0 0-1 0 0,0 0 0 0 0,0 0 1 0 0,-1-1-1 0 0,1 1 1 0 0,0 0-1 0 0,0 0 0 0 0,0 0 1 0 0,0 0-1 0 0,0 0 1 0 0,0-1-1 0 0,0 1 0 0 0,0 0 1 0 0,0 0-1 0 0,0 0 1 0 0,0 0-1 0 0,0-1 0 0 0,0 1 1 0 0,0 0-1 0 0,0 0 1 0 0,0 0-1 0 0,0 0 1 0 0,0 0-1 0 0,0-1 0 0 0,0 1 1 0 0,1 0-1 0 0,-1 0 1 0 0,0 0-1 0 0,0 0 0 0 0,0 0 1 0 0,0 0-1 0 0,0-1 1 0 0,0 1-1 0 0,0 0 0 0 0,0 0 1 0 0,1 0-1 0 0,-1 0 1 0 0,0 0-1 0 0,0-1 67 0 0,1 1-1 0 0,-1-1 1 0 0,1 1 0 0 0,-1 0-1 0 0,1-1 1 0 0,-1 1 0 0 0,1-1 0 0 0,0 1-1 0 0,-1 0 1 0 0,1-1 0 0 0,-1 1-1 0 0,1 0 1 0 0,0 0 0 0 0,-1 0-1 0 0,1-1 1 0 0,0 1 0 0 0,-1 0-1 0 0,1 0 1 0 0,0 0 0 0 0,-1 0-1 0 0,2 0 1 0 0,36 0 370 0 0,60-7 0 0 0,1-1 60 0 0,528-32 4 0 0,-619 39-520 0 0,523-55 3187 0 0,-525 56-3180 0 0,36-5 299 0 0,0 3 0 0 0,0 1 1 0 0,0 2-1 0 0,46 8 1 0 0,-87-9-295 0 0,0 0 0 0 0,0 0 1 0 0,-1 0-1 0 0,1 0 0 0 0,0 0 1 0 0,0 1-1 0 0,0-1 1 0 0,0 0-1 0 0,0 1 0 0 0,0-1 1 0 0,0 1-1 0 0,-1-1 0 0 0,1 1 1 0 0,0-1-1 0 0,0 1 1 0 0,-1-1-1 0 0,1 1 0 0 0,0 0 1 0 0,-1-1-1 0 0,1 1 0 0 0,0 1 1 0 0,-1-1-32 0 0,0 0-1 0 0,0 0 1 0 0,0 0 0 0 0,-1-1 0 0 0,1 1-1 0 0,0 0 1 0 0,0 0 0 0 0,-1 0 0 0 0,1-1 0 0 0,-1 1-1 0 0,1 0 1 0 0,-1-1 0 0 0,1 1 0 0 0,-1 0-1 0 0,1-1 1 0 0,-1 1 0 0 0,0 0 0 0 0,1-1 0 0 0,-1 1-1 0 0,0-1 1 0 0,0 1 0 0 0,1-1 0 0 0,-2 1-1 0 0,-1 0-211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02.6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20 3977 0 0,'-3'0'5'0'0,"0"1"0"0"0,0-1 1 0 0,0 1-1 0 0,0 0 0 0 0,0 0 0 0 0,0 1 1 0 0,0-1-1 0 0,0 1 0 0 0,1-1 0 0 0,-1 1 0 0 0,0 0 1 0 0,-2 2-1 0 0,3-2-9 0 0,0 0 1 0 0,-1 0-1 0 0,1 0 0 0 0,-1-1 1 0 0,1 1-1 0 0,-1-1 0 0 0,0 0 1 0 0,-12 0 6050 0 0,34-11-4498 0 0,26-8-700 0 0,-23 12-545 0 0,-1 0-1 0 0,1 2 1 0 0,0 1-1 0 0,0 0 1 0 0,1 2-1 0 0,39 2 1 0 0,-61-1-466 0 0,0 0 0 0 0,0 0 1 0 0,0 1-1 0 0,0-1 0 0 0,0 0 0 0 0,0 1 1 0 0,0-1-1 0 0,0 1 0 0 0,0-1 1 0 0,0 1-1 0 0,-1-1 0 0 0,1 1 0 0 0,0 0 1 0 0,0-1-1 0 0,-1 1 0 0 0,1 0 1 0 0,0 0-1 0 0,-1 0 0 0 0,1-1 0 0 0,-1 1 1 0 0,1 0-1 0 0,-1 0 0 0 0,1 2 0 0 0,0-3 91 0 0,-1 1 1 0 0,0-1-1 0 0,0 1 0 0 0,0-1 0 0 0,0 1 0 0 0,0-1 0 0 0,0 1 0 0 0,0-1 0 0 0,0 1 0 0 0,0-1 0 0 0,0 1 0 0 0,0 0 0 0 0,0-1 0 0 0,0 1 0 0 0,0-1 0 0 0,-1 1 0 0 0,1-1 0 0 0,0 1 0 0 0,0-1 0 0 0,-1 1 0 0 0,1-1 0 0 0,0 0 0 0 0,0 1 0 0 0,-1-1 0 0 0,1 1 0 0 0,-1-1 0 0 0,1 0 0 0 0,0 1 0 0 0,-1-1 0 0 0,1 0 0 0 0,-1 1 0 0 0,1-1 0 0 0,-1 0 0 0 0,1 0 0 0 0,-1 1 0 0 0,1-1 0 0 0,-1 0 0 0 0,1 0 0 0 0,-1 0 1 0 0,1 0-1 0 0,-1 0 0 0 0,1 0 0 0 0,-2 0 0 0 0,-5 1 131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03.0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76 920 0 0,'-9'-22'2008'0'0,"-2"-8"1581"0"0,8 7 3153 0 0,4 34-1966 0 0,4 10-3423 0 0,1 3-1033 0 0,17 109 318 0 0,15 65 277 0 0,-38-197-1107 0 0,0 1-1 0 0,1 0 1 0 0,-1-1 0 0 0,1 1 0 0 0,0 0 0 0 0,-1-1 0 0 0,1 1 0 0 0,0-1 0 0 0,0 1 0 0 0,0-1 0 0 0,0 1 0 0 0,2 1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04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85 456 0 0,'-1'-1'152'0'0,"0"1"0"0"0,1 0-1 0 0,-1-1 1 0 0,0 0 0 0 0,1 1 0 0 0,-1-1 0 0 0,0 1-1 0 0,1-1 1 0 0,-1 0 0 0 0,1 1 0 0 0,-1-1-1 0 0,1 0 1 0 0,-1 1 0 0 0,1-1 0 0 0,0 0 0 0 0,-1 0-1 0 0,1 0 1 0 0,0 1 0 0 0,0-1 0 0 0,-1 0-1 0 0,1 0 1 0 0,0 0 0 0 0,0 0 0 0 0,0 1 0 0 0,0-2-1 0 0,2 0 133 0 0,0 0 0 0 0,0 1 0 0 0,0-1-1 0 0,0 1 1 0 0,0 0 0 0 0,0-1 0 0 0,1 1-1 0 0,-1 0 1 0 0,3-1 0 0 0,-1 1-433 0 0,24-10 838 0 0,0 2 0 0 0,2 1 1 0 0,-1 1-1 0 0,1 1 0 0 0,52-2 0 0 0,-77 7-682 0 0,27 1 681 0 0,-31 0-699 0 0,0 0-1 0 0,-1 0 0 0 0,1 0 0 0 0,0 0 0 0 0,0 0 0 0 0,-1 1 0 0 0,1-1 0 0 0,0 0 0 0 0,0 0 1 0 0,-1 1-1 0 0,1-1 0 0 0,0 0 0 0 0,-1 1 0 0 0,1-1 0 0 0,0 0 0 0 0,-1 1 0 0 0,1-1 0 0 0,-1 1 1 0 0,1-1-1 0 0,0 1 0 0 0,-1 0 0 0 0,0-1 0 0 0,1 1 0 0 0,-1 0 0 0 0,1-1 0 0 0,-1 1 0 0 0,0 0 1 0 0,1-1-1 0 0,-1 1 0 0 0,0 0 0 0 0,0-1 0 0 0,1 3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06.6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207 1964 3065 0 0,'-23'-59'5313'0'0,"-25"-101"0"0"0,21 29-3780 0 0,6 0 0 0 0,-5-167 1 0 0,24 227-1150 0 0,1 15 176 0 0,-3-1 0 0 0,-1 1 0 0 0,-18-71 0 0 0,17 90-313 0 0,6 30-190 0 0,-1 0 1 0 0,0-1 0 0 0,-1 1 0 0 0,0 0-1 0 0,0 0 1 0 0,0 0 0 0 0,-6-10-1 0 0,6 15 0 0 0,1 0-68 0 0,7-1 147 0 0,30-8-270 0 0,1 2 0 0 0,0 1 0 0 0,51-4 0 0 0,17-3-323 0 0,734-127-1419 0 0,-271 59 1523 0 0,-348 50 266 0 0,76-10-21 0 0,-20 3 77 0 0,19-2-2 0 0,94-17-22 0 0,-160 19 46 0 0,-45 11-3 0 0,439-52 88 0 0,-98 36 335 0 0,-413 34-374 0 0,-109 11-37 0 0,5-2 7 0 0,1 1-1 0 0,-1 1 0 0 0,1-1 1 0 0,0 1-1 0 0,-1 1 1 0 0,1 0-1 0 0,0 0 0 0 0,-1 1 1 0 0,12 3-1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07.6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289 142 2761 0 0,'-96'-41'4046'0'0,"62"28"-1621"0"0,1-2 0 0 0,-34-20 0 0 0,8-3 1482 0 0,69 41-3467 0 0,-6-3-308 0 0,0 1 1 0 0,-1 0-1 0 0,1 0 0 0 0,-1 0 1 0 0,1 0-1 0 0,-1 1 0 0 0,0-1 1 0 0,6 5-1 0 0,11 7-101 0 0,0-1-1 0 0,1-1 1 0 0,0-1-1 0 0,0-1 1 0 0,1-1-1 0 0,44 10 1 0 0,-11-1 9 0 0,8 0-8 0 0,29 10 37 0 0,-83-24-65 0 0,0 1 1 0 0,0 0 0 0 0,0 1 0 0 0,-1 0-1 0 0,0 0 1 0 0,0 1 0 0 0,11 10-1 0 0,-18-15 74 0 0,-1 0-1 0 0,0 0 1 0 0,1 0 0 0 0,-1 0-1 0 0,0 0 1 0 0,0 0-1 0 0,1 1 1 0 0,-1-1 0 0 0,0 0-1 0 0,0 0 1 0 0,0 0-1 0 0,0 0 1 0 0,0 0 0 0 0,-1 1-1 0 0,1-1 1 0 0,0 0-1 0 0,-1 0 1 0 0,1 0 0 0 0,0 0-1 0 0,-1 0 1 0 0,1 0-1 0 0,-1 0 1 0 0,0 1-1 0 0,0-1-2 0 0,-1 3-26 0 0,-1 0 0 0 0,1-1 0 0 0,-1 1 0 0 0,0-1 0 0 0,0 0 0 0 0,0 0 0 0 0,-4 3 1 0 0,-6 7 26 0 0,-8 14-21 0 0,-19 34-1 0 0,22-32 10 0 0,-25 31 1 0 0,29-42-46 0 0,7-10-11 0 0,0 1 1 0 0,0-1-1 0 0,-11 9 1 0 0,17-16-9 0 0,-2 0-3 0 0,1 1 0 0 0,0 0-1 0 0,0-1 1 0 0,0 1 0 0 0,0 0 0 0 0,0 0 0 0 0,0 0-1 0 0,1 0 1 0 0,-1 1 0 0 0,1-1 0 0 0,-1 0 0 0 0,1 1-1 0 0,0-1 1 0 0,0 1 0 0 0,0-1 0 0 0,0 1 0 0 0,-1 4-1 0 0,1-2-282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17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138 1 2272 0 0,'-9'6'448'0'0,"-1"-1"0"0"0,1 0 0 0 0,-1 0 0 0 0,-12 3 0 0 0,13-5 576 0 0,1 0-1 0 0,-1 1 0 0 0,1 0 0 0 0,0 0 1 0 0,0 1-1 0 0,0 0 0 0 0,-10 9 1 0 0,18-14-1001 0 0,0 0 0 0 0,0 0-1 0 0,0 0 1 0 0,0 0 0 0 0,-1 0 0 0 0,1 0 0 0 0,0 1 0 0 0,0-1 0 0 0,0 0 0 0 0,0 0 0 0 0,0 0-1 0 0,0 0 1 0 0,0 0 0 0 0,0 0 0 0 0,0 1 0 0 0,0-1 0 0 0,0 0 0 0 0,0 0 0 0 0,0 0 0 0 0,0 0 0 0 0,0 0-1 0 0,0 0 1 0 0,0 1 0 0 0,0-1 0 0 0,0 0 0 0 0,0 0 0 0 0,0 0 0 0 0,0 0 0 0 0,0 0 0 0 0,0 0 0 0 0,0 0-1 0 0,0 1 1 0 0,1-1 0 0 0,-1 0 0 0 0,0 0 0 0 0,0 0 0 0 0,0 0 0 0 0,0 0 0 0 0,0 0 0 0 0,0 0-1 0 0,0 0 1 0 0,0 0 0 0 0,0 0 0 0 0,1 1 0 0 0,-1-1 0 0 0,0 0 0 0 0,0 0 0 0 0,0 0 0 0 0,0 0 0 0 0,0 0-1 0 0,1 0 1 0 0,10 3 508 0 0,11-1-105 0 0,53-5 396 0 0,-1-5-1 0 0,89-19 1 0 0,32-4-487 0 0,-191 30-419 0 0,-1 1-53 0 0,0-1 0 0 0,1 1 0 0 0,-1 0 1 0 0,1 0-1 0 0,-1 0 0 0 0,1 1 0 0 0,4 0 1 0 0,-5 0-849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18.7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678 133 1376 0 0,'-310'37'3491'0'0,"82"-8"-2295"0"0,144-16 443 0 0,30-2 2398 0 0,54-11-4003 0 0,0 0 0 0 0,0 0 0 0 0,0 1 0 0 0,0-1 0 0 0,0 0 0 0 0,0 0 0 0 0,0 0 0 0 0,0 0 0 0 0,1 0 0 0 0,-1 0 0 0 0,0 0 0 0 0,0 0 0 0 0,0 0 0 0 0,0 0 0 0 0,0 0 0 0 0,0 1 1 0 0,0-1-1 0 0,0 0 0 0 0,0 0 0 0 0,0 0 0 0 0,0 0 0 0 0,0 0 0 0 0,0 0 0 0 0,0 0 0 0 0,0 1 0 0 0,0-1 0 0 0,0 0 0 0 0,0 0 0 0 0,0 0 0 0 0,0 0 0 0 0,0 0 0 0 0,0 0 0 0 0,0 0 1 0 0,0 1-1 0 0,0-1 0 0 0,0 0 0 0 0,0 0 0 0 0,0 0 0 0 0,0 0 0 0 0,0 0 0 0 0,0 0 0 0 0,0 0 0 0 0,-1 0 0 0 0,1 0 0 0 0,0 0 0 0 0,0 1 0 0 0,0-1 0 0 0,0 0 0 0 0,0 0 0 0 0,0 0 1 0 0,0 0-1 0 0,0 0 0 0 0,0 0 0 0 0,-1 0 0 0 0,1 0 0 0 0,0 0 0 0 0,0 0 0 0 0,0 0 0 0 0,0 0 0 0 0,0 0 0 0 0,0 0 0 0 0,0 0 0 0 0,-1 0 0 0 0,1 0 0 0 0,10 5 480 0 0,-7-4-497 0 0,-2-1 94 0 0,5 1-6 0 0,53 4 279 0 0,115-4-1 0 0,64-20 124 0 0,-21 0 58 0 0,545-44 2280 0 0,-410 15-1800 0 0,-148 18-662 0 0,-55 3-116 0 0,-90 15-213 0 0,0 2 0 0 0,88-3-1 0 0,-134 15-164 0 0,-13-2 72 0 0,1 0 1 0 0,-1 0-1 0 0,0 0 0 0 0,0 0 1 0 0,0 0-1 0 0,1 0 0 0 0,-1 0 1 0 0,0 0-1 0 0,0 0 0 0 0,0 0 1 0 0,0 0-1 0 0,1 0 0 0 0,-1 0 1 0 0,0 0-1 0 0,0 0 0 0 0,0 0 1 0 0,0 0-1 0 0,1 1 0 0 0,-1-1 1 0 0,0 0-1 0 0,0 0 0 0 0,0 0 1 0 0,0 0-1 0 0,0 0 0 0 0,1 0 1 0 0,-1 1-1 0 0,0-1 0 0 0,0 0 1 0 0,0 0-1 0 0,0 0 0 0 0,0 0 1 0 0,0 1-1 0 0,0-1 0 0 0,0 0 1 0 0,0 0-1 0 0,0 0 0 0 0,1 0 1 0 0,-1 1-1 0 0,0-1 0 0 0,0 0 1 0 0,0 0-1 0 0,0 0 0 0 0,0 1 1 0 0,0-1-1 0 0,-1 0 0 0 0,1 0 1 0 0,0 0-1 0 0,0 1 0 0 0,0-1 1 0 0,0 0-1 0 0,0 0 0 0 0,0 0 1 0 0,0 0-1 0 0,0 1 0 0 0,0-1 1 0 0,-1 0-1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19.2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8 2761 0 0,'-40'-7'15091'0'0,"41"11"-14476"0"0,3 143 2021 0 0,-3-46-2129 0 0,2-35-253 0 0,4 113 62 0 0,41 246-1 0 0,-40-385-279 0 0,17 109 91 0 0,-22-126-151 0 0,-2 1 1 0 0,0-1-1 0 0,-2 1 0 0 0,-4 29 0 0 0,0-29-1266 0 0,0-13-2335 0 0,7-13 3157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19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239 1206 4145 0 0,'14'10'11577'0'0,"-11"-10"-11343"0"0,-2 1-139 0 0,1-1-1 0 0,-1 0 0 0 0,0 1 0 0 0,1-1 1 0 0,-1 0-1 0 0,0 0 0 0 0,1 0 0 0 0,-1 0 0 0 0,0 0 1 0 0,1 0-1 0 0,-1 0 0 0 0,0-1 0 0 0,2 1 1 0 0,-2-2 106 0 0,-1 0 1 0 0,0 0-1 0 0,1 0 1 0 0,-1 0-1 0 0,0 0 1 0 0,0 0 0 0 0,-1 0-1 0 0,1 0 1 0 0,0 0-1 0 0,0 0 1 0 0,-1 1-1 0 0,0-1 1 0 0,1 0 0 0 0,-1 0-1 0 0,-1-1 1 0 0,0-5 84 0 0,-13-58 407 0 0,-13-75-91 0 0,1-117-296 0 0,-11-94 103 0 0,34 329-408 0 0,0 1 0 0 0,-2-1 0 0 0,0 1 0 0 0,-2 1 0 0 0,0-1 0 0 0,-1 1 0 0 0,-1 1 0 0 0,-1 0 0 0 0,-1 0 0 0 0,-15-18 0 0 0,15 23-110 0 0,7 9-189 0 0,0-1-1 0 0,0 0 1 0 0,0 0 0 0 0,1 0-1 0 0,0 0 1 0 0,0-1-1 0 0,1 1 1 0 0,-5-17 0 0 0,6 12-912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0.4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39 162 3681 0 0,'-8'1'277'0'0,"6"-2"-104"0"0,-1 1 0 0 0,1 0 1 0 0,0 0-1 0 0,0 1 0 0 0,-1-1 1 0 0,1 0-1 0 0,0 1 0 0 0,0 0 0 0 0,0-1 1 0 0,0 1-1 0 0,0 0 0 0 0,-3 1 1 0 0,45-3 2269 0 0,424-61 3824 0 0,-6 10-3954 0 0,-278 37-1882 0 0,156-4 519 0 0,-58 5-502 0 0,-174 8-194 0 0,170 13 0 0 0,-258-3-1529 0 0,-9-3-57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1.0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10 102 3225 0 0,'-2'-9'676'0'0,"-1"1"1"0"0,2-1 0 0 0,-1-1 0 0 0,1 1 0 0 0,0-16-1 0 0,6-7 11200 0 0,1 63-11721 0 0,0 1 0 0 0,-2 0 0 0 0,-1 45 0 0 0,-10 97 891 0 0,2-122-783 0 0,2-1 0 0 0,3 1-1 0 0,2 0 1 0 0,11 70 0 0 0,5-49-1107 0 0,-9-43-126 0 0,-2 0-1 0 0,-2 0 1 0 0,4 56 0 0 0,-7-72-4948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1.5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 94 4609 0 0,'-21'-38'1275'0'0,"19"33"-365"0"0,-1-1 0 0 0,0 0 0 0 0,0 1 0 0 0,0 0 0 0 0,0 0 0 0 0,-1 0 0 0 0,0 0 0 0 0,0 1 0 0 0,-9-6 3312 0 0,16 17-3183 0 0,5 6-763 0 0,84 60-97 0 0,201 122 1 0 0,-197-136-260 0 0,62 34-534 0 0,-157-93 606 0 0,1 1 1 0 0,-1 0-1 0 0,0-1 0 0 0,0 1 0 0 0,0 0 0 0 0,0-1 1 0 0,0 1-1 0 0,0 0 0 0 0,-1 0 0 0 0,1 0 1 0 0,0 0-1 0 0,0 0 0 0 0,-1 0 0 0 0,1 0 0 0 0,0 0 1 0 0,-1 0-1 0 0,1 1 0 0 0,-1-1 0 0 0,1 2 0 0 0,-1-2-3 0 0,0 0 0 0 0,0 0-1 0 0,-1 0 1 0 0,1 0-1 0 0,0 0 1 0 0,-1 0-1 0 0,1-1 1 0 0,-1 1-1 0 0,1 0 1 0 0,-1 0-1 0 0,1 0 1 0 0,-1-1-1 0 0,1 1 1 0 0,-1 0 0 0 0,0-1-1 0 0,1 1 1 0 0,-1 0-1 0 0,0-1 1 0 0,1 1-1 0 0,-3 0 1 0 0,-5 3-70 0 0,-1 0 0 0 0,1 0 1 0 0,-1-1-1 0 0,-12 3 0 0 0,11-3 57 0 0,-51 17-61 0 0,1 2-1 0 0,2 3 1 0 0,-74 41 0 0 0,80-35 56 0 0,1 1 0 0 0,1 3 1 0 0,2 1-1 0 0,-54 55 1 0 0,85-71-762 0 0,8-5-3959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1.9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55 4609 0 0,'1'-12'214'0'0,"0"9"470"0"0,-1 0 0 0 0,0-1 0 0 0,1 1 0 0 0,-1 0 0 0 0,-1-1 0 0 0,1 1 0 0 0,0 0 0 0 0,-1-1 0 0 0,0 1 0 0 0,-1-6 0 0 0,-2 27 4123 0 0,-1 3-4020 0 0,0 17-504 0 0,1 1 0 0 0,3-1 0 0 0,4 55-1 0 0,22 116 1337 0 0,-3-45-1017 0 0,-18-122-827 0 0,4 40-3012 0 0,21 97 0 0 0,-25-158-2283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2.2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18 130 1376 0 0,'-18'6'2901'0'0,"35"-6"158"0"0,33-6-370 0 0,142-36 488 0 0,313-25 1 0 0,-381 58-4013 0 0,106-3-3789 0 0,-202 14-80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2.6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14 4609 0 0,'-7'-8'3856'0'0,"6"7"-3470"0"0,0 0-1 0 0,0 1 1 0 0,0-1 0 0 0,0 1-1 0 0,0-1 1 0 0,0 1-1 0 0,0 0 1 0 0,0-1 0 0 0,0 1-1 0 0,0 0 1 0 0,0 0-1 0 0,0 0 1 0 0,-1 0 0 0 0,1 0-1 0 0,0 0 1 0 0,-2 0 0 0 0,2 1-133 0 0,0 0 1 0 0,1 1 0 0 0,-1-1 0 0 0,0 0 0 0 0,0 0-1 0 0,1 1 1 0 0,-1-1 0 0 0,1 0 0 0 0,-1 1 0 0 0,1-1-1 0 0,0 1 1 0 0,-1-1 0 0 0,1 0 0 0 0,0 1 0 0 0,0-1-1 0 0,0 1 1 0 0,0-1 0 0 0,0 3 0 0 0,2 26 407 0 0,1 0-1 0 0,7 31 1 0 0,3 22-257 0 0,-1 269-19 0 0,7 59-359 0 0,7-139-197 0 0,-22-249-2867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3.4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0 5529 0 0,'-1'0'-8'0'0,"-33"9"2649"0"0,33-9-2494 0 0,0 0 1 0 0,0 0 0 0 0,0 0-1 0 0,0 1 1 0 0,0-1 0 0 0,0 1-1 0 0,0-1 1 0 0,0 0 0 0 0,1 1-1 0 0,-1 0 1 0 0,0-1 0 0 0,0 1-1 0 0,0-1 1 0 0,0 1 0 0 0,1 0 0 0 0,-1 0-1 0 0,0-1 1 0 0,1 1 0 0 0,-1 0-1 0 0,1 0 1 0 0,-1 0 0 0 0,0 0-1 0 0,1 0 1 0 0,0 0 0 0 0,-1 0-1 0 0,1 0 1 0 0,0 0 0 0 0,-1 0-1 0 0,1 1 1 0 0,1 0-61 0 0,-1-1-1 0 0,1 0 1 0 0,0 0 0 0 0,0 0-1 0 0,0 0 1 0 0,0 0 0 0 0,0 0-1 0 0,0 0 1 0 0,0-1 0 0 0,0 1 0 0 0,0 0-1 0 0,1 0 1 0 0,-1-1 0 0 0,0 1-1 0 0,0-1 1 0 0,1 1 0 0 0,-1-1-1 0 0,0 0 1 0 0,0 1 0 0 0,1-1-1 0 0,-1 0 1 0 0,0 0 0 0 0,1 0-1 0 0,1 0 1 0 0,36 1 659 0 0,-37-1-666 0 0,108-12 1165 0 0,-83 7-1098 0 0,1 2 0 0 0,0 1-1 0 0,0 1 1 0 0,43 3 0 0 0,-68-1-138 0 0,0-1 1 0 0,0 0-1 0 0,0 1 0 0 0,0 0 1 0 0,-1 0-1 0 0,1 0 0 0 0,0 0 1 0 0,-1 0-1 0 0,1 0 1 0 0,-1 1-1 0 0,1-1 0 0 0,-1 1 1 0 0,1 0-1 0 0,-1-1 0 0 0,2 4 1 0 0,-3-4-18 0 0,0 0 0 0 0,-1 1 0 0 0,1-1 0 0 0,-1 0 0 0 0,0 1-1 0 0,0-1 1 0 0,1 0 0 0 0,-1 1 0 0 0,0-1 0 0 0,0 1 0 0 0,0-1 0 0 0,0 1 0 0 0,0-1 0 0 0,-1 0 0 0 0,1 1 0 0 0,0-1 0 0 0,-1 0 0 0 0,1 1 0 0 0,-1-1 0 0 0,1 0 0 0 0,-1 1-1 0 0,1-1 1 0 0,-1 0 0 0 0,0 0 0 0 0,0 0 0 0 0,0 0 0 0 0,0 0 0 0 0,0 1 0 0 0,0-2 0 0 0,0 1 0 0 0,0 0 0 0 0,-2 1 0 0 0,-28 27-142 0 0,-66 44 0 0 0,62-48 46 0 0,-58 52 0 0 0,89-73 57 0 0,1-1 0 0 0,-1 1 0 0 0,1 0 0 0 0,0 0 0 0 0,0 1 0 0 0,0-1 0 0 0,-3 10 0 0 0,5-14 36 0 0,1 1-1 0 0,0 0 1 0 0,0 0-1 0 0,0-1 1 0 0,-1 1-1 0 0,1 0 1 0 0,0 0-1 0 0,0 0 1 0 0,0 0 0 0 0,0-1-1 0 0,1 1 1 0 0,-1 0-1 0 0,0 0 1 0 0,0 0-1 0 0,0-1 1 0 0,0 1-1 0 0,1 0 1 0 0,-1 0-1 0 0,0-1 1 0 0,1 1-1 0 0,-1 0 1 0 0,1 0-1 0 0,1 0 4 0 0,-1 0 0 0 0,0 0 0 0 0,1 0 0 0 0,-1 0-1 0 0,1 0 1 0 0,-1-1 0 0 0,1 1 0 0 0,-1 0-1 0 0,1-1 1 0 0,0 1 0 0 0,-1-1 0 0 0,1 0-1 0 0,0 0 1 0 0,-1 1 0 0 0,3-1 0 0 0,62-4 100 0 0,-54 3-60 0 0,0-1-1 0 0,0 2 1 0 0,0 0 0 0 0,23 2 0 0 0,-35-2-32 0 0,1 0 0 0 0,0 0 0 0 0,-1 0 0 0 0,1 1 0 0 0,-1-1 1 0 0,1 0-1 0 0,-1 0 0 0 0,1 0 0 0 0,0 1 0 0 0,-1-1 0 0 0,1 0 1 0 0,-1 0-1 0 0,1 1 0 0 0,-1-1 0 0 0,1 0 0 0 0,-1 1 0 0 0,0-1 1 0 0,1 1-1 0 0,-1-1 0 0 0,1 0 0 0 0,-1 1 0 0 0,0-1 0 0 0,1 1 1 0 0,-1-1-1 0 0,0 1 0 0 0,0 0 0 0 0,1-1 0 0 0,-1 1 0 0 0,0-1 1 0 0,0 2-1 0 0,0-1 1 0 0,0 1 0 0 0,0-1 0 0 0,-1 1 0 0 0,1-1 1 0 0,0 0-1 0 0,-1 1 0 0 0,0-1 0 0 0,1 0 0 0 0,-1 1 0 0 0,0-1 1 0 0,1 0-1 0 0,-3 2 0 0 0,-31 32 53 0 0,31-32-44 0 0,-50 42 172 0 0,31-28-117 0 0,0 2 0 0 0,1 0 0 0 0,1 1 1 0 0,1 1-1 0 0,1 1 0 0 0,-19 29 0 0 0,36-50-66 0 0,0 1-1 0 0,0 0 0 0 0,0 0 0 0 0,0 0 0 0 0,0 0 1 0 0,0-1-1 0 0,1 1 0 0 0,-1 0 0 0 0,1 0 1 0 0,0 0-1 0 0,-1 0 0 0 0,1 0 0 0 0,0 1 1 0 0,0-1-1 0 0,0 0 0 0 0,0 0 0 0 0,1 0 0 0 0,-1 0 1 0 0,1 0-1 0 0,-1 0 0 0 0,1 0 0 0 0,1 3 1 0 0,0-2-59 0 0,0-1 1 0 0,0 1-1 0 0,0-1 1 0 0,1 1-1 0 0,-1-1 1 0 0,1 0 0 0 0,-1 0-1 0 0,1 0 1 0 0,0-1-1 0 0,0 1 1 0 0,0-1-1 0 0,6 3 1 0 0,4 0-198 0 0,0 0 1 0 0,0-1-1 0 0,0 0 1 0 0,1-1-1 0 0,23 0 1 0 0,-15-2-748 0 0,0-1-1 0 0,-1 0 1 0 0,25-6 0 0 0,-33 4-2992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3.8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0 6449 0 0,'-1'1'280'0'0,"0"-1"-1"0"0,0 1 0 0 0,0-1 1 0 0,0 1-1 0 0,1-1 0 0 0,-1 1 0 0 0,0 0 1 0 0,0-1-1 0 0,1 1 0 0 0,-1 0 1 0 0,0 0-1 0 0,1-1 0 0 0,-1 1 1 0 0,1 0-1 0 0,-1 0 0 0 0,1 0 0 0 0,-1 0 1 0 0,1 0-1 0 0,0-1 0 0 0,-1 1 1 0 0,1 0-1 0 0,0 0 0 0 0,0 0 1 0 0,0 0-1 0 0,0 0 0 0 0,0 0 0 0 0,0 0 1 0 0,0 0-1 0 0,0 0 0 0 0,0 2 1 0 0,9 37 5406 0 0,-3-18-4670 0 0,-1 27-368 0 0,-2 50 0 0 0,1 16-509 0 0,0 87-73 0 0,3 21-4 0 0,-5-206-66 0 0,2 11 15 0 0,-1 1 0 0 0,-1-1 1 0 0,-1 1-1 0 0,-2-1 1 0 0,-7 51-1 0 0,8-77-395 0 0,-7 16 1058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4.6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3864 0 1376 0 0,'7'17'15713'0'0,"-7"-15"-15251"0"0,-6 4 1460 0 0,-5 2-3185 0 0,3-3 1705 0 0,-1 0 0 0 0,0 0 0 0 0,0-1 0 0 0,0 0-1 0 0,0 0 1 0 0,0-1 0 0 0,-19 3 0 0 0,25-5-392 0 0,-57 12 321 0 0,-118 10-1 0 0,-65-14-622 0 0,173-8 257 0 0,-8-3-183 0 0,-147-22-1 0 0,155 15 118 0 0,-15 0-468 0 0,1 4-1 0 0,-95 7 0 0 0,-171 28-667 0 0,179-12 987 0 0,-751 64-2675 0 0,417-9 2993 0 0,371-51 1001 0 0,86-16 95 0 0,0 2 1 0 0,-91 29-1 0 0,130-34-1004 0 0,-5 4-63 0 0,-1-2-1 0 0,0 0 0 0 0,-1 0 1 0 0,1-2-1 0 0,-1 0 1 0 0,-28 2-1 0 0,41-5-262 0 0,-14-1 596 0 0,17 1-511 0 0,-1 1 0 0 0,1-1-1 0 0,0 0 1 0 0,0 0 0 0 0,-1 0 0 0 0,1 0-1 0 0,0 0 1 0 0,0-1 0 0 0,-1 1-1 0 0,1 0 1 0 0,0 0 0 0 0,0 0 0 0 0,-1 0-1 0 0,1 0 1 0 0,0 0 0 0 0,0 0-1 0 0,-1 0 1 0 0,1-1 0 0 0,0 1 0 0 0,0 0-1 0 0,-1 0 1 0 0,1 0 0 0 0,0 0-1 0 0,0-1 1 0 0,0 1 0 0 0,-1 0 0 0 0,1 0-1 0 0,0-1 1 0 0,0 1 0 0 0,0 0-1 0 0,0 0 1 0 0,0-1 0 0 0,0 1 0 0 0,0 0-1 0 0,-1 0 1 0 0,1-1 0 0 0,0 1-1 0 0,0 0 1 0 0,0 0 0 0 0,0-1 0 0 0,0 1-1 0 0,0 0 1 0 0,0 0 0 0 0,0-1-1 0 0,0 1 1 0 0,1 0 0 0 0,-1-1 0 0 0,0 1-1 0 0,0 0 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8.1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5634 5985 0 0,'107'-6'3749'0'0,"479"-56"-98"0"0,-177 22-2894 0 0,239-36-183 0 0,-349 39 46 0 0,364-52 1249 0 0,-106 19-1766 0 0,-436 61 44 0 0,36-4 1122 0 0,-155 13-1256 0 0,-1 0 0 0 0,1 0 0 0 0,-1 0 0 0 0,1-1 0 0 0,-1 1 1 0 0,1-1-1 0 0,-1 1 0 0 0,0-1 0 0 0,1 1 0 0 0,-1-1 0 0 0,0 0 0 0 0,1 0 0 0 0,-1 0 0 0 0,0 0 0 0 0,0 0 0 0 0,0 0 0 0 0,0 0 1 0 0,0 0-1 0 0,0 0 0 0 0,0 0 0 0 0,0-1 0 0 0,0 1 0 0 0,0 0 0 0 0,0-2 0 0 0,0-2 30 0 0,0 0 1 0 0,0 0-1 0 0,0 0 0 0 0,-1-1 0 0 0,0 1 1 0 0,0-5-1 0 0,0 6-41 0 0,-3-74 793 0 0,-21-115 1 0 0,-3-38 524 0 0,24 156-1124 0 0,-34-377-54 0 0,2 226 86 0 0,-10-418 0 0 0,56 341-206 0 0,-2-114 31 0 0,-13 348-43 0 0,-2-37 11 0 0,13-183 1 0 0,8 47 10 0 0,-16 198-24 0 0,-2 0 0 0 0,-2 1 0 0 0,-16-67 0 0 0,4 46-23 0 0,-14-60-64 0 0,28 106 71 0 0,1 0-1 0 0,1 0 1 0 0,0 0 0 0 0,2 0-1 0 0,2-21 1 0 0,21-111 8 0 0,-8 58 0 0 0,7-130 0 0 0,-35-58 0 0 0,9 238 0 0 0,2 1-4 0 0,4-50 0 0 0,0 55 10 0 0,-2 0-1 0 0,-4-43 0 0 0,-1 1 83 0 0,4 52-91 0 0,-2-1 1 0 0,-4-25-1 0 0,6 46 4 0 0,0 6-9 0 0,0-1 1 0 0,0 1 0 0 0,0 0 0 0 0,0 0 0 0 0,0 0 0 0 0,0-1 0 0 0,1 1 0 0 0,-1 0 0 0 0,0 0 0 0 0,0 0-1 0 0,0-1 1 0 0,0 1 0 0 0,0 0 0 0 0,0 0 0 0 0,0-1 0 0 0,0 1 0 0 0,-1 0 0 0 0,1 0 0 0 0,0 0-1 0 0,0-1 1 0 0,0 1 0 0 0,0 0 0 0 0,0 0 0 0 0,0 0 0 0 0,0-1 0 0 0,0 1 0 0 0,0 0 0 0 0,-1 0-1 0 0,1 0 1 0 0,0 0 0 0 0,0-1 0 0 0,0 1 0 0 0,0 0 0 0 0,-1 0 0 0 0,1 0 0 0 0,0 0 0 0 0,0 0-1 0 0,0 0 1 0 0,-1 0 0 0 0,1-1 0 0 0,0 1 0 0 0,0 0 0 0 0,0 0 0 0 0,-1 0 0 0 0,1 0 0 0 0,0 0-1 0 0,0 0 1 0 0,-1 0 0 0 0,1 0 0 0 0,0 0 0 0 0,0 0 0 0 0,-1 0 0 0 0,1 0-112 0 0,-5-1 42 0 0,-28-5 56 0 0,-2 2-1 0 0,1 0 1 0 0,-38 3 0 0 0,-112 10-50 0 0,73-2 55 0 0,-528 33-94 0 0,597-37 105 0 0,-420 42-48 0 0,215-18 53 0 0,-46 11 1 0 0,77-8-14 0 0,-23 1-18 0 0,-138 15 2 0 0,329-40-43 0 0,21-2-67 0 0,-35 1 0 0 0,57-4 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9.0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373 1 920 0 0,'26'4'14813'0'0,"-28"8"-14105"0"0,0-9-689 0 0,1 0 0 0 0,-1 0 0 0 0,0-1 0 0 0,0 1-1 0 0,0 0 1 0 0,0-1 0 0 0,0 1 0 0 0,-1-1 0 0 0,1 1 0 0 0,-3 1 0 0 0,-8 8 150 0 0,-72 110 972 0 0,61-85-915 0 0,0-1-1 0 0,-56 60 1 0 0,38-57-102 0 0,29-29-83 0 0,0 1-1 0 0,1 1 0 0 0,0 0 0 0 0,1 0 0 0 0,1 1 0 0 0,-18 28 0 0 0,27-40-15 0 0,1 0-1 0 0,-1 0 0 0 0,1 0 0 0 0,-1 0 0 0 0,1 0 0 0 0,0 0 1 0 0,-1 0-1 0 0,1 0 0 0 0,0 0 0 0 0,0 0 0 0 0,0 0 1 0 0,0 0-1 0 0,0 0 0 0 0,0 0 0 0 0,0 0 0 0 0,0 0 0 0 0,0 0 1 0 0,0 0-1 0 0,1 0 0 0 0,-1 0 0 0 0,0 0 0 0 0,1 0 1 0 0,-1 0-1 0 0,1 2 0 0 0,0-2 12 0 0,1 0 0 0 0,-1-1 1 0 0,0 1-1 0 0,0 0 0 0 0,0 0 1 0 0,1-1-1 0 0,-1 1 0 0 0,1 0 0 0 0,-1-1 1 0 0,0 0-1 0 0,1 1 0 0 0,-1-1 1 0 0,1 0-1 0 0,-1 1 0 0 0,3-1 0 0 0,9 0 151 0 0,0-1 1 0 0,0 0-1 0 0,19-5 0 0 0,-14 3-158 0 0,22 2 64 0 0,0 1-1 0 0,0 2 0 0 0,0 1 0 0 0,73 17 0 0 0,-10-2 85 0 0,-39-9 68 0 0,112 20 793 0 0,-142-14-773 0 0,-15-6-6905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29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130 65 6913 0 0,'-41'-26'3324'0'0,"35"20"-2725"0"0,-1 1 1 0 0,0 1 0 0 0,0 0-1 0 0,0 0 1 0 0,0 0 0 0 0,-1 1-1 0 0,-9-4 1 0 0,16 7-502 0 0,1 0 0 0 0,-1-1 0 0 0,0 1 0 0 0,1 0 0 0 0,-1 0 0 0 0,0 0 0 0 0,0-1 0 0 0,1 1 0 0 0,-1 0 0 0 0,0 0 0 0 0,1 0 0 0 0,-1 0 0 0 0,0 0 1 0 0,0 1-1 0 0,1-1 0 0 0,-1 0 0 0 0,0 0 0 0 0,1 0 0 0 0,-1 1 0 0 0,0-1 0 0 0,1 0 0 0 0,-1 1 0 0 0,0-1 0 0 0,1 0 0 0 0,-1 1 0 0 0,1-1 0 0 0,-1 1 0 0 0,0-1 0 0 0,1 1 0 0 0,-1-1 0 0 0,0 2 0 0 0,1-1-10 0 0,0 1 0 0 0,0-1-1 0 0,-1 1 1 0 0,1-1-1 0 0,0 1 1 0 0,0 0 0 0 0,1-1-1 0 0,-1 1 1 0 0,0-1-1 0 0,0 1 1 0 0,1-1 0 0 0,-1 1-1 0 0,2 2 1 0 0,23 43 806 0 0,-1-18-574 0 0,1-1-1 0 0,1 0 0 0 0,2-2 1 0 0,45 33-1 0 0,12 11-1 0 0,91 79-242 0 0,65 63 78 0 0,-216-187-145 0 0,-5-2 21 0 0,1-2-1 0 0,2-1 1 0 0,0 0-1 0 0,0-2 1 0 0,2 0-1 0 0,35 18 1 0 0,-57-35-91 0 0,-1 0 0 0 0,1 1 0 0 0,-1-1 0 0 0,0 1 0 0 0,1-1-1 0 0,-1 1 1 0 0,0 0 0 0 0,0 0 0 0 0,0 0 0 0 0,0 0 0 0 0,0 1 0 0 0,-1-1 0 0 0,1 0 0 0 0,-1 1 0 0 0,1-1 0 0 0,-1 1 0 0 0,0-1 0 0 0,0 1 0 0 0,0 0 0 0 0,0-1 0 0 0,0 1 0 0 0,-1 0-1 0 0,1 0 1 0 0,-1 0 0 0 0,0-1 0 0 0,0 1 0 0 0,0 5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30.5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999 162 456 0 0,'23'-48'1206'0'0,"-19"42"-750"0"0,0-1 1 0 0,-1 1-1 0 0,1-1 0 0 0,-1 0 1 0 0,0 0-1 0 0,-1 0 1 0 0,0 0-1 0 0,0-1 1 0 0,-1 1-1 0 0,1-1 0 0 0,-1-13 1 0 0,-1 20-301 0 0,0 0-1 0 0,0 1 1 0 0,0-1 0 0 0,-1 0-1 0 0,1 1 1 0 0,0-1 0 0 0,0 0-1 0 0,0 1 1 0 0,-1-1 0 0 0,1 1-1 0 0,0-1 1 0 0,-1 0 0 0 0,1 1-1 0 0,-1-1 1 0 0,1 1 0 0 0,-1-1 0 0 0,1 1-1 0 0,-1-1 1 0 0,1 1 0 0 0,-1 0-1 0 0,1-1 1 0 0,-1 1 0 0 0,1 0-1 0 0,-1-1 1 0 0,0 1 0 0 0,1 0-1 0 0,-1-1 1 0 0,1 1 0 0 0,-2 0-1 0 0,-22 4 2456 0 0,18-2-2222 0 0,0 1 0 0 0,0-1 1 0 0,1 1-1 0 0,0 1 0 0 0,-10 7 1 0 0,-19 26 684 0 0,2 2 1 0 0,-31 50-1 0 0,-6 8-963 0 0,-222 348 1696 0 0,224-333-1397 0 0,27-53-57 0 0,-87 98-1 0 0,57-76-298 0 0,40-45 115 0 0,-77 101 566 0 0,65-92-513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57.1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19 4145 0 0,'-3'0'194'0'0,"1"0"0"0"0,0 0-1 0 0,-1 0 1 0 0,1 0 0 0 0,0-1 0 0 0,0 1 0 0 0,0-1-1 0 0,-1 1 1 0 0,1-1 0 0 0,0 0 0 0 0,0 0 0 0 0,0 0 0 0 0,-3-2-1 0 0,-3-1 1105 0 0,-10-2 5532 0 0,26 16-3053 0 0,-5-6-3389 0 0,9 11-109 0 0,0 1 1 0 0,-2 0 0 0 0,0 1-1 0 0,-1 0 1 0 0,-1 0 0 0 0,0 1 0 0 0,8 29-1 0 0,25 143 197 0 0,-18-70-335 0 0,-17-99-197 0 0,7 41 220 0 0,-12-57-230 0 0,0-1 0 0 0,-1 1 0 0 0,0 0 0 0 0,0 0 0 0 0,0-1 0 0 0,0 1 0 0 0,-1 0 0 0 0,0 0 0 0 0,-2 8 0 0 0,-4-5-1488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57.7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 61 2304 0 0,'-50'-5'5574'0'0,"88"-14"-229"0"0,-32 16-5373 0 0,15-5 452 0 0,0 2 0 0 0,1 0 0 0 0,-1 1 0 0 0,29-2 0 0 0,-41 6-287 0 0,-1 1-1 0 0,1 0 1 0 0,0 0 0 0 0,-1 0-1 0 0,1 1 1 0 0,0 1-1 0 0,-1 0 1 0 0,0 0 0 0 0,1 0-1 0 0,-1 1 1 0 0,0 0-1 0 0,0 1 1 0 0,11 6 0 0 0,-15-8-134 0 0,-1 1 1 0 0,1 0 0 0 0,-1 0 0 0 0,0 0-1 0 0,0 0 1 0 0,0 1 0 0 0,0-1-1 0 0,0 1 1 0 0,-1-1 0 0 0,0 1 0 0 0,0 0-1 0 0,0 0 1 0 0,0 0 0 0 0,0 0-1 0 0,-1 0 1 0 0,0 1 0 0 0,0-1 0 0 0,0 0-1 0 0,0 1 1 0 0,-1-1 0 0 0,0 1 0 0 0,1-1-1 0 0,-2 1 1 0 0,0 6 0 0 0,0-3 10 0 0,-1 0 1 0 0,-1 0 0 0 0,1 0-1 0 0,-1 0 1 0 0,0-1 0 0 0,-1 1 0 0 0,0-1-1 0 0,0 0 1 0 0,-1 0 0 0 0,1-1-1 0 0,-1 1 1 0 0,-9 7 0 0 0,0-1 292 0 0,-1 0 0 0 0,0-1 0 0 0,-1-1 0 0 0,0-1 1 0 0,0 0-1 0 0,-25 10 0 0 0,-4-2-12 0 0,-62 17 0 0 0,101-34-441 0 0,1-1-1537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58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34 144 3225 0 0,'-8'-39'1213'0'0,"-1"-14"2181"0"0,5 2 3677 0 0,-2 207-5342 0 0,2-77 49 0 0,9 123 0 0 0,-4-191-2488 0 0,-1 1-1 0 0,-1-1 1 0 0,-2 18 0 0 0,-2 17-2706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4:59.2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46 278 2761 0 0,'-17'-18'1886'0'0,"13"14"-229"0"0,0 0-1 0 0,1-1 1 0 0,-1 1-1 0 0,1-1 1 0 0,0 1 0 0 0,-4-9-1 0 0,7 13-1590 0 0,0 0-1 0 0,0 0 0 0 0,-1 0 0 0 0,1-1 1 0 0,0 1-1 0 0,0 0 0 0 0,0 0 0 0 0,0 0 1 0 0,0 0-1 0 0,2-4 1435 0 0,-2 4-1435 0 0,0 0 0 0 0,1 0 1 0 0,-1 0-1 0 0,0 0 0 0 0,0 0 0 0 0,0 0 1 0 0,0 0-1 0 0,1 0 0 0 0,-1 0 0 0 0,0-1 1 0 0,0 1-1 0 0,0 0 0 0 0,1 0 0 0 0,12 2 1069 0 0,12 5-372 0 0,-7 4-453 0 0,0 1 0 0 0,0 0 0 0 0,19 18 1 0 0,22 17-183 0 0,-27-26-117 0 0,7 6 29 0 0,67 34 1 0 0,-93-55-35 0 0,0 0 0 0 0,0-1 0 0 0,1 0 0 0 0,0-2 0 0 0,0 1 0 0 0,0-2 1 0 0,0 0-1 0 0,0 0 0 0 0,25-1 0 0 0,-35-1 29 0 0,0-1 1 0 0,0 1-1 0 0,1-1 0 0 0,-1 1 1 0 0,0-1-1 0 0,0 0 0 0 0,0-1 1 0 0,0 1-1 0 0,0-1 0 0 0,-1 0 1 0 0,8-4-1 0 0,-10 5-15 0 0,1-1 1 0 0,-1 0-1 0 0,1 1 1 0 0,-1-1-1 0 0,0 0 1 0 0,0 0-1 0 0,0 0 1 0 0,0 0-1 0 0,0 0 1 0 0,0 0-1 0 0,-1 0 1 0 0,1 0-1 0 0,-1 0 1 0 0,1 0-1 0 0,-1-1 1 0 0,0 1 0 0 0,0 0-1 0 0,0 0 1 0 0,0 0-1 0 0,0-1 1 0 0,0 1-1 0 0,-1 0 1 0 0,0-3-1 0 0,-30-126 956 0 0,19 86-757 0 0,1-1 0 0 0,-7-80 1 0 0,21 87-987 0 0,5 14-5837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25.2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74 107 6913 0 0,'-14'0'1907'0'0,"0"1"-1"0"0,0 0 1 0 0,-17 4-1 0 0,173-29 3632 0 0,5-1-4765 0 0,-88 11-1201 0 0,91-21 1093 0 0,-51 20-7412 0 0,-83 14 577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25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42 8754 0 0,'-8'-17'2307'0'0,"-1"-8"3946"0"0,24 49-1764 0 0,-5 5-4159 0 0,-1 0 0 0 0,-2 0-1 0 0,6 39 1 0 0,4 101-351 0 0,-5-42 465 0 0,-3-61-768 0 0,-2-23 367 0 0,1 61-1 0 0,-8-103-133 0 0,1 1-40 0 0,-1 0 1 0 0,0 0 0 0 0,0 0 0 0 0,0-1 0 0 0,-1 1 0 0 0,1 0 0 0 0,0 0 0 0 0,-1 0 0 0 0,1-1 0 0 0,-1 1 0 0 0,1 0 0 0 0,-1-1 0 0 0,-2 4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26.1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 79 2761 0 0,'-4'0'-260'0'0,"-39"6"1802"0"0,41-6-1291 0 0,0 0 1 0 0,1 1-1 0 0,-1-1 0 0 0,0 1 1 0 0,0-1-1 0 0,1 1 1 0 0,-1 0-1 0 0,1 0 0 0 0,-1 0 1 0 0,1 0-1 0 0,-1 0 1 0 0,1 0-1 0 0,-1 0 0 0 0,1 0 1 0 0,0 0-1 0 0,0 1 0 0 0,-1-1 1 0 0,1 1-1 0 0,0-1 1 0 0,-1 3-1 0 0,2-4-178 0 0,0 1 0 0 0,1-1 1 0 0,-1 1-1 0 0,0-1 0 0 0,0 1 0 0 0,1-1 0 0 0,-1 1 1 0 0,0-1-1 0 0,0 0 0 0 0,1 1 0 0 0,-1-1 0 0 0,0 1 1 0 0,1-1-1 0 0,-1 0 0 0 0,1 1 0 0 0,-1-1 0 0 0,1 0 1 0 0,-1 1-1 0 0,0-1 0 0 0,1 0 0 0 0,-1 0 1 0 0,1 0-1 0 0,-1 1 0 0 0,1-1 0 0 0,-1 0 0 0 0,1 0 1 0 0,-1 0-1 0 0,1 0 0 0 0,0 0 0 0 0,-1 0 0 0 0,1 0 1 0 0,-1 0-1 0 0,1 0 0 0 0,-1 0 0 0 0,1 0 0 0 0,23 0 1233 0 0,-24 0-1214 0 0,64-6 1771 0 0,-2-2 0 0 0,1-4 1 0 0,86-27-1 0 0,-12 3-1354 0 0,-115 31-552 0 0,-1 1 1 0 0,27-2-1 0 0,-9 8-6237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26.7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12467 0 0,'0'0'1249'0'0,"11"26"2363"0"0,33 140-663 0 0,-34-118-2776 0 0,2 0 0 0 0,20 51 0 0 0,-3-36-395 0 0,-14-30 346 0 0,18 55 1 0 0,-29-75-1013 0 0,-1 0 1 0 0,2 24 0 0 0,-5-27-424 0 0,0 1-1 0 0,0-1 1 0 0,-1 0-1 0 0,-3 14 1 0 0,0-6-3716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27.1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239 104 2961 0 0,'-1'-3'222'0'0,"0"0"1"0"0,0 1 0 0 0,1-1-1 0 0,-1 0 1 0 0,1 0 0 0 0,-1 1-1 0 0,1-1 1 0 0,0 0 0 0 0,0 0-1 0 0,0 0 1 0 0,1 1 0 0 0,-1-1-1 0 0,0 0 1 0 0,1 0 0 0 0,0 0-1 0 0,0 1 1 0 0,0-1 0 0 0,0 1-1 0 0,0-1 1 0 0,0 0-1 0 0,1 1 1 0 0,-1 0 0 0 0,1-1-1 0 0,0 1 1 0 0,0 0 0 0 0,0 0-1 0 0,0 0 1 0 0,0 0 0 0 0,0 0-1 0 0,0 1 1 0 0,0-1 0 0 0,5-2-1 0 0,0 1 104 0 0,0 0-1 0 0,1 0 0 0 0,-1 0 0 0 0,0 1 0 0 0,1 0 0 0 0,-1 1 0 0 0,1 0 0 0 0,0 0 0 0 0,-1 0 0 0 0,1 1 1 0 0,8 1-1 0 0,-6 0-230 0 0,0 1 0 0 0,-1-1 1 0 0,1 2-1 0 0,0 0 0 0 0,-1 0 0 0 0,0 0 1 0 0,0 1-1 0 0,0 1 0 0 0,0-1 0 0 0,-1 1 1 0 0,15 12-1 0 0,-20-14-90 0 0,0-1 0 0 0,0 1 1 0 0,0 0-1 0 0,-1 0 0 0 0,0 0 0 0 0,1 0 1 0 0,-1 0-1 0 0,0 0 0 0 0,0 0 0 0 0,-1 1 1 0 0,1-1-1 0 0,-1 1 0 0 0,0 0 0 0 0,0-1 1 0 0,0 1-1 0 0,0 0 0 0 0,0 0 0 0 0,-1-1 1 0 0,0 1-1 0 0,0 0 0 0 0,0 0 0 0 0,0 0 1 0 0,-1 0-1 0 0,1-1 0 0 0,-1 1 0 0 0,0 0 1 0 0,0 0-1 0 0,0-1 0 0 0,-1 1 0 0 0,1-1 1 0 0,-1 1-1 0 0,0-1 0 0 0,-2 4 0 0 0,-5 6-128 0 0,-1-1 0 0 0,0 0 0 0 0,-1 0 0 0 0,0-1 0 0 0,-1-1 0 0 0,0 0 0 0 0,-1 0 0 0 0,0-1 0 0 0,0-1 0 0 0,-20 9 0 0 0,-9 3 395 0 0,-1-2 1 0 0,-54 15-1 0 0,-69 8-1065 0 0,151-38-4327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27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59 9762 0 0,'0'-1'56'0'0,"-16"-28"835"0"0,16 28-736 0 0,-1 0 0 0 0,1 0 0 0 0,0 1 0 0 0,-1-1 0 0 0,1 0 1 0 0,0 0-1 0 0,0 0 0 0 0,-1 0 0 0 0,1 0 0 0 0,0 1 0 0 0,0-1 1 0 0,0 0-1 0 0,0 0 0 0 0,0 0 0 0 0,0 0 0 0 0,0 0 0 0 0,1 0 0 0 0,-1 0 1 0 0,0 1-1 0 0,0-1 0 0 0,1 0 0 0 0,-1 0 0 0 0,1 0 0 0 0,-1 0 1 0 0,0 1-1 0 0,1-1 0 0 0,-1 0 0 0 0,1 1 0 0 0,0-1 0 0 0,-1 0 0 0 0,1 1 1 0 0,1-2-1 0 0,-2 2-91 0 0,1 0 1 0 0,0 0-1 0 0,-1 0 1 0 0,1 0-1 0 0,0 0 1 0 0,-1 0-1 0 0,1 1 0 0 0,0-1 1 0 0,-1 0-1 0 0,1 0 1 0 0,-1 1-1 0 0,1-1 1 0 0,-1 0-1 0 0,1 1 1 0 0,-1-1-1 0 0,1 0 1 0 0,-1 1-1 0 0,1-1 1 0 0,-1 1-1 0 0,1-1 1 0 0,-1 1-1 0 0,1-1 1 0 0,-1 1-1 0 0,0-1 0 0 0,1 1 1 0 0,-1 0-1 0 0,0-1 1 0 0,0 1-1 0 0,1-1 1 0 0,-1 1-1 0 0,0 0 1 0 0,0-1-1 0 0,0 1 1 0 0,0 0-1 0 0,0-1 1 0 0,0 2-1 0 0,6 25 606 0 0,-5 4-341 0 0,-1 0 1 0 0,-2 1-1 0 0,-1-1 0 0 0,-12 56 0 0 0,-5 53-175 0 0,17-92-311 0 0,5 51 0 0 0,9-25-1661 0 0,-8-62 770 0 0,1-1 0 0 0,0 0 1 0 0,0 0-1 0 0,7 11 1 0 0,-4-9-777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28.1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67 484 6417 0 0,'-22'-43'1099'0'0,"18"33"86"0"0,-1 1 0 0 0,0-1 0 0 0,0 0 0 0 0,-1 1 0 0 0,-13-16 0 0 0,62 53 2784 0 0,23 43-2838 0 0,-35-36-922 0 0,59 52 0 0 0,-80-78-209 0 0,1-1 0 0 0,1 0 0 0 0,-1-1 0 0 0,1 0 0 0 0,1 0 0 0 0,-1-2-1 0 0,1 1 1 0 0,0-2 0 0 0,0 1 0 0 0,15 1 0 0 0,-27-6 35 0 0,1 0 0 0 0,-1 0 0 0 0,0 0 0 0 0,0 0-1 0 0,1 0 1 0 0,-1-1 0 0 0,0 1 0 0 0,1 0 0 0 0,-1-1 0 0 0,0 1 0 0 0,0-1 0 0 0,0 1 0 0 0,0-1 0 0 0,1 0-1 0 0,-1 1 1 0 0,0-1 0 0 0,0 0 0 0 0,0 0 0 0 0,0 0 0 0 0,-1 0 0 0 0,1 0 0 0 0,0 0 0 0 0,0 0 0 0 0,-1 0 0 0 0,1 0-1 0 0,0 0 1 0 0,-1 0 0 0 0,1-1 0 0 0,-1 1 0 0 0,1 0 0 0 0,-1 0 0 0 0,0-1 0 0 0,0 1 0 0 0,1 0 0 0 0,-1 0-1 0 0,0-3 1 0 0,1-8 241 0 0,1 0 0 0 0,-2 0 0 0 0,0-12 0 0 0,0 14-133 0 0,-2-69 435 0 0,3-62-208 0 0,1 91-328 0 0,9-96 60 0 0,-9 131-245 0 0,1-1-1 0 0,0 1 1 0 0,1 0 0 0 0,1 1-1 0 0,0-1 1 0 0,1 1 0 0 0,9-15-1 0 0,-6 18-1732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28.9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60 170 3225 0 0,'-5'-28'2183'0'0,"2"12"-399"0"0,0 0 0 0 0,1 1 0 0 0,0-1 0 0 0,1 0 1 0 0,1-1-1 0 0,4-29 0 0 0,-17 146-221 0 0,4 0-1 0 0,5 122 1 0 0,3-127-1159 0 0,0 339-412 0 0,-5 240-8 0 0,-8-85 815 0 0,20-414-470 0 0,5-101-7265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29.5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187 4 5065 0 0,'-35'8'1522'0'0,"-44"15"0"0"0,62-16 661 0 0,1 0 1 0 0,-23 17 3893 0 0,39-24-6012 0 0,12 3 1292 0 0,16-2-739 0 0,-28-1-604 0 0,234-13 1728 0 0,-87 2-1469 0 0,601-30 590 0 0,-717 40-712 0 0,-9 0 36 0 0,0 0 0 0 0,36-8 0 0 0,-56 9-1160 0 0,-7 5 618 0 0,-31 25-11864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29.9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87 3225 0 0,'0'0'-16'0'0,"-1"0"-1"0"0,1 0 1 0 0,-1 0 0 0 0,1 0 0 0 0,-1 0 0 0 0,1 0 0 0 0,-1 0 0 0 0,1 0 0 0 0,-1 0-1 0 0,0 0 1 0 0,1-1 0 0 0,-1 1 0 0 0,1 0 0 0 0,-1 0 0 0 0,1 0 0 0 0,0-1 0 0 0,-1 1 0 0 0,1 0-1 0 0,-1-1 1 0 0,1 1 0 0 0,-1 0 0 0 0,1-1 0 0 0,0 1 0 0 0,-1-1 0 0 0,1 1 0 0 0,0-1-1 0 0,-1 1 1 0 0,1-1 0 0 0,0 1 0 0 0,0-1 0 0 0,-1 1 0 0 0,1-1 0 0 0,13-11 1962 0 0,30-6 1921 0 0,-6 6 38 0 0,68-11 1 0 0,-64 17-3335 0 0,65 0-1 0 0,-91 9-2479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30.3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 4609 0 0,'-7'13'10105'0'0,"7"-12"-9756"0"0,7 19 2586 0 0,-1-5-2457 0 0,21 113 1310 0 0,16 176-1 0 0,-30-192-1393 0 0,22 156-260 0 0,36 355 412 0 0,-68-540-400 0 0,-12 118-1 0 0,-1-5-283 0 0,10-180-15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31.2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522 18 6449 0 0,'-11'0'1606'0'0,"-1"-2"0"0"0,1 1-1 0 0,-16-5 1 0 0,17 4-753 0 0,0-1 1 0 0,0 2-1 0 0,0-1 0 0 0,-18 1 0 0 0,-325 20 3779 0 0,313-19-6908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33.4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45 3225 0 0,'3'-6'-2'0'0,"6"-11"2472"0"0,-1-5 6435 0 0,-8 25-8575 0 0,1-1 1 0 0,-1 1-1 0 0,0 0 1 0 0,0-1 0 0 0,0 1-1 0 0,0 0 1 0 0,0-1-1 0 0,-2 6 1 0 0,1 17 479 0 0,65 289 1147 0 0,-40-174-1551 0 0,-6 2-1 0 0,0 267 1 0 0,-31-173 922 0 0,16-198-1703 0 0,1-22-6277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35.0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179 29 4609 0 0,'-2'-1'436'0'0,"1"1"1"0"0,-1-1-1 0 0,1 0 0 0 0,-1 1 0 0 0,1-1 1 0 0,-1 0-1 0 0,1 0 0 0 0,0 0 1 0 0,-1 0-1 0 0,1 0 0 0 0,0 0 0 0 0,0 0 1 0 0,0-1-1 0 0,0 1 0 0 0,0 0 1 0 0,0-1-1 0 0,-1-1 0 0 0,2 2-263 0 0,1 0 0 0 0,0 1 0 0 0,-1-1 0 0 0,1 0 0 0 0,0 1 0 0 0,0-1 0 0 0,0 1 0 0 0,-1-1 0 0 0,1 1 0 0 0,0-1 0 0 0,0 1 0 0 0,0 0 0 0 0,0-1 0 0 0,0 1 0 0 0,0 0 0 0 0,0 0 0 0 0,0 0 0 0 0,0-1 0 0 0,0 1 0 0 0,0 0 0 0 0,0 0 0 0 0,0 1 0 0 0,0-1 0 0 0,0 0 0 0 0,1 0 0 0 0,12 0-101 0 0,23 0 698 0 0,42 6 0 0 0,-69-5-663 0 0,-1 0 0 0 0,0 1 0 0 0,0 0 0 0 0,0 1 0 0 0,0 0 0 0 0,0 0 0 0 0,-1 1-1 0 0,0 0 1 0 0,1 1 0 0 0,7 5 0 0 0,-15-9-107 0 0,0-1 0 0 0,0 1 0 0 0,-1 0 0 0 0,1-1 0 0 0,0 1 0 0 0,-1 0 0 0 0,1 0 0 0 0,0 0 0 0 0,-1-1 0 0 0,1 1 0 0 0,-1 0 0 0 0,1 0 0 0 0,-1 0 0 0 0,1 0 0 0 0,-1 0 0 0 0,0 0 0 0 0,0 0 0 0 0,1 0 0 0 0,-1 0 0 0 0,0 0 0 0 0,0 0 0 0 0,0 0 0 0 0,0 0 0 0 0,0 1 0 0 0,-1 0 0 0 0,0 0 0 0 0,1 0 0 0 0,-1 0 0 0 0,0 0 0 0 0,0 0 0 0 0,0 0 0 0 0,0-1 0 0 0,-1 1 0 0 0,1 0 0 0 0,0-1 0 0 0,-3 3 0 0 0,-6 4 0 0 0,0 0 0 0 0,0 0 0 0 0,-16 7 0 0 0,15-8 0 0 0,-99 57 299 0 0,60-35-5 0 0,0 1 0 0 0,-64 52-1 0 0,113-81-291 0 0,0-1-1 0 0,-1 1 0 0 0,1 0 1 0 0,0 0-1 0 0,0 0 0 0 0,0 1 1 0 0,0-1-1 0 0,0 0 0 0 0,0 0 1 0 0,0 0-1 0 0,0 1 0 0 0,0-1 1 0 0,1 1-1 0 0,-1-1 0 0 0,0 0 1 0 0,1 1-1 0 0,-1-1 0 0 0,1 1 1 0 0,0 0-1 0 0,-1-1 0 0 0,1 1 1 0 0,0-1-1 0 0,0 3 0 0 0,1-3 2 0 0,-1 0-1 0 0,1 1 1 0 0,0-1-1 0 0,0 0 0 0 0,0 0 1 0 0,0 1-1 0 0,0-1 0 0 0,0 0 1 0 0,0 0-1 0 0,0 0 0 0 0,0 0 1 0 0,1-1-1 0 0,-1 1 0 0 0,0 0 1 0 0,1 0-1 0 0,-1-1 0 0 0,0 1 1 0 0,1-1-1 0 0,1 1 0 0 0,9 3 11 0 0,0-2-1 0 0,1 1 0 0 0,-1-2 0 0 0,18 1 1 0 0,31-1-13 0 0,-36-2 0 0 0,0 2 0 0 0,0 0 0 0 0,35 7 0 0 0,-60-8 0 0 0,1 0 0 0 0,-1 0 0 0 0,1 0 0 0 0,0 0 0 0 0,-1 0 0 0 0,1 0 0 0 0,0 1 0 0 0,-1-1 0 0 0,1 0 0 0 0,-1 0 0 0 0,1 1 0 0 0,-1-1 0 0 0,1 0 0 0 0,-1 0 0 0 0,1 1 0 0 0,-1-1 0 0 0,1 1 0 0 0,-1-1 0 0 0,1 1 0 0 0,-1-1 0 0 0,1 0 0 0 0,-1 1 0 0 0,0-1 0 0 0,1 1 0 0 0,-1 0 0 0 0,0-1 0 0 0,1 1 0 0 0,-1-1 0 0 0,0 1 0 0 0,0 0 0 0 0,0 1 0 0 0,0-1 0 0 0,-1 0 0 0 0,1 0 0 0 0,-1 0 0 0 0,1 0 0 0 0,-1 0 0 0 0,1 0 0 0 0,-1 0 0 0 0,0 0 0 0 0,1 0 0 0 0,-1 0 0 0 0,0-1 0 0 0,0 1 0 0 0,-2 1 0 0 0,-38 24 0 0 0,40-25 0 0 0,-49 26 27 0 0,18-12 25 0 0,2 2 0 0 0,0 1 0 0 0,-42 34 1 0 0,70-51-51 0 0,0 1 1 0 0,0-1 0 0 0,0 1 0 0 0,0 0 0 0 0,1-1-1 0 0,-1 1 1 0 0,1 0 0 0 0,-1 0 0 0 0,1 0 0 0 0,0 1-1 0 0,0-1 1 0 0,0 0 0 0 0,0 0 0 0 0,0 1-1 0 0,1-1 1 0 0,-1 0 0 0 0,1 1 0 0 0,-1-1 0 0 0,1 4-1 0 0,0-5-7 0 0,1 1 0 0 0,-1 0 1 0 0,1-1-1 0 0,0 1 0 0 0,-1-1 0 0 0,1 1 0 0 0,0 0 0 0 0,0-1 0 0 0,0 0 0 0 0,0 1 0 0 0,0-1 0 0 0,1 0 0 0 0,-1 1 0 0 0,0-1 0 0 0,1 0 0 0 0,-1 0 0 0 0,1 0 0 0 0,-1 0 0 0 0,1 0 0 0 0,-1-1 0 0 0,1 1 0 0 0,-1 0 0 0 0,1-1 0 0 0,0 1 0 0 0,0-1 0 0 0,2 1 0 0 0,15 2-70 0 0,0 0 1 0 0,0-1-1 0 0,25 0 1 0 0,-29-3 71 0 0,-1 2 0 0 0,1 0-1 0 0,0 0 1 0 0,-1 2 0 0 0,1 0 0 0 0,24 8 0 0 0,-38-11 4 0 0,0 0 1 0 0,0 1-1 0 0,0-1 1 0 0,0 0 0 0 0,0 1-1 0 0,0-1 1 0 0,-1 1-1 0 0,1-1 1 0 0,0 1-1 0 0,0-1 1 0 0,0 1-1 0 0,0 0 1 0 0,-1 0-1 0 0,1-1 1 0 0,0 1 0 0 0,-1 0-1 0 0,1 0 1 0 0,-1 0-1 0 0,1-1 1 0 0,-1 1-1 0 0,1 0 1 0 0,-1 0-1 0 0,1 0 1 0 0,-1 0-1 0 0,0 0 1 0 0,0 0 0 0 0,1 0-1 0 0,-1 0 1 0 0,0 0-1 0 0,0 0 1 0 0,0 0-1 0 0,0 0 1 0 0,0 0-1 0 0,0 0 1 0 0,-1 0-1 0 0,1 0 1 0 0,0 0 0 0 0,0 0-1 0 0,-1 0 1 0 0,1 0-1 0 0,0 0 1 0 0,-1 0-1 0 0,1 0 1 0 0,-1 0-1 0 0,0 0 1 0 0,1 0 0 0 0,-1-1-1 0 0,0 1 1 0 0,1 0-1 0 0,-1 0 1 0 0,0-1-1 0 0,-1 2 1 0 0,-6 6-6 0 0,-1 0 1 0 0,0-1 0 0 0,-18 11-1 0 0,18-12 10 0 0,-13 9-11 0 0,-31 23 17 0 0,49-35-19 0 0,0 0 0 0 0,1 0 0 0 0,-1 1 0 0 0,1-1-1 0 0,0 1 1 0 0,0 0 0 0 0,0 0 0 0 0,1 0 0 0 0,-1 0 0 0 0,-1 6-1 0 0,3-10-28 0 0,1 1 0 0 0,0-1 0 0 0,0 1 1 0 0,-1-1-1 0 0,1 1 0 0 0,0-1 0 0 0,0 1 0 0 0,0-1 0 0 0,0 1 0 0 0,0-1 0 0 0,0 1 0 0 0,0 0 0 0 0,0-1 0 0 0,0 1 0 0 0,0-1 0 0 0,0 1 0 0 0,0-1 0 0 0,0 1 0 0 0,1-1 0 0 0,-1 1 0 0 0,0 0 0 0 0,0-1 0 0 0,1 1 0 0 0,-1-1 0 0 0,0 1 0 0 0,0-1 0 0 0,1 0 0 0 0,-1 1 0 0 0,1 0 0 0 0,16 1-1370 0 0,26-14-1006 0 0,-38 10 2170 0 0,24-10-384 0 0,-25 9 561 0 0,1 0 1 0 0,0 1-1 0 0,0-1 1 0 0,1 1-1 0 0,-1 0 1 0 0,0 1-1 0 0,1-1 1 0 0,-1 1-1 0 0,1 0 1 0 0,-1 1-1 0 0,1-1 1 0 0,6 1-1 0 0,-11 1 150 0 0,1 0-1 0 0,-1 0 0 0 0,0 0 1 0 0,0 0-1 0 0,0 0 1 0 0,0 0-1 0 0,0 0 0 0 0,0 0 1 0 0,0 0-1 0 0,0 1 0 0 0,0-1 1 0 0,0 0-1 0 0,-1 1 0 0 0,1-1 1 0 0,-1 0-1 0 0,1 1 0 0 0,-1-1 1 0 0,1 1-1 0 0,-1 2 1 0 0,6 36 3051 0 0,-5-27-2229 0 0,12 81 919 0 0,18 95-1098 0 0,-20-125-631 0 0,-3 2 1 0 0,-3-1-1 0 0,-6 119 0 0 0,0-154-290 0 0,0 157 755 0 0,13-63-3561 0 0,-10-115 1743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35.6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3681 0 0,'1'4'399'0'0,"0"0"0"0"0,-1 0 0 0 0,1-1 0 0 0,-1 1 0 0 0,0 0 0 0 0,0 0 0 0 0,-1 4 0 0 0,0-3 17 0 0,1-1 0 0 0,0 0 1 0 0,0 0-1 0 0,0 0 0 0 0,0 0 0 0 0,2 8 0 0 0,6 20 1215 0 0,-2 0 1 0 0,-2 0-1 0 0,-1 1 0 0 0,-1-1 0 0 0,-4 45 0 0 0,3 38 313 0 0,8-18-876 0 0,1 34-621 0 0,-10-65-330 0 0,3 0 0 0 0,3 0 1 0 0,29 127-1 0 0,-33-186-178 0 0,1 0 0 0 0,0 0 0 0 0,0-1 0 0 0,0 1 0 0 0,1-1 0 0 0,0 1 0 0 0,0-1 1 0 0,1 0-1 0 0,-1-1 0 0 0,1 1 0 0 0,1-1 0 0 0,8 7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36.7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8333 97 920 0 0,'-24'13'14155'0'0,"-10"-4"-9319"0"0,-36 0-3685 0 0,65-9-576 0 0,-326 47 1534 0 0,196-24-1712 0 0,-164 7 1 0 0,-193-38 293 0 0,421 6-662 0 0,-320 5-29 0 0,169 3 0 0 0,-431 1-218 0 0,417-5 140 0 0,-715 20-242 0 0,188-12 320 0 0,468-32-264 0 0,-124-5-416 0 0,179 11 616 0 0,-22 1 96 0 0,255 14-32 0 0,-330-9-243 0 0,2-28 6 0 0,73 1-178 0 0,90 15 176 0 0,-2-9 65 0 0,95 14-347 0 0,0 5 1 0 0,-116-5-1 0 0,-174 14 446 0 0,325 4 477 0 0,1 1 0 0 0,-1 2-1 0 0,1 3 1 0 0,-69 18 0 0 0,53 1-218 0 0,46-20-126 0 0,-1 1 0 0 0,0-2 0 0 0,-23 7 0 0 0,30-13-127 0 0,8 1-278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2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163 168 2761 0 0,'-3'-4'273'0'0,"1"1"1"0"0,-1-1 0 0 0,0 1-1 0 0,0 0 1 0 0,0 0 0 0 0,-1 0-1 0 0,1 0 1 0 0,-1 0 0 0 0,0 1 0 0 0,1-1-1 0 0,-1 1 1 0 0,0 0 0 0 0,0 1-1 0 0,-1-1 1 0 0,1 1 0 0 0,0-1-1 0 0,-1 1 1 0 0,1 0 0 0 0,0 1-1 0 0,-8-1 1 0 0,8 1-42 0 0,1 0 1 0 0,0 1-1 0 0,0-1 0 0 0,0 1 0 0 0,0 0 1 0 0,0 0-1 0 0,0 0 0 0 0,0 0 0 0 0,0 0 1 0 0,0 1-1 0 0,0-1 0 0 0,1 1 0 0 0,-1 0 1 0 0,0 0-1 0 0,1 0 0 0 0,0 0 0 0 0,-1 0 0 0 0,1 1 1 0 0,0-1-1 0 0,0 1 0 0 0,0-1 0 0 0,1 1 1 0 0,-1 0-1 0 0,1 0 0 0 0,-1-1 0 0 0,1 1 1 0 0,0 0-1 0 0,0 0 0 0 0,-1 4 0 0 0,0 3-122 0 0,0 0 0 0 0,1 0 0 0 0,0 0-1 0 0,0 0 1 0 0,1 0 0 0 0,1 0 0 0 0,-1 0 0 0 0,2 0-1 0 0,-1 0 1 0 0,1 0 0 0 0,1-1 0 0 0,0 1 0 0 0,0-1-1 0 0,1 1 1 0 0,0-1 0 0 0,10 15 0 0 0,-10-17-39 0 0,1 0 1 0 0,0 0-1 0 0,1-1 1 0 0,-1 0-1 0 0,1 0 1 0 0,0 0-1 0 0,1-1 1 0 0,-1 0 0 0 0,1 0-1 0 0,0-1 1 0 0,0 0-1 0 0,1 0 1 0 0,-1-1-1 0 0,1 0 1 0 0,0 0-1 0 0,0 0 1 0 0,0-1-1 0 0,0-1 1 0 0,0 1-1 0 0,13 0 1 0 0,-14-2-64 0 0,1 0-1 0 0,0-1 1 0 0,0 1 0 0 0,-1-1 0 0 0,1-1-1 0 0,-1 0 1 0 0,1 0 0 0 0,-1 0-1 0 0,0-1 1 0 0,0 0 0 0 0,0 0 0 0 0,0-1-1 0 0,0 0 1 0 0,-1 0 0 0 0,1-1-1 0 0,-1 1 1 0 0,-1-1 0 0 0,1-1 0 0 0,-1 1-1 0 0,9-11 1 0 0,-8 7 5 0 0,-1 0 0 0 0,0 0 1 0 0,0-1-1 0 0,-1 1 0 0 0,0-1 0 0 0,0 0 0 0 0,-1 0 1 0 0,-1-1-1 0 0,0 1 0 0 0,0 0 0 0 0,-1-1 0 0 0,0 1 1 0 0,-1-1-1 0 0,-1-18 0 0 0,0 20 27 0 0,0 0 0 0 0,-1 0 0 0 0,0 0 0 0 0,0 1 0 0 0,-1-1 0 0 0,0 0 0 0 0,-1 1-1 0 0,0 0 1 0 0,0 0 0 0 0,-1 0 0 0 0,1 0 0 0 0,-2 1 0 0 0,1 0 0 0 0,-1 0 0 0 0,-9-8 0 0 0,5 7-26 0 0,1 1 0 0 0,-2 0 0 0 0,1 0 0 0 0,-1 1 0 0 0,0 1 0 0 0,0 0-1 0 0,0 0 1 0 0,-1 1 0 0 0,0 1 0 0 0,-21-5 0 0 0,11 5-858 0 0,0 0 0 0 0,-22 0 0 0 0,27 3-5490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3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0 4145 0 0,'-3'1'421'0'0,"0"-1"1"0"0,1 1 0 0 0,-1 0-1 0 0,0 0 1 0 0,0 1-1 0 0,1-1 1 0 0,-1 0-1 0 0,1 1 1 0 0,-1 0-1 0 0,1-1 1 0 0,-1 1-1 0 0,1 0 1 0 0,-4 5 0 0 0,1-2 132 0 0,1 0 1 0 0,0 0-1 0 0,-1 0 1 0 0,2 1-1 0 0,-5 6 1 0 0,7-9-521 0 0,0-1 0 0 0,0 1 0 0 0,0-1 1 0 0,0 1-1 0 0,1-1 0 0 0,-1 1 0 0 0,1 0 1 0 0,-1-1-1 0 0,1 1 0 0 0,0 0 0 0 0,0-1 1 0 0,0 1-1 0 0,1 0 0 0 0,-1-1 1 0 0,1 1-1 0 0,-1 0 0 0 0,1-1 0 0 0,0 1 1 0 0,0-1-1 0 0,0 1 0 0 0,0-1 0 0 0,0 1 1 0 0,1-1-1 0 0,-1 0 0 0 0,1 0 1 0 0,-1 0-1 0 0,1 0 0 0 0,0 0 0 0 0,0 0 1 0 0,0 0-1 0 0,0 0 0 0 0,0-1 0 0 0,0 1 1 0 0,1-1-1 0 0,-1 1 0 0 0,3 0 1 0 0,11 6-74 0 0,1-1 1 0 0,-1-1 0 0 0,1 0 0 0 0,24 5 0 0 0,-21-6 126 0 0,-6-2-92 0 0,-2 0 5 0 0,-1 0 1 0 0,0 0 0 0 0,0 1 0 0 0,0 1-1 0 0,15 8 1 0 0,-24-12-4 0 0,-1 0 1 0 0,1 0-1 0 0,0 0 0 0 0,-1 1 1 0 0,1-1-1 0 0,-1 0 0 0 0,0 1 1 0 0,0-1-1 0 0,1 1 0 0 0,-1 0 1 0 0,0-1-1 0 0,0 1 1 0 0,0 0-1 0 0,-1 0 0 0 0,1-1 1 0 0,0 1-1 0 0,-1 0 0 0 0,1 0 1 0 0,-1 0-1 0 0,1 0 0 0 0,-1 0 1 0 0,0 0-1 0 0,0 0 0 0 0,0 0 1 0 0,0 0-1 0 0,0 0 1 0 0,-1 0-1 0 0,1 0 0 0 0,0 0 1 0 0,-1 0-1 0 0,0-1 0 0 0,1 1 1 0 0,-1 0-1 0 0,0 0 0 0 0,0 0 1 0 0,0-1-1 0 0,0 1 0 0 0,0 0 1 0 0,-2 1-1 0 0,-9 14-108 0 0,-1 0 0 0 0,-1-1 0 0 0,0-1-1 0 0,-23 19 1 0 0,20-20-407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3.4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9674 0 0,'11'35'5183'0'0,"-2"35"-2880"0"0,2 14-1826 0 0,-1-28-5501 0 0,-7-41-395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3.6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67 12443 0 0,'-5'-2'327'0'0,"1"-1"0"0"0,-1 1 0 0 0,0-1 0 0 0,1 0 0 0 0,-1-1 0 0 0,1 1 0 0 0,0-1 0 0 0,0 1 0 0 0,1-1 0 0 0,-1 0 0 0 0,1-1 0 0 0,0 1 0 0 0,-5-9 0 0 0,8 13-302 0 0,0 0 1 0 0,0-1-1 0 0,0 1 0 0 0,0 0 1 0 0,-1 0-1 0 0,1-1 1 0 0,0 1-1 0 0,0 0 0 0 0,0 0 1 0 0,0-1-1 0 0,0 1 0 0 0,0 0 1 0 0,0 0-1 0 0,1-1 1 0 0,-1 1-1 0 0,0 0 0 0 0,0 0 1 0 0,0-1-1 0 0,0 1 0 0 0,0 0 1 0 0,0 0-1 0 0,0-1 1 0 0,0 1-1 0 0,1 0 0 0 0,-1 0 1 0 0,0 0-1 0 0,0-1 0 0 0,0 1 1 0 0,1 0-1 0 0,-1 0 1 0 0,0 0-1 0 0,0 0 0 0 0,0-1 1 0 0,1 1-1 0 0,-1 0 0 0 0,0 0 1 0 0,0 0-1 0 0,1 0 0 0 0,-1 0 1 0 0,0 0-1 0 0,16-1 55 0 0,14 7-1860 0 0,4 5-1589 0 0,-14-4 1627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4.1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5 10138 0 0,'-3'-1'430'0'0,"-1"0"0"0"0,1 0 0 0 0,0 1-1 0 0,0-1 1 0 0,0 1 0 0 0,-1-1 0 0 0,1 1 0 0 0,0 0 0 0 0,0 0-1 0 0,-1 1 1 0 0,1-1 0 0 0,-7 2 0 0 0,9-1-307 0 0,0-1 1 0 0,0 1-1 0 0,0-1 1 0 0,0 1-1 0 0,0 0 1 0 0,0 0-1 0 0,0 0 1 0 0,0-1-1 0 0,0 1 1 0 0,0 0-1 0 0,1 0 1 0 0,-1 0-1 0 0,0 0 1 0 0,1 0-1 0 0,-1 1 1 0 0,0-1-1 0 0,1 0 1 0 0,-1 0-1 0 0,1 0 1 0 0,0 0-1 0 0,-1 1 1 0 0,1-1-1 0 0,0 0 1 0 0,0 0-1 0 0,0 1 1 0 0,0-1-1 0 0,0 0 1 0 0,0 0-1 0 0,0 1 1 0 0,0-1-1 0 0,1 0 1 0 0,-1 0-1 0 0,0 1 1 0 0,1 1-1 0 0,11 37 369 0 0,1 0 0 0 0,3-1 0 0 0,35 68 0 0 0,78 101-295 0 0,-33-57-3221 0 0,-84-128-3954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4.4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11 177 7370 0 0,'-1'0'112'0'0,"1"0"1"0"0,-1-1 0 0 0,0 1-1 0 0,1-1 1 0 0,-1 1 0 0 0,0 0-1 0 0,1-1 1 0 0,-1 1 0 0 0,1-1-1 0 0,-1 0 1 0 0,1 1 0 0 0,-1-1-1 0 0,1 1 1 0 0,0-1 0 0 0,-1 0-1 0 0,1 1 1 0 0,0-1 0 0 0,-1 0-1 0 0,1 1 1 0 0,0-1 0 0 0,0 0-1 0 0,0 0 1 0 0,0 1 0 0 0,-1-1-1 0 0,1 0 1 0 0,0 0 0 0 0,0 1-1 0 0,0-1 1 0 0,1 0 0 0 0,-1 0-1 0 0,0 1 1 0 0,0-2 0 0 0,1-1 256 0 0,1-1 1 0 0,-1 1-1 0 0,1 0 1 0 0,0 0-1 0 0,-1 0 1 0 0,1 0-1 0 0,4-5 1 0 0,45-40 1733 0 0,-38 38-2873 0 0,0 2-1 0 0,1 0 0 0 0,1 0 0 0 0,-1 1 0 0 0,1 1 0 0 0,0 1 0 0 0,19-5 0 0 0,-9 2 377 0 0,-1 0 394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4.5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0 3225 0 0,'-6'5'2711'0'0,"5"-4"-2259"0"0,0 0 0 0 0,1 1 0 0 0,-1-1 0 0 0,0 0 0 0 0,1 0 0 0 0,-1 0 0 0 0,0 1 0 0 0,1-1 0 0 0,0 0 0 0 0,-1 0-1 0 0,1 1 1 0 0,-1 1 0 0 0,1 0 163 0 0,0 1-1 0 0,0-1 0 0 0,1 0 0 0 0,-1 1 0 0 0,0-1 0 0 0,1 0 1 0 0,2 6-1 0 0,2 4 426 0 0,1 1 0 0 0,13 22 0 0 0,-12-23-842 0 0,8 20-1780 0 0,-13-12-3053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4.7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61 5985 0 0,'-6'-18'536'0'0,"3"9"-432"0"0,0 0-104 0 0,2 3 0 0 0,1 3 144 0 0,0 1 8 0 0,0-1 1 0 0,0 0-1 0 0,0-1 56 0 0,1 1 16 0 0,2 3 0 0 0,-1 4 0 0 0,1 5-360 0 0,0 3-72 0 0,1 5-16 0 0,1 0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5.1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0 456 5529 0 0,'125'55'7760'0'0,"-46"-9"-5831"0"0,-76-44-1788 0 0,0 0 0 0 0,1 0 0 0 0,-1 0 1 0 0,0-1-1 0 0,1 1 0 0 0,-1-1 0 0 0,1 0 0 0 0,-1 0 1 0 0,1 0-1 0 0,-1 0 0 0 0,6 0 0 0 0,-8-1-43 0 0,0 0-1 0 0,0-1 1 0 0,0 1 0 0 0,0 0-1 0 0,0-1 1 0 0,0 1 0 0 0,0 0-1 0 0,0-1 1 0 0,0 1 0 0 0,0-1-1 0 0,0 0 1 0 0,0 1-1 0 0,0-1 1 0 0,-1 0 0 0 0,1 1-1 0 0,0-1 1 0 0,0 0 0 0 0,-1 0-1 0 0,1 0 1 0 0,0 0 0 0 0,-1 0-1 0 0,1 0 1 0 0,-1 0-1 0 0,1 0 1 0 0,-1 0 0 0 0,0 0-1 0 0,1 0 1 0 0,-1 0 0 0 0,0 0-1 0 0,0 0 1 0 0,0 0 0 0 0,0 0-1 0 0,0 0 1 0 0,0 0 0 0 0,0 0-1 0 0,0 0 1 0 0,0-1-1 0 0,0 1 1 0 0,-1-2 0 0 0,-4-72 867 0 0,7-104 0 0 0,0 156-1212 0 0,0 0 0 0 0,2 1 1 0 0,1-1-1 0 0,0 1 0 0 0,2 0 0 0 0,1 0 1 0 0,0 1-1 0 0,2 0 0 0 0,11-20 0 0 0,-17 35-335 0 0,0 1-1 0 0,0 0 1 0 0,0-1-1 0 0,1 1 0 0 0,5-5 1 0 0,4 1-1224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47.8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59 6449 0 0,'-2'-3'532'0'0,"0"0"0"0"0,0 0 0 0 0,1 0 0 0 0,-1 0 1 0 0,1 0-1 0 0,-1-1 0 0 0,1 1 0 0 0,0-1 0 0 0,0 1 0 0 0,1-1 0 0 0,-1 1 0 0 0,1-1 0 0 0,0 1 0 0 0,0-6 0 0 0,0 8-427 0 0,1 1-1 0 0,-1 0 1 0 0,1-1 0 0 0,-1 1 0 0 0,1 0 0 0 0,-1 0 0 0 0,1-1-1 0 0,-1 1 1 0 0,1 0 0 0 0,-1 0 0 0 0,1 0 0 0 0,0 0 0 0 0,-1-1-1 0 0,1 1 1 0 0,-1 0 0 0 0,1 0 0 0 0,-1 0 0 0 0,1 0 0 0 0,0 1 0 0 0,-1-1-1 0 0,1 0 1 0 0,-1 0 0 0 0,1 0 0 0 0,-1 0 0 0 0,1 0 0 0 0,-1 1-1 0 0,1-1 1 0 0,-1 0 0 0 0,1 1 0 0 0,-1-1 0 0 0,1 0 0 0 0,0 1-1 0 0,22 13 840 0 0,-18-11-648 0 0,25 15 139 0 0,0 3-1 0 0,-2 0 1 0 0,0 2-1 0 0,-1 1 1 0 0,-1 1-1 0 0,-2 1 0 0 0,34 46 1 0 0,-37-35-402 0 0,-2 0-1 0 0,-1 1 1 0 0,17 55 0 0 0,-20-49-2 0 0,3-1 0 0 0,31 59 0 0 0,-41-90-190 0 0,28 53-6154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48.2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118 398 3225 0 0,'-13'-11'676'0'0,"1"0"0"0"0,1-1 0 0 0,0 0 0 0 0,0-1 0 0 0,1 0 0 0 0,1 0 0 0 0,-14-29 0 0 0,20 36-391 0 0,0 0 1 0 0,1-1-1 0 0,-1 1 1 0 0,2-1 0 0 0,-1 0-1 0 0,1 0 1 0 0,0 0-1 0 0,0 1 1 0 0,1-1-1 0 0,0 0 1 0 0,0 0 0 0 0,1 0-1 0 0,0 0 1 0 0,0 0-1 0 0,0 0 1 0 0,1 1-1 0 0,0-1 1 0 0,0 1-1 0 0,1-1 1 0 0,0 1 0 0 0,4-7-1 0 0,0 3 233 0 0,0-1-1 0 0,1 1 1 0 0,0 1-1 0 0,0-1 1 0 0,1 1 0 0 0,1 1-1 0 0,-1 0 1 0 0,1 0-1 0 0,19-10 1 0 0,-26 15-458 0 0,1 1 0 0 0,0 0-1 0 0,0 1 1 0 0,1-1 0 0 0,-1 0 0 0 0,0 1 0 0 0,0 0 0 0 0,1 0-1 0 0,-1 1 1 0 0,1-1 0 0 0,-1 1 0 0 0,0 0 0 0 0,1 0 0 0 0,-1 0-1 0 0,1 1 1 0 0,-1-1 0 0 0,1 1 0 0 0,-1 0 0 0 0,0 0 0 0 0,0 1 0 0 0,0-1-1 0 0,1 1 1 0 0,-1 0 0 0 0,-1 0 0 0 0,1 1 0 0 0,0-1 0 0 0,0 1-1 0 0,-1-1 1 0 0,0 1 0 0 0,6 6 0 0 0,-6-5-49 0 0,0 1 0 0 0,0-1 0 0 0,-1 1 0 0 0,1 0 0 0 0,-1 0 0 0 0,0 0 0 0 0,0 0 0 0 0,-1 0 0 0 0,1 1 0 0 0,-1-1 0 0 0,0 1 0 0 0,-1-1 0 0 0,1 0 0 0 0,-1 1 0 0 0,0-1 0 0 0,-1 1 0 0 0,1-1 0 0 0,-3 11 0 0 0,-2 5 53 0 0,0-1 1 0 0,-1 0-1 0 0,-14 29 1 0 0,10-25-56 0 0,-1-1 0 0 0,-1 0 0 0 0,-1-1 0 0 0,-1-1 1 0 0,-1 0-1 0 0,-21 23 0 0 0,9-26 241 0 0,10-12-1523 0 0,3-7-4095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48.6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45 7834 0 0,'-5'1'313'0'0,"1"1"0"0"0,0 0 0 0 0,-1 0 1 0 0,1 0-1 0 0,0 1 0 0 0,1-1 0 0 0,-1 1 0 0 0,0 0 1 0 0,1 0-1 0 0,-1 1 0 0 0,1-1 0 0 0,0 1 0 0 0,0-1 1 0 0,1 1-1 0 0,-1 0 0 0 0,1 0 0 0 0,0 0 0 0 0,0 0 1 0 0,0 0-1 0 0,0 1 0 0 0,1-1 0 0 0,-1 1 0 0 0,1-1 1 0 0,0 1-1 0 0,0 5 0 0 0,0 0-61 0 0,0-1 0 0 0,0 0 0 0 0,1 1 1 0 0,0-1-1 0 0,1 1 0 0 0,0-1 0 0 0,1 0 0 0 0,-1 1 0 0 0,2-1 0 0 0,-1 0 1 0 0,8 15-1 0 0,-6-16-180 0 0,1 0 0 0 0,0-1 0 0 0,1 1 1 0 0,0-1-1 0 0,0 0 0 0 0,1 0 0 0 0,-1-1 1 0 0,1 0-1 0 0,1 0 0 0 0,-1-1 0 0 0,1 1 0 0 0,0-2 1 0 0,10 5-1 0 0,-14-7-48 0 0,1 0 1 0 0,-1 0-1 0 0,0-1 1 0 0,0 0-1 0 0,1 0 1 0 0,-1 0-1 0 0,1-1 1 0 0,-1 1-1 0 0,0-1 1 0 0,1 0-1 0 0,-1 0 1 0 0,1-1-1 0 0,-1 1 1 0 0,1-1-1 0 0,-1 0 1 0 0,0 0-1 0 0,1-1 1 0 0,-1 1-1 0 0,0-1 1 0 0,0 0-1 0 0,0 0 1 0 0,0 0-1 0 0,0-1 1 0 0,-1 1-1 0 0,1-1 1 0 0,-1 0-1 0 0,1 0 0 0 0,-1 0 1 0 0,3-5-1 0 0,0 1 22 0 0,0-1 0 0 0,-1 0-1 0 0,0 0 1 0 0,-1-1 0 0 0,0 1-1 0 0,0-1 1 0 0,-1 0 0 0 0,0 0-1 0 0,-1-1 1 0 0,0 1-1 0 0,0 0 1 0 0,-1-1 0 0 0,0 1-1 0 0,-1-1 1 0 0,0 1 0 0 0,0-1-1 0 0,-1 1 1 0 0,0-1 0 0 0,-1 1-1 0 0,0 0 1 0 0,0-1 0 0 0,-1 1-1 0 0,0 0 1 0 0,-1 1-1 0 0,0-1 1 0 0,-1 1 0 0 0,1-1-1 0 0,-1 1 1 0 0,-1 1 0 0 0,0-1-1 0 0,0 1 1 0 0,0 0 0 0 0,-1 0-1 0 0,0 0 1 0 0,-11-6-1 0 0,16 11-74 0 0,-1 0 0 0 0,1 0 0 0 0,-1 1 0 0 0,0-1-1 0 0,1 1 1 0 0,-1 0 0 0 0,0 0 0 0 0,0 0 0 0 0,0 0-1 0 0,0 0 1 0 0,0 0 0 0 0,0 1 0 0 0,0 0 0 0 0,0 0-1 0 0,-1 0 1 0 0,1 0 0 0 0,0 0 0 0 0,0 0 0 0 0,0 1-1 0 0,0-1 1 0 0,0 1 0 0 0,0 0 0 0 0,0 0 0 0 0,-4 2-1 0 0,4-1-230 0 0,0 1 0 0 0,0-1 0 0 0,1 0 0 0 0,-1 1 0 0 0,1-1 0 0 0,-1 1 0 0 0,1 0 0 0 0,0 0-1 0 0,0 0 1 0 0,0 0 0 0 0,1 0 0 0 0,-1 0 0 0 0,-2 6 0 0 0,1 5-1541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49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115 65 3225 0 0,'2'-4'350'0'0,"1"0"1"0"0,0-1-1 0 0,-1 1 1 0 0,0 0-1 0 0,0-1 0 0 0,0 1 1 0 0,1-8-1 0 0,-3 11-145 0 0,0 0-1 0 0,0 1 1 0 0,0-1-1 0 0,0 0 0 0 0,0 0 1 0 0,0 0-1 0 0,0 0 0 0 0,0 1 1 0 0,0-1-1 0 0,0 0 1 0 0,0 0-1 0 0,-1 0 0 0 0,1 1 1 0 0,0-1-1 0 0,0 0 1 0 0,-1 0-1 0 0,1 1 0 0 0,-1-1 1 0 0,1 0-1 0 0,-1 0 1 0 0,0 0 39 0 0,0 0 0 0 0,-1 1 0 0 0,1-1 0 0 0,0 1 0 0 0,0-1 0 0 0,0 1 1 0 0,0 0-1 0 0,-1-1 0 0 0,1 1 0 0 0,0 0 0 0 0,0 0 0 0 0,-1 0 0 0 0,1 0 1 0 0,0 0-1 0 0,0 0 0 0 0,-1 0 0 0 0,1 0 0 0 0,-2 1 0 0 0,-3 0 127 0 0,0 1 0 0 0,0 1 0 0 0,1-1 0 0 0,-1 1 0 0 0,0 0 0 0 0,1 0-1 0 0,-1 1 1 0 0,1-1 0 0 0,0 1 0 0 0,0 0 0 0 0,1 1 0 0 0,-1-1 0 0 0,1 1 0 0 0,0 0 0 0 0,0 0-1 0 0,1 0 1 0 0,-6 11 0 0 0,7-13-354 0 0,1 0 0 0 0,-1 1-1 0 0,1-1 1 0 0,0 0 0 0 0,0 1 0 0 0,0-1-1 0 0,0 1 1 0 0,1 0 0 0 0,-1-1 0 0 0,1 1-1 0 0,0 0 1 0 0,0-1 0 0 0,1 8 0 0 0,0-9-4 0 0,0 1 1 0 0,0 0 0 0 0,0-1-1 0 0,0 0 1 0 0,1 1 0 0 0,-1-1-1 0 0,1 0 1 0 0,-1 0 0 0 0,1 1-1 0 0,0-1 1 0 0,0-1 0 0 0,0 1-1 0 0,0 0 1 0 0,0 0 0 0 0,0-1-1 0 0,0 1 1 0 0,0-1 0 0 0,1 0-1 0 0,-1 1 1 0 0,6 0 0 0 0,7 3-14 0 0,0-1 0 0 0,1-1 0 0 0,0 0 0 0 0,-1-1 0 0 0,25 0 0 0 0,-28-2 0 0 0,0 0 0 0 0,0 1 0 0 0,0 0 0 0 0,0 1 0 0 0,0 0 0 0 0,0 1 0 0 0,0 1 0 0 0,0 0 0 0 0,-1 0 0 0 0,15 8 0 0 0,-24-11-5 0 0,-1 1 0 0 0,1-1 1 0 0,0 0-1 0 0,-1 1 1 0 0,1-1-1 0 0,-1 1 0 0 0,1-1 1 0 0,-1 1-1 0 0,0 0 0 0 0,0 0 1 0 0,0 0-1 0 0,0-1 0 0 0,0 1 1 0 0,0 0-1 0 0,0 0 1 0 0,-1 0-1 0 0,1 0 0 0 0,-1 1 1 0 0,1-1-1 0 0,-1 3 0 0 0,0-1 27 0 0,0 0 0 0 0,-1 1 0 0 0,1-1 0 0 0,-1 0 0 0 0,0 0 1 0 0,0 0-1 0 0,-1 0 0 0 0,1 0 0 0 0,-1 0 0 0 0,-2 4 0 0 0,-1 0-222 0 0,0 0 0 0 0,-1 0 1 0 0,0 0-1 0 0,0 0 0 0 0,-1-1 0 0 0,0 0 1 0 0,0-1-1 0 0,-13 10 0 0 0,14-12-1872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49.2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 4145 0 0,'1'0'76'0'0,"0"-1"1"0"0,-1 0-1 0 0,1 1 1 0 0,0 0-1 0 0,0-1 1 0 0,0 1-1 0 0,0 0 0 0 0,0-1 1 0 0,0 1-1 0 0,0 0 1 0 0,0 0-1 0 0,0 0 1 0 0,1 0-1 0 0,-1 0 1 0 0,0 0-1 0 0,0 0 0 0 0,0 0 1 0 0,0 0-1 0 0,0 0 1 0 0,0 1-1 0 0,0-1 1 0 0,0 0-1 0 0,0 1 0 0 0,0-1 1 0 0,0 1-1 0 0,0-1 1 0 0,-1 1-1 0 0,3 1 1 0 0,-1 1 328 0 0,0 0 0 0 0,1 0 0 0 0,-1 0 1 0 0,-1 0-1 0 0,1 1 0 0 0,0-1 0 0 0,1 5 0 0 0,25 73 6317 0 0,-19-53-5595 0 0,1 0 1 0 0,1 0-1 0 0,1-1 1 0 0,17 27-1 0 0,-12-38-2881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49.4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34 106 8290 0 0,'-2'-1'334'0'0,"-1"-1"1"0"0,1 0-1 0 0,0 1 1 0 0,0-1-1 0 0,-1 0 1 0 0,1-1 0 0 0,1 1-1 0 0,-1 0 1 0 0,0-1-1 0 0,0 1 1 0 0,1-1-1 0 0,-1 1 1 0 0,1-1-1 0 0,0 0 1 0 0,0 0-1 0 0,0 1 1 0 0,0-1-1 0 0,1 0 1 0 0,-1-3-1 0 0,0 3-111 0 0,1 0 0 0 0,0 1-1 0 0,0-1 1 0 0,0 1-1 0 0,0-1 1 0 0,0 0-1 0 0,1 1 1 0 0,-1-1 0 0 0,3-4-1 0 0,-3 5-306 0 0,1 1-1 0 0,0-1 1 0 0,0 0-1 0 0,0 1 1 0 0,0-1-1 0 0,0 1 1 0 0,0-1 0 0 0,1 1-1 0 0,-1 0 1 0 0,0 0-1 0 0,1-1 1 0 0,-1 1-1 0 0,1 0 1 0 0,2-1-1 0 0,-3 1-24 0 0,0 1 0 0 0,-1 0-1 0 0,1-1 1 0 0,0 1-1 0 0,0 0 1 0 0,-1 0 0 0 0,1 0-1 0 0,0 0 1 0 0,-1 0-1 0 0,1 0 1 0 0,0 0 0 0 0,0 0-1 0 0,-1 0 1 0 0,1 0 0 0 0,0 0-1 0 0,0 0 1 0 0,-1 0-1 0 0,1 1 1 0 0,0-1 0 0 0,-1 0-1 0 0,1 0 1 0 0,0 1-1 0 0,-1-1 1 0 0,1 1 0 0 0,0-1-1 0 0,-1 0 1 0 0,1 1-1 0 0,-1-1 1 0 0,1 1 0 0 0,-1 0-1 0 0,1-1 1 0 0,-1 1-1 0 0,1-1 1 0 0,-1 1 0 0 0,0 0-1 0 0,1 0 1 0 0,4 13-341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49.7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50 11522 0 0,'-11'-50'10249'0'0,"22"60"-9957"0"0,4 9-136 0 0,-2 1-1 0 0,0 0 1 0 0,-2 0-1 0 0,0 2 1 0 0,-1-1-1 0 0,14 45 1 0 0,16 36 185 0 0,-28-79-385 0 0,7 18-687 0 0,2-1 1 0 0,29 41 0 0 0,-43-71 449 0 0,0-1 0 0 0,1 1 0 0 0,0-1 0 0 0,0-1 0 0 0,1 0 0 0 0,0 0 1 0 0,0-1-1 0 0,1 0 0 0 0,0 0 0 0 0,1-1 0 0 0,-1 0 0 0 0,1-1 0 0 0,12 4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49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62 180 3225 0 0,'-12'3'77'0'0,"-38"-2"8444"0"0,64-11-7317 0 0,-3 2-612 0 0,86-56 2296 0 0,56-22-3680 0 0,-123 71-152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0.1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5985 0 0,'-1'5'652'0'0,"1"-1"0"0"0,-1 0 1 0 0,1 1-1 0 0,0-1 0 0 0,0 0 0 0 0,0 1 0 0 0,1-1 0 0 0,-1 0 0 0 0,1 0 0 0 0,0 1 0 0 0,0-1 0 0 0,1 0 0 0 0,2 6 1 0 0,32 58 3846 0 0,-22-43-3677 0 0,-1-2-601 0 0,1 0-1 0 0,0-1 0 0 0,2 0 1 0 0,1-1-1 0 0,20 20 0 0 0,-24-30-2372 0 0,-1-1-1 0 0,26 18 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0.3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83 123 8754 0 0,'-34'-50'7296'0'0,"-12"-14"-2227"0"0,46 63-5066 0 0,0 1-1 0 0,0 0 0 0 0,0 0 1 0 0,0 0-1 0 0,-1 0 1 0 0,1 0-1 0 0,0 0 1 0 0,0-1-1 0 0,0 1 0 0 0,0 0 1 0 0,-1 0-1 0 0,1 0 1 0 0,0 0-1 0 0,0-1 1 0 0,0 1-1 0 0,0 0 0 0 0,0 0 1 0 0,0 0-1 0 0,0-1 1 0 0,0 1-1 0 0,0 0 1 0 0,-1 0-1 0 0,1 0 0 0 0,0-1 1 0 0,0 1-1 0 0,0 0 1 0 0,0 0-1 0 0,0-1 1 0 0,0 1-1 0 0,0 0 0 0 0,1 0 1 0 0,-1 0-1 0 0,0-1 1 0 0,0 1-1 0 0,0 0 1 0 0,0 0-1 0 0,0 0 0 0 0,0-1 1 0 0,0 1-1 0 0,1 0 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0.8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52 291 10594 0 0,'-24'-6'1790'0'0,"22"6"-1209"0"0,-1-1-1 0 0,1 0 0 0 0,0 0 1 0 0,-1 0-1 0 0,1 0 0 0 0,0-1 1 0 0,-1 1-1 0 0,1 0 0 0 0,0-1 1 0 0,0 0-1 0 0,-1-6 1859 0 0,15 8-1714 0 0,9 3-391 0 0,-3 3-196 0 0,0 2 0 0 0,0 0 0 0 0,0 0 1 0 0,-1 2-1 0 0,22 16 0 0 0,-21-14-112 0 0,0 0 0 0 0,1-1 1 0 0,1-1-1 0 0,24 8 0 0 0,-34-14-13 0 0,1-1 0 0 0,-1 0 0 0 0,1-1 0 0 0,0-1 0 0 0,0 0 0 0 0,20 0 0 0 0,-28-1 5 0 0,-1 0 0 0 0,1 0-1 0 0,-1-1 1 0 0,0 1 0 0 0,1-1-1 0 0,-1 0 1 0 0,0 1 0 0 0,1-1 0 0 0,-1 0-1 0 0,0 0 1 0 0,0-1 0 0 0,0 1 0 0 0,0 0-1 0 0,0-1 1 0 0,0 1 0 0 0,0-1-1 0 0,-1 1 1 0 0,1-1 0 0 0,0 0 0 0 0,-1 0-1 0 0,0 0 1 0 0,1 0 0 0 0,-1 0 0 0 0,0 0-1 0 0,0 0 1 0 0,0-1 0 0 0,0 1 0 0 0,0 0-1 0 0,-1 0 1 0 0,1-1 0 0 0,-1 1-1 0 0,1-1 1 0 0,-1 1 0 0 0,0 0 0 0 0,0-1-1 0 0,0-3 1 0 0,-2-29 123 0 0,-7-42-1 0 0,-1-27 21 0 0,10 91-1221 0 0,1-1 0 0 0,0 1 0 0 0,1 0 0 0 0,0 0 1 0 0,1 0-1 0 0,5-14 0 0 0,2 1-6246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1.3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0 417 7370 0 0,'18'-17'1724'0'0,"-1"0"0"0"0,-1-1 1 0 0,0-1-1 0 0,-2 0 0 0 0,0-1 1 0 0,-1-1-1 0 0,10-23 1 0 0,-16 25-1733 0 0,-1 1 0 0 0,0-1 0 0 0,3-26 0 0 0,-8 34 4 0 0,1 1 0 0 0,-2-1 0 0 0,1 0 0 0 0,-2 0 0 0 0,1 0 0 0 0,-2 0 0 0 0,-2-16 0 0 0,3 25 0 0 0,1 0 0 0 0,-1 0 0 0 0,0 1 1 0 0,1-1-1 0 0,-1 0 0 0 0,0 0 1 0 0,0 0-1 0 0,0 0 0 0 0,-1 1 1 0 0,1-1-1 0 0,0 1 0 0 0,-1-1 1 0 0,1 1-1 0 0,-1-1 0 0 0,1 1 1 0 0,-1 0-1 0 0,0-1 0 0 0,1 1 1 0 0,-1 0-1 0 0,0 0 0 0 0,0 0 1 0 0,0 1-1 0 0,0-1 0 0 0,0 0 1 0 0,0 1-1 0 0,0-1 0 0 0,0 1 1 0 0,0 0-1 0 0,0 0 0 0 0,0-1 1 0 0,0 1-1 0 0,0 1 0 0 0,0-1 1 0 0,0 0-1 0 0,0 0 0 0 0,0 1 1 0 0,0-1-1 0 0,-3 2 0 0 0,1-1-5 0 0,0 1 0 0 0,-1 0 0 0 0,1 0 0 0 0,0 0 0 0 0,1 0 0 0 0,-1 0 0 0 0,0 1 0 0 0,0 0-1 0 0,1 0 1 0 0,0 0 0 0 0,0 0 0 0 0,0 0 0 0 0,0 1 0 0 0,0-1 0 0 0,0 1 0 0 0,1 0 0 0 0,-3 4 0 0 0,2 4-1 0 0,-1 0 1 0 0,2 0-1 0 0,-1 0 1 0 0,2 0-1 0 0,0 0 1 0 0,0 0-1 0 0,1 0 1 0 0,0 1-1 0 0,4 16 1 0 0,-2-13-1 0 0,1 0 0 0 0,1 0-1 0 0,0-1 1 0 0,2 1 0 0 0,-1-1 0 0 0,14 24 0 0 0,-15-33 25 0 0,1 0-1 0 0,-1 0 0 0 0,1 0 1 0 0,1 0-1 0 0,-1-1 0 0 0,1 0 0 0 0,0 0 1 0 0,0 0-1 0 0,0-1 0 0 0,0 0 1 0 0,1 0-1 0 0,0-1 0 0 0,0 0 1 0 0,0 0-1 0 0,0-1 0 0 0,0 1 0 0 0,1-2 1 0 0,-1 1-1 0 0,1-1 0 0 0,-1 0 1 0 0,1 0-1 0 0,-1-1 0 0 0,11-1 0 0 0,0 0-177 0 0,0-1 0 0 0,-1 0 0 0 0,1-2 0 0 0,0 0 0 0 0,-1-1-1 0 0,0-1 1 0 0,0 0 0 0 0,29-16 0 0 0,-27 10-6825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6.2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2158 4609 0 0,'-3'7'683'0'0,"0"0"1"0"0,0-1-1 0 0,-1 1 0 0 0,0-1 0 0 0,0 0 1 0 0,-6 6-1 0 0,8-9-291 0 0,0-1 0 0 0,0 1 0 0 0,-1-1 0 0 0,1 0 0 0 0,0 1 0 0 0,-1-1 0 0 0,0-1 0 0 0,1 1 0 0 0,-1 0 0 0 0,0 0 0 0 0,0-1 0 0 0,0 0-1 0 0,0 0 1 0 0,0 0 0 0 0,-7 2 0 0 0,9-4-265 0 0,0 1-1 0 0,0-1 0 0 0,0 1 0 0 0,0-1 1 0 0,0 1-1 0 0,0-1 0 0 0,0 0 1 0 0,0 0-1 0 0,0 1 0 0 0,1-1 0 0 0,-1 0 1 0 0,0 0-1 0 0,0 0 0 0 0,1 0 0 0 0,-1 0 1 0 0,0 0-1 0 0,1 0 0 0 0,-1 0 1 0 0,1 0-1 0 0,-1 0 0 0 0,1-1 0 0 0,0 1 1 0 0,0 0-1 0 0,-1-2 0 0 0,-6-33 760 0 0,7 34-737 0 0,-8-54 115 0 0,2 0-1 0 0,3 0 1 0 0,2-1 0 0 0,3 1 0 0 0,2 0-1 0 0,3 0 1 0 0,15-59 0 0 0,-6 52-264 0 0,3 1 0 0 0,3 1 0 0 0,43-86 0 0 0,-44 109 0 0 0,1 2 0 0 0,2 0 0 0 0,1 1 0 0 0,2 1 0 0 0,2 1 0 0 0,40-35 0 0 0,157-117 4 0 0,-52 44-62 0 0,-88 72 55 0 0,3 4-1 0 0,180-100 1 0 0,-215 137-9 0 0,19-14 27 0 0,2 4 1 0 0,2 4 0 0 0,87-27-1 0 0,237-62-25 0 0,-142 43 34 0 0,-238 74-24 0 0,-1 0 0 0 0,1 1 0 0 0,0 2 1 0 0,24-2-1 0 0,-33 5-2 0 0,-1 0 1 0 0,0 1-1 0 0,0 1 1 0 0,0 0-1 0 0,0 0 0 0 0,0 1 1 0 0,0 0-1 0 0,-1 1 1 0 0,16 8-1 0 0,-15-8-900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6.7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298 72 456 0 0,'-14'-9'1237'0'0,"-1"0"1"0"0,1 2-1 0 0,-2 0 0 0 0,1 1 0 0 0,-1 0 1 0 0,0 1-1 0 0,-17-3 0 0 0,-8-3 3524 0 0,37 10-4192 0 0,-1 0 0 0 0,1 0 0 0 0,0 1-1 0 0,-1 0 1 0 0,1-1 0 0 0,-1 2 0 0 0,1-1 0 0 0,-1 0 0 0 0,-6 2-1 0 0,6 0-408 0 0,0-1-1 0 0,1 0 1 0 0,-1 1 0 0 0,0 0-1 0 0,0 0 1 0 0,1 1-1 0 0,-1-1 1 0 0,1 1-1 0 0,0 0 1 0 0,0 0-1 0 0,0 0 1 0 0,0 1-1 0 0,-4 5 1 0 0,7-8-145 0 0,1 0 0 0 0,0 0-1 0 0,0 0 1 0 0,0 0 0 0 0,0 0 0 0 0,0-1 0 0 0,1 1-1 0 0,-1 0 1 0 0,0 0 0 0 0,0 0 0 0 0,0 0 0 0 0,1 0-1 0 0,-1 0 1 0 0,1 0 0 0 0,-1-1 0 0 0,0 1 0 0 0,1 0-1 0 0,-1 0 1 0 0,1 0 0 0 0,0-1 0 0 0,-1 1 0 0 0,1 0-1 0 0,0-1 1 0 0,1 2 0 0 0,20 19 18 0 0,-20-20-36 0 0,62 61 62 0 0,-51-47-58 0 0,1-1 0 0 0,0-1-1 0 0,1 0 1 0 0,1-1 0 0 0,0 0-1 0 0,25 13 1 0 0,89 23-25 0 0,-128-47 24 0 0,-1 0 1 0 0,1-1-1 0 0,0 1 1 0 0,0 0-1 0 0,-1 0 1 0 0,1 0-1 0 0,-1 0 1 0 0,1 1-1 0 0,-1-1 1 0 0,1 0-1 0 0,-1 1 1 0 0,0-1-1 0 0,1 0 1 0 0,-1 1-1 0 0,0 0 1 0 0,0-1-1 0 0,0 1 1 0 0,0 0-1 0 0,-1-1 1 0 0,1 1-1 0 0,0 0 1 0 0,-1 0-1 0 0,1 0 1 0 0,-1 3-1 0 0,0-1 1 0 0,-1 0 0 0 0,0 0 0 0 0,0 0 0 0 0,0 0 0 0 0,0 0 1 0 0,-1 0-1 0 0,0 0 0 0 0,0 0 0 0 0,0-1 0 0 0,-3 5 0 0 0,-19 26 247 0 0,-2-2 1 0 0,-1-1-1 0 0,-50 46 0 0 0,33-34-185 0 0,40-39-172 0 0,0 0 0 0 0,0 1 0 0 0,0-1 0 0 0,0 1 0 0 0,1 0 1 0 0,-6 10-1 0 0,4 1-2905 0 0,3 4-3509 0 0,2-6 1371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5:57.7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134 151 1840 0 0,'-26'-21'2326'0'0,"-43"-43"0"0"0,30 18 13604 0 0,43 53-16605 0 0,-3-6 899 0 0,1 3-26 0 0,9 13-164 0 0,1-1 0 0 0,0 0 0 0 0,1 0 1 0 0,1-2-1 0 0,0 1 0 0 0,1-2 0 0 0,0 0 1 0 0,29 18-1 0 0,128 82 30 0 0,-169-111-55 0 0,0 0 1 0 0,0 0 0 0 0,0 0-1 0 0,0-1 1 0 0,0 0-1 0 0,0 1 1 0 0,0-1 0 0 0,1 0-1 0 0,-1 0 1 0 0,0-1 0 0 0,1 1-1 0 0,4 0 1 0 0,-6-2 26 0 0,0 1 0 0 0,-1-1 0 0 0,1 1 0 0 0,0-1 0 0 0,0 0 0 0 0,0 0 0 0 0,-1 0 0 0 0,1 0-1 0 0,0 0 1 0 0,-1 0 0 0 0,1 0 0 0 0,-1 0 0 0 0,1-1 0 0 0,-1 1 0 0 0,0-1 0 0 0,1 1 0 0 0,-1-1 0 0 0,0 1 0 0 0,0-1 0 0 0,0 0 0 0 0,0 1 0 0 0,1-4 0 0 0,101-216 1860 0 0,-93 198-2789 0 0,10-15-5278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5.4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20 301 6449 0 0,'0'0'499'0'0,"27"-17"5478"0"0,-9 4-5060 0 0,0 0-1 0 0,-1-1 0 0 0,-1-1 1 0 0,0-1-1 0 0,14-19 0 0 0,-22 26-878 0 0,-1 0 0 0 0,-1-1-1 0 0,0 1 1 0 0,0-1 0 0 0,-1-1 0 0 0,0 1-1 0 0,-1-1 1 0 0,0 0 0 0 0,-1 0 0 0 0,0 0-1 0 0,2-19 1 0 0,-5 28-9 0 0,0 1 0 0 0,1 0 0 0 0,-1-1 0 0 0,0 1 0 0 0,0 0 0 0 0,0 0 0 0 0,0-1 0 0 0,-1 1 0 0 0,1 0 0 0 0,0 0 1 0 0,-1-1-1 0 0,1 1 0 0 0,0 0 0 0 0,-1 0 0 0 0,1 0 0 0 0,-1 0 0 0 0,0-1 0 0 0,1 1 0 0 0,-1 0 0 0 0,0 0 0 0 0,0 0 0 0 0,0 0 0 0 0,0 1 0 0 0,1-1 0 0 0,-1 0 0 0 0,-2-1 0 0 0,1 1 10 0 0,0 1 1 0 0,0-1-1 0 0,-1 1 0 0 0,1-1 0 0 0,0 1 1 0 0,0 0-1 0 0,-1 0 0 0 0,1 0 0 0 0,0 0 1 0 0,0 0-1 0 0,-1 1 0 0 0,1-1 0 0 0,-4 2 1 0 0,-6 2 91 0 0,0 1 1 0 0,0 0 0 0 0,0 1 0 0 0,-11 7-1 0 0,15-8-119 0 0,1-1-1 0 0,-1 1 0 0 0,1 1 0 0 0,1 0 0 0 0,-1 0 1 0 0,1 0-1 0 0,0 1 0 0 0,0-1 0 0 0,1 2 0 0 0,0-1 1 0 0,0 0-1 0 0,1 1 0 0 0,0 0 0 0 0,0 0 1 0 0,1 0-1 0 0,0 1 0 0 0,0-1 0 0 0,1 1 0 0 0,0-1 1 0 0,0 1-1 0 0,1 0 0 0 0,0 0 0 0 0,1 0 0 0 0,0 0 1 0 0,1 0-1 0 0,-1-1 0 0 0,2 1 0 0 0,-1 0 0 0 0,1 0 1 0 0,0-1-1 0 0,1 1 0 0 0,0-1 0 0 0,1 0 0 0 0,5 10 1 0 0,-5-10-154 0 0,1 1 0 0 0,0-1 0 0 0,0 0 0 0 0,1 0 1 0 0,0-1-1 0 0,0 0 0 0 0,1 0 0 0 0,0 0 1 0 0,15 10-1 0 0,-18-14-52 0 0,1 0 0 0 0,0 0 0 0 0,0-1 0 0 0,1 0 0 0 0,-1 0 1 0 0,0 0-1 0 0,1 0 0 0 0,0-1 0 0 0,-1 0 0 0 0,1 0 0 0 0,-1-1 0 0 0,1 1 0 0 0,0-1 0 0 0,0-1 0 0 0,-1 1 1 0 0,1-1-1 0 0,10-2 0 0 0,9-5-5893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5.8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156 117 3225 0 0,'4'-5'225'0'0,"0"-1"0"0"0,-1 1 0 0 0,0-1 0 0 0,0 0 0 0 0,-1-1 0 0 0,1 1 0 0 0,-1 0 0 0 0,0-1 0 0 0,0-6 0 0 0,-2 11 9 0 0,1 0 0 0 0,-1 0 0 0 0,0 1 0 0 0,0-1 1 0 0,-1 0-1 0 0,1 0 0 0 0,0 0 0 0 0,-1 0 0 0 0,1 0 0 0 0,-1 1 0 0 0,1-1 0 0 0,-1 0 1 0 0,0 0-1 0 0,0 1 0 0 0,0-1 0 0 0,0 0 0 0 0,0 1 0 0 0,0-1 0 0 0,0 1 0 0 0,-1 0 1 0 0,1-1-1 0 0,0 1 0 0 0,-1 0 0 0 0,1 0 0 0 0,-1-1 0 0 0,0 1 0 0 0,1 1 1 0 0,-1-1-1 0 0,0 0 0 0 0,1 0 0 0 0,-1 1 0 0 0,0-1 0 0 0,0 1 0 0 0,0-1 0 0 0,0 1 1 0 0,-2-1-1 0 0,-1 1-1 0 0,1 0 0 0 0,-1 0 1 0 0,1 0-1 0 0,-1 1 0 0 0,1 0 1 0 0,-1 0-1 0 0,1 0 0 0 0,0 0 0 0 0,0 0 1 0 0,-1 1-1 0 0,1 0 0 0 0,0 0 1 0 0,0 0-1 0 0,1 0 0 0 0,-1 1 1 0 0,0-1-1 0 0,1 1 0 0 0,-1 0 0 0 0,1 0 1 0 0,0 1-1 0 0,0-1 0 0 0,0 1 1 0 0,1-1-1 0 0,-5 8 0 0 0,1-2-150 0 0,1 0-1 0 0,0 0 1 0 0,0 1 0 0 0,1 0-1 0 0,0 0 1 0 0,1 0 0 0 0,0 0-1 0 0,0 1 1 0 0,-1 15-1 0 0,4-24-66 0 0,0 0 0 0 0,-1 0-1 0 0,2 1 1 0 0,-1-1-1 0 0,0 0 1 0 0,0 0 0 0 0,1 1-1 0 0,-1-1 1 0 0,1 0-1 0 0,0 0 1 0 0,-1 0 0 0 0,1 0-1 0 0,2 3 1 0 0,-2-4-29 0 0,0 0-1 0 0,-1 0 1 0 0,1 0 0 0 0,0 0 0 0 0,0 0-1 0 0,0-1 1 0 0,0 1 0 0 0,0 0 0 0 0,0-1 0 0 0,0 1-1 0 0,0-1 1 0 0,0 1 0 0 0,0-1 0 0 0,1 1-1 0 0,-1-1 1 0 0,0 0 0 0 0,0 0 0 0 0,3 1 0 0 0,-1-1-84 0 0,1-1 0 0 0,-1 1 0 0 0,1-1 1 0 0,0 0-1 0 0,-1 0 0 0 0,1 0 1 0 0,-1 0-1 0 0,0-1 0 0 0,1 1 0 0 0,-1-1 1 0 0,0 0-1 0 0,0 0 0 0 0,0 0 1 0 0,0 0-1 0 0,2-3 0 0 0,3-4-24 0 0,-1 1 0 0 0,0-1-1 0 0,0 0 1 0 0,-1-1 0 0 0,9-17 0 0 0,-9 15 359 0 0,1 0-1 0 0,0 1 1 0 0,11-13 0 0 0,-18 23-192 0 0,1 1 0 0 0,-1-1 0 0 0,1 1 0 0 0,-1-1 0 0 0,1 0 0 0 0,-1 1 0 0 0,1-1 0 0 0,0 1 0 0 0,-1 0 0 0 0,1-1 0 0 0,0 1 0 0 0,-1-1 0 0 0,1 1 0 0 0,0 0 0 0 0,0 0 0 0 0,-1-1 0 0 0,1 1 0 0 0,0 0 0 0 0,0 0-1 0 0,0 0 1 0 0,-1 0 0 0 0,1 0 0 0 0,0 0 0 0 0,0 0 0 0 0,0 0 0 0 0,1 0 0 0 0,-1 1 4 0 0,1 0 0 0 0,0 0 0 0 0,-1 0 0 0 0,0 0 0 0 0,1 0 0 0 0,-1 0 0 0 0,0 0 0 0 0,1 0 0 0 0,-1 1 0 0 0,0-1 0 0 0,2 3-1 0 0,19 41 452 0 0,-13-16-475 0 0,0 1 0 0 0,-3 0 0 0 0,0 0 0 0 0,-2 0 1 0 0,-1 1-1 0 0,-2 0 0 0 0,0 0 0 0 0,-3-1 0 0 0,0 1 1 0 0,-12 53-1 0 0,1-47-1192 0 0,7-22 163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6.25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173 18 6913 0 0,'-1'-2'195'0'0,"0"1"0"0"0,0 0 0 0 0,0-1 0 0 0,0 1 0 0 0,-1 0 0 0 0,1 0 0 0 0,-1 0 0 0 0,1 0 0 0 0,-1 0 0 0 0,1 0 0 0 0,-1 0 0 0 0,1 1-1 0 0,-1-1 1 0 0,0 1 0 0 0,1-1 0 0 0,-1 1 0 0 0,0-1 0 0 0,1 1 0 0 0,-1 0 0 0 0,0 0 0 0 0,0 0 0 0 0,1 0 0 0 0,-1 0 0 0 0,0 0 0 0 0,0 0 0 0 0,1 1-1 0 0,-1-1 1 0 0,0 1 0 0 0,1-1 0 0 0,-1 1 0 0 0,0 0 0 0 0,1-1 0 0 0,-1 1 0 0 0,1 0 0 0 0,-1 0 0 0 0,-1 2 0 0 0,-7 3 124 0 0,-1 2 1 0 0,2-1-1 0 0,-1 2 1 0 0,1-1 0 0 0,-16 20-1 0 0,20-23-260 0 0,1 0-1 0 0,0 1 1 0 0,1-1-1 0 0,-1 1 1 0 0,1 0-1 0 0,0 0 1 0 0,1 1-1 0 0,-1-1 1 0 0,1 0-1 0 0,0 1 1 0 0,1-1-1 0 0,-2 13 1 0 0,3-18-107 0 0,0-1 1 0 0,0 1-1 0 0,0 0 1 0 0,0-1-1 0 0,0 1 1 0 0,0-1-1 0 0,0 1 1 0 0,0 0-1 0 0,0-1 1 0 0,0 1-1 0 0,0-1 1 0 0,0 1-1 0 0,0 0 1 0 0,0-1-1 0 0,1 1 1 0 0,-1-1-1 0 0,0 1 1 0 0,1-1-1 0 0,-1 1 1 0 0,0-1-1 0 0,1 1 1 0 0,-1-1-1 0 0,0 1 1 0 0,1-1-1 0 0,-1 1 1 0 0,1-1-1 0 0,-1 0 1 0 0,1 1-1 0 0,-1-1 1 0 0,1 0-1 0 0,-1 1 1 0 0,1-1-1 0 0,-1 0 1 0 0,2 1-1 0 0,-1-2-223 0 0,1 1-1 0 0,0 0 0 0 0,-1 0 1 0 0,1-1-1 0 0,-1 1 1 0 0,1-1-1 0 0,-1 0 0 0 0,1 1 1 0 0,-1-1-1 0 0,1 0 0 0 0,-1 0 1 0 0,2-1-1 0 0,36-34-6153 0 0,-27 19 4142 0 0,20-35 0 0 0,-5 8 6376 0 0,-27 44-3964 0 0,0-1 1 0 0,0 1 0 0 0,0 0 0 0 0,1-1 0 0 0,-1 1-1 0 0,0 0 1 0 0,0-1 0 0 0,0 1 0 0 0,1-1 129 0 0,-1 1-129 0 0,1 0 0 0 0,-1 0-1 0 0,0-1 1 0 0,1 1 0 0 0,-1 0 0 0 0,0 0 0 0 0,1 0-1 0 0,-1-1 1 0 0,1 1 0 0 0,-1 0 0 0 0,0 0-1 0 0,1 0 1 0 0,-1 0 0 0 0,1 0 0 0 0,-1 0-1 0 0,0 0 1 0 0,1 0 0 0 0,-1 0 0 0 0,1 0 0 0 0,-1 0-1 0 0,0 0 1 0 0,1 0 0 0 0,-1 0 0 0 0,1 0-1 0 0,-1 0 1 0 0,0 0 0 0 0,1 1 0 0 0,-1-1-1 0 0,1 0 1 0 0,-1 0 0 0 0,0 0 0 0 0,1 1 0 0 0,-1-1-1 0 0,0 1 131 0 0,1-1-130 0 0,-1 0-1 0 0,0 1 1 0 0,1-1 0 0 0,-1 0 0 0 0,0 1-1 0 0,0-1 1 0 0,0 0 0 0 0,0 1 0 0 0,1-1 0 0 0,-1 0-1 0 0,0 1 1 0 0,11 29 1967 0 0,-8-23-1279 0 0,1 2-389 0 0,0 0-1 0 0,1-1 1 0 0,0 1-1 0 0,0-1 1 0 0,1 0-1 0 0,0 0 1 0 0,1-1-1 0 0,-1 0 0 0 0,13 10 1 0 0,-10-11-1024 0 0,0 1 0 0 0,0-1 0 0 0,1-1 0 0 0,19 9 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6.5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59 8290 0 0,'1'-4'92'0'0,"14"-32"1162"0"0,-15 35-1010 0 0,0 0-1 0 0,1 0 1 0 0,-1 0 0 0 0,1 0 0 0 0,-1 0-1 0 0,1 0 1 0 0,-1 0 0 0 0,1 0-1 0 0,0 0 1 0 0,0 0 0 0 0,-1 1 0 0 0,1-1-1 0 0,0 0 1 0 0,0 0 0 0 0,0 1-1 0 0,0-1 1 0 0,0 1 0 0 0,0-1 0 0 0,0 1-1 0 0,0-1 1 0 0,0 1 0 0 0,0 0 0 0 0,0-1-1 0 0,0 1 1 0 0,0 0 0 0 0,0 0-1 0 0,0-1 1 0 0,0 1 0 0 0,2 1 0 0 0,0 1 46 0 0,-1 0 0 0 0,0 1 1 0 0,0 0-1 0 0,0-1 1 0 0,0 1-1 0 0,-1 0 0 0 0,1 0 1 0 0,-1 0-1 0 0,1 0 1 0 0,-1 0-1 0 0,0 0 0 0 0,0 0 1 0 0,-1 1-1 0 0,2 5 1 0 0,0 0 122 0 0,22 78-210 0 0,-8-27-41 0 0,2-1-1 0 0,33 73 1 0 0,33 21-2996 0 0,-16-33-1970 0 0,-59-101-1561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6.6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89 86 4609 0 0,'-18'1'412'0'0,"-27"0"317"0"0,21-8 4110 0 0,24 7-4789 0 0,0 0 1 0 0,0 0-1 0 0,0 0 0 0 0,0 0 1 0 0,0 0-1 0 0,-1 0 0 0 0,1-1 0 0 0,0 1 1 0 0,0 0-1 0 0,0 0 0 0 0,0 0 1 0 0,0 0-1 0 0,0 0 0 0 0,0-1 1 0 0,0 1-1 0 0,0 0 0 0 0,0 0 1 0 0,0 0-1 0 0,0 0 0 0 0,-1-1 1 0 0,1 1-1 0 0,0 0 0 0 0,0 0 0 0 0,0 0 1 0 0,0 0-1 0 0,0-1 0 0 0,1 1 1 0 0,-1 0-1 0 0,0 0 0 0 0,0 0 1 0 0,0 0-1 0 0,0-1 0 0 0,0 1 1 0 0,0 0-1 0 0,0 0 0 0 0,0 0 1 0 0,0 0-1 0 0,0 0 0 0 0,0-1 0 0 0,1 1 1 0 0,-1 0-1 0 0,0 0 0 0 0,0 0 1 0 0,0 0-1 0 0,11-8 677 0 0,14-4-548 0 0,-24 12-96 0 0,95-40-949 0 0,-64 25-3788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6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1 3209 0 0,'-16'6'10129'0'0,"11"5"-9471"0"0,0-1 0 0 0,1 0 0 0 0,0 1 1 0 0,1 0-1 0 0,0 0 0 0 0,1 0 0 0 0,0 0 1 0 0,1 0-1 0 0,0 1 0 0 0,1-1 0 0 0,1 15 1 0 0,2 17-213 0 0,15 70 1 0 0,-14-96-882 0 0,-1-1-5843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7.0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44 262 6449 0 0,'-9'-84'6158'0'0,"-23"-93"-1"0"0,32 177-6144 0 0,0 0 0 0 0,0 0-1 0 0,0 0 1 0 0,0 0 0 0 0,0 0 0 0 0,0 0-1 0 0,0 0 1 0 0,0 0 0 0 0,-1 0 0 0 0,1 0-1 0 0,0 0 1 0 0,0 0 0 0 0,0 0 0 0 0,0 0-1 0 0,0 0 1 0 0,0 0 0 0 0,0 0 0 0 0,0 0-1 0 0,0 0 1 0 0,0 0 0 0 0,0 0 0 0 0,0 0 0 0 0,0 0-1 0 0,0 0 1 0 0,0 0 0 0 0,0 0 0 0 0,0 0-1 0 0,-1 0 1 0 0,1 0 0 0 0,0 0 0 0 0,0 0-1 0 0,0 0 1 0 0,0 0 0 0 0,0 0 0 0 0,0 0-1 0 0,0 0 1 0 0,0 0 0 0 0,0-1 0 0 0,-1 13-541 0 0,3 16-924 0 0,2-7 630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8.4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50 137 3681 0 0,'-37'-5'4430'0'0,"24"0"-184"0"0,25 19 765 0 0,5 7-3803 0 0,32 28-25 0 0,29 27-544 0 0,-68-68-598 0 0,1 0 0 0 0,-1-1 0 0 0,1 0-1 0 0,0 0 1 0 0,1-1 0 0 0,13 5 0 0 0,-24-10-17 0 0,0-1 0 0 0,0 1-1 0 0,0-1 1 0 0,1 1 0 0 0,-1-1-1 0 0,0 0 1 0 0,0 1 0 0 0,0-1-1 0 0,1 0 1 0 0,-1 0 0 0 0,0 1-1 0 0,0-1 1 0 0,1 0 0 0 0,-1-1 0 0 0,0 1-1 0 0,0 0 1 0 0,1 0 0 0 0,-1 0-1 0 0,0-1 1 0 0,0 1 0 0 0,1 0-1 0 0,-1-1 1 0 0,0 0 0 0 0,0 1-1 0 0,0-1 1 0 0,0 1 0 0 0,0-1-1 0 0,0 0 1 0 0,0 0 0 0 0,0 0-1 0 0,0 0 1 0 0,0 1 0 0 0,0-1-1 0 0,-1 0 1 0 0,1-1 0 0 0,0 1-1 0 0,-1 0 1 0 0,1 0 0 0 0,-1 0-1 0 0,1 0 1 0 0,-1 0 0 0 0,1-2-1 0 0,1-5 131 0 0,-1-1 0 0 0,0 0 0 0 0,-1 1 0 0 0,0-1 0 0 0,-1-11 0 0 0,0-6-128 0 0,2-6-402 0 0,1 0 0 0 0,2 1 1 0 0,1-1-1 0 0,17-58 1 0 0,-16 73-7092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8.7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0 439 7834 0 0,'8'0'418'0'0,"0"0"0"0"0,-1 0-1 0 0,1-1 1 0 0,-1 0 0 0 0,1-1 0 0 0,-1 0 0 0 0,1 0 0 0 0,-1 0 0 0 0,0-1 0 0 0,0 0 0 0 0,0 0 0 0 0,-1-1 0 0 0,1 0 0 0 0,-1 0-1 0 0,0-1 1 0 0,0 0 0 0 0,0 0 0 0 0,0 0 0 0 0,7-10 0 0 0,-1 1-41 0 0,-1 0 0 0 0,-1-1 0 0 0,0 0 0 0 0,-1-1 0 0 0,0 0 0 0 0,-2 0 0 0 0,8-22 0 0 0,-8 16-234 0 0,-1 0-1 0 0,5-40 0 0 0,-10 52-86 0 0,0-1-1 0 0,0 1 0 0 0,-1 0 0 0 0,-1 0 0 0 0,0 0 1 0 0,0-1-1 0 0,-1 1 0 0 0,-5-15 0 0 0,7 24-45 0 0,0 0-1 0 0,0 0 0 0 0,-1 0 1 0 0,1 1-1 0 0,0-1 1 0 0,-1 0-1 0 0,1 0 0 0 0,-1 1 1 0 0,1-1-1 0 0,-1 0 1 0 0,1 1-1 0 0,-1-1 0 0 0,1 1 1 0 0,-1-1-1 0 0,0 0 0 0 0,1 1 1 0 0,-1-1-1 0 0,0 1 1 0 0,1 0-1 0 0,-1-1 0 0 0,0 1 1 0 0,0-1-1 0 0,1 1 1 0 0,-1 0-1 0 0,0 0 0 0 0,0-1 1 0 0,0 1-1 0 0,-1 0 1 0 0,1 0 2 0 0,-1 1-1 0 0,0-1 1 0 0,0 1 0 0 0,1-1 0 0 0,-1 1 0 0 0,1 0 0 0 0,-1 0 0 0 0,1 0 0 0 0,-1 0 0 0 0,1 0 0 0 0,-1 0 0 0 0,-1 2 0 0 0,-3 3 24 0 0,0 0-1 0 0,0 1 1 0 0,1-1-1 0 0,-7 13 1 0 0,9-13-69 0 0,0-1 0 0 0,0 1 1 0 0,1 0-1 0 0,-1 0 0 0 0,1 0 1 0 0,0 0-1 0 0,1 0 1 0 0,0 1-1 0 0,0-1 0 0 0,0 0 1 0 0,1 1-1 0 0,0-1 0 0 0,0 0 1 0 0,0 1-1 0 0,1-1 0 0 0,0 0 1 0 0,0 1-1 0 0,1-1 0 0 0,0 0 1 0 0,0 0-1 0 0,0 0 0 0 0,1 0 1 0 0,0 0-1 0 0,0-1 0 0 0,0 1 1 0 0,1-1-1 0 0,0 0 0 0 0,0 0 1 0 0,0 0-1 0 0,0-1 0 0 0,1 1 1 0 0,0-1-1 0 0,0 0 0 0 0,0 0 1 0 0,0-1-1 0 0,11 5 1 0 0,-5-2-116 0 0,0-1 1 0 0,1-1 0 0 0,-1 0 0 0 0,1-1 0 0 0,0 0-1 0 0,0-1 1 0 0,1 0 0 0 0,-1-1 0 0 0,0 0 0 0 0,15-1-1 0 0,-2-3-582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1.32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19 10594 0 0,'8'-18'5717'0'0,"-6"30"-2679"0"0,0 2-2954 0 0,48 490 1936 0 0,-43-405-2252 0 0,1-36-869 0 0,3-23-5855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1.6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72 392 1376 0 0,'-32'-72'3471'0'0,"20"47"792"0"0,-15-44-1 0 0,27 69-4182 0 0,0 0 0 0 0,0 0 0 0 0,0-1 0 0 0,0 1 0 0 0,0 0 0 0 0,0 0 0 0 0,0-1 1 0 0,0 1-1 0 0,-1 0 0 0 0,1 0 0 0 0,0-1 0 0 0,0 1 0 0 0,1 0 0 0 0,-1 0 0 0 0,0-1 0 0 0,0 1 0 0 0,0 0 0 0 0,0 0 0 0 0,0-1 0 0 0,0 1 0 0 0,0 0 0 0 0,0 0 0 0 0,0 0 0 0 0,0-1 0 0 0,1 1 0 0 0,-1 0 0 0 0,0 0 0 0 0,0 0 0 0 0,0-1 0 0 0,1 1 0 0 0,-1 0 0 0 0,0 0 1 0 0,0 0-1 0 0,0 0 0 0 0,1-1 0 0 0,-1 1 0 0 0,0 0 0 0 0,0 0 0 0 0,1 0 0 0 0,-1 0 0 0 0,0 0 0 0 0,0 0 0 0 0,1 0 0 0 0,-1 0 0 0 0,0 0 0 0 0,0 0 0 0 0,1 0 0 0 0,19 3 1417 0 0,19 13-573 0 0,-6 4-278 0 0,-1 2 0 0 0,37 33 0 0 0,-44-34-532 0 0,0-1 0 0 0,1-1 0 0 0,56 30 0 0 0,-78-47-89 0 0,-1-1 0 0 0,1 1 0 0 0,0-1 0 0 0,-1 0 0 0 0,1 0 1 0 0,0 0-1 0 0,0 0 0 0 0,-1-1 0 0 0,1 0 0 0 0,0 1 0 0 0,0-1 0 0 0,0-1 1 0 0,0 1-1 0 0,0 0 0 0 0,-1-1 0 0 0,1 0 0 0 0,0 0 0 0 0,0 0 0 0 0,-1-1 1 0 0,1 1-1 0 0,6-4 0 0 0,-7 2-1 0 0,0 1 0 0 0,0-1 0 0 0,0 0 0 0 0,-1 0 0 0 0,1 0 0 0 0,0 0 0 0 0,-1-1-1 0 0,0 1 1 0 0,0-1 0 0 0,0 1 0 0 0,-1-1 0 0 0,1 0 0 0 0,-1 0 0 0 0,0 0 0 0 0,0 0 0 0 0,0 0 0 0 0,0 0 0 0 0,-1 0 0 0 0,1 0 0 0 0,-1-7 0 0 0,-2-25 87 0 0,-2 1-1 0 0,-14-61 1 0 0,-3-32-362 0 0,18 89-620 0 0,1 13-5271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2.0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0 333 8290 0 0,'1'2'146'0'0,"0"1"0"0"0,0-1 0 0 0,-1 0 0 0 0,2 0 0 0 0,-1 0 0 0 0,0 0 0 0 0,0 0 0 0 0,1 0 0 0 0,-1-1 0 0 0,1 1 0 0 0,-1 0 0 0 0,1-1 0 0 0,3 3 0 0 0,-4-3-35 0 0,0-1 0 0 0,0 0-1 0 0,0 1 1 0 0,0-1 0 0 0,0 0 0 0 0,0 0-1 0 0,0 1 1 0 0,0-1 0 0 0,0 0 0 0 0,0 0-1 0 0,0 0 1 0 0,0 0 0 0 0,0 0-1 0 0,0-1 1 0 0,0 1 0 0 0,0 0 0 0 0,0 0-1 0 0,0-1 1 0 0,0 1 0 0 0,0 0 0 0 0,0-1-1 0 0,0 1 1 0 0,0-1 0 0 0,-1 0-1 0 0,1 1 1 0 0,0-1 0 0 0,0 0 0 0 0,0 1-1 0 0,-1-1 1 0 0,1 0 0 0 0,0 0 0 0 0,-1 1-1 0 0,2-3 1 0 0,6-8 415 0 0,-1 0-1 0 0,0-1 1 0 0,-1 0 0 0 0,0 0 0 0 0,7-20-1 0 0,14-67 170 0 0,-23 86-656 0 0,-2 0 0 0 0,1 0 0 0 0,-2 0 1 0 0,1 0-1 0 0,-2-1 0 0 0,0 1 0 0 0,-1 0 1 0 0,0 0-1 0 0,-5-22 0 0 0,6 35-41 0 0,0 0 0 0 0,0-1 1 0 0,0 1-1 0 0,0 0 0 0 0,0-1 0 0 0,0 1 0 0 0,0-1 1 0 0,0 1-1 0 0,0 0 0 0 0,0-1 0 0 0,0 1 1 0 0,-1 0-1 0 0,1-1 0 0 0,0 1 0 0 0,0 0 0 0 0,0-1 1 0 0,-1 1-1 0 0,1 0 0 0 0,0 0 0 0 0,0-1 0 0 0,-1 1 1 0 0,1 0-1 0 0,0 0 0 0 0,0-1 0 0 0,-1 1 1 0 0,1 0-1 0 0,0 0 0 0 0,-1 0 0 0 0,1-1 0 0 0,-1 1 1 0 0,1 0-1 0 0,0 0 0 0 0,-1 0 0 0 0,1 0 1 0 0,0 0-1 0 0,-1 0 0 0 0,1 0 0 0 0,0 0 0 0 0,-1 0 1 0 0,1 0-1 0 0,-1 0 0 0 0,-13 15-169 0 0,-4 25-137 0 0,15-32 292 0 0,0 1 0 0 0,1-1-1 0 0,0 1 1 0 0,1 0 0 0 0,0 0-1 0 0,0 0 1 0 0,1 0 0 0 0,0 0-1 0 0,0-1 1 0 0,1 1 0 0 0,0 0-1 0 0,1 0 1 0 0,0 0 0 0 0,6 16-1 0 0,-5-18-11 0 0,1-1 0 0 0,-1 1 0 0 0,2-1 0 0 0,-1 1 0 0 0,1-1 1 0 0,-1-1-1 0 0,1 1 0 0 0,1-1 0 0 0,-1 0 0 0 0,1 0 0 0 0,0 0 0 0 0,0-1 0 0 0,1 0 0 0 0,-1 0 0 0 0,1 0 0 0 0,0-1 0 0 0,0 0 0 0 0,8 2 0 0 0,5 0-1387 0 0,2-2-4226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2.4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235 37 920 0 0,'-17'-18'268'0'0,"14"16"316"0"0,1 0 1 0 0,-1 1 0 0 0,1-1-1 0 0,-1 0 1 0 0,1 1 0 0 0,-1 0-1 0 0,0-1 1 0 0,0 1 0 0 0,0 0-1 0 0,1 0 1 0 0,-1 1 0 0 0,0-1-1 0 0,0 1 1 0 0,0-1 0 0 0,0 1-1 0 0,0 0 1 0 0,0 0 0 0 0,-5 1-1 0 0,-21 9 659 0 0,21-4-929 0 0,-1 0-1 0 0,1 0 1 0 0,1 1 0 0 0,-1 0 0 0 0,1 0 0 0 0,0 1-1 0 0,1 0 1 0 0,0 0 0 0 0,0 0 0 0 0,-5 11-1 0 0,2-2-41 0 0,1 0-1 0 0,0 0 0 0 0,1 1 0 0 0,-7 29 1 0 0,13-45-258 0 0,1 0 0 0 0,0 1 0 0 0,-1-1 0 0 0,1 0 1 0 0,0 1-1 0 0,0-1 0 0 0,1 0 0 0 0,-1 1 1 0 0,0-1-1 0 0,1 0 0 0 0,-1 1 0 0 0,1-1 1 0 0,0 0-1 0 0,0 0 0 0 0,0 0 0 0 0,0 0 0 0 0,0 0 1 0 0,0 0-1 0 0,0 0 0 0 0,1 0 0 0 0,-1 0 1 0 0,3 2-1 0 0,-2-3-47 0 0,-1 0 1 0 0,0 0-1 0 0,0-1 0 0 0,1 1 1 0 0,-1 0-1 0 0,0-1 1 0 0,1 1-1 0 0,-1-1 0 0 0,0 1 1 0 0,1-1-1 0 0,-1 0 1 0 0,1 0-1 0 0,-1 0 0 0 0,1 0 1 0 0,-1 0-1 0 0,0 0 1 0 0,1 0-1 0 0,-1 0 0 0 0,1 0 1 0 0,-1-1-1 0 0,1 1 1 0 0,-1 0-1 0 0,0-1 1 0 0,1 1-1 0 0,-1-1 0 0 0,0 0 1 0 0,0 1-1 0 0,1-1 1 0 0,-1 0-1 0 0,0 0 0 0 0,0 0 1 0 0,0 0-1 0 0,0 0 1 0 0,0 0-1 0 0,0 0 0 0 0,1-2 1 0 0,6-7-152 0 0,-1-1 0 0 0,0 0 0 0 0,-1 0 0 0 0,9-21 0 0 0,-11 21 300 0 0,1 2 0 0 0,0-1 0 0 0,0 1 0 0 0,1-1 0 0 0,0 1 0 0 0,0 1 0 0 0,9-10 0 0 0,-14 17-65 0 0,1-1 0 0 0,-1 1 0 0 0,0 0 0 0 0,1 0 0 0 0,-1 0 0 0 0,0 0 0 0 0,1 1 0 0 0,-1-1 0 0 0,1 0 0 0 0,-1 0 0 0 0,1 1 0 0 0,0-1 0 0 0,-1 1 0 0 0,1 0 0 0 0,0-1 0 0 0,-1 1 0 0 0,1 0 0 0 0,0 0 0 0 0,-1 0 0 0 0,1 0 0 0 0,0 0 0 0 0,3 1 0 0 0,-3 0 40 0 0,1 1 0 0 0,0-1 0 0 0,0 1 1 0 0,-1-1-1 0 0,1 1 0 0 0,-1 0 0 0 0,1 0 0 0 0,-1 0 1 0 0,0 0-1 0 0,0 0 0 0 0,4 5 0 0 0,1 4 190 0 0,0 0-1 0 0,0 1 0 0 0,-1-1 0 0 0,8 23 1 0 0,-5-9-116 0 0,-2 1 0 0 0,-1-1 1 0 0,-1 1-1 0 0,-1 0 1 0 0,-1 1-1 0 0,-1 36 1 0 0,-2-49-355 0 0,-1 0-1 0 0,0 0 1 0 0,-1 0 0 0 0,0 0 0 0 0,-1 0 0 0 0,-1 0 0 0 0,0-1 0 0 0,-1 0 0 0 0,-1 0-1 0 0,0 0 1 0 0,0 0 0 0 0,-1-1 0 0 0,-15 19 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2.8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64 67 3681 0 0,'5'-6'59'0'0,"18"-27"1074"0"0,-17 5 6840 0 0,-7 28-7897 0 0,-7 5 1780 0 0,-8 9 40 0 0,7 1-1619 0 0,-1 0 0 0 0,2 0-1 0 0,0 1 1 0 0,1 0-1 0 0,1 0 1 0 0,0 1 0 0 0,1 0-1 0 0,1 0 1 0 0,1 0 0 0 0,0 0-1 0 0,1 1 1 0 0,1-1 0 0 0,0 1-1 0 0,2-1 1 0 0,2 18 0 0 0,-3-32-384 0 0,0-1 0 0 0,1 0 0 0 0,-1 0 0 0 0,1 0 1 0 0,-1 0-1 0 0,1 0 0 0 0,0 0 0 0 0,0 0 1 0 0,0 0-1 0 0,0-1 0 0 0,0 1 0 0 0,0 0 0 0 0,0 0 1 0 0,0-1-1 0 0,1 1 0 0 0,-1-1 0 0 0,1 1 1 0 0,-1-1-1 0 0,1 0 0 0 0,0 1 0 0 0,0-1 1 0 0,-1 0-1 0 0,3 1 0 0 0,-2-2 17 0 0,-1 0-1 0 0,1-1 1 0 0,-1 1-1 0 0,1 0 1 0 0,-1 0-1 0 0,1-1 1 0 0,-1 1-1 0 0,1-1 1 0 0,-1 1-1 0 0,1-1 1 0 0,-1 0-1 0 0,0 1 1 0 0,1-1 0 0 0,-1 0-1 0 0,0 0 1 0 0,0 0-1 0 0,1 0 1 0 0,-1 0-1 0 0,0 0 1 0 0,0-1-1 0 0,0 1 1 0 0,0 0-1 0 0,-1 0 1 0 0,1-1 0 0 0,0 1-1 0 0,0 0 1 0 0,-1-1-1 0 0,1 1 1 0 0,-1-1-1 0 0,1 1 1 0 0,-1-3-1 0 0,3-5-145 0 0,-1 0 0 0 0,0 0 0 0 0,0 0 0 0 0,-1-1 0 0 0,0 1 0 0 0,-1 0 0 0 0,0-1 0 0 0,-1 1 0 0 0,-1-13 0 0 0,0 11 702 0 0,1 0-1 0 0,1-1 1 0 0,0 1 0 0 0,0 0-1 0 0,4-17 1 0 0,-4 27-368 0 0,0 1 1 0 0,0-1-1 0 0,0 0 0 0 0,0 1 1 0 0,0-1-1 0 0,0 1 1 0 0,0-1-1 0 0,1 0 1 0 0,-1 1-1 0 0,0-1 0 0 0,0 1 1 0 0,1-1-1 0 0,-1 1 1 0 0,0-1-1 0 0,1 1 1 0 0,-1-1-1 0 0,1 1 0 0 0,-1-1 1 0 0,0 1-1 0 0,1-1 1 0 0,-1 1-1 0 0,1 0 0 0 0,-1-1 1 0 0,1 1-1 0 0,0 0 1 0 0,-1-1-1 0 0,1 1 1 0 0,-1 0-1 0 0,1 0 0 0 0,1-1 1 0 0,-1 2 26 0 0,0-1 1 0 0,1 0-1 0 0,-1 1 0 0 0,0-1 1 0 0,0 1-1 0 0,1-1 0 0 0,-1 1 1 0 0,0 0-1 0 0,0 0 0 0 0,0-1 1 0 0,0 1-1 0 0,0 0 0 0 0,2 2 1 0 0,33 43 1163 0 0,-30-37-1096 0 0,6 7-9 0 0,0-1 1 0 0,1 0 0 0 0,25 20-1 0 0,-33-30-375 0 0,1 0 0 0 0,0-1 0 0 0,-1 0 0 0 0,2-1 0 0 0,-1 1 0 0 0,0-1 0 0 0,1 0 0 0 0,-1-1 0 0 0,1 0 0 0 0,0 0 0 0 0,0 0-1 0 0,0-1 1 0 0,11 1 0 0 0,-17-2-79 0 0,0 0 0 0 0,0 0-1 0 0,1 0 1 0 0,-1 0-1 0 0,0 0 1 0 0,0 0-1 0 0,0-1 1 0 0,0 1 0 0 0,1 0-1 0 0,-1-1 1 0 0,0 1-1 0 0,0-1 1 0 0,0 1-1 0 0,0-1 1 0 0,0 0 0 0 0,0 0-1 0 0,1 0 1 0 0,1-4-1504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3.0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0 124 6913 0 0,'1'-26'9'0'0,"2"-26"2269"0"0,-2 47-1374 0 0,0 0 1 0 0,0 0-1 0 0,0 0 1 0 0,1 0-1 0 0,-1 0 1 0 0,1 0-1 0 0,3-6 1 0 0,-4 12-788 0 0,-1-1 0 0 0,1 0 1 0 0,-1 0-1 0 0,0 0 1 0 0,1 0-1 0 0,-1 0 1 0 0,0 0-1 0 0,1 0 1 0 0,-1 1-1 0 0,0-1 1 0 0,1 0-1 0 0,-1 0 1 0 0,0 0-1 0 0,1 1 1 0 0,-1-1-1 0 0,0 0 0 0 0,1 1 1 0 0,-1-1-1 0 0,0 0 1 0 0,0 1-1 0 0,1-1 1 0 0,-1 0-1 0 0,0 1 1 0 0,0-1-1 0 0,0 0 1 0 0,0 1-1 0 0,0-1 1 0 0,1 0-1 0 0,-1 1 1 0 0,0-1-1 0 0,0 1 0 0 0,0-1 1 0 0,0 0-1 0 0,0 1 1 0 0,0-1-1 0 0,0 1 1 0 0,0 0-1 0 0,5 20 651 0 0,9 48 278 0 0,-10-40-909 0 0,2 0 0 0 0,1 0 1 0 0,1-1-1 0 0,1 0 1 0 0,2-1-1 0 0,23 45 0 0 0,-22-52-642 0 0,60 95 1447 0 0,-48-77-3042 0 0,2-1-3373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3.3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7 377 920 0 0,'0'0'66'0'0,"-1"0"-1"0"0,1 0 1 0 0,0 0 0 0 0,0 0-1 0 0,-1 0 1 0 0,1 0 0 0 0,0-1-1 0 0,-1 1 1 0 0,1 0-1 0 0,0 0 1 0 0,0 0 0 0 0,-1 0-1 0 0,1-1 1 0 0,0 1-1 0 0,0 0 1 0 0,-1 0 0 0 0,1 0-1 0 0,0-1 1 0 0,0 1 0 0 0,0 0-1 0 0,0 0 1 0 0,-1-1-1 0 0,1 1 1 0 0,0 0 0 0 0,0-1-1 0 0,0 1 1 0 0,0 0 0 0 0,0 0-1 0 0,0-1 1 0 0,0 1-1 0 0,0 0 1 0 0,0-1 0 0 0,0 1-1 0 0,0 0 1 0 0,0-1 0 0 0,0 1-1 0 0,0 0 1 0 0,0-1-1 0 0,0 1 1 0 0,0-1 0 0 0,10-15 2183 0 0,22-14-397 0 0,192-144-469 0 0,-170 134-4282 0 0,92-52 0 0 0,-143 90 3169 0 0,1 0 0 0 0,-1 0 1 0 0,0 1-1 0 0,0 0 0 0 0,1-1 1 0 0,-1 1-1 0 0,0 0 0 0 0,1 0 1 0 0,-1 1-1 0 0,1-1 0 0 0,0 1 1 0 0,-1 0-1 0 0,1 0 0 0 0,-1 0 0 0 0,1 0 1 0 0,-1 1-1 0 0,1-1 0 0 0,-1 1 1 0 0,1 0-1 0 0,-1 0 0 0 0,1 0 1 0 0,-1 0-1 0 0,0 1 0 0 0,0-1 1 0 0,1 1-1 0 0,-1 0 0 0 0,-1 0 1 0 0,1 0-1 0 0,0 1 0 0 0,0-1 1 0 0,-1 0-1 0 0,1 1 0 0 0,-1 0 1 0 0,3 3-1 0 0,5 10 790 0 0,0 1 1 0 0,-1 1-1 0 0,0-1 1 0 0,-2 2-1 0 0,7 22 0 0 0,6 11-240 0 0,36 55 680 0 0,-29-63-4217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3.5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68 11522 0 0,'-3'-7'946'0'0,"0"1"0"0"0,0-1-1 0 0,0 0 1 0 0,-2-9 0 0 0,5 15-771 0 0,-1-1 1 0 0,1 1 0 0 0,0 0 0 0 0,0 0 0 0 0,0 0 0 0 0,0 0-1 0 0,0 0 1 0 0,0-1 0 0 0,0 1 0 0 0,0 0 0 0 0,0 0-1 0 0,1 0 1 0 0,-1 0 0 0 0,0 0 0 0 0,2-2 0 0 0,-2 2-202 0 0,1 1 0 0 0,-1-1 1 0 0,1 1-1 0 0,0 0 0 0 0,-1-1 1 0 0,1 1-1 0 0,0 0 0 0 0,-1-1 0 0 0,1 1 1 0 0,0 0-1 0 0,-1 0 0 0 0,1 0 1 0 0,0 0-1 0 0,0 0 0 0 0,-1 0 1 0 0,1 0-1 0 0,0 0 0 0 0,0 0 1 0 0,-1 0-1 0 0,1 0 0 0 0,0 0 0 0 0,-1 0 1 0 0,1 0-1 0 0,0 1 0 0 0,0-1 1 0 0,-1 0-1 0 0,1 1 0 0 0,0-1 1 0 0,4 3-662 0 0,-1-1 0 0 0,0 0 0 0 0,0 1 0 0 0,0 0 1 0 0,0 0-1 0 0,-1 0 0 0 0,5 4 0 0 0,7 9-1383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3.87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1 145 10138 0 0,'1'2'488'0'0,"1"-1"-1"0"0,0 0 1 0 0,0 0-1 0 0,0 0 1 0 0,-1 0-1 0 0,1 0 1 0 0,0-1 0 0 0,0 1-1 0 0,0 0 1 0 0,0-1-1 0 0,3 1 1 0 0,-5-1-239 0 0,11 5 315 0 0,0 0 1 0 0,-1 1-1 0 0,0 0 0 0 0,0 1 1 0 0,-1 0-1 0 0,0 1 0 0 0,0 0 1 0 0,10 11-1 0 0,-7-6-311 0 0,0-2 1 0 0,28 21-1 0 0,-25-23-12 0 0,25 16 103 0 0,-38-23-306 0 0,1-1 0 0 0,-1 0 0 0 0,1 0 0 0 0,-1 0 0 0 0,1 0 0 0 0,0 0 0 0 0,-1 0 0 0 0,1-1 1 0 0,0 1-1 0 0,0-1 0 0 0,0 0 0 0 0,3 0 0 0 0,-4-1-3 0 0,-1 0-1 0 0,0 1 1 0 0,0-1 0 0 0,0 0-1 0 0,0 0 1 0 0,0 0 0 0 0,0 0-1 0 0,0 0 1 0 0,0 0 0 0 0,0 0-1 0 0,0 0 1 0 0,0 0 0 0 0,-1-1-1 0 0,1 1 1 0 0,-1 0 0 0 0,1 0-1 0 0,-1-1 1 0 0,1 1 0 0 0,-1-1 0 0 0,1-1-1 0 0,7-38 205 0 0,-6 28-102 0 0,7-43-208 0 0,11-45 444 0 0,-17 90-860 0 0,1-1 0 0 0,0 1 0 0 0,0 1 0 0 0,1-1 0 0 0,1 1 0 0 0,10-16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04.17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7 220 5985 0 0,'1'1'164'0'0,"-1"0"-1"0"0,0 0 0 0 0,1 0 0 0 0,-1 0 1 0 0,1 0-1 0 0,-1 0 0 0 0,1 0 1 0 0,0-1-1 0 0,-1 1 0 0 0,1 0 1 0 0,0 0-1 0 0,0-1 0 0 0,-1 1 0 0 0,1 0 1 0 0,0-1-1 0 0,0 1 0 0 0,0-1 1 0 0,0 1-1 0 0,0-1 0 0 0,0 1 1 0 0,0-1-1 0 0,0 0 0 0 0,0 1 0 0 0,0-1 1 0 0,0 0-1 0 0,0 0 0 0 0,0 0 1 0 0,0 0-1 0 0,0 0 0 0 0,0 0 1 0 0,0 0-1 0 0,0 0 0 0 0,0 0 0 0 0,0-1 1 0 0,0 1-1 0 0,0 0 0 0 0,0-1 1 0 0,0 1-1 0 0,0 0 0 0 0,0-1 0 0 0,0 0 1 0 0,0 1-1 0 0,0-1 0 0 0,0 1 1 0 0,1-2-1 0 0,0-1 111 0 0,1 0 1 0 0,-1 0-1 0 0,0 0 1 0 0,0 0-1 0 0,-1 0 1 0 0,1 0-1 0 0,-1 0 1 0 0,1-1-1 0 0,-1 1 1 0 0,0 0-1 0 0,0-1 1 0 0,0-5-1 0 0,1-14 832 0 0,-1-43 1 0 0,-1 60-1002 0 0,-1-1 0 0 0,0 0 0 0 0,0 0 1 0 0,0 1-1 0 0,-1-1 0 0 0,0 0 0 0 0,0 1 0 0 0,-1 0 1 0 0,0-1-1 0 0,0 1 0 0 0,-4-6 0 0 0,7 12-95 0 0,0-1 0 0 0,-1 1 0 0 0,1-1 0 0 0,-1 0 0 0 0,1 1 0 0 0,-1-1-1 0 0,1 1 1 0 0,-1-1 0 0 0,1 1 0 0 0,-1-1 0 0 0,1 1 0 0 0,-1-1 0 0 0,0 1 0 0 0,1-1-1 0 0,-1 1 1 0 0,0 0 0 0 0,1-1 0 0 0,-1 1 0 0 0,0 0 0 0 0,1 0 0 0 0,-1 0-1 0 0,0 0 1 0 0,0-1 0 0 0,1 1 0 0 0,-1 0 0 0 0,0 0 0 0 0,1 0 0 0 0,-1 0 0 0 0,0 1-1 0 0,-1-1 1 0 0,1 1 18 0 0,0 0-1 0 0,0 0 0 0 0,0 0 1 0 0,0 0-1 0 0,0 0 1 0 0,0 0-1 0 0,0 0 0 0 0,0 0 1 0 0,0 0-1 0 0,1 1 1 0 0,-1-1-1 0 0,0 0 0 0 0,1 1 1 0 0,-1 1-1 0 0,-2 4 105 0 0,1 1-1 0 0,0 1 0 0 0,0-1 1 0 0,-1 11-1 0 0,3-8-99 0 0,0-1 0 0 0,1 0 1 0 0,0 1-1 0 0,0-1 0 0 0,1 0 0 0 0,0 0 0 0 0,1 0 1 0 0,0 0-1 0 0,1 0 0 0 0,0-1 0 0 0,0 1 0 0 0,1-1 1 0 0,0 0-1 0 0,9 11 0 0 0,-10-15-47 0 0,1 1 0 0 0,1-1 0 0 0,-1 1 0 0 0,1-2 0 0 0,0 1 0 0 0,0-1 0 0 0,0 1 0 0 0,1-2 0 0 0,-1 1 0 0 0,1-1 0 0 0,0 0 0 0 0,0 0 0 0 0,0-1 0 0 0,0 0 0 0 0,0 0 0 0 0,1-1 0 0 0,-1 0 0 0 0,1 0 0 0 0,-1 0 0 0 0,11-2 0 0 0,43-8-1792 0 0,-29-1-5481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11.8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88 5431 6913 0 0,'-24'-26'3531'0'0,"-26"-38"0"0"0,36 45-833 0 0,25 39 1554 0 0,8 23-2841 0 0,9 20-1220 0 0,94 142-9 0 0,29 56-198 0 0,-107-176 16 0 0,4-3 0 0 0,90 118 0 0 0,-118-175 0 0 0,1 0 0 0 0,2-2 0 0 0,0 0 0 0 0,2-2 0 0 0,0 0 0 0 0,1-2 0 0 0,1-1 0 0 0,1-1 0 0 0,0-1 0 0 0,1-2 0 0 0,1-1 0 0 0,33 10 0 0 0,-25-14 0 0 0,1-1 0 0 0,54 3 0 0 0,5 1 0 0 0,388 61 0 0 0,-365-57 2 0 0,205 2 0 0 0,123-30 59 0 0,-391 9-47 0 0,6 0 34 0 0,537-45 270 0 0,-373 15-218 0 0,215-39 134 0 0,710-110-117 0 0,-543 54-117 0 0,-437 78 158 0 0,-1-7 1 0 0,-4-8-1 0 0,-2-7 1 0 0,240-143-1 0 0,37-37-102 0 0,-334 183 5 0 0,-4-5 0 0 0,-3-5 0 0 0,-4-4-1 0 0,96-104 1 0 0,-138 122-37 0 0,85-130 0 0 0,-51 67-8 0 0,85-128 16 0 0,-151 215-25 0 0,-2 0-1 0 0,-2-2 1 0 0,-2-1-1 0 0,20-71 0 0 0,9-106 65 0 0,18-246 0 0 0,-38 245 9 0 0,-15 132 10 0 0,-4-2 1 0 0,-4 1 0 0 0,-4-1-1 0 0,-4 1 1 0 0,-20-120 0 0 0,-34-70-331 0 0,-27-153-86 0 0,36 141 452 0 0,34 231-77 0 0,-1 2 0 0 0,-44-102-1 0 0,-68-103 53 0 0,-29-66 6 0 0,143 299-106 0 0,-1 1 0 0 0,-2 1 0 0 0,0 0 0 0 0,-26-31-1 0 0,28 43-4 0 0,-1 0 0 0 0,-1 0 0 0 0,-1 2 0 0 0,0 0 0 0 0,-1 1 0 0 0,-36-22 0 0 0,-205-102-272 0 0,218 120 277 0 0,-1 2 0 0 0,-1 2 0 0 0,0 2 0 0 0,-63-11-1 0 0,-90-1-348 0 0,-290-1 0 0 0,88 48 143 0 0,213-5 193 0 0,73-7 12 0 0,-142 29 1 0 0,112-11-33 0 0,-164 9 0 0 0,283-33 4 0 0,0 1-1 0 0,0 2 1 0 0,1 0-1 0 0,-44 20 1 0 0,39-16-14 0 0,0 0-1 0 0,-51 12 1 0 0,50-18-62 0 0,-36 8-419 0 0,24-3 362 0 0,39-10 132 0 0,0 0-1 0 0,-1 1 0 0 0,1-1 0 0 0,0 0 1 0 0,0 0-1 0 0,-1 0 0 0 0,1-1 0 0 0,0 1 1 0 0,0 0-1 0 0,0-1 0 0 0,0 1 0 0 0,-1-1 1 0 0,1 0-1 0 0,0 0 0 0 0,0 0 0 0 0,0 0 1 0 0,-2-1-1 0 0,-3-16-7253 0 0,9-8 4325 0 0,14-29 2565 0 0,-11 39-226 0 0,-3 11 616 0 0,-1 0 1 0 0,2 1 0 0 0,-1-1 0 0 0,1 1-1 0 0,-1-1 1 0 0,1 1 0 0 0,0 0 0 0 0,1 0-1 0 0,-1 0 1 0 0,1 1 0 0 0,0-1-1 0 0,4-3 1 0 0,10-9 668 0 0,36-39 6302 0 0,-53 54-6859 0 0,0 0-1 0 0,1 0 1 0 0,-1 0-1 0 0,0-1 1 0 0,0 1-1 0 0,0 0 1 0 0,0-1-1 0 0,0 1 1 0 0,0-1-1 0 0,-1 1 0 0 0,1-1 1 0 0,0 1-1 0 0,-1-1 1 0 0,1 1-1 0 0,-1-1 1 0 0,1 0-1 0 0,-1-2 1 0 0,0 4-84 0 0,0 0 0 0 0,0 0-1 0 0,0-1 1 0 0,0 1 0 0 0,0 0 0 0 0,0 0 0 0 0,0 0-1 0 0,0-1 1 0 0,0 1 0 0 0,0 0 0 0 0,0 0 0 0 0,0 0-1 0 0,-1-1 1 0 0,1 1 0 0 0,0 0 0 0 0,0 0 0 0 0,0 0-1 0 0,0 0 1 0 0,0 0 0 0 0,0-1 0 0 0,-1 1 0 0 0,1 0-1 0 0,0 0 1 0 0,0 0 0 0 0,0 0 0 0 0,0 0 0 0 0,-1 0-1 0 0,1 0 1 0 0,0 0 0 0 0,0 0 0 0 0,0 0 0 0 0,-1 0-1 0 0,1 0 1 0 0,0-1 0 0 0,0 1 0 0 0,0 0 0 0 0,-1 0-1 0 0,1 1 1 0 0,0-1 0 0 0,0 0 0 0 0,0 0 0 0 0,-1 0 0 0 0,-16 11 616 0 0,-8 17-387 0 0,2 0 1 0 0,0 1-1 0 0,-21 38 0 0 0,34-48-239 0 0,1 1-1 0 0,2 0 1 0 0,-1 0-1 0 0,2 1 0 0 0,-5 30 1 0 0,1-6-27 0 0,9-42 16 0 0,0 1-1 0 0,0 0 0 0 0,0-1 1 0 0,1 1-1 0 0,-1 0 1 0 0,1 0-1 0 0,0 0 1 0 0,0 0-1 0 0,0 0 1 0 0,1-1-1 0 0,-1 1 1 0 0,1 0-1 0 0,0 0 1 0 0,0-1-1 0 0,0 1 1 0 0,1 0-1 0 0,-1-1 0 0 0,1 1 1 0 0,0-1-1 0 0,0 0 1 0 0,0 0-1 0 0,0 0 1 0 0,1 0-1 0 0,-1 0 1 0 0,1 0-1 0 0,0 0 1 0 0,0-1-1 0 0,0 1 1 0 0,0-1-1 0 0,0 0 1 0 0,0 0-1 0 0,1 0 0 0 0,4 2 1 0 0,12 3 25 0 0,-1-1 0 0 0,1 0 1 0 0,1-2-1 0 0,-1 0 0 0 0,25 1 0 0 0,10 3-2 0 0,139 23 653 0 0,-187-30-708 0 0,2 0 780 0 0,-18-1-2807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7.5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99 19 3225 0 0,'-10'0'-98'0'0,"-16"0"3091"0"0,-36 4 1 0 0,234-23 7528 0 0,-159 17-11222 0 0,1 1 0 0 0,-1 1 1 0 0,1 0-1 0 0,-1 1 0 0 0,1 0 0 0 0,-1 1 0 0 0,0 1 0 0 0,19 5 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7.8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21 5529 0 0,'-20'-21'11070'0'0,"20"21"-11011"0"0,0 0 16 0 0,1 1 0 0 0,0-1-1 0 0,0 0 1 0 0,-1 1 0 0 0,1-1-1 0 0,0 0 1 0 0,0 1 0 0 0,-1-1-1 0 0,1 1 1 0 0,-1-1 0 0 0,1 1 0 0 0,0-1-1 0 0,-1 1 1 0 0,1 0 0 0 0,-1-1-1 0 0,1 1 1 0 0,-1 0 0 0 0,0-1-1 0 0,1 1 1 0 0,-1 0 0 0 0,0-1 0 0 0,1 1-1 0 0,-1 0 1 0 0,0 0 0 0 0,0 1-1 0 0,6 25 495 0 0,-5-21-318 0 0,6 39 229 0 0,2 5 424 0 0,15 51 1 0 0,-19-85-1527 0 0,1-1 1 0 0,0 1 0 0 0,1-1-1 0 0,1 0 1 0 0,0-1 0 0 0,1 0 0 0 0,13 16-1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8.3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58 3225 0 0,'-12'1'-816'0'0,"-11"2"9959"0"0,39-8-5945 0 0,122-28 1336 0 0,3 16-7201 0 0,-115 14-380 0 0,-14 0 1480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8.5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131 0 2304 0 0,'-66'11'3712'0'0,"62"-9"-3148"0"0,0-1 1 0 0,-1 0-1 0 0,1 1 1 0 0,0 0-1 0 0,0 0 1 0 0,0 0-1 0 0,0 1 0 0 0,0-1 1 0 0,0 1-1 0 0,1 0 1 0 0,-1 0-1 0 0,-4 5 1 0 0,6-3-206 0 0,1 1 1 0 0,-1-1 0 0 0,1 0 0 0 0,0 0 0 0 0,0 0 0 0 0,1 1-1 0 0,0-1 1 0 0,0 0 0 0 0,0 0 0 0 0,0 1 0 0 0,1-1 0 0 0,2 9 0 0 0,-1 9-77 0 0,0-3-572 0 0,0 0 0 0 0,2 0 0 0 0,0 0 1 0 0,1-1-1 0 0,13 32 0 0 0,-9-27-1178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8.9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43 6449 0 0,'-12'-3'4196'0'0,"16"-5"-1703"0"0,13-5-1052 0 0,-16 12-1548 0 0,8-3 326 0 0,-1 1-1 0 0,1 0 1 0 0,0 1-1 0 0,0 0 0 0 0,0 1 1 0 0,1-1-1 0 0,-1 2 0 0 0,0-1 1 0 0,16 2-1 0 0,9 2-53 0 0,39 10 0 0 0,-61-11-137 0 0,113 18-3215 0 0,-108-19-1894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9.2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 5065 0 0,'-2'4'5494'0'0,"5"17"-2941"0"0,7 19-1133 0 0,3 13-437 0 0,-7-27-1756 0 0,14 38 1 0 0,-11-41-4284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9.8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49 3225 0 0,'-6'-2'8297'0'0,"25"-9"-2865"0"0,-12 8-7201 0 0,10-4 2346 0 0,0 2 0 0 0,0 0 1 0 0,1 1-1 0 0,0 0 1 0 0,0 2-1 0 0,0 0 1 0 0,0 1-1 0 0,34 3 0 0 0,49-5-3693 0 0,-88 2 1686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0.0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43 1 6913 0 0,'-2'0'320'0'0,"0"0"0"0"0,0 0 0 0 0,1 1 0 0 0,-1-1 0 0 0,0 1 0 0 0,0-1 0 0 0,1 1 0 0 0,-1 0 0 0 0,0 0 0 0 0,1 0 0 0 0,-1 0 0 0 0,1 0 0 0 0,-1 0 0 0 0,1 0-1 0 0,0 0 1 0 0,-1 0 0 0 0,1 1 0 0 0,0-1 0 0 0,0 0 0 0 0,0 1 0 0 0,0-1 0 0 0,0 1 0 0 0,0 0 0 0 0,0-1 0 0 0,1 1 0 0 0,-1 0 0 0 0,1-1 0 0 0,-1 1 0 0 0,1 0-1 0 0,-1 0 1 0 0,1-1 0 0 0,0 3 0 0 0,-2 9 300 0 0,1-1 0 0 0,1 1 0 0 0,1 18 0 0 0,-1-19-309 0 0,1 20-665 0 0,2 0 0 0 0,13 60 0 0 0,-9-66-6523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0.5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109 52 3225 0 0,'-30'-3'3096'0'0,"-43"-12"1"0"0,73 15-3032 0 0,0 0-1 0 0,0 0 1 0 0,0 0-1 0 0,-1 0 1 0 0,1 0 0 0 0,0 0-1 0 0,0 0 1 0 0,0 0-1 0 0,-1 0 1 0 0,1 0 0 0 0,0 0-1 0 0,0 0 1 0 0,0 0-1 0 0,-1 0 1 0 0,1 0-1 0 0,0 0 1 0 0,0 0 0 0 0,0-1-1 0 0,-1 1 259 0 0,1 0-258 0 0,0 0-1 0 0,0-1 1 0 0,-1 1 0 0 0,1 0-1 0 0,0 0 1 0 0,0 0-1 0 0,0-1 1 0 0,0 1-1 0 0,0 0 1 0 0,0 0 0 0 0,0 0-1 0 0,0 0 1 0 0,0-1-1 0 0,0 1 1 0 0,0 0 0 0 0,0 0-1 0 0,0 0 1 0 0,0-1-1 0 0,0 1 1 0 0,0 0 0 0 0,0 0-1 0 0,0-1 1 0 0,10-6 1623 0 0,16-2-331 0 0,-3 4-777 0 0,0 2 1 0 0,1 1-1 0 0,-1 1 0 0 0,34 2 0 0 0,93 17-1295 0 0,-128-15 291 0 0,-7-1-815 0 0,-1 0-332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0.7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0 4145 0 0,'-16'2'516'0'0,"2"7"4837"0"0,9 8-273 0 0,6 1-5051 0 0,7 54 1158 0 0,6-1-3477 0 0,-8-48-2816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0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0 128 6449 0 0,'6'-8'531'0'0,"1"1"-1"0"0,-1 0 0 0 0,1 0 0 0 0,0 1 1 0 0,1 0-1 0 0,-1 0 0 0 0,1 0 0 0 0,13-6 0 0 0,73-31 4543 0 0,-88 41-5044 0 0,4-2-1217 0 0,0 0-1 0 0,1 1 0 0 0,17-4 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2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45 0 8610 0 0,'-1'0'313'0'0,"-1"0"0"0"0,0 0 1 0 0,1 1-1 0 0,-1-1 0 0 0,0 0 0 0 0,1 0 1 0 0,-1 1-1 0 0,0-1 0 0 0,1 1 0 0 0,-1 0 0 0 0,1-1 1 0 0,-1 1-1 0 0,1 0 0 0 0,-1 0 0 0 0,1 0 1 0 0,-1 0-1 0 0,1 0 0 0 0,0 0 0 0 0,0 0 1 0 0,-1 1-1 0 0,0 1 0 0 0,0 0-29 0 0,1 0 0 0 0,-1 0 0 0 0,1 0-1 0 0,0 1 1 0 0,0-1 0 0 0,0 0 0 0 0,0 0 0 0 0,1 1 0 0 0,-1-1 0 0 0,1 5-1 0 0,1 9-110 0 0,0-1-1 0 0,1 0 0 0 0,6 26 1 0 0,-6-35-174 0 0,23 75-1856 0 0,-17-60-2302 0 0,0 0-1559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6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1 132 6913 0 0,'0'-2'150'0'0,"0"0"-1"0"0,0 0 1 0 0,0-1 0 0 0,0 1-1 0 0,0 0 1 0 0,1-1-1 0 0,-1 1 1 0 0,1 0-1 0 0,-1 0 1 0 0,1 0-1 0 0,0 0 1 0 0,0-1-1 0 0,0 1 1 0 0,0 0-1 0 0,0 0 1 0 0,0 1-1 0 0,1-1 1 0 0,-1 0-1 0 0,1 0 1 0 0,-1 1-1 0 0,1-1 1 0 0,0 1-1 0 0,-1-1 1 0 0,1 1-1 0 0,0 0 1 0 0,0-1-1 0 0,4 0 1 0 0,7-6 952 0 0,0 2 1 0 0,1 0-1 0 0,14-5 1 0 0,-20 9-928 0 0,23-9 937 0 0,0 2-1 0 0,63-10 1 0 0,-67 16-1442 0 0,-1 1-1 0 0,1 2 1 0 0,0 0-1 0 0,28 5 1 0 0,-40-2-1027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9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1 920 0 0,'2'19'10279'0'0,"-4"42"-8251"0"0,1-19-628 0 0,0 18-374 0 0,0-14-1146 0 0,2 0 0 0 0,7 54 0 0 0,-3-73-5379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2.3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 5985 0 0,'13'-2'8856'0'0,"71"-6"-7918"0"0,-8 12-2283 0 0,-61-2 106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2.5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3 920 0 0,'-29'-2'9747'0'0,"29"2"-9470"0"0,-1 1-1 0 0,0 0 1 0 0,1 0-1 0 0,0-1 0 0 0,-1 1 1 0 0,1 0-1 0 0,-1 0 1 0 0,1 0-1 0 0,0-1 0 0 0,0 1 1 0 0,-1 0-1 0 0,1 0 1 0 0,0 0-1 0 0,0 0 0 0 0,0 0 1 0 0,0 0-1 0 0,0-1 1 0 0,0 1-1 0 0,0 1 0 0 0,6 136 5198 0 0,7-47-11817 0 0,-7-62-245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7.9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115 21 5121 0 0,'-33'-9'455'0'0,"26"7"424"0"0,0 0 1 0 0,0 0 0 0 0,-1 1-1 0 0,-13-1 1 0 0,11 1 757 0 0,9 0-1475 0 0,0 1-1 0 0,0 0 1 0 0,0 0 0 0 0,0-1 0 0 0,0 1 0 0 0,0 0 0 0 0,1 0 0 0 0,-1 0 0 0 0,0 0-1 0 0,0 0 1 0 0,0 1 0 0 0,0-1 0 0 0,-9 5 3969 0 0,14-4-4005 0 0,9 2 126 0 0,0 0 0 0 0,0-1 0 0 0,23 0 0 0 0,-20-1-46 0 0,1 1 0 0 0,26 5 0 0 0,-26-4-639 0 0,1 0 0 0 0,0-1 0 0 0,0-1 0 0 0,27-2 0 0 0,-12 0-3430 0 0,-23 1 2400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8.3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51 1 3225 0 0,'-31'10'1294'0'0,"11"-1"2329"0"0,38-12 887 0 0,26 3-2734 0 0,-31 0-1098 0 0,41 1 232 0 0,75-3-3470 0 0,-106 2-119 0 0,-13 0-1385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8.8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12 5065 0 0,'-21'-11'9989'0'0,"35"11"-8845"0"0,134 17-409 0 0,-85-8-4264 0 0,-48-7-1449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9.2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19 2304 0 0,'-3'0'3227'0'0,"72"-1"5715"0"0,36-5-7491 0 0,-57 4-1341 0 0,-7-4-2217 0 0,-26 3-2954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9.8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5 5065 0 0,'-27'6'9679'0'0,"36"-9"-7163"0"0,-4 2-2103 0 0,219-6 542 0 0,-188 7-2133 0 0,-17 0-5110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0.2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 13 4145 0 0,'-17'2'437'0'0,"-3"-1"2852"0"0,31-5 1377 0 0,-6 3-4064 0 0,-4 1-587 0 0,135-10 4707 0 0,-110 10-5238 0 0,-1 1 0 0 0,0 0 0 0 0,41 9 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0.7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22 3225 0 0,'-1'0'121'0'0,"1"0"0"0"0,0 0 0 0 0,-1 0 0 0 0,1 0 1 0 0,-1 0-1 0 0,1 0 0 0 0,0 0 0 0 0,-1-1 0 0 0,1 1 1 0 0,-1 0-1 0 0,1 0 0 0 0,0 0 0 0 0,-1 0 0 0 0,1 0 1 0 0,0-1-1 0 0,-1 1 0 0 0,1 0 0 0 0,0 0 0 0 0,-1 0 0 0 0,1-1 1 0 0,0 1-1 0 0,-1 0 0 0 0,1-1 0 0 0,0 1 0 0 0,0 0 1 0 0,-1-1-1 0 0,1 1 0 0 0,0 0 0 0 0,0-1 0 0 0,0 1 1 0 0,-1 0-1 0 0,1-1 0 0 0,0 1 0 0 0,0-1 0 0 0,0 1 0 0 0,0 0 1 0 0,0-1-1 0 0,15-6 3532 0 0,28 1-980 0 0,58 11-491 0 0,-51-2-3629 0 0,-35-2-3906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1.1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26 1376 0 0,'4'-2'9565'0'0,"35"-2"-6056"0"0,39-7-1103 0 0,-57 8-2655 0 0,0 0 0 0 0,0 1 0 0 0,-1 2 1 0 0,1 0-1 0 0,23 3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1.6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 5529 0 0,'7'-4'9125'0'0,"17"3"-8986"0"0,-13 1 615 0 0,160-3-1307 0 0,-147 0-710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2.0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 25 4145 0 0,'-15'1'10423'0'0,"21"-2"-9653"0"0,120-18 2631 0 0,-37 14-4143 0 0,-76 5-123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06.4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0 336 7834 0 0,'26'3'2654'0'0,"6"0"-1486"0"0,0-2 1 0 0,-1-1 0 0 0,1-2-1 0 0,-1-1 1 0 0,1-1 0 0 0,33-9 0 0 0,183-65 1297 0 0,-103 29-1502 0 0,-79 30-834 0 0,-2-4 0 0 0,-1-2-1 0 0,119-66 1 0 0,-158 72-1281 0 0,-51 7-7168 0 0,16 8 8134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06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47 5065 0 0,'8'-46'14187'0'0,"-16"65"-12775"0"0,2 5-1068 0 0,1 1-1 0 0,2 0 0 0 0,0 0 0 0 0,2 0 0 0 0,2 27 0 0 0,16 127-316 0 0,-14-151 63 0 0,1 6-78 0 0,1 0 1 0 0,2 0-1 0 0,1-1 1 0 0,1 1-1 0 0,2-2 1 0 0,1 0-1 0 0,2 0 1 0 0,1-1-1 0 0,31 46 1 0 0,-24-46-8 0 0,8 10 47 0 0,37 66-1 0 0,-61-95-42 0 0,1 1 1 0 0,-2 1-1 0 0,1-1 1 0 0,-2 1-1 0 0,0 0 1 0 0,-1 0-1 0 0,0 0 1 0 0,-1 0-1 0 0,0 29 1 0 0,-2-35-11 0 0,-1 0 0 0 0,0 0 1 0 0,0 0-1 0 0,-1-1 1 0 0,0 1-1 0 0,0 0 1 0 0,-1-1-1 0 0,0 0 0 0 0,0 0 1 0 0,-1 0-1 0 0,0 0 1 0 0,0 0-1 0 0,-9 10 1 0 0,7-8-307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10.5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272 61 3681 0 0,'-72'36'5744'0'0,"-84"58"1"0"0,153-92-5540 0 0,-1 0 95 0 0,1 1 0 0 0,-1-1-1 0 0,1 1 1 0 0,-1-1-1 0 0,1 1 1 0 0,0 0 0 0 0,0 1-1 0 0,0-1 1 0 0,0 0 0 0 0,1 1-1 0 0,-4 6 1 0 0,6-10-246 0 0,0 1 1 0 0,1-1-1 0 0,-1 1 0 0 0,0-1 1 0 0,0 1-1 0 0,1-1 1 0 0,-1 1-1 0 0,0-1 1 0 0,1 1-1 0 0,-1-1 1 0 0,0 1-1 0 0,1-1 0 0 0,-1 1 1 0 0,1-1-1 0 0,-1 1 1 0 0,1-1-1 0 0,-1 0 1 0 0,1 1-1 0 0,-1-1 0 0 0,1 0 1 0 0,-1 0-1 0 0,1 1 1 0 0,-1-1-1 0 0,1 0 1 0 0,0 0-1 0 0,-1 0 0 0 0,1 0 1 0 0,-1 0-1 0 0,1 0 1 0 0,0 0-1 0 0,-1 0 1 0 0,1 0-1 0 0,-1 0 1 0 0,1 0-1 0 0,0 0 0 0 0,0 0 1 0 0,26-1 458 0 0,-25 1-441 0 0,281-42 1094 0 0,-129 16-1065 0 0,110-24 200 0 0,69-9-69 0 0,-81 17-157 0 0,-249 41-251 0 0,-1 1 0 0 0,1-1 0 0 0,-1 0 0 0 0,1 0-1 0 0,-1 1 1 0 0,1-2 0 0 0,-1 1 0 0 0,0 0 0 0 0,1 0 0 0 0,-1-1 0 0 0,0 1 0 0 0,0-1-1 0 0,0 0 1 0 0,3-3 0 0 0,-3 2-695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38.7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76 1696 0 0,'-8'5'349'0'0,"5"-4"-58"0"0,1 1 1 0 0,0-1-1 0 0,-1 0 0 0 0,1 1 1 0 0,-1-1-1 0 0,0 0 0 0 0,1-1 0 0 0,-1 1 1 0 0,0 0-1 0 0,1-1 0 0 0,-1 1 1 0 0,-5-1-1 0 0,36 3 6110 0 0,5-9-3339 0 0,39-19-1941 0 0,-21 6 534 0 0,84-16-588 0 0,-76 24-8149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39.1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88 968 0 0,'0'-5'-65'0'0,"-2"-39"2506"0"0,2 41-1768 0 0,-1 0 0 0 0,-23-30 13053 0 0,23 34-13588 0 0,-4 14 2034 0 0,1 21-1933 0 0,3-35-45 0 0,1 2-176 0 0,-8 188 592 0 0,9-158-552 0 0,1 0 0 0 0,1 0-1 0 0,15 58 1 0 0,-11-63-31 0 0,-1 1 0 0 0,-2 0 1 0 0,0 1-1 0 0,-1 33 0 0 0,-2-49-1000 0 0,-1-8-84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39.6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43 5673 0 0,'-21'3'2626'0'0,"41"-5"217"0"0,42-13-245 0 0,-29 6-1624 0 0,-1 2 0 0 0,59-5 0 0 0,-54 11-578 0 0,49 5 0 0 0,-24 7-1682 0 0,-53-9 71 0 0,0 1-1 0 0,-1 0 0 0 0,0 0 0 0 0,12 7 0 0 0,-20-10 1189 0 0,0 1 1 0 0,1-1-1 0 0,-1 0 0 0 0,1 1 1 0 0,-1-1-1 0 0,0 0 0 0 0,1 1 1 0 0,-1-1-1 0 0,0 1 0 0 0,0-1 1 0 0,1 1-1 0 0,-1-1 0 0 0,0 0 1 0 0,0 1-1 0 0,1-1 0 0 0,-1 1 1 0 0,0-1-1 0 0,0 1 0 0 0,0-1 1 0 0,0 1-1 0 0,0-1 1 0 0,0 1-1 0 0,0-1 0 0 0,0 1 1 0 0,0-1-1 0 0,0 1 0 0 0,0-1 1 0 0,0 1-1 0 0,0-1 0 0 0,0 1 1 0 0,-1-1-1 0 0,1 1 0 0 0,0-1 1 0 0,0 1-1 0 0,-1-1 0 0 0,1 1 1 0 0,0-1-1 0 0,0 0 0 0 0,-1 1 1 0 0,1-1-1 0 0,0 1 1 0 0,-1-1-1 0 0,1 0 0 0 0,-1 1 1 0 0,1-1-1 0 0,0 0 0 0 0,-1 0 1 0 0,1 1-1 0 0,-1-1 0 0 0,1 0 1 0 0,-1 0-1 0 0,1 0 0 0 0,-1 1 1 0 0,1-1-1 0 0,-1 0 0 0 0,1 0 1 0 0,-1 0-1 0 0,-8 3 14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0.0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23 2304 0 0,'7'-23'8711'0'0,"-6"23"-8422"0"0,15 4 6363 0 0,-7 6-6692 0 0,-1 8 472 0 0,-1 0 0 0 0,-1 0 0 0 0,0 1 1 0 0,-1 0-1 0 0,-1 0 0 0 0,-1 0 0 0 0,1 35 0 0 0,9 46 320 0 0,-10-85-882 0 0,-2-8-246 0 0,0 0-1 0 0,1 1 1 0 0,0-1 0 0 0,1 0 0 0 0,5 11 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0.4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19 7834 0 0,'-11'8'1288'0'0,"11"-8"-1216"0"0,0 1-1 0 0,0-1 1 0 0,0 0-1 0 0,0 1 1 0 0,1-1-1 0 0,-1 1 1 0 0,0-1-1 0 0,0 1 1 0 0,0-1-1 0 0,0 0 1 0 0,1 1-1 0 0,-1-1 1 0 0,0 1-1 0 0,0-1 1 0 0,1 0-1 0 0,-1 1 1 0 0,0-1 0 0 0,0 0-1 0 0,1 1 1 0 0,-1-1-1 0 0,1 0 1 0 0,-1 0-1 0 0,0 1 1 0 0,1-1-1 0 0,-1 0 1 0 0,0 0-1 0 0,1 1 1 0 0,-1-1-1 0 0,1 0 1 0 0,-1 0-1 0 0,1 0 1 0 0,-1 0-1 0 0,1 0 1 0 0,-1 0-1 0 0,0 0 1 0 0,1 0-1 0 0,-1 0 1 0 0,1 0 0 0 0,-1 0-1 0 0,1 0 1 0 0,20 3 640 0 0,1 0 1 0 0,-1-2-1 0 0,0 0 0 0 0,1-2 1 0 0,26-3-1 0 0,112-25-1007 0 0,-147 26-247 0 0,28-4-2975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0.8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 0 6913 0 0,'-12'1'6938'0'0,"12"0"-6734"0"0,-4 16 2070 0 0,8 28-2416 0 0,-2-36 1207 0 0,6 58 262 0 0,21 130 1977 0 0,-28-192-3242 0 0,0 0 0 0 0,-1 0 0 0 0,0-1 0 0 0,0 1 0 0 0,0 0 0 0 0,0 0 0 0 0,-1 0 0 0 0,0 0 0 0 0,0-1 0 0 0,0 1 0 0 0,-1 0 0 0 0,0-1 0 0 0,-4 9 0 0 0,-4 13-1763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3.1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27 212 5273 0 0,'-27'-3'17329'0'0,"60"9"-17531"0"0,-29-4 260 0 0,1-1 0 0 0,-1 0 0 0 0,0 0-1 0 0,0 0 1 0 0,1-1 0 0 0,-1 1 0 0 0,1-1 0 0 0,-1 0-1 0 0,8-1 1 0 0,147-49 185 0 0,95 9-223 0 0,-53 11-24 0 0,-153 24 17 0 0,1 2 0 0 0,0 2 0 0 0,49 5 0 0 0,-36-1 5 0 0,70-7 0 0 0,-9-6-18 0 0,216-32 0 0 0,-270 32 31 0 0,0 4 1 0 0,110 3-1 0 0,-16 0 3 0 0,-42-4-711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3.8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147 52 5065 0 0,'-6'-5'595'0'0,"-1"0"0"0"0,1 0 0 0 0,-1 0 0 0 0,1 1 0 0 0,-13-6 0 0 0,13 7 193 0 0,0 1-1 0 0,1-1 0 0 0,-1 1 1 0 0,-1 0-1 0 0,1 1 0 0 0,0-1 1 0 0,0 1-1 0 0,-1 1 0 0 0,1-1 1 0 0,0 1-1 0 0,-1 0 0 0 0,-10 2 1 0 0,17-2-736 0 0,0 0 0 0 0,-1 0 0 0 0,1 0 0 0 0,0 0 0 0 0,0 0 1 0 0,0 0-1 0 0,-1 0 0 0 0,1 0 0 0 0,0 0 0 0 0,0 0 0 0 0,0 0 0 0 0,-1 1 1 0 0,1-1-1 0 0,0 0 0 0 0,0 0 0 0 0,0 0 0 0 0,0 0 0 0 0,-1 0 0 0 0,1 1 1 0 0,0-1-1 0 0,0 0 0 0 0,0 0 0 0 0,0 0 0 0 0,0 1 0 0 0,0-1 1 0 0,-1 0-1 0 0,1 0 0 0 0,0 0 0 0 0,0 1 0 0 0,0-1 0 0 0,0 0 0 0 0,0 0 1 0 0,0 0-1 0 0,0 1 0 0 0,0-1 0 0 0,0 0 0 0 0,0 0 0 0 0,0 1 0 0 0,0-1 1 0 0,0 0-1 0 0,0 0 0 0 0,0 0 0 0 0,1 1 0 0 0,-1-1 0 0 0,0 0 0 0 0,0 0 1 0 0,0 0-1 0 0,0 1 0 0 0,0-1 0 0 0,7 9 985 0 0,-6-9-1026 0 0,-1 0 156 0 0,4 3-90 0 0,28 18 276 0 0,2 2-274 0 0,71 34 0 0 0,-64-38-17 0 0,-27-11-16 0 0,0-1 0 0 0,1-1 0 0 0,0 0 0 0 0,1-1 0 0 0,-1 0 0 0 0,1-1 0 0 0,0-1 0 0 0,23 1 0 0 0,-30-7 341 0 0,-19 8 16 0 0,-3 6-303 0 0,0 0 1 0 0,0 0 0 0 0,1 2-1 0 0,1-1 1 0 0,-14 20-1 0 0,-6 6 35 0 0,-4 4 55 0 0,2 1-1 0 0,-39 68 1 0 0,60-92-178 0 0,-3 7 104 0 0,8-7-2784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0.9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27 3281 0 0,'-2'-9'4680'0'0,"2"9"-4588"0"0,-1 0 0 0 0,1 0-1 0 0,0 0 1 0 0,0 0 0 0 0,-1 0 0 0 0,15-9 5711 0 0,-8 7-5387 0 0,0 0-1 0 0,0 1 1 0 0,0 0 0 0 0,0 0-1 0 0,0 0 1 0 0,0 0 0 0 0,0 1-1 0 0,0 0 1 0 0,0 1 0 0 0,8 0-1 0 0,9 1 566 0 0,12-3-376 0 0,-23 0-751 0 0,-1 0 0 0 0,1 1 0 0 0,0 0 0 0 0,0 1 0 0 0,0 1 0 0 0,11 2 0 0 0,-22-4-70 0 0,0 1 1 0 0,-1-1 0 0 0,1 0-1 0 0,0 0 1 0 0,0 1 0 0 0,-1-1-1 0 0,1 0 1 0 0,0 1 0 0 0,0-1-1 0 0,-1 1 1 0 0,1-1 0 0 0,0 1-1 0 0,-1-1 1 0 0,1 1 0 0 0,-1-1-1 0 0,1 1 1 0 0,-1-1 0 0 0,1 1-1 0 0,-1 0 1 0 0,1 0 0 0 0,-1-1-1 0 0,1 1 1 0 0,-1 0 0 0 0,0-1-1 0 0,1 1 1 0 0,-1 0 0 0 0,0 0-1 0 0,0 0 1 0 0,0-1 0 0 0,0 1-1 0 0,0 0 1 0 0,0 0 0 0 0,0 1-1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2.5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 6913 0 0,'0'0'529'0'0,"33"-7"1868"0"0,-18 3-1015 0 0,0 1-1 0 0,1 1 0 0 0,-1 0 1 0 0,24 1-1 0 0,28 5-1583 0 0,-58-4-819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1.4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29 2961 0 0,'9'-1'1766'0'0,"1"0"-1"0"0,0-1 1 0 0,18-7 0 0 0,26-5 1912 0 0,-45 13-3477 0 0,0 1 1 0 0,1 0 0 0 0,-1 0-1 0 0,0 1 1 0 0,0 0 0 0 0,14 3-1 0 0,52 21-5927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1.9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43 4609 0 0,'0'0'353'0'0,"3"-2"272"0"0,1 0 0 0 0,-1 0 0 0 0,1 0 0 0 0,-1 1 0 0 0,1-1 0 0 0,0 1 0 0 0,4-1-1 0 0,-3 1 57 0 0,14-6 625 0 0,0 1 0 0 0,0 1-1 0 0,32-4 1 0 0,-42 8-1486 0 0,0 1 1 0 0,0 0-1 0 0,0 0 0 0 0,11 3 1 0 0,-15-2-394 0 0,1 0 0 0 0,-1 1 0 0 0,1-1 0 0 0,-1 2 0 0 0,1-1 0 0 0,-1 0 0 0 0,7 6 1 0 0,-3-1-3339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3.6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1144 10 3225 0 0,'41'-9'18700'0'0,"-230"42"-17317"0"0,57-8-1222 0 0,-359 29 43 0 0,300-38 240 0 0,130-7-479 0 0,39-5 43 0 0,-46 2-1 0 0,67-6 18 0 0,0 0 0 0 0,0-1-1 0 0,0 0 1 0 0,0 1 0 0 0,1-1 0 0 0,-1 1 0 0 0,0-1-1 0 0,0 0 1 0 0,1 0 0 0 0,-1 1 0 0 0,1-1-1 0 0,-1 0 1 0 0,0 0 0 0 0,1 0 0 0 0,-1 0 0 0 0,0-1-1 0 0,1 1-73 0 0,0-1 0 0 0,-1 1-1 0 0,0 0 1 0 0,1 0 0 0 0,-1 0-1 0 0,0 0 1 0 0,1 0 0 0 0,-1 0-1 0 0,0 0 1 0 0,0 0 0 0 0,0 0-1 0 0,0 0 1 0 0,0 1 0 0 0,0-1-1 0 0,0 0 1 0 0,0 1 0 0 0,0-1-1 0 0,-2 0 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4.5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204 36 456 0 0,'10'-3'1440'0'0,"0"0"1"0"0,-1 0-1 0 0,0-1 0 0 0,0 0 1 0 0,21-14 11234 0 0,-60 42-12281 0 0,10-7 23 0 0,0-1-1 0 0,-1-1 1 0 0,-26 14 0 0 0,13-8-276 0 0,14-9-118 0 0,9-5 17 0 0,0 0-1 0 0,1 0 1 0 0,0 1-1 0 0,-13 12 0 0 0,20-18-32 0 0,1 1 0 0 0,0 0-1 0 0,0 0 1 0 0,0 0-1 0 0,0 0 1 0 0,0 0-1 0 0,1 0 1 0 0,-1 0-1 0 0,1 0 1 0 0,0 1-1 0 0,0-1 1 0 0,0 1 0 0 0,0-1-1 0 0,1 1 1 0 0,0-1-1 0 0,-1 1 1 0 0,1-1-1 0 0,0 1 1 0 0,1-1-1 0 0,0 7 1 0 0,0-6 2 0 0,1 0 0 0 0,-1 1 1 0 0,1-1-1 0 0,0-1 0 0 0,0 1 0 0 0,0 0 1 0 0,0 0-1 0 0,1-1 0 0 0,0 1 0 0 0,-1-1 1 0 0,1 0-1 0 0,1 0 0 0 0,-1 0 0 0 0,0 0 1 0 0,1 0-1 0 0,3 2 0 0 0,10 5 79 0 0,0-1-1 0 0,26 10 0 0 0,3 3-10 0 0,9 13-42 0 0,-36-22 145 0 0,0-1 1 0 0,27 12-1 0 0,-39-21-91 0 0,0-1 0 0 0,1-1 1 0 0,-1 0-1 0 0,0 0 0 0 0,1 0 0 0 0,12-1 0 0 0,11 1-2743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1.0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8 186 11979 0 0,'-8'-185'8664'0'0,"10"209"-8143"0"0,0 0 0 0 0,1 0 0 0 0,10 35 0 0 0,26 74-630 0 0,-29-105 263 0 0,30 98-7 0 0,-5 1 0 0 0,19 140 0 0 0,-52-255-602 0 0,10 57 1088 0 0,-1-36-2611 0 0,7-6-4709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1.5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19 3225 0 0,'-2'-2'288'0'0,"-4"-14"5944"0"0,12 17-5847 0 0,0 1-1 0 0,0 0 1 0 0,-1 0 0 0 0,1 0 0 0 0,-1 1 0 0 0,1 0-1 0 0,8 6 1 0 0,1 0 259 0 0,33 20 1094 0 0,73 60 0 0 0,-8-6-390 0 0,-2-7-738 0 0,121 109 0 0 0,-229-183-621 0 0,1 1 39 0 0,0 1-1 0 0,0 0 0 0 0,0 0 1 0 0,0 0-1 0 0,-1 1 1 0 0,3 4-1 0 0,-5-8-3 0 0,-1 0-1 0 0,1 0 1 0 0,-1 0 0 0 0,0 0-1 0 0,0 0 1 0 0,1 0-1 0 0,-1-1 1 0 0,0 1 0 0 0,0 0-1 0 0,0 0 1 0 0,0 0 0 0 0,0 0-1 0 0,0 0 1 0 0,0 0-1 0 0,-1 0 1 0 0,1 0 0 0 0,0 0-1 0 0,0 0 1 0 0,-1 0-1 0 0,1 0 1 0 0,-1 0 0 0 0,1 0-1 0 0,-1 0 1 0 0,1-1 0 0 0,-1 1-1 0 0,1 0 1 0 0,-1 0-1 0 0,0-1 1 0 0,1 1 0 0 0,-1 0-1 0 0,0-1 1 0 0,0 1-1 0 0,0 0 1 0 0,1-1 0 0 0,-1 1-1 0 0,0-1 1 0 0,0 0 0 0 0,0 1-1 0 0,0-1 1 0 0,-1 1-1 0 0,-88 42 976 0 0,19-10-771 0 0,-83 54-1 0 0,81-38-385 0 0,-69 60 1 0 0,61-30-2434 0 0,79-77 2219 0 0,0 1 1 0 0,-1-1-1 0 0,1 1 0 0 0,0 0 1 0 0,1 0-1 0 0,-1 0 0 0 0,0 0 0 0 0,1 0 1 0 0,0 0-1 0 0,-2 5 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1.9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1 283 1376 0 0,'76'-35'6960'0'0,"32"1"-3585"0"0,118-22 0 0 0,116-4-68 0 0,-283 50-2523 0 0,563-38 2010 0 0,-209 26-2366 0 0,-354 14-323 0 0,-37 4-1916 0 0,39-2-1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2.5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1762 1 5065 0 0,'-10'3'4600'0'0,"-22"7"-1466"0"0,-258 12 3819 0 0,-144-18-4384 0 0,-94-28-2061 0 0,187 17-2820 0 0,222 8 1587 0 0,111-1-1211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3.1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23 139 3681 0 0,'-8'-35'2232'0'0,"-4"-26"1444"0"0,9 19 2080 0 0,5 182 5 0 0,19 192-4648 0 0,36 32-112 0 0,-5-187-1969 0 0,-35-134-2222 0 0,44 82 1 0 0,-47-102-3634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3.7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386 21 4609 0 0,'-28'17'2179'0'0,"21"-14"-1927"0"0,0 1 0 0 0,-1-2 0 0 0,1 1 0 0 0,-1-1 0 0 0,1 0 0 0 0,-1-1 0 0 0,0 0 0 0 0,0 0 0 0 0,0 0 0 0 0,0-1 0 0 0,-13-2-1 0 0,0-1 1536 0 0,1-2-1 0 0,-39-13 0 0 0,39 11-949 0 0,0 0-1 0 0,1 2 1 0 0,-39-6-1 0 0,38 11-4041 0 0,19 0 2994 0 0,0 0-1 0 0,1 0 1 0 0,-1 0 0 0 0,0 0-1 0 0,1 0 1 0 0,-1 0 0 0 0,1 0-1 0 0,-1 0 1 0 0,0 1 0 0 0,1-1-1 0 0,-1 0 1 0 0,0 0 0 0 0,1 0-1 0 0,-1 1 1 0 0,1-1 0 0 0,-1 0-1 0 0,1 1 1 0 0,-1-1-1 0 0,0 0 1 0 0,1 1 0 0 0,-2 1-635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4.0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3 1840 0 0,'-7'-2'12156'0'0,"77"245"-5142"0"0,6 137-5687 0 0,28 216-1163 0 0,-59-361-111 0 0,-36-168 83 0 0,-3 0 0 0 0,-2 71 0 0 0,1 23-281 0 0,-2-143-1941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4.4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96 241 656 0 0,'-9'0'384'0'0,"1"0"0"0"0,0 0-1 0 0,-1-1 1 0 0,1 0 0 0 0,0-1 0 0 0,0 1 0 0 0,0-2-1 0 0,-14-4 1 0 0,21 7-305 0 0,1-1 0 0 0,0 1 0 0 0,-1 0 0 0 0,1 0 0 0 0,0 0 0 0 0,-1 0 0 0 0,1 0 0 0 0,0-1 0 0 0,-1 1 0 0 0,1 0 0 0 0,0 0 0 0 0,0-1 0 0 0,-1 1 0 0 0,1 0 0 0 0,0 0 0 0 0,0-1 0 0 0,-1 1 0 0 0,1 0 0 0 0,0-1 0 0 0,0 1 0 0 0,0 0 0 0 0,-1-1 0 0 0,1 1 0 0 0,0 0 0 0 0,0-1 0 0 0,0 1 0 0 0,0 0 0 0 0,0-1-1 0 0,0 1 1 0 0,0 0 0 0 0,0-1 0 0 0,0 1 0 0 0,0-1 0 0 0,10-10 1476 0 0,21-5 49 0 0,-29 15-1436 0 0,55-22 1624 0 0,2 3 1 0 0,112-24-1 0 0,127-3 1608 0 0,-236 39-2663 0 0,122-15 1124 0 0,196 1-1 0 0,-341 24-1982 0 0,-38-2-66 0 0,0 0-1 0 0,0 0 1 0 0,0 0 0 0 0,1 0-1 0 0,-1 1 1 0 0,0-1 0 0 0,0 0-1 0 0,0 0 1 0 0,0 0-1 0 0,-1 1 1 0 0,1-1 0 0 0,0 1-1 0 0,0-1 1 0 0,0 1 0 0 0,0-1-1 0 0,0 1 1 0 0,0-1-1 0 0,-1 1 1 0 0,1 0 0 0 0,0-1-1 0 0,0 1 1 0 0,-1 0-1 0 0,1 0 1 0 0,0 0 0 0 0,-1-1-1 0 0,1 1 1 0 0,-1 0 0 0 0,0 0-1 0 0,1 0 1 0 0,-1 0-1 0 0,1 0 1 0 0,-1 0 0 0 0,0 1-1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4.7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74 4577 0 0,'104'-26'7358'0'0,"-93"22"-6761"0"0,104-30 4466 0 0,-99 30-6771 0 0,0 2-1 0 0,31-2 0 0 0,-29 5-3646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5.0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10594 0 0,'0'0'1134'0'0,"2"0"-890"0"0,0 1 0 0 0,0-1 0 0 0,0 1-1 0 0,0 0 1 0 0,0-1 0 0 0,0 1 0 0 0,0 0 0 0 0,-1 0 0 0 0,1 1 0 0 0,0-1 0 0 0,0 0 0 0 0,-1 0-1 0 0,1 1 1 0 0,-1-1 0 0 0,1 1 0 0 0,1 3 0 0 0,19 29 2805 0 0,-12-7-2499 0 0,0 0 1 0 0,-2 1-1 0 0,0 0 1 0 0,4 46-1 0 0,1-5-164 0 0,20 93 192 0 0,58 268 604 0 0,-67-301-927 0 0,-22-116-358 0 0,-1 0-1 0 0,-1 0 1 0 0,0 0 0 0 0,-1 0-1 0 0,0 0 1 0 0,-1 0 0 0 0,0 0 0 0 0,-5 12-1 0 0,2-15-1775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5.8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10 267 10594 0 0,'-10'-4'4368'0'0,"36"-6"-3069"0"0,43-8-514 0 0,461-56 1430 0 0,-358 61-1823 0 0,263-16 87 0 0,-118 18 29 0 0,808-14 377 0 0,398-17-3 0 0,-1449 38-917 0 0,-33 3-288 0 0,0-2 0 0 0,0-2 0 0 0,71-17 1 0 0,-96 16-4810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6.4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83 61 6449 0 0,'-45'-33'-370'0'0,"8"5"4076"0"0,43 41 438 0 0,5 37-2374 0 0,50 401 2125 0 0,-42-267-3637 0 0,50 206 0 0 0,76 110 146 0 0,22 94 287 0 0,-48-8 331 0 0,-99-486-812 0 0,24 196 865 0 0,-35-230-974 0 0,-8-53-369 0 0,0 1 0 0 0,0-1-1 0 0,-1 0 1 0 0,-1 0 0 0 0,0 0 0 0 0,-5 22-1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7.2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 6913 0 0,'0'-1'121'0'0,"0"1"-1"0"0,0-1 0 0 0,0 1 1 0 0,0-1-1 0 0,0 0 0 0 0,0 1 1 0 0,0-1-1 0 0,1 1 0 0 0,-1-1 1 0 0,0 1-1 0 0,0-1 0 0 0,1 1 1 0 0,-1 0-1 0 0,0-1 0 0 0,1 1 1 0 0,-1-1-1 0 0,0 1 0 0 0,1-1 0 0 0,-1 1 1 0 0,1 0-1 0 0,-1-1 0 0 0,0 1 1 0 0,1 0-1 0 0,-1 0 0 0 0,1-1 1 0 0,-1 1-1 0 0,1 0 0 0 0,-1 0 1 0 0,1 0-1 0 0,-1-1 0 0 0,1 1 1 0 0,0 0-1 0 0,-1 0 0 0 0,1 0 0 0 0,-1 0 1 0 0,1 0-1 0 0,-1 0 0 0 0,1 0 1 0 0,-1 0-1 0 0,2 0 0 0 0,0 0 196 0 0,0 0 0 0 0,0 0 0 0 0,0 0 0 0 0,0 0 0 0 0,0 0 0 0 0,0 0-1 0 0,0 0 1 0 0,0 0 0 0 0,0 1 0 0 0,0-1 0 0 0,0 1 0 0 0,3 1 0 0 0,0 2-7 0 0,0 1 1 0 0,0 0 0 0 0,-1-1-1 0 0,1 2 1 0 0,-1-1 0 0 0,-1 0-1 0 0,1 1 1 0 0,-1 0 0 0 0,0 0-1 0 0,3 6 1 0 0,22 68 770 0 0,-25-67-876 0 0,34 124 696 0 0,-32-111-2033 0 0,3 40-1 0 0,-8-61 300 0 0,0 1 1 0 0,0-1-1 0 0,0 1 0 0 0,-1-1 1 0 0,0 1-1 0 0,-2 6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7.5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132 193 3225 0 0,'2'-11'369'0'0,"1"0"0"0"0,0 0 0 0 0,1 0 1 0 0,0 1-1 0 0,1-1 0 0 0,0 1 0 0 0,1 0 1 0 0,0 0-1 0 0,0 1 0 0 0,1 0 0 0 0,0 0 1 0 0,1 0-1 0 0,12-10 0 0 0,-14 14-36 0 0,-1 0-1 0 0,1 1 1 0 0,0 0 0 0 0,0 0-1 0 0,1 1 1 0 0,-1-1-1 0 0,1 1 1 0 0,-1 1-1 0 0,1-1 1 0 0,8-1 0 0 0,-10 4-174 0 0,-1-1 1 0 0,1 1-1 0 0,0 0 0 0 0,-1 0 1 0 0,1 0-1 0 0,-1 0 1 0 0,1 1-1 0 0,-1 0 1 0 0,1 0-1 0 0,-1 0 1 0 0,0 1-1 0 0,1-1 1 0 0,-1 1-1 0 0,0 0 1 0 0,0 0-1 0 0,0 0 1 0 0,4 4-1 0 0,-6-4-133 0 0,1 0 1 0 0,0 0-1 0 0,-1 0 0 0 0,0 1 0 0 0,1-1 0 0 0,-1 1 1 0 0,0 0-1 0 0,0-1 0 0 0,-1 1 0 0 0,1 0 0 0 0,-1 0 1 0 0,1 0-1 0 0,-1 0 0 0 0,0 0 0 0 0,0 1 0 0 0,0-1 1 0 0,0 4-1 0 0,0-1-53 0 0,-1 0 0 0 0,0 0 0 0 0,0 0-1 0 0,-1 0 1 0 0,0-1 0 0 0,0 1 0 0 0,0 0 0 0 0,-1 0 0 0 0,-2 5 0 0 0,-1 3 71 0 0,-1-1 1 0 0,-1 0-1 0 0,0-1 0 0 0,-1 0 0 0 0,0 0 0 0 0,-1-1 1 0 0,-12 13-1 0 0,7-10 289 0 0,-1-1 0 0 0,0-1 0 0 0,-1-1 1 0 0,0 0-1 0 0,-1-1 0 0 0,-24 11 0 0 0,31-16-257 0 0,-1-1-1 0 0,-1 0 1 0 0,1-1-1 0 0,-1 0 1 0 0,1 0 0 0 0,-1-2-1 0 0,0 1 1 0 0,0-1-1 0 0,1-1 1 0 0,-1 0 0 0 0,-19-3-1 0 0,4-7-948 0 0,16 2-23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8.0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1 7370 0 0,'-5'0'12952'0'0,"11"12"-11054"0"0,-1 1-3942 0 0,27 60 2813 0 0,-18-44-932 0 0,-1 0 1 0 0,-2 1 0 0 0,-1 1-1 0 0,-1 0 1 0 0,5 35 0 0 0,-13-62-359 0 0,-1-1 0 0 0,0 1 0 0 0,0-1 0 0 0,0 1 0 0 0,0 0-1 0 0,0-1 1 0 0,-1 1 0 0 0,0-1 0 0 0,0 1 0 0 0,-2 6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8.2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1 176 3225 0 0,'1'-5'120'0'0,"-1"-1"1"0"0,2 1 0 0 0,-1-1-1 0 0,1 1 1 0 0,-1 0 0 0 0,1-1-1 0 0,1 1 1 0 0,-1 0-1 0 0,1 0 1 0 0,0 1 0 0 0,0-1-1 0 0,0 1 1 0 0,1-1 0 0 0,-1 1-1 0 0,1 0 1 0 0,0 0 0 0 0,1 0-1 0 0,-1 1 1 0 0,6-4-1 0 0,7-5 1138 0 0,1 2 0 0 0,-1-1 0 0 0,39-14 0 0 0,-44 21-575 0 0,0 0 1 0 0,0 0-1 0 0,1 1 0 0 0,0 1 1 0 0,-1 0-1 0 0,19 0 0 0 0,-27 2-438 0 0,1 1-1 0 0,0-1 0 0 0,0 1 0 0 0,0 0 1 0 0,0 0-1 0 0,0 0 0 0 0,-1 0 0 0 0,9 5 1 0 0,-10-5-171 0 0,-1 1 1 0 0,0-1-1 0 0,1 1 1 0 0,-1-1-1 0 0,0 1 1 0 0,0 0-1 0 0,-1 0 1 0 0,1 0-1 0 0,0 0 1 0 0,0 0-1 0 0,-1 1 1 0 0,0-1-1 0 0,1 0 1 0 0,-1 1-1 0 0,0-1 1 0 0,0 1 0 0 0,1 2-1 0 0,-1 1-38 0 0,-1 0-1 0 0,0 0 1 0 0,1 0-1 0 0,-2-1 1 0 0,1 1-1 0 0,-1 0 1 0 0,1 0-1 0 0,-2-1 1 0 0,1 1-1 0 0,-1-1 1 0 0,1 1-1 0 0,-2-1 1 0 0,1 1-1 0 0,-1-1 1 0 0,1 0-1 0 0,-1 0 1 0 0,-7 8-1 0 0,-2 3-57 0 0,-2 1 1 0 0,0-2-1 0 0,-24 22 0 0 0,12-15 43 0 0,-1-1 0 0 0,-1-1 0 0 0,-38 19 0 0 0,-2-8-6209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8.7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51 11 11058 0 0,'6'-11'5725'0'0,"-3"18"-2887"0"0,-2 14-2102 0 0,-1-20-757 0 0,-2 38 313 0 0,-2 0 0 0 0,-2 0-1 0 0,-11 42 1 0 0,6-34-462 0 0,-6 64 0 0 0,13-34-1917 0 0,5-42-4810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9.1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1 252 5065 0 0,'2'-4'201'0'0,"0"0"1"0"0,0 1-1 0 0,0-1 0 0 0,1 1 1 0 0,-1 0-1 0 0,1-1 0 0 0,0 1 1 0 0,0 0-1 0 0,0 1 0 0 0,0-1 1 0 0,1 0-1 0 0,-1 1 0 0 0,1 0 0 0 0,-1 0 1 0 0,1 0-1 0 0,0 0 0 0 0,0 1 1 0 0,0-1-1 0 0,0 1 0 0 0,0 0 1 0 0,7-1-1 0 0,-1 0 511 0 0,0 0 0 0 0,0 1 0 0 0,0 0 1 0 0,0 1-1 0 0,0 0 0 0 0,0 0 0 0 0,0 1 0 0 0,12 2 0 0 0,-15-1-419 0 0,-1 1-1 0 0,1-1 1 0 0,-1 1-1 0 0,0 0 1 0 0,0 0-1 0 0,0 1 0 0 0,0-1 1 0 0,0 1-1 0 0,-1 1 1 0 0,6 5-1 0 0,2 3 238 0 0,-1 2-1 0 0,13 20 1 0 0,-16-23-394 0 0,-1 1 1 0 0,2-1-1 0 0,0-1 1 0 0,20 19-1 0 0,-29-29-109 0 0,1 0 0 0 0,-1 1-1 0 0,0-1 1 0 0,1 0 0 0 0,-1 0-1 0 0,0 0 1 0 0,1-1 0 0 0,-1 1 0 0 0,1 0-1 0 0,-1 0 1 0 0,1-1 0 0 0,0 1-1 0 0,-1-1 1 0 0,1 0 0 0 0,0 1-1 0 0,-1-1 1 0 0,1 0 0 0 0,0 0 0 0 0,-1 0-1 0 0,1 0 1 0 0,0 0 0 0 0,-1 0-1 0 0,1-1 1 0 0,0 1 0 0 0,-1-1 0 0 0,1 1-1 0 0,1-1 1 0 0,0-1 33 0 0,-1 0 0 0 0,0 0 0 0 0,0 0 0 0 0,-1 0 1 0 0,1-1-1 0 0,0 1 0 0 0,-1-1 0 0 0,1 1 0 0 0,-1-1 0 0 0,0 1 0 0 0,1-1 0 0 0,-2 0 1 0 0,1 1-1 0 0,0-1 0 0 0,0-5 0 0 0,30-193 1069 0 0,-15 79-2603 0 0,-14 102-1544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9.6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97 6 10594 0 0,'-2'-1'217'0'0,"-1"0"0"0"0,0 0-1 0 0,0 1 1 0 0,0-1 0 0 0,0 0-1 0 0,1 1 1 0 0,-1 0 0 0 0,0 0-1 0 0,0 0 1 0 0,0 0 0 0 0,0 0-1 0 0,0 0 1 0 0,0 1 0 0 0,0-1 0 0 0,0 1-1 0 0,-4 2 1 0 0,5-2-22 0 0,0 1 1 0 0,0 0-1 0 0,0-1 1 0 0,0 1-1 0 0,0 0 1 0 0,0 0-1 0 0,1 0 1 0 0,-1 1-1 0 0,1-1 1 0 0,0 0-1 0 0,-1 0 1 0 0,1 1-1 0 0,0-1 0 0 0,0 1 1 0 0,0-1-1 0 0,1 1 1 0 0,-1 0-1 0 0,0 4 1 0 0,-3 27 456 0 0,2-1-1 0 0,1 1 1 0 0,5 54 0 0 0,1 22-1263 0 0,-6-92-505 0 0,0 1-1 0 0,-1 0 1 0 0,-8 31-1 0 0,6-34-4651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0:59.9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88 5529 0 0,'0'-2'164'0'0,"-1"0"0"0"0,1 0 0 0 0,0 0 0 0 0,0 0 0 0 0,0 0 0 0 0,0 0 0 0 0,1 0 0 0 0,-1 0 0 0 0,1 0 1 0 0,-1 0-1 0 0,1 0 0 0 0,-1 0 0 0 0,1 0 0 0 0,0 0 0 0 0,0 0 0 0 0,0 0 0 0 0,0 1 0 0 0,1-1 0 0 0,-1 0 0 0 0,0 1 0 0 0,1-1 0 0 0,-1 1 0 0 0,1-1 0 0 0,-1 1 0 0 0,1 0 0 0 0,-1-1 0 0 0,1 1 0 0 0,0 0 0 0 0,0 0 0 0 0,0 1 0 0 0,0-1 0 0 0,0 0 0 0 0,0 0 0 0 0,2 0 0 0 0,0 0 89 0 0,0 1 0 0 0,-1-1 0 0 0,1 0-1 0 0,0 1 1 0 0,0 0 0 0 0,-1 0-1 0 0,1 0 1 0 0,0 0 0 0 0,0 1 0 0 0,-1-1-1 0 0,1 1 1 0 0,0 0 0 0 0,-1 0-1 0 0,1 1 1 0 0,-1-1 0 0 0,1 1 0 0 0,-1-1-1 0 0,0 1 1 0 0,1 0 0 0 0,-1 0-1 0 0,4 4 1 0 0,9 7 257 0 0,-1 1-1 0 0,25 30 1 0 0,-13-14 46 0 0,16 10 630 0 0,58 43 0 0 0,-101-83-1152 0 0,0 1-1 0 0,0-1 1 0 0,0 0-1 0 0,1 0 0 0 0,-1 0 1 0 0,0 1-1 0 0,0-1 1 0 0,1 0-1 0 0,-1 0 1 0 0,0 0-1 0 0,0 1 1 0 0,1-1-1 0 0,-1 0 0 0 0,0 0 1 0 0,1 0-1 0 0,-1 0 1 0 0,0 0-1 0 0,0 0 1 0 0,1 0-1 0 0,-1 0 1 0 0,0 0-1 0 0,1 0 1 0 0,-1 0-1 0 0,0 0 0 0 0,1 0 1 0 0,-1 0-1 0 0,0 0 1 0 0,1 0-1 0 0,-1 0 1 0 0,0 0-1 0 0,1 0 1 0 0,-1 0-1 0 0,0-1 0 0 0,0 1 1 0 0,1 0-1 0 0,-1 0 1 0 0,0 0-1 0 0,0 0 1 0 0,1-1-1 0 0,2-15 625 0 0,-10-31-129 0 0,5 37-248 0 0,-11-59 652 0 0,1 2-1302 0 0,6 22-6239 0 0,6 24-1143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1.5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 17 9218 0 0,'-6'-16'6344'0'0,"13"30"-5309"0"0,-2 0 0 0 0,1 0 1 0 0,-2 0-1 0 0,5 26 0 0 0,6 17-306 0 0,10 10-192 0 0,49 91 0 0 0,-11-26-430 0 0,-57-117-138 0 0,0 0 0 0 0,-1 1 1 0 0,-1 0-1 0 0,0 0 1 0 0,1 16-1 0 0,-4-21-836 0 0,-1 0-1 0 0,0-1 0 0 0,0 1 1 0 0,-1-1-1 0 0,-3 12 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1.7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1 226 1840 0 0,'3'-9'292'0'0,"1"1"0"0"0,0-1 0 0 0,0 1 1 0 0,1 0-1 0 0,0 0 0 0 0,0 0 0 0 0,1 1 0 0 0,0 0 0 0 0,0 0 0 0 0,0 0 0 0 0,1 1 0 0 0,0 0 0 0 0,1 0 0 0 0,8-5 0 0 0,9-5 1387 0 0,1 1 0 0 0,1 1 0 0 0,31-11 0 0 0,25-5 945 0 0,-74 27-2551 0 0,0 1 0 0 0,1 0 1 0 0,-1 0-1 0 0,0 1 0 0 0,1 1 1 0 0,-1-1-1 0 0,12 2 0 0 0,-20-1-187 0 0,0 0 0 0 0,0 0-1 0 0,1 1 1 0 0,-1-1 0 0 0,0 0-1 0 0,0 1 1 0 0,1-1 0 0 0,-1 1-1 0 0,0-1 1 0 0,0 1 0 0 0,0 0-1 0 0,0 0 1 0 0,0-1-1 0 0,0 1 1 0 0,0 0 0 0 0,0 0-1 0 0,0 0 1 0 0,0 0 0 0 0,0 0-1 0 0,-1 0 1 0 0,1 0 0 0 0,0 0-1 0 0,-1 0 1 0 0,1 0 0 0 0,-1 1-1 0 0,1-1 1 0 0,0 2-1 0 0,1 12-1027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1.9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0 139 6913 0 0,'76'-44'3081'0'0,"-37"25"-3557"0"0,0 1 0 0 0,1 3 0 0 0,74-20 0 0 0,-74 27 476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2.2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132 1 5529 0 0,'-6'1'408'0'0,"1"0"-1"0"0,-1 0 0 0 0,0 1 1 0 0,1 0-1 0 0,0 0 1 0 0,-1 0-1 0 0,1 1 0 0 0,0 0 1 0 0,0 0-1 0 0,0 0 0 0 0,1 0 1 0 0,-1 1-1 0 0,1 0 1 0 0,0 0-1 0 0,-5 6 0 0 0,4-3-43 0 0,0 0 0 0 0,0 0 0 0 0,1 1 0 0 0,0 0 0 0 0,0 0 0 0 0,1 0 0 0 0,0 1 0 0 0,0-1 0 0 0,-2 14 0 0 0,3-12-170 0 0,1 0-1 0 0,0 0 1 0 0,0 1-1 0 0,1-1 1 0 0,0 0-1 0 0,1 0 1 0 0,0 1-1 0 0,1-1 1 0 0,0 0-1 0 0,0 0 1 0 0,1-1 0 0 0,1 1-1 0 0,-1 0 1 0 0,2-1-1 0 0,-1 0 1 0 0,1 0-1 0 0,12 16 1 0 0,-10-18-68 0 0,-1-1 1 0 0,1 0-1 0 0,1 0 1 0 0,-1-1-1 0 0,1 1 1 0 0,0-2-1 0 0,0 1 0 0 0,0-1 1 0 0,1 0-1 0 0,8 2 1 0 0,-14-5-107 0 0,-1 0-1 0 0,1-1 1 0 0,0 1 0 0 0,-1-1 0 0 0,1 1-1 0 0,-1-1 1 0 0,1 0 0 0 0,0 0 0 0 0,-1 0-1 0 0,1 0 1 0 0,0-1 0 0 0,-1 1 0 0 0,1-1 0 0 0,-1 1-1 0 0,1-1 1 0 0,0 0 0 0 0,-1 0 0 0 0,0 0-1 0 0,1 0 1 0 0,-1-1 0 0 0,0 1 0 0 0,1-1-1 0 0,-1 1 1 0 0,0-1 0 0 0,0 0 0 0 0,0 0-1 0 0,-1 1 1 0 0,1-2 0 0 0,0 1 0 0 0,-1 0-1 0 0,1 0 1 0 0,-1 0 0 0 0,0-1 0 0 0,0 1 0 0 0,0-1-1 0 0,0 1 1 0 0,0-1 0 0 0,1-3 0 0 0,0-4 32 0 0,0 0 1 0 0,-1-1 0 0 0,0 0 0 0 0,0 1-1 0 0,-1-1 1 0 0,0 0 0 0 0,-1 0 0 0 0,-1 1-1 0 0,1-1 1 0 0,-2 1 0 0 0,1-1 0 0 0,-7-14-1 0 0,-2-1-262 0 0,-1 0 0 0 0,0 1 0 0 0,-25-35 0 0 0,29 49-680 0 0,1 1-1 0 0,-1 1 1 0 0,-13-12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2.5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0 266 6913 0 0,'5'1'430'0'0,"0"-1"0"0"0,0 1-1 0 0,-1 0 1 0 0,1 0-1 0 0,0 1 1 0 0,-1-1 0 0 0,1 1-1 0 0,-1 0 1 0 0,1 1-1 0 0,-1-1 1 0 0,0 1 0 0 0,0-1-1 0 0,0 1 1 0 0,0 0-1 0 0,-1 1 1 0 0,1-1 0 0 0,-1 1-1 0 0,0-1 1 0 0,0 1-1 0 0,0 0 1 0 0,0 0-1 0 0,-1 0 1 0 0,1 1 0 0 0,-1-1-1 0 0,0 1 1 0 0,-1-1-1 0 0,1 1 1 0 0,-1-1 0 0 0,0 1-1 0 0,0 0 1 0 0,0 7-1 0 0,-14-38 1883 0 0,9 5-2236 0 0,1-1 0 0 0,1 1 1 0 0,1 0-1 0 0,1-1 1 0 0,0 1-1 0 0,2-1 0 0 0,5-26 1 0 0,-3 31-630 0 0,0-1 1 0 0,1 1-1 0 0,1 0 0 0 0,0 0 1 0 0,12-20-1 0 0,-2 13-6791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3.0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124 25 6913 0 0,'-36'-21'4412'0'0,"35"20"-4187"0"0,0 1 0 0 0,0-1 0 0 0,0 1 0 0 0,-1 0 0 0 0,1 0 0 0 0,0-1 0 0 0,0 1 0 0 0,0 0 0 0 0,-1 0 1 0 0,1 0-1 0 0,0 0 0 0 0,0 0 0 0 0,0 0 0 0 0,-1 0 0 0 0,1 1 0 0 0,0-1 0 0 0,0 0 0 0 0,0 1 1 0 0,0-1-1 0 0,0 1 0 0 0,-1-1 0 0 0,1 1 0 0 0,0 0 0 0 0,0-1 0 0 0,0 1 0 0 0,1 0 0 0 0,-1 0 1 0 0,0-1-1 0 0,0 1 0 0 0,0 0 0 0 0,0 1 0 0 0,-7 10-34 0 0,2-1 1 0 0,-1 2-1 0 0,2-1 0 0 0,0 0 1 0 0,0 1-1 0 0,1 0 0 0 0,0 0 1 0 0,1 0-1 0 0,1 1 0 0 0,0-1 1 0 0,1 24-1 0 0,1-30-185 0 0,0 0 1 0 0,1 0-1 0 0,0 1 1 0 0,0-1-1 0 0,1 0 0 0 0,0 0 1 0 0,0-1-1 0 0,0 1 1 0 0,1 0-1 0 0,0-1 0 0 0,1 1 1 0 0,-1-1-1 0 0,1 0 1 0 0,0 0-1 0 0,1-1 1 0 0,-1 1-1 0 0,1-1 0 0 0,0 0 1 0 0,1 0-1 0 0,-1 0 1 0 0,1-1-1 0 0,0 0 0 0 0,11 6 1 0 0,-15-9-63 0 0,0 0 1 0 0,0 0 0 0 0,0-1-1 0 0,0 1 1 0 0,1 0 0 0 0,-1-1-1 0 0,0 0 1 0 0,0 1 0 0 0,0-1-1 0 0,1 0 1 0 0,-1 0 0 0 0,0 0-1 0 0,0 0 1 0 0,1-1 0 0 0,-1 1-1 0 0,0-1 1 0 0,0 1 0 0 0,0-1-1 0 0,1 0 1 0 0,-1 0 0 0 0,0 0-1 0 0,0 0 1 0 0,0 0 0 0 0,-1 0-1 0 0,1 0 1 0 0,0-1 0 0 0,0 1-1 0 0,-1-1 1 0 0,1 1 0 0 0,0-1-1 0 0,-1 0 1 0 0,0 0 0 0 0,1 1-1 0 0,-1-1 1 0 0,0 0 0 0 0,1-3-1 0 0,5-8-155 0 0,0-1 1 0 0,-1-1-1 0 0,-1 1 0 0 0,5-19 0 0 0,-6 18 259 0 0,2-4-78 0 0,-4 9 23 0 0,1 1 0 0 0,0 0-1 0 0,0 0 1 0 0,1 0 0 0 0,0 1 0 0 0,6-11 0 0 0,-9 19 7 0 0,-1 0 0 0 0,0-1 0 0 0,1 1 0 0 0,-1 0 0 0 0,0 0 0 0 0,1-1 0 0 0,-1 1 0 0 0,0 0 0 0 0,1 0 0 0 0,-1-1 0 0 0,1 1 0 0 0,-1 0 0 0 0,0 0 0 0 0,1 0 0 0 0,-1 0 0 0 0,1-1 0 0 0,-1 1 0 0 0,1 0 0 0 0,-1 0 0 0 0,1 0 0 0 0,-1 0 0 0 0,0 0 0 0 0,1 0 0 0 0,-1 0 0 0 0,1 0 0 0 0,-1 1 0 0 0,1-1 0 0 0,-1 0 0 0 0,1 0 0 0 0,-1 0 0 0 0,0 0 0 0 0,1 1 0 0 0,-1-1 0 0 0,1 0 0 0 0,-1 0 0 0 0,0 1 0 0 0,1-1 0 0 0,-1 0 0 0 0,0 0 0 0 0,1 1 0 0 0,-1-1 0 0 0,0 0 0 0 0,0 1 0 0 0,1-1 0 0 0,-1 1 0 0 0,0-1 0 0 0,0 0 0 0 0,1 1 0 0 0,-1-1 0 0 0,0 1 0 0 0,0 0 0 0 0,15 29 0 0 0,-11-20 0 0 0,3 2 69 0 0,1-1 1 0 0,0 0-1 0 0,0 0 0 0 0,1-1 1 0 0,0 0-1 0 0,1-1 1 0 0,0 0-1 0 0,1-1 0 0 0,-1 0 1 0 0,16 9-1 0 0,-19-13-22 0 0,0 0 1 0 0,0-1-1 0 0,1 1 0 0 0,-1-2 0 0 0,1 1 0 0 0,-1-1 0 0 0,1 0 0 0 0,0 0 1 0 0,0-1-1 0 0,0 0 0 0 0,0-1 0 0 0,0 0 0 0 0,0 0 0 0 0,0 0 0 0 0,0-1 0 0 0,0-1 1 0 0,0 1-1 0 0,12-5 0 0 0,-18 5 23 0 0,1 0 0 0 0,0 0 0 0 0,0-1 1 0 0,0 0-1 0 0,-1 1 0 0 0,1-1 0 0 0,-1 0 1 0 0,0 0-1 0 0,1-1 0 0 0,-1 1 0 0 0,0 0 0 0 0,0-1 1 0 0,0 1-1 0 0,-1-1 0 0 0,1 0 0 0 0,-1 1 1 0 0,1-1-1 0 0,-1 0 0 0 0,0 0 0 0 0,0 0 0 0 0,0 0 1 0 0,0 0-1 0 0,0-6 0 0 0,-1 3-222 0 0,1 1-1 0 0,-1 0 1 0 0,-1-1 0 0 0,1 1-1 0 0,-2-9 1 0 0,-12-24-5608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3.4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367 22 4609 0 0,'-3'-3'327'0'0,"-1"1"0"0"0,0-1 1 0 0,0 1-1 0 0,0 0 0 0 0,0 0 0 0 0,0 1 1 0 0,0-1-1 0 0,0 1 0 0 0,-1 0 0 0 0,1 0 0 0 0,0 1 1 0 0,-1-1-1 0 0,1 1 0 0 0,-7 0 0 0 0,-3 0 545 0 0,0 1 0 0 0,0 0-1 0 0,-18 5 1 0 0,19-2-690 0 0,1 0-1 0 0,-1 1 1 0 0,1 0 0 0 0,0 1-1 0 0,0 1 1 0 0,1 0-1 0 0,0 0 1 0 0,0 1 0 0 0,1 1-1 0 0,0 0 1 0 0,0 0-1 0 0,-15 21 1 0 0,17-22-76 0 0,2 1 1 0 0,-1 0-1 0 0,1 0 1 0 0,1 1-1 0 0,0 0 0 0 0,0 0 1 0 0,1 0-1 0 0,0 1 1 0 0,1-1-1 0 0,0 1 1 0 0,1 0-1 0 0,0 0 0 0 0,0 0 1 0 0,1 0-1 0 0,1 21 1 0 0,1-28-194 0 0,-1-1-1 0 0,1 0 1 0 0,0 1 0 0 0,0-1 0 0 0,0 1 0 0 0,0-1 0 0 0,0 0 0 0 0,1 0-1 0 0,-1 0 1 0 0,1 0 0 0 0,0 0 0 0 0,0 0 0 0 0,0 0 0 0 0,1 0 0 0 0,-1-1 0 0 0,0 1-1 0 0,1-1 1 0 0,0 0 0 0 0,0 0 0 0 0,-1 0 0 0 0,1 0 0 0 0,1 0 0 0 0,-1 0 0 0 0,0-1-1 0 0,0 0 1 0 0,0 0 0 0 0,1 1 0 0 0,-1-2 0 0 0,1 1 0 0 0,-1 0 0 0 0,1-1-1 0 0,-1 0 1 0 0,1 1 0 0 0,-1-1 0 0 0,1-1 0 0 0,-1 1 0 0 0,1 0 0 0 0,-1-1 0 0 0,0 0-1 0 0,1 0 1 0 0,-1 0 0 0 0,0 0 0 0 0,1-1 0 0 0,3-1 0 0 0,6-4-69 0 0,0-1 0 0 0,0 0 0 0 0,-1-1 0 0 0,0 0 1 0 0,0-1-1 0 0,-1 0 0 0 0,-1-1 0 0 0,0 0 0 0 0,0-1 0 0 0,8-13 0 0 0,4-12 1508 0 0,-1 0-1 0 0,18-50 0 0 0,-36 82-1106 0 0,8-13 1374 0 0,-11 18-1558 0 0,0 0 0 0 0,0 0 1 0 0,0-1-1 0 0,1 1 0 0 0,-1 0 0 0 0,0 0 0 0 0,1 0 1 0 0,-1 0-1 0 0,0-1 0 0 0,0 1 0 0 0,1 0 0 0 0,-1 0 1 0 0,0 0-1 0 0,1 0 0 0 0,-1 0 0 0 0,0 0 0 0 0,1 0 1 0 0,-1 0-1 0 0,0 0 0 0 0,1 0 0 0 0,-1 0 0 0 0,0 0 1 0 0,1 0-1 0 0,-1 0 0 0 0,0 0 0 0 0,1 0 0 0 0,-1 0 1 0 0,0 1-1 0 0,0-1 0 0 0,1 0 0 0 0,1 2 87 0 0,0 0-1 0 0,-1 1 1 0 0,1-1-1 0 0,-1 0 1 0 0,1 1-1 0 0,-1-1 1 0 0,0 1-1 0 0,0-1 1 0 0,0 1-1 0 0,1 4 1 0 0,15 58 339 0 0,-13-46-741 0 0,1-1-1 0 0,0 0 1 0 0,13 29 0 0 0,-6-25-642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3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1 246 1840 0 0,'10'-4'919'0'0,"1"1"-1"0"0,0 0 0 0 0,0 0 1 0 0,0 1-1 0 0,1 1 0 0 0,-1 0 1 0 0,0 0-1 0 0,0 1 1 0 0,1 1-1 0 0,-1 0 0 0 0,0 0 1 0 0,15 5-1 0 0,-15-2 2249 0 0,-15-22-195 0 0,5 3-2576 0 0,0 0 1 0 0,1 0-1 0 0,1 0 1 0 0,0 1 0 0 0,1-1-1 0 0,10-24 1 0 0,-12 33-645 0 0,1-1 0 0 0,0 1 1 0 0,0 1-1 0 0,0-1 0 0 0,1 0 1 0 0,-1 1-1 0 0,1 0 0 0 0,1 0 1 0 0,-1 0-1 0 0,1 0 1 0 0,0 0-1 0 0,0 1 0 0 0,0 0 1 0 0,0 0-1 0 0,1 1 0 0 0,0 0 1 0 0,10-5-1 0 0,-12 7 242 0 0,0 0 0 0 0,0 1 1 0 0,1-1-1 0 0,-1 1 0 0 0,0 0 0 0 0,8 1 0 0 0,-11-1 3 0 0,7 2-57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4.22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260 511 3225 0 0,'-2'-3'328'0'0,"-2"0"0"0"0,1-1 0 0 0,0 2 0 0 0,-1-1 1 0 0,1 0-1 0 0,-1 1 0 0 0,0-1 0 0 0,0 1 0 0 0,0 0 0 0 0,0 0 1 0 0,0 1-1 0 0,0-1 0 0 0,0 1 0 0 0,-1 0 0 0 0,1 0 0 0 0,0 1 0 0 0,-1-1 1 0 0,1 1-1 0 0,-1 0 0 0 0,1 0 0 0 0,-1 0 0 0 0,1 1 0 0 0,0-1 1 0 0,-9 3-1 0 0,4 0 40 0 0,0-1 1 0 0,0 1-1 0 0,1 0 1 0 0,-1 1-1 0 0,1 0 0 0 0,0 1 1 0 0,0-1-1 0 0,0 2 1 0 0,0-1-1 0 0,1 1 1 0 0,-8 7-1 0 0,11-8-291 0 0,-1 1 0 0 0,1-1-1 0 0,0 1 1 0 0,0 0 0 0 0,0 0 0 0 0,1 0-1 0 0,0 1 1 0 0,0-1 0 0 0,1 1-1 0 0,0 0 1 0 0,0-1 0 0 0,0 1 0 0 0,1 0-1 0 0,0 0 1 0 0,0 0 0 0 0,1 8 0 0 0,0-10-118 0 0,1-1-1 0 0,0 1 1 0 0,0-1 0 0 0,0 0 0 0 0,0 1 0 0 0,1-1 0 0 0,-1 0-1 0 0,1 0 1 0 0,0 0 0 0 0,0 0 0 0 0,1 0 0 0 0,-1-1 0 0 0,1 1-1 0 0,0-1 1 0 0,0 1 0 0 0,0-1 0 0 0,0 0 0 0 0,1 0 0 0 0,-1 0 0 0 0,1-1-1 0 0,0 1 1 0 0,0-1 0 0 0,0 0 0 0 0,0 0 0 0 0,0 0 0 0 0,6 1-1 0 0,-2-1-142 0 0,0 0 0 0 0,-1 0-1 0 0,1-1 1 0 0,0 0 0 0 0,0-1-1 0 0,0 0 1 0 0,0 0 0 0 0,0-1-1 0 0,0 0 1 0 0,-1 0 0 0 0,1 0-1 0 0,0-1 1 0 0,-1-1 0 0 0,1 1-1 0 0,-1-1 1 0 0,0 0 0 0 0,0-1-1 0 0,0 0 1 0 0,0 0 0 0 0,0 0-1 0 0,6-7 1 0 0,-1 1-42 0 0,0 0 1 0 0,-1-1-1 0 0,0-1 0 0 0,-1 1 1 0 0,0-2-1 0 0,-1 1 0 0 0,-1-2 1 0 0,0 1-1 0 0,11-26 0 0 0,-2-9 349 0 0,-2 0 0 0 0,-2-1-1 0 0,-3-1 1 0 0,-1 0 0 0 0,3-85 0 0 0,-12 118 522 0 0,0-1 1 0 0,-1 0 0 0 0,-5-30 0 0 0,5 44-321 0 0,0 0 0 0 0,0-1-1 0 0,0 1 1 0 0,0-1 0 0 0,-1 1 0 0 0,0 0 0 0 0,0 0 0 0 0,0 0 0 0 0,0 0-1 0 0,-1 0 1 0 0,1 1 0 0 0,-1-1 0 0 0,0 1 0 0 0,0-1 0 0 0,-1 1 0 0 0,1 0 0 0 0,-1 0-1 0 0,1 1 1 0 0,-9-5 0 0 0,10 6-201 0 0,1 0 0 0 0,-1 0 0 0 0,0 1 0 0 0,0-1 0 0 0,0 1-1 0 0,1-1 1 0 0,-1 1 0 0 0,0 0 0 0 0,0 0 0 0 0,0 0 0 0 0,0 0 0 0 0,0 0 0 0 0,0 0 0 0 0,0 1-1 0 0,0-1 1 0 0,1 0 0 0 0,-1 1 0 0 0,0 0 0 0 0,0-1 0 0 0,-2 2 0 0 0,1 0-53 0 0,1 0 1 0 0,-1 0 0 0 0,1 0-1 0 0,0 0 1 0 0,0 1-1 0 0,0-1 1 0 0,0 1 0 0 0,0-1-1 0 0,0 1 1 0 0,1 0-1 0 0,-3 3 1 0 0,0 4-31 0 0,1-1-1 0 0,0 1 1 0 0,0-1-1 0 0,1 1 1 0 0,0 0-1 0 0,0 17 1 0 0,4 23 81 0 0,3-1 0 0 0,2 1 0 0 0,2-2 0 0 0,20 64 0 0 0,-12-47-44 0 0,35 119-301 0 0,-26-106-6270 0 0,-10-30-930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5.1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 3 5985 0 0,'3'-2'2245'0'0,"-3"2"-2212"0"0,7 8 2085 0 0,3 10 721 0 0,-5 5-1769 0 0,-1 0-1 0 0,-1 1 0 0 0,-2-1 1 0 0,0 0-1 0 0,-3 34 0 0 0,1-18-639 0 0,-15 190-387 0 0,-9-78-5608 0 0,23-143 5552 0 0,-1-4 13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5.5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0 172 1368 0 0,'2'-7'49'0'0,"1"0"-1"0"0,0 1 1 0 0,1 0-1 0 0,-1-1 1 0 0,9-10-1 0 0,-4 8 732 0 0,0 0-1 0 0,1 1 1 0 0,0 0-1 0 0,0 0 1 0 0,16-9-1 0 0,-8 7 634 0 0,1 0-1 0 0,0 2 0 0 0,0 0 0 0 0,1 1 1 0 0,28-7-1 0 0,-41 12-1046 0 0,0 1 0 0 0,0 0-1 0 0,0 0 1 0 0,0 1 0 0 0,0 0 0 0 0,0 0 0 0 0,0 0 0 0 0,10 3 0 0 0,-15-3-302 0 0,1 1 0 0 0,-1-1 1 0 0,1 1-1 0 0,0-1 1 0 0,-1 1-1 0 0,1 0 0 0 0,-1 0 1 0 0,0 0-1 0 0,1 0 0 0 0,-1 0 1 0 0,0 0-1 0 0,0 0 1 0 0,1 0-1 0 0,-1 0 0 0 0,0 0 1 0 0,0 1-1 0 0,0-1 0 0 0,0 1 1 0 0,-1-1-1 0 0,1 0 1 0 0,0 1-1 0 0,0 0 0 0 0,-1-1 1 0 0,1 1-1 0 0,-1-1 1 0 0,0 1-1 0 0,1 0 0 0 0,-1-1 1 0 0,0 1-1 0 0,0 0 0 0 0,0-1 1 0 0,0 1-1 0 0,0 0 1 0 0,-1-1-1 0 0,0 4 0 0 0,-2 9 54 0 0,0 0 0 0 0,-2-1 0 0 0,0 1 0 0 0,0-1 0 0 0,-13 22 0 0 0,11-23-118 0 0,0 2 0 0 0,1-1 0 0 0,1 1-1 0 0,0-1 1 0 0,-5 23 0 0 0,10-33-19 0 0,-1 0 0 0 0,1-1 0 0 0,0 1 1 0 0,0 0-1 0 0,0 0 0 0 0,0-1 0 0 0,0 1 0 0 0,1 0 0 0 0,-1 0 0 0 0,1-1 0 0 0,-1 1 0 0 0,1-1 0 0 0,0 1 1 0 0,0 0-1 0 0,0-1 0 0 0,1 1 0 0 0,-1-1 0 0 0,1 0 0 0 0,-1 0 0 0 0,1 1 0 0 0,2 1 0 0 0,2 1-50 0 0,0-1 0 0 0,0 0 1 0 0,0 0-1 0 0,0-1 0 0 0,1 0 0 0 0,8 4 0 0 0,-10-6 89 0 0,-1 0-1 0 0,1 1 1 0 0,-1 0 0 0 0,0 0 0 0 0,1 0-1 0 0,-1 1 1 0 0,0-1 0 0 0,0 1-1 0 0,-1 0 1 0 0,1 0 0 0 0,0 0 0 0 0,-1 1-1 0 0,0-1 1 0 0,0 1 0 0 0,0 0 0 0 0,4 6-1 0 0,-6-6 10 0 0,-1-1 0 0 0,1 0 0 0 0,-1 0 0 0 0,0 1 0 0 0,0-1 0 0 0,0 0 0 0 0,0 1 0 0 0,-1-1 0 0 0,1 0 0 0 0,-1 1 0 0 0,0-1 0 0 0,0 0-1 0 0,0 0 1 0 0,0 0 0 0 0,-1 0 0 0 0,1 0 0 0 0,-1 0 0 0 0,0 0 0 0 0,0 0 0 0 0,0-1 0 0 0,-4 5 0 0 0,-6 7 81 0 0,-1-1 1 0 0,-23 18-1 0 0,32-28-117 0 0,-30 24-1620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5.7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8754 0 0,'3'3'404'0'0,"1"0"1"0"0,-1 0-1 0 0,0 0 1 0 0,0 0-1 0 0,0 1 0 0 0,0-1 1 0 0,0 1-1 0 0,-1-1 1 0 0,1 1-1 0 0,-1 0 0 0 0,0 0 1 0 0,-1 0-1 0 0,1 0 1 0 0,-1 1-1 0 0,1-1 1 0 0,-1 0-1 0 0,0 1 0 0 0,0 7 1 0 0,1 4 196 0 0,-1-1 0 0 0,0 1 0 0 0,-1-1 0 0 0,-2 20 0 0 0,-5 4-1547 0 0,5-32-30 0 0,1-1 1 0 0,-1 1 0 0 0,-1 0-1 0 0,1-1 1 0 0,-1 0-1 0 0,-6 11 1 0 0,6-16 916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5.8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0 180 4145 0 0,'2'-53'-544'0'0,"-1"33"3151"0"0,2 0-1 0 0,0 0 1 0 0,1 1 0 0 0,7-23-1 0 0,-5 37-2192 0 0,0 12-454 0 0,7 28-545 0 0,-3-10 622 0 0,4-4-37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6.2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145 6 7834 0 0,'-1'-1'154'0'0,"0"1"0"0"0,0-1 0 0 0,0 0 0 0 0,0 1 0 0 0,0-1 0 0 0,0 1 0 0 0,0 0 0 0 0,0-1 0 0 0,0 1 0 0 0,0 0 1 0 0,-1-1-1 0 0,1 1 0 0 0,0 0 0 0 0,0 0 0 0 0,0 0 0 0 0,0 0 0 0 0,-1 0 0 0 0,1 0 0 0 0,0 1 0 0 0,0-1 0 0 0,0 0 0 0 0,-2 1 0 0 0,0 0 141 0 0,1 1-1 0 0,-1-1 0 0 0,0 1 0 0 0,1 0 0 0 0,-1 0 1 0 0,1 0-1 0 0,-1 0 0 0 0,-2 4 0 0 0,-4 5 731 0 0,0 1 0 0 0,-14 24 0 0 0,21-31-831 0 0,-7 10 130 0 0,1 0 0 0 0,1 0 0 0 0,0 1 0 0 0,-5 19 0 0 0,11-30-305 0 0,-1-1-1 0 0,1 0 1 0 0,1 1 0 0 0,-1-1-1 0 0,1 1 1 0 0,-1-1 0 0 0,1 1-1 0 0,0-1 1 0 0,1 1-1 0 0,-1-1 1 0 0,1 1 0 0 0,0-1-1 0 0,0 1 1 0 0,1-1 0 0 0,-1 0-1 0 0,1 0 1 0 0,0 1 0 0 0,0-1-1 0 0,0-1 1 0 0,0 1-1 0 0,4 4 1 0 0,-5-7-56 0 0,-1 0 0 0 0,1 0 1 0 0,0-1-1 0 0,0 1 0 0 0,0 0 0 0 0,0 0 0 0 0,0-1 0 0 0,0 1 1 0 0,0 0-1 0 0,1-1 0 0 0,-1 1 0 0 0,0-1 0 0 0,0 1 0 0 0,0-1 0 0 0,0 0 1 0 0,1 0-1 0 0,-1 1 0 0 0,0-1 0 0 0,0 0 0 0 0,1 0 0 0 0,-1 0 1 0 0,2 0-1 0 0,0-1-25 0 0,-1 0 0 0 0,1 0 1 0 0,-1 0-1 0 0,0 0 0 0 0,1 0 1 0 0,-1 0-1 0 0,0-1 0 0 0,1 1 0 0 0,-1-1 1 0 0,2-2-1 0 0,6-5-132 0 0,-1-1 0 0 0,-1 0 0 0 0,11-17 1 0 0,-14 21 150 0 0,15-26 8 0 0,-14 21 330 0 0,0 1-1 0 0,1 1 1 0 0,0-1-1 0 0,0 1 1 0 0,1 0-1 0 0,17-15 1 0 0,-24 24-233 0 0,0-1-1 0 0,1 0 1 0 0,-1 1 0 0 0,1-1 0 0 0,-1 1 0 0 0,1-1 0 0 0,-1 1 0 0 0,1 0 0 0 0,-1-1-1 0 0,1 1 1 0 0,-1 0 0 0 0,1 0 0 0 0,-1 0 0 0 0,1 0 0 0 0,-1 1 0 0 0,1-1 0 0 0,-1 0-1 0 0,1 0 1 0 0,-1 1 0 0 0,1-1 0 0 0,-1 1 0 0 0,1 0 0 0 0,-1-1 0 0 0,0 1 0 0 0,1 0-1 0 0,-1 0 1 0 0,0 0 0 0 0,0 0 0 0 0,1 0 0 0 0,-1 0 0 0 0,0 0 0 0 0,0 0-1 0 0,0 0 1 0 0,1 3 0 0 0,6 6-92 0 0,-1 0-1 0 0,-1 0 0 0 0,8 16 1 0 0,-7-13-85 0 0,-1-3-474 0 0,1 1 0 0 0,0 0 0 0 0,11 11 0 0 0,-1-4-298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6.5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246 84 2304 0 0,'-3'-5'492'0'0,"1"-1"0"0"0,-1 1 0 0 0,0 0 0 0 0,0 1-1 0 0,0-1 1 0 0,0 0 0 0 0,-1 1 0 0 0,0 0 0 0 0,0 0-1 0 0,0 0 1 0 0,-1 0 0 0 0,1 1 0 0 0,-1-1-1 0 0,0 1 1 0 0,0 1 0 0 0,0-1 0 0 0,0 0 0 0 0,0 1-1 0 0,-1 0 1 0 0,1 1 0 0 0,-1-1 0 0 0,0 1-1 0 0,1 0 1 0 0,-1 0 0 0 0,0 1 0 0 0,1 0 0 0 0,-1 0-1 0 0,0 0 1 0 0,1 0 0 0 0,-1 1 0 0 0,-11 3 0 0 0,11-2-262 0 0,0 0 0 0 0,0 1 0 0 0,0 0 0 0 0,0 0 0 0 0,0 0 0 0 0,0 1 0 0 0,1 0 0 0 0,0 0 0 0 0,0 0 0 0 0,0 1 0 0 0,-5 5 0 0 0,8-8-190 0 0,1 0 0 0 0,0 0 1 0 0,-1 0-1 0 0,1-1 0 0 0,0 1 0 0 0,0 0 0 0 0,0 0 1 0 0,0 1-1 0 0,1-1 0 0 0,-1 0 0 0 0,1 0 1 0 0,-1 0-1 0 0,1 0 0 0 0,0 1 0 0 0,-1-1 1 0 0,1 0-1 0 0,1 0 0 0 0,-1 3 0 0 0,1-1-14 0 0,0 0 0 0 0,0 1 0 0 0,0-1 0 0 0,1 0 0 0 0,0 0 0 0 0,0 0 1 0 0,0 0-1 0 0,4 6 0 0 0,6 5-57 0 0,0-1 1 0 0,1-1-1 0 0,20 18 1 0 0,-22-21 48 0 0,7 5-26 0 0,29 30-96 0 0,-44-42 79 0 0,0 0 0 0 0,-1 1 0 0 0,1-1 0 0 0,0 1 0 0 0,-1 0 0 0 0,0 0 0 0 0,0 0 0 0 0,0 0 0 0 0,-1 0 0 0 0,1 0 0 0 0,0 6 0 0 0,-2-8-8 0 0,0 0 0 0 0,0 1 0 0 0,0-1 0 0 0,0 0 0 0 0,-1 0 1 0 0,1 1-1 0 0,-1-1 0 0 0,0 0 0 0 0,1 0 0 0 0,-1 0 0 0 0,0 0 1 0 0,0 0-1 0 0,0 0 0 0 0,-1 0 0 0 0,1 0 0 0 0,0-1 0 0 0,-1 1 1 0 0,-2 2-1 0 0,0 0-358 0 0,0 0 0 0 0,-1 0 0 0 0,0 0 0 0 0,0-1 0 0 0,0 0 0 0 0,-5 3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6.77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1 250 2761 0 0,'17'-4'646'0'0,"0"0"0"0"0,0-1 0 0 0,0-1 0 0 0,-1 0 0 0 0,0-2 0 0 0,0 1 0 0 0,-1-2 0 0 0,0 0 0 0 0,0-1 1 0 0,-1 0-1 0 0,0-2 0 0 0,-1 1 0 0 0,0-2 0 0 0,-1 1 0 0 0,-1-2 0 0 0,12-15 0 0 0,-22 27-550 0 0,0 1-1 0 0,0-1 1 0 0,0 0-1 0 0,0 0 1 0 0,0 0-1 0 0,0 0 1 0 0,0 0-1 0 0,-1 0 1 0 0,1 0-1 0 0,0 0 1 0 0,-1 0-1 0 0,0 0 1 0 0,0-1-1 0 0,0 1 1 0 0,0 0-1 0 0,0 0 1 0 0,0 0-1 0 0,0 0 1 0 0,0 0-1 0 0,-1 0 0 0 0,1-1 1 0 0,-2-1-1 0 0,0 2 30 0 0,1 0 0 0 0,-1 0 0 0 0,1 0 0 0 0,-1 0-1 0 0,0 0 1 0 0,0 1 0 0 0,0-1 0 0 0,0 1-1 0 0,0-1 1 0 0,0 1 0 0 0,-1 0 0 0 0,1 0 0 0 0,0 0-1 0 0,-1 0 1 0 0,1 0 0 0 0,-3 0 0 0 0,-4-1 118 0 0,0 0 0 0 0,0 1 0 0 0,1 0 0 0 0,-1 1 0 0 0,0 0 0 0 0,0 0 0 0 0,0 1 0 0 0,0 0 0 0 0,-15 4 0 0 0,19-3-179 0 0,0 0 0 0 0,1 0 0 0 0,-1 0 0 0 0,1 1 0 0 0,0-1 0 0 0,-1 1 0 0 0,1 0 0 0 0,0 1 0 0 0,1-1 0 0 0,-1 0 1 0 0,1 1-1 0 0,-1 0 0 0 0,1 0 0 0 0,-5 8 0 0 0,7-10-61 0 0,0 1 0 0 0,0-1 0 0 0,0 0 1 0 0,1 0-1 0 0,-1 1 0 0 0,0-1 1 0 0,1 0-1 0 0,0 1 0 0 0,-1-1 1 0 0,1 0-1 0 0,0 1 0 0 0,0-1 0 0 0,1 1 1 0 0,-1-1-1 0 0,0 0 0 0 0,1 1 1 0 0,-1-1-1 0 0,1 0 0 0 0,0 1 0 0 0,0-1 1 0 0,0 0-1 0 0,0 0 0 0 0,0 0 1 0 0,0 0-1 0 0,1 0 0 0 0,-1 0 1 0 0,1 0-1 0 0,-1 0 0 0 0,1-1 0 0 0,0 1 1 0 0,0-1-1 0 0,0 1 0 0 0,2 1 1 0 0,4 3-95 0 0,1-1 0 0 0,1 0 0 0 0,-1 0 0 0 0,1-1 1 0 0,-1 0-1 0 0,1 0 0 0 0,0-1 0 0 0,12 2 0 0 0,32 3-1920 0 0,-2-3-3680 0 0,-20-3 64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7.2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55 583 1928 0 0,'80'-35'91'0'0,"-63"24"619"0"0,-1-1-1 0 0,1 0 1 0 0,-2-1-1 0 0,0-1 1 0 0,-1 0-1 0 0,15-20 0 0 0,-15 11 1878 0 0,-14 23-2459 0 0,0 0 1 0 0,0-1-1 0 0,0 1 0 0 0,0-1 1 0 0,0 1-1 0 0,0 0 1 0 0,0-1-1 0 0,0 1 0 0 0,0-1 1 0 0,0 1-1 0 0,0-1 1 0 0,0 1-1 0 0,0 0 0 0 0,0-1 1 0 0,0 1-1 0 0,0-1 1 0 0,-1 1-1 0 0,1 0 0 0 0,0-1 1 0 0,0 1-1 0 0,-1 0 1 0 0,1-1-1 0 0,0 1 0 0 0,0 0 1 0 0,-1-1-1 0 0,1 1 0 0 0,0 0 1 0 0,-1 0-1 0 0,1-1 1 0 0,-1 1-1 0 0,-2-1 318 0 0,0 0 0 0 0,0 1 0 0 0,0-1 0 0 0,-1 1 1 0 0,1 0-1 0 0,0 0 0 0 0,0 0 0 0 0,0 1 0 0 0,-1-1 0 0 0,1 1 0 0 0,-5 1 0 0 0,-7 2-77 0 0,0 0 0 0 0,1 1 0 0 0,-1 1 0 0 0,1 1 0 0 0,0 0 0 0 0,1 1 0 0 0,-20 14 0 0 0,25-16-341 0 0,0 0 0 0 0,1 0 0 0 0,0 1 0 0 0,0 0 0 0 0,0 1 0 0 0,1-1 0 0 0,0 1 0 0 0,1 0 0 0 0,-1 1 0 0 0,2-1 0 0 0,-1 1 0 0 0,-6 18 0 0 0,10-22-62 0 0,0-1 0 0 0,1 1 0 0 0,-1 0-1 0 0,1 0 1 0 0,0 0 0 0 0,0 0 0 0 0,0 0 0 0 0,0 0 0 0 0,1 0 0 0 0,0 0 0 0 0,0-1 0 0 0,1 1 0 0 0,-1 0 0 0 0,1-1 0 0 0,0 1 0 0 0,0-1 0 0 0,1 1 0 0 0,-1-1 0 0 0,1 0-1 0 0,0 0 1 0 0,0 0 0 0 0,0-1 0 0 0,0 1 0 0 0,8 5 0 0 0,-7-6-209 0 0,0 0-1 0 0,0 0 1 0 0,0-1-1 0 0,0 0 1 0 0,0 0-1 0 0,0 0 1 0 0,1 0-1 0 0,-1-1 1 0 0,1 0-1 0 0,0 0 1 0 0,-1 0-1 0 0,1 0 1 0 0,0-1-1 0 0,-1 1 0 0 0,1-1 1 0 0,0 0-1 0 0,0-1 1 0 0,-1 1-1 0 0,1-1 1 0 0,0 0-1 0 0,-1 0 1 0 0,1-1-1 0 0,-1 1 1 0 0,1-1-1 0 0,6-4 1 0 0,0-1-337 0 0,-1-1 1 0 0,1 0-1 0 0,-1 0 1 0 0,-1-1-1 0 0,0-1 1 0 0,0 1-1 0 0,-1-1 0 0 0,0-1 1 0 0,-1 0-1 0 0,0 0 1 0 0,0 0-1 0 0,-1-1 1 0 0,-1 0-1 0 0,7-22 0 0 0,2-13 548 0 0,-3 0-1 0 0,9-78 1 0 0,-18 107 380 0 0,12-118 2086 0 0,-13 115-1412 0 0,-1 1 0 0 0,-1-1 0 0 0,-1 0 0 0 0,-6-31 0 0 0,8 50-838 0 0,-1 1-1 0 0,1 0 0 0 0,0-1 1 0 0,0 1-1 0 0,-1-1 1 0 0,1 1-1 0 0,0 0 1 0 0,-1-1-1 0 0,0 1 1 0 0,1 0-1 0 0,-1-1 1 0 0,0 1-1 0 0,0 0 1 0 0,1 0-1 0 0,-1 0 1 0 0,0 0-1 0 0,0 0 1 0 0,0 0-1 0 0,0 0 1 0 0,0 0-1 0 0,-1 0 1 0 0,1 0-1 0 0,0 1 1 0 0,0-1-1 0 0,-1 0 1 0 0,1 1-1 0 0,0-1 1 0 0,-1 1-1 0 0,1-1 1 0 0,0 1-1 0 0,-3-1 0 0 0,3 2-74 0 0,-1 0-1 0 0,1-1 0 0 0,-1 1 1 0 0,1 0-1 0 0,-1 0 0 0 0,1 0 0 0 0,-1 0 1 0 0,1 0-1 0 0,0 0 0 0 0,0 0 1 0 0,0 1-1 0 0,-1-1 0 0 0,1 0 1 0 0,0 1-1 0 0,0-1 0 0 0,1 1 0 0 0,-1-1 1 0 0,0 1-1 0 0,1-1 0 0 0,-1 1 1 0 0,0 0-1 0 0,1-1 0 0 0,0 1 0 0 0,-1 0 1 0 0,1-1-1 0 0,0 3 0 0 0,-2 12-41 0 0,1 1 0 0 0,0-1-1 0 0,1 1 1 0 0,1-1 0 0 0,1 1-1 0 0,0-1 1 0 0,5 17 0 0 0,38 114 192 0 0,-35-116-181 0 0,109 285-2141 0 0,-103-280-5756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7.3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11058 0 0,'3'6'985'0'0,"-2"-5"-793"0"0,5 8 3208 0 0,-3-6-2183 0 0,0 2-137 0 0,3-1-24 0 0,-1 2-8 0 0,1-1 1 0 0,0-1-1049 0 0,-3-1-201 0 0,0 0-47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8.5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175 216 5985 0 0,'-23'1'880'0'0,"-1"1"0"0"0,-42 10-1 0 0,5 0 2420 0 0,132-10 389 0 0,421-39 41 0 0,-270 21-2908 0 0,60-9 120 0 0,163-21 222 0 0,-199 23-882 0 0,133-4-153 0 0,-162 13-36 0 0,-83 8 8 0 0,-69 5-1 0 0,0-3 1 0 0,114-23 0 0 0,-172 26-82 0 0,-5 1-5 0 0,1-1 0 0 0,-1 1 0 0 0,1-1 0 0 0,-1 0 0 0 0,0 0 0 0 0,1 0-1 0 0,-1 0 1 0 0,0 0 0 0 0,0 0 0 0 0,3-2 0 0 0,-7 1-107 0 0,2 2 98 0 0,1 0 0 0 0,-1 0 1 0 0,0 0-1 0 0,0 0 0 0 0,0-1 1 0 0,0 1-1 0 0,0 0 0 0 0,0 0 1 0 0,-1 0-1 0 0,1 0 1 0 0,0-1-1 0 0,0 1 0 0 0,0 0 1 0 0,0 0-1 0 0,0 0 0 0 0,0 0 1 0 0,0-1-1 0 0,0 1 0 0 0,0 0 1 0 0,0 0-1 0 0,0 0 0 0 0,-1 0 1 0 0,1 0-1 0 0,0 0 1 0 0,0-1-1 0 0,0 1 0 0 0,0 0 1 0 0,0 0-1 0 0,0 0 0 0 0,-1 0 1 0 0,1 0-1 0 0,0 0 0 0 0,0 0 1 0 0,0 0-1 0 0,0 0 0 0 0,-1 0 1 0 0,1 0-1 0 0,0 0 1 0 0,0 0-1 0 0,0 0 0 0 0,0 0 1 0 0,-1 0-1 0 0,1 0 0 0 0,0 0 1 0 0,0 0-1 0 0,0 0 0 0 0,0 0 1 0 0,-1 0-1 0 0,1 0 0 0 0,0 0 1 0 0,0 0-1 0 0,0 0 1 0 0,0 0-1 0 0,0 0 0 0 0,-1 0 1 0 0,1 1-1 0 0,0-1 0 0 0,0 0 1 0 0,93 518 279 0 0,-31-190-387 0 0,-37-185 110 0 0,40 212 175 0 0,-57-319-20 0 0,2 0 0 0 0,2 0-1 0 0,0-2 1 0 0,3 1-1 0 0,1-2 1 0 0,27 43-1 0 0,-43-75-161 0 0,1 0 0 0 0,0 0 0 0 0,-1 0 0 0 0,1 0 0 0 0,-1 0 0 0 0,1 0 0 0 0,-1 0 0 0 0,0 0 0 0 0,1 0 0 0 0,-1 0 0 0 0,0 0 0 0 0,0 0 0 0 0,0 0 0 0 0,0 0 0 0 0,0 0 0 0 0,0 0 0 0 0,0 0 0 0 0,0 0 0 0 0,0 1 0 0 0,0-1 0 0 0,-1 0 0 0 0,1 0 0 0 0,0 0 0 0 0,-1 0 0 0 0,1 0 0 0 0,-1 0 0 0 0,0 1 0 0 0,-11-23-880 0 0,8 14 472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41:08.95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36 25 7370 0 0,'-35'-6'14354'0'0,"53"7"-13772"0"0,-13 1-531 0 0,1-1 1 0 0,-1 1-1 0 0,0 0 0 0 0,0 0 0 0 0,1 1 1 0 0,-1-1-1 0 0,-1 1 0 0 0,1 0 1 0 0,0 0-1 0 0,-1 1 0 0 0,1 0 0 0 0,-1-1 1 0 0,0 2-1 0 0,0-1 0 0 0,4 7 0 0 0,3 4-52 0 0,-1 1-1 0 0,0 0 0 0 0,8 20 1 0 0,-2 0 166 0 0,5 8-145 0 0,36 60 0 0 0,-50-92-17 0 0,2 0 0 0 0,-1-1 1 0 0,1-1-1 0 0,0 1 0 0 0,1-2 1 0 0,1 1-1 0 0,-1-1 1 0 0,2-1-1 0 0,20 13 0 0 0,-30-19-1 0 0,1-1 0 0 0,0 0-1 0 0,0 0 1 0 0,0 0 0 0 0,0 0-1 0 0,0 0 1 0 0,0-1 0 0 0,0 1-1 0 0,0-1 1 0 0,0 0 0 0 0,0 0 0 0 0,0 0-1 0 0,0 0 1 0 0,0 0 0 0 0,0-1-1 0 0,0 1 1 0 0,0-1 0 0 0,0 0-1 0 0,0 0 1 0 0,0 0 0 0 0,0-1-1 0 0,-1 1 1 0 0,1 0 0 0 0,0-1-1 0 0,-1 0 1 0 0,5-3 0 0 0,3-4 179 0 0,-1-1 1 0 0,0 0-1 0 0,0-1 0 0 0,13-21 1 0 0,-8 11 56 0 0,12-14 170 0 0,-1-2 0 0 0,-3-1 1 0 0,0 0-1 0 0,16-46 0 0 0,-34 72-738 0 0,-1 1 0 0 0,-1-1 1 0 0,2-22-1 0 0,2-10-626 0 0,-6 44 932 0 0,0 0 0 0 0,0-1 0 0 0,0 1 0 0 0,0 0 0 0 0,0 0 1 0 0,0-1-1 0 0,0 1 0 0 0,0 0 0 0 0,0 0 0 0 0,0-1 1 0 0,0 1-1 0 0,0 0 0 0 0,0 0 0 0 0,0-1 0 0 0,1 1 0 0 0,-1 0 1 0 0,0 0-1 0 0,0-1 0 0 0,0 1 0 0 0,0 0 0 0 0,1 0 1 0 0,-1 0-1 0 0,0-1 0 0 0,0 1 0 0 0,1 0 0 0 0,-1 0 0 0 0,0 0 1 0 0,0 0-1 0 0,1 0 0 0 0,-1 0 0 0 0,0-1 0 0 0,0 1 0 0 0,1 0 1 0 0,-1 0-1 0 0,0 0 0 0 0,0 0 0 0 0,1 0 0 0 0,-1 0 1 0 0,0 0-1 0 0,1 0 0 0 0,-1 0 0 0 0,0 0 0 0 0,0 0 0 0 0,1 0 1 0 0,-1 1-1 0 0,0-1 0 0 0,0 0 0 0 0,1 0 0 0 0,-1 0 1 0 0,0 0-1 0 0,0 0 0 0 0,1 0 0 0 0,-1 1 0 0 0,0-1 0 0 0,0 0 1 0 0,1 0-1 0 0,-1 0 0 0 0,0 1 0 0 0,0-1 0 0 0,0 0 1 0 0,0 0-1 0 0,1 1 0 0 0,-1-1 0 0 0,0 0 0 0 0,7 7-65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2.1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54 116 8754 0 0,'-6'-8'572'0'0,"0"-1"-1"0"0,1 0 1 0 0,0 0 0 0 0,1-1 0 0 0,0 1-1 0 0,0-1 1 0 0,1 0 0 0 0,0 0 0 0 0,-1-11-1 0 0,2 11 65 0 0,0 9-324 0 0,-1 9-276 0 0,1 11-185 0 0,3 407-924 0 0,2-283 1083 0 0,8 73 279 0 0,9 0-1 0 0,59 262 1 0 0,89 543 3318 0 0,-160-866-3454 0 0,-13-91-2744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2.8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0 478 6913 0 0,'0'-1'131'0'0,"1"1"-1"0"0,-1-1 0 0 0,1 0 0 0 0,0 1 0 0 0,-1-1 0 0 0,1 0 0 0 0,-1 1 1 0 0,1-1-1 0 0,0 1 0 0 0,-1 0 0 0 0,1-1 0 0 0,0 1 0 0 0,0-1 0 0 0,-1 1 0 0 0,1 0 1 0 0,0 0-1 0 0,0-1 0 0 0,-1 1 0 0 0,1 0 0 0 0,0 0 0 0 0,0 0 0 0 0,1 0 0 0 0,31-9-194 0 0,29-2 202 0 0,1 3 0 0 0,78 0 0 0 0,15-1 402 0 0,134-18 790 0 0,196-22 851 0 0,352-50-54 0 0,1390-109-1128 0 0,-245 167 1602 0 0,-1573 67-2598 0 0,-238 3-5801 0 0,-128-20-327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3.7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5981 1 12443 0 0,'1'21'769'0'0,"1"0"0"0"0,1 0 0 0 0,1-1 0 0 0,1 1 0 0 0,7 21 0 0 0,45 98 689 0 0,-27-77-1280 0 0,1 2-164 0 0,45 133 0 0 0,68 537-56 0 0,-69-288 31 0 0,-45-254-258 0 0,5 209 0 0 0,-10-79 55 0 0,-17-259 753 0 0,3-1-1 0 0,2-1 1 0 0,3 0 0 0 0,3-1 0 0 0,45 100 0 0 0,-52-137-516 0 0,-1 0 1 0 0,-2 1-1 0 0,0 0 1 0 0,-2 0 0 0 0,0 1-1 0 0,2 28 1 0 0,-8-54-53 0 0,-1 1-1 0 0,0 1 1 0 0,0-1 0 0 0,0 0-1 0 0,0 0 1 0 0,1 0 0 0 0,-1 0 0 0 0,0 0-1 0 0,-1 0 1 0 0,1 0 0 0 0,0 0-1 0 0,0 0 1 0 0,0 0 0 0 0,-1 0-1 0 0,1 0 1 0 0,0 0 0 0 0,-1 0 0 0 0,1 0-1 0 0,-1 0 1 0 0,1-1 0 0 0,-1 1-1 0 0,1 0 1 0 0,-1 0 0 0 0,0 0-1 0 0,0-1 1 0 0,1 1 0 0 0,-1 0 0 0 0,-2 1-1 0 0,1-2-20 0 0,-1 1 1 0 0,0 0-1 0 0,-1-1 0 0 0,1 0 0 0 0,0 0 0 0 0,0 0 0 0 0,0 0 1 0 0,-4-1-1 0 0,-6 0-74 0 0,-169 1-58 0 0,-22-2 308 0 0,-244-44-1508 0 0,-141-7 192 0 0,552 52 1167 0 0,-577-9-353 0 0,310 13-356 0 0,-655 16-67 0 0,3 53 2309 0 0,6-11 368 0 0,566-46-165 0 0,-208 44-1617 0 0,528-45-740 0 0,-109 41 0 0 0,20-5-302 0 0,123-45 130 0 0,17-6-3932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4.7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1 6449 0 0,'-4'5'5094'0'0,"4"-5"-4990"0"0,1 18 995 0 0,7 20-882 0 0,-3-24 27 0 0,0-1 0 0 0,2 0-1 0 0,8 14 1 0 0,14 28 1239 0 0,-20-28-1006 0 0,0 1 0 0 0,-2 0 0 0 0,-1 0 0 0 0,3 40 0 0 0,-1 118 100 0 0,-7-134-452 0 0,109 1733 70 0 0,-43-1133 1794 0 0,-54-578-1523 0 0,3 0-1 0 0,3-1 1 0 0,32 78-1 0 0,-15-31-374 0 0,-34-115-1661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6.0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 33 5985 0 0,'-23'-32'12404'0'0,"26"40"-10219"0"0,3 5-2308 0 0,10 33 566 0 0,-1 2-1 0 0,-2 0 1 0 0,-3 0-1 0 0,7 76 1 0 0,12 60-1505 0 0,-22-156-131 0 0,0-1 1 0 0,2 1-1 0 0,1-1 1 0 0,20 36-1 0 0,-27-55-195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6.3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31 320 1840 0 0,'-3'-25'258'0'0,"-4"-72"3151"0"0,7 86-3003 0 0,0-1 0 0 0,1 1 0 0 0,0-1 0 0 0,1 1 1 0 0,0 0-1 0 0,5-13 0 0 0,-4 18-293 0 0,0 0 0 0 0,0 0 0 0 0,1 1 0 0 0,0-1 0 0 0,0 1 1 0 0,1 0-1 0 0,-1 0 0 0 0,1 1 0 0 0,0-1 0 0 0,0 1 0 0 0,1 0 0 0 0,-1 0 0 0 0,1 1 1 0 0,0-1-1 0 0,0 1 0 0 0,0 1 0 0 0,0-1 0 0 0,9-2 0 0 0,3 0 18 0 0,0 0 0 0 0,0 2-1 0 0,1-1 1 0 0,-1 2 0 0 0,26 0 0 0 0,-21 2 174 0 0,1 1 1 0 0,-1 1 0 0 0,30 7 0 0 0,-47-8-290 0 0,-1 0 0 0 0,1 1 0 0 0,0-1 0 0 0,-1 1 0 0 0,1 1 1 0 0,-1-1-1 0 0,1 1 0 0 0,-1 0 0 0 0,0 0 0 0 0,0 0 0 0 0,-1 1 0 0 0,1 0 1 0 0,-1 0-1 0 0,0 0 0 0 0,0 0 0 0 0,0 1 0 0 0,0 0 0 0 0,4 7 0 0 0,-7-9 21 0 0,0 1 0 0 0,0 0 0 0 0,-1-1 0 0 0,1 1 0 0 0,-1 0 0 0 0,0-1 0 0 0,0 1 0 0 0,0 0 0 0 0,0-1-1 0 0,-1 1 1 0 0,1 0 0 0 0,-1-1 0 0 0,0 1 0 0 0,0-1 0 0 0,-1 1 0 0 0,1-1 0 0 0,-1 0 0 0 0,1 1 0 0 0,-1-1-1 0 0,0 0 1 0 0,0 0 0 0 0,-1 0 0 0 0,-2 3 0 0 0,-6 8 205 0 0,-1-2 0 0 0,-1 1 0 0 0,-20 15 0 0 0,17-16-122 0 0,-1 0-1 0 0,-1-1 1 0 0,0-1 0 0 0,0 0-1 0 0,-1-1 1 0 0,0-1 0 0 0,-40 10-1 0 0,43-14-233 0 0,0-2 1 0 0,0 1-1 0 0,0-2 0 0 0,-1 0 0 0 0,1-1 0 0 0,0-1 0 0 0,0 0 0 0 0,0-1 0 0 0,0-1 0 0 0,-27-8 0 0 0,31 7-5071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7.0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57 3225 0 0,'0'-5'859'0'0,"-1"0"131"0"0,1-1-1 0 0,0 0 1 0 0,1 0 0 0 0,0 1-1 0 0,-1-1 1 0 0,2 1 0 0 0,1-7-1 0 0,2 41 2672 0 0,0-3-3320 0 0,-3-12-261 0 0,31 261 1506 0 0,-28-215-2538 0 0,-4 0 0 0 0,-9 96-1 0 0,-4-97-4886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7.3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19 206 3681 0 0,'-19'-9'5449'0'0,"28"16"-3942"0"0,23 20-776 0 0,-2 1 1 0 0,-1 2-1 0 0,-1 1 0 0 0,27 38 0 0 0,-52-66-706 0 0,18 24 39 0 0,2-1 0 0 0,1-1-1 0 0,28 23 1 0 0,-40-38-64 0 0,-1-1 0 0 0,2-1 0 0 0,-1 0-1 0 0,1-1 1 0 0,0 0 0 0 0,1-1 0 0 0,0-1 0 0 0,-1 0-1 0 0,28 5 1 0 0,-39-9 52 0 0,1 0 0 0 0,0-1-1 0 0,0 1 1 0 0,0-1 0 0 0,-1 0 0 0 0,1 0-1 0 0,0 0 1 0 0,0 0 0 0 0,0-1 0 0 0,0 1-1 0 0,-1-1 1 0 0,1 1 0 0 0,0-1 0 0 0,-1 0-1 0 0,1 0 1 0 0,0 0 0 0 0,-1-1 0 0 0,1 1-1 0 0,-1-1 1 0 0,4-2 0 0 0,-4 2 104 0 0,0-1 0 0 0,-1 0 1 0 0,1 0-1 0 0,0 0 0 0 0,-1 0 0 0 0,0-1 0 0 0,1 1 0 0 0,-1 0 1 0 0,-1 0-1 0 0,1-1 0 0 0,0 1 0 0 0,-1-1 0 0 0,0 1 1 0 0,0 0-1 0 0,0-1 0 0 0,0-4 0 0 0,-15-148 3291 0 0,0 7-2813 0 0,3 17-578 0 0,2 76-6297 0 0,4 27-734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1.5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73 2761 0 0,'0'0'47'0'0,"0"0"0"0"0,-1 0 0 0 0,1 0 1 0 0,0-1-1 0 0,0 1 0 0 0,0 0 0 0 0,0 0 1 0 0,0 0-1 0 0,-1 0 0 0 0,1 0 142 0 0,0 0-142 0 0,0-1 1 0 0,0 1-1 0 0,0 0 0 0 0,0 0 0 0 0,0 0 1 0 0,-1 0-1 0 0,1 0 0 0 0,0 0 0 0 0,0-1 1 0 0,0 1-1 0 0,0 0 0 0 0,0 0 0 0 0,0 0 1 0 0,0 0-1 0 0,0 0 0 0 0,0-1 0 0 0,0 1 1 0 0,0 0-1 0 0,0 0 0 0 0,0 0 0 0 0,0 0 1 0 0,0 0-1 0 0,0-1 0 0 0,0 1 0 0 0,0 0 1 0 0,0 0-1 0 0,0 0 0 0 0,1 0 0 0 0,-1 0 1 0 0,0-1-1 0 0,0 1 0 0 0,0 0 142 0 0,0 0-142 0 0,1 0 1 0 0,10-7 1295 0 0,12-3 22 0 0,-23 10-1363 0 0,41-12 1064 0 0,1 1 0 0 0,1 2 0 0 0,57-5-1 0 0,-50 11-2896 0 0,55 3-1 0 0,-48 4-5089 0 0,-52-3 6442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1.8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143 1 2761 0 0,'-11'1'683'0'0,"-1"0"-1"0"0,0 0 1 0 0,1 2 0 0 0,-1-1 0 0 0,-21 9 0 0 0,30-9-444 0 0,0-1 0 0 0,0 1 0 0 0,0 0 0 0 0,0 0 0 0 0,0 0 0 0 0,0 0 0 0 0,0 1 0 0 0,1-1 0 0 0,-1 1 0 0 0,1 0 0 0 0,0 0 0 0 0,-1 0 1 0 0,1 0-1 0 0,1 0 0 0 0,-1 0 0 0 0,0 0 0 0 0,1 0 0 0 0,0 1 0 0 0,0-1 0 0 0,0 1 0 0 0,0-1 0 0 0,0 1 0 0 0,0 5 0 0 0,0 14 154 0 0,1 0 0 0 0,0 0 0 0 0,2 0 0 0 0,5 25-1 0 0,26 91-635 0 0,-31-128 114 0 0,7 22-263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1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69 7370 0 0,'0'0'62'0'0,"0"1"1"0"0,-1-1 0 0 0,1 0 0 0 0,0 0 0 0 0,0 0 0 0 0,-1 0 0 0 0,1 0 0 0 0,0 0 0 0 0,-1 0-1 0 0,1 0 1 0 0,0 0 0 0 0,0 1 0 0 0,-1-1 0 0 0,1 0 0 0 0,0 0 0 0 0,-1-1 0 0 0,1 1-1 0 0,0 0 1 0 0,0 0 0 0 0,-1 0 0 0 0,1 0 0 0 0,0 0 0 0 0,-1 0 0 0 0,1 0 0 0 0,0 0-1 0 0,0 0 1 0 0,-1-1 0 0 0,1 1 0 0 0,0 0 0 0 0,0 0 0 0 0,-1 0 0 0 0,1-1 0 0 0,0 1 0 0 0,0 0-1 0 0,0 0 1 0 0,-1 0 0 0 0,1-1 0 0 0,0 1 0 0 0,0 0 0 0 0,0 0 0 0 0,0-1 0 0 0,0 1-1 0 0,0 0 1 0 0,-1-1 0 0 0,1 1 0 0 0,0 0 0 0 0,0 0 0 0 0,0-1 0 0 0,0 1 0 0 0,0 0 0 0 0,0-1-1 0 0,0 1 1 0 0,16-15 2401 0 0,30-10 133 0 0,-32 20-2482 0 0,1 0 0 0 0,0 1 0 0 0,0 1 1 0 0,0 1-1 0 0,1 0 0 0 0,-1 1 0 0 0,18 0 0 0 0,2 3-1604 0 0,0 2 1 0 0,35 7 0 0 0,-48-6-3057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4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 45 3225 0 0,'-6'-2'643'0'0,"0"0"0"0"0,1 0 0 0 0,0-1 1 0 0,-1 0-1 0 0,1 0 0 0 0,0 0 1 0 0,1 0-1 0 0,-7-6 0 0 0,-9-6 3831 0 0,20 15-4341 0 0,-1 1 1 0 0,1-1-1 0 0,0 0 0 0 0,0 1 0 0 0,-1-1 0 0 0,1 0 1 0 0,0 1-1 0 0,0-1 0 0 0,-1 1 0 0 0,1-1 0 0 0,0 0 1 0 0,0 1-1 0 0,0-1 0 0 0,0 1 0 0 0,0-1 0 0 0,0 1 1 0 0,0-1-1 0 0,0 1 0 0 0,0-1 0 0 0,0 0 0 0 0,0 1 0 0 0,0-1 1 0 0,0 1-1 0 0,0-1 0 0 0,0 1 0 0 0,0-1 0 0 0,0 0 1 0 0,0 1-1 0 0,1-1 0 0 0,-1 1 0 0 0,0-1 0 0 0,1 1 1 0 0,3 25 166 0 0,-3-23-67 0 0,26 124 570 0 0,-6-42-7008 0 0,-12-53 600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7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80 90 1376 0 0,'-6'0'143'0'0,"0"0"-1"0"0,0 0 1 0 0,0 0 0 0 0,0-1-1 0 0,0 0 1 0 0,0 0-1 0 0,0 0 1 0 0,-7-3 0 0 0,12 3-8 0 0,0 1 0 0 0,0-1 0 0 0,0 1 1 0 0,0-1-1 0 0,-1 0 0 0 0,1 1 0 0 0,0-1 1 0 0,0 0-1 0 0,0 0 0 0 0,1 0 1 0 0,-1 1-1 0 0,0-1 0 0 0,0 0 0 0 0,0 0 1 0 0,1-1-1 0 0,-1 1 0 0 0,0 0 0 0 0,0-1 1 0 0,1 0 26 0 0,0 1 0 0 0,0 0 0 0 0,0-1 0 0 0,0 1-1 0 0,0-1 1 0 0,0 1 0 0 0,1 0 0 0 0,-1-1 0 0 0,0 1 0 0 0,1 0 0 0 0,-1-1 0 0 0,1 1 0 0 0,-1 0 0 0 0,1 0 0 0 0,0 0 0 0 0,0-1 0 0 0,-1 1 0 0 0,1 0 0 0 0,0 0 0 0 0,0 0 0 0 0,1-1 0 0 0,3-2 26 0 0,-1 1 0 0 0,1-1 0 0 0,-1 1 0 0 0,1 0 0 0 0,0 0 0 0 0,1 1 0 0 0,-1-1 0 0 0,0 1 0 0 0,1 0 0 0 0,-1 1 0 0 0,1-1 0 0 0,-1 1 0 0 0,1 0 0 0 0,0 1 0 0 0,8-1 0 0 0,11 1-360 0 0,-1 0 0 0 0,30 6 0 0 0,-48-6-258 0 0,0 1-1 0 0,0 0 1 0 0,0 0-1 0 0,0 0 1 0 0,0 1 0 0 0,0 0-1 0 0,0 0 1 0 0,-1 1-1 0 0,1 0 1 0 0,-1 0-1 0 0,9 6 1 0 0,-5 1 383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9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15 1840 0 0,'-10'-15'9049'0'0,"22"48"-8112"0"0,-1 0-1 0 0,9 56 1 0 0,-4-14-1453 0 0,-8-41-120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2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97 3225 0 0,'1'-2'110'0'0,"-1"1"1"0"0,1-1-1 0 0,0 1 1 0 0,-1-1-1 0 0,1 1 1 0 0,0 0 0 0 0,0-1-1 0 0,0 1 1 0 0,0 0-1 0 0,0 0 1 0 0,0 0-1 0 0,0 0 1 0 0,0 0-1 0 0,1 0 1 0 0,-1 0 0 0 0,0 0-1 0 0,3-1 1 0 0,27-16 1348 0 0,-25 15-1073 0 0,12-5 370 0 0,0 0 0 0 0,1 1 0 0 0,36-8 0 0 0,-30 10-731 0 0,0 1-1 0 0,1 1 1 0 0,-1 1-1 0 0,0 2 1 0 0,27 2 0 0 0,-31 1-906 0 0,-3 0-2509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5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6 5529 0 0,'0'0'223'0'0,"-1"-1"1"0"0,1 1-1 0 0,-1-1 0 0 0,0 1 0 0 0,1-1 0 0 0,-1 1 1 0 0,0 0-1 0 0,1-1 0 0 0,-1 1 0 0 0,0 0 1 0 0,1-1-1 0 0,-1 1 0 0 0,0 0 0 0 0,1 0 0 0 0,-1 0 1 0 0,0 0-1 0 0,0 0 0 0 0,1 0 0 0 0,-1 0 1 0 0,0 0-1 0 0,1 0 0 0 0,-1 0 0 0 0,0 0 0 0 0,0 0 1 0 0,1 0-1 0 0,-1 0 0 0 0,0 1 0 0 0,1-1 0 0 0,-1 0 1 0 0,0 1-1 0 0,1-1 0 0 0,-1 0 0 0 0,0 1 1 0 0,0 0-1 0 0,0 2 21 0 0,1-1 0 0 0,-1 0 0 0 0,1 1 0 0 0,0-1 0 0 0,0 0 0 0 0,0 1 0 0 0,0-1 0 0 0,0 0 0 0 0,1 4 0 0 0,0 7-640 0 0,5 58-356 0 0,18 74 1 0 0,-21-126 21 0 0,3 14-4069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7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28 456 0 0,'-1'0'5555'0'0,"4"-1"-5400"0"0,99-20 3453 0 0,-87 19-3615 0 0,0 0-1 0 0,0 1 1 0 0,-1 1 0 0 0,1 0-1 0 0,19 3 1 0 0,-18 1-3490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4.0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14 2761 0 0,'-10'-6'-171'0'0,"-4"-1"2340"0"0,14 7-2087 0 0,0 1 0 0 0,-1 0 0 0 0,1-1 1 0 0,0 1-1 0 0,-1-1 0 0 0,1 1 1 0 0,0 0-1 0 0,-1-1 0 0 0,1 1 0 0 0,0 0 1 0 0,0-1-1 0 0,0 1 0 0 0,0 0 0 0 0,0-1 1 0 0,0 1-1 0 0,0 0 0 0 0,0-1 1 0 0,0 1-1 0 0,0 0 0 0 0,0-1 0 0 0,0 1 1 0 0,0 0-1 0 0,1-1 0 0 0,-1 1 1 0 0,0-1-1 0 0,1 2 0 0 0,0 6 308 0 0,39 264 5944 0 0,-38-246-6579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0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 7370 0 0,'19'-4'6377'0'0,"-1"1"-6175"0"0,0 1 0 0 0,0 1 0 0 0,1 0 1 0 0,18 2-1 0 0,16 10-1194 0 0,-34-6-19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3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97 7370 0 0,'52'-34'3520'0'0,"-23"20"-2573"0"0,55-20-1 0 0,-71 30-1348 0 0,0 1 0 0 0,1 0 0 0 0,26-1-1 0 0,-22 4-3657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7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49 4609 0 0,'8'-5'623'0'0,"0"-1"0"0"0,0 1 1 0 0,1 0-1 0 0,-1 1 0 0 0,1 0 0 0 0,1 1 0 0 0,-1 0 0 0 0,14-3 1 0 0,-14 4-1090 0 0,0 0 0 0 0,0 0 0 0 0,0 1 0 0 0,0 1 0 0 0,15 0 0 0 0,-11 2-2731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1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57 5985 0 0,'38'-15'3115'0'0,"-12"8"-2693"0"0,-9-1-119 0 0,2 2 0 0 0,-1 0 0 0 0,31-6 1 0 0,-39 11-569 0 0,-1 0 0 0 0,1 1 1 0 0,-1 0-1 0 0,1 0 0 0 0,-1 1 1 0 0,1 0-1 0 0,-1 1 1 0 0,0 0-1 0 0,12 4 0 0 0,-9-1-773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3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31 6913 0 0,'0'0'35'0'0,"0"0"-1"0"0,0 1 1 0 0,0-1-1 0 0,0 0 0 0 0,0 0 1 0 0,0 0-1 0 0,0 0 0 0 0,0 0 1 0 0,0 0-1 0 0,0 0 0 0 0,0 0 1 0 0,0 1-1 0 0,0-1 1 0 0,0 0-1 0 0,0 0 0 0 0,0 0 1 0 0,0 0-1 0 0,0 0 0 0 0,0 0 1 0 0,0 0-1 0 0,0 1 0 0 0,0-1 1 0 0,0 0-1 0 0,0 0 1 0 0,0 0-1 0 0,0 0 0 0 0,0 0 1 0 0,0 0-1 0 0,0 0 0 0 0,0 0 1 0 0,0 1-1 0 0,1-1 0 0 0,-1 0 1 0 0,0 0-1 0 0,0 0 1 0 0,0 0-1 0 0,0 0 0 0 0,0 0 1 0 0,0 0-1 0 0,0 0 0 0 0,0 0 1 0 0,0 0-1 0 0,1 0 0 0 0,-1 0 1 0 0,0 0-1 0 0,0 0 1 0 0,0 0-1 0 0,0 0 0 0 0,0 0 1 0 0,0 0-1 0 0,0 0 0 0 0,1 0 1 0 0,-1 0-1 0 0,0 0 0 0 0,0 0 1 0 0,0 0-1 0 0,0 0 1 0 0,0 0-1 0 0,0 0 0 0 0,0 0 1 0 0,1 0-1 0 0,-1 0 0 0 0,0 0 1 0 0,0 0-1 0 0,0 0 0 0 0,0 0 1 0 0,18-2 1283 0 0,18-4 392 0 0,-8-2-1364 0 0,-12 3-53 0 0,-1 1-1 0 0,1 0 1 0 0,21-1-1 0 0,-28 4-899 0 0,-1 1 0 0 0,0 1 0 0 0,0 0 0 0 0,0 0 0 0 0,12 3 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6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96 1840 0 0,'29'-15'5764'0'0,"-1"2"-4259"0"0,66-32 2102 0 0,-83 40-3673 0 0,1 1 0 0 0,0 1 0 0 0,0-1 0 0 0,0 2-1 0 0,0 0 1 0 0,18-1 0 0 0,-15 6-2233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9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8290 0 0,'0'2'182'0'0,"1"0"0"0"0,0 0 1 0 0,0 0-1 0 0,0 0 0 0 0,0 0 0 0 0,0 0 1 0 0,0 0-1 0 0,1 0 0 0 0,-1 0 0 0 0,1-1 1 0 0,-1 1-1 0 0,1-1 0 0 0,0 1 1 0 0,-1-1-1 0 0,1 0 0 0 0,0 1 0 0 0,0-1 1 0 0,0 0-1 0 0,0 0 0 0 0,0 0 0 0 0,0 0 1 0 0,0-1-1 0 0,0 1 0 0 0,1-1 0 0 0,-1 1 1 0 0,0-1-1 0 0,0 0 0 0 0,0 0 1 0 0,3 0-1 0 0,32-3 1242 0 0,-6-9-3811 0 0,-20 7-881 0 0,-2 0-170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2.8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371 51 1376 0 0,'-1'-4'237'0'0,"-1"1"0"0"0,1 0 1 0 0,-1 0-1 0 0,0 0 0 0 0,0 0 0 0 0,0 1 0 0 0,0-1 0 0 0,-1 1 0 0 0,1-1 0 0 0,-1 1 0 0 0,1-1 0 0 0,-1 1 1 0 0,0 0-1 0 0,0 1 0 0 0,0-1 0 0 0,0 0 0 0 0,0 1 0 0 0,0-1 0 0 0,-1 1 0 0 0,1 0 0 0 0,0 0 0 0 0,-1 1 0 0 0,1-1 1 0 0,-1 1-1 0 0,1-1 0 0 0,-1 1 0 0 0,1 0 0 0 0,0 0 0 0 0,-1 1 0 0 0,1-1 0 0 0,-1 1 0 0 0,1-1 0 0 0,-1 1 0 0 0,1 0 1 0 0,0 1-1 0 0,0-1 0 0 0,0 0 0 0 0,-1 1 0 0 0,1 0 0 0 0,1 0 0 0 0,-1 0 0 0 0,0 0 0 0 0,0 0 0 0 0,1 0 1 0 0,-4 5-1 0 0,-26 24 653 0 0,-126 139 1148 0 0,152-160-2020 0 0,0 0-1 0 0,1-1 1 0 0,0 2-1 0 0,0-1 1 0 0,1 0-1 0 0,1 1 1 0 0,0 0-1 0 0,0 0 1 0 0,1 0-1 0 0,1 0 1 0 0,-1 20-1 0 0,1 2 33 0 0,3 1 0 0 0,8 54 0 0 0,-9-77-72 0 0,1 0 1 0 0,1-1-1 0 0,0 1 0 0 0,1-1 0 0 0,0 0 0 0 0,0 0 0 0 0,1 0 0 0 0,0 0 0 0 0,1-1 1 0 0,0 0-1 0 0,0 0 0 0 0,1 0 0 0 0,0-1 0 0 0,16 13 0 0 0,-13-13-7 0 0,0-1 0 0 0,1 0 0 0 0,0-1 1 0 0,0 0-1 0 0,0-1 0 0 0,1 0 0 0 0,0-1 0 0 0,0 0 0 0 0,0-1 0 0 0,0-1 0 0 0,1 1 0 0 0,20-1 0 0 0,-13-1 84 0 0,-1 0-1 0 0,1-2 1 0 0,-1-1-1 0 0,0 0 1 0 0,0-2-1 0 0,0 0 1 0 0,0-1 0 0 0,0 0-1 0 0,-1-2 1 0 0,0 0-1 0 0,-1-1 1 0 0,1-1-1 0 0,-1-1 1 0 0,-1 0-1 0 0,0-1 1 0 0,-1-1 0 0 0,0 0-1 0 0,0-1 1 0 0,-2-1-1 0 0,20-24 1 0 0,-20 20 98 0 0,-1 0 1 0 0,-1 0 0 0 0,-1-1-1 0 0,-1 0 1 0 0,-1-1 0 0 0,0 0-1 0 0,-1 0 1 0 0,-2-1 0 0 0,6-31-1 0 0,-9 41-82 0 0,-1 1 0 0 0,0-1 0 0 0,-1 1 0 0 0,0-1-1 0 0,-1 0 1 0 0,0 1 0 0 0,-1-1 0 0 0,0 1 0 0 0,0-1-1 0 0,-1 1 1 0 0,-1 0 0 0 0,1 0 0 0 0,-2 0 0 0 0,1 1-1 0 0,-1-1 1 0 0,-1 1 0 0 0,0 0 0 0 0,0 1-1 0 0,-1-1 1 0 0,-13-13 0 0 0,3 8-167 0 0,0 1 0 0 0,0 1 0 0 0,-1 1 1 0 0,-36-18-1 0 0,43 24 23 0 0,0 1 1 0 0,0 0 0 0 0,0 0-1 0 0,-1 1 1 0 0,0 0 0 0 0,1 1-1 0 0,-1 1 1 0 0,0 0 0 0 0,0 0-1 0 0,-14 2 1 0 0,9 2-795 0 0,1 5-192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3.6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327 191 2761 0 0,'-10'-2'321'0'0,"0"1"1"0"0,0 0 0 0 0,0 1 0 0 0,0 0 0 0 0,0 1 0 0 0,0 0 0 0 0,0 1-1 0 0,0 0 1 0 0,0 0 0 0 0,0 1 0 0 0,1 0 0 0 0,-1 1 0 0 0,-13 7 0 0 0,8-3-46 0 0,-1 0 0 0 0,2 1 0 0 0,-1 1 1 0 0,2 1-1 0 0,-1 0 0 0 0,1 0 0 0 0,-13 17 1 0 0,20-20-239 0 0,0 1 0 0 0,1 0 0 0 0,0 0 0 0 0,0 0 0 0 0,1 1-1 0 0,0 0 1 0 0,1 0 0 0 0,0 0 0 0 0,1 0 0 0 0,0 0 0 0 0,0 0 0 0 0,1 1 0 0 0,1-1 0 0 0,-1 1 0 0 0,2-1 0 0 0,0 1 0 0 0,0-1 0 0 0,5 19 0 0 0,-4-18-77 0 0,1 0 0 0 0,0-1 0 0 0,0 0 0 0 0,2 0 0 0 0,-1 0-1 0 0,1 0 1 0 0,0 0 0 0 0,1-1 0 0 0,0 0 0 0 0,1 0 0 0 0,0-1 0 0 0,0 0 0 0 0,1 0-1 0 0,0-1 1 0 0,0 0 0 0 0,1 0 0 0 0,16 10 0 0 0,-8-10-156 0 0,0-1 0 0 0,1 0 0 0 0,-1-1 0 0 0,1-1 0 0 0,0-1 0 0 0,0 0 0 0 0,0-1 1 0 0,1-1-1 0 0,-1-1 0 0 0,0-1 0 0 0,23-3 0 0 0,-15 0 176 0 0,0-1 1 0 0,0-1 0 0 0,0-1-1 0 0,-1-2 1 0 0,-1 0 0 0 0,1-1-1 0 0,26-17 1 0 0,-42 21 163 0 0,1 0-1 0 0,-1-1 1 0 0,-1 0-1 0 0,1 0 1 0 0,-1-1 0 0 0,0 0-1 0 0,-1-1 1 0 0,0 0-1 0 0,0 0 1 0 0,-1-1-1 0 0,6-11 1 0 0,-6 7 200 0 0,0 0-1 0 0,-1-1 1 0 0,0 0 0 0 0,-1 1-1 0 0,-1-1 1 0 0,-1-1 0 0 0,2-24 0 0 0,-4 16 143 0 0,-1 0 1 0 0,-1 0 0 0 0,-1 1 0 0 0,-1-1-1 0 0,-1 1 1 0 0,-1 0 0 0 0,-1 0 0 0 0,0 1-1 0 0,-2 0 1 0 0,-20-35 0 0 0,25 49-413 0 0,-2 1-1 0 0,1-1 1 0 0,-1 1 0 0 0,0 0 0 0 0,0 1-1 0 0,0 0 1 0 0,-1 0 0 0 0,0 0-1 0 0,-1 0 1 0 0,1 1 0 0 0,-1 1 0 0 0,0-1-1 0 0,0 1 1 0 0,0 1 0 0 0,-1-1 0 0 0,0 1-1 0 0,1 1 1 0 0,-1 0 0 0 0,0 0-1 0 0,-14-1 1 0 0,12 3-310 0 0,1 0-1 0 0,0 0 1 0 0,0 1 0 0 0,-1 1-1 0 0,1-1 1 0 0,0 2 0 0 0,0-1-1 0 0,0 1 1 0 0,1 1-1 0 0,-1 0 1 0 0,1 0 0 0 0,0 1-1 0 0,0 0 1 0 0,0 1 0 0 0,1-1-1 0 0,0 2 1 0 0,-15 13-1 0 0,12-7-758 0 0,0 1-1 0 0,0-1 0 0 0,1 2 1 0 0,-9 17-1 0 0,8-10 790 0 0,1 0-1 0 0,1 1 1 0 0,1 0-1 0 0,-8 38 1 0 0,11-35 188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4.2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252 199 1840 0 0,'-3'-1'124'0'0,"0"-1"1"0"0,1 1-1 0 0,-1-1 0 0 0,0 1 0 0 0,1-1 0 0 0,-1 0 0 0 0,1 0 0 0 0,0 0 0 0 0,-1 0 0 0 0,1 0 0 0 0,-2-3 0 0 0,-25-35 2551 0 0,13 18-1539 0 0,15 20-967 0 0,-1-1 0 0 0,1 1 1 0 0,-1 0-1 0 0,0 0 0 0 0,0 0 0 0 0,0 0 0 0 0,0 0 0 0 0,0 0 0 0 0,0 1 1 0 0,-1-1-1 0 0,1 1 0 0 0,0-1 0 0 0,-1 1 0 0 0,1 0 0 0 0,-1 0 1 0 0,0 0-1 0 0,1 0 0 0 0,-1 0 0 0 0,0 1 0 0 0,1-1 0 0 0,-1 1 0 0 0,0 0 1 0 0,0 0-1 0 0,1 0 0 0 0,-1 0 0 0 0,0 0 0 0 0,0 1 0 0 0,1-1 0 0 0,-1 1 1 0 0,0 0-1 0 0,1-1 0 0 0,-1 1 0 0 0,1 1 0 0 0,-1-1 0 0 0,1 0 0 0 0,-1 0 1 0 0,1 1-1 0 0,0 0 0 0 0,-4 3 0 0 0,-1 1-57 0 0,0 1 0 0 0,1 0 0 0 0,0 1-1 0 0,1-1 1 0 0,0 1 0 0 0,0 0 0 0 0,0 0 0 0 0,1 0 0 0 0,1 1 0 0 0,-6 15 0 0 0,5-4-180 0 0,0 0 0 0 0,2 0 0 0 0,0 0 1 0 0,1 0-1 0 0,1 1 0 0 0,3 26 1 0 0,4 6-639 0 0,16 61 0 0 0,-15-80-152 0 0,26 64 0 0 0,-28-84 480 0 0,1 0 0 0 0,0-1-1 0 0,1 1 1 0 0,0-2 0 0 0,1 1 0 0 0,22 22-1 0 0,-27-31 273 0 0,0 0 0 0 0,0-1 0 0 0,1 1-1 0 0,-1-1 1 0 0,1 0 0 0 0,0 0 0 0 0,0-1-1 0 0,0 0 1 0 0,0 1 0 0 0,1-1 0 0 0,-1-1-1 0 0,1 1 1 0 0,-1-1 0 0 0,1 0 0 0 0,10 0-1 0 0,-8-1 89 0 0,-1-1-1 0 0,1 0 1 0 0,-1 0-1 0 0,1-1 0 0 0,-1 0 1 0 0,0 0-1 0 0,0-1 0 0 0,0 0 1 0 0,0 0-1 0 0,12-8 0 0 0,-7 3 122 0 0,-1 0 0 0 0,0-1 0 0 0,0-1-1 0 0,-1 0 1 0 0,0 0 0 0 0,-1-1-1 0 0,0 0 1 0 0,0-1 0 0 0,-1 0 0 0 0,-1 0-1 0 0,0-1 1 0 0,5-14 0 0 0,6-31 1369 0 0,-3-1 0 0 0,-2 0 1 0 0,7-100-1 0 0,-18 144-1237 0 0,-1 0 0 0 0,-1 0 0 0 0,0-1 0 0 0,-1 1 0 0 0,-1 0-1 0 0,0 0 1 0 0,-7-23 0 0 0,6 31-192 0 0,1 0 0 0 0,-1 1 0 0 0,0-1 0 0 0,-1 0 0 0 0,0 1 0 0 0,0 0-1 0 0,0 0 1 0 0,-1 0 0 0 0,1 1 0 0 0,-1 0 0 0 0,-1-1 0 0 0,1 2 0 0 0,-1-1 0 0 0,0 1 0 0 0,0-1-1 0 0,0 2 1 0 0,-11-6 0 0 0,-13-3-177 0 0,-1 1 0 0 0,1 2 0 0 0,-2 1 0 0 0,-46-6-1 0 0,50 14-1335 0 0,10 3-2534 0 0,4 3-620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0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288 84 3225 0 0,'-1'-5'396'0'0,"-1"0"1"0"0,0 0-1 0 0,-1 1 0 0 0,1-1 1 0 0,-1 0-1 0 0,0 1 1 0 0,0 0-1 0 0,0-1 1 0 0,-1 1-1 0 0,0 1 1 0 0,1-1-1 0 0,-1 0 0 0 0,0 1 1 0 0,-1 0-1 0 0,1 0 1 0 0,-1 0-1 0 0,1 0 1 0 0,-9-2-1 0 0,9 3-211 0 0,0 1 0 0 0,0 0 0 0 0,-1 0 0 0 0,1 0 1 0 0,-1 1-1 0 0,1 0 0 0 0,0 0 0 0 0,-1 0 0 0 0,1 0 0 0 0,-1 0 0 0 0,1 1 0 0 0,0 0 0 0 0,-1 0 0 0 0,1 0 0 0 0,0 1 0 0 0,0-1 0 0 0,-1 1 1 0 0,2 0-1 0 0,-1 0 0 0 0,0 0 0 0 0,0 1 0 0 0,-4 3 0 0 0,-3 4-133 0 0,1 1 0 0 0,0-1-1 0 0,1 2 1 0 0,0 0 0 0 0,0 0 0 0 0,1 0 0 0 0,1 1 0 0 0,0 0 0 0 0,1 1 0 0 0,0 0-1 0 0,1 0 1 0 0,1 0 0 0 0,0 0 0 0 0,1 1 0 0 0,0-1 0 0 0,2 1 0 0 0,-1 0 0 0 0,2 0-1 0 0,0-1 1 0 0,2 17 0 0 0,-1-16-87 0 0,2 0 0 0 0,-1 0 0 0 0,2 0 0 0 0,0 0 0 0 0,1 0 1 0 0,0-1-1 0 0,1 0 0 0 0,13 22 0 0 0,-13-26 2 0 0,1-1-1 0 0,0 0 1 0 0,0 0 0 0 0,1 0 0 0 0,0-1 0 0 0,0 0 0 0 0,1-1 0 0 0,0 0-1 0 0,1 0 1 0 0,-1-1 0 0 0,1 0 0 0 0,11 4 0 0 0,-9-4-81 0 0,0-2 0 0 0,0 0 0 0 0,0 0 0 0 0,0-1-1 0 0,0 0 1 0 0,1-1 0 0 0,0-1 0 0 0,-1 0 0 0 0,14-1 0 0 0,-19 0 101 0 0,0-1 1 0 0,0 0 0 0 0,1-1-1 0 0,-1 0 1 0 0,0 0-1 0 0,-1-1 1 0 0,1 1 0 0 0,0-1-1 0 0,-1-1 1 0 0,1 1-1 0 0,-1-1 1 0 0,0-1 0 0 0,0 1-1 0 0,-1-1 1 0 0,0 0-1 0 0,1 0 1 0 0,4-6 0 0 0,26-38 650 0 0,49-86-1 0 0,-53 83 89 0 0,-31 50-695 0 0,6-9 76 0 0,0-1 0 0 0,-1 1 0 0 0,0-1 0 0 0,-1 0 0 0 0,4-14 0 0 0,-8 23-106 0 0,-1-1 0 0 0,1 1-1 0 0,-1 0 1 0 0,0 0-1 0 0,1 0 1 0 0,-1-1-1 0 0,-1 1 1 0 0,1 0 0 0 0,0 0-1 0 0,-1-1 1 0 0,0 1-1 0 0,0 0 1 0 0,0 0 0 0 0,0 0-1 0 0,0 0 1 0 0,0 0-1 0 0,-1 0 1 0 0,1 0-1 0 0,-1 1 1 0 0,0-1 0 0 0,0 0-1 0 0,0 1 1 0 0,0-1-1 0 0,-1 1 1 0 0,-4-4 0 0 0,-7-3 1 0 0,-1 0 0 0 0,1 1-1 0 0,-1 0 1 0 0,-1 2 0 0 0,1 0 0 0 0,-23-6 0 0 0,-24-9-761 0 0,38 11 32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6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66 1376 0 0,'-17'-4'886'0'0,"27"-3"1498"0"0,33-8 1261 0 0,-41 14-3688 0 0,32-9 1231 0 0,0 2 0 0 0,36-3 0 0 0,25 3-3315 0 0,-80 6-1445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8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66 18 6449 0 0,'-23'-7'708'0'0,"18"5"381"0"0,-1 0 0 0 0,1 0 0 0 0,-1 1 0 0 0,1-1 0 0 0,-9 1 0 0 0,13 4-781 0 0,1 0 0 0 0,-1 1 0 0 0,1-1 0 0 0,0 1 0 0 0,1-1 0 0 0,-1 0 0 0 0,2 6 0 0 0,-2-5-205 0 0,15 84-111 0 0,-7-50-2902 0 0,-5-28 1250 0 0,4 21-3355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2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11 2304 0 0,'-21'10'1917'0'0,"31"-10"154"0"0,-4-1-1551 0 0,64-3 2768 0 0,-5 0-2607 0 0,-1-3-3763 0 0,-40 2-232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4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45 0 6449 0 0,'-3'1'294'0'0,"0"0"0"0"0,0 1 0 0 0,0-1-1 0 0,0 0 1 0 0,0 1 0 0 0,0 0 0 0 0,1 0-1 0 0,-1 0 1 0 0,1 0 0 0 0,-1 0 0 0 0,1 1-1 0 0,-4 4 1 0 0,5-4-26 0 0,0 0-1 0 0,0 0 0 0 0,0 0 1 0 0,1 0-1 0 0,-1 0 1 0 0,1 0-1 0 0,0 0 0 0 0,0 0 1 0 0,0 0-1 0 0,0 0 1 0 0,0 0-1 0 0,1 0 0 0 0,0 0 1 0 0,1 5-1 0 0,40 182-1393 0 0,-35-154-160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9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5529 0 0,'0'0'423'0'0,"21"3"2488"0"0,76 15 450 0 0,3 1-2480 0 0,-77-16-2538 0 0,0-1 0 0 0,30-1 0 0 0,-37-2-1852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1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1 4145 0 0,'-2'0'281'0'0,"0"1"0"0"0,1 0-1 0 0,-1 0 1 0 0,0 0 0 0 0,0 0 0 0 0,1 0 0 0 0,-1 0-1 0 0,1 1 1 0 0,-1-1 0 0 0,1 0 0 0 0,0 1 0 0 0,-1-1 0 0 0,1 1-1 0 0,0-1 1 0 0,0 1 0 0 0,0 0 0 0 0,0 0 0 0 0,0-1 0 0 0,0 1-1 0 0,1 0 1 0 0,-1 0 0 0 0,1 0 0 0 0,-1 0 0 0 0,1 0 0 0 0,0 0-1 0 0,-1 2 1 0 0,1 6 180 0 0,0 0 0 0 0,1 0 0 0 0,-1 0 0 0 0,4 10-1 0 0,-1 6-76 0 0,5 67 54 0 0,5 62-1840 0 0,-9-53-3303 0 0,-3-47 1552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6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56 4145 0 0,'47'-26'4593'0'0,"-36"21"-4046"0"0,0 0 0 0 0,1 0-1 0 0,0 1 1 0 0,0 1 0 0 0,13-2 0 0 0,-19 4-770 0 0,-1 0 0 0 0,1 0 0 0 0,0 1-1 0 0,0 0 1 0 0,0 1 0 0 0,0-1 0 0 0,0 1 0 0 0,0 0 0 0 0,0 0-1 0 0,-1 1 1 0 0,1 0 0 0 0,10 5 0 0 0,-7-2-3206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8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 0 5529 0 0,'-3'4'460'0'0,"0"0"1"0"0,1 0-1 0 0,-1 0 0 0 0,1 0 0 0 0,0 1 0 0 0,0-1 1 0 0,1 0-1 0 0,-1 1 0 0 0,1 0 0 0 0,0-1 1 0 0,0 1-1 0 0,0 0 0 0 0,1 6 0 0 0,1 71 1362 0 0,0-66-1682 0 0,6 77-1542 0 0,-3-61-3128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8.9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293 70 2761 0 0,'0'-2'133'0'0,"-1"1"0"0"0,1 0 0 0 0,-1 0 1 0 0,0 0-1 0 0,1 0 0 0 0,-1 0 0 0 0,0 0 1 0 0,0 1-1 0 0,0-1 0 0 0,0 0 1 0 0,0 0-1 0 0,0 1 0 0 0,0-1 0 0 0,0 0 1 0 0,0 1-1 0 0,0-1 0 0 0,0 1 0 0 0,-1-1 1 0 0,1 1-1 0 0,0 0 0 0 0,0 0 1 0 0,-2-1-1 0 0,-1 1 20 0 0,1 0 0 0 0,0 0 0 0 0,0 1 0 0 0,0-1 0 0 0,-1 1 0 0 0,1 0 1 0 0,0 0-1 0 0,-5 2 0 0 0,-1 1 5 0 0,0 1 0 0 0,-1 0 0 0 0,2 1 0 0 0,-13 9 0 0 0,-2 7 103 0 0,2 0 0 0 0,0 2 1 0 0,2 0-1 0 0,1 1 1 0 0,1 1-1 0 0,1 0 0 0 0,-18 41 1 0 0,32-61-259 0 0,0-1 0 0 0,0 0 0 0 0,1 1 0 0 0,0 0-1 0 0,0-1 1 0 0,0 1 0 0 0,1-1 0 0 0,0 1 0 0 0,0 0 0 0 0,1-1 0 0 0,-1 1 0 0 0,1 0 0 0 0,0-1 0 0 0,1 1 0 0 0,-1-1 0 0 0,1 1 0 0 0,0-1-1 0 0,0 0 1 0 0,6 9 0 0 0,5 7-33 0 0,1-1-1 0 0,1 0 0 0 0,22 23 1 0 0,-21-25-21 0 0,-1-2-110 0 0,1-2-1 0 0,1 0 1 0 0,0 0-1 0 0,1-2 1 0 0,0 0-1 0 0,1-1 1 0 0,0-1-1 0 0,1-1 1 0 0,0-1-1 0 0,0 0 1 0 0,1-1-1 0 0,0-2 1 0 0,0 0-1 0 0,0-1 1 0 0,1-1-1 0 0,0-1 1 0 0,-1-1-1 0 0,1-1 1 0 0,0-1-1 0 0,-1-1 1 0 0,1-1-1 0 0,25-6 1 0 0,-35 4 365 0 0,0 1 0 0 0,-1-2 0 0 0,1 1 0 0 0,-2-2 0 0 0,1 1 1 0 0,-1-2-1 0 0,0 1 0 0 0,0-1 0 0 0,-1-1 0 0 0,0 0 0 0 0,0 0 0 0 0,-1-1 0 0 0,0 0 0 0 0,-1 0 0 0 0,0-1 0 0 0,8-18 1 0 0,-6 11 226 0 0,-1 0 1 0 0,-1-1 0 0 0,-1 1 0 0 0,0-2 0 0 0,-1 1 0 0 0,-1-1 0 0 0,-1 1 0 0 0,-1-1-1 0 0,-1-37 1 0 0,-2 44-215 0 0,-1-1 0 0 0,0 0 0 0 0,-1 1 0 0 0,-1 0 0 0 0,0 0 0 0 0,0 0 0 0 0,-2 0 0 0 0,1 0 0 0 0,-2 1 0 0 0,0 0 0 0 0,0 0 0 0 0,-1 1 0 0 0,0 0 0 0 0,-14-13 0 0 0,8 10-153 0 0,-1 0 0 0 0,-1 1 1 0 0,0 1-1 0 0,-1 0 0 0 0,0 2 0 0 0,-1 0 0 0 0,0 0 0 0 0,-1 2 0 0 0,-22-7 0 0 0,33 12-220 0 0,0 1 0 0 0,-1 0 0 0 0,1 0 0 0 0,-1 1 0 0 0,1 0 1 0 0,-1 1-1 0 0,0 0 0 0 0,-17 2 0 0 0,3 2-922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9.1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1 146 2240 0 0,'0'-2'220'0'0,"1"-1"0"0"0,0 0-1 0 0,0 0 1 0 0,0 1-1 0 0,0-1 1 0 0,0 1-1 0 0,0-1 1 0 0,1 1 0 0 0,-1-1-1 0 0,1 1 1 0 0,0 0-1 0 0,-1 0 1 0 0,1 0-1 0 0,3-2 1 0 0,34-31 4494 0 0,-30 28-4189 0 0,3-3 286 0 0,0 0 0 0 0,1 1 0 0 0,22-13 0 0 0,-29 20-870 0 0,0-1 0 0 0,0 1 0 0 0,0 0 0 0 0,-1 1 1 0 0,2-1-1 0 0,-1 1 0 0 0,0 0 0 0 0,0 1 0 0 0,0-1 1 0 0,0 1-1 0 0,1 1 0 0 0,7 0 0 0 0,-1 2-886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9.6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46 1376 0 0,'-2'1'167'0'0,"-9"1"2415"0"0,14-4-2507 0 0,7-3-106 0 0,0 0 1 0 0,0 1 0 0 0,1 0-1 0 0,-1 1 1 0 0,1 0 0 0 0,13-1-1 0 0,32-10 136 0 0,-48 10 996 0 0,-7 3-1021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0.1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372 73 456 0 0,'-5'-2'349'0'0,"0"-1"0"0"0,0 1 0 0 0,0 1 0 0 0,0-1 0 0 0,-1 1 0 0 0,1 0 0 0 0,0 0 0 0 0,0 0 0 0 0,-1 1 0 0 0,1-1 0 0 0,0 2 0 0 0,-7-1-1 0 0,-2 2 331 0 0,-1 0-1 0 0,1 0 0 0 0,-18 7 1 0 0,19-5-447 0 0,1 1 1 0 0,-1 1-1 0 0,1 0 0 0 0,1 0 1 0 0,-1 2-1 0 0,1-1 1 0 0,0 1-1 0 0,1 1 1 0 0,0 0-1 0 0,1 0 0 0 0,-1 1 1 0 0,2 0-1 0 0,-1 1 1 0 0,-8 16-1 0 0,9-14-216 0 0,0 1-1 0 0,1 0 1 0 0,1 1-1 0 0,1-1 0 0 0,0 1 1 0 0,1 0-1 0 0,0 0 1 0 0,1 1-1 0 0,1-1 1 0 0,1 1-1 0 0,0-1 1 0 0,2 20-1 0 0,-1-27-66 0 0,1 0 0 0 0,0 0 1 0 0,1 1-1 0 0,0-1 0 0 0,0-1 0 0 0,1 1 0 0 0,0 0 0 0 0,0-1 0 0 0,1 1 1 0 0,-1-1-1 0 0,2 0 0 0 0,-1 0 0 0 0,1-1 0 0 0,0 1 0 0 0,1-1 0 0 0,-1 0 1 0 0,1 0-1 0 0,0-1 0 0 0,1 0 0 0 0,11 7 0 0 0,-6-5-58 0 0,0-1 0 0 0,0-1 0 0 0,1 0 0 0 0,-1-1 1 0 0,1-1-1 0 0,0 0 0 0 0,1 0 0 0 0,-1-1 0 0 0,0-1 0 0 0,1 0 0 0 0,24-2 0 0 0,-13-1 205 0 0,0-2 0 0 0,0 0 0 0 0,-1-2 0 0 0,1 0 0 0 0,-1-2 0 0 0,0-1 1 0 0,-1-1-1 0 0,38-21 0 0 0,-47 23 106 0 0,-1-1 0 0 0,0 0 0 0 0,-1-1 0 0 0,0 0 0 0 0,0 0 0 0 0,-1-2 0 0 0,-1 1 0 0 0,0-1 0 0 0,0-1 0 0 0,-1 0 0 0 0,-1 0 0 0 0,0-1 0 0 0,-1 0 0 0 0,0 0 0 0 0,5-19 0 0 0,-10 23-25 0 0,0 0 0 0 0,-1 0 0 0 0,0 0 0 0 0,0 0 0 0 0,-1-1 0 0 0,-1 1 0 0 0,1 0 0 0 0,-2 0 0 0 0,1-1 0 0 0,-2 1 0 0 0,1 0 0 0 0,-1 1 0 0 0,-1-1-1 0 0,0 0 1 0 0,0 1 0 0 0,-1 0 0 0 0,0 0 0 0 0,0 0 0 0 0,-1 1 0 0 0,0 0 0 0 0,-14-15 0 0 0,10 13-221 0 0,0 1 0 0 0,0 0-1 0 0,-1 0 1 0 0,0 1 0 0 0,0 1-1 0 0,-1 0 1 0 0,0 0-1 0 0,0 1 1 0 0,-1 0 0 0 0,1 1-1 0 0,-1 1 1 0 0,-1 0 0 0 0,1 1-1 0 0,0 0 1 0 0,-1 1 0 0 0,-17 0-1 0 0,-4 6-5173 0 0,20 0 447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1.0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269 33 920 0 0,'-1'-1'115'0'0,"0"-1"1"0"0,1 0-1 0 0,-1 0 0 0 0,0 0 1 0 0,0 0-1 0 0,0 0 0 0 0,-1 1 0 0 0,1-1 1 0 0,0 0-1 0 0,-1 1 0 0 0,1-1 1 0 0,-1 1-1 0 0,1 0 0 0 0,-1-1 0 0 0,0 1 1 0 0,0 0-1 0 0,1 0 0 0 0,-1 0 0 0 0,0 0 1 0 0,-4-1-1 0 0,3 2 31 0 0,0 0-1 0 0,0-1 1 0 0,0 1 0 0 0,0 0 0 0 0,0 1-1 0 0,0-1 1 0 0,0 0 0 0 0,0 1-1 0 0,0 0 1 0 0,0 0 0 0 0,0 0-1 0 0,-5 2 1 0 0,0 1 94 0 0,0 1 0 0 0,0 0 0 0 0,1 0 0 0 0,0 1 0 0 0,-1 0 0 0 0,2 0 0 0 0,-1 0 0 0 0,-8 12 0 0 0,-2 6-69 0 0,2-1 0 0 0,0 2 0 0 0,2 0 0 0 0,1 1 0 0 0,1 0 0 0 0,-13 46 0 0 0,21-62-175 0 0,0 0 1 0 0,1 1-1 0 0,1-1 0 0 0,0 1 0 0 0,0-1 1 0 0,1 1-1 0 0,0-1 0 0 0,1 1 0 0 0,0 0 1 0 0,1-1-1 0 0,0 0 0 0 0,1 1 1 0 0,0-1-1 0 0,0 0 0 0 0,1 0 0 0 0,1-1 1 0 0,-1 1-1 0 0,1-1 0 0 0,1 0 1 0 0,13 16-1 0 0,-12-18-87 0 0,0-1 1 0 0,1 0 0 0 0,0 0-1 0 0,0-1 1 0 0,0 0-1 0 0,1 0 1 0 0,-1-1 0 0 0,1 0-1 0 0,0-1 1 0 0,0 0 0 0 0,1 0-1 0 0,-1-1 1 0 0,1 0-1 0 0,11 1 1 0 0,-5-2 113 0 0,-1 0 0 0 0,1-1 0 0 0,0-1 0 0 0,-1 0 0 0 0,1-1-1 0 0,0 0 1 0 0,-1-2 0 0 0,16-4 0 0 0,-19 3 187 0 0,0 0 0 0 0,-1-1-1 0 0,0 0 1 0 0,1 0 0 0 0,-2-1-1 0 0,1-1 1 0 0,-1 0-1 0 0,0 0 1 0 0,-1-1 0 0 0,0 0-1 0 0,-1-1 1 0 0,1 0 0 0 0,-2 0-1 0 0,1-1 1 0 0,-2 0 0 0 0,1 0-1 0 0,-2 0 1 0 0,1-1 0 0 0,-2 0-1 0 0,1 0 1 0 0,-2 0 0 0 0,1-1-1 0 0,-2 1 1 0 0,0-1 0 0 0,0 0-1 0 0,-1 0 1 0 0,-1 0 0 0 0,-1-20-1 0 0,-1 20-14 0 0,0 1 0 0 0,-1-1 1 0 0,0 0-1 0 0,-1 1 0 0 0,0 0 0 0 0,-1 0 0 0 0,-1 0 0 0 0,0 0 0 0 0,0 1 1 0 0,-1 0-1 0 0,-12-14 0 0 0,12 17-260 0 0,0 1 1 0 0,-1 0-1 0 0,0 0 0 0 0,0 1 1 0 0,-1 0-1 0 0,0 0 0 0 0,0 1 1 0 0,0 0-1 0 0,-1 1 1 0 0,1 0-1 0 0,-1 1 0 0 0,0 0 1 0 0,0 0-1 0 0,-17-2 1 0 0,1 3-3556 0 0,2 1-1200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1.2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1 163 920 0 0,'2'-4'496'0'0,"0"0"0"0"0,1 0 0 0 0,-1 0-1 0 0,1 1 1 0 0,0-1 0 0 0,0 1 0 0 0,0 0-1 0 0,1 0 1 0 0,5-5 0 0 0,1 0 309 0 0,2-5 129 0 0,5-4 157 0 0,1 0 0 0 0,24-17 1 0 0,-37 29-1208 0 0,2 2-1 0 0,-1-1 1 0 0,0 0 0 0 0,1 1 0 0 0,-1 0-1 0 0,1 1 1 0 0,0 0 0 0 0,0 0-1 0 0,0 0 1 0 0,0 1 0 0 0,0 0 0 0 0,9 0-1 0 0,-6 1-3301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2.1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219 128 1376 0 0,'-3'-1'123'0'0,"0"0"-1"0"0,1 1 0 0 0,-1 0 0 0 0,0-1 1 0 0,0 1-1 0 0,0 0 0 0 0,1 1 0 0 0,-1-1 1 0 0,0 0-1 0 0,0 1 0 0 0,1-1 0 0 0,-1 1 1 0 0,0 0-1 0 0,-4 2 0 0 0,-36 19 973 0 0,33-16-990 0 0,0 0 0 0 0,0 1 0 0 0,1 0 0 0 0,0 1 0 0 0,1 0 0 0 0,-1 0 0 0 0,1 1-1 0 0,1 0 1 0 0,0 0 0 0 0,0 1 0 0 0,1 0 0 0 0,-6 12 0 0 0,9-14-37 0 0,0 0-1 0 0,0 0 1 0 0,1 0-1 0 0,0 1 1 0 0,0 0-1 0 0,1-1 1 0 0,0 1 0 0 0,1-1-1 0 0,0 1 1 0 0,0 0-1 0 0,1 0 1 0 0,0-1-1 0 0,0 1 1 0 0,1-1-1 0 0,0 1 1 0 0,7 15-1 0 0,0-3-110 0 0,1 0-1 0 0,1-1 1 0 0,2 0-1 0 0,0-1 1 0 0,0 0-1 0 0,2-1 0 0 0,0-1 1 0 0,1 0-1 0 0,1-2 1 0 0,28 22-1 0 0,-34-29 12 0 0,0-1 0 0 0,0-1-1 0 0,1 0 1 0 0,-1-1 0 0 0,1 0 0 0 0,0 0-1 0 0,1-2 1 0 0,24 5 0 0 0,-28-7 28 0 0,0 0 1 0 0,1-1-1 0 0,-1 0 1 0 0,1-1-1 0 0,-1 0 1 0 0,1 0-1 0 0,-1-1 1 0 0,0 0-1 0 0,0-1 1 0 0,0 0-1 0 0,0 0 1 0 0,0-1-1 0 0,9-6 1 0 0,-10 6 133 0 0,-2-1 0 0 0,1 0 0 0 0,-1-1 0 0 0,1 0 0 0 0,-1 0 0 0 0,-1 0 0 0 0,1 0 0 0 0,-1-1 0 0 0,0 0 0 0 0,-1 0 0 0 0,0 0 0 0 0,0-1 0 0 0,0 1 0 0 0,-1-1 0 0 0,0 0 0 0 0,-1 0 0 0 0,2-10 0 0 0,2-13 568 0 0,-2-1 0 0 0,-1 0 1 0 0,-1-37-1 0 0,-1 45-17 0 0,-1-2-113 0 0,-1-109 2462 0 0,0 117-2760 0 0,-1 1-1 0 0,0 0 0 0 0,-2 0 0 0 0,0 1 0 0 0,-11-29 0 0 0,13 39-330 0 0,-2 1 0 0 0,1-1 0 0 0,0 0 0 0 0,-1 1-1 0 0,0 0 1 0 0,0 0 0 0 0,-1 0 0 0 0,-8-7 0 0 0,10 10-148 0 0,1 0 1 0 0,-1 0-1 0 0,1 1 1 0 0,-1-1-1 0 0,0 0 1 0 0,0 1-1 0 0,1 0 1 0 0,-1 0-1 0 0,0 0 1 0 0,0 0-1 0 0,0 0 1 0 0,0 1-1 0 0,0-1 1 0 0,0 1-1 0 0,-1 0 1 0 0,1 0-1 0 0,0 0 1 0 0,0 0-1 0 0,0 1 1 0 0,-5 0-1 0 0,-4 5-1006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2.5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61 38 2761 0 0,'-5'1'299'0'0,"0"0"0"0"0,0 0 1 0 0,-1 0-1 0 0,1-1 1 0 0,0 1-1 0 0,0-1 0 0 0,-1-1 1 0 0,1 1-1 0 0,-8-2 1 0 0,36-10 4858 0 0,1 4-4257 0 0,0 2 0 0 0,28-5 0 0 0,-33 9-1050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5.0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1524 1 2304 0 0,'0'0'1577'0'0,"-10"7"2646"0"0,-52 10-3470 0 0,-79 26 1136 0 0,77-22-1608 0 0,0-3 0 0 0,-2-2 0 0 0,-75 7 0 0 0,47-13 322 0 0,-156-5 0 0 0,196-9-431 0 0,0-2-1 0 0,-63-15 1 0 0,-102-36-191 0 0,127 31-270 0 0,79 22-337 0 0,-1 1 0 0 0,1 0 1 0 0,0 1-1 0 0,-15 0 0 0 0,13 2-3167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5.5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1 6913 0 0,'-1'1'25'0'0,"0"0"1"0"0,0 0-1 0 0,0 0 0 0 0,0 1 0 0 0,0-1 0 0 0,1 0 0 0 0,-1 1 0 0 0,0-1 0 0 0,1 0 0 0 0,-1 1 0 0 0,1-1 0 0 0,-1 1 0 0 0,1-1 0 0 0,0 1 0 0 0,0 2 0 0 0,-2 31-495 0 0,2-21 598 0 0,-6 134 380 0 0,7 0 0 0 0,33 245 0 0 0,-1-167-86 0 0,84 723-925 0 0,-47-412 1128 0 0,-10-117 102 0 0,-33-228-87 0 0,3 44 187 0 0,-29-208-3843 0 0,-5 54-1 0 0,2-67 2154 0 0,1-6-778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7.6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6 920 0 0,'-1'-1'121'0'0,"1"1"1"0"0,0 0-1 0 0,-1-1 0 0 0,1 1 1 0 0,-1-1-1 0 0,1 1 0 0 0,-1 0 0 0 0,1-1 1 0 0,0 1-1 0 0,-1 0 0 0 0,0-1 1 0 0,1 1-1 0 0,-1 0 0 0 0,1 0 0 0 0,-1 0 1 0 0,1-1-1 0 0,-1 1 0 0 0,1 0 0 0 0,-1 0 1 0 0,0 0-1 0 0,1 0 0 0 0,-1 0 1 0 0,1 0-1 0 0,-1 0 0 0 0,1 0 0 0 0,-1 0 1 0 0,0 1-1 0 0,1-1 0 0 0,-1 0 0 0 0,1 0 1 0 0,-1 0-1 0 0,1 1 0 0 0,-1-1 1 0 0,1 0-1 0 0,-1 0 0 0 0,1 1 0 0 0,-1-1 1 0 0,1 1-1 0 0,-1-1 0 0 0,1 0 1 0 0,0 1-1 0 0,-1-1 0 0 0,1 1 0 0 0,0-1 1 0 0,-1 1-1 0 0,1-1 0 0 0,0 1 0 0 0,0-1 1 0 0,-1 1-1 0 0,1-1 0 0 0,0 1 1 0 0,0 0-1 0 0,-7 20 2951 0 0,7-8-4117 0 0,6 40 1799 0 0,3 1-1 0 0,18 59 1 0 0,-3-12 237 0 0,-19-71-616 0 0,-1 1 1 0 0,-1 49 0 0 0,0-74-2537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8.3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20 129 456 0 0,'-20'2'3216'0'0,"34"-1"-427"0"0,892-17 4225 0 0,-445-33-5218 0 0,-124-11 249 0 0,-333 59-2355 0 0,37-5 695 0 0,-39 6-1041 0 0,0 0 0 0 0,0 0 1 0 0,1 1-1 0 0,-1-1 0 0 0,0 0 1 0 0,0 1-1 0 0,0-1 0 0 0,0 1 1 0 0,0 0-1 0 0,2 1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9.9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33 920 0 0,'0'-2'172'0'0,"0"0"-1"0"0,1 0 1 0 0,-1 0 0 0 0,1 0-1 0 0,-1 0 1 0 0,1 0-1 0 0,0 0 1 0 0,0 0 0 0 0,0 0-1 0 0,0 0 1 0 0,0 0-1 0 0,0 0 1 0 0,1 0-1 0 0,2-2 1 0 0,-3 8 203 0 0,1 0 0 0 0,-1 0 0 0 0,1 0 0 0 0,-1 0 0 0 0,-1 0 1 0 0,1 0-1 0 0,0 7 0 0 0,53 482 2557 0 0,-50-428-2539 0 0,-2-35 744 0 0,0 1 1 0 0,-5 47-1 0 0,2-51-3268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0.4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83 456 0 0,'9'-35'703'0'0,"8"-13"10899"0"0,-18 68-10702 0 0,0-10-758 0 0,-2 74 343 0 0,3 1 0 0 0,22 162-1 0 0,-6-98-202 0 0,86 539-50 0 0,-14-125-184 0 0,-56-163 59 0 0,-26-304-14 0 0,-4-34 171 0 0,-1-19-5059 0 0,0-26-140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1.3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0 415 2304 0 0,'24'-10'342'0'0,"0"0"0"0"0,0 2 0 0 0,1 0 0 0 0,0 2 0 0 0,0 1 0 0 0,30-3 0 0 0,159 1 3029 0 0,-129 7-2918 0 0,398-36 243 0 0,-2-37 0 0 0,-151 32-696 0 0,-178 24 0 0 0,291-10 0 0 0,-275 20 0 0 0,17 1 0 0 0,268-24 0 0 0,-196-16 431 0 0,182-21-155 0 0,60 65-774 0 0,0 36 708 0 0,-394-26-141 0 0,332-1 2375 0 0,-96-6-1556 0 0,-217 10 93 0 0,234 53 1 0 0,-185-28-580 0 0,-135-29-576 0 0,-1-2 0 0 0,54 1-1 0 0,-71-6 40 0 0,0-1 0 0 0,0-1 0 0 0,0-1 0 0 0,0-1 0 0 0,-1 0 0 0 0,26-10 0 0 0,-36 10-1508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3.1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11 297 2761 0 0,'-10'-3'2446'0'0,"19"-4"-1363"0"0,24-6-578 0 0,-33 13-491 0 0,53-14 403 0 0,-1 2-1 0 0,2 2 0 0 0,-1 3 1 0 0,68-1-1 0 0,111-17-481 0 0,202-53-391 0 0,-216 25-228 0 0,-155 35 938 0 0,1 2 1 0 0,1 3-1 0 0,78-5 0 0 0,-138 18-173 0 0,0-1 94 0 0,0 1-1 0 0,0-1 1 0 0,0 1-1 0 0,0 1 0 0 0,0-1 1 0 0,0 0-1 0 0,0 1 1 0 0,0 0-1 0 0,0 0 1 0 0,0 1-1 0 0,-1 0 1 0 0,1-1-1 0 0,4 4 0 0 0,-10-2 202 0 0,-1 0-1 0 0,-1 0 1 0 0,1-1-1 0 0,0 1 1 0 0,-1 0-1 0 0,0-1 0 0 0,1 0 1 0 0,-1 1-1 0 0,-4 1 1 0 0,2 1 197 0 0,-9 6-328 0 0,1 1 0 0 0,1 0 0 0 0,0 1 0 0 0,1 1 0 0 0,0 0 1 0 0,1 0-1 0 0,0 1 0 0 0,2 0 0 0 0,0 1 0 0 0,0 0 0 0 0,1 0 0 0 0,1 1 0 0 0,-4 19 0 0 0,1 10-246 0 0,2 0 0 0 0,2 0-1 0 0,1 0 1 0 0,6 70 0 0 0,31 186-33 0 0,-5-75 21 0 0,33 353-115 0 0,-11 63-215 0 0,-30-322 69 0 0,128 755-1341 0 0,-125-949 1406 0 0,105 465-2207 0 0,-115-547 2246 0 0,-4-8 168 0 0,2-1 1 0 0,2 0-1 0 0,23 48 1 0 0,-33-75 77 0 0,0 0-1 0 0,-1 0 1 0 0,0 0 0 0 0,0 0 0 0 0,-1 0-1 0 0,0 1 1 0 0,-1-1 0 0 0,0 0-1 0 0,-2 15 1 0 0,2 23 647 0 0,1-33-527 0 0,0-3-116 0 0,0 1 0 0 0,-1 0 0 0 0,-2 18 0 0 0,2-28-38 0 0,0 0-1 0 0,0 0 1 0 0,-1 0 0 0 0,1 0-1 0 0,-1 0 1 0 0,1-1-1 0 0,-1 1 1 0 0,0 0 0 0 0,0 0-1 0 0,0 0 1 0 0,0-1-1 0 0,0 1 1 0 0,0 0-1 0 0,0-1 1 0 0,0 1 0 0 0,-1-1-1 0 0,1 1 1 0 0,-1-1-1 0 0,1 0 1 0 0,-1 1 0 0 0,1-1-1 0 0,-1 0 1 0 0,0 0-1 0 0,0 0 1 0 0,1 0-1 0 0,-1-1 1 0 0,-3 2 0 0 0,-1-1 32 0 0,0-1 1 0 0,1 0 0 0 0,-1 0 0 0 0,0-1 0 0 0,1 0 0 0 0,-1 0 0 0 0,1 0-1 0 0,-1 0 1 0 0,1-1 0 0 0,-1 0 0 0 0,1 0 0 0 0,-6-3 0 0 0,-59-37 355 0 0,69 41-417 0 0,-18-10-10 0 0,-1 0-1 0 0,0 1 1 0 0,-1 1 0 0 0,0 1-1 0 0,-33-8 1 0 0,-113-15-19 0 0,62 22-63 0 0,68 7 31 0 0,0-2-1 0 0,-46-10 1 0 0,53 9 48 0 0,1 1 0 0 0,-1 2 0 0 0,0 1 0 0 0,1 1 0 0 0,-39 5 0 0 0,-58 0 0 0 0,51-7-2247 0 0,-118 12 1 0 0,160-9 414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8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181 101 2713 0 0,'-163'61'6546'0'0,"147"-51"-6555"0"0,15-7-273 0 0,18-11 56 0 0,34-14 690 0 0,1 2 1 0 0,0 3-1 0 0,78-15 1 0 0,-112 29-441 0 0,-1 1 1 0 0,1 0 0 0 0,24 2 0 0 0,-27 1 34 0 0,1-2 1 0 0,-1 1-1 0 0,1-2 0 0 0,27-6 1 0 0,-3-1 438 0 0,1 1 0 0 0,66-4 0 0 0,-65 9 217 0 0,0-2-1 0 0,58-14 1 0 0,-81 17-95 0 0,-19 2-567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36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12 188 1840 0 0,'-5'-5'1722'0'0,"5"5"-1622"0"0,-1 0 0 0 0,1-1 0 0 0,0 1-1 0 0,0 0 1 0 0,-1 0 0 0 0,1 0 0 0 0,0 0 0 0 0,-1 0 0 0 0,1 0 0 0 0,0-1 0 0 0,0 1 0 0 0,-1 0 0 0 0,1-1 200 0 0,-1 1-200 0 0,1 0-1 0 0,0 0 1 0 0,0-1 0 0 0,0 1 0 0 0,0 0 0 0 0,-1 0 0 0 0,1-1 0 0 0,0 1 0 0 0,0 0 0 0 0,0-1 0 0 0,0 1 0 0 0,0 0 0 0 0,0 0 0 0 0,0-1 0 0 0,0 1 0 0 0,0 0-1 0 0,0-1 1 0 0,0 1 0 0 0,0 0 0 0 0,0-1 0 0 0,0 1 0 0 0,0 0 0 0 0,0-1 0 0 0,0 1 0 0 0,0 0 0 0 0,0 0 0 0 0,0-1 0 0 0,1 1 0 0 0,-1 0 0 0 0,0-1-1 0 0,0 1 1 0 0,0 0 0 0 0,1-1 200 0 0,-1 1-200 0 0,0 0 0 0 0,1-1 0 0 0,6-4 144 0 0,0 0 0 0 0,1 0 0 0 0,-1 1 0 0 0,1 0-1 0 0,0 0 1 0 0,1 1 0 0 0,-1 0 0 0 0,0 1 0 0 0,1-1 0 0 0,12 0 0 0 0,16-2 643 0 0,46 1 0 0 0,-17 1-752 0 0,216-32 741 0 0,13-1-639 0 0,-12 7-322 0 0,-251 22-548 0 0,-13-2-3983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37.1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54 2761 0 0,'-11'-31'838'0'0,"10"30"-607"0"0,1-1-1 0 0,-1 1 1 0 0,1 0-1 0 0,-1-1 1 0 0,0 1-1 0 0,1 0 1 0 0,-1 0-1 0 0,0-1 1 0 0,0 1-1 0 0,0 0 1 0 0,0 0-1 0 0,0 0 1 0 0,0 0 0 0 0,0 0-1 0 0,0 0 1 0 0,-1 1-1 0 0,1-1 1 0 0,0 0-1 0 0,-2 0 1 0 0,9 41 3834 0 0,-3-21-3514 0 0,-1 0-1 0 0,-1 27 1 0 0,-1-33-527 0 0,0-1-1 0 0,0 1 0 0 0,2 0 0 0 0,-1-1 0 0 0,2 1 0 0 0,5 19 1 0 0,-8-31-20 0 0,23 57 139 0 0,-2 0 1 0 0,-4 2-1 0 0,14 82 0 0 0,-15-13-162 0 0,-7-38-47 0 0,39 166-1 0 0,-46-252 216 0 0,-1 1 0 0 0,1-1 0 0 0,0 1 0 0 0,0-1 0 0 0,0 0 0 0 0,1 0 0 0 0,0 0 0 0 0,0 0 0 0 0,1 0 0 0 0,-1 0 0 0 0,1-1 0 0 0,5 6 0 0 0,-3-9 921 0 0,-6-1-1106 0 0,1 0-1 0 0,-1 0 1 0 0,0 0 0 0 0,0 0-1 0 0,0 0 1 0 0,0 0 0 0 0,1 0-1 0 0,-1-1 1 0 0,0 1 0 0 0,0 1-1 0 0,0-1 1 0 0,0 0 0 0 0,0 0-1 0 0,1 0 1 0 0,-1 0 0 0 0,0 0-1 0 0,0 0 1 0 0,0 0 0 0 0,0 0-1 0 0,1 0 1 0 0,-1 0 0 0 0,0 0-1 0 0,0 0 1 0 0,0 0 0 0 0,0 0-1 0 0,0 1 1 0 0,0-1 0 0 0,1 0-1 0 0,-1 0 1 0 0,0 0-1 0 0,0 0 1 0 0,0 0 0 0 0,0 0-1 0 0,0 1 1 0 0,0-1 0 0 0,0 0-1 0 0,0 0 1 0 0,0 0 0 0 0,0 0-1 0 0,0 0 1 0 0,0 1 0 0 0,0-1-1 0 0,0 0 1 0 0,0 0 0 0 0,0 0-1 0 0,0 0 1 0 0,0 1 0 0 0,0-1-1 0 0,0 0 1 0 0,0 0 0 0 0,0 0-1 0 0,0 0 1 0 0,0 1 0 0 0,0-1-1 0 0,0 0 1 0 0,0 0 0 0 0,0 0-1 0 0,0 0 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1.9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48 4425 0 0,'-19'-3'7831'0'0,"48"3"-5624"0"0,37-4-3404 0 0,-50 2 1822 0 0,148-18-896 0 0,-96 4-5079 0 0,-57 13 1777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2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6 3225 0 0,'-25'-5'5032'0'0,"25"24"-2761"0"0,5 35-1169 0 0,3 0 1 0 0,18 64-1 0 0,18 31-2174 0 0,-34-115-3513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73 3225 0 0,'32'-5'3913'0'0,"26"-15"-783"0"0,62-14 0 0 0,-97 29-3370 0 0,0 2 0 0 0,0 0 0 0 0,1 1 0 0 0,-1 1-1 0 0,46 5 1 0 0,-53-2-1115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9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 6913 0 0,'-1'1'320'0'0,"-1"0"0"0"0,1 0 0 0 0,0 0 0 0 0,0 0 0 0 0,-1 0 0 0 0,1 0 0 0 0,0 0-1 0 0,0 1 1 0 0,1-1 0 0 0,-1 0 0 0 0,0 1 0 0 0,0-1 0 0 0,1 1 0 0 0,-1-1 0 0 0,0 1-1 0 0,1-1 1 0 0,0 1 0 0 0,-1-1 0 0 0,1 1 0 0 0,0 0 0 0 0,0 2 0 0 0,2 43-999 0 0,0-20 1114 0 0,-2 46-1005 0 0,3 0-1 0 0,18 101 1 0 0,-14-140-3776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3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45 3225 0 0,'-18'0'333'0'0,"16"0"-13"0"0,-1 0 0 0 0,0 0 1 0 0,1 0-1 0 0,-1 0 0 0 0,0-1 1 0 0,0 1-1 0 0,1-1 0 0 0,-1 1 1 0 0,0-1-1 0 0,-3-2 1 0 0,6 3-249 0 0,0-1 0 0 0,0 1 0 0 0,0-1 0 0 0,0 1 0 0 0,0-1 0 0 0,0 1 0 0 0,0-1 0 0 0,1 1 0 0 0,-1-1 0 0 0,0 1 0 0 0,0-1 0 0 0,1 1 0 0 0,-1-1 0 0 0,0 1 0 0 0,1 0 1 0 0,-1-1-1 0 0,0 1 0 0 0,1-1 0 0 0,-1 1 0 0 0,0 0 0 0 0,1-1 0 0 0,-1 1 0 0 0,1 0 0 0 0,-1 0 0 0 0,1-1 0 0 0,-1 1 0 0 0,1 0 0 0 0,-1 0 0 0 0,1 0 0 0 0,-1-1 0 0 0,1 1 0 0 0,-1 0 1 0 0,1 0-1 0 0,-1 0 0 0 0,1 0 0 0 0,0 0 0 0 0,21-7 1214 0 0,3 4-581 0 0,0 0 0 0 0,0 1-1 0 0,31 2 1 0 0,-31 1-2018 0 0,0-1 0 0 0,1-2 0 0 0,31-5-1 0 0,-40 4-1957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5985 0 0,'0'0'173'0'0,"-1"0"0"0"0,0 0 0 0 0,1 0 0 0 0,-1 0 0 0 0,1 0 0 0 0,-1 0 0 0 0,0 0 0 0 0,1 0 0 0 0,-1 0 0 0 0,1 0 0 0 0,-1 1 0 0 0,1-1 1 0 0,-1 0-1 0 0,0 0 0 0 0,1 1 0 0 0,-1-1 0 0 0,1 0 0 0 0,-1 0 0 0 0,1 1 0 0 0,-1-1 0 0 0,1 1 0 0 0,0-1 0 0 0,-1 0 0 0 0,1 1 0 0 0,-1-1 0 0 0,1 1 0 0 0,0-1 0 0 0,-1 1 0 0 0,1-1 0 0 0,0 1 0 0 0,0-1 0 0 0,-1 1 0 0 0,1-1 0 0 0,0 1 0 0 0,0 0 0 0 0,0-1 0 0 0,0 1 0 0 0,0-1 0 0 0,0 1 0 0 0,0 0 0 0 0,0-1 0 0 0,0 1 0 0 0,0-1 0 0 0,0 1 0 0 0,0-1 0 0 0,0 1 0 0 0,0 0 0 0 0,0-1 0 0 0,1 1 0 0 0,-1-1 0 0 0,0 1 0 0 0,0-1 0 0 0,1 1 0 0 0,-1-1 0 0 0,0 1 0 0 0,1 0 0 0 0,1 5-1605 0 0,22 80 2436 0 0,-10-40-1943 0 0,8 54-1 0 0,-12-28-1711 0 0,-5-31 1284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94 3681 0 0,'-1'1'4292'0'0,"20"-9"-2026"0"0,76-32 82 0 0,46 3-2698 0 0,-114 31-1465 0 0,-12 2-2086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4.2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0 2761 0 0,'-27'9'869'0'0,"-8"4"6301"0"0,34-12-6919 0 0,-1 0 1 0 0,1 0-1 0 0,0 1 0 0 0,-1-1 1 0 0,1 0-1 0 0,0 0 0 0 0,0 1 1 0 0,-1-1-1 0 0,1 1 0 0 0,0-1 1 0 0,1 1-1 0 0,-1-1 0 0 0,0 1 1 0 0,0 0-1 0 0,1-1 0 0 0,-1 1 1 0 0,1 0-1 0 0,-1 2 0 0 0,-1 12-29 0 0,0-1 1 0 0,2 1-1 0 0,0-1 0 0 0,0 0 0 0 0,4 19 0 0 0,1-7-886 0 0,1-1 0 0 0,2 1 0 0 0,0-1 0 0 0,14 27 0 0 0,-10-27-449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4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1 109 2761 0 0,'0'-2'188'0'0,"0"1"0"0"0,0 0 0 0 0,-1-1 1 0 0,1 1-1 0 0,0-1 0 0 0,0 1 1 0 0,0-1-1 0 0,0 1 0 0 0,0 0 1 0 0,1-1-1 0 0,-1 1 0 0 0,0-1 0 0 0,1 1 1 0 0,-1 0-1 0 0,1-1 0 0 0,-1 1 1 0 0,1 0-1 0 0,0-1 0 0 0,1 0 0 0 0,0-2 204 0 0,1 1 0 0 0,0-1 0 0 0,0 1 0 0 0,1 0 0 0 0,-1 0 0 0 0,5-3 0 0 0,3-1 353 0 0,-1 1 1 0 0,1 1 0 0 0,0-1 0 0 0,11-3 0 0 0,-7 4-658 0 0,-1 1 1 0 0,1 1-1 0 0,0 0 1 0 0,0 1-1 0 0,25-1 1 0 0,-24 4-4953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39 456 0 0,'8'-6'3764'0'0,"16"-1"-2788"0"0,-19 6-521 0 0,74-20-21 0 0,-73 19-410 0 0,1 1 1 0 0,0 1-1 0 0,-1-1 1 0 0,1 1-1 0 0,0 0 1 0 0,0 1-1 0 0,-1-1 0 0 0,1 1 1 0 0,11 4-1 0 0,-17-5-24 0 0,0 0-1 0 0,0 1 1 0 0,0-1-1 0 0,1 1 0 0 0,-1-1 1 0 0,0 1-1 0 0,-1 0 1 0 0,1-1-1 0 0,0 1 0 0 0,0 0 1 0 0,0 0-1 0 0,0 0 0 0 0,0-1 1 0 0,-1 1-1 0 0,1 0 1 0 0,0 0-1 0 0,-1 0 0 0 0,1 0 1 0 0,-1 0-1 0 0,1 0 1 0 0,-1 2-1 0 0,2 7-66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45 1376 0 0,'0'0'66'0'0,"17"-3"4532"0"0,75-29-891 0 0,-49 24-4772 0 0,-32 6-2080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 4145 0 0,'2'-3'44'0'0,"1"1"0"0"0,-1-1 0 0 0,1 1 0 0 0,-1-1 0 0 0,1 1 1 0 0,0 0-1 0 0,0 0 0 0 0,0 0 0 0 0,0 0 0 0 0,0 0 0 0 0,0 1 0 0 0,1 0 0 0 0,-1-1 1 0 0,1 1-1 0 0,-1 0 0 0 0,1 1 0 0 0,6-2 0 0 0,-6 2 3 0 0,1-1 0 0 0,-1 0-1 0 0,1 1 1 0 0,-1 0 0 0 0,0 0 0 0 0,1 0 0 0 0,-1 1 0 0 0,0 0-1 0 0,1-1 1 0 0,-1 2 0 0 0,0-1 0 0 0,0 0 0 0 0,0 1-1 0 0,7 3 1 0 0,-9-3-43 0 0,-1-1 0 0 0,0 0 0 0 0,1 1 0 0 0,-1-1 0 0 0,0 1 0 0 0,0 0 0 0 0,0-1 0 0 0,0 1 0 0 0,0 0 0 0 0,0 0 0 0 0,-1 0 0 0 0,1-1 0 0 0,-1 1 0 0 0,1 0 0 0 0,-1 3 0 0 0,2 4-4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1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105 152 4145 0 0,'-6'2'174'0'0,"0"1"0"0"0,0 0-1 0 0,0 0 1 0 0,0 0 0 0 0,0 0 0 0 0,1 1 0 0 0,-1 0 0 0 0,1 0 0 0 0,0 1-1 0 0,1-1 1 0 0,-1 1 0 0 0,1 0 0 0 0,0 0 0 0 0,0 1 0 0 0,0-1 0 0 0,1 1-1 0 0,0 0 1 0 0,0 0 0 0 0,0 0 0 0 0,1 0 0 0 0,0 1 0 0 0,0-1 0 0 0,0 1 0 0 0,1-1-1 0 0,0 1 1 0 0,1-1 0 0 0,-1 1 0 0 0,1 0 0 0 0,1 7 0 0 0,2 17 39 0 0,2 1 0 0 0,1-2 0 0 0,1 1 0 0 0,2-1 0 0 0,1 0 0 0 0,1 0 0 0 0,1-1 0 0 0,2-1 0 0 0,1 0 0 0 0,1-1 0 0 0,2-1 1 0 0,30 37-1 0 0,-42-57-97 0 0,1 1 0 0 0,-1-1 0 0 0,1 0 0 0 0,0-1 0 0 0,1 0 1 0 0,-1 0-1 0 0,1 0 0 0 0,0-1 0 0 0,0 0 0 0 0,0-1 0 0 0,1 0 0 0 0,-1 0 1 0 0,1-1-1 0 0,11 2 0 0 0,-9-3 32 0 0,-1 0 1 0 0,0-1-1 0 0,1-1 1 0 0,-1 0-1 0 0,1 0 1 0 0,-1-1-1 0 0,0 0 1 0 0,0-1-1 0 0,0 0 1 0 0,0 0-1 0 0,-1-1 1 0 0,11-6-1 0 0,-9 4-69 0 0,1 1 0 0 0,-2-2 0 0 0,1 0 0 0 0,-1 0 0 0 0,0-1 0 0 0,-1 0 0 0 0,1 0 0 0 0,-2-1 0 0 0,1-1 0 0 0,-1 1 0 0 0,-1-1 0 0 0,0-1 0 0 0,0 1 0 0 0,-1-1 0 0 0,0 0 0 0 0,-1-1 0 0 0,0 1-1 0 0,-1-1 1 0 0,-1 0 0 0 0,1 0 0 0 0,-2-1 0 0 0,0 1 0 0 0,0-1 0 0 0,-1-15 0 0 0,-1-5 290 0 0,-1 0 0 0 0,-2 0 0 0 0,-1 1-1 0 0,-2-1 1 0 0,-9-31 0 0 0,9 48-262 0 0,0-1 0 0 0,-1 1 1 0 0,0 1-1 0 0,-1-1 0 0 0,-1 1 0 0 0,0 1 0 0 0,-2 0 1 0 0,1 0-1 0 0,-1 1 0 0 0,-1 0 0 0 0,-17-14 1 0 0,13 15-8 0 0,0 0 1 0 0,0 1 0 0 0,-1 0 0 0 0,-30-13 0 0 0,41 21-116 0 0,-1 0 0 0 0,0 1 0 0 0,0 0 0 0 0,0 0-1 0 0,0 0 1 0 0,0 1 0 0 0,0 0 0 0 0,0 0 0 0 0,0 1 0 0 0,0 0 0 0 0,-1 0 0 0 0,1 1 0 0 0,0 0 0 0 0,0 0 0 0 0,0 0 0 0 0,-9 4 0 0 0,13-4-143 0 0,0 1 0 0 0,0 0 1 0 0,0 0-1 0 0,0 0 0 0 0,0 0 1 0 0,0 0-1 0 0,1 1 0 0 0,-1-1 1 0 0,1 1-1 0 0,0 0 0 0 0,-4 5 1 0 0,-8 22-3883 0 0,9-17-1791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1.7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91 920 0 0,'32'-6'6314'0'0,"2"-3"-4367"0"0,177-51-4492 0 0,-182 49 2478 0 0,-16 6 67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6 4609 0 0,'-3'-1'562'0'0,"1"0"0"0"0,-1 0 1 0 0,0 0-1 0 0,0 1 0 0 0,0-1 1 0 0,0 1-1 0 0,0-1 0 0 0,0 1 0 0 0,0 0 1 0 0,1 0-1 0 0,-4 1 0 0 0,5 0-430 0 0,0-1 0 0 0,0 1 1 0 0,0-1-1 0 0,0 1 0 0 0,0 0 0 0 0,0-1 1 0 0,0 1-1 0 0,0 0 0 0 0,1 0 0 0 0,-1 0 1 0 0,0 0-1 0 0,0 0 0 0 0,1 0 0 0 0,-1 0 0 0 0,1 0 1 0 0,-1 0-1 0 0,1 0 0 0 0,-1 0 0 0 0,1 0 1 0 0,0 0-1 0 0,0 0 0 0 0,-1 0 0 0 0,1 1 1 0 0,0-1-1 0 0,0 0 0 0 0,0 0 0 0 0,0 0 0 0 0,0 0 1 0 0,0 0-1 0 0,1 1 0 0 0,-1 0 0 0 0,15 150 1534 0 0,-10-119-3212 0 0,11 33 1 0 0,-7-38-3679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7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301 26 5529 0 0,'-8'-4'213'0'0,"-2"0"0"0"0,1 0 0 0 0,0 1 0 0 0,-1 0 0 0 0,1 1-1 0 0,-1 0 1 0 0,0 1 0 0 0,1-1 0 0 0,-1 2 0 0 0,0 0 0 0 0,0 0 0 0 0,-15 2-1 0 0,18 0-72 0 0,1-1-1 0 0,-1 1 1 0 0,1 0-1 0 0,-1 1 1 0 0,1-1-1 0 0,0 1 1 0 0,0 0-1 0 0,0 1 1 0 0,1 0-1 0 0,-1-1 1 0 0,1 2-1 0 0,0-1 1 0 0,0 1-1 0 0,0 0 1 0 0,1 0-1 0 0,-1 0 1 0 0,1 0-1 0 0,1 1 1 0 0,-5 6-1 0 0,0 4-97 0 0,0 0 0 0 0,2 1 0 0 0,0 0-1 0 0,0 0 1 0 0,2 0 0 0 0,0 0 0 0 0,1 1-1 0 0,1 0 1 0 0,0-1 0 0 0,1 1 0 0 0,3 31-1 0 0,0-34-146 0 0,1 0 0 0 0,0 0-1 0 0,1 0 1 0 0,0-1 0 0 0,2 1-1 0 0,-1-1 1 0 0,2-1 0 0 0,0 1-1 0 0,0-1 1 0 0,1 0 0 0 0,1-1-1 0 0,0 0 1 0 0,1 0 0 0 0,12 11-1 0 0,-6-7 51 0 0,1-1 0 0 0,0-1 0 0 0,1-1 0 0 0,1-1 0 0 0,0 0 0 0 0,0-1 0 0 0,33 12-1 0 0,-42-19-102 0 0,0-1 0 0 0,-1-1 0 0 0,1 1 0 0 0,0-2 0 0 0,0 1-1 0 0,1-1 1 0 0,-1-1 0 0 0,0 0 0 0 0,0 0 0 0 0,0-1 0 0 0,0-1 0 0 0,0 1-1 0 0,0-2 1 0 0,0 1 0 0 0,0-1 0 0 0,-1-1 0 0 0,1 0 0 0 0,15-8-1 0 0,-10 2 222 0 0,0-1-1 0 0,0 0 1 0 0,-1 0-1 0 0,-1-1 1 0 0,0-1-1 0 0,-1 0 1 0 0,0-1-1 0 0,-1-1 1 0 0,0 0-1 0 0,13-26 1 0 0,-18 31 17 0 0,-1 0-1 0 0,-1-1 1 0 0,0 1-1 0 0,-1-1 1 0 0,0 0 0 0 0,0 0-1 0 0,-1 0 1 0 0,0-1 0 0 0,-1 1-1 0 0,-1 0 1 0 0,0-1-1 0 0,0 1 1 0 0,-1 0 0 0 0,-1 0-1 0 0,1-1 1 0 0,-2 1 0 0 0,0 0-1 0 0,-4-11 1 0 0,-2 1 230 0 0,-1 0 1 0 0,-1 0-1 0 0,0 1 1 0 0,-2 1-1 0 0,0 0 1 0 0,-1 1-1 0 0,-22-22 1 0 0,29 33-288 0 0,-1 0 0 0 0,1 1 1 0 0,-1 0-1 0 0,-1 1 0 0 0,1 0 0 0 0,-1 0 1 0 0,0 1-1 0 0,0 0 0 0 0,0 0 0 0 0,-16-3 1 0 0,17 5-366 0 0,0 1 1 0 0,0 0 0 0 0,0 1-1 0 0,1 0 1 0 0,-1 0 0 0 0,0 1-1 0 0,0 0 1 0 0,0 1 0 0 0,-8 2-1 0 0,-4 2-3145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1 100 6913 0 0,'12'-6'741'0'0,"0"1"0"0"0,0-2-1 0 0,0 1 1 0 0,13-11 0 0 0,-12 8-360 0 0,1 0 0 0 0,21-10 0 0 0,-26 16-1149 0 0,1 0 0 0 0,0 0 1 0 0,0 1-1 0 0,13-1 0 0 0,17-4-1136 0 0,-38 6 1904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3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 0 2817 0 0,'-18'6'165'0'0,"-17"6"210"0"0,17-1 2611 0 0,18-9-2714 0 0,1 1 0 0 0,-1-1 0 0 0,1 1 1 0 0,0 0-1 0 0,0-1 0 0 0,-1 1 1 0 0,2-1-1 0 0,-1 0 0 0 0,0 1 0 0 0,3 3 1 0 0,2 5-18 0 0,4 22-342 0 0,-4-13-273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3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262 33 2304 0 0,'-15'-8'1608'0'0,"7"4"-735"0"0,0-1 0 0 0,-1 2-1 0 0,0-1 1 0 0,-12-3 0 0 0,17 7-632 0 0,0-1 0 0 0,-1 1 0 0 0,1 0 0 0 0,0 0 0 0 0,0 0 0 0 0,0 0 0 0 0,0 1 0 0 0,0 0-1 0 0,0-1 1 0 0,1 1 0 0 0,-1 1 0 0 0,0-1 0 0 0,-7 4 0 0 0,3-1-151 0 0,0 0-1 0 0,0 0 1 0 0,0 1 0 0 0,0 0-1 0 0,1 0 1 0 0,0 1 0 0 0,0 0-1 0 0,1 0 1 0 0,-1 1 0 0 0,1 0-1 0 0,1 0 1 0 0,-1 0-1 0 0,1 1 1 0 0,0 0 0 0 0,1 0-1 0 0,0 0 1 0 0,0 0 0 0 0,1 1-1 0 0,0-1 1 0 0,1 1 0 0 0,-1 0-1 0 0,2 0 1 0 0,-1 0-1 0 0,1 0 1 0 0,1 0 0 0 0,0 0-1 0 0,1 14 1 0 0,0 7-190 0 0,2 0 0 0 0,2 0 1 0 0,0 0-1 0 0,15 43 0 0 0,-16-62 39 0 0,0-1 0 0 0,1 1 0 0 0,0-1-1 0 0,1-1 1 0 0,0 1 0 0 0,1-1 0 0 0,-1 0 0 0 0,2 0 0 0 0,-1-1-1 0 0,1 0 1 0 0,1 0 0 0 0,-1-1 0 0 0,1 0 0 0 0,1-1 0 0 0,12 8-1 0 0,-11-9 74 0 0,-1 0-1 0 0,1 0 1 0 0,0-1-1 0 0,1-1 1 0 0,-1 1-1 0 0,1-2 0 0 0,-1 0 1 0 0,1 0-1 0 0,0-1 1 0 0,0 0-1 0 0,0-1 1 0 0,0-1-1 0 0,23-3 0 0 0,-27 2 78 0 0,0 0-1 0 0,0-1 0 0 0,-1 0 0 0 0,1 0 0 0 0,-1-1 0 0 0,0 0 0 0 0,1 0 1 0 0,-2-1-1 0 0,1 0 0 0 0,-1 0 0 0 0,1 0 0 0 0,-1-1 0 0 0,-1 0 0 0 0,1 0 1 0 0,-1 0-1 0 0,0-1 0 0 0,0 0 0 0 0,-1 0 0 0 0,0 0 0 0 0,-1 0 0 0 0,4-9 0 0 0,-2 2 161 0 0,-1-1-1 0 0,0 1 0 0 0,-1-1 0 0 0,0 0 0 0 0,-2-1 1 0 0,1 1-1 0 0,-2 0 0 0 0,0 0 0 0 0,-1 0 0 0 0,0-1 0 0 0,-6-21 1 0 0,0 7-277 0 0,-2 1 0 0 0,-1 0 0 0 0,-1 0 1 0 0,-26-45-1 0 0,36 72-232 0 0,-17-28 101 0 0,6 17-1205 0 0,0 7-3321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4.2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1 137 8290 0 0,'8'-2'518'0'0,"1"0"0"0"0,-1 0 0 0 0,0-1 0 0 0,0-1 0 0 0,0 1 0 0 0,0-1 0 0 0,0 0 0 0 0,-1-1 0 0 0,13-10 0 0 0,-2 4-26 0 0,24-20-28 0 0,4-2-2705 0 0,-14 16-4686 0 0,-29 16 6766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4.4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8754 0 0,'-29'13'9345'0'0,"33"-10"-9113"0"0,1 3-342 0 0,0-1-1 0 0,0 1 1 0 0,0 0 0 0 0,-1 0 0 0 0,0 1 0 0 0,0-1 0 0 0,-1 1 0 0 0,0 0 0 0 0,0 0 0 0 0,4 15 0 0 0,1 12-2449 0 0,5 40 0 0 0,-4-19-4 0 0,-1-17 2033 0 0,-1 2 391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324 74 5529 0 0,'-2'-4'133'0'0,"0"0"-1"0"0,0 0 1 0 0,0 0-1 0 0,-1 1 1 0 0,0-1-1 0 0,0 1 1 0 0,0 0-1 0 0,0-1 1 0 0,0 1 0 0 0,-1 1-1 0 0,1-1 1 0 0,-1 0-1 0 0,0 1 1 0 0,0 0-1 0 0,0 0 1 0 0,0 0-1 0 0,0 1 1 0 0,0-1-1 0 0,0 1 1 0 0,-1 0-1 0 0,1 0 1 0 0,0 0 0 0 0,-1 1-1 0 0,1-1 1 0 0,-1 1-1 0 0,1 0 1 0 0,0 0-1 0 0,-1 1 1 0 0,1 0-1 0 0,-1-1 1 0 0,1 1-1 0 0,0 1 1 0 0,-6 1-1 0 0,0 3-122 0 0,0 0-1 0 0,0 1 0 0 0,1 0 0 0 0,0 1 0 0 0,0 0 0 0 0,1 0 1 0 0,-1 1-1 0 0,2 0 0 0 0,0 0 0 0 0,0 1 0 0 0,0 0 0 0 0,-6 14 0 0 0,-1 5 325 0 0,1 1 0 0 0,1 0 0 0 0,-10 39 0 0 0,18-54-308 0 0,1 0-1 0 0,0 1 1 0 0,0-1-1 0 0,2 1 1 0 0,0-1-1 0 0,1 1 1 0 0,0-1-1 0 0,1 1 1 0 0,4 17-1 0 0,-2-23-51 0 0,-1 0 0 0 0,2 0 0 0 0,0-1 0 0 0,0 1 0 0 0,0-1 0 0 0,1 0 0 0 0,1 0 0 0 0,0-1 0 0 0,0 0 0 0 0,0 0 0 0 0,1 0 0 0 0,0 0 0 0 0,1-1-1 0 0,14 11 1 0 0,-4-6-156 0 0,0-1-1 0 0,1-1 1 0 0,0-1-1 0 0,0 0 1 0 0,1-2-1 0 0,0 0 1 0 0,1-1-1 0 0,-1-1 1 0 0,1-1-1 0 0,36 2 0 0 0,-37-5 389 0 0,0 0-1 0 0,0-1 0 0 0,0-2 1 0 0,0 0-1 0 0,0-1 0 0 0,0-1 1 0 0,0 0-1 0 0,-1-2 1 0 0,1 0-1 0 0,-1-2 0 0 0,22-11 1 0 0,-30 12-83 0 0,-1 0 1 0 0,0-1 0 0 0,0 0 0 0 0,-1-1 0 0 0,0 0 0 0 0,-1 0-1 0 0,0 0 1 0 0,0-1 0 0 0,-1-1 0 0 0,0 1 0 0 0,-1-1 0 0 0,0-1 0 0 0,-1 1-1 0 0,0-1 1 0 0,-1 1 0 0 0,0-1 0 0 0,-1-1 0 0 0,0 1 0 0 0,-1 0-1 0 0,1-16 1 0 0,-1-5 581 0 0,-1 0 0 0 0,-2 0 1 0 0,-2 0-1 0 0,0 0 0 0 0,-3 1 0 0 0,-14-51 0 0 0,18 75-709 0 0,0 1-1 0 0,0-1 1 0 0,-1 1 0 0 0,-1 0 0 0 0,1 0 0 0 0,-1 0-1 0 0,0 1 1 0 0,0 0 0 0 0,-1-1 0 0 0,0 1-1 0 0,0 1 1 0 0,-9-8 0 0 0,8 8-593 0 0,-1 0 0 0 0,-1 0 0 0 0,1 1 0 0 0,-1 0 0 0 0,1 1 0 0 0,-17-6 0 0 0,-1 2-5034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84 920 0 0,'-2'-4'3927'0'0,"2"3"-3861"0"0,7-8 2268 0 0,9-5 206 0 0,-4 6-1606 0 0,0 1 0 0 0,0 0-1 0 0,1 1 1 0 0,0 1 0 0 0,1 0 0 0 0,21-5-1 0 0,-24 7-1213 0 0,-1 1 0 0 0,1 1 0 0 0,0 0-1 0 0,-1 1 1 0 0,16 1 0 0 0,-14 0-5032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 6449 0 0,'-1'1'311'0'0,"0"0"0"0"0,0 0 0 0 0,0 0 0 0 0,1 0-1 0 0,-1 0 1 0 0,0 0 0 0 0,1 0 0 0 0,-1 0 0 0 0,1 0 0 0 0,-1 1-1 0 0,1-1 1 0 0,0 0 0 0 0,-1 0 0 0 0,1 1 0 0 0,0-1 0 0 0,0 0-1 0 0,0 0 1 0 0,0 1 0 0 0,0-1 0 0 0,0 0 0 0 0,1 3-1 0 0,4 26 2657 0 0,14 24 81 0 0,-12-34-3317 0 0,0 1 0 0 0,-1 0-1 0 0,5 32 1 0 0,-8-27-6298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8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245 1 456 0 0,'-21'11'1183'0'0,"0"1"-1"0"0,1 1 1 0 0,0 1 0 0 0,-32 28-1 0 0,43-33-704 0 0,0 0-1 0 0,0 1 0 0 0,0 0 0 0 0,1 0 0 0 0,1 1 1 0 0,-10 18-1 0 0,9-14-388 0 0,2 0 0 0 0,0 0 0 0 0,1 0 0 0 0,0 1 0 0 0,1 0 0 0 0,1 0 0 0 0,1 0 0 0 0,0 0 0 0 0,1 0 0 0 0,1 1 0 0 0,0-1 0 0 0,1 0 0 0 0,1 0 0 0 0,4 19 0 0 0,1-7-46 0 0,1-1-1 0 0,1 0 1 0 0,2 0-1 0 0,21 41 1 0 0,-25-56-43 0 0,1-1 0 0 0,0 1 0 0 0,0-1 0 0 0,2 0 0 0 0,-1-1 0 0 0,1 0 0 0 0,0-1 0 0 0,1 0 0 0 0,0 0 0 0 0,1-1 0 0 0,18 9 0 0 0,-2-3 126 0 0,73 34 204 0 0,-88-42-350 0 0,1-2 0 0 0,0 1 0 0 0,0-2 0 0 0,0 0 0 0 0,22 2 0 0 0,-28-5 75 0 0,0-1 0 0 0,0 0-1 0 0,0 0 1 0 0,0-1-1 0 0,0 0 1 0 0,0 0 0 0 0,-1-1-1 0 0,1 0 1 0 0,-1 0 0 0 0,1-1-1 0 0,-1 0 1 0 0,0 0-1 0 0,-1 0 1 0 0,1-1 0 0 0,-1 0-1 0 0,0-1 1 0 0,0 1-1 0 0,0-1 1 0 0,-1 0 0 0 0,0-1-1 0 0,0 1 1 0 0,3-8-1 0 0,1 0 239 0 0,0 0 0 0 0,-2-1 0 0 0,0 0 0 0 0,-1 0 0 0 0,0-1 0 0 0,-1 0 0 0 0,-1 0 0 0 0,0 0-1 0 0,2-31 1 0 0,-6 33-76 0 0,-1 0-1 0 0,0 0 1 0 0,-1 0-1 0 0,-1 0 0 0 0,-6-21 1 0 0,-28-69 917 0 0,14 45-878 0 0,16 37-200 0 0,-2 0 1 0 0,0 0-1 0 0,-2 1 0 0 0,0 1 0 0 0,-19-27 1 0 0,25 40-38 0 0,-1 0 0 0 0,0 0-1 0 0,-1 1 1 0 0,1 0 0 0 0,-1 0 0 0 0,-1 1 0 0 0,1 0 0 0 0,-1 0 0 0 0,1 0 0 0 0,-2 1-1 0 0,1 0 1 0 0,0 1 0 0 0,-1 0 0 0 0,1 0 0 0 0,-1 1 0 0 0,-18-3 0 0 0,26 5-39 0 0,-4-1-118 0 0,-1 1 0 0 0,1-1 0 0 0,0 1 0 0 0,-1 0 0 0 0,1 1 0 0 0,-10 1 0 0 0,13-2-224 0 0,0 1 0 0 0,0 0 0 0 0,0 0 0 0 0,0 0 0 0 0,0 0 0 0 0,0 0 1 0 0,0 0-1 0 0,0 1 0 0 0,0-1 0 0 0,1 1 0 0 0,-1-1 0 0 0,-1 3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9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338 69 456 0 0,'-13'-9'1753'0'0,"7"4"-1342"0"0,0 1 0 0 0,0 0 0 0 0,0 0 0 0 0,0 0-1 0 0,-1 1 1 0 0,0 0 0 0 0,0 0 0 0 0,0 1-1 0 0,0 0 1 0 0,0 0 0 0 0,0 1 0 0 0,0-1 0 0 0,-15 1-1 0 0,15 1-22 0 0,-1 0 0 0 0,0 1-1 0 0,0 0 1 0 0,0 1-1 0 0,0-1 1 0 0,1 2 0 0 0,-1-1-1 0 0,1 1 1 0 0,-1 0-1 0 0,1 0 1 0 0,0 1 0 0 0,-8 5-1 0 0,7-3-195 0 0,1 1 0 0 0,-1-1 0 0 0,1 1 0 0 0,0 1 0 0 0,1-1 0 0 0,0 1 0 0 0,0 0 0 0 0,-9 17 0 0 0,8-10-207 0 0,1 0-1 0 0,0 0 1 0 0,1 1 0 0 0,0 0-1 0 0,2 0 1 0 0,0 0 0 0 0,0 0-1 0 0,2 0 1 0 0,0 1 0 0 0,0-1-1 0 0,4 29 1 0 0,0-35 1 0 0,0 1 0 0 0,0-1 1 0 0,1 0-1 0 0,0 0 0 0 0,0 0 0 0 0,1 0 0 0 0,1-1 0 0 0,0 0 1 0 0,0 0-1 0 0,0 0 0 0 0,10 8 0 0 0,9 9-100 0 0,1-1-1 0 0,29 22 1 0 0,-41-36-58 0 0,2 0 1 0 0,-1 0-1 0 0,2-2 1 0 0,-1 0 0 0 0,1-1-1 0 0,0-1 1 0 0,1 0-1 0 0,0-1 1 0 0,26 5 0 0 0,-34-9 247 0 0,0-1-1 0 0,-1 0 1 0 0,1-1 0 0 0,0 0 0 0 0,-1 0 0 0 0,1-1-1 0 0,-1 0 1 0 0,1-1 0 0 0,-1 0 0 0 0,1 0 0 0 0,-1-1 0 0 0,0 0-1 0 0,0-1 1 0 0,0 0 0 0 0,0 0 0 0 0,-1-1 0 0 0,0 0 0 0 0,0-1-1 0 0,14-12 1 0 0,-12 6 116 0 0,0 0-1 0 0,0 0 1 0 0,-2-1-1 0 0,1 0 0 0 0,-2-1 1 0 0,0 1-1 0 0,0-2 1 0 0,-1 1-1 0 0,-1-1 0 0 0,0 0 1 0 0,-2 0-1 0 0,1 0 1 0 0,-2 0-1 0 0,0-1 1 0 0,0-26-1 0 0,-2 19 117 0 0,-1 0-1 0 0,0 1 1 0 0,-2-1 0 0 0,-1 0 0 0 0,0 1 0 0 0,-2 0-1 0 0,-1 0 1 0 0,0 0 0 0 0,-2 1 0 0 0,-12-22-1 0 0,18 36-315 0 0,-1 1 0 0 0,-1-1 0 0 0,1 1 0 0 0,-1 0 0 0 0,0 1-1 0 0,0-1 1 0 0,-1 1 0 0 0,0 0 0 0 0,0 1 0 0 0,0-1 0 0 0,0 1 0 0 0,-1 0-1 0 0,1 1 1 0 0,-1-1 0 0 0,0 1 0 0 0,0 1 0 0 0,0-1 0 0 0,-1 1-1 0 0,1 1 1 0 0,-1-1 0 0 0,-13 0 0 0 0,14 2-337 0 0,0 0-1 0 0,0 1 1 0 0,0 0-1 0 0,0 0 1 0 0,0 1-1 0 0,-8 2 1 0 0,7-1-497 0 0,1 0 1 0 0,0 1 0 0 0,0 0-1 0 0,0 0 1 0 0,1 0 0 0 0,-7 6-1 0 0,-4 4-4258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9.8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275 252 2304 0 0,'-44'-38'3001'0'0,"37"31"-2410"0"0,0 1-1 0 0,-1-1 1 0 0,0 1-1 0 0,0 0 1 0 0,-12-6-1 0 0,17 10-525 0 0,-1 1 0 0 0,1 0 0 0 0,-1 0 0 0 0,1 0 0 0 0,-1 0 0 0 0,1 1-1 0 0,-1-1 1 0 0,1 1 0 0 0,-1 0 0 0 0,0 0 0 0 0,1 0 0 0 0,-1 1 0 0 0,1-1 0 0 0,-1 1 0 0 0,1 0 0 0 0,-1 0-1 0 0,1 0 1 0 0,0 0 0 0 0,-5 3 0 0 0,2-1-9 0 0,-1 0-1 0 0,1 1 1 0 0,0 0-1 0 0,0 0 1 0 0,0 0-1 0 0,1 1 1 0 0,0 0-1 0 0,-1 0 1 0 0,2 0-1 0 0,-1 1 1 0 0,1 0-1 0 0,-1 0 1 0 0,2 0-1 0 0,-1 0 1 0 0,1 0-1 0 0,0 1 1 0 0,0 0-1 0 0,0-1 1 0 0,1 1-1 0 0,0 0 1 0 0,1 0-1 0 0,0 0 1 0 0,0 0-1 0 0,0 1 1 0 0,1-1-1 0 0,0 0 1 0 0,0 0-1 0 0,1 0 1 0 0,0 1-1 0 0,0-1 1 0 0,1 0-1 0 0,0 0 1 0 0,0 0-1 0 0,0-1 1 0 0,1 1-1 0 0,4 8 1 0 0,3 3-64 0 0,2 1 0 0 0,-1-1 0 0 0,2-1 0 0 0,0 0 0 0 0,1-1 0 0 0,1 0 0 0 0,0-1 0 0 0,35 26 0 0 0,-35-31-10 0 0,0 0 1 0 0,0-1-1 0 0,1-1 0 0 0,0-1 1 0 0,0 0-1 0 0,1 0 1 0 0,0-2-1 0 0,0 0 1 0 0,1-1-1 0 0,-1-1 1 0 0,24 1-1 0 0,-30-4 84 0 0,0-1 0 0 0,-1 0 0 0 0,1-1 0 0 0,-1 0 0 0 0,1-1 0 0 0,-1 0 0 0 0,0-1-1 0 0,0 0 1 0 0,0 0 0 0 0,-1-1 0 0 0,1-1 0 0 0,-1 1 0 0 0,0-1 0 0 0,-1-1 0 0 0,1 0 0 0 0,-1 0 0 0 0,-1-1 0 0 0,13-15 0 0 0,-4 3 249 0 0,-1 0 0 0 0,-1-2 0 0 0,-1 1 0 0 0,-1-1 1 0 0,-1-1-1 0 0,-1 0 0 0 0,7-25 0 0 0,-15 37-170 0 0,0 0 0 0 0,-1 0-1 0 0,0 0 1 0 0,0 0-1 0 0,-1 0 1 0 0,-1 0 0 0 0,0 0-1 0 0,0 0 1 0 0,-1 1 0 0 0,-1-1-1 0 0,1 0 1 0 0,-2 1-1 0 0,1 0 1 0 0,-2-1 0 0 0,-8-15-1 0 0,3 8-2 0 0,-1 0-1 0 0,-1 1 0 0 0,0 0 1 0 0,-1 1-1 0 0,-1 1 0 0 0,0 0 1 0 0,-25-20-1 0 0,34 32-149 0 0,1 0 0 0 0,-1 0 0 0 0,0 0 0 0 0,1 0 0 0 0,-1 1 0 0 0,-1 0 0 0 0,-7-3 0 0 0,-12 4-1563 0 0,22 2 1044 0 0,1-1 0 0 0,0 1 0 0 0,-1 0 0 0 0,1-1 0 0 0,0 1 0 0 0,0 0 1 0 0,0 0-1 0 0,-1 1 0 0 0,-1 0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0.4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286 136 2304 0 0,'-8'-4'549'0'0,"0"0"0"0"0,-1 1 0 0 0,1 0 0 0 0,-1 0-1 0 0,0 1 1 0 0,0 0 0 0 0,0 0 0 0 0,0 1-1 0 0,0 0 1 0 0,-14 1 0 0 0,16 1-309 0 0,1 0 1 0 0,0 0-1 0 0,0 1 0 0 0,0 0 1 0 0,0 0-1 0 0,0 0 0 0 0,0 1 1 0 0,0 0-1 0 0,1 0 0 0 0,-1 0 1 0 0,1 1-1 0 0,0-1 1 0 0,0 1-1 0 0,0 1 0 0 0,-8 8 1 0 0,4-1-219 0 0,1 0 1 0 0,-1 1-1 0 0,2 0 0 0 0,0 0 1 0 0,0 1-1 0 0,2-1 1 0 0,-1 1-1 0 0,2 1 1 0 0,0-1-1 0 0,0 1 1 0 0,2-1-1 0 0,0 1 1 0 0,0 0-1 0 0,1 0 1 0 0,1 0-1 0 0,1 0 0 0 0,3 21 1 0 0,-2-20-203 0 0,1-2-1 0 0,0 1 1 0 0,1 0 0 0 0,0-1 0 0 0,2 1-1 0 0,-1-1 1 0 0,2 0 0 0 0,0-1-1 0 0,0 0 1 0 0,2 0 0 0 0,-1 0 0 0 0,2-1-1 0 0,-1-1 1 0 0,2 0 0 0 0,-1 0 0 0 0,1-1-1 0 0,15 10 1 0 0,2-2-123 0 0,1-1 0 0 0,0-2-1 0 0,2-1 1 0 0,0-1 0 0 0,0-1 0 0 0,1-2 0 0 0,0-2 0 0 0,51 7-1 0 0,-73-14 267 0 0,0 0-1 0 0,1-1 1 0 0,-1-1-1 0 0,0 0 0 0 0,0 0 1 0 0,0-1-1 0 0,0 0 1 0 0,-1-1-1 0 0,1 0 1 0 0,-1-1-1 0 0,1 0 0 0 0,-1 0 1 0 0,0-1-1 0 0,0 0 1 0 0,9-8-1 0 0,-11 8 182 0 0,-1 0-1 0 0,0-1 1 0 0,0 0 0 0 0,-1 0-1 0 0,0 0 1 0 0,0-1-1 0 0,0 1 1 0 0,-1-1 0 0 0,0 0-1 0 0,0-1 1 0 0,-1 1 0 0 0,0-1-1 0 0,0 1 1 0 0,0-1-1 0 0,-1 0 1 0 0,-1 0 0 0 0,1 0-1 0 0,-1 0 1 0 0,-1-11 0 0 0,-1-13 969 0 0,-2 0 1 0 0,-1 1-1 0 0,-1-1 1 0 0,-13-38 0 0 0,-48-119 2179 0 0,57 167-2954 0 0,-1 0-1 0 0,0 0 0 0 0,-28-39 1 0 0,32 53-531 0 0,0 0 0 0 0,-1 0 1 0 0,0 0-1 0 0,0 1 1 0 0,-1 0-1 0 0,0 1 1 0 0,0-1-1 0 0,-1 2 1 0 0,0-1-1 0 0,0 1 0 0 0,-17-7 1 0 0,9 7-5900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6.3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 5529 0 0,'0'0'156'0'0,"0"1"0"0"0,0-1-1 0 0,0 1 1 0 0,-1-1 0 0 0,1 1-1 0 0,0-1 1 0 0,0 1 0 0 0,0-1-1 0 0,1 1 1 0 0,-1 0 0 0 0,0-1-1 0 0,0 1 1 0 0,0-1 0 0 0,0 1-1 0 0,0-1 1 0 0,1 1 0 0 0,-1-1-1 0 0,0 0 1 0 0,0 1 0 0 0,1-1-1 0 0,-1 1 1 0 0,0-1 0 0 0,1 1-1 0 0,-1-1 1 0 0,0 0 0 0 0,1 1-1 0 0,-1-1 1 0 0,1 0 0 0 0,-1 1-1 0 0,1-1 1 0 0,-1 0 0 0 0,1 0-1 0 0,-1 1 1 0 0,0-1 0 0 0,1 0-1 0 0,0 0 1 0 0,-1 0 0 0 0,1 0-1 0 0,-1 0 1 0 0,1 1 0 0 0,0-1 0 0 0,24 8 1138 0 0,-18-9-1155 0 0,0 0 1 0 0,0 0 0 0 0,0-1 0 0 0,0 0 0 0 0,0 0 0 0 0,0 0 0 0 0,8-5-1 0 0,-7 3-362 0 0,0 1-1 0 0,1 0 1 0 0,15-3-1 0 0,-21 5-291 0 0,1 1 0 0 0,0 0 0 0 0,-1-1-1 0 0,1 2 1 0 0,0-1 0 0 0,-1 0 0 0 0,7 2 0 0 0,1 2-3573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6.8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 1840 0 0,'46'-7'4013'0'0,"-39"5"-3997"0"0,0 0 0 0 0,-1 1-1 0 0,1 0 1 0 0,0 0-1 0 0,0 1 1 0 0,-1 0-1 0 0,1 0 1 0 0,11 2-1 0 0,39 18-84 0 0,-46-15 2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7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79 4145 0 0,'0'-3'316'0'0,"1"1"-1"0"0,0-1 1 0 0,0 1 0 0 0,0 0 0 0 0,0 0-1 0 0,1-1 1 0 0,-1 1 0 0 0,0 0 0 0 0,1 0-1 0 0,0 0 1 0 0,-1 0 0 0 0,1 0 0 0 0,4-2-1 0 0,28-21 458 0 0,-24 20-888 0 0,23-9 689 0 0,-31 13-836 0 0,0 1-1 0 0,0 0 0 0 0,0 0 1 0 0,0 0-1 0 0,-1 0 0 0 0,1 0 1 0 0,0 0-1 0 0,0 0 0 0 0,0 1 1 0 0,-1-1-1 0 0,3 1 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7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0 102 6449 0 0,'26'-20'2826'0'0,"-6"7"-2784"0"0,-8 4-181 0 0,1 1 0 0 0,0 0 0 0 0,0 1 0 0 0,0 0 0 0 0,1 1 0 0 0,0 1 0 0 0,0 0 0 0 0,20-4 0 0 0,-25 7 127 0 0,-1-1-48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7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26 282 1376 0 0,'-11'-40'1418'0'0,"7"29"-683"0"0,1 0 0 0 0,1 1-1 0 0,0-1 1 0 0,-2-16 164 0 0,6 30-666 0 0,-1-1 0 0 0,1 1 0 0 0,-1 0-1 0 0,0 0 1 0 0,0 0 0 0 0,0 0 0 0 0,-1 1 0 0 0,1-1 0 0 0,0 3 0 0 0,39 216 2340 0 0,-31-191-2481 0 0,0-1 1 0 0,2 0-1 0 0,2-1 0 0 0,0 0 1 0 0,20 29-1 0 0,-12-23-80 0 0,2-1 1 0 0,1-2-1 0 0,2 0 1 0 0,1-2-1 0 0,54 48 1 0 0,-79-76 4 0 0,0 0 0 0 0,1-1 0 0 0,-1 1 1 0 0,0-1-1 0 0,1 1 0 0 0,0-1 1 0 0,-1 0-1 0 0,1 0 0 0 0,0 0 1 0 0,-1 0-1 0 0,1-1 0 0 0,0 1 0 0 0,0-1 1 0 0,-1 1-1 0 0,1-1 0 0 0,5 0 1 0 0,-6-1-6 0 0,-1 1 1 0 0,1-1 0 0 0,0 0-1 0 0,0 0 1 0 0,-1 0 0 0 0,1 0 0 0 0,-1 0-1 0 0,1 0 1 0 0,-1 0 0 0 0,1 0-1 0 0,-1-1 1 0 0,0 1 0 0 0,1 0-1 0 0,-1-1 1 0 0,0 1 0 0 0,0-1-1 0 0,0 1 1 0 0,0-1 0 0 0,0 0 0 0 0,-1 0-1 0 0,1 1 1 0 0,0-1 0 0 0,-1 0-1 0 0,0 0 1 0 0,1-3 0 0 0,4-20 73 0 0,-1 0 1 0 0,-1 0 0 0 0,-1 0-1 0 0,-3-29 1 0 0,-13-104-491 0 0,0-22-847 0 0,14 178 1253 0 0,-1-2-12 0 0,1 0 0 0 0,0 1 1 0 0,0-1-1 0 0,1 0 0 0 0,-1 0 1 0 0,1 1-1 0 0,0-1 0 0 0,0 0 1 0 0,0 1-1 0 0,0-1 0 0 0,2-3 0 0 0,10 37 106 0 0,1 16 246 0 0,-5-12 124 0 0,19 46 0 0 0,-24-71-434 0 0,0-1-1 0 0,0 0 0 0 0,1 0 1 0 0,0 0-1 0 0,1 0 1 0 0,-1-1-1 0 0,1 0 0 0 0,1 0 1 0 0,0 0-1 0 0,9 6 0 0 0,-12-10 13 0 0,-1 0 0 0 0,1-1 0 0 0,0 0 0 0 0,1 0 0 0 0,-1 0-1 0 0,0 0 1 0 0,1-1 0 0 0,-1 1 0 0 0,1-1 0 0 0,-1 0 0 0 0,1-1-1 0 0,-1 1 1 0 0,1-1 0 0 0,0 0 0 0 0,-1 0 0 0 0,1 0 0 0 0,0-1-1 0 0,-1 1 1 0 0,1-1 0 0 0,-1 0 0 0 0,1-1 0 0 0,-1 1-1 0 0,0-1 1 0 0,1 0 0 0 0,-1 0 0 0 0,0 0 0 0 0,0 0 0 0 0,0-1-1 0 0,-1 0 1 0 0,1 0 0 0 0,0 0 0 0 0,4-5 0 0 0,0-1 111 0 0,0 1 0 0 0,-1-2 1 0 0,0 1-1 0 0,0-1 0 0 0,-1 0 1 0 0,-1 0-1 0 0,1-1 0 0 0,-2 0 1 0 0,1 0-1 0 0,-2 0 0 0 0,5-21 1 0 0,-3 5-156 0 0,-2-1 1 0 0,-1 0-1 0 0,-2 0 1 0 0,0 0-1 0 0,-2 1 1 0 0,-1-1-1 0 0,-2 0 1 0 0,0 1 0 0 0,-2 0-1 0 0,0 0 1 0 0,-18-38-1 0 0,-1 21-1189 0 0,3 20-4239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266 6 920 0 0,'-7'-2'86'0'0,"0"1"-1"0"0,0 0 0 0 0,0 0 1 0 0,0 0-1 0 0,1 1 0 0 0,-1 0 1 0 0,0 1-1 0 0,0-1 0 0 0,0 1 1 0 0,0 1-1 0 0,0-1 0 0 0,1 1 1 0 0,-1 0-1 0 0,1 0 0 0 0,-1 1 1 0 0,1 0-1 0 0,0 0 1 0 0,0 1-1 0 0,0 0 0 0 0,1 0 1 0 0,-1 0-1 0 0,1 0 0 0 0,-8 10 1 0 0,1-2-10 0 0,2 1 1 0 0,0 1-1 0 0,0 0 0 0 0,2 0 1 0 0,-1 1-1 0 0,2 0 1 0 0,0 0-1 0 0,1 1 1 0 0,0 0-1 0 0,2 0 1 0 0,0 0-1 0 0,0 1 1 0 0,2 0-1 0 0,0-1 1 0 0,0 1-1 0 0,2 0 0 0 0,3 30 1 0 0,-2-41-90 0 0,0 0-1 0 0,0-1 1 0 0,1 1 0 0 0,0-1-1 0 0,0 1 1 0 0,1-1 0 0 0,-1 0-1 0 0,6 8 1 0 0,-7-12 9 0 0,0 0 0 0 0,0 0 0 0 0,0 0 0 0 0,0 0 0 0 0,0 0 0 0 0,0 0 0 0 0,0 0 0 0 0,0 0 0 0 0,0 0 0 0 0,0-1 0 0 0,0 1 0 0 0,1-1 0 0 0,-1 1 0 0 0,0-1 0 0 0,0 1 0 0 0,1-1 0 0 0,-1 1 0 0 0,0-1 0 0 0,1 0 0 0 0,-1 0 0 0 0,0 0 0 0 0,1 0 0 0 0,-1 0 0 0 0,0 0 0 0 0,1 0 0 0 0,-1 0 0 0 0,1-1 0 0 0,-1 1 0 0 0,0 0 0 0 0,0-1 0 0 0,1 1 0 0 0,-1-1 0 0 0,0 1 0 0 0,0-1 0 0 0,0 0 0 0 0,1 0 0 0 0,-1 1 0 0 0,0-1 0 0 0,0 0 0 0 0,0 0 0 0 0,1-1 0 0 0,14-14 25 0 0,-1 0 1 0 0,0-1-1 0 0,-1-1 1 0 0,-1 0-1 0 0,-1 0 1 0 0,0-2-1 0 0,-1 1 1 0 0,-2-1-1 0 0,15-41 1 0 0,-21 47 112 0 0,0 0 0 0 0,-1-1 0 0 0,0-16 0 0 0,-2 18 763 0 0,1 0 0 0 0,1 0 0 0 0,6-25 0 0 0,1 69 1804 0 0,-6 2-2263 0 0,-2-8-194 0 0,2 0-1 0 0,1 0 0 0 0,1-1 1 0 0,12 38-1 0 0,-15-56-384 0 0,1 0 0 0 0,0 0 0 0 0,0 0-1 0 0,0 0 1 0 0,1-1 0 0 0,-1 1 0 0 0,2-1 0 0 0,-1 0 0 0 0,0 0 0 0 0,1-1 0 0 0,0 1-1 0 0,0-1 1 0 0,0 0 0 0 0,1 0 0 0 0,-1-1 0 0 0,1 1 0 0 0,0-1 0 0 0,0-1 0 0 0,0 1-1 0 0,0-1 1 0 0,0 0 0 0 0,11 2 0 0 0,15-4-1626 0 0,-16-3 773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7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49 3681 0 0,'0'-3'169'0'0,"-5"-27"-19"0"0,5 29-19 0 0,0 1 1 0 0,0-1-1 0 0,-1 0 0 0 0,1 1 0 0 0,0-1 0 0 0,0 0 0 0 0,0 1 1 0 0,-1-1-1 0 0,1 0 0 0 0,0 1 0 0 0,0-1 0 0 0,-1 0 0 0 0,1 1 1 0 0,-1-1-1 0 0,1 1 0 0 0,-1-1 0 0 0,1 1 0 0 0,-1-1 0 0 0,1 1 1 0 0,-1-1-1 0 0,1 1 0 0 0,-1 0 0 0 0,1-1 0 0 0,-1 1 0 0 0,0 0 1 0 0,1-1-1 0 0,-1 1 0 0 0,0 0 0 0 0,1 0 0 0 0,-1 0 0 0 0,0-1 1 0 0,1 1-1 0 0,-1 0 0 0 0,0 0 0 0 0,1 0 0 0 0,-1 0 0 0 0,-1 0 1 0 0,1 1 14 0 0,0 0 0 0 0,0 0 0 0 0,0 0 0 0 0,0-1 0 0 0,0 1 0 0 0,0 0 0 0 0,1 0 0 0 0,-1 0 0 0 0,0 0 0 0 0,0 0 0 0 0,1 0 0 0 0,-1 1 0 0 0,1-1 0 0 0,-1 0 0 0 0,1 0 0 0 0,-1 0 0 0 0,1 1 0 0 0,0-1 0 0 0,-1 2 0 0 0,-2 29 187 0 0,2-26-250 0 0,0 20 196 0 0,1 1 0 0 0,1-1 0 0 0,2 0 0 0 0,0 0 0 0 0,2-1 0 0 0,14 47 0 0 0,67 144 450 0 0,-75-190-829 0 0,-1-5-384 0 0,0 0 0 0 0,15 21 0 0 0,-22-36 39 0 0,1-1 1 0 0,-1 0-1 0 0,2 0 0 0 0,-1 0 0 0 0,0 0 0 0 0,1-1 0 0 0,0 0 1 0 0,0 0-1 0 0,0 0 0 0 0,1 0 0 0 0,-1-1 0 0 0,10 4 0 0 0,-6-5-734 0 0,2-3-1309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9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0 238 3137 0 0,'5'-38'59'0'0,"10"-82"1151"0"0,-12 41 4842 0 0,-5 82-4725 0 0,-3 12 201 0 0,-3 21 29 0 0,4-7-1025 0 0,3 1 1 0 0,0-1-1 0 0,2 0 1 0 0,1 1-1 0 0,1-1 1 0 0,8 31-1 0 0,6 6-1376 0 0,36 96 0 0 0,-41-129-5247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2.1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54 116 8754 0 0,'-6'-8'572'0'0,"0"-1"-1"0"0,1 0 1 0 0,0 0 0 0 0,1-1 0 0 0,0 1-1 0 0,0-1 1 0 0,1 0 0 0 0,0 0 0 0 0,-1-11-1 0 0,2 11 65 0 0,0 9-324 0 0,-1 9-276 0 0,1 11-185 0 0,3 407-924 0 0,2-283 1083 0 0,8 73 279 0 0,9 0-1 0 0,59 262 1 0 0,89 543 3318 0 0,-160-866-3454 0 0,-13-91-2744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2.8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0 478 6913 0 0,'0'-1'131'0'0,"1"1"-1"0"0,-1-1 0 0 0,1 0 0 0 0,0 1 0 0 0,-1-1 0 0 0,1 0 0 0 0,-1 1 1 0 0,1-1-1 0 0,0 1 0 0 0,-1 0 0 0 0,1-1 0 0 0,0 1 0 0 0,0-1 0 0 0,-1 1 0 0 0,1 0 1 0 0,0 0-1 0 0,0-1 0 0 0,-1 1 0 0 0,1 0 0 0 0,0 0 0 0 0,0 0 0 0 0,1 0 0 0 0,31-9-194 0 0,29-2 202 0 0,1 3 0 0 0,78 0 0 0 0,15-1 402 0 0,134-18 790 0 0,196-22 851 0 0,352-50-54 0 0,1390-109-1128 0 0,-245 167 1602 0 0,-1573 67-2598 0 0,-238 3-5801 0 0,-128-20-327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3.7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5981 1 12443 0 0,'1'21'769'0'0,"1"0"0"0"0,1 0 0 0 0,1-1 0 0 0,1 1 0 0 0,7 21 0 0 0,45 98 689 0 0,-27-77-1280 0 0,1 2-164 0 0,45 133 0 0 0,68 537-56 0 0,-69-288 31 0 0,-45-254-258 0 0,5 209 0 0 0,-10-79 55 0 0,-17-259 753 0 0,3-1-1 0 0,2-1 1 0 0,3 0 0 0 0,3-1 0 0 0,45 100 0 0 0,-52-137-516 0 0,-1 0 1 0 0,-2 1-1 0 0,0 0 1 0 0,-2 0 0 0 0,0 1-1 0 0,2 28 1 0 0,-8-54-53 0 0,-1 1-1 0 0,0 1 1 0 0,0-1 0 0 0,0 0-1 0 0,0 0 1 0 0,1 0 0 0 0,-1 0 0 0 0,0 0-1 0 0,-1 0 1 0 0,1 0 0 0 0,0 0-1 0 0,0 0 1 0 0,0 0 0 0 0,-1 0-1 0 0,1 0 1 0 0,0 0 0 0 0,-1 0 0 0 0,1 0-1 0 0,-1 0 1 0 0,1-1 0 0 0,-1 1-1 0 0,1 0 1 0 0,-1 0 0 0 0,0 0-1 0 0,0-1 1 0 0,1 1 0 0 0,-1 0 0 0 0,-2 1-1 0 0,1-2-20 0 0,-1 1 1 0 0,0 0-1 0 0,-1-1 0 0 0,1 0 0 0 0,0 0 0 0 0,0 0 0 0 0,0 0 1 0 0,-4-1-1 0 0,-6 0-74 0 0,-169 1-58 0 0,-22-2 308 0 0,-244-44-1508 0 0,-141-7 192 0 0,552 52 1167 0 0,-577-9-353 0 0,310 13-356 0 0,-655 16-67 0 0,3 53 2309 0 0,6-11 368 0 0,566-46-165 0 0,-208 44-1617 0 0,528-45-740 0 0,-109 41 0 0 0,20-5-302 0 0,123-45 130 0 0,17-6-3932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4.7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1 6449 0 0,'-4'5'5094'0'0,"4"-5"-4990"0"0,1 18 995 0 0,7 20-882 0 0,-3-24 27 0 0,0-1 0 0 0,2 0-1 0 0,8 14 1 0 0,14 28 1239 0 0,-20-28-1006 0 0,0 1 0 0 0,-2 0 0 0 0,-1 0 0 0 0,3 40 0 0 0,-1 118 100 0 0,-7-134-452 0 0,109 1733 70 0 0,-43-1133 1794 0 0,-54-578-1523 0 0,3 0-1 0 0,3-1 1 0 0,32 78-1 0 0,-15-31-374 0 0,-34-115-1661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6.0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 33 5985 0 0,'-23'-32'12404'0'0,"26"40"-10219"0"0,3 5-2308 0 0,10 33 566 0 0,-1 2-1 0 0,-2 0 1 0 0,-3 0-1 0 0,7 76 1 0 0,12 60-1505 0 0,-22-156-131 0 0,0-1 1 0 0,2 1-1 0 0,1-1 1 0 0,20 36-1 0 0,-27-55-195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6.3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31 320 1840 0 0,'-3'-25'258'0'0,"-4"-72"3151"0"0,7 86-3003 0 0,0-1 0 0 0,1 1 0 0 0,0-1 0 0 0,1 1 1 0 0,0 0-1 0 0,5-13 0 0 0,-4 18-293 0 0,0 0 0 0 0,0 0 0 0 0,1 1 0 0 0,0-1 0 0 0,0 1 1 0 0,1 0-1 0 0,-1 0 0 0 0,1 1 0 0 0,0-1 0 0 0,0 1 0 0 0,1 0 0 0 0,-1 0 0 0 0,1 1 1 0 0,0-1-1 0 0,0 1 0 0 0,0 1 0 0 0,0-1 0 0 0,9-2 0 0 0,3 0 18 0 0,0 0 0 0 0,0 2-1 0 0,1-1 1 0 0,-1 2 0 0 0,26 0 0 0 0,-21 2 174 0 0,1 1 1 0 0,-1 1 0 0 0,30 7 0 0 0,-47-8-290 0 0,-1 0 0 0 0,1 1 0 0 0,0-1 0 0 0,-1 1 0 0 0,1 1 1 0 0,-1-1-1 0 0,1 1 0 0 0,-1 0 0 0 0,0 0 0 0 0,0 0 0 0 0,-1 1 0 0 0,1 0 1 0 0,-1 0-1 0 0,0 0 0 0 0,0 0 0 0 0,0 1 0 0 0,0 0 0 0 0,4 7 0 0 0,-7-9 21 0 0,0 1 0 0 0,0 0 0 0 0,-1-1 0 0 0,1 1 0 0 0,-1 0 0 0 0,0-1 0 0 0,0 1 0 0 0,0 0 0 0 0,0-1-1 0 0,-1 1 1 0 0,1 0 0 0 0,-1-1 0 0 0,0 1 0 0 0,0-1 0 0 0,-1 1 0 0 0,1-1 0 0 0,-1 0 0 0 0,1 1 0 0 0,-1-1-1 0 0,0 0 1 0 0,0 0 0 0 0,-1 0 0 0 0,-2 3 0 0 0,-6 8 205 0 0,-1-2 0 0 0,-1 1 0 0 0,-20 15 0 0 0,17-16-122 0 0,-1 0-1 0 0,-1-1 1 0 0,0-1 0 0 0,0 0-1 0 0,-1-1 1 0 0,0-1 0 0 0,-40 10-1 0 0,43-14-233 0 0,0-2 1 0 0,0 1-1 0 0,0-2 0 0 0,-1 0 0 0 0,1-1 0 0 0,0-1 0 0 0,0 0 0 0 0,0-1 0 0 0,0-1 0 0 0,-27-8 0 0 0,31 7-5071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7.0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57 3225 0 0,'0'-5'859'0'0,"-1"0"131"0"0,1-1-1 0 0,0 0 1 0 0,1 0 0 0 0,0 1-1 0 0,-1-1 1 0 0,2 1 0 0 0,1-7-1 0 0,2 41 2672 0 0,0-3-3320 0 0,-3-12-261 0 0,31 261 1506 0 0,-28-215-2538 0 0,-4 0 0 0 0,-9 96-1 0 0,-4-97-4886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7.3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19 206 3681 0 0,'-19'-9'5449'0'0,"28"16"-3942"0"0,23 20-776 0 0,-2 1 1 0 0,-1 2-1 0 0,-1 1 0 0 0,27 38 0 0 0,-52-66-706 0 0,18 24 39 0 0,2-1 0 0 0,1-1-1 0 0,28 23 1 0 0,-40-38-64 0 0,-1-1 0 0 0,2-1 0 0 0,-1 0-1 0 0,1-1 1 0 0,0 0 0 0 0,1-1 0 0 0,0-1 0 0 0,-1 0-1 0 0,28 5 1 0 0,-39-9 52 0 0,1 0 0 0 0,0-1-1 0 0,0 1 1 0 0,0-1 0 0 0,-1 0 0 0 0,1 0-1 0 0,0 0 1 0 0,0 0 0 0 0,0-1 0 0 0,0 1-1 0 0,-1-1 1 0 0,1 1 0 0 0,0-1 0 0 0,-1 0-1 0 0,1 0 1 0 0,0 0 0 0 0,-1-1 0 0 0,1 1-1 0 0,-1-1 1 0 0,4-2 0 0 0,-4 2 104 0 0,0-1 0 0 0,-1 0 1 0 0,1 0-1 0 0,0 0 0 0 0,-1 0 0 0 0,0-1 0 0 0,1 1 0 0 0,-1 0 1 0 0,-1 0-1 0 0,1-1 0 0 0,0 1 0 0 0,-1-1 0 0 0,0 1 1 0 0,0 0-1 0 0,0-1 0 0 0,0-4 0 0 0,-15-148 3291 0 0,0 7-2813 0 0,3 17-578 0 0,2 76-6297 0 0,4 27-734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1.5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73 2761 0 0,'0'0'47'0'0,"0"0"0"0"0,-1 0 0 0 0,1 0 1 0 0,0-1-1 0 0,0 1 0 0 0,0 0 0 0 0,0 0 1 0 0,0 0-1 0 0,-1 0 0 0 0,1 0 142 0 0,0 0-142 0 0,0-1 1 0 0,0 1-1 0 0,0 0 0 0 0,0 0 0 0 0,0 0 1 0 0,-1 0-1 0 0,1 0 0 0 0,0 0 0 0 0,0-1 1 0 0,0 1-1 0 0,0 0 0 0 0,0 0 0 0 0,0 0 1 0 0,0 0-1 0 0,0 0 0 0 0,0-1 0 0 0,0 1 1 0 0,0 0-1 0 0,0 0 0 0 0,0 0 0 0 0,0 0 1 0 0,0 0-1 0 0,0-1 0 0 0,0 1 0 0 0,0 0 1 0 0,0 0-1 0 0,0 0 0 0 0,1 0 0 0 0,-1 0 1 0 0,0-1-1 0 0,0 1 0 0 0,0 0 142 0 0,0 0-142 0 0,1 0 1 0 0,10-7 1295 0 0,12-3 22 0 0,-23 10-1363 0 0,41-12 1064 0 0,1 1 0 0 0,1 2 0 0 0,57-5-1 0 0,-50 11-2896 0 0,55 3-1 0 0,-48 4-5089 0 0,-52-3 6442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1.8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143 1 2761 0 0,'-11'1'683'0'0,"-1"0"-1"0"0,0 0 1 0 0,1 2 0 0 0,-1-1 0 0 0,-21 9 0 0 0,30-9-444 0 0,0-1 0 0 0,0 1 0 0 0,0 0 0 0 0,0 0 0 0 0,0 0 0 0 0,0 0 0 0 0,0 1 0 0 0,1-1 0 0 0,-1 1 0 0 0,1 0 0 0 0,0 0 0 0 0,-1 0 1 0 0,1 0-1 0 0,1 0 0 0 0,-1 0 0 0 0,0 0 0 0 0,1 0 0 0 0,0 1 0 0 0,0-1 0 0 0,0 1 0 0 0,0-1 0 0 0,0 1 0 0 0,0 5 0 0 0,0 14 154 0 0,1 0 0 0 0,0 0 0 0 0,2 0 0 0 0,5 25-1 0 0,26 91-635 0 0,-31-128 114 0 0,7 22-263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1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69 7370 0 0,'0'0'62'0'0,"0"1"1"0"0,-1-1 0 0 0,1 0 0 0 0,0 0 0 0 0,0 0 0 0 0,-1 0 0 0 0,1 0 0 0 0,0 0 0 0 0,-1 0-1 0 0,1 0 1 0 0,0 0 0 0 0,0 1 0 0 0,-1-1 0 0 0,1 0 0 0 0,0 0 0 0 0,-1-1 0 0 0,1 1-1 0 0,0 0 1 0 0,0 0 0 0 0,-1 0 0 0 0,1 0 0 0 0,0 0 0 0 0,-1 0 0 0 0,1 0 0 0 0,0 0-1 0 0,0 0 1 0 0,-1-1 0 0 0,1 1 0 0 0,0 0 0 0 0,0 0 0 0 0,-1 0 0 0 0,1-1 0 0 0,0 1 0 0 0,0 0-1 0 0,0 0 1 0 0,-1 0 0 0 0,1-1 0 0 0,0 1 0 0 0,0 0 0 0 0,0 0 0 0 0,0-1 0 0 0,0 1-1 0 0,0 0 1 0 0,-1-1 0 0 0,1 1 0 0 0,0 0 0 0 0,0 0 0 0 0,0-1 0 0 0,0 1 0 0 0,0 0 0 0 0,0-1-1 0 0,0 1 1 0 0,16-15 2401 0 0,30-10 133 0 0,-32 20-2482 0 0,1 0 0 0 0,0 1 0 0 0,0 1 1 0 0,0 1-1 0 0,1 0 0 0 0,-1 1 0 0 0,18 0 0 0 0,2 3-1604 0 0,0 2 1 0 0,35 7 0 0 0,-48-6-3057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4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 45 3225 0 0,'-6'-2'643'0'0,"0"0"0"0"0,1 0 0 0 0,0-1 1 0 0,-1 0-1 0 0,1 0 0 0 0,0 0 1 0 0,1 0-1 0 0,-7-6 0 0 0,-9-6 3831 0 0,20 15-4341 0 0,-1 1 1 0 0,1-1-1 0 0,0 0 0 0 0,0 1 0 0 0,-1-1 0 0 0,1 0 1 0 0,0 1-1 0 0,0-1 0 0 0,-1 1 0 0 0,1-1 0 0 0,0 0 1 0 0,0 1-1 0 0,0-1 0 0 0,0 1 0 0 0,0-1 0 0 0,0 1 1 0 0,0-1-1 0 0,0 1 0 0 0,0-1 0 0 0,0 0 0 0 0,0 1 0 0 0,0-1 1 0 0,0 1-1 0 0,0-1 0 0 0,0 1 0 0 0,0-1 0 0 0,0 0 1 0 0,0 1-1 0 0,1-1 0 0 0,-1 1 0 0 0,0-1 0 0 0,1 1 1 0 0,3 25 166 0 0,-3-23-67 0 0,26 124 570 0 0,-6-42-7008 0 0,-12-53 600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7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80 90 1376 0 0,'-6'0'143'0'0,"0"0"-1"0"0,0 0 1 0 0,0 0 0 0 0,0-1-1 0 0,0 0 1 0 0,0 0-1 0 0,0 0 1 0 0,-7-3 0 0 0,12 3-8 0 0,0 1 0 0 0,0-1 0 0 0,0 1 1 0 0,0-1-1 0 0,-1 0 0 0 0,1 1 0 0 0,0-1 1 0 0,0 0-1 0 0,0 0 0 0 0,1 0 1 0 0,-1 1-1 0 0,0-1 0 0 0,0 0 0 0 0,0 0 1 0 0,1-1-1 0 0,-1 1 0 0 0,0 0 0 0 0,0-1 1 0 0,1 0 26 0 0,0 1 0 0 0,0 0 0 0 0,0-1 0 0 0,0 1-1 0 0,0-1 1 0 0,0 1 0 0 0,1 0 0 0 0,-1-1 0 0 0,0 1 0 0 0,1 0 0 0 0,-1-1 0 0 0,1 1 0 0 0,-1 0 0 0 0,1 0 0 0 0,0 0 0 0 0,0-1 0 0 0,-1 1 0 0 0,1 0 0 0 0,0 0 0 0 0,0 0 0 0 0,1-1 0 0 0,3-2 26 0 0,-1 1 0 0 0,1-1 0 0 0,-1 1 0 0 0,1 0 0 0 0,0 0 0 0 0,1 1 0 0 0,-1-1 0 0 0,0 1 0 0 0,1 0 0 0 0,-1 1 0 0 0,1-1 0 0 0,-1 1 0 0 0,1 0 0 0 0,0 1 0 0 0,8-1 0 0 0,11 1-360 0 0,-1 0 0 0 0,30 6 0 0 0,-48-6-258 0 0,0 1-1 0 0,0 0 1 0 0,0 0-1 0 0,0 0 1 0 0,0 1 0 0 0,0 0-1 0 0,0 0 1 0 0,-1 1-1 0 0,1 0 1 0 0,-1 0-1 0 0,9 6 1 0 0,-5 1 383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9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15 1840 0 0,'-10'-15'9049'0'0,"22"48"-8112"0"0,-1 0-1 0 0,9 56 1 0 0,-4-14-1453 0 0,-8-41-120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2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97 3225 0 0,'1'-2'110'0'0,"-1"1"1"0"0,1-1-1 0 0,0 1 1 0 0,-1-1-1 0 0,1 1 1 0 0,0 0 0 0 0,0-1-1 0 0,0 1 1 0 0,0 0-1 0 0,0 0 1 0 0,0 0-1 0 0,0 0 1 0 0,0 0-1 0 0,1 0 1 0 0,-1 0 0 0 0,0 0-1 0 0,3-1 1 0 0,27-16 1348 0 0,-25 15-1073 0 0,12-5 370 0 0,0 0 0 0 0,1 1 0 0 0,36-8 0 0 0,-30 10-731 0 0,0 1-1 0 0,1 1 1 0 0,-1 1-1 0 0,0 2 1 0 0,27 2 0 0 0,-31 1-906 0 0,-3 0-2509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5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6 5529 0 0,'0'0'223'0'0,"-1"-1"1"0"0,1 1-1 0 0,-1-1 0 0 0,0 1 0 0 0,1-1 0 0 0,-1 1 1 0 0,0 0-1 0 0,1-1 0 0 0,-1 1 0 0 0,0 0 1 0 0,1-1-1 0 0,-1 1 0 0 0,0 0 0 0 0,1 0 0 0 0,-1 0 1 0 0,0 0-1 0 0,0 0 0 0 0,1 0 0 0 0,-1 0 1 0 0,0 0-1 0 0,1 0 0 0 0,-1 0 0 0 0,0 0 0 0 0,0 0 1 0 0,1 0-1 0 0,-1 0 0 0 0,0 1 0 0 0,1-1 0 0 0,-1 0 1 0 0,0 1-1 0 0,1-1 0 0 0,-1 0 0 0 0,0 1 1 0 0,0 0-1 0 0,0 2 21 0 0,1-1 0 0 0,-1 0 0 0 0,1 1 0 0 0,0-1 0 0 0,0 0 0 0 0,0 1 0 0 0,0-1 0 0 0,0 0 0 0 0,1 4 0 0 0,0 7-640 0 0,5 58-356 0 0,18 74 1 0 0,-21-126 21 0 0,3 14-4069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7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28 456 0 0,'-1'0'5555'0'0,"4"-1"-5400"0"0,99-20 3453 0 0,-87 19-3615 0 0,0 0-1 0 0,0 1 1 0 0,-1 1 0 0 0,1 0-1 0 0,19 3 1 0 0,-18 1-3490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4.0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14 2761 0 0,'-10'-6'-171'0'0,"-4"-1"2340"0"0,14 7-2087 0 0,0 1 0 0 0,-1 0 0 0 0,1-1 1 0 0,0 1-1 0 0,-1-1 0 0 0,1 1 1 0 0,0 0-1 0 0,-1-1 0 0 0,1 1 0 0 0,0 0 1 0 0,0-1-1 0 0,0 1 0 0 0,0 0 0 0 0,0-1 1 0 0,0 1-1 0 0,0 0 0 0 0,0-1 1 0 0,0 1-1 0 0,0 0 0 0 0,0-1 0 0 0,0 1 1 0 0,0 0-1 0 0,1-1 0 0 0,-1 1 1 0 0,0-1-1 0 0,1 2 0 0 0,0 6 308 0 0,39 264 5944 0 0,-38-246-6579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0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 7370 0 0,'19'-4'6377'0'0,"-1"1"-6175"0"0,0 1 0 0 0,0 1 0 0 0,1 0 1 0 0,18 2-1 0 0,16 10-1194 0 0,-34-6-19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3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97 7370 0 0,'52'-34'3520'0'0,"-23"20"-2573"0"0,55-20-1 0 0,-71 30-1348 0 0,0 1 0 0 0,1 0 0 0 0,26-1-1 0 0,-22 4-3657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7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49 4609 0 0,'8'-5'623'0'0,"0"-1"0"0"0,0 1 1 0 0,1 0-1 0 0,-1 1 0 0 0,1 0 0 0 0,1 1 0 0 0,-1 0 0 0 0,14-3 1 0 0,-14 4-1090 0 0,0 0 0 0 0,0 0 0 0 0,0 1 0 0 0,0 1 0 0 0,15 0 0 0 0,-11 2-2731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1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57 5985 0 0,'38'-15'3115'0'0,"-12"8"-2693"0"0,-9-1-119 0 0,2 2 0 0 0,-1 0 0 0 0,31-6 1 0 0,-39 11-569 0 0,-1 0 0 0 0,1 1 1 0 0,-1 0-1 0 0,1 0 0 0 0,-1 1 1 0 0,1 0-1 0 0,-1 1 1 0 0,0 0-1 0 0,12 4 0 0 0,-9-1-773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3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31 6913 0 0,'0'0'35'0'0,"0"0"-1"0"0,0 1 1 0 0,0-1-1 0 0,0 0 0 0 0,0 0 1 0 0,0 0-1 0 0,0 0 0 0 0,0 0 1 0 0,0 0-1 0 0,0 0 0 0 0,0 0 1 0 0,0 1-1 0 0,0-1 1 0 0,0 0-1 0 0,0 0 0 0 0,0 0 1 0 0,0 0-1 0 0,0 0 0 0 0,0 0 1 0 0,0 0-1 0 0,0 1 0 0 0,0-1 1 0 0,0 0-1 0 0,0 0 1 0 0,0 0-1 0 0,0 0 0 0 0,0 0 1 0 0,0 0-1 0 0,0 0 0 0 0,0 0 1 0 0,0 1-1 0 0,1-1 0 0 0,-1 0 1 0 0,0 0-1 0 0,0 0 1 0 0,0 0-1 0 0,0 0 0 0 0,0 0 1 0 0,0 0-1 0 0,0 0 0 0 0,0 0 1 0 0,0 0-1 0 0,1 0 0 0 0,-1 0 1 0 0,0 0-1 0 0,0 0 1 0 0,0 0-1 0 0,0 0 0 0 0,0 0 1 0 0,0 0-1 0 0,0 0 0 0 0,1 0 1 0 0,-1 0-1 0 0,0 0 0 0 0,0 0 1 0 0,0 0-1 0 0,0 0 1 0 0,0 0-1 0 0,0 0 0 0 0,0 0 1 0 0,1 0-1 0 0,-1 0 0 0 0,0 0 1 0 0,0 0-1 0 0,0 0 0 0 0,0 0 1 0 0,18-2 1283 0 0,18-4 392 0 0,-8-2-1364 0 0,-12 3-53 0 0,-1 1-1 0 0,1 0 1 0 0,21-1-1 0 0,-28 4-899 0 0,-1 1 0 0 0,0 1 0 0 0,0 0 0 0 0,0 0 0 0 0,12 3 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6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96 1840 0 0,'29'-15'5764'0'0,"-1"2"-4259"0"0,66-32 2102 0 0,-83 40-3673 0 0,1 1 0 0 0,0 1 0 0 0,0-1 0 0 0,0 2-1 0 0,0 0 1 0 0,18-1 0 0 0,-15 6-2233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9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8290 0 0,'0'2'182'0'0,"1"0"0"0"0,0 0 1 0 0,0 0-1 0 0,0 0 0 0 0,0 0 0 0 0,0 0 1 0 0,0 0-1 0 0,1 0 0 0 0,-1 0 0 0 0,1-1 1 0 0,-1 1-1 0 0,1-1 0 0 0,0 1 1 0 0,-1-1-1 0 0,1 0 0 0 0,0 1 0 0 0,0-1 1 0 0,0 0-1 0 0,0 0 0 0 0,0 0 0 0 0,0 0 1 0 0,0-1-1 0 0,0 1 0 0 0,1-1 0 0 0,-1 1 1 0 0,0-1-1 0 0,0 0 0 0 0,0 0 1 0 0,3 0-1 0 0,32-3 1242 0 0,-6-9-3811 0 0,-20 7-881 0 0,-2 0-170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2.8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371 51 1376 0 0,'-1'-4'237'0'0,"-1"1"0"0"0,1 0 1 0 0,-1 0-1 0 0,0 0 0 0 0,0 0 0 0 0,0 1 0 0 0,0-1 0 0 0,-1 1 0 0 0,1-1 0 0 0,-1 1 0 0 0,1-1 0 0 0,-1 1 1 0 0,0 0-1 0 0,0 1 0 0 0,0-1 0 0 0,0 0 0 0 0,0 1 0 0 0,0-1 0 0 0,-1 1 0 0 0,1 0 0 0 0,0 0 0 0 0,-1 1 0 0 0,1-1 1 0 0,-1 1-1 0 0,1-1 0 0 0,-1 1 0 0 0,1 0 0 0 0,0 0 0 0 0,-1 1 0 0 0,1-1 0 0 0,-1 1 0 0 0,1-1 0 0 0,-1 1 0 0 0,1 0 1 0 0,0 1-1 0 0,0-1 0 0 0,0 0 0 0 0,-1 1 0 0 0,1 0 0 0 0,1 0 0 0 0,-1 0 0 0 0,0 0 0 0 0,0 0 0 0 0,1 0 1 0 0,-4 5-1 0 0,-26 24 653 0 0,-126 139 1148 0 0,152-160-2020 0 0,0 0-1 0 0,1-1 1 0 0,0 2-1 0 0,0-1 1 0 0,1 0-1 0 0,1 1 1 0 0,0 0-1 0 0,0 0 1 0 0,1 0-1 0 0,1 0 1 0 0,-1 20-1 0 0,1 2 33 0 0,3 1 0 0 0,8 54 0 0 0,-9-77-72 0 0,1 0 1 0 0,1-1-1 0 0,0 1 0 0 0,1-1 0 0 0,0 0 0 0 0,0 0 0 0 0,1 0 0 0 0,0 0 0 0 0,1-1 1 0 0,0 0-1 0 0,0 0 0 0 0,1 0 0 0 0,0-1 0 0 0,16 13 0 0 0,-13-13-7 0 0,0-1 0 0 0,1 0 0 0 0,0-1 1 0 0,0 0-1 0 0,0-1 0 0 0,1 0 0 0 0,0-1 0 0 0,0 0 0 0 0,0-1 0 0 0,0-1 0 0 0,1 1 0 0 0,20-1 0 0 0,-13-1 84 0 0,-1 0-1 0 0,1-2 1 0 0,-1-1-1 0 0,0 0 1 0 0,0-2-1 0 0,0 0 1 0 0,0-1 0 0 0,0 0-1 0 0,-1-2 1 0 0,0 0-1 0 0,-1-1 1 0 0,1-1-1 0 0,-1-1 1 0 0,-1 0-1 0 0,0-1 1 0 0,-1-1 0 0 0,0 0-1 0 0,0-1 1 0 0,-2-1-1 0 0,20-24 1 0 0,-20 20 98 0 0,-1 0 1 0 0,-1 0 0 0 0,-1-1-1 0 0,-1 0 1 0 0,-1-1 0 0 0,0 0-1 0 0,-1 0 1 0 0,-2-1 0 0 0,6-31-1 0 0,-9 41-82 0 0,-1 1 0 0 0,0-1 0 0 0,-1 1 0 0 0,0-1-1 0 0,-1 0 1 0 0,0 1 0 0 0,-1-1 0 0 0,0 1 0 0 0,0-1-1 0 0,-1 1 1 0 0,-1 0 0 0 0,1 0 0 0 0,-2 0 0 0 0,1 1-1 0 0,-1-1 1 0 0,-1 1 0 0 0,0 0 0 0 0,0 1-1 0 0,-1-1 1 0 0,-13-13 0 0 0,3 8-167 0 0,0 1 0 0 0,0 1 0 0 0,-1 1 1 0 0,-36-18-1 0 0,43 24 23 0 0,0 1 1 0 0,0 0 0 0 0,0 0-1 0 0,-1 1 1 0 0,0 0 0 0 0,1 1-1 0 0,-1 1 1 0 0,0 0 0 0 0,0 0-1 0 0,-14 2 1 0 0,9 2-795 0 0,1 5-192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3.6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327 191 2761 0 0,'-10'-2'321'0'0,"0"1"1"0"0,0 0 0 0 0,0 1 0 0 0,0 0 0 0 0,0 1 0 0 0,0 0 0 0 0,0 1-1 0 0,0 0 1 0 0,0 0 0 0 0,0 1 0 0 0,1 0 0 0 0,-1 1 0 0 0,-13 7 0 0 0,8-3-46 0 0,-1 0 0 0 0,2 1 0 0 0,-1 1 1 0 0,2 1-1 0 0,-1 0 0 0 0,1 0 0 0 0,-13 17 1 0 0,20-20-239 0 0,0 1 0 0 0,1 0 0 0 0,0 0 0 0 0,0 0 0 0 0,1 1-1 0 0,0 0 1 0 0,1 0 0 0 0,0 0 0 0 0,1 0 0 0 0,0 0 0 0 0,0 0 0 0 0,1 1 0 0 0,1-1 0 0 0,-1 1 0 0 0,2-1 0 0 0,0 1 0 0 0,0-1 0 0 0,5 19 0 0 0,-4-18-77 0 0,1 0 0 0 0,0-1 0 0 0,0 0 0 0 0,2 0 0 0 0,-1 0-1 0 0,1 0 1 0 0,0 0 0 0 0,1-1 0 0 0,0 0 0 0 0,1 0 0 0 0,0-1 0 0 0,0 0 0 0 0,1 0-1 0 0,0-1 1 0 0,0 0 0 0 0,1 0 0 0 0,16 10 0 0 0,-8-10-156 0 0,0-1 0 0 0,1 0 0 0 0,-1-1 0 0 0,1-1 0 0 0,0-1 0 0 0,0 0 0 0 0,0-1 1 0 0,1-1-1 0 0,-1-1 0 0 0,0-1 0 0 0,23-3 0 0 0,-15 0 176 0 0,0-1 1 0 0,0-1 0 0 0,0-1-1 0 0,-1-2 1 0 0,-1 0 0 0 0,1-1-1 0 0,26-17 1 0 0,-42 21 163 0 0,1 0-1 0 0,-1-1 1 0 0,-1 0-1 0 0,1 0 1 0 0,-1-1 0 0 0,0 0-1 0 0,-1-1 1 0 0,0 0-1 0 0,0 0 1 0 0,-1-1-1 0 0,6-11 1 0 0,-6 7 200 0 0,0 0-1 0 0,-1-1 1 0 0,0 0 0 0 0,-1 1-1 0 0,-1-1 1 0 0,-1-1 0 0 0,2-24 0 0 0,-4 16 143 0 0,-1 0 1 0 0,-1 0 0 0 0,-1 1 0 0 0,-1-1-1 0 0,-1 1 1 0 0,-1 0 0 0 0,-1 0 0 0 0,0 1-1 0 0,-2 0 1 0 0,-20-35 0 0 0,25 49-413 0 0,-2 1-1 0 0,1-1 1 0 0,-1 1 0 0 0,0 0 0 0 0,0 1-1 0 0,0 0 1 0 0,-1 0 0 0 0,0 0-1 0 0,-1 0 1 0 0,1 1 0 0 0,-1 1 0 0 0,0-1-1 0 0,0 1 1 0 0,0 1 0 0 0,-1-1 0 0 0,0 1-1 0 0,1 1 1 0 0,-1 0 0 0 0,0 0-1 0 0,-14-1 1 0 0,12 3-310 0 0,1 0-1 0 0,0 0 1 0 0,0 1 0 0 0,-1 1-1 0 0,1-1 1 0 0,0 2 0 0 0,0-1-1 0 0,0 1 1 0 0,1 1-1 0 0,-1 0 1 0 0,1 0 0 0 0,0 1-1 0 0,0 0 1 0 0,0 1 0 0 0,1-1-1 0 0,0 2 1 0 0,-15 13-1 0 0,12-7-758 0 0,0 1-1 0 0,0-1 0 0 0,1 2 1 0 0,-9 17-1 0 0,8-10 790 0 0,1 0-1 0 0,1 1 1 0 0,1 0-1 0 0,-8 38 1 0 0,11-35 188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4.2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252 199 1840 0 0,'-3'-1'124'0'0,"0"-1"1"0"0,1 1-1 0 0,-1-1 0 0 0,0 1 0 0 0,1-1 0 0 0,-1 0 0 0 0,1 0 0 0 0,0 0 0 0 0,-1 0 0 0 0,1 0 0 0 0,-2-3 0 0 0,-25-35 2551 0 0,13 18-1539 0 0,15 20-967 0 0,-1-1 0 0 0,1 1 1 0 0,-1 0-1 0 0,0 0 0 0 0,0 0 0 0 0,0 0 0 0 0,0 0 0 0 0,0 0 0 0 0,0 1 1 0 0,-1-1-1 0 0,1 1 0 0 0,0-1 0 0 0,-1 1 0 0 0,1 0 0 0 0,-1 0 1 0 0,0 0-1 0 0,1 0 0 0 0,-1 0 0 0 0,0 1 0 0 0,1-1 0 0 0,-1 1 0 0 0,0 0 1 0 0,0 0-1 0 0,1 0 0 0 0,-1 0 0 0 0,0 0 0 0 0,0 1 0 0 0,1-1 0 0 0,-1 1 1 0 0,0 0-1 0 0,1-1 0 0 0,-1 1 0 0 0,1 1 0 0 0,-1-1 0 0 0,1 0 0 0 0,-1 0 1 0 0,1 1-1 0 0,0 0 0 0 0,-4 3 0 0 0,-1 1-57 0 0,0 1 0 0 0,1 0 0 0 0,0 1-1 0 0,1-1 1 0 0,0 1 0 0 0,0 0 0 0 0,0 0 0 0 0,1 0 0 0 0,1 1 0 0 0,-6 15 0 0 0,5-4-180 0 0,0 0 0 0 0,2 0 0 0 0,0 0 1 0 0,1 0-1 0 0,1 1 0 0 0,3 26 1 0 0,4 6-639 0 0,16 61 0 0 0,-15-80-152 0 0,26 64 0 0 0,-28-84 480 0 0,1 0 0 0 0,0-1-1 0 0,1 1 1 0 0,0-2 0 0 0,1 1 0 0 0,22 22-1 0 0,-27-31 273 0 0,0 0 0 0 0,0-1 0 0 0,1 1-1 0 0,-1-1 1 0 0,1 0 0 0 0,0 0 0 0 0,0-1-1 0 0,0 0 1 0 0,0 1 0 0 0,1-1 0 0 0,-1-1-1 0 0,1 1 1 0 0,-1-1 0 0 0,1 0 0 0 0,10 0-1 0 0,-8-1 89 0 0,-1-1-1 0 0,1 0 1 0 0,-1 0-1 0 0,1-1 0 0 0,-1 0 1 0 0,0 0-1 0 0,0-1 0 0 0,0 0 1 0 0,0 0-1 0 0,12-8 0 0 0,-7 3 122 0 0,-1 0 0 0 0,0-1 0 0 0,0-1-1 0 0,-1 0 1 0 0,0 0 0 0 0,-1-1-1 0 0,0 0 1 0 0,0-1 0 0 0,-1 0 0 0 0,-1 0-1 0 0,0-1 1 0 0,5-14 0 0 0,6-31 1369 0 0,-3-1 0 0 0,-2 0 1 0 0,7-100-1 0 0,-18 144-1237 0 0,-1 0 0 0 0,-1 0 0 0 0,0-1 0 0 0,-1 1 0 0 0,-1 0-1 0 0,0 0 1 0 0,-7-23 0 0 0,6 31-192 0 0,1 0 0 0 0,-1 1 0 0 0,0-1 0 0 0,-1 0 0 0 0,0 1 0 0 0,0 0-1 0 0,0 0 1 0 0,-1 0 0 0 0,1 1 0 0 0,-1 0 0 0 0,-1-1 0 0 0,1 2 0 0 0,-1-1 0 0 0,0 1 0 0 0,0-1-1 0 0,0 2 1 0 0,-11-6 0 0 0,-13-3-177 0 0,-1 1 0 0 0,1 2 0 0 0,-2 1 0 0 0,-46-6-1 0 0,50 14-1335 0 0,10 3-2534 0 0,4 3-620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0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288 84 3225 0 0,'-1'-5'396'0'0,"-1"0"1"0"0,0 0-1 0 0,-1 1 0 0 0,1-1 1 0 0,-1 0-1 0 0,0 1 1 0 0,0 0-1 0 0,0-1 1 0 0,-1 1-1 0 0,0 1 1 0 0,1-1-1 0 0,-1 0 0 0 0,0 1 1 0 0,-1 0-1 0 0,1 0 1 0 0,-1 0-1 0 0,1 0 1 0 0,-9-2-1 0 0,9 3-211 0 0,0 1 0 0 0,0 0 0 0 0,-1 0 0 0 0,1 0 1 0 0,-1 1-1 0 0,1 0 0 0 0,0 0 0 0 0,-1 0 0 0 0,1 0 0 0 0,-1 0 0 0 0,1 1 0 0 0,0 0 0 0 0,-1 0 0 0 0,1 0 0 0 0,0 1 0 0 0,0-1 0 0 0,-1 1 1 0 0,2 0-1 0 0,-1 0 0 0 0,0 0 0 0 0,0 1 0 0 0,-4 3 0 0 0,-3 4-133 0 0,1 1 0 0 0,0-1-1 0 0,1 2 1 0 0,0 0 0 0 0,0 0 0 0 0,1 0 0 0 0,1 1 0 0 0,0 0 0 0 0,1 1 0 0 0,0 0-1 0 0,1 0 1 0 0,1 0 0 0 0,0 0 0 0 0,1 1 0 0 0,0-1 0 0 0,2 1 0 0 0,-1 0 0 0 0,2 0-1 0 0,0-1 1 0 0,2 17 0 0 0,-1-16-87 0 0,2 0 0 0 0,-1 0 0 0 0,2 0 0 0 0,0 0 0 0 0,1 0 1 0 0,0-1-1 0 0,1 0 0 0 0,13 22 0 0 0,-13-26 2 0 0,1-1-1 0 0,0 0 1 0 0,0 0 0 0 0,1 0 0 0 0,0-1 0 0 0,0 0 0 0 0,1-1 0 0 0,0 0-1 0 0,1 0 1 0 0,-1-1 0 0 0,1 0 0 0 0,11 4 0 0 0,-9-4-81 0 0,0-2 0 0 0,0 0 0 0 0,0 0 0 0 0,0-1-1 0 0,0 0 1 0 0,1-1 0 0 0,0-1 0 0 0,-1 0 0 0 0,14-1 0 0 0,-19 0 101 0 0,0-1 1 0 0,0 0 0 0 0,1-1-1 0 0,-1 0 1 0 0,0 0-1 0 0,-1-1 1 0 0,1 1 0 0 0,0-1-1 0 0,-1-1 1 0 0,1 1-1 0 0,-1-1 1 0 0,0-1 0 0 0,0 1-1 0 0,-1-1 1 0 0,0 0-1 0 0,1 0 1 0 0,4-6 0 0 0,26-38 650 0 0,49-86-1 0 0,-53 83 89 0 0,-31 50-695 0 0,6-9 76 0 0,0-1 0 0 0,-1 1 0 0 0,0-1 0 0 0,-1 0 0 0 0,4-14 0 0 0,-8 23-106 0 0,-1-1 0 0 0,1 1-1 0 0,-1 0 1 0 0,0 0-1 0 0,1 0 1 0 0,-1-1-1 0 0,-1 1 1 0 0,1 0 0 0 0,0 0-1 0 0,-1-1 1 0 0,0 1-1 0 0,0 0 1 0 0,0 0 0 0 0,0 0-1 0 0,0 0 1 0 0,0 0-1 0 0,-1 0 1 0 0,1 0-1 0 0,-1 1 1 0 0,0-1 0 0 0,0 0-1 0 0,0 1 1 0 0,0-1-1 0 0,-1 1 1 0 0,-4-4 0 0 0,-7-3 1 0 0,-1 0 0 0 0,1 1-1 0 0,-1 0 1 0 0,-1 2 0 0 0,1 0 0 0 0,-23-6 0 0 0,-24-9-761 0 0,38 11 32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6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66 1376 0 0,'-17'-4'886'0'0,"27"-3"1498"0"0,33-8 1261 0 0,-41 14-3688 0 0,32-9 1231 0 0,0 2 0 0 0,36-3 0 0 0,25 3-3315 0 0,-80 6-1445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8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66 18 6449 0 0,'-23'-7'708'0'0,"18"5"381"0"0,-1 0 0 0 0,1 0 0 0 0,-1 1 0 0 0,1-1 0 0 0,-9 1 0 0 0,13 4-781 0 0,1 0 0 0 0,-1 1 0 0 0,1-1 0 0 0,0 1 0 0 0,1-1 0 0 0,-1 0 0 0 0,2 6 0 0 0,-2-5-205 0 0,15 84-111 0 0,-7-50-2902 0 0,-5-28 1250 0 0,4 21-3355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2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11 2304 0 0,'-21'10'1917'0'0,"31"-10"154"0"0,-4-1-1551 0 0,64-3 2768 0 0,-5 0-2607 0 0,-1-3-3763 0 0,-40 2-232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4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45 0 6449 0 0,'-3'1'294'0'0,"0"0"0"0"0,0 1 0 0 0,0-1-1 0 0,0 0 1 0 0,0 1 0 0 0,0 0 0 0 0,1 0-1 0 0,-1 0 1 0 0,1 0 0 0 0,-1 0 0 0 0,1 1-1 0 0,-4 4 1 0 0,5-4-26 0 0,0 0-1 0 0,0 0 0 0 0,0 0 1 0 0,1 0-1 0 0,-1 0 1 0 0,1 0-1 0 0,0 0 0 0 0,0 0 1 0 0,0 0-1 0 0,0 0 1 0 0,0 0-1 0 0,1 0 0 0 0,0 0 1 0 0,1 5-1 0 0,40 182-1393 0 0,-35-154-160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9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5529 0 0,'0'0'423'0'0,"21"3"2488"0"0,76 15 450 0 0,3 1-2480 0 0,-77-16-2538 0 0,0-1 0 0 0,30-1 0 0 0,-37-2-1852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1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1 4145 0 0,'-2'0'281'0'0,"0"1"0"0"0,1 0-1 0 0,-1 0 1 0 0,0 0 0 0 0,0 0 0 0 0,1 0 0 0 0,-1 0-1 0 0,1 1 1 0 0,-1-1 0 0 0,1 0 0 0 0,0 1 0 0 0,-1-1 0 0 0,1 1-1 0 0,0-1 1 0 0,0 1 0 0 0,0 0 0 0 0,0 0 0 0 0,0-1 0 0 0,0 1-1 0 0,1 0 1 0 0,-1 0 0 0 0,1 0 0 0 0,-1 0 0 0 0,1 0 0 0 0,0 0-1 0 0,-1 2 1 0 0,1 6 180 0 0,0 0 0 0 0,1 0 0 0 0,-1 0 0 0 0,4 10-1 0 0,-1 6-76 0 0,5 67 54 0 0,5 62-1840 0 0,-9-53-3303 0 0,-3-47 1552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6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56 4145 0 0,'47'-26'4593'0'0,"-36"21"-4046"0"0,0 0 0 0 0,1 0-1 0 0,0 1 1 0 0,0 1 0 0 0,13-2 0 0 0,-19 4-770 0 0,-1 0 0 0 0,1 0 0 0 0,0 1-1 0 0,0 0 1 0 0,0 1 0 0 0,0-1 0 0 0,0 1 0 0 0,0 0 0 0 0,0 0-1 0 0,-1 1 1 0 0,1 0 0 0 0,10 5 0 0 0,-7-2-3206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8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 0 5529 0 0,'-3'4'460'0'0,"0"0"1"0"0,1 0-1 0 0,-1 0 0 0 0,1 0 0 0 0,0 1 0 0 0,0-1 1 0 0,1 0-1 0 0,-1 1 0 0 0,1 0 0 0 0,0-1 1 0 0,0 1-1 0 0,0 0 0 0 0,1 6 0 0 0,1 71 1362 0 0,0-66-1682 0 0,6 77-1542 0 0,-3-61-3128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8.9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293 70 2761 0 0,'0'-2'133'0'0,"-1"1"0"0"0,1 0 0 0 0,-1 0 1 0 0,0 0-1 0 0,1 0 0 0 0,-1 0 0 0 0,0 0 1 0 0,0 1-1 0 0,0-1 0 0 0,0 0 1 0 0,0 0-1 0 0,0 1 0 0 0,0-1 0 0 0,0 0 1 0 0,0 1-1 0 0,0-1 0 0 0,0 1 0 0 0,-1-1 1 0 0,1 1-1 0 0,0 0 0 0 0,0 0 1 0 0,-2-1-1 0 0,-1 1 20 0 0,1 0 0 0 0,0 0 0 0 0,0 1 0 0 0,0-1 0 0 0,-1 1 0 0 0,1 0 1 0 0,0 0-1 0 0,-5 2 0 0 0,-1 1 5 0 0,0 1 0 0 0,-1 0 0 0 0,2 1 0 0 0,-13 9 0 0 0,-2 7 103 0 0,2 0 0 0 0,0 2 1 0 0,2 0-1 0 0,1 1 1 0 0,1 1-1 0 0,1 0 0 0 0,-18 41 1 0 0,32-61-259 0 0,0-1 0 0 0,0 0 0 0 0,1 1 0 0 0,0 0-1 0 0,0-1 1 0 0,0 1 0 0 0,1-1 0 0 0,0 1 0 0 0,0 0 0 0 0,1-1 0 0 0,-1 1 0 0 0,1 0 0 0 0,0-1 0 0 0,1 1 0 0 0,-1-1 0 0 0,1 1 0 0 0,0-1-1 0 0,0 0 1 0 0,6 9 0 0 0,5 7-33 0 0,1-1-1 0 0,1 0 0 0 0,22 23 1 0 0,-21-25-21 0 0,-1-2-110 0 0,1-2-1 0 0,1 0 1 0 0,0 0-1 0 0,1-2 1 0 0,0 0-1 0 0,1-1 1 0 0,0-1-1 0 0,1-1 1 0 0,0-1-1 0 0,0 0 1 0 0,1-1-1 0 0,0-2 1 0 0,0 0-1 0 0,0-1 1 0 0,1-1-1 0 0,0-1 1 0 0,-1-1-1 0 0,1-1 1 0 0,0-1-1 0 0,-1-1 1 0 0,1-1-1 0 0,25-6 1 0 0,-35 4 365 0 0,0 1 0 0 0,-1-2 0 0 0,1 1 0 0 0,-2-2 0 0 0,1 1 1 0 0,-1-2-1 0 0,0 1 0 0 0,0-1 0 0 0,-1-1 0 0 0,0 0 0 0 0,0 0 0 0 0,-1-1 0 0 0,0 0 0 0 0,-1 0 0 0 0,0-1 0 0 0,8-18 1 0 0,-6 11 226 0 0,-1 0 1 0 0,-1-1 0 0 0,-1 1 0 0 0,0-2 0 0 0,-1 1 0 0 0,-1-1 0 0 0,-1 1 0 0 0,-1-1-1 0 0,-1-37 1 0 0,-2 44-215 0 0,-1-1 0 0 0,0 0 0 0 0,-1 1 0 0 0,-1 0 0 0 0,0 0 0 0 0,0 0 0 0 0,-2 0 0 0 0,1 0 0 0 0,-2 1 0 0 0,0 0 0 0 0,0 0 0 0 0,-1 1 0 0 0,0 0 0 0 0,-14-13 0 0 0,8 10-153 0 0,-1 0 0 0 0,-1 1 1 0 0,0 1-1 0 0,-1 0 0 0 0,0 2 0 0 0,-1 0 0 0 0,0 0 0 0 0,-1 2 0 0 0,-22-7 0 0 0,33 12-220 0 0,0 1 0 0 0,-1 0 0 0 0,1 0 0 0 0,-1 1 0 0 0,1 0 1 0 0,-1 1-1 0 0,0 0 0 0 0,-17 2 0 0 0,3 2-922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9.1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1 146 2240 0 0,'0'-2'220'0'0,"1"-1"0"0"0,0 0-1 0 0,0 0 1 0 0,0 1-1 0 0,0-1 1 0 0,0 1-1 0 0,0-1 1 0 0,1 1 0 0 0,-1-1-1 0 0,1 1 1 0 0,0 0-1 0 0,-1 0 1 0 0,1 0-1 0 0,3-2 1 0 0,34-31 4494 0 0,-30 28-4189 0 0,3-3 286 0 0,0 0 0 0 0,1 1 0 0 0,22-13 0 0 0,-29 20-870 0 0,0-1 0 0 0,0 1 0 0 0,0 0 0 0 0,-1 1 1 0 0,2-1-1 0 0,-1 1 0 0 0,0 0 0 0 0,0 1 0 0 0,0-1 1 0 0,0 1-1 0 0,1 1 0 0 0,7 0 0 0 0,-1 2-886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9.6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46 1376 0 0,'-2'1'167'0'0,"-9"1"2415"0"0,14-4-2507 0 0,7-3-106 0 0,0 0 1 0 0,0 1 0 0 0,1 0-1 0 0,-1 1 1 0 0,1 0 0 0 0,13-1-1 0 0,32-10 136 0 0,-48 10 996 0 0,-7 3-1021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0.1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372 73 456 0 0,'-5'-2'349'0'0,"0"-1"0"0"0,0 1 0 0 0,0 1 0 0 0,0-1 0 0 0,-1 1 0 0 0,1 0 0 0 0,0 0 0 0 0,0 0 0 0 0,-1 1 0 0 0,1-1 0 0 0,0 2 0 0 0,-7-1-1 0 0,-2 2 331 0 0,-1 0-1 0 0,1 0 0 0 0,-18 7 1 0 0,19-5-447 0 0,1 1 1 0 0,-1 1-1 0 0,1 0 0 0 0,1 0 1 0 0,-1 2-1 0 0,1-1 1 0 0,0 1-1 0 0,1 1 1 0 0,0 0-1 0 0,1 0 0 0 0,-1 1 1 0 0,2 0-1 0 0,-1 1 1 0 0,-8 16-1 0 0,9-14-216 0 0,0 1-1 0 0,1 0 1 0 0,1 1-1 0 0,1-1 0 0 0,0 1 1 0 0,1 0-1 0 0,0 0 1 0 0,1 1-1 0 0,1-1 1 0 0,1 1-1 0 0,0-1 1 0 0,2 20-1 0 0,-1-27-66 0 0,1 0 0 0 0,0 0 1 0 0,1 1-1 0 0,0-1 0 0 0,0-1 0 0 0,1 1 0 0 0,0 0 0 0 0,0-1 0 0 0,1 1 1 0 0,-1-1-1 0 0,2 0 0 0 0,-1 0 0 0 0,1-1 0 0 0,0 1 0 0 0,1-1 0 0 0,-1 0 1 0 0,1 0-1 0 0,0-1 0 0 0,1 0 0 0 0,11 7 0 0 0,-6-5-58 0 0,0-1 0 0 0,0-1 0 0 0,1 0 0 0 0,-1-1 1 0 0,1-1-1 0 0,0 0 0 0 0,1 0 0 0 0,-1-1 0 0 0,0-1 0 0 0,1 0 0 0 0,24-2 0 0 0,-13-1 205 0 0,0-2 0 0 0,0 0 0 0 0,-1-2 0 0 0,1 0 0 0 0,-1-2 0 0 0,0-1 1 0 0,-1-1-1 0 0,38-21 0 0 0,-47 23 106 0 0,-1-1 0 0 0,0 0 0 0 0,-1-1 0 0 0,0 0 0 0 0,0 0 0 0 0,-1-2 0 0 0,-1 1 0 0 0,0-1 0 0 0,0-1 0 0 0,-1 0 0 0 0,-1 0 0 0 0,0-1 0 0 0,-1 0 0 0 0,0 0 0 0 0,5-19 0 0 0,-10 23-25 0 0,0 0 0 0 0,-1 0 0 0 0,0 0 0 0 0,0 0 0 0 0,-1-1 0 0 0,-1 1 0 0 0,1 0 0 0 0,-2 0 0 0 0,1-1 0 0 0,-2 1 0 0 0,1 0 0 0 0,-1 1 0 0 0,-1-1-1 0 0,0 0 1 0 0,0 1 0 0 0,-1 0 0 0 0,0 0 0 0 0,0 0 0 0 0,-1 1 0 0 0,0 0 0 0 0,-14-15 0 0 0,10 13-221 0 0,0 1 0 0 0,0 0-1 0 0,-1 0 1 0 0,0 1 0 0 0,0 1-1 0 0,-1 0 1 0 0,0 0-1 0 0,0 1 1 0 0,-1 0 0 0 0,1 1-1 0 0,-1 1 1 0 0,-1 0 0 0 0,1 1-1 0 0,0 0 1 0 0,-1 1 0 0 0,-17 0-1 0 0,-4 6-5173 0 0,20 0 447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1.0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269 33 920 0 0,'-1'-1'115'0'0,"0"-1"1"0"0,1 0-1 0 0,-1 0 0 0 0,0 0 1 0 0,0 0-1 0 0,0 0 0 0 0,-1 1 0 0 0,1-1 1 0 0,0 0-1 0 0,-1 1 0 0 0,1-1 1 0 0,-1 1-1 0 0,1 0 0 0 0,-1-1 0 0 0,0 1 1 0 0,0 0-1 0 0,1 0 0 0 0,-1 0 0 0 0,0 0 1 0 0,-4-1-1 0 0,3 2 31 0 0,0 0-1 0 0,0-1 1 0 0,0 1 0 0 0,0 0 0 0 0,0 1-1 0 0,0-1 1 0 0,0 0 0 0 0,0 1-1 0 0,0 0 1 0 0,0 0 0 0 0,0 0-1 0 0,-5 2 1 0 0,0 1 94 0 0,0 1 0 0 0,0 0 0 0 0,1 0 0 0 0,0 1 0 0 0,-1 0 0 0 0,2 0 0 0 0,-1 0 0 0 0,-8 12 0 0 0,-2 6-69 0 0,2-1 0 0 0,0 2 0 0 0,2 0 0 0 0,1 1 0 0 0,1 0 0 0 0,-13 46 0 0 0,21-62-175 0 0,0 0 1 0 0,1 1-1 0 0,1-1 0 0 0,0 1 0 0 0,0-1 1 0 0,1 1-1 0 0,0-1 0 0 0,1 1 0 0 0,0 0 1 0 0,1-1-1 0 0,0 0 0 0 0,1 1 1 0 0,0-1-1 0 0,0 0 0 0 0,1 0 0 0 0,1-1 1 0 0,-1 1-1 0 0,1-1 0 0 0,1 0 1 0 0,13 16-1 0 0,-12-18-87 0 0,0-1 1 0 0,1 0 0 0 0,0 0-1 0 0,0-1 1 0 0,0 0-1 0 0,1 0 1 0 0,-1-1 0 0 0,1 0-1 0 0,0-1 1 0 0,0 0 0 0 0,1 0-1 0 0,-1-1 1 0 0,1 0-1 0 0,11 1 1 0 0,-5-2 113 0 0,-1 0 0 0 0,1-1 0 0 0,0-1 0 0 0,-1 0 0 0 0,1-1-1 0 0,0 0 1 0 0,-1-2 0 0 0,16-4 0 0 0,-19 3 187 0 0,0 0 0 0 0,-1-1-1 0 0,0 0 1 0 0,1 0 0 0 0,-2-1-1 0 0,1-1 1 0 0,-1 0-1 0 0,0 0 1 0 0,-1-1 0 0 0,0 0-1 0 0,-1-1 1 0 0,1 0 0 0 0,-2 0-1 0 0,1-1 1 0 0,-2 0 0 0 0,1 0-1 0 0,-2 0 1 0 0,1-1 0 0 0,-2 0-1 0 0,1 0 1 0 0,-2 0 0 0 0,1-1-1 0 0,-2 1 1 0 0,0-1 0 0 0,0 0-1 0 0,-1 0 1 0 0,-1 0 0 0 0,-1-20-1 0 0,-1 20-14 0 0,0 1 0 0 0,-1-1 1 0 0,0 0-1 0 0,-1 1 0 0 0,0 0 0 0 0,-1 0 0 0 0,-1 0 0 0 0,0 0 0 0 0,0 1 1 0 0,-1 0-1 0 0,-12-14 0 0 0,12 17-260 0 0,0 1 1 0 0,-1 0-1 0 0,0 0 0 0 0,0 1 1 0 0,-1 0-1 0 0,0 0 0 0 0,0 1 1 0 0,0 0-1 0 0,-1 1 1 0 0,1 0-1 0 0,-1 1 0 0 0,0 0 1 0 0,0 0-1 0 0,-17-2 1 0 0,1 3-3556 0 0,2 1-1200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1.2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1 163 920 0 0,'2'-4'496'0'0,"0"0"0"0"0,1 0 0 0 0,-1 0-1 0 0,1 1 1 0 0,0-1 0 0 0,0 1 0 0 0,0 0-1 0 0,1 0 1 0 0,5-5 0 0 0,1 0 309 0 0,2-5 129 0 0,5-4 157 0 0,1 0 0 0 0,24-17 1 0 0,-37 29-1208 0 0,2 2-1 0 0,-1-1 1 0 0,0 0 0 0 0,1 1 0 0 0,-1 0-1 0 0,1 1 1 0 0,0 0 0 0 0,0 0-1 0 0,0 0 1 0 0,0 1 0 0 0,0 0 0 0 0,9 0-1 0 0,-6 1-3301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2.1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219 128 1376 0 0,'-3'-1'123'0'0,"0"0"-1"0"0,1 1 0 0 0,-1 0 0 0 0,0-1 1 0 0,0 1-1 0 0,0 0 0 0 0,1 1 0 0 0,-1-1 1 0 0,0 0-1 0 0,0 1 0 0 0,1-1 0 0 0,-1 1 1 0 0,0 0-1 0 0,-4 2 0 0 0,-36 19 973 0 0,33-16-990 0 0,0 0 0 0 0,0 1 0 0 0,1 0 0 0 0,0 1 0 0 0,1 0 0 0 0,-1 0 0 0 0,1 1-1 0 0,1 0 1 0 0,0 0 0 0 0,0 1 0 0 0,1 0 0 0 0,-6 12 0 0 0,9-14-37 0 0,0 0-1 0 0,0 0 1 0 0,1 0-1 0 0,0 1 1 0 0,0 0-1 0 0,1-1 1 0 0,0 1 0 0 0,1-1-1 0 0,0 1 1 0 0,0 0-1 0 0,1 0 1 0 0,0-1-1 0 0,0 1 1 0 0,1-1-1 0 0,0 1 1 0 0,7 15-1 0 0,0-3-110 0 0,1 0-1 0 0,1-1 1 0 0,2 0-1 0 0,0-1 1 0 0,0 0-1 0 0,2-1 0 0 0,0-1 1 0 0,1 0-1 0 0,1-2 1 0 0,28 22-1 0 0,-34-29 12 0 0,0-1 0 0 0,0-1-1 0 0,1 0 1 0 0,-1-1 0 0 0,1 0 0 0 0,0 0-1 0 0,1-2 1 0 0,24 5 0 0 0,-28-7 28 0 0,0 0 1 0 0,1-1-1 0 0,-1 0 1 0 0,1-1-1 0 0,-1 0 1 0 0,1 0-1 0 0,-1-1 1 0 0,0 0-1 0 0,0-1 1 0 0,0 0-1 0 0,0 0 1 0 0,0-1-1 0 0,9-6 1 0 0,-10 6 133 0 0,-2-1 0 0 0,1 0 0 0 0,-1-1 0 0 0,1 0 0 0 0,-1 0 0 0 0,-1 0 0 0 0,1 0 0 0 0,-1-1 0 0 0,0 0 0 0 0,-1 0 0 0 0,0 0 0 0 0,0-1 0 0 0,0 1 0 0 0,-1-1 0 0 0,0 0 0 0 0,-1 0 0 0 0,2-10 0 0 0,2-13 568 0 0,-2-1 0 0 0,-1 0 1 0 0,-1-37-1 0 0,-1 45-17 0 0,-1-2-113 0 0,-1-109 2462 0 0,0 117-2760 0 0,-1 1-1 0 0,0 0 0 0 0,-2 0 0 0 0,0 1 0 0 0,-11-29 0 0 0,13 39-330 0 0,-2 1 0 0 0,1-1 0 0 0,0 0 0 0 0,-1 1-1 0 0,0 0 1 0 0,0 0 0 0 0,-1 0 0 0 0,-8-7 0 0 0,10 10-148 0 0,1 0 1 0 0,-1 0-1 0 0,1 1 1 0 0,-1-1-1 0 0,0 0 1 0 0,0 1-1 0 0,1 0 1 0 0,-1 0-1 0 0,0 0 1 0 0,0 0-1 0 0,0 0 1 0 0,0 1-1 0 0,0-1 1 0 0,0 1-1 0 0,-1 0 1 0 0,1 0-1 0 0,0 0 1 0 0,0 0-1 0 0,0 1 1 0 0,-5 0-1 0 0,-4 5-1006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2.5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61 38 2761 0 0,'-5'1'299'0'0,"0"0"0"0"0,0 0 1 0 0,-1 0-1 0 0,1-1 1 0 0,0 1-1 0 0,0-1 0 0 0,-1-1 1 0 0,1 1-1 0 0,-8-2 1 0 0,36-10 4858 0 0,1 4-4257 0 0,0 2 0 0 0,28-5 0 0 0,-33 9-1050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5.0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1524 1 2304 0 0,'0'0'1577'0'0,"-10"7"2646"0"0,-52 10-3470 0 0,-79 26 1136 0 0,77-22-1608 0 0,0-3 0 0 0,-2-2 0 0 0,-75 7 0 0 0,47-13 322 0 0,-156-5 0 0 0,196-9-431 0 0,0-2-1 0 0,-63-15 1 0 0,-102-36-191 0 0,127 31-270 0 0,79 22-337 0 0,-1 1 0 0 0,1 0 1 0 0,0 1-1 0 0,-15 0 0 0 0,13 2-3167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5.5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1 6913 0 0,'-1'1'25'0'0,"0"0"1"0"0,0 0-1 0 0,0 0 0 0 0,0 1 0 0 0,0-1 0 0 0,1 0 0 0 0,-1 1 0 0 0,0-1 0 0 0,1 0 0 0 0,-1 1 0 0 0,1-1 0 0 0,-1 1 0 0 0,1-1 0 0 0,0 1 0 0 0,0 2 0 0 0,-2 31-495 0 0,2-21 598 0 0,-6 134 380 0 0,7 0 0 0 0,33 245 0 0 0,-1-167-86 0 0,84 723-925 0 0,-47-412 1128 0 0,-10-117 102 0 0,-33-228-87 0 0,3 44 187 0 0,-29-208-3843 0 0,-5 54-1 0 0,2-67 2154 0 0,1-6-778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7.6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6 920 0 0,'-1'-1'121'0'0,"1"1"1"0"0,0 0-1 0 0,-1-1 0 0 0,1 1 1 0 0,-1-1-1 0 0,1 1 0 0 0,-1 0 0 0 0,1-1 1 0 0,0 1-1 0 0,-1 0 0 0 0,0-1 1 0 0,1 1-1 0 0,-1 0 0 0 0,1 0 0 0 0,-1 0 1 0 0,1-1-1 0 0,-1 1 0 0 0,1 0 0 0 0,-1 0 1 0 0,0 0-1 0 0,1 0 0 0 0,-1 0 1 0 0,1 0-1 0 0,-1 0 0 0 0,1 0 0 0 0,-1 0 1 0 0,0 1-1 0 0,1-1 0 0 0,-1 0 0 0 0,1 0 1 0 0,-1 0-1 0 0,1 1 0 0 0,-1-1 1 0 0,1 0-1 0 0,-1 0 0 0 0,1 1 0 0 0,-1-1 1 0 0,1 1-1 0 0,-1-1 0 0 0,1 0 1 0 0,0 1-1 0 0,-1-1 0 0 0,1 1 0 0 0,0-1 1 0 0,-1 1-1 0 0,1-1 0 0 0,0 1 0 0 0,0-1 1 0 0,-1 1-1 0 0,1-1 0 0 0,0 1 1 0 0,0 0-1 0 0,-7 20 2951 0 0,7-8-4117 0 0,6 40 1799 0 0,3 1-1 0 0,18 59 1 0 0,-3-12 237 0 0,-19-71-616 0 0,-1 1 1 0 0,-1 49 0 0 0,0-74-2537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8.3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20 129 456 0 0,'-20'2'3216'0'0,"34"-1"-427"0"0,892-17 4225 0 0,-445-33-5218 0 0,-124-11 249 0 0,-333 59-2355 0 0,37-5 695 0 0,-39 6-1041 0 0,0 0 0 0 0,0 0 1 0 0,1 1-1 0 0,-1-1 0 0 0,0 0 1 0 0,0 1-1 0 0,0-1 0 0 0,0 1 1 0 0,0 0-1 0 0,2 1 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9.9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33 920 0 0,'0'-2'172'0'0,"0"0"-1"0"0,1 0 1 0 0,-1 0 0 0 0,1 0-1 0 0,-1 0 1 0 0,1 0-1 0 0,0 0 1 0 0,0 0 0 0 0,0 0-1 0 0,0 0 1 0 0,0 0-1 0 0,0 0 1 0 0,1 0-1 0 0,2-2 1 0 0,-3 8 203 0 0,1 0 0 0 0,-1 0 0 0 0,1 0 0 0 0,-1 0 0 0 0,-1 0 1 0 0,1 0-1 0 0,0 7 0 0 0,53 482 2557 0 0,-50-428-2539 0 0,-2-35 744 0 0,0 1 1 0 0,-5 47-1 0 0,2-51-3268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0.4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83 456 0 0,'9'-35'703'0'0,"8"-13"10899"0"0,-18 68-10702 0 0,0-10-758 0 0,-2 74 343 0 0,3 1 0 0 0,22 162-1 0 0,-6-98-202 0 0,86 539-50 0 0,-14-125-184 0 0,-56-163 59 0 0,-26-304-14 0 0,-4-34 171 0 0,-1-19-5059 0 0,0-26-140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1.3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0 415 2304 0 0,'24'-10'342'0'0,"0"0"0"0"0,0 2 0 0 0,1 0 0 0 0,0 2 0 0 0,0 1 0 0 0,30-3 0 0 0,159 1 3029 0 0,-129 7-2918 0 0,398-36 243 0 0,-2-37 0 0 0,-151 32-696 0 0,-178 24 0 0 0,291-10 0 0 0,-275 20 0 0 0,17 1 0 0 0,268-24 0 0 0,-196-16 431 0 0,182-21-155 0 0,60 65-774 0 0,0 36 708 0 0,-394-26-141 0 0,332-1 2375 0 0,-96-6-1556 0 0,-217 10 93 0 0,234 53 1 0 0,-185-28-580 0 0,-135-29-576 0 0,-1-2 0 0 0,54 1-1 0 0,-71-6 40 0 0,0-1 0 0 0,0-1 0 0 0,0-1 0 0 0,0-1 0 0 0,-1 0 0 0 0,26-10 0 0 0,-36 10-1508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3.1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11 297 2761 0 0,'-10'-3'2446'0'0,"19"-4"-1363"0"0,24-6-578 0 0,-33 13-491 0 0,53-14 403 0 0,-1 2-1 0 0,2 2 0 0 0,-1 3 1 0 0,68-1-1 0 0,111-17-481 0 0,202-53-391 0 0,-216 25-228 0 0,-155 35 938 0 0,1 2 1 0 0,1 3-1 0 0,78-5 0 0 0,-138 18-173 0 0,0-1 94 0 0,0 1-1 0 0,0-1 1 0 0,0 1-1 0 0,0 1 0 0 0,0-1 1 0 0,0 0-1 0 0,0 1 1 0 0,0 0-1 0 0,0 0 1 0 0,0 1-1 0 0,-1 0 1 0 0,1-1-1 0 0,4 4 0 0 0,-10-2 202 0 0,-1 0-1 0 0,-1 0 1 0 0,1-1-1 0 0,0 1 1 0 0,-1 0-1 0 0,0-1 0 0 0,1 0 1 0 0,-1 1-1 0 0,-4 1 1 0 0,2 1 197 0 0,-9 6-328 0 0,1 1 0 0 0,1 0 0 0 0,0 1 0 0 0,1 1 0 0 0,0 0 1 0 0,1 0-1 0 0,0 1 0 0 0,2 0 0 0 0,0 1 0 0 0,0 0 0 0 0,1 0 0 0 0,1 1 0 0 0,-4 19 0 0 0,1 10-246 0 0,2 0 0 0 0,2 0-1 0 0,1 0 1 0 0,6 70 0 0 0,31 186-33 0 0,-5-75 21 0 0,33 353-115 0 0,-11 63-215 0 0,-30-322 69 0 0,128 755-1341 0 0,-125-949 1406 0 0,105 465-2207 0 0,-115-547 2246 0 0,-4-8 168 0 0,2-1 1 0 0,2 0-1 0 0,23 48 1 0 0,-33-75 77 0 0,0 0-1 0 0,-1 0 1 0 0,0 0 0 0 0,0 0 0 0 0,-1 0-1 0 0,0 1 1 0 0,-1-1 0 0 0,0 0-1 0 0,-2 15 1 0 0,2 23 647 0 0,1-33-527 0 0,0-3-116 0 0,0 1 0 0 0,-1 0 0 0 0,-2 18 0 0 0,2-28-38 0 0,0 0-1 0 0,0 0 1 0 0,-1 0 0 0 0,1 0-1 0 0,-1 0 1 0 0,1-1-1 0 0,-1 1 1 0 0,0 0 0 0 0,0 0-1 0 0,0 0 1 0 0,0-1-1 0 0,0 1 1 0 0,0 0-1 0 0,0-1 1 0 0,0 1 0 0 0,-1-1-1 0 0,1 1 1 0 0,-1-1-1 0 0,1 0 1 0 0,-1 1 0 0 0,1-1-1 0 0,-1 0 1 0 0,0 0-1 0 0,0 0 1 0 0,1 0-1 0 0,-1-1 1 0 0,-3 2 0 0 0,-1-1 32 0 0,0-1 1 0 0,1 0 0 0 0,-1 0 0 0 0,0-1 0 0 0,1 0 0 0 0,-1 0 0 0 0,1 0-1 0 0,-1 0 1 0 0,1-1 0 0 0,-1 0 0 0 0,1 0 0 0 0,-6-3 0 0 0,-59-37 355 0 0,69 41-417 0 0,-18-10-10 0 0,-1 0-1 0 0,0 1 1 0 0,-1 1 0 0 0,0 1-1 0 0,-33-8 1 0 0,-113-15-19 0 0,62 22-63 0 0,68 7 31 0 0,0-2-1 0 0,-46-10 1 0 0,53 9 48 0 0,1 1 0 0 0,-1 2 0 0 0,0 1 0 0 0,1 1 0 0 0,-39 5 0 0 0,-58 0 0 0 0,51-7-2247 0 0,-118 12 1 0 0,160-9 414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8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181 101 2713 0 0,'-163'61'6546'0'0,"147"-51"-6555"0"0,15-7-273 0 0,18-11 56 0 0,34-14 690 0 0,1 2 1 0 0,0 3-1 0 0,78-15 1 0 0,-112 29-441 0 0,-1 1 1 0 0,1 0 0 0 0,24 2 0 0 0,-27 1 34 0 0,1-2 1 0 0,-1 1-1 0 0,1-2 0 0 0,27-6 1 0 0,-3-1 438 0 0,1 1 0 0 0,66-4 0 0 0,-65 9 217 0 0,0-2-1 0 0,58-14 1 0 0,-81 17-95 0 0,-19 2-567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36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12 188 1840 0 0,'-5'-5'1722'0'0,"5"5"-1622"0"0,-1 0 0 0 0,1-1 0 0 0,0 1-1 0 0,0 0 1 0 0,-1 0 0 0 0,1 0 0 0 0,0 0 0 0 0,-1 0 0 0 0,1 0 0 0 0,0-1 0 0 0,0 1 0 0 0,-1 0 0 0 0,1-1 200 0 0,-1 1-200 0 0,1 0-1 0 0,0 0 1 0 0,0-1 0 0 0,0 1 0 0 0,0 0 0 0 0,-1 0 0 0 0,1-1 0 0 0,0 1 0 0 0,0 0 0 0 0,0-1 0 0 0,0 1 0 0 0,0 0 0 0 0,0 0 0 0 0,0-1 0 0 0,0 1 0 0 0,0 0-1 0 0,0-1 1 0 0,0 1 0 0 0,0 0 0 0 0,0-1 0 0 0,0 1 0 0 0,0 0 0 0 0,0-1 0 0 0,0 1 0 0 0,0 0 0 0 0,0 0 0 0 0,0-1 0 0 0,1 1 0 0 0,-1 0 0 0 0,0-1-1 0 0,0 1 1 0 0,0 0 0 0 0,1-1 200 0 0,-1 1-200 0 0,0 0 0 0 0,1-1 0 0 0,6-4 144 0 0,0 0 0 0 0,1 0 0 0 0,-1 1 0 0 0,1 0-1 0 0,0 0 1 0 0,1 1 0 0 0,-1 0 0 0 0,0 1 0 0 0,1-1 0 0 0,12 0 0 0 0,16-2 643 0 0,46 1 0 0 0,-17 1-752 0 0,216-32 741 0 0,13-1-639 0 0,-12 7-322 0 0,-251 22-548 0 0,-13-2-3983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37.1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54 2761 0 0,'-11'-31'838'0'0,"10"30"-607"0"0,1-1-1 0 0,-1 1 1 0 0,1 0-1 0 0,-1-1 1 0 0,0 1-1 0 0,1 0 1 0 0,-1 0-1 0 0,0-1 1 0 0,0 1-1 0 0,0 0 1 0 0,0 0-1 0 0,0 0 1 0 0,0 0 0 0 0,0 0-1 0 0,0 0 1 0 0,-1 1-1 0 0,1-1 1 0 0,0 0-1 0 0,-2 0 1 0 0,9 41 3834 0 0,-3-21-3514 0 0,-1 0-1 0 0,-1 27 1 0 0,-1-33-527 0 0,0-1-1 0 0,0 1 0 0 0,2 0 0 0 0,-1-1 0 0 0,2 1 0 0 0,5 19 1 0 0,-8-31-20 0 0,23 57 139 0 0,-2 0 1 0 0,-4 2-1 0 0,14 82 0 0 0,-15-13-162 0 0,-7-38-47 0 0,39 166-1 0 0,-46-252 216 0 0,-1 1 0 0 0,1-1 0 0 0,0 1 0 0 0,0-1 0 0 0,0 0 0 0 0,1 0 0 0 0,0 0 0 0 0,0 0 0 0 0,1 0 0 0 0,-1 0 0 0 0,1-1 0 0 0,5 6 0 0 0,-3-9 921 0 0,-6-1-1106 0 0,1 0-1 0 0,-1 0 1 0 0,0 0 0 0 0,0 0-1 0 0,0 0 1 0 0,0 0 0 0 0,1 0-1 0 0,-1-1 1 0 0,0 1 0 0 0,0 1-1 0 0,0-1 1 0 0,0 0 0 0 0,0 0-1 0 0,1 0 1 0 0,-1 0 0 0 0,0 0-1 0 0,0 0 1 0 0,0 0 0 0 0,0 0-1 0 0,1 0 1 0 0,-1 0 0 0 0,0 0-1 0 0,0 0 1 0 0,0 0 0 0 0,0 0-1 0 0,0 1 1 0 0,0-1 0 0 0,1 0-1 0 0,-1 0 1 0 0,0 0-1 0 0,0 0 1 0 0,0 0 0 0 0,0 0-1 0 0,0 1 1 0 0,0-1 0 0 0,0 0-1 0 0,0 0 1 0 0,0 0 0 0 0,0 0-1 0 0,0 0 1 0 0,0 1 0 0 0,0-1-1 0 0,0 0 1 0 0,0 0 0 0 0,0 0-1 0 0,0 0 1 0 0,0 1 0 0 0,0-1-1 0 0,0 0 1 0 0,0 0 0 0 0,0 0-1 0 0,0 0 1 0 0,0 1 0 0 0,0-1-1 0 0,0 0 1 0 0,0 0 0 0 0,0 0-1 0 0,0 0 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1.9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48 4425 0 0,'-19'-3'7831'0'0,"48"3"-5624"0"0,37-4-3404 0 0,-50 2 1822 0 0,148-18-896 0 0,-96 4-5079 0 0,-57 13 1777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2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6 3225 0 0,'-25'-5'5032'0'0,"25"24"-2761"0"0,5 35-1169 0 0,3 0 1 0 0,18 64-1 0 0,18 31-2174 0 0,-34-115-3513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73 3225 0 0,'32'-5'3913'0'0,"26"-15"-783"0"0,62-14 0 0 0,-97 29-3370 0 0,0 2 0 0 0,0 0 0 0 0,1 1 0 0 0,-1 1-1 0 0,46 5 1 0 0,-53-2-1115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9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 6913 0 0,'-1'1'320'0'0,"-1"0"0"0"0,1 0 0 0 0,0 0 0 0 0,0 0 0 0 0,-1 0 0 0 0,1 0 0 0 0,0 0-1 0 0,0 1 1 0 0,1-1 0 0 0,-1 0 0 0 0,0 1 0 0 0,0-1 0 0 0,1 1 0 0 0,-1-1 0 0 0,0 1-1 0 0,1-1 1 0 0,0 1 0 0 0,-1-1 0 0 0,1 1 0 0 0,0 0 0 0 0,0 2 0 0 0,2 43-999 0 0,0-20 1114 0 0,-2 46-1005 0 0,3 0-1 0 0,18 101 1 0 0,-14-140-3776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3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45 3225 0 0,'-18'0'333'0'0,"16"0"-13"0"0,-1 0 0 0 0,0 0 1 0 0,1 0-1 0 0,-1 0 0 0 0,0-1 1 0 0,0 1-1 0 0,1-1 0 0 0,-1 1 1 0 0,0-1-1 0 0,-3-2 1 0 0,6 3-249 0 0,0-1 0 0 0,0 1 0 0 0,0-1 0 0 0,0 1 0 0 0,0-1 0 0 0,0 1 0 0 0,0-1 0 0 0,1 1 0 0 0,-1-1 0 0 0,0 1 0 0 0,0-1 0 0 0,1 1 0 0 0,-1-1 0 0 0,0 1 0 0 0,1 0 1 0 0,-1-1-1 0 0,0 1 0 0 0,1-1 0 0 0,-1 1 0 0 0,0 0 0 0 0,1-1 0 0 0,-1 1 0 0 0,1 0 0 0 0,-1 0 0 0 0,1-1 0 0 0,-1 1 0 0 0,1 0 0 0 0,-1 0 0 0 0,1 0 0 0 0,-1-1 0 0 0,1 1 0 0 0,-1 0 1 0 0,1 0-1 0 0,-1 0 0 0 0,1 0 0 0 0,0 0 0 0 0,21-7 1214 0 0,3 4-581 0 0,0 0 0 0 0,0 1-1 0 0,31 2 1 0 0,-31 1-2018 0 0,0-1 0 0 0,1-2 0 0 0,31-5-1 0 0,-40 4-1957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5985 0 0,'0'0'173'0'0,"-1"0"0"0"0,0 0 0 0 0,1 0 0 0 0,-1 0 0 0 0,1 0 0 0 0,-1 0 0 0 0,0 0 0 0 0,1 0 0 0 0,-1 0 0 0 0,1 0 0 0 0,-1 1 0 0 0,1-1 1 0 0,-1 0-1 0 0,0 0 0 0 0,1 1 0 0 0,-1-1 0 0 0,1 0 0 0 0,-1 0 0 0 0,1 1 0 0 0,-1-1 0 0 0,1 1 0 0 0,0-1 0 0 0,-1 0 0 0 0,1 1 0 0 0,-1-1 0 0 0,1 1 0 0 0,0-1 0 0 0,-1 1 0 0 0,1-1 0 0 0,0 1 0 0 0,0-1 0 0 0,-1 1 0 0 0,1-1 0 0 0,0 1 0 0 0,0 0 0 0 0,0-1 0 0 0,0 1 0 0 0,0-1 0 0 0,0 1 0 0 0,0 0 0 0 0,0-1 0 0 0,0 1 0 0 0,0-1 0 0 0,0 1 0 0 0,0-1 0 0 0,0 1 0 0 0,0 0 0 0 0,0-1 0 0 0,1 1 0 0 0,-1-1 0 0 0,0 1 0 0 0,0-1 0 0 0,1 1 0 0 0,-1-1 0 0 0,0 1 0 0 0,1 0 0 0 0,1 5-1605 0 0,22 80 2436 0 0,-10-40-1943 0 0,8 54-1 0 0,-12-28-1711 0 0,-5-31 1284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94 3681 0 0,'-1'1'4292'0'0,"20"-9"-2026"0"0,76-32 82 0 0,46 3-2698 0 0,-114 31-1465 0 0,-12 2-2086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4.2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0 2761 0 0,'-27'9'869'0'0,"-8"4"6301"0"0,34-12-6919 0 0,-1 0 1 0 0,1 0-1 0 0,0 1 0 0 0,-1-1 1 0 0,1 0-1 0 0,0 0 0 0 0,0 1 1 0 0,-1-1-1 0 0,1 1 0 0 0,0-1 1 0 0,1 1-1 0 0,-1-1 0 0 0,0 1 1 0 0,0 0-1 0 0,1-1 0 0 0,-1 1 1 0 0,1 0-1 0 0,-1 2 0 0 0,-1 12-29 0 0,0-1 1 0 0,2 1-1 0 0,0-1 0 0 0,0 0 0 0 0,4 19 0 0 0,1-7-886 0 0,1-1 0 0 0,2 1 0 0 0,0-1 0 0 0,14 27 0 0 0,-10-27-449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4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1 109 2761 0 0,'0'-2'188'0'0,"0"1"0"0"0,0 0 0 0 0,-1-1 1 0 0,1 1-1 0 0,0-1 0 0 0,0 1 1 0 0,0-1-1 0 0,0 1 0 0 0,0 0 1 0 0,1-1-1 0 0,-1 1 0 0 0,0-1 0 0 0,1 1 1 0 0,-1 0-1 0 0,1-1 0 0 0,-1 1 1 0 0,1 0-1 0 0,0-1 0 0 0,1 0 0 0 0,0-2 204 0 0,1 1 0 0 0,0-1 0 0 0,0 1 0 0 0,1 0 0 0 0,-1 0 0 0 0,5-3 0 0 0,3-1 353 0 0,-1 1 1 0 0,1 1 0 0 0,0-1 0 0 0,11-3 0 0 0,-7 4-658 0 0,-1 1 1 0 0,1 1-1 0 0,0 0 1 0 0,0 1-1 0 0,25-1 1 0 0,-24 4-4953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39 456 0 0,'8'-6'3764'0'0,"16"-1"-2788"0"0,-19 6-521 0 0,74-20-21 0 0,-73 19-410 0 0,1 1 1 0 0,0 1-1 0 0,-1-1 1 0 0,1 1-1 0 0,0 0 1 0 0,0 1-1 0 0,-1-1 0 0 0,1 1 1 0 0,11 4-1 0 0,-17-5-24 0 0,0 0-1 0 0,0 1 1 0 0,0-1-1 0 0,1 1 0 0 0,-1-1 1 0 0,0 1-1 0 0,-1 0 1 0 0,1-1-1 0 0,0 1 0 0 0,0 0 1 0 0,0 0-1 0 0,0 0 0 0 0,0-1 1 0 0,-1 1-1 0 0,1 0 1 0 0,0 0-1 0 0,-1 0 0 0 0,1 0 1 0 0,-1 0-1 0 0,1 0 1 0 0,-1 2-1 0 0,2 7-66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45 1376 0 0,'0'0'66'0'0,"17"-3"4532"0"0,75-29-891 0 0,-49 24-4772 0 0,-32 6-2080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 4145 0 0,'2'-3'44'0'0,"1"1"0"0"0,-1-1 0 0 0,1 1 0 0 0,-1-1 0 0 0,1 1 1 0 0,0 0-1 0 0,0 0 0 0 0,0 0 0 0 0,0 0 0 0 0,0 0 0 0 0,0 1 0 0 0,1 0 0 0 0,-1-1 1 0 0,1 1-1 0 0,-1 0 0 0 0,1 1 0 0 0,6-2 0 0 0,-6 2 3 0 0,1-1 0 0 0,-1 0-1 0 0,1 1 1 0 0,-1 0 0 0 0,0 0 0 0 0,1 0 0 0 0,-1 1 0 0 0,0 0-1 0 0,1-1 1 0 0,-1 2 0 0 0,0-1 0 0 0,0 0 0 0 0,0 1-1 0 0,7 3 1 0 0,-9-3-43 0 0,-1-1 0 0 0,0 0 0 0 0,1 1 0 0 0,-1-1 0 0 0,0 1 0 0 0,0 0 0 0 0,0-1 0 0 0,0 1 0 0 0,0 0 0 0 0,0 0 0 0 0,-1 0 0 0 0,1-1 0 0 0,-1 1 0 0 0,1 0 0 0 0,-1 3 0 0 0,2 4-4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1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105 152 4145 0 0,'-6'2'174'0'0,"0"1"0"0"0,0 0-1 0 0,0 0 1 0 0,0 0 0 0 0,0 0 0 0 0,1 1 0 0 0,-1 0 0 0 0,1 0 0 0 0,0 1-1 0 0,1-1 1 0 0,-1 1 0 0 0,1 0 0 0 0,0 0 0 0 0,0 1 0 0 0,0-1 0 0 0,1 1-1 0 0,0 0 1 0 0,0 0 0 0 0,0 0 0 0 0,1 0 0 0 0,0 1 0 0 0,0-1 0 0 0,0 1 0 0 0,1-1-1 0 0,0 1 1 0 0,1-1 0 0 0,-1 1 0 0 0,1 0 0 0 0,1 7 0 0 0,2 17 39 0 0,2 1 0 0 0,1-2 0 0 0,1 1 0 0 0,2-1 0 0 0,1 0 0 0 0,1 0 0 0 0,1-1 0 0 0,2-1 0 0 0,1 0 0 0 0,1-1 0 0 0,2-1 1 0 0,30 37-1 0 0,-42-57-97 0 0,1 1 0 0 0,-1-1 0 0 0,1 0 0 0 0,0-1 0 0 0,1 0 1 0 0,-1 0-1 0 0,1 0 0 0 0,0-1 0 0 0,0 0 0 0 0,0-1 0 0 0,1 0 0 0 0,-1 0 1 0 0,1-1-1 0 0,11 2 0 0 0,-9-3 32 0 0,-1 0 1 0 0,0-1-1 0 0,1-1 1 0 0,-1 0-1 0 0,1 0 1 0 0,-1-1-1 0 0,0 0 1 0 0,0-1-1 0 0,0 0 1 0 0,0 0-1 0 0,-1-1 1 0 0,11-6-1 0 0,-9 4-69 0 0,1 1 0 0 0,-2-2 0 0 0,1 0 0 0 0,-1 0 0 0 0,0-1 0 0 0,-1 0 0 0 0,1 0 0 0 0,-2-1 0 0 0,1-1 0 0 0,-1 1 0 0 0,-1-1 0 0 0,0-1 0 0 0,0 1 0 0 0,-1-1 0 0 0,0 0 0 0 0,-1-1 0 0 0,0 1-1 0 0,-1-1 1 0 0,-1 0 0 0 0,1 0 0 0 0,-2-1 0 0 0,0 1 0 0 0,0-1 0 0 0,-1-15 0 0 0,-1-5 290 0 0,-1 0 0 0 0,-2 0 0 0 0,-1 1-1 0 0,-2-1 1 0 0,-9-31 0 0 0,9 48-262 0 0,0-1 0 0 0,-1 1 1 0 0,0 1-1 0 0,-1-1 0 0 0,-1 1 0 0 0,0 1 0 0 0,-2 0 1 0 0,1 0-1 0 0,-1 1 0 0 0,-1 0 0 0 0,-17-14 1 0 0,13 15-8 0 0,0 0 1 0 0,0 1 0 0 0,-1 0 0 0 0,-30-13 0 0 0,41 21-116 0 0,-1 0 0 0 0,0 1 0 0 0,0 0 0 0 0,0 0-1 0 0,0 0 1 0 0,0 1 0 0 0,0 0 0 0 0,0 0 0 0 0,0 1 0 0 0,0 0 0 0 0,-1 0 0 0 0,1 1 0 0 0,0 0 0 0 0,0 0 0 0 0,0 0 0 0 0,-9 4 0 0 0,13-4-143 0 0,0 1 0 0 0,0 0 1 0 0,0 0-1 0 0,0 0 0 0 0,0 0 1 0 0,0 0-1 0 0,1 1 0 0 0,-1-1 1 0 0,1 1-1 0 0,0 0 0 0 0,-4 5 1 0 0,-8 22-3883 0 0,9-17-1791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1.7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91 920 0 0,'32'-6'6314'0'0,"2"-3"-4367"0"0,177-51-4492 0 0,-182 49 2478 0 0,-16 6 67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6 4609 0 0,'-3'-1'562'0'0,"1"0"0"0"0,-1 0 1 0 0,0 0-1 0 0,0 1 0 0 0,0-1 1 0 0,0 1-1 0 0,0-1 0 0 0,0 1 0 0 0,0 0 1 0 0,1 0-1 0 0,-4 1 0 0 0,5 0-430 0 0,0-1 0 0 0,0 1 1 0 0,0-1-1 0 0,0 1 0 0 0,0 0 0 0 0,0-1 1 0 0,0 1-1 0 0,0 0 0 0 0,1 0 0 0 0,-1 0 1 0 0,0 0-1 0 0,0 0 0 0 0,1 0 0 0 0,-1 0 0 0 0,1 0 1 0 0,-1 0-1 0 0,1 0 0 0 0,-1 0 0 0 0,1 0 1 0 0,0 0-1 0 0,0 0 0 0 0,-1 0 0 0 0,1 1 1 0 0,0-1-1 0 0,0 0 0 0 0,0 0 0 0 0,0 0 0 0 0,0 0 1 0 0,0 0-1 0 0,1 1 0 0 0,-1 0 0 0 0,15 150 1534 0 0,-10-119-3212 0 0,11 33 1 0 0,-7-38-3679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7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301 26 5529 0 0,'-8'-4'213'0'0,"-2"0"0"0"0,1 0 0 0 0,0 1 0 0 0,-1 0 0 0 0,1 1-1 0 0,-1 0 1 0 0,0 1 0 0 0,1-1 0 0 0,-1 2 0 0 0,0 0 0 0 0,0 0 0 0 0,-15 2-1 0 0,18 0-72 0 0,1-1-1 0 0,-1 1 1 0 0,1 0-1 0 0,-1 1 1 0 0,1-1-1 0 0,0 1 1 0 0,0 0-1 0 0,0 1 1 0 0,1 0-1 0 0,-1-1 1 0 0,1 2-1 0 0,0-1 1 0 0,0 1-1 0 0,0 0 1 0 0,1 0-1 0 0,-1 0 1 0 0,1 0-1 0 0,1 1 1 0 0,-5 6-1 0 0,0 4-97 0 0,0 0 0 0 0,2 1 0 0 0,0 0-1 0 0,0 0 1 0 0,2 0 0 0 0,0 0 0 0 0,1 1-1 0 0,1 0 1 0 0,0-1 0 0 0,1 1 0 0 0,3 31-1 0 0,0-34-146 0 0,1 0 0 0 0,0 0-1 0 0,1 0 1 0 0,0-1 0 0 0,2 1-1 0 0,-1-1 1 0 0,2-1 0 0 0,0 1-1 0 0,0-1 1 0 0,1 0 0 0 0,1-1-1 0 0,0 0 1 0 0,1 0 0 0 0,12 11-1 0 0,-6-7 51 0 0,1-1 0 0 0,0-1 0 0 0,1-1 0 0 0,1-1 0 0 0,0 0 0 0 0,0-1 0 0 0,33 12-1 0 0,-42-19-102 0 0,0-1 0 0 0,-1-1 0 0 0,1 1 0 0 0,0-2 0 0 0,0 1-1 0 0,1-1 1 0 0,-1-1 0 0 0,0 0 0 0 0,0 0 0 0 0,0-1 0 0 0,0-1 0 0 0,0 1-1 0 0,0-2 1 0 0,0 1 0 0 0,0-1 0 0 0,-1-1 0 0 0,1 0 0 0 0,15-8-1 0 0,-10 2 222 0 0,0-1-1 0 0,0 0 1 0 0,-1 0-1 0 0,-1-1 1 0 0,0-1-1 0 0,-1 0 1 0 0,0-1-1 0 0,-1-1 1 0 0,0 0-1 0 0,13-26 1 0 0,-18 31 17 0 0,-1 0-1 0 0,-1-1 1 0 0,0 1-1 0 0,-1-1 1 0 0,0 0 0 0 0,0 0-1 0 0,-1 0 1 0 0,0-1 0 0 0,-1 1-1 0 0,-1 0 1 0 0,0-1-1 0 0,0 1 1 0 0,-1 0 0 0 0,-1 0-1 0 0,1-1 1 0 0,-2 1 0 0 0,0 0-1 0 0,-4-11 1 0 0,-2 1 230 0 0,-1 0 1 0 0,-1 0-1 0 0,0 1 1 0 0,-2 1-1 0 0,0 0 1 0 0,-1 1-1 0 0,-22-22 1 0 0,29 33-288 0 0,-1 0 0 0 0,1 1 1 0 0,-1 0-1 0 0,-1 1 0 0 0,1 0 0 0 0,-1 0 1 0 0,0 1-1 0 0,0 0 0 0 0,0 0 0 0 0,-16-3 1 0 0,17 5-366 0 0,0 1 1 0 0,0 0 0 0 0,0 1-1 0 0,1 0 1 0 0,-1 0 0 0 0,0 1-1 0 0,0 0 1 0 0,0 1 0 0 0,-8 2-1 0 0,-4 2-3145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1 100 6913 0 0,'12'-6'741'0'0,"0"1"0"0"0,0-2-1 0 0,0 1 1 0 0,13-11 0 0 0,-12 8-360 0 0,1 0 0 0 0,21-10 0 0 0,-26 16-1149 0 0,1 0 0 0 0,0 0 1 0 0,0 1-1 0 0,13-1 0 0 0,17-4-1136 0 0,-38 6 1904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3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 0 2817 0 0,'-18'6'165'0'0,"-17"6"210"0"0,17-1 2611 0 0,18-9-2714 0 0,1 1 0 0 0,-1-1 0 0 0,1 1 1 0 0,0 0-1 0 0,0-1 0 0 0,-1 1 1 0 0,2-1-1 0 0,-1 0 0 0 0,0 1 0 0 0,3 3 1 0 0,2 5-18 0 0,4 22-342 0 0,-4-13-273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3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262 33 2304 0 0,'-15'-8'1608'0'0,"7"4"-735"0"0,0-1 0 0 0,-1 2-1 0 0,0-1 1 0 0,-12-3 0 0 0,17 7-632 0 0,0-1 0 0 0,-1 1 0 0 0,1 0 0 0 0,0 0 0 0 0,0 0 0 0 0,0 0 0 0 0,0 1 0 0 0,0 0-1 0 0,0-1 1 0 0,1 1 0 0 0,-1 1 0 0 0,0-1 0 0 0,-7 4 0 0 0,3-1-151 0 0,0 0-1 0 0,0 0 1 0 0,0 1 0 0 0,0 0-1 0 0,1 0 1 0 0,0 1 0 0 0,0 0-1 0 0,1 0 1 0 0,-1 1 0 0 0,1 0-1 0 0,1 0 1 0 0,-1 0-1 0 0,1 1 1 0 0,0 0 0 0 0,1 0-1 0 0,0 0 1 0 0,0 0 0 0 0,1 1-1 0 0,0-1 1 0 0,1 1 0 0 0,-1 0-1 0 0,2 0 1 0 0,-1 0-1 0 0,1 0 1 0 0,1 0 0 0 0,0 0-1 0 0,1 14 1 0 0,0 7-190 0 0,2 0 0 0 0,2 0 1 0 0,0 0-1 0 0,15 43 0 0 0,-16-62 39 0 0,0-1 0 0 0,1 1 0 0 0,0-1-1 0 0,1-1 1 0 0,0 1 0 0 0,1-1 0 0 0,-1 0 0 0 0,2 0 0 0 0,-1-1-1 0 0,1 0 1 0 0,1 0 0 0 0,-1-1 0 0 0,1 0 0 0 0,1-1 0 0 0,12 8-1 0 0,-11-9 74 0 0,-1 0-1 0 0,1 0 1 0 0,0-1-1 0 0,1-1 1 0 0,-1 1-1 0 0,1-2 0 0 0,-1 0 1 0 0,1 0-1 0 0,0-1 1 0 0,0 0-1 0 0,0-1 1 0 0,0-1-1 0 0,23-3 0 0 0,-27 2 78 0 0,0 0-1 0 0,0-1 0 0 0,-1 0 0 0 0,1 0 0 0 0,-1-1 0 0 0,0 0 0 0 0,1 0 1 0 0,-2-1-1 0 0,1 0 0 0 0,-1 0 0 0 0,1 0 0 0 0,-1-1 0 0 0,-1 0 0 0 0,1 0 1 0 0,-1 0-1 0 0,0-1 0 0 0,0 0 0 0 0,-1 0 0 0 0,0 0 0 0 0,-1 0 0 0 0,4-9 0 0 0,-2 2 161 0 0,-1-1-1 0 0,0 1 0 0 0,-1-1 0 0 0,0 0 0 0 0,-2-1 1 0 0,1 1-1 0 0,-2 0 0 0 0,0 0 0 0 0,-1 0 0 0 0,0-1 0 0 0,-6-21 1 0 0,0 7-277 0 0,-2 1 0 0 0,-1 0 0 0 0,-1 0 1 0 0,-26-45-1 0 0,36 72-232 0 0,-17-28 101 0 0,6 17-1205 0 0,0 7-3321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4.2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1 137 8290 0 0,'8'-2'518'0'0,"1"0"0"0"0,-1 0 0 0 0,0-1 0 0 0,0-1 0 0 0,0 1 0 0 0,0-1 0 0 0,0 0 0 0 0,-1-1 0 0 0,13-10 0 0 0,-2 4-26 0 0,24-20-28 0 0,4-2-2705 0 0,-14 16-4686 0 0,-29 16 6766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4.4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8754 0 0,'-29'13'9345'0'0,"33"-10"-9113"0"0,1 3-342 0 0,0-1-1 0 0,0 1 1 0 0,0 0 0 0 0,-1 0 0 0 0,0 1 0 0 0,0-1 0 0 0,-1 1 0 0 0,0 0 0 0 0,0 0 0 0 0,4 15 0 0 0,1 12-2449 0 0,5 40 0 0 0,-4-19-4 0 0,-1-17 2033 0 0,-1 2 391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324 74 5529 0 0,'-2'-4'133'0'0,"0"0"-1"0"0,0 0 1 0 0,0 0-1 0 0,-1 1 1 0 0,0-1-1 0 0,0 1 1 0 0,0 0-1 0 0,0-1 1 0 0,0 1 0 0 0,-1 1-1 0 0,1-1 1 0 0,-1 0-1 0 0,0 1 1 0 0,0 0-1 0 0,0 0 1 0 0,0 0-1 0 0,0 1 1 0 0,0-1-1 0 0,0 1 1 0 0,-1 0-1 0 0,1 0 1 0 0,0 0 0 0 0,-1 1-1 0 0,1-1 1 0 0,-1 1-1 0 0,1 0 1 0 0,0 0-1 0 0,-1 1 1 0 0,1 0-1 0 0,-1-1 1 0 0,1 1-1 0 0,0 1 1 0 0,-6 1-1 0 0,0 3-122 0 0,0 0-1 0 0,0 1 0 0 0,1 0 0 0 0,0 1 0 0 0,0 0 0 0 0,1 0 1 0 0,-1 1-1 0 0,2 0 0 0 0,0 0 0 0 0,0 1 0 0 0,0 0 0 0 0,-6 14 0 0 0,-1 5 325 0 0,1 1 0 0 0,1 0 0 0 0,-10 39 0 0 0,18-54-308 0 0,1 0-1 0 0,0 1 1 0 0,0-1-1 0 0,2 1 1 0 0,0-1-1 0 0,1 1 1 0 0,0-1-1 0 0,1 1 1 0 0,4 17-1 0 0,-2-23-51 0 0,-1 0 0 0 0,2 0 0 0 0,0-1 0 0 0,0 1 0 0 0,0-1 0 0 0,1 0 0 0 0,1 0 0 0 0,0-1 0 0 0,0 0 0 0 0,0 0 0 0 0,1 0 0 0 0,0 0 0 0 0,1-1-1 0 0,14 11 1 0 0,-4-6-156 0 0,0-1-1 0 0,1-1 1 0 0,0-1-1 0 0,0 0 1 0 0,1-2-1 0 0,0 0 1 0 0,1-1-1 0 0,-1-1 1 0 0,1-1-1 0 0,36 2 0 0 0,-37-5 389 0 0,0 0-1 0 0,0-1 0 0 0,0-2 1 0 0,0 0-1 0 0,0-1 0 0 0,0-1 1 0 0,0 0-1 0 0,-1-2 1 0 0,1 0-1 0 0,-1-2 0 0 0,22-11 1 0 0,-30 12-83 0 0,-1 0 1 0 0,0-1 0 0 0,0 0 0 0 0,-1-1 0 0 0,0 0 0 0 0,-1 0-1 0 0,0 0 1 0 0,0-1 0 0 0,-1-1 0 0 0,0 1 0 0 0,-1-1 0 0 0,0-1 0 0 0,-1 1-1 0 0,0-1 1 0 0,-1 1 0 0 0,0-1 0 0 0,-1-1 0 0 0,0 1 0 0 0,-1 0-1 0 0,1-16 1 0 0,-1-5 581 0 0,-1 0 0 0 0,-2 0 1 0 0,-2 0-1 0 0,0 0 0 0 0,-3 1 0 0 0,-14-51 0 0 0,18 75-709 0 0,0 1-1 0 0,0-1 1 0 0,-1 1 0 0 0,-1 0 0 0 0,1 0 0 0 0,-1 0-1 0 0,0 1 1 0 0,0 0 0 0 0,-1-1 0 0 0,0 1-1 0 0,0 1 1 0 0,-9-8 0 0 0,8 8-593 0 0,-1 0 0 0 0,-1 0 0 0 0,1 1 0 0 0,-1 0 0 0 0,1 1 0 0 0,-17-6 0 0 0,-1 2-5034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84 920 0 0,'-2'-4'3927'0'0,"2"3"-3861"0"0,7-8 2268 0 0,9-5 206 0 0,-4 6-1606 0 0,0 1 0 0 0,0 0-1 0 0,1 1 1 0 0,0 1 0 0 0,1 0 0 0 0,21-5-1 0 0,-24 7-1213 0 0,-1 1 0 0 0,1 1 0 0 0,0 0-1 0 0,-1 1 1 0 0,16 1 0 0 0,-14 0-5032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 6449 0 0,'-1'1'311'0'0,"0"0"0"0"0,0 0 0 0 0,0 0 0 0 0,1 0-1 0 0,-1 0 1 0 0,0 0 0 0 0,1 0 0 0 0,-1 0 0 0 0,1 0 0 0 0,-1 1-1 0 0,1-1 1 0 0,0 0 0 0 0,-1 0 0 0 0,1 1 0 0 0,0-1 0 0 0,0 0-1 0 0,0 0 1 0 0,0 1 0 0 0,0-1 0 0 0,0 0 0 0 0,1 3-1 0 0,4 26 2657 0 0,14 24 81 0 0,-12-34-3317 0 0,0 1 0 0 0,-1 0-1 0 0,5 32 1 0 0,-8-27-6298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8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245 1 456 0 0,'-21'11'1183'0'0,"0"1"-1"0"0,1 1 1 0 0,0 1 0 0 0,-32 28-1 0 0,43-33-704 0 0,0 0-1 0 0,0 1 0 0 0,0 0 0 0 0,1 0 0 0 0,1 1 1 0 0,-10 18-1 0 0,9-14-388 0 0,2 0 0 0 0,0 0 0 0 0,1 0 0 0 0,0 1 0 0 0,1 0 0 0 0,1 0 0 0 0,1 0 0 0 0,0 0 0 0 0,1 0 0 0 0,1 1 0 0 0,0-1 0 0 0,1 0 0 0 0,1 0 0 0 0,4 19 0 0 0,1-7-46 0 0,1-1-1 0 0,1 0 1 0 0,2 0-1 0 0,21 41 1 0 0,-25-56-43 0 0,1-1 0 0 0,0 1 0 0 0,0-1 0 0 0,2 0 0 0 0,-1-1 0 0 0,1 0 0 0 0,0-1 0 0 0,1 0 0 0 0,0 0 0 0 0,1-1 0 0 0,18 9 0 0 0,-2-3 126 0 0,73 34 204 0 0,-88-42-350 0 0,1-2 0 0 0,0 1 0 0 0,0-2 0 0 0,0 0 0 0 0,22 2 0 0 0,-28-5 75 0 0,0-1 0 0 0,0 0-1 0 0,0 0 1 0 0,0-1-1 0 0,0 0 1 0 0,0 0 0 0 0,-1-1-1 0 0,1 0 1 0 0,-1 0 0 0 0,1-1-1 0 0,-1 0 1 0 0,0 0-1 0 0,-1 0 1 0 0,1-1 0 0 0,-1 0-1 0 0,0-1 1 0 0,0 1-1 0 0,0-1 1 0 0,-1 0 0 0 0,0-1-1 0 0,0 1 1 0 0,3-8-1 0 0,1 0 239 0 0,0 0 0 0 0,-2-1 0 0 0,0 0 0 0 0,-1 0 0 0 0,0-1 0 0 0,-1 0 0 0 0,-1 0 0 0 0,0 0-1 0 0,2-31 1 0 0,-6 33-76 0 0,-1 0-1 0 0,0 0 1 0 0,-1 0-1 0 0,-1 0 0 0 0,-6-21 1 0 0,-28-69 917 0 0,14 45-878 0 0,16 37-200 0 0,-2 0 1 0 0,0 0-1 0 0,-2 1 0 0 0,0 1 0 0 0,-19-27 1 0 0,25 40-38 0 0,-1 0 0 0 0,0 0-1 0 0,-1 1 1 0 0,1 0 0 0 0,-1 0 0 0 0,-1 1 0 0 0,1 0 0 0 0,-1 0 0 0 0,1 0 0 0 0,-2 1-1 0 0,1 0 1 0 0,0 1 0 0 0,-1 0 0 0 0,1 0 0 0 0,-1 1 0 0 0,-18-3 0 0 0,26 5-39 0 0,-4-1-118 0 0,-1 1 0 0 0,1-1 0 0 0,0 1 0 0 0,-1 0 0 0 0,1 1 0 0 0,-10 1 0 0 0,13-2-224 0 0,0 1 0 0 0,0 0 0 0 0,0 0 0 0 0,0 0 0 0 0,0 0 0 0 0,0 0 1 0 0,0 0-1 0 0,0 1 0 0 0,0-1 0 0 0,1 1 0 0 0,-1-1 0 0 0,-1 3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9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338 69 456 0 0,'-13'-9'1753'0'0,"7"4"-1342"0"0,0 1 0 0 0,0 0 0 0 0,0 0 0 0 0,0 0-1 0 0,-1 1 1 0 0,0 0 0 0 0,0 0 0 0 0,0 1-1 0 0,0 0 1 0 0,0 0 0 0 0,0 1 0 0 0,0-1 0 0 0,-15 1-1 0 0,15 1-22 0 0,-1 0 0 0 0,0 1-1 0 0,0 0 1 0 0,0 1-1 0 0,0-1 1 0 0,1 2 0 0 0,-1-1-1 0 0,1 1 1 0 0,-1 0-1 0 0,1 0 1 0 0,0 1 0 0 0,-8 5-1 0 0,7-3-195 0 0,1 1 0 0 0,-1-1 0 0 0,1 1 0 0 0,0 1 0 0 0,1-1 0 0 0,0 1 0 0 0,0 0 0 0 0,-9 17 0 0 0,8-10-207 0 0,1 0-1 0 0,0 0 1 0 0,1 1 0 0 0,0 0-1 0 0,2 0 1 0 0,0 0 0 0 0,0 0-1 0 0,2 0 1 0 0,0 1 0 0 0,0-1-1 0 0,4 29 1 0 0,0-35 1 0 0,0 1 0 0 0,0-1 1 0 0,1 0-1 0 0,0 0 0 0 0,0 0 0 0 0,1 0 0 0 0,1-1 0 0 0,0 0 1 0 0,0 0-1 0 0,0 0 0 0 0,10 8 0 0 0,9 9-100 0 0,1-1-1 0 0,29 22 1 0 0,-41-36-58 0 0,2 0 1 0 0,-1 0-1 0 0,2-2 1 0 0,-1 0 0 0 0,1-1-1 0 0,0-1 1 0 0,1 0-1 0 0,0-1 1 0 0,26 5 0 0 0,-34-9 247 0 0,0-1-1 0 0,-1 0 1 0 0,1-1 0 0 0,0 0 0 0 0,-1 0 0 0 0,1-1-1 0 0,-1 0 1 0 0,1-1 0 0 0,-1 0 0 0 0,1 0 0 0 0,-1-1 0 0 0,0 0-1 0 0,0-1 1 0 0,0 0 0 0 0,0 0 0 0 0,-1-1 0 0 0,0 0 0 0 0,0-1-1 0 0,14-12 1 0 0,-12 6 116 0 0,0 0-1 0 0,0 0 1 0 0,-2-1-1 0 0,1 0 0 0 0,-2-1 1 0 0,0 1-1 0 0,0-2 1 0 0,-1 1-1 0 0,-1-1 0 0 0,0 0 1 0 0,-2 0-1 0 0,1 0 1 0 0,-2 0-1 0 0,0-1 1 0 0,0-26-1 0 0,-2 19 117 0 0,-1 0-1 0 0,0 1 1 0 0,-2-1 0 0 0,-1 0 0 0 0,0 1 0 0 0,-2 0-1 0 0,-1 0 1 0 0,0 0 0 0 0,-2 1 0 0 0,-12-22-1 0 0,18 36-315 0 0,-1 1 0 0 0,-1-1 0 0 0,1 1 0 0 0,-1 0 0 0 0,0 1-1 0 0,0-1 1 0 0,-1 1 0 0 0,0 0 0 0 0,0 1 0 0 0,0-1 0 0 0,0 1 0 0 0,-1 0-1 0 0,1 1 1 0 0,-1-1 0 0 0,0 1 0 0 0,0 1 0 0 0,0-1 0 0 0,-1 1-1 0 0,1 1 1 0 0,-1-1 0 0 0,-13 0 0 0 0,14 2-337 0 0,0 0-1 0 0,0 1 1 0 0,0 0-1 0 0,0 0 1 0 0,0 1-1 0 0,-8 2 1 0 0,7-1-497 0 0,1 0 1 0 0,0 1 0 0 0,0 0-1 0 0,0 0 1 0 0,1 0 0 0 0,-7 6-1 0 0,-4 4-4258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9.8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275 252 2304 0 0,'-44'-38'3001'0'0,"37"31"-2410"0"0,0 1-1 0 0,-1-1 1 0 0,0 1-1 0 0,0 0 1 0 0,-12-6-1 0 0,17 10-525 0 0,-1 1 0 0 0,1 0 0 0 0,-1 0 0 0 0,1 0 0 0 0,-1 0 0 0 0,1 1-1 0 0,-1-1 1 0 0,1 1 0 0 0,-1 0 0 0 0,0 0 0 0 0,1 0 0 0 0,-1 1 0 0 0,1-1 0 0 0,-1 1 0 0 0,1 0 0 0 0,-1 0-1 0 0,1 0 1 0 0,0 0 0 0 0,-5 3 0 0 0,2-1-9 0 0,-1 0-1 0 0,1 1 1 0 0,0 0-1 0 0,0 0 1 0 0,0 0-1 0 0,1 1 1 0 0,0 0-1 0 0,-1 0 1 0 0,2 0-1 0 0,-1 1 1 0 0,1 0-1 0 0,-1 0 1 0 0,2 0-1 0 0,-1 0 1 0 0,1 0-1 0 0,0 1 1 0 0,0 0-1 0 0,0-1 1 0 0,1 1-1 0 0,0 0 1 0 0,1 0-1 0 0,0 0 1 0 0,0 0-1 0 0,0 1 1 0 0,1-1-1 0 0,0 0 1 0 0,0 0-1 0 0,1 0 1 0 0,0 1-1 0 0,0-1 1 0 0,1 0-1 0 0,0 0 1 0 0,0 0-1 0 0,0-1 1 0 0,1 1-1 0 0,4 8 1 0 0,3 3-64 0 0,2 1 0 0 0,-1-1 0 0 0,2-1 0 0 0,0 0 0 0 0,1-1 0 0 0,1 0 0 0 0,0-1 0 0 0,35 26 0 0 0,-35-31-10 0 0,0 0 1 0 0,0-1-1 0 0,1-1 0 0 0,0-1 1 0 0,0 0-1 0 0,1 0 1 0 0,0-2-1 0 0,0 0 1 0 0,1-1-1 0 0,-1-1 1 0 0,24 1-1 0 0,-30-4 84 0 0,0-1 0 0 0,-1 0 0 0 0,1-1 0 0 0,-1 0 0 0 0,1-1 0 0 0,-1 0 0 0 0,0-1-1 0 0,0 0 1 0 0,0 0 0 0 0,-1-1 0 0 0,1-1 0 0 0,-1 1 0 0 0,0-1 0 0 0,-1-1 0 0 0,1 0 0 0 0,-1 0 0 0 0,-1-1 0 0 0,13-15 0 0 0,-4 3 249 0 0,-1 0 0 0 0,-1-2 0 0 0,-1 1 0 0 0,-1-1 1 0 0,-1-1-1 0 0,-1 0 0 0 0,7-25 0 0 0,-15 37-170 0 0,0 0 0 0 0,-1 0-1 0 0,0 0 1 0 0,0 0-1 0 0,-1 0 1 0 0,-1 0 0 0 0,0 0-1 0 0,0 0 1 0 0,-1 1 0 0 0,-1-1-1 0 0,1 0 1 0 0,-2 1-1 0 0,1 0 1 0 0,-2-1 0 0 0,-8-15-1 0 0,3 8-2 0 0,-1 0-1 0 0,-1 1 0 0 0,0 0 1 0 0,-1 1-1 0 0,-1 1 0 0 0,0 0 1 0 0,-25-20-1 0 0,34 32-149 0 0,1 0 0 0 0,-1 0 0 0 0,0 0 0 0 0,1 0 0 0 0,-1 1 0 0 0,-1 0 0 0 0,-7-3 0 0 0,-12 4-1563 0 0,22 2 1044 0 0,1-1 0 0 0,0 1 0 0 0,-1 0 0 0 0,1-1 0 0 0,0 1 0 0 0,0 0 1 0 0,0 0-1 0 0,-1 1 0 0 0,-1 0 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0.4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286 136 2304 0 0,'-8'-4'549'0'0,"0"0"0"0"0,-1 1 0 0 0,1 0 0 0 0,-1 0-1 0 0,0 1 1 0 0,0 0 0 0 0,0 0 0 0 0,0 1-1 0 0,0 0 1 0 0,-14 1 0 0 0,16 1-309 0 0,1 0 1 0 0,0 0-1 0 0,0 1 0 0 0,0 0 1 0 0,0 0-1 0 0,0 0 0 0 0,0 1 1 0 0,0 0-1 0 0,1 0 0 0 0,-1 0 1 0 0,1 1-1 0 0,0-1 1 0 0,0 1-1 0 0,0 1 0 0 0,-8 8 1 0 0,4-1-219 0 0,1 0 1 0 0,-1 1-1 0 0,2 0 0 0 0,0 0 1 0 0,0 1-1 0 0,2-1 1 0 0,-1 1-1 0 0,2 1 1 0 0,0-1-1 0 0,0 1 1 0 0,2-1-1 0 0,0 1 1 0 0,0 0-1 0 0,1 0 1 0 0,1 0-1 0 0,1 0 0 0 0,3 21 1 0 0,-2-20-203 0 0,1-2-1 0 0,0 1 1 0 0,1 0 0 0 0,0-1 0 0 0,2 1-1 0 0,-1-1 1 0 0,2 0 0 0 0,0-1-1 0 0,0 0 1 0 0,2 0 0 0 0,-1 0 0 0 0,2-1-1 0 0,-1-1 1 0 0,2 0 0 0 0,-1 0 0 0 0,1-1-1 0 0,15 10 1 0 0,2-2-123 0 0,1-1 0 0 0,0-2-1 0 0,2-1 1 0 0,0-1 0 0 0,0-1 0 0 0,1-2 0 0 0,0-2 0 0 0,51 7-1 0 0,-73-14 267 0 0,0 0-1 0 0,1-1 1 0 0,-1-1-1 0 0,0 0 0 0 0,0 0 1 0 0,0-1-1 0 0,0 0 1 0 0,-1-1-1 0 0,1 0 1 0 0,-1-1-1 0 0,1 0 0 0 0,-1 0 1 0 0,0-1-1 0 0,0 0 1 0 0,9-8-1 0 0,-11 8 182 0 0,-1 0-1 0 0,0-1 1 0 0,0 0 0 0 0,-1 0-1 0 0,0 0 1 0 0,0-1-1 0 0,0 1 1 0 0,-1-1 0 0 0,0 0-1 0 0,0-1 1 0 0,-1 1 0 0 0,0-1-1 0 0,0 1 1 0 0,0-1-1 0 0,-1 0 1 0 0,-1 0 0 0 0,1 0-1 0 0,-1 0 1 0 0,-1-11 0 0 0,-1-13 969 0 0,-2 0 1 0 0,-1 1-1 0 0,-1-1 1 0 0,-13-38 0 0 0,-48-119 2179 0 0,57 167-2954 0 0,-1 0-1 0 0,0 0 0 0 0,-28-39 1 0 0,32 53-531 0 0,0 0 0 0 0,-1 0 1 0 0,0 0-1 0 0,0 1 1 0 0,-1 0-1 0 0,0 1 1 0 0,0-1-1 0 0,-1 2 1 0 0,0-1-1 0 0,0 1 0 0 0,-17-7 1 0 0,9 7-5900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6.3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 5529 0 0,'0'0'156'0'0,"0"1"0"0"0,0-1-1 0 0,0 1 1 0 0,-1-1 0 0 0,1 1-1 0 0,0-1 1 0 0,0 1 0 0 0,0-1-1 0 0,1 1 1 0 0,-1 0 0 0 0,0-1-1 0 0,0 1 1 0 0,0-1 0 0 0,0 1-1 0 0,0-1 1 0 0,1 1 0 0 0,-1-1-1 0 0,0 0 1 0 0,0 1 0 0 0,1-1-1 0 0,-1 1 1 0 0,0-1 0 0 0,1 1-1 0 0,-1-1 1 0 0,0 0 0 0 0,1 1-1 0 0,-1-1 1 0 0,1 0 0 0 0,-1 1-1 0 0,1-1 1 0 0,-1 0 0 0 0,1 0-1 0 0,-1 1 1 0 0,0-1 0 0 0,1 0-1 0 0,0 0 1 0 0,-1 0 0 0 0,1 0-1 0 0,-1 0 1 0 0,1 1 0 0 0,0-1 0 0 0,24 8 1138 0 0,-18-9-1155 0 0,0 0 1 0 0,0 0 0 0 0,0-1 0 0 0,0 0 0 0 0,0 0 0 0 0,0 0 0 0 0,8-5-1 0 0,-7 3-362 0 0,0 1-1 0 0,1 0 1 0 0,15-3-1 0 0,-21 5-291 0 0,1 1 0 0 0,0 0 0 0 0,-1-1-1 0 0,1 2 1 0 0,0-1 0 0 0,-1 0 0 0 0,7 2 0 0 0,1 2-3573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6.8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 1840 0 0,'46'-7'4013'0'0,"-39"5"-3997"0"0,0 0 0 0 0,-1 1-1 0 0,1 0 1 0 0,0 0-1 0 0,0 1 1 0 0,-1 0-1 0 0,1 0 1 0 0,11 2-1 0 0,39 18-84 0 0,-46-15 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7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79 4145 0 0,'0'-3'316'0'0,"1"1"-1"0"0,0-1 1 0 0,0 1 0 0 0,0 0 0 0 0,0 0-1 0 0,1-1 1 0 0,-1 1 0 0 0,0 0 0 0 0,1 0-1 0 0,0 0 1 0 0,-1 0 0 0 0,1 0 0 0 0,4-2-1 0 0,28-21 458 0 0,-24 20-888 0 0,23-9 689 0 0,-31 13-836 0 0,0 1-1 0 0,0 0 0 0 0,0 0 1 0 0,0 0-1 0 0,-1 0 0 0 0,1 0 1 0 0,0 0-1 0 0,0 0 0 0 0,0 1 1 0 0,-1-1-1 0 0,3 1 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7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0 102 6449 0 0,'26'-20'2826'0'0,"-6"7"-2784"0"0,-8 4-181 0 0,1 1 0 0 0,0 0 0 0 0,0 1 0 0 0,0 0 0 0 0,1 1 0 0 0,0 1 0 0 0,0 0 0 0 0,20-4 0 0 0,-25 7 127 0 0,-1-1-48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7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26 282 1376 0 0,'-11'-40'1418'0'0,"7"29"-683"0"0,1 0 0 0 0,1 1-1 0 0,0-1 1 0 0,-2-16 164 0 0,6 30-666 0 0,-1-1 0 0 0,1 1 0 0 0,-1 0-1 0 0,0 0 1 0 0,0 0 0 0 0,0 0 0 0 0,-1 1 0 0 0,1-1 0 0 0,0 3 0 0 0,39 216 2340 0 0,-31-191-2481 0 0,0-1 1 0 0,2 0-1 0 0,2-1 0 0 0,0 0 1 0 0,20 29-1 0 0,-12-23-80 0 0,2-1 1 0 0,1-2-1 0 0,2 0 1 0 0,1-2-1 0 0,54 48 1 0 0,-79-76 4 0 0,0 0 0 0 0,1-1 0 0 0,-1 1 1 0 0,0-1-1 0 0,1 1 0 0 0,0-1 1 0 0,-1 0-1 0 0,1 0 0 0 0,0 0 1 0 0,-1 0-1 0 0,1-1 0 0 0,0 1 0 0 0,0-1 1 0 0,-1 1-1 0 0,1-1 0 0 0,5 0 1 0 0,-6-1-6 0 0,-1 1 1 0 0,1-1 0 0 0,0 0-1 0 0,0 0 1 0 0,-1 0 0 0 0,1 0 0 0 0,-1 0-1 0 0,1 0 1 0 0,-1 0 0 0 0,1 0-1 0 0,-1-1 1 0 0,0 1 0 0 0,1 0-1 0 0,-1-1 1 0 0,0 1 0 0 0,0-1-1 0 0,0 1 1 0 0,0-1 0 0 0,0 0 0 0 0,-1 0-1 0 0,1 1 1 0 0,0-1 0 0 0,-1 0-1 0 0,0 0 1 0 0,1-3 0 0 0,4-20 73 0 0,-1 0 1 0 0,-1 0 0 0 0,-1 0-1 0 0,-3-29 1 0 0,-13-104-491 0 0,0-22-847 0 0,14 178 1253 0 0,-1-2-12 0 0,1 0 0 0 0,0 1 1 0 0,0-1-1 0 0,1 0 0 0 0,-1 0 1 0 0,1 1-1 0 0,0-1 0 0 0,0 0 1 0 0,0 1-1 0 0,0-1 0 0 0,2-3 0 0 0,10 37 106 0 0,1 16 246 0 0,-5-12 124 0 0,19 46 0 0 0,-24-71-434 0 0,0-1-1 0 0,0 0 0 0 0,1 0 1 0 0,0 0-1 0 0,1 0 1 0 0,-1-1-1 0 0,1 0 0 0 0,1 0 1 0 0,0 0-1 0 0,9 6 0 0 0,-12-10 13 0 0,-1 0 0 0 0,1-1 0 0 0,0 0 0 0 0,1 0 0 0 0,-1 0-1 0 0,0 0 1 0 0,1-1 0 0 0,-1 1 0 0 0,1-1 0 0 0,-1 0 0 0 0,1-1-1 0 0,-1 1 1 0 0,1-1 0 0 0,0 0 0 0 0,-1 0 0 0 0,1 0 0 0 0,0-1-1 0 0,-1 1 1 0 0,1-1 0 0 0,-1 0 0 0 0,1-1 0 0 0,-1 1-1 0 0,0-1 1 0 0,1 0 0 0 0,-1 0 0 0 0,0 0 0 0 0,0 0 0 0 0,0-1-1 0 0,-1 0 1 0 0,1 0 0 0 0,0 0 0 0 0,4-5 0 0 0,0-1 111 0 0,0 1 0 0 0,-1-2 1 0 0,0 1-1 0 0,0-1 0 0 0,-1 0 1 0 0,-1 0-1 0 0,1-1 0 0 0,-2 0 1 0 0,1 0-1 0 0,-2 0 0 0 0,5-21 1 0 0,-3 5-156 0 0,-2-1 1 0 0,-1 0-1 0 0,-2 0 1 0 0,0 0-1 0 0,-2 1 1 0 0,-1-1-1 0 0,-2 0 1 0 0,0 1 0 0 0,-2 0-1 0 0,0 0 1 0 0,-18-38-1 0 0,-1 21-1189 0 0,3 20-4239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266 6 920 0 0,'-7'-2'86'0'0,"0"1"-1"0"0,0 0 0 0 0,0 0 1 0 0,0 0-1 0 0,1 1 0 0 0,-1 0 1 0 0,0 1-1 0 0,0-1 0 0 0,0 1 1 0 0,0 1-1 0 0,0-1 0 0 0,1 1 1 0 0,-1 0-1 0 0,1 0 0 0 0,-1 1 1 0 0,1 0-1 0 0,0 0 1 0 0,0 1-1 0 0,0 0 0 0 0,1 0 1 0 0,-1 0-1 0 0,1 0 0 0 0,-8 10 1 0 0,1-2-10 0 0,2 1 1 0 0,0 1-1 0 0,0 0 0 0 0,2 0 1 0 0,-1 1-1 0 0,2 0 1 0 0,0 0-1 0 0,1 1 1 0 0,0 0-1 0 0,2 0 1 0 0,0 0-1 0 0,0 1 1 0 0,2 0-1 0 0,0-1 1 0 0,0 1-1 0 0,2 0 0 0 0,3 30 1 0 0,-2-41-90 0 0,0 0-1 0 0,0-1 1 0 0,1 1 0 0 0,0-1-1 0 0,0 1 1 0 0,1-1 0 0 0,-1 0-1 0 0,6 8 1 0 0,-7-12 9 0 0,0 0 0 0 0,0 0 0 0 0,0 0 0 0 0,0 0 0 0 0,0 0 0 0 0,0 0 0 0 0,0 0 0 0 0,0 0 0 0 0,0 0 0 0 0,0-1 0 0 0,0 1 0 0 0,1-1 0 0 0,-1 1 0 0 0,0-1 0 0 0,0 1 0 0 0,1-1 0 0 0,-1 1 0 0 0,0-1 0 0 0,1 0 0 0 0,-1 0 0 0 0,0 0 0 0 0,1 0 0 0 0,-1 0 0 0 0,0 0 0 0 0,1 0 0 0 0,-1 0 0 0 0,1-1 0 0 0,-1 1 0 0 0,0 0 0 0 0,0-1 0 0 0,1 1 0 0 0,-1-1 0 0 0,0 1 0 0 0,0-1 0 0 0,0 0 0 0 0,1 0 0 0 0,-1 1 0 0 0,0-1 0 0 0,0 0 0 0 0,0 0 0 0 0,1-1 0 0 0,14-14 25 0 0,-1 0 1 0 0,0-1-1 0 0,-1-1 1 0 0,-1 0-1 0 0,-1 0 1 0 0,0-2-1 0 0,-1 1 1 0 0,-2-1-1 0 0,15-41 1 0 0,-21 47 112 0 0,0 0 0 0 0,-1-1 0 0 0,0-16 0 0 0,-2 18 763 0 0,1 0 0 0 0,1 0 0 0 0,6-25 0 0 0,1 69 1804 0 0,-6 2-2263 0 0,-2-8-194 0 0,2 0-1 0 0,1 0 0 0 0,1-1 1 0 0,12 38-1 0 0,-15-56-384 0 0,1 0 0 0 0,0 0 0 0 0,0 0-1 0 0,0 0 1 0 0,1-1 0 0 0,-1 1 0 0 0,2-1 0 0 0,-1 0 0 0 0,0 0 0 0 0,1-1 0 0 0,0 1-1 0 0,0-1 1 0 0,0 0 0 0 0,1 0 0 0 0,-1-1 0 0 0,1 1 0 0 0,0-1 0 0 0,0-1 0 0 0,0 1-1 0 0,0-1 1 0 0,0 0 0 0 0,11 2 0 0 0,15-4-1626 0 0,-16-3 773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7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49 3681 0 0,'0'-3'169'0'0,"-5"-27"-19"0"0,5 29-19 0 0,0 1 1 0 0,0-1-1 0 0,-1 0 0 0 0,1 1 0 0 0,0-1 0 0 0,0 0 0 0 0,0 1 1 0 0,-1-1-1 0 0,1 0 0 0 0,0 1 0 0 0,0-1 0 0 0,-1 0 0 0 0,1 1 1 0 0,-1-1-1 0 0,1 1 0 0 0,-1-1 0 0 0,1 1 0 0 0,-1-1 0 0 0,1 1 1 0 0,-1-1-1 0 0,1 1 0 0 0,-1 0 0 0 0,1-1 0 0 0,-1 1 0 0 0,0 0 1 0 0,1-1-1 0 0,-1 1 0 0 0,0 0 0 0 0,1 0 0 0 0,-1 0 0 0 0,0-1 1 0 0,1 1-1 0 0,-1 0 0 0 0,0 0 0 0 0,1 0 0 0 0,-1 0 0 0 0,-1 0 1 0 0,1 1 14 0 0,0 0 0 0 0,0 0 0 0 0,0 0 0 0 0,0-1 0 0 0,0 1 0 0 0,0 0 0 0 0,1 0 0 0 0,-1 0 0 0 0,0 0 0 0 0,0 0 0 0 0,1 0 0 0 0,-1 1 0 0 0,1-1 0 0 0,-1 0 0 0 0,1 0 0 0 0,-1 0 0 0 0,1 1 0 0 0,0-1 0 0 0,-1 2 0 0 0,-2 29 187 0 0,2-26-250 0 0,0 20 196 0 0,1 1 0 0 0,1-1 0 0 0,2 0 0 0 0,0 0 0 0 0,2-1 0 0 0,14 47 0 0 0,67 144 450 0 0,-75-190-829 0 0,-1-5-384 0 0,0 0 0 0 0,15 21 0 0 0,-22-36 39 0 0,1-1 1 0 0,-1 0-1 0 0,2 0 0 0 0,-1 0 0 0 0,0 0 0 0 0,1-1 0 0 0,0 0 1 0 0,0 0-1 0 0,0 0 0 0 0,1 0 0 0 0,-1-1 0 0 0,10 4 0 0 0,-6-5-734 0 0,2-3-1309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9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0 238 3137 0 0,'5'-38'59'0'0,"10"-82"1151"0"0,-12 41 4842 0 0,-5 82-4725 0 0,-3 12 201 0 0,-3 21 29 0 0,4-7-1025 0 0,3 1 1 0 0,0-1-1 0 0,2 0 1 0 0,1 1-1 0 0,1-1 1 0 0,8 31-1 0 0,6 6-1376 0 0,36 96 0 0 0,-41-129-5247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4.8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58 8866 0 0,'-15'-34'2040'0'0,"15"32"-1796"0"0,-1 1 0 0 0,0-1 1 0 0,0 1-1 0 0,0-1 0 0 0,0 1 0 0 0,0-1 1 0 0,0 1-1 0 0,0 0 0 0 0,0 0 1 0 0,0-1-1 0 0,-1 1 0 0 0,1 0 1 0 0,0 0-1 0 0,-1 0 0 0 0,1 0 0 0 0,-1 1 1 0 0,1-1-1 0 0,-4-1 0 0 0,4 3-141 0 0,-1-1 0 0 0,1 1 0 0 0,0-1 0 0 0,0 1 0 0 0,0 0 0 0 0,0 0 0 0 0,0-1 0 0 0,0 1 0 0 0,0 0 0 0 0,0 0 0 0 0,0 0 0 0 0,0 0-1 0 0,0 0 1 0 0,1 0 0 0 0,-1 0 0 0 0,0 1 0 0 0,1-1 0 0 0,-1 0 0 0 0,1 0 0 0 0,-1 1 0 0 0,1-1 0 0 0,0 0 0 0 0,-1 0 0 0 0,1 1 0 0 0,0 1 0 0 0,-5 36 1224 0 0,20 441 161 0 0,39-4-1403 0 0,-52-456-60 0 0,31 181 268 0 0,-15-98 266 0 0,7 114-1 0 0,-25-211-542 0 0,0 0-1 0 0,0 0 0 0 0,0 1 0 0 0,-1-1 0 0 0,1 0 1 0 0,-2 0-1 0 0,-2 9 0 0 0,3-13-282 0 0,0 0 0 0 0,0 0 1 0 0,0 0-1 0 0,0 0 0 0 0,0-1 0 0 0,0 1 0 0 0,-1 0 0 0 0,1-1 1 0 0,-1 1-1 0 0,-1 1 0 0 0,-6 2-3531 0 0,7-4 2848 0 0,-1 0 0 0 0,1 0 1 0 0,0 0-1 0 0,-1 0 1 0 0,-4 0-1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5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57 6913 0 0,'74'-23'5820'0'0,"86"-2"-1835"0"0,-123 20-4837 0 0,-15 1-4836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5.4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42 8754 0 0,'4'-2'217'0'0,"-1"0"1"0"0,1 1-1 0 0,0-1 0 0 0,0 1 1 0 0,-1 0-1 0 0,1 0 1 0 0,0 0-1 0 0,0 0 0 0 0,5 0 1 0 0,6-1 96 0 0,30-8 1402 0 0,86-6 0 0 0,-107 15-2104 0 0,0 1-1 0 0,-1 2 1 0 0,1 0-1 0 0,-1 1 0 0 0,37 10 1 0 0,-39-6 360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5.8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 7834 0 0,'0'-2'1014'0'0,"5"-1"-205"0"0,18-3 369 0 0,28-4 646 0 0,-47 9-1801 0 0,0 0 1 0 0,1 1 0 0 0,-1 0 0 0 0,0 0 0 0 0,1 0-1 0 0,-1 0 1 0 0,0 1 0 0 0,0 0 0 0 0,1-1 0 0 0,-1 2-1 0 0,0-1 1 0 0,0 0 0 0 0,0 1 0 0 0,0 0-1 0 0,0 0 1 0 0,0 0 0 0 0,-1 0 0 0 0,1 0 0 0 0,-1 1-1 0 0,1 0 1 0 0,-1 0 0 0 0,0 0 0 0 0,5 7-1 0 0,0 2-89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6.0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4609 0 0,'1'-2'261'0'0,"1"0"0"0"0,0 0 0 0 0,-1 0-1 0 0,1 0 1 0 0,0 0 0 0 0,0 0 0 0 0,0 0 0 0 0,1 1 0 0 0,-1-1 0 0 0,0 1 0 0 0,1 0-1 0 0,-1 0 1 0 0,5-2 0 0 0,-3 1 13 0 0,3-2 216 0 0,0 1 0 0 0,0 0 1 0 0,0 0-1 0 0,1 1 0 0 0,7-2 0 0 0,11 4-543 0 0,-24 0-269 0 0,0 1 1 0 0,1-1-1 0 0,-1 1 1 0 0,0 0 0 0 0,0 0-1 0 0,0 0 1 0 0,0 0-1 0 0,-1 0 1 0 0,1 1-1 0 0,2 1 1 0 0,2 3-1077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6.4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 4145 0 0,'-2'0'210'0'0,"-19"7"-42"0"0,20-7-37 0 0,0 0-1 0 0,0 0 0 0 0,0 0 0 0 0,1 1 0 0 0,-1-1 0 0 0,0 1 0 0 0,0-1 1 0 0,1 0-1 0 0,-1 1 0 0 0,0-1 0 0 0,1 1 0 0 0,-1-1 0 0 0,0 1 1 0 0,1 0-1 0 0,-1-1 0 0 0,1 1 0 0 0,-1 0 0 0 0,1-1 0 0 0,-1 1 1 0 0,1 0-1 0 0,-1 1 0 0 0,2-2 26 0 0,-1 1 0 0 0,0-1 0 0 0,1 1 0 0 0,0-1 1 0 0,-1 1-1 0 0,1-1 0 0 0,-1 0 0 0 0,1 1 0 0 0,-1-1 0 0 0,1 0 0 0 0,0 0 1 0 0,-1 0-1 0 0,1 1 0 0 0,0-1 0 0 0,-1 0 0 0 0,1 0 0 0 0,-1 0 0 0 0,1 0 0 0 0,0 0 1 0 0,-1 0-1 0 0,1 0 0 0 0,0 0 0 0 0,-1 0 0 0 0,2-1 0 0 0,15 0 806 0 0,-17 1-987 0 0,55-4 2373 0 0,111-8 1656 0 0,83 13-2236 0 0,-205 2-1665 0 0,-7-2-90 0 0,-1 1 0 0 0,1 3 0 0 0,-1 0 0 0 0,0 3 0 0 0,39 13 0 0 0,-54-9-652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6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2761 0 0,'-5'8'5603'0'0,"1"14"-4429"0"0,4-21-1133 0 0,-9 60 1673 0 0,3 1 0 0 0,2 0-1 0 0,3 1 1 0 0,9 73 0 0 0,7-26-875 0 0,40 156 0 0 0,3-1-625 0 0,-14-63-82 0 0,-20-131-2662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7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65 9218 0 0,'-14'4'-803'0'0,"1"0"4115"0"0,32-10 3597 0 0,143-42-3266 0 0,-107 37-5469 0 0,1 5-3386 0 0,-32 5-1339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9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55 920 0 0,'5'-22'4366'0'0,"-4"21"-4220"0"0,-1-1-1 0 0,0 1 1 0 0,0-1-1 0 0,0 1 1 0 0,0 0-1 0 0,0-1 1 0 0,0 1-1 0 0,0 0 1 0 0,-1-1-1 0 0,1 1 0 0 0,0 0 1 0 0,-1-1-1 0 0,1 1 1 0 0,-1 0-1 0 0,0 0 1 0 0,1-1-1 0 0,-1 1 1 0 0,0 0-1 0 0,0 0 1 0 0,-1-2-1 0 0,0 2 7 0 0,1 1-1 0 0,0-1 1 0 0,0 1-1 0 0,-1-1 1 0 0,1 1 0 0 0,0 0-1 0 0,-1 0 1 0 0,1 0 0 0 0,-1 0-1 0 0,1 0 1 0 0,0 0-1 0 0,-1 0 1 0 0,1 0 0 0 0,0 0-1 0 0,-1 0 1 0 0,1 1-1 0 0,0-1 1 0 0,-1 1 0 0 0,1-1-1 0 0,0 1 1 0 0,-1-1 0 0 0,1 1-1 0 0,0 0 1 0 0,0-1-1 0 0,0 1 1 0 0,-1 1 0 0 0,-20 13 972 0 0,1 0 0 0 0,-35 33 0 0 0,47-39-902 0 0,1 0 0 0 0,-1 1 1 0 0,1 0-1 0 0,1 0 0 0 0,0 1 0 0 0,1 0 1 0 0,-10 21-1 0 0,16-30-239 0 0,-1 0 0 0 0,1 0 0 0 0,0 0-1 0 0,0 0 1 0 0,0 0 0 0 0,0 0 0 0 0,0 0 0 0 0,0 0 0 0 0,0 0 0 0 0,1 0-1 0 0,-1 0 1 0 0,1 0 0 0 0,-1 0 0 0 0,1 0 0 0 0,0-1 0 0 0,0 1-1 0 0,0 0 1 0 0,0 0 0 0 0,0-1 0 0 0,0 1 0 0 0,0 0 0 0 0,1-1-1 0 0,-1 1 1 0 0,1-1 0 0 0,1 2 0 0 0,8 6-116 0 0,0 0-1 0 0,21 12 1 0 0,-5-3-106 0 0,-16-9 179 0 0,0 0 1 0 0,-1 0 0 0 0,0 1 0 0 0,-1 0 0 0 0,13 19 0 0 0,-20-27 86 0 0,-1 0 0 0 0,0 0 0 0 0,1 0 0 0 0,-1 1 1 0 0,0-1-1 0 0,0 0 0 0 0,0 1 0 0 0,0-1 0 0 0,0 0 0 0 0,-1 1 0 0 0,1-1 0 0 0,-1 1 0 0 0,1-1 1 0 0,-1 1-1 0 0,0-1 0 0 0,0 1 0 0 0,0-1 0 0 0,-1 1 0 0 0,1-1 0 0 0,0 1 0 0 0,-1-1 0 0 0,0 1 1 0 0,1-1-1 0 0,-1 1 0 0 0,0-1 0 0 0,0 0 0 0 0,-1 0 0 0 0,1 1 0 0 0,0-1 0 0 0,-1 0 0 0 0,1 0 1 0 0,-1 0-1 0 0,0-1 0 0 0,1 1 0 0 0,-1 0 0 0 0,0-1 0 0 0,0 1 0 0 0,-3 1 0 0 0,-9 6 478 0 0,-1-1 0 0 0,0 0-1 0 0,-1-1 1 0 0,0-1 0 0 0,0 0 0 0 0,0-1-1 0 0,-28 4 1 0 0,33-7-646 0 0,1 0 1 0 0,-1-2-1 0 0,0 1 0 0 0,1-1 0 0 0,-1-1 1 0 0,1 0-1 0 0,-1 0 0 0 0,1-1 0 0 0,-1 0 0 0 0,1-1 1 0 0,0 0-1 0 0,0-1 0 0 0,-14-7 0 0 0,8 1-6813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0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183 29 4609 0 0,'17'-28'7254'0'0,"-25"42"-5884"0"0,-21 34-461 0 0,2 2 0 0 0,2 1-1 0 0,-26 79 1 0 0,36-82-834 0 0,2 0 0 0 0,2 1 0 0 0,3 0 0 0 0,2 1 0 0 0,1 0 0 0 0,3 0 0 0 0,6 66 0 0 0,5-34-46 0 0,3-2-1 0 0,4 1 1 0 0,3-2 0 0 0,4 0 0 0 0,3-2 0 0 0,4 0-1 0 0,3-3 1 0 0,3 0 0 0 0,69 103 0 0 0,-87-151 56 0 0,1 0 0 0 0,1-2 0 0 0,1 0 0 0 0,1-1 0 0 0,1-2 0 0 0,1 0 0 0 0,33 22 0 0 0,-39-32-32 0 0,1 0 1 0 0,1-1-1 0 0,-1-2 0 0 0,2 1 1 0 0,-1-2-1 0 0,1-1 0 0 0,0 0 1 0 0,0-2-1 0 0,0 0 0 0 0,1-2 1 0 0,29 1-1 0 0,49-10-2207 0 0,-31 2 669 0 0,-54 3 1163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1.9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149 217 1376 0 0,'-34'3'1138'0'0,"26"-2"328"0"0,0 1 0 0 0,1 0-1 0 0,0 1 1 0 0,-12 5-1 0 0,56-13 3789 0 0,-10 2-4203 0 0,17-4-470 0 0,-1 1 0 0 0,1 2-1 0 0,0 2 1 0 0,70 5 0 0 0,-80 0-537 0 0,1-2 1 0 0,0-2-1 0 0,0-1 0 0 0,-1-2 1 0 0,1-1-1 0 0,35-10 0 0 0,-70 14-44 0 0,1 1 0 0 0,-1 0 0 0 0,1 0 0 0 0,-1 0 0 0 0,0 0 0 0 0,1 0-1 0 0,-1 0 1 0 0,0 0 0 0 0,1-1 0 0 0,-1 1 0 0 0,0 0 0 0 0,1 0-1 0 0,-1-1 1 0 0,0 1 0 0 0,1 0 0 0 0,-1 0 0 0 0,0-1 0 0 0,1 1 0 0 0,-1 0-1 0 0,0-1 1 0 0,0 1 0 0 0,0 0 0 0 0,1-1 0 0 0,-1 1 0 0 0,0 0-1 0 0,0-1 1 0 0,0 1 0 0 0,0-1 0 0 0,0 1 0 0 0,0 0 0 0 0,0-1 0 0 0,0 1-1 0 0,0-1 1 0 0,0 0 0 0 0,-7-15-21 0 0,-18-10-30 0 0,-4 6-138 0 0,-2 2 0 0 0,0 1 0 0 0,-1 1 0 0 0,-1 2 0 0 0,0 1 0 0 0,-1 2 0 0 0,-64-13 0 0 0,83 22 198 0 0,1 2 0 0 0,0-1 0 0 0,0 2 0 0 0,0 0 0 0 0,0 0 0 0 0,0 2 1 0 0,0-1-1 0 0,1 2 0 0 0,-1 0 0 0 0,1 1 0 0 0,0 0 0 0 0,0 1 0 0 0,0 0 0 0 0,1 1 0 0 0,0 0 1 0 0,0 1-1 0 0,-19 18 0 0 0,22-19-2 0 0,1 1 0 0 0,0 0 0 0 0,1 1 0 0 0,0 0 0 0 0,0 0 1 0 0,1 0-1 0 0,0 1 0 0 0,0 0 0 0 0,1 0 0 0 0,1 1 0 0 0,0 0 0 0 0,0-1 1 0 0,1 1-1 0 0,0 0 0 0 0,1 1 0 0 0,0-1 0 0 0,1 0 0 0 0,0 0 0 0 0,1 1 0 0 0,0-1 1 0 0,1 1-1 0 0,3 16 0 0 0,-2-17 23 0 0,1 0 0 0 0,0 0-1 0 0,1-1 1 0 0,0 1 0 0 0,0-1 0 0 0,1 0 0 0 0,0 0 0 0 0,1-1 0 0 0,0 1-1 0 0,0-1 1 0 0,1-1 0 0 0,1 1 0 0 0,-1-1 0 0 0,1 0 0 0 0,1-1 0 0 0,-1 0-1 0 0,1 0 1 0 0,0-1 0 0 0,1 0 0 0 0,0 0 0 0 0,0-1 0 0 0,0-1-1 0 0,0 0 1 0 0,1 0 0 0 0,15 3 0 0 0,-3-2 245 0 0,0-1 1 0 0,1-1-1 0 0,-1 0 0 0 0,1-2 0 0 0,0-1 1 0 0,-1-1-1 0 0,46-8 0 0 0,-26 0-37 0 0,-1-3-1 0 0,0-1 1 0 0,56-26 0 0 0,-29 11-1519 0 0,-52 22 833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4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117 356 1840 0 0,'-5'-4'441'0'0,"1"1"0"0"0,-1 0 0 0 0,0 1 0 0 0,0-1 0 0 0,0 1-1 0 0,0 0 1 0 0,0 0 0 0 0,-11-2 0 0 0,12 3 27 0 0,-1 0-1 0 0,1 0 1 0 0,-1-1-1 0 0,1 1 1 0 0,0-1-1 0 0,0 0 1 0 0,0 0-1 0 0,0 0 1 0 0,0-1-1 0 0,0 1 1 0 0,0-1-1 0 0,1 0 1 0 0,-5-5-1 0 0,8 8-376 0 0,0-1-1 0 0,-1 1 0 0 0,1 0 1 0 0,0-1-1 0 0,0 1 0 0 0,0 0 0 0 0,0-1 1 0 0,0 1-1 0 0,0 0 0 0 0,0-1 1 0 0,0 1-1 0 0,1-1 0 0 0,-1 1 1 0 0,0 0-1 0 0,0-1 0 0 0,0 1 0 0 0,0 0 1 0 0,0-1-1 0 0,1 1 0 0 0,-1 0 1 0 0,0 0-1 0 0,0-1 0 0 0,0 1 1 0 0,1 0-1 0 0,-1 0 0 0 0,0-1 0 0 0,0 1 1 0 0,1 0-1 0 0,-1 0 0 0 0,0-1 1 0 0,1 1-1 0 0,-1 0 0 0 0,0 0 1 0 0,1 0-1 0 0,-1 0 0 0 0,0 0 1 0 0,1 0-1 0 0,-1-1 0 0 0,0 1 0 0 0,1 0 1 0 0,-1 0-1 0 0,0 0 0 0 0,1 0 1 0 0,-1 0-1 0 0,1 0 0 0 0,-1 0 1 0 0,0 1-1 0 0,1-1 0 0 0,-1 0 0 0 0,0 0 1 0 0,3 1 1114 0 0,1 1-844 0 0,2 2-279 0 0,0 0-1 0 0,-1 0 1 0 0,0 1-1 0 0,0-1 1 0 0,0 1-1 0 0,0 0 0 0 0,7 11 1 0 0,28 50 947 0 0,-29-46-682 0 0,26 37 0 0 0,2-13-325 0 0,1-1-1 0 0,84 68 0 0 0,-123-110-10 0 0,0 0 0 0 0,1 0-1 0 0,-1 0 1 0 0,0 0 0 0 0,1 0-1 0 0,-1 0 1 0 0,1 0 0 0 0,-1-1-1 0 0,1 1 1 0 0,-1-1-1 0 0,1 1 1 0 0,0-1 0 0 0,-1 1-1 0 0,1-1 1 0 0,0 0 0 0 0,-1 0-1 0 0,1 0 1 0 0,1 0 0 0 0,-1 0 14 0 0,-1-1 0 0 0,0 1-1 0 0,0-1 1 0 0,0 1 0 0 0,0-1 0 0 0,0 0 0 0 0,1 1 0 0 0,-1-1 0 0 0,0 0 0 0 0,-1 0 0 0 0,1 0 0 0 0,0 0 0 0 0,0 0 0 0 0,0 0 0 0 0,0 0 0 0 0,-1 0 0 0 0,1 0 0 0 0,0-2 0 0 0,3-6 138 0 0,-1-1 1 0 0,0 1-1 0 0,-1-1 0 0 0,0 0 0 0 0,1-9 0 0 0,-1 0-42 0 0,13-42 135 0 0,23-65 0 0 0,-21 76-195 0 0,-2-1 1 0 0,12-72-1 0 0,-26 108-56 0 0,-1-1-1 0 0,0 1 1 0 0,-1-1-1 0 0,-3-15 1 0 0,-1-34-721 0 0,7 47-1729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4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109 210 3225 0 0,'-7'1'57'0'0,"-59"15"1550"0"0,62-15-1093 0 0,0 1 0 0 0,0 0 1 0 0,0 0-1 0 0,0 0 0 0 0,1 0 1 0 0,-1 1-1 0 0,-5 4 0 0 0,9-6-427 0 0,0-1-1 0 0,1 1 0 0 0,-1-1 0 0 0,0 0 0 0 0,1 1 1 0 0,-1-1-1 0 0,0 1 0 0 0,1-1 0 0 0,-1 1 1 0 0,0-1-1 0 0,1 0 0 0 0,-1 1 0 0 0,1-1 1 0 0,-1 0-1 0 0,1 0 0 0 0,-1 1 0 0 0,0-1 1 0 0,1 0-1 0 0,-1 0 0 0 0,1 1 0 0 0,-1-1 1 0 0,1 0-1 0 0,0 0 0 0 0,-1 0 0 0 0,1 0 1 0 0,-1 0-1 0 0,1 0 0 0 0,-1 0 0 0 0,2 0 1 0 0,19 4 163 0 0,39-3 653 0 0,-1-2 0 0 0,77-11 1 0 0,119-32-100 0 0,-148 24-641 0 0,372-80 1296 0 0,-324 65-1140 0 0,-86 18-311 0 0,44-9 17 0 0,-99 24-53 0 0,1 0 0 0 0,0 1 0 0 0,-1 1 0 0 0,1 0 0 0 0,23 4 0 0 0,-16 3-814 0 0,-13-3-66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6.2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30 408 6449 0 0,'-4'-4'199'0'0,"1"0"0"0"0,0 0-1 0 0,0 0 1 0 0,1 0-1 0 0,-1-1 1 0 0,1 1 0 0 0,-3-8-1 0 0,4 9 192 0 0,0 1 0 0 0,1-1 0 0 0,-1 1 0 0 0,0-1 0 0 0,1 0 0 0 0,0 0 1 0 0,-1 1-1 0 0,1-1 0 0 0,0 0 0 0 0,1 1 0 0 0,-1-1 0 0 0,0 0 0 0 0,1 0 0 0 0,-1 1 0 0 0,3-5 0 0 0,-3 7-287 0 0,1 0 1 0 0,-1 0-1 0 0,1 0 0 0 0,0 0 0 0 0,-1 0 0 0 0,1 0 1 0 0,0 0-1 0 0,-1 0 0 0 0,1 0 0 0 0,0 0 1 0 0,-1 1-1 0 0,1-1 0 0 0,-1 0 0 0 0,1 0 0 0 0,0 1 1 0 0,-1-1-1 0 0,1 0 0 0 0,-1 1 0 0 0,1-1 1 0 0,-1 1-1 0 0,1-1 0 0 0,-1 1 0 0 0,1-1 1 0 0,-1 1-1 0 0,0-1 0 0 0,1 1 0 0 0,-1-1 0 0 0,1 2 1 0 0,15 16 341 0 0,35 51-312 0 0,46 55 282 0 0,-82-108-375 0 0,0-1 1 0 0,1-1-1 0 0,0 0 0 0 0,2-1 1 0 0,26 16-1 0 0,18 0 75 0 0,-58-28-101 0 0,0 1-1 0 0,0-1 1 0 0,1 0 0 0 0,-1 0 0 0 0,0 0 0 0 0,0-1 0 0 0,1 1 0 0 0,-1-1 0 0 0,0 0 0 0 0,0-1 0 0 0,1 1 0 0 0,-1-1-1 0 0,7-1 1 0 0,-10 1 31 0 0,0 0 0 0 0,0 0 0 0 0,0 1 0 0 0,0-1 0 0 0,0 0 0 0 0,0 0-1 0 0,0 0 1 0 0,-1-1 0 0 0,1 1 0 0 0,0 0 0 0 0,-1 0 0 0 0,1 0 0 0 0,-1-1 0 0 0,1 1-1 0 0,-1 0 1 0 0,0 0 0 0 0,1-1 0 0 0,-1 1 0 0 0,0 0 0 0 0,0-2 0 0 0,2-35 433 0 0,-2 25-198 0 0,6-284 1759 0 0,-3 253-2044 0 0,-2 4-116 0 0,3 0-1 0 0,0 0 1 0 0,3 1 0 0 0,15-50 0 0 0,-19 81-1066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6.5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0 138 3225 0 0,'9'-6'1219'0'0,"0"-1"-1"0"0,0 1 1 0 0,0 0 0 0 0,1 1 0 0 0,0 0 0 0 0,11-3 0 0 0,19-11 1016 0 0,6-11-86 0 0,-34 22-1865 0 0,0 0-1 0 0,0 0 1 0 0,23-9 0 0 0,-28 15-880 0 0,1 1 0 0 0,0 1 1 0 0,-1-1-1 0 0,1 1 0 0 0,-1 0 0 0 0,1 1 1 0 0,0 0-1 0 0,-1 0 0 0 0,8 2 0 0 0,0 0-3729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6.8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0 920 0 0,'3'1'455'0'0,"-1"-1"0"0"0,0 1 0 0 0,1 0 0 0 0,-1-1 0 0 0,0 1 0 0 0,0 0 0 0 0,1 0 0 0 0,-1 1-1 0 0,0-1 1 0 0,0 0 0 0 0,0 1 0 0 0,-1-1 0 0 0,1 1 0 0 0,0 0 0 0 0,0-1 0 0 0,-1 1 0 0 0,1 0 0 0 0,-1 0 0 0 0,0 0 0 0 0,1 0 0 0 0,1 4-1 0 0,22 55 3449 0 0,-21-48-3072 0 0,3 5-258 0 0,-1 1 1 0 0,4 19-1 0 0,-7-21-679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8.8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60 920 0 0,'-1'-3'12265'0'0,"13"7"-9717"0"0,-9-3-2510 0 0,0 0-1 0 0,0 1 1 0 0,0-1-1 0 0,0 1 0 0 0,0 0 1 0 0,-1 0-1 0 0,1 0 1 0 0,-1 0-1 0 0,1 0 0 0 0,2 4 1 0 0,4 9 102 0 0,-1 0-1 0 0,0 1 1 0 0,-1 0 0 0 0,8 31 0 0 0,-9-29-93 0 0,0 0-1 0 0,1-1 1 0 0,0 0 0 0 0,13 20 0 0 0,-15-29-14 0 0,-3-4-12 0 0,0 0 0 0 0,0-1 0 0 0,1 0 1 0 0,-1 1-1 0 0,1-1 0 0 0,0 0 1 0 0,0 0-1 0 0,0 0 0 0 0,6 4 1 0 0,-3-17 271 0 0,23-108 441 0 0,-23 85-579 0 0,2 0 0 0 0,1 0 1 0 0,18-44-1 0 0,-25 73-130 0 0,-1 1 0 0 0,1 0-1 0 0,0 0 1 0 0,-1 0 0 0 0,1 0 0 0 0,1 0-1 0 0,-1 1 1 0 0,0-1 0 0 0,1 1 0 0 0,-1-1 0 0 0,5-2-1 0 0,-6 4-16 0 0,0 1 0 0 0,0-1 0 0 0,1 1 0 0 0,-1 0-1 0 0,0-1 1 0 0,0 1 0 0 0,1 0 0 0 0,-1 0 0 0 0,0 0-1 0 0,1 0 1 0 0,-1 0 0 0 0,0 0 0 0 0,1 0 0 0 0,-1 1-1 0 0,0-1 1 0 0,0 0 0 0 0,1 1 0 0 0,-1-1 0 0 0,0 1-1 0 0,0-1 1 0 0,0 1 0 0 0,0-1 0 0 0,1 1 0 0 0,-1 0-1 0 0,0 0 1 0 0,0 0 0 0 0,0-1 0 0 0,-1 1 0 0 0,1 0-1 0 0,0 0 1 0 0,0 0 0 0 0,0 2 0 0 0,170 207-74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0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1 120 6913 0 0,'24'-8'1225'0'0,"158"-38"5696"0"0,3 10-5777 0 0,-65 18-1285 0 0,-69 10-4549 0 0,-34 5-201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0.4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8290 0 0,'14'24'6627'0'0,"-1"15"-3344"0"0,8 52-1675 0 0,-11-45-516 0 0,18 76-314 0 0,45 174-563 0 0,-71-290-632 0 0,-1 0 1 0 0,0 0-1 0 0,0 0 1 0 0,0 0-1 0 0,-1 8 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0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67 1376 0 0,'-10'-18'-330'0'0,"3"-12"4134"0"0,7 29-3621 0 0,0 0 0 0 0,0 1 0 0 0,0-1 0 0 0,0 0 0 0 0,0 0 0 0 0,0 1 0 0 0,0-1 0 0 0,1 0 0 0 0,-1 0 0 0 0,0 1 0 0 0,0-1 0 0 0,1 0 0 0 0,-1 1 0 0 0,0-1 0 0 0,1 1 0 0 0,-1-1 0 0 0,1 0 1 0 0,-1 1-1 0 0,1-1 0 0 0,-1 1 0 0 0,1-1 0 0 0,-1 1 0 0 0,1-1 0 0 0,0 1 0 0 0,1-1 29 0 0,-1 1 0 0 0,1-1 0 0 0,0 1 0 0 0,-1 0 0 0 0,1 0 0 0 0,0 0 0 0 0,-1 0 0 0 0,1 0 0 0 0,0 0 0 0 0,-1 0 0 0 0,1 1 0 0 0,-1-1 1 0 0,1 1-1 0 0,0-1 0 0 0,2 2 0 0 0,17 7 845 0 0,0 1 1 0 0,0 1-1 0 0,-1 1 1 0 0,31 23-1 0 0,67 67 249 0 0,-97-82-1208 0 0,-2 2-1 0 0,0 0 1 0 0,-2 1-1 0 0,0 1 0 0 0,-1 0 1 0 0,-2 1-1 0 0,-1 1 1 0 0,0 0-1 0 0,-2 1 1 0 0,10 39-1 0 0,-11-25-72 0 0,-2 0 1 0 0,-1 0-1 0 0,-3 1 0 0 0,-1-1 0 0 0,-2 1 0 0 0,-8 68 0 0 0,1-65 12 0 0,-1 0-1 0 0,-2 0 0 0 0,-30 83 1 0 0,28-102-302 0 0,0 0 1 0 0,-2 0 0 0 0,0-1 0 0 0,-2-1 0 0 0,-1-1-1 0 0,-1 0 1 0 0,-30 32 0 0 0,28-36-6465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5.6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45 198 456 0 0,'1'-12'419'0'0,"-1"0"0"0"0,0 0 0 0 0,-3-22 1 0 0,-1 15 1793 0 0,-1 1 0 0 0,0 0 1 0 0,-12-27-1 0 0,12 31-1549 0 0,-1 0 4847 0 0,5 36-1405 0 0,37 327-3131 0 0,-25-291-1062 0 0,2-2 0 0 0,3 0 0 0 0,2 0-1 0 0,28 58 1 0 0,-12-35-2752 0 0,-26-54-4053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5.8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67 2304 0 0,'-1'0'98'0'0,"1"0"0"0"0,-1 0-1 0 0,1 0 1 0 0,-1 0 0 0 0,1 0-1 0 0,-1 0 1 0 0,1 0-1 0 0,-1 0 1 0 0,1 0 0 0 0,-1 0-1 0 0,1 0 1 0 0,-1 0 0 0 0,1-1-1 0 0,-1 1 1 0 0,1 0-1 0 0,0 0 1 0 0,-1-1 0 0 0,1 1-1 0 0,-1 0 1 0 0,1-1 0 0 0,0 1-1 0 0,-1 0 1 0 0,1-1-1 0 0,0 1 1 0 0,-1 0 0 0 0,1-1-1 0 0,0 1 1 0 0,0-1 0 0 0,-1 1-1 0 0,1-1 1 0 0,0 1-1 0 0,0-1 1 0 0,0 1 0 0 0,0 0-1 0 0,0-1 1 0 0,0 1-1 0 0,-1-1 1 0 0,1 1 0 0 0,0-1-1 0 0,0 1 1 0 0,0-1 0 0 0,1 1-1 0 0,-1-1 1 0 0,0 1-1 0 0,0-1 1 0 0,0 1 0 0 0,0-1-1 0 0,0 1 1 0 0,0-1 0 0 0,1 1-1 0 0,-1-1 1 0 0,0 1-1 0 0,0 0 1 0 0,1-1 0 0 0,-1 1-1 0 0,0-1 1 0 0,1 1 0 0 0,0-1-1 0 0,1-2 218 0 0,-1 0 0 0 0,2 0 0 0 0,-1 0 1 0 0,0 1-1 0 0,0-1 0 0 0,1 1 0 0 0,3-4 0 0 0,34-11-730 0 0,-27 12-3226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6.1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99 3225 0 0,'-1'0'35'0'0,"-1"-1"0"0"0,1 1 0 0 0,-1 0 0 0 0,1-1 0 0 0,-1 1 0 0 0,1-1 0 0 0,-1 0 0 0 0,1 1 0 0 0,-1-1 0 0 0,1 0 0 0 0,0 0 0 0 0,-1 0 0 0 0,1 0 0 0 0,0 0 0 0 0,0 0 0 0 0,0 0 0 0 0,0 0 0 0 0,0-1 0 0 0,0 1 0 0 0,0 0 0 0 0,0-2 0 0 0,1 1 123 0 0,0 0 0 0 0,1 0 0 0 0,-1 0 0 0 0,1 1 0 0 0,0-1 0 0 0,0 0 0 0 0,-1 0 0 0 0,1 1 0 0 0,0-1 0 0 0,1 0 0 0 0,-1 1 0 0 0,0-1 0 0 0,0 1 0 0 0,1 0 0 0 0,-1-1 0 0 0,1 1 0 0 0,2-2 0 0 0,3-2 173 0 0,0-1 0 0 0,1 2-1 0 0,0-1 1 0 0,-1 1 0 0 0,2 0 0 0 0,-1 1 0 0 0,0 0 0 0 0,1 0 0 0 0,-1 1 0 0 0,1 0 0 0 0,17-2-1 0 0,-6 2-331 0 0,-1 1 0 0 0,0 1-1 0 0,0 1 1 0 0,30 5-1 0 0,-20 0 2 0 0,-1 4 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6.7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32 4201 0 0,'0'-2'285'0'0,"0"-1"-1"0"0,1 1 1 0 0,-1 0-1 0 0,1 0 1 0 0,0 0 0 0 0,0 0-1 0 0,0 0 1 0 0,0 0 0 0 0,0 0-1 0 0,0 0 1 0 0,1 0-1 0 0,-1 0 1 0 0,4-3 358 0 0,-10 32 950 0 0,-2 7-1054 0 0,3-20-392 0 0,1-1 0 0 0,0 1-1 0 0,2 0 1 0 0,-1 0 0 0 0,2 0 0 0 0,0 0 0 0 0,1 14 0 0 0,0-26-141 0 0,0 0 1 0 0,-1 0 0 0 0,1 0 0 0 0,0-1-1 0 0,0 1 1 0 0,0 0 0 0 0,1-1-1 0 0,-1 1 1 0 0,0 0 0 0 0,0-1 0 0 0,1 0-1 0 0,-1 1 1 0 0,1-1 0 0 0,-1 0 0 0 0,1 0-1 0 0,0 1 1 0 0,0-2 0 0 0,-1 1 0 0 0,3 1-1 0 0,44 13 62 0 0,-11-4 39 0 0,-33-9-92 0 0,1 0 1 0 0,-1 1-1 0 0,1-1 0 0 0,-1 1 1 0 0,0 0-1 0 0,0 0 0 0 0,-1 1 1 0 0,1-1-1 0 0,-1 1 1 0 0,1 0-1 0 0,-1 0 0 0 0,0 0 1 0 0,4 8-1 0 0,-6-10 30 0 0,0 1 0 0 0,0-1 0 0 0,-1 1 0 0 0,1-1 0 0 0,-1 1 0 0 0,1-1 0 0 0,-1 1 0 0 0,0 0 0 0 0,0-1 0 0 0,0 1 1 0 0,0-1-1 0 0,-1 1 0 0 0,1 0 0 0 0,-1-1 0 0 0,1 1 0 0 0,-1-1 0 0 0,0 1 0 0 0,0-1 0 0 0,0 0 0 0 0,0 1 0 0 0,-1-1 0 0 0,1 0 0 0 0,-1 0 0 0 0,1 0 0 0 0,-1 0 0 0 0,0 0 0 0 0,-3 3 0 0 0,2-2 154 0 0,0 0-1 0 0,-1 0 0 0 0,0 0 1 0 0,0 0-1 0 0,0-1 1 0 0,0 0-1 0 0,0 0 0 0 0,0 0 1 0 0,-6 2-1 0 0,-12-1-4448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 9218 0 0,'0'-1'216'0'0,"1"0"0"0"0,-1-1 1 0 0,1 1-1 0 0,0 0 0 0 0,-1 0 0 0 0,1-1 0 0 0,0 1 0 0 0,0 0 1 0 0,0 0-1 0 0,0 0 0 0 0,0 0 0 0 0,0 0 0 0 0,0 0 1 0 0,0 0-1 0 0,0 1 0 0 0,0-1 0 0 0,0 0 0 0 0,0 0 1 0 0,1 1-1 0 0,-1-1 0 0 0,0 1 0 0 0,1-1 0 0 0,-1 1 0 0 0,2-1 1 0 0,34-7 102 0 0,-34 8-549 0 0,0 0 0 0 0,0 0 0 0 0,1 0 0 0 0,-1 1 0 0 0,0-1 0 0 0,0 1 0 0 0,0 0 0 0 0,3 1 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0,'0'0'12'0'0,"0"-1"0"0"0,0 1-1 0 0,0 0 1 0 0,-1 0 0 0 0,1 0-1 0 0,0 0 1 0 0,0 0 0 0 0,0 0-1 0 0,0 0 1 0 0,0-1 0 0 0,-1 1-1 0 0,1 0 1 0 0,0 0 0 0 0,0 0-1 0 0,0 0 1 0 0,0-1 0 0 0,0 1-1 0 0,0 0 1 0 0,0 0 0 0 0,0 0-1 0 0,0 0 1 0 0,-1-1 0 0 0,1 1-1 0 0,0 0 1 0 0,0 0 0 0 0,0 0-1 0 0,0-1 1 0 0,0 1 0 0 0,0 0-1 0 0,0 0 1 0 0,0 0 0 0 0,0-1-1 0 0,1 1 1 0 0,-1 0 0 0 0,0 0-1 0 0,0 0 1 0 0,0 0 0 0 0,0-1-1 0 0,0 1 1 0 0,0 0 0 0 0,0 0-1 0 0,0 0 1 0 0,0 0 0 0 0,1-1-1 0 0,-1 1 1 0 0,0 0 0 0 0,0 0-1 0 0,13-11 678 0 0,21-7 795 0 0,-31 16-1251 0 0,81-31-122 0 0,-68 26-43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28 3681 0 0,'-21'-10'539'0'0,"-7"-8"8873"0"0,31 32-5221 0 0,2 24-3872 0 0,-5-30 188 0 0,7 107 1256 0 0,-6-77-1650 0 0,1-1 1 0 0,2 0-1 0 0,10 40 1 0 0,13 15-1082 0 0,-7-29-2489 0 0,-12-35-2630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57 102 6449 0 0,'-1'-1'97'0'0,"1"1"0"0"0,-1 0 0 0 0,1-1 0 0 0,0 1-1 0 0,-1-1 1 0 0,1 1 0 0 0,-1 0 0 0 0,1-1 0 0 0,-1 1-1 0 0,1 0 1 0 0,-1 0 0 0 0,0-1 0 0 0,1 1 0 0 0,-1 0-1 0 0,1 0 1 0 0,-1 0 0 0 0,1 0 0 0 0,-1 0 0 0 0,0 0 0 0 0,1 0-1 0 0,-1 0 1 0 0,1 0 0 0 0,-1 0 0 0 0,1 0 0 0 0,-1 0-1 0 0,0 0 1 0 0,1 0 0 0 0,-1 0 0 0 0,1 1 0 0 0,-1-1-1 0 0,0 0 1 0 0,-14 18 2145 0 0,-1 25-444 0 0,13-32-1771 0 0,2 0 0 0 0,-1 0 0 0 0,1 0 0 0 0,1 1-1 0 0,0-1 1 0 0,1 0 0 0 0,0 0 0 0 0,0 0 0 0 0,1 0 0 0 0,1 0 0 0 0,0 0 0 0 0,0 0 0 0 0,1-1 0 0 0,0 1 0 0 0,1-1-1 0 0,0 0 1 0 0,1-1 0 0 0,0 1 0 0 0,1-1 0 0 0,0 0 0 0 0,0-1 0 0 0,1 0 0 0 0,0 0 0 0 0,0 0 0 0 0,1-1 0 0 0,0 0 0 0 0,0-1-1 0 0,0 0 1 0 0,1 0 0 0 0,0-1 0 0 0,0-1 0 0 0,1 0 0 0 0,-1 0 0 0 0,1 0 0 0 0,0-2 0 0 0,0 1 0 0 0,0-1 0 0 0,12 0-1 0 0,-10-2 98 0 0,-1 0 0 0 0,0-1 0 0 0,0 0 0 0 0,0-1-1 0 0,0 0 1 0 0,0-1 0 0 0,0-1 0 0 0,-1 0-1 0 0,1 0 1 0 0,-1-1 0 0 0,16-10 0 0 0,-22 13-5 0 0,0-1 0 0 0,-1-1-1 0 0,1 1 1 0 0,-1-1 0 0 0,0 1 0 0 0,0-1 0 0 0,0-1 0 0 0,-1 1 0 0 0,1 0 0 0 0,-1-1 0 0 0,0 0 0 0 0,0 1 0 0 0,-1-1 0 0 0,1 0 0 0 0,-1-1 0 0 0,0 1 0 0 0,-1 0 0 0 0,1 0 0 0 0,-1-1 0 0 0,0 1 0 0 0,-1-1-1 0 0,1 0 1 0 0,-1 1 0 0 0,0-1 0 0 0,0 1 0 0 0,-1-1 0 0 0,-1-7 0 0 0,-1 2-10 0 0,0 0-1 0 0,-1 0 1 0 0,0 1 0 0 0,-1-1-1 0 0,0 1 1 0 0,-1 0 0 0 0,0 1-1 0 0,-1-1 1 0 0,0 1-1 0 0,0 0 1 0 0,-1 1 0 0 0,0 0-1 0 0,0 0 1 0 0,-13-8 0 0 0,-14-9-658 0 0,-2 1 1 0 0,-58-26-1 0 0,35 18-1318 0 0,37 20 413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9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 4145 0 0,'43'-14'6500'0'0,"-34"12"-5353"0"0,51-15 3917 0 0,-50 14-5052 0 0,0 2-1 0 0,-1-1 0 0 0,1 2 1 0 0,13-1-1 0 0,-10 2-849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9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8 8610 0 0,'-18'-8'8502'0'0,"17"13"-7756"0"0,-1 32-161 0 0,2 0 0 0 0,1 0 0 0 0,11 68 0 0 0,-8-78-943 0 0,0 2-1286 0 0,2-1-4934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9.8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9 123 3225 0 0,'-2'-3'272'0'0,"1"0"0"0"0,0 0 0 0 0,0 0 0 0 0,0 0 0 0 0,0 0 0 0 0,1-1-1 0 0,-1 1 1 0 0,1 0 0 0 0,0-1 0 0 0,0 1 0 0 0,0 0 0 0 0,0-1 0 0 0,1 1 0 0 0,-1 0 0 0 0,1 0 0 0 0,0-1 0 0 0,0 1 0 0 0,0 0 0 0 0,0 0 0 0 0,1 0 0 0 0,-1 0 0 0 0,1 0 0 0 0,0 0 0 0 0,0 1 0 0 0,0-1 0 0 0,0 0 0 0 0,0 1 0 0 0,1 0 0 0 0,-1-1 0 0 0,1 1 0 0 0,-1 0 0 0 0,5-2 0 0 0,-3 1-105 0 0,0 0-1 0 0,0 1 1 0 0,1-1 0 0 0,-1 1-1 0 0,1 0 1 0 0,-1 0 0 0 0,1 1-1 0 0,0 0 1 0 0,-1-1 0 0 0,1 2 0 0 0,0-1-1 0 0,0 0 1 0 0,0 1 0 0 0,0 0-1 0 0,0 0 1 0 0,0 0 0 0 0,0 1 0 0 0,0 0-1 0 0,-1 0 1 0 0,1 0 0 0 0,8 3-1 0 0,-10-1-112 0 0,1-1 0 0 0,-1 0 0 0 0,0 1-1 0 0,0-1 1 0 0,0 1 0 0 0,-1 0-1 0 0,1 0 1 0 0,0 0 0 0 0,-1 0 0 0 0,0 1-1 0 0,0-1 1 0 0,0 1 0 0 0,0-1-1 0 0,-1 1 1 0 0,1 0 0 0 0,-1 0 0 0 0,1 4-1 0 0,2 10-67 0 0,-1 0 0 0 0,2 28 0 0 0,-3-24 50 0 0,-2-9-37 0 0,0 0 0 0 0,-1 0 1 0 0,0-1-1 0 0,-1 1 0 0 0,0 0 1 0 0,-5 13-1 0 0,-6 39 56 0 0,13-65-4 0 0,0 1-1 0 0,-1 0 0 0 0,1 0 1 0 0,0-1-1 0 0,0 1 1 0 0,0 0-1 0 0,0-1 0 0 0,0 1 1 0 0,0 0-1 0 0,1 0 1 0 0,-1-1-1 0 0,0 1 0 0 0,0 0 1 0 0,0-1-1 0 0,1 1 1 0 0,-1 0-1 0 0,0-1 0 0 0,1 1 1 0 0,-1 0-1 0 0,0-1 1 0 0,1 1-1 0 0,-1-1 0 0 0,1 1 1 0 0,-1-1-1 0 0,1 1 1 0 0,-1-1-1 0 0,1 1 0 0 0,0-1 1 0 0,0 1-1 0 0,1 0 30 0 0,0-1 0 0 0,-1 0 0 0 0,1 1 0 0 0,0-1 0 0 0,0 0 0 0 0,-1 0-1 0 0,1 0 1 0 0,0-1 0 0 0,-1 1 0 0 0,1 0 0 0 0,0-1 0 0 0,2 0 0 0 0,46-22 992 0 0,-48 22-1033 0 0,74-46 521 0 0,-28 11-6413 0 0,-20 15-688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2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175 112 4145 0 0,'-1'-43'1616'0'0,"2"37"-1059"0"0,-1 0 0 0 0,0-1 0 0 0,0 1 0 0 0,0 0 0 0 0,-1-1 0 0 0,0 1 0 0 0,-1 0 0 0 0,-1-7 0 0 0,3 13-502 0 0,0 0-1 0 0,-1-1 0 0 0,1 1 1 0 0,0 0-1 0 0,0-1 0 0 0,0 1 1 0 0,0 0-1 0 0,0 0 1 0 0,-1-1-1 0 0,1 1 0 0 0,0 0 1 0 0,0 0-1 0 0,-1-1 0 0 0,1 1 1 0 0,0 0-1 0 0,0 0 0 0 0,-1 0 1 0 0,1 0-1 0 0,0-1 1 0 0,0 1-1 0 0,-1 0 0 0 0,1 0 1 0 0,0 0-1 0 0,-1 0 0 0 0,1 0 1 0 0,0 0-1 0 0,-1 0 0 0 0,1 0 1 0 0,0 0-1 0 0,-1 0 1 0 0,1 0-1 0 0,0 0 0 0 0,0 0 1 0 0,-1 0-1 0 0,1 0 0 0 0,0 0 1 0 0,-1 0-1 0 0,1 0 0 0 0,-14 11 731 0 0,-7 19-305 0 0,8-4-320 0 0,1 2 1 0 0,2-1-1 0 0,0 2 0 0 0,-6 32 1 0 0,-15 121 211 0 0,28-165-335 0 0,-23 264 269 0 0,25-223-304 0 0,2 0 1 0 0,17 105-1 0 0,-13-139 5 0 0,2 0-1 0 0,0 0 0 0 0,2-1 0 0 0,0 0 1 0 0,2 0-1 0 0,0-1 0 0 0,2-1 1 0 0,0 0-1 0 0,1-1 0 0 0,2 0 1 0 0,0-1-1 0 0,1-1 0 0 0,31 27 0 0 0,-18-18 55 0 0,4 6 226 0 0,3-1 0 0 0,0-2 0 0 0,2-1 1 0 0,79 43-1 0 0,-81-57-249 0 0,27 14 6 0 0,-59-26-530 0 0,0 0 0 0 0,-1 1 0 0 0,1-1 0 0 0,0 1 0 0 0,4 5 0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3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30 181 920 0 0,'-29'-6'8611'0'0,"44"7"-6746"0"0,-14-1-1931 0 0,37 2 1672 0 0,1-2 0 0 0,41-5 0 0 0,26-1-444 0 0,-44 9-1080 0 0,-37-2-1197 0 0,1 0 0 0 0,39-4 0 0 0,-62 2 913 0 0,-1 0-1 0 0,0 0 1 0 0,1 0 0 0 0,-1 0-1 0 0,0-1 1 0 0,0 1 0 0 0,0-1-1 0 0,0 1 1 0 0,0-1 0 0 0,0 0-1 0 0,0 1 1 0 0,-1-1 0 0 0,1 0-1 0 0,0 0 1 0 0,-1 0 0 0 0,0-1 0 0 0,1 1-1 0 0,-1 0 1 0 0,0 0 0 0 0,0-1-1 0 0,0 1 1 0 0,-1-1 0 0 0,1 1-1 0 0,0-4 1 0 0,0 3-38 0 0,0 1 0 0 0,-1-1-1 0 0,1 0 1 0 0,-1 0 0 0 0,0-1 0 0 0,1 1 0 0 0,-1 0-1 0 0,-1 0 1 0 0,1 0 0 0 0,0 0 0 0 0,-1 0-1 0 0,1 0 1 0 0,-1 0 0 0 0,0 0 0 0 0,0 0 0 0 0,0 1-1 0 0,-1-1 1 0 0,1 0 0 0 0,-3-4 0 0 0,-2 2 669 0 0,0 0 1 0 0,-1 1-1 0 0,1-1 1 0 0,-1 1-1 0 0,0 0 1 0 0,0 1-1 0 0,0 0 1 0 0,0 0-1 0 0,-1 1 1 0 0,-14-4-1 0 0,-7 1 2246 0 0,-44-2 0 0 0,67 7-2623 0 0,-4 0 290 0 0,0 1 0 0 0,0 0 0 0 0,0 0 1 0 0,0 1-1 0 0,0 0 0 0 0,1 1 0 0 0,-1 0 0 0 0,-16 9 0 0 0,12-5-163 0 0,0 0 0 0 0,0 1-1 0 0,1 1 1 0 0,-23 20 0 0 0,30-22-176 0 0,0 0 1 0 0,0 0-1 0 0,1 1 1 0 0,0-1-1 0 0,0 1 1 0 0,1 1-1 0 0,0-1 1 0 0,1 1-1 0 0,0-1 1 0 0,0 1-1 0 0,1 0 1 0 0,0 0-1 0 0,0 0 0 0 0,0 13 1 0 0,1-6-1 0 0,1-1 1 0 0,0 1-1 0 0,1 0 1 0 0,1-1-1 0 0,0 0 1 0 0,1 1-1 0 0,9 25 1 0 0,-10-35 23 0 0,1 0-1 0 0,0 0 1 0 0,0 0 0 0 0,0-1 0 0 0,1 1-1 0 0,0-1 1 0 0,0 0 0 0 0,0 0-1 0 0,1 0 1 0 0,-1-1 0 0 0,1 1 0 0 0,11 6-1 0 0,-7-6 71 0 0,0 0 0 0 0,0 0 0 0 0,1-1 0 0 0,0 0 0 0 0,0-1 0 0 0,0 0 0 0 0,15 2 0 0 0,-1-3 80 0 0,0 0 1 0 0,0-2-1 0 0,0 0 0 0 0,0-2 1 0 0,0 0-1 0 0,32-8 0 0 0,-36 4-69 0 0,1 0 0 0 0,-1-1 0 0 0,0 0 0 0 0,-1-2 0 0 0,29-17 0 0 0,6-14-6663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4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236 171 2761 0 0,'-74'15'2319'0'0,"41"-8"-135"0"0,-1-1 0 0 0,-61 3 0 0 0,165-18 614 0 0,-25 2-2298 0 0,470-89 2319 0 0,-379 57-2176 0 0,-93 24-382 0 0,1 2 0 0 0,1 3 0 0 0,56-7 0 0 0,-94 16-206 0 0,0 1-1 0 0,0 0 0 0 0,0 0 1 0 0,0 1-1 0 0,0-1 1 0 0,10 4-1 0 0,-16-4-90 0 0,0 0 0 0 0,0 1 0 0 0,0-1 0 0 0,0 1 0 0 0,0-1 0 0 0,0 1 0 0 0,0-1 0 0 0,0 1 0 0 0,0 0 0 0 0,0-1 0 0 0,-1 1 0 0 0,1 0 0 0 0,0 0 0 0 0,0 0 0 0 0,-1 0 0 0 0,1-1 0 0 0,0 1 0 0 0,0 2 0 0 0,-1-1-175 0 0,1-1 0 0 0,-1 1 0 0 0,0-1 1 0 0,0 1-1 0 0,0 0 0 0 0,0-1 0 0 0,0 1 1 0 0,-1-1-1 0 0,1 1 0 0 0,0 0 0 0 0,-1-1 1 0 0,1 1-1 0 0,-1-1 0 0 0,1 1 1 0 0,-1-1-1 0 0,0 1 0 0 0,-1 0 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8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43 3681 0 0,'-3'-42'15519'0'0,"-5"63"-16283"0"0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9.0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55 3225 0 0,'-21'-19'585'0'0,"18"17"-40"0"0,0-1-1 0 0,0 1 1 0 0,1 0-1 0 0,-1 0 1 0 0,-1 1-1 0 0,1-1 1 0 0,0 1-1 0 0,0-1 1 0 0,0 1-1 0 0,-6-1 0 0 0,8 2-397 0 0,-1 1 0 0 0,1-1-1 0 0,0 1 1 0 0,0 0 0 0 0,-1-1-1 0 0,1 1 1 0 0,0 0 0 0 0,0 0-1 0 0,0 0 1 0 0,0 0 0 0 0,0 0-1 0 0,0 0 1 0 0,0 0 0 0 0,0 0-1 0 0,1 0 1 0 0,-1 0 0 0 0,0 1-1 0 0,1-1 1 0 0,-1 0 0 0 0,1 0-1 0 0,-1 1 1 0 0,1-1 0 0 0,-1 0-1 0 0,1 2 1 0 0,-8 35 270 0 0,7-21-411 0 0,1 0 0 0 0,1 0 0 0 0,1 0 0 0 0,1 0 0 0 0,0-1 0 0 0,1 1 0 0 0,1-1 0 0 0,0 0 0 0 0,1 0 0 0 0,1-1 0 0 0,0 1 0 0 0,1-1 0 0 0,1-1 0 0 0,0 0 0 0 0,15 17 0 0 0,-21-28-8 0 0,1 1 1 0 0,-1-1-1 0 0,1 0 0 0 0,0 0 1 0 0,0 0-1 0 0,1-1 0 0 0,-1 1 0 0 0,1-1 1 0 0,-1 0-1 0 0,1 0 0 0 0,0-1 1 0 0,-1 1-1 0 0,1-1 0 0 0,0 0 1 0 0,0 0-1 0 0,0-1 0 0 0,0 1 0 0 0,0-1 1 0 0,8-1-1 0 0,-9 1 70 0 0,-1-1-1 0 0,1 1 1 0 0,-1-1-1 0 0,1 0 1 0 0,0-1-1 0 0,-1 1 1 0 0,0 0-1 0 0,1-1 1 0 0,-1 0-1 0 0,0 0 1 0 0,0 0-1 0 0,0 0 0 0 0,0 0 1 0 0,0 0-1 0 0,0-1 1 0 0,-1 0-1 0 0,1 1 1 0 0,-1-1-1 0 0,0 0 1 0 0,0 0-1 0 0,0 0 1 0 0,0-1-1 0 0,0 1 1 0 0,-1 0-1 0 0,1-1 1 0 0,1-6-1 0 0,-2 4 64 0 0,-1 1-1 0 0,1-1 0 0 0,-1 1 1 0 0,0-1-1 0 0,-1 1 0 0 0,1-1 1 0 0,-1 1-1 0 0,0-1 1 0 0,-1 1-1 0 0,1 0 0 0 0,-1 0 1 0 0,0 0-1 0 0,-5-9 0 0 0,-5-8 727 0 0,-25-34-1 0 0,21 33-574 0 0,-56-76 161 0 0,37 61-2775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9.5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7 124 2304 0 0,'-1'-3'279'0'0,"0"-1"0"0"0,0 1-1 0 0,0-1 1 0 0,0 0-1 0 0,0 1 1 0 0,1-1 0 0 0,0 0-1 0 0,0 1 1 0 0,0-1-1 0 0,0 0 1 0 0,0 0 0 0 0,1 1-1 0 0,0-1 1 0 0,0 1-1 0 0,0-1 1 0 0,0 1 0 0 0,0-1-1 0 0,1 1 1 0 0,-1-1-1 0 0,1 1 1 0 0,0 0-1 0 0,0 0 1 0 0,0 0 0 0 0,1 0-1 0 0,-1 0 1 0 0,1 1-1 0 0,0-1 1 0 0,-1 1 0 0 0,1-1-1 0 0,0 1 1 0 0,0 0-1 0 0,1 0 1 0 0,-1 0 0 0 0,0 1-1 0 0,1-1 1 0 0,-1 1-1 0 0,0 0 1 0 0,7-2-1 0 0,-5 2-80 0 0,0-1-1 0 0,0 1 0 0 0,0-1 0 0 0,0 2 0 0 0,0-1 0 0 0,0 0 0 0 0,0 1 0 0 0,0 0 0 0 0,9 1 1 0 0,-12 0-169 0 0,0-1 0 0 0,0 1 0 0 0,0-1 1 0 0,-1 1-1 0 0,1 0 0 0 0,0 0 1 0 0,-1 0-1 0 0,1 0 0 0 0,-1 0 0 0 0,1 0 1 0 0,-1 1-1 0 0,1-1 0 0 0,-1 0 1 0 0,0 1-1 0 0,0-1 0 0 0,1 1 1 0 0,-1-1-1 0 0,0 1 0 0 0,-1 0 0 0 0,1-1 1 0 0,0 1-1 0 0,0 0 0 0 0,-1 0 1 0 0,1-1-1 0 0,-1 1 0 0 0,1 0 1 0 0,-1 0-1 0 0,0 0 0 0 0,0 2 0 0 0,3 35 52 0 0,-3 0 0 0 0,-4 42-1 0 0,-1 17 808 0 0,5-98-875 0 0,0 1 1 0 0,0-1-1 0 0,0 1 1 0 0,0-1-1 0 0,0 1 1 0 0,0-1-1 0 0,0 1 1 0 0,0-1-1 0 0,0 1 1 0 0,1 0-1 0 0,-1-1 1 0 0,0 1-1 0 0,0-1 1 0 0,0 0-1 0 0,1 1 0 0 0,-1-1 1 0 0,0 1-1 0 0,0-1 1 0 0,1 1-1 0 0,-1-1 1 0 0,0 1-1 0 0,1-1 1 0 0,-1 0-1 0 0,1 1 1 0 0,-1-1-1 0 0,0 0 1 0 0,1 1-1 0 0,-1-1 1 0 0,1 0-1 0 0,-1 0 0 0 0,1 0 1 0 0,-1 1-1 0 0,1-1 1 0 0,0 0-1 0 0,22-5 2 0 0,17-20-478 0 0,20-23-3753 0 0,-42 35-650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9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205 47 920 0 0,'-29'-17'4526'0'0,"22"13"-3270"0"0,0-1 0 0 0,-1 1 0 0 0,1 0 0 0 0,-1 1 0 0 0,0 0-1 0 0,-11-3 1 0 0,16 6-1124 0 0,1-1-1 0 0,-1 1 1 0 0,0 0-1 0 0,0 0 1 0 0,1 1-1 0 0,-1-1 1 0 0,0 1-1 0 0,1-1 0 0 0,-1 1 1 0 0,0 0-1 0 0,1 0 1 0 0,-1 0-1 0 0,1 0 1 0 0,-1 0-1 0 0,1 0 1 0 0,-1 1-1 0 0,1 0 1 0 0,0-1-1 0 0,0 1 0 0 0,0 0 1 0 0,0 0-1 0 0,0 0 1 0 0,0 0-1 0 0,-2 4 1 0 0,-2 4-128 0 0,-1 1 0 0 0,2 0 1 0 0,-1 0-1 0 0,1 0 0 0 0,1 1 1 0 0,0 0-1 0 0,1 0 0 0 0,0 0 1 0 0,1 0-1 0 0,0 0 0 0 0,1 1 1 0 0,1-1-1 0 0,0 0 0 0 0,0 1 0 0 0,1-1 1 0 0,1 0-1 0 0,0 1 0 0 0,4 12 1 0 0,-4-15-4 0 0,1-1 0 0 0,1 0 0 0 0,0 0 0 0 0,0 0 0 0 0,0 0 0 0 0,1-1 0 0 0,0 0 0 0 0,1 1 0 0 0,0-2 0 0 0,10 11 1 0 0,-11-13-2 0 0,0-1 0 0 0,1 1 0 0 0,0-2 0 0 0,-1 1 0 0 0,1 0 0 0 0,0-1 0 0 0,1 0 1 0 0,-1-1-1 0 0,0 1 0 0 0,1-1 0 0 0,0-1 0 0 0,-1 1 0 0 0,1-1 0 0 0,0 0 1 0 0,13 0-1 0 0,-12-1 91 0 0,1-1 1 0 0,0 0 0 0 0,0-1-1 0 0,15-4 1 0 0,-22 6-64 0 0,1-1-1 0 0,0 0 1 0 0,-1 0 0 0 0,1 0-1 0 0,0-1 1 0 0,-1 1 0 0 0,1 0-1 0 0,-1-1 1 0 0,0 0 0 0 0,1 1-1 0 0,-1-1 1 0 0,0 0 0 0 0,0 0 0 0 0,0 0-1 0 0,0-1 1 0 0,-1 1 0 0 0,1 0-1 0 0,1-4 1 0 0,-2 4 1 0 0,-1 0 0 0 0,0 1 0 0 0,0-1 0 0 0,0 1 0 0 0,0-1 0 0 0,0 1 0 0 0,0-1 0 0 0,0 1 0 0 0,0-1 1 0 0,-1 0-1 0 0,1 1 0 0 0,-1-1 0 0 0,1 1 0 0 0,-1-1 0 0 0,0 1 0 0 0,1 0 0 0 0,-1-1 0 0 0,0 1 0 0 0,0 0 0 0 0,0-1 0 0 0,0 1 0 0 0,0 0 0 0 0,0 0 0 0 0,0 0 0 0 0,-1 0 0 0 0,1 0 1 0 0,0 0-1 0 0,0 0 0 0 0,-1 1 0 0 0,1-1 0 0 0,-1 0 0 0 0,1 1 0 0 0,-1-1 0 0 0,-2 0 0 0 0,-3-2 2 0 0,0 1 1 0 0,0 0 0 0 0,0 0-1 0 0,-1 1 1 0 0,1 0-1 0 0,-9 0 1 0 0,0 2-886 0 0,0 0 1 0 0,0 2-1 0 0,-26 6 1 0 0,21-3-5189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0.4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64 456 0 0,'-49'23'1312'0'0,"38"-20"-92"0"0,0 0 1 0 0,0 0-1 0 0,0-1 0 0 0,0 0 1 0 0,-15-1 1198 0 0,72-19 1694 0 0,173-41-92 0 0,-69 37-9492 0 0,-124 20-95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3.5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32 3225 0 0,'-1'-3'830'0'0,"0"1"0"0"0,-1 0 0 0 0,1-1 0 0 0,0 1 0 0 0,-1 0 0 0 0,0 0 0 0 0,1 0 0 0 0,-1 0 0 0 0,0 0 0 0 0,0 0 0 0 0,0 1 0 0 0,0-1 0 0 0,-4-1 0 0 0,6 2-696 0 0,-1 1 0 0 0,1 0 0 0 0,-1 0 1 0 0,0 0-1 0 0,1 0 0 0 0,-1 0 0 0 0,0-1 0 0 0,1 1 1 0 0,-1 0-1 0 0,0 0 0 0 0,1 1 0 0 0,-1-1 0 0 0,0 0 1 0 0,1 0-1 0 0,-1 0 0 0 0,1 0 0 0 0,-1 0 0 0 0,0 1 1 0 0,0 0-1 0 0,-11 15-6095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4.1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66 2761 0 0,'-10'4'4762'0'0,"13"-3"-4598"0"0,-1-1 1 0 0,1 0-1 0 0,-1 0 1 0 0,0 0 0 0 0,1 0-1 0 0,-1 0 1 0 0,0-1 0 0 0,1 1-1 0 0,-1 0 1 0 0,0-1-1 0 0,3-1 1 0 0,46-21 910 0 0,-39 16-614 0 0,2 1 0 0 0,-1 0-1 0 0,1 1 1 0 0,0 0 0 0 0,0 1 0 0 0,0 0-1 0 0,28-2 1 0 0,-40 6-437 0 0,0 0 0 0 0,0 1 0 0 0,-1-1 0 0 0,1 0 0 0 0,0 1 0 0 0,0 0 0 0 0,0-1 0 0 0,0 1-1 0 0,-1 0 1 0 0,1 0 0 0 0,0 0 0 0 0,0 0 0 0 0,-1 0 0 0 0,1 0 0 0 0,-1 1 0 0 0,1-1 0 0 0,-1 0 0 0 0,0 1 0 0 0,0-1 0 0 0,1 1 0 0 0,-1 0 0 0 0,0-1 0 0 0,0 1-1 0 0,0 0 1 0 0,-1 0 0 0 0,1-1 0 0 0,0 1 0 0 0,-1 0 0 0 0,1 3 0 0 0,2 8 280 0 0,0 1 0 0 0,-1 0-1 0 0,0 19 1 0 0,2 6 82 0 0,19 66 814 0 0,15 93-31 0 0,-34-175-1456 0 0,4 32-260 0 0,0-19-5649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4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125 110 1376 0 0,'-22'-28'13012'0'0,"22"28"-12959"0"0,0 0-1 0 0,0-1 1 0 0,1 1 0 0 0,-1 0-1 0 0,0 0 1 0 0,0-1 0 0 0,0 1-1 0 0,0 0 1 0 0,0 0-1 0 0,0 0 1 0 0,1-1 0 0 0,-1 1-1 0 0,0 0 1 0 0,0 0-1 0 0,0 0 1 0 0,0-1 0 0 0,1 1-1 0 0,-1 0 1 0 0,0 0-1 0 0,0 0 1 0 0,1 0 0 0 0,-1 0-1 0 0,0 0 1 0 0,0-1 0 0 0,0 1-1 0 0,1 0 1 0 0,-1 0-1 0 0,0 0 1 0 0,1 0 0 0 0,-1 0-1 0 0,0 0 1 0 0,0 0-1 0 0,1 0 1 0 0,-1 0 0 0 0,0 0-1 0 0,0 0 1 0 0,1 0 0 0 0,-1 0-142 0 0,-1 9-3071 0 0,1-7 3167 0 0,-1-1 0 0 0,1 1 0 0 0,-1-1 0 0 0,1 1 0 0 0,-1-1 0 0 0,0 0 0 0 0,0 1 0 0 0,1-1-1 0 0,-1 0 1 0 0,0 1 0 0 0,0-1 0 0 0,0 0 0 0 0,-1 0 0 0 0,1 0 0 0 0,-2 2 0 0 0,-33 16 485 0 0,-2 0-471 0 0,38-22 602 0 0,0-1 0 0 0,0 1 1 0 0,-1-1-1 0 0,1 1 0 0 0,-1-1 0 0 0,1 1 1 0 0,-1 0-1 0 0,-2-7 0 0 0,-5 4-550 0 0,1 0 262 0 0,16 1-8 0 0,5-1-262 0 0,32-12-629 0 0,1 2 0 0 0,0 1 0 0 0,2 3 0 0 0,70-8 0 0 0,-80 14-5746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7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36 2761 0 0,'-69'-5'10526'0'0,"96"4"-8160"0"0,-1-2 0 0 0,34-8 0 0 0,-31 5-1616 0 0,59-4-1 0 0,-78 10-744 0 0,-1 0 0 0 0,1 1 0 0 0,-1 0-1 0 0,0 0 1 0 0,0 1 0 0 0,1 0 0 0 0,-1 1-1 0 0,-1 0 1 0 0,1 0 0 0 0,13 8 0 0 0,-8-1-2855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8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37 4145 0 0,'-18'-36'12487'0'0,"25"92"-6916"0"0,17 35-5280 0 0,-3-17-244 0 0,-11-33-128 0 0,2 7-164 0 0,-2 1 0 0 0,5 66 0 0 0,-14-107-863 0 0,-1-1 0 0 0,-1 1-1 0 0,0 0 1 0 0,0 0 0 0 0,0-1 0 0 0,-1 1 0 0 0,-5 13 0 0 0,-4 8-3542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8.9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6 6913 0 0,'-41'-5'11176'0'0,"64"20"-10462"0"0,0 2-1 0 0,-1 1 1 0 0,0 0 0 0 0,28 34-1 0 0,-18-15-655 0 0,49 74 0 0 0,-57-70-54 0 0,-2 0 1 0 0,-2 2-1 0 0,-1 0 1 0 0,13 51-1 0 0,33 187-70 0 0,-64-275 52 0 0,9 47-84 0 0,-3 1 0 0 0,1 84 0 0 0,-8-122-38 0 0,-1 0-1 0 0,-1 0 0 0 0,0 0 0 0 0,-1 0 1 0 0,-1-1-1 0 0,0 1 0 0 0,-1-1 0 0 0,-1 0 1 0 0,0 0-1 0 0,-1-1 0 0 0,-1 0 0 0 0,0 0 1 0 0,-12 15-1 0 0,-14 8-1690 0 0,-4 1-4627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2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214 495 920 0 0,'-6'7'190'0'0,"-1"-1"-1"0"0,0 1 0 0 0,0-1 1 0 0,-1-1-1 0 0,1 0 1 0 0,-1 0-1 0 0,-13 6 0 0 0,16-8-119 0 0,0-1 229 0 0,1 1 1 0 0,-1-1-1 0 0,0 0 1 0 0,0 0-1 0 0,0 0 1 0 0,0 0-1 0 0,0-1 1 0 0,0 0-1 0 0,0 0 1 0 0,0-1-1 0 0,-8 1 1 0 0,10-2-136 0 0,0 1 1 0 0,0-1-1 0 0,1 0 0 0 0,-1 0 1 0 0,0 0-1 0 0,1 0 1 0 0,-1-1-1 0 0,1 1 1 0 0,-1-1-1 0 0,1 1 0 0 0,0-1 1 0 0,-1 0-1 0 0,1 0 1 0 0,0 0-1 0 0,0 0 1 0 0,1 0-1 0 0,-1 0 1 0 0,0-1-1 0 0,1 1 0 0 0,-1-1 1 0 0,1 1-1 0 0,-2-4 1 0 0,0-3-117 0 0,-1 0 1 0 0,1 0-1 0 0,1 0 1 0 0,0 0-1 0 0,0-1 0 0 0,1 1 1 0 0,0-17-1 0 0,5-73 127 0 0,-1 60-20 0 0,-2 15-24 0 0,1 0 0 0 0,1 0 0 0 0,1 0 0 0 0,1 0 0 0 0,1 0 0 0 0,1 1 0 0 0,1 0 0 0 0,1 0 0 0 0,1 1 0 0 0,13-21 0 0 0,-22 42-96 0 0,-1 0 1 0 0,1 0-1 0 0,-1 0 1 0 0,1 0-1 0 0,0 0 1 0 0,-1 0 0 0 0,1 1-1 0 0,0-1 1 0 0,0 0-1 0 0,-1 0 1 0 0,1 1-1 0 0,0-1 1 0 0,0 1-1 0 0,0-1 1 0 0,0 1 0 0 0,0-1-1 0 0,0 1 1 0 0,0-1-1 0 0,0 1 1 0 0,0 0-1 0 0,0-1 1 0 0,0 1 0 0 0,0 0-1 0 0,0 0 1 0 0,0 0-1 0 0,1 0 1 0 0,0 1 17 0 0,-1-1-1 0 0,1 1 1 0 0,-1 0 0 0 0,1 0 0 0 0,-1-1-1 0 0,1 1 1 0 0,-1 1 0 0 0,0-1 0 0 0,0 0 0 0 0,1 0-1 0 0,-1 0 1 0 0,0 0 0 0 0,0 1 0 0 0,1 2 0 0 0,5 7 200 0 0,-1 1 0 0 0,-1-1 0 0 0,6 18 0 0 0,-9-22-167 0 0,4 12 76 0 0,-1 0 1 0 0,-1 1 0 0 0,3 34 0 0 0,-6-36-179 0 0,1 0 1 0 0,1 1-1 0 0,1-1 1 0 0,10 27-1 0 0,-11-38 0 0 0,0 0 1 0 0,0 0-1 0 0,1 0 1 0 0,0-1-1 0 0,0 0 1 0 0,1 0-1 0 0,0 0 1 0 0,0 0-1 0 0,0-1 1 0 0,1 0-1 0 0,9 7 1 0 0,-12-10-4 0 0,0 0-1 0 0,0-1 1 0 0,0 1-1 0 0,0-1 1 0 0,0 0 0 0 0,0 0-1 0 0,0 0 1 0 0,0 0-1 0 0,1-1 1 0 0,-1 1 0 0 0,0-1-1 0 0,1 0 1 0 0,-1 0 0 0 0,0 0-1 0 0,1 0 1 0 0,-1-1-1 0 0,0 1 1 0 0,0-1 0 0 0,1 0-1 0 0,-1 0 1 0 0,0 0-1 0 0,0 0 1 0 0,0 0 0 0 0,0-1-1 0 0,0 1 1 0 0,0-1 0 0 0,0 0-1 0 0,2-3 1 0 0,9-8-97 0 0,-1 0 1 0 0,-1-1-1 0 0,0-1 0 0 0,-1 0 1 0 0,0-1-1 0 0,15-33 1 0 0,0 5 58 0 0,-11 19 39 0 0,15-23 123 0 0,32-72-1 0 0,-61 119-93 0 0,-1 0 1 0 0,1-1-1 0 0,-1 1 0 0 0,0 0 1 0 0,1-1-1 0 0,0 1 0 0 0,-1 0 0 0 0,1 0 1 0 0,0 0-1 0 0,0-1 0 0 0,0 1 1 0 0,0 0-1 0 0,0 0 0 0 0,0 0 1 0 0,0 0-1 0 0,0 1 0 0 0,0-1 1 0 0,0 0-1 0 0,0 0 0 0 0,0 1 1 0 0,1-1-1 0 0,-1 0 0 0 0,0 1 0 0 0,1-1 1 0 0,-1 1-1 0 0,0 0 0 0 0,1 0 1 0 0,-1-1-1 0 0,1 1 0 0 0,-1 0 1 0 0,0 0-1 0 0,1 0 0 0 0,-1 0 1 0 0,1 0-1 0 0,-1 1 0 0 0,0-1 1 0 0,1 0-1 0 0,-1 1 0 0 0,0-1 0 0 0,1 1 1 0 0,1 0-1 0 0,0 1 22 0 0,0 0-1 0 0,1 1 1 0 0,-1-1 0 0 0,0 1-1 0 0,-1-1 1 0 0,1 1 0 0 0,0 0-1 0 0,-1 0 1 0 0,0 0 0 0 0,0 1-1 0 0,0-1 1 0 0,0 1 0 0 0,3 6-1 0 0,24 102-29 0 0,-25-89-3 0 0,1 0 1 0 0,1 0 0 0 0,1 0 0 0 0,1-1 0 0 0,1-1-1 0 0,18 34 1 0 0,-21-47 77 0 0,0-1 1 0 0,1 1-1 0 0,-1-1 0 0 0,2 0 0 0 0,-1-1 0 0 0,1 0 1 0 0,0 0-1 0 0,0-1 0 0 0,0 0 0 0 0,14 6 0 0 0,-20-11-103 0 0,0 1-1 0 0,0-1 0 0 0,0 0 0 0 0,0 0 0 0 0,0-1 1 0 0,0 1-1 0 0,0 0 0 0 0,0-1 0 0 0,0 1 1 0 0,0-1-1 0 0,0 0 0 0 0,0 1 0 0 0,0-1 0 0 0,0 0 1 0 0,-1 0-1 0 0,1 0 0 0 0,0 0 0 0 0,-1-1 1 0 0,1 1-1 0 0,2-3 0 0 0,31-34-180 0 0,-31 33 275 0 0,11-16 89 0 0,-1-1 0 0 0,22-45 0 0 0,-28 50-230 0 0,-1 1 0 0 0,2 1 0 0 0,0 0 0 0 0,1 0 0 0 0,0 0 0 0 0,1 1 0 0 0,1 1 0 0 0,19-18 0 0 0,-29 30 83 0 0,0-1 1 0 0,0 1-1 0 0,1 0 0 0 0,-1 1 0 0 0,0-1 1 0 0,1 0-1 0 0,-1 1 0 0 0,0-1 0 0 0,1 1 1 0 0,-1-1-1 0 0,1 1 0 0 0,-1 0 0 0 0,1 0 1 0 0,-1 1-1 0 0,0-1 0 0 0,1 0 0 0 0,-1 1 1 0 0,1-1-1 0 0,-1 1 0 0 0,0 0 0 0 0,1 0 0 0 0,-1 0 1 0 0,0 0-1 0 0,0 0 0 0 0,0 0 0 0 0,0 1 1 0 0,0-1-1 0 0,0 1 0 0 0,2 1 0 0 0,8 8 149 0 0,0-1 0 0 0,0 2 0 0 0,12 16 0 0 0,-14-16-209 0 0,38 51 119 0 0,-35-45-52 0 0,0-1 0 0 0,1 0 0 0 0,1 0 0 0 0,23 19 0 0 0,-37-36-11 0 0,0 1 0 0 0,-1 0 0 0 0,1 0 0 0 0,0-1-1 0 0,0 1 1 0 0,1-1 0 0 0,-1 1 0 0 0,0-1 0 0 0,0 0-1 0 0,0 1 1 0 0,0-1 0 0 0,0 0 0 0 0,0 0-1 0 0,1 0 1 0 0,-1 1 0 0 0,0-1 0 0 0,0-1 0 0 0,0 1-1 0 0,0 0 1 0 0,1 0 0 0 0,-1 0 0 0 0,0 0-1 0 0,1-1 1 0 0,0 0-19 0 0,1-1-1 0 0,-1 1 1 0 0,0-1-1 0 0,0 1 0 0 0,1-1 1 0 0,-1 1-1 0 0,-1-1 1 0 0,1 0-1 0 0,0 0 1 0 0,1-3-1 0 0,5-6-133 0 0,0-1 1 0 0,-2-1-1 0 0,7-15 1 0 0,-8 17 46 0 0,8-15-205 0 0,-2 0 0 0 0,-1-1 0 0 0,-2-1 0 0 0,0 0 0 0 0,6-50 0 0 0,-14 78 319 0 0,0-1 1 0 0,0 0-1 0 0,0 1 0 0 0,0-1 1 0 0,0 1-1 0 0,0-1 0 0 0,1 0 1 0 0,-1 1-1 0 0,0-1 0 0 0,0 1 1 0 0,0-1-1 0 0,1 0 1 0 0,-1 1-1 0 0,0-1 0 0 0,1 1 1 0 0,-1-1-1 0 0,1 1 0 0 0,-1-1 1 0 0,0 1-1 0 0,1-1 0 0 0,-1 1 1 0 0,1 0-1 0 0,-1-1 0 0 0,1 1 1 0 0,-1 0-1 0 0,1-1 1 0 0,0 1-1 0 0,0-1 0 0 0,0 1 47 0 0,1 0 1 0 0,-1 0-1 0 0,0 1 0 0 0,0-1 0 0 0,0 0 0 0 0,1 0 1 0 0,-1 1-1 0 0,0-1 0 0 0,0 0 0 0 0,0 1 0 0 0,0-1 1 0 0,0 1-1 0 0,0 0 0 0 0,1 0 0 0 0,3 2 162 0 0,-1 1 0 0 0,0-1-1 0 0,0 1 1 0 0,0 0 0 0 0,6 8-1 0 0,22 41-279 0 0,-24-37 22 0 0,1-1 0 0 0,0 0 0 0 0,1 0 0 0 0,1-1 0 0 0,0-1 0 0 0,1 0 0 0 0,23 21 0 0 0,-29-30 32 0 0,5 5 0 0 0,1-1 1 0 0,0 0 0 0 0,0-1-1 0 0,21 9 1 0 0,-31-15 10 0 0,1 0 1 0 0,0 0-1 0 0,-1 0 0 0 0,1 0 1 0 0,0-1-1 0 0,0 1 0 0 0,0-1 1 0 0,0 0-1 0 0,-1 0 0 0 0,1 0 1 0 0,0 0-1 0 0,0 0 0 0 0,0-1 1 0 0,0 1-1 0 0,-1-1 0 0 0,1 0 1 0 0,0 1-1 0 0,-1-1 0 0 0,1-1 1 0 0,0 1-1 0 0,-1 0 0 0 0,1-1 1 0 0,-1 1-1 0 0,0-1 0 0 0,1 0 1 0 0,-1 1-1 0 0,0-1 0 0 0,0 0 1 0 0,2-3-1 0 0,12-18 187 0 0,23-43-1 0 0,-30 49-103 0 0,0 1 0 0 0,0 0-1 0 0,2 0 1 0 0,0 1 0 0 0,0 1 0 0 0,19-18 0 0 0,-24 27 18 0 0,-1 0-1 0 0,1 1 1 0 0,-1 0 0 0 0,1 0 0 0 0,0 1 0 0 0,0-1 0 0 0,1 1-1 0 0,-1 1 1 0 0,1-1 0 0 0,12-2 0 0 0,-16 5-52 0 0,1-1 0 0 0,0 1-1 0 0,-1 0 1 0 0,1 1 0 0 0,0-1 0 0 0,-1 1 0 0 0,1-1 0 0 0,0 1-1 0 0,-1 0 1 0 0,1 0 0 0 0,-1 1 0 0 0,0-1 0 0 0,1 1 0 0 0,-1 0-1 0 0,0 0 1 0 0,0 0 0 0 0,0 0 0 0 0,0 0 0 0 0,0 1 0 0 0,-1-1-1 0 0,5 6 1 0 0,0 0-45 0 0,-5-5-154 0 0,-1-1-1 0 0,1 0 1 0 0,-1-1-1 0 0,1 1 1 0 0,0 0-1 0 0,0 0 1 0 0,0-1-1 0 0,0 1 1 0 0,3 1 0 0 0,7 1-426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4.7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3542 4609 0 0,'0'0'54'0'0,"0"-1"0"0"0,0 1-1 0 0,0 0 1 0 0,0 0 0 0 0,0 0 0 0 0,1-1 0 0 0,-1 1 0 0 0,0 0-1 0 0,0 0 1 0 0,0 0 0 0 0,0-1 0 0 0,0 1 0 0 0,1 0 0 0 0,-1 0-1 0 0,0 0 1 0 0,0 0 0 0 0,0 0 0 0 0,1-1 0 0 0,-1 1 0 0 0,0 0-1 0 0,0 0 1 0 0,0 0 0 0 0,1 0 0 0 0,-1 0 0 0 0,0 0 0 0 0,0 0-1 0 0,1 0 1 0 0,-1 0 0 0 0,0 0 0 0 0,0 0 0 0 0,1 0-1 0 0,-1 0 1 0 0,0 0 0 0 0,0 0 0 0 0,1 0 0 0 0,-1 0 0 0 0,0 0-1 0 0,0 0 1 0 0,0 0 0 0 0,1 0 0 0 0,-1 1 0 0 0,0-1 0 0 0,0 0-1 0 0,0 0 1 0 0,1 0 0 0 0,-1 0 0 0 0,0 0 0 0 0,0 1 0 0 0,0-1-1 0 0,0 0 1 0 0,1 0 0 0 0,-1 0 0 0 0,0 1 0 0 0,0-1 0 0 0,0 0-1 0 0,3-29-629 0 0,-2 22 689 0 0,80-535 372 0 0,-18 150-352 0 0,32-165-590 0 0,-61 411 366 0 0,94-249 0 0 0,24 39 1221 0 0,-106 251-804 0 0,99-193-153 0 0,-117 251-503 0 0,1 1 1 0 0,2 2 0 0 0,2 1 0 0 0,41-42 0 0 0,-66 78 224 0 0,0-1 1 0 0,0 1-1 0 0,0 0 1 0 0,1 0 0 0 0,1 1-1 0 0,13-7 1 0 0,-21 12 82 0 0,1 0 1 0 0,-1 0-1 0 0,1 0 1 0 0,0 0 0 0 0,-1 1-1 0 0,1-1 1 0 0,0 1-1 0 0,0-1 1 0 0,0 1-1 0 0,-1 0 1 0 0,1 0 0 0 0,0 0-1 0 0,0 1 1 0 0,0-1-1 0 0,-1 1 1 0 0,1-1-1 0 0,0 1 1 0 0,-1 0 0 0 0,1 0-1 0 0,0 0 1 0 0,-1 1-1 0 0,1-1 1 0 0,-1 0-1 0 0,0 1 1 0 0,1 0 0 0 0,-1-1-1 0 0,0 1 1 0 0,0 0-1 0 0,3 5 1 0 0,3 3-7 0 0,-1 0 0 0 0,0 1 0 0 0,0 0 0 0 0,-1 0 1 0 0,-1 1-1 0 0,7 21 0 0 0,17 80-228 0 0,-20-73 224 0 0,59 292 431 0 0,34 127 340 0 0,47 99 167 0 0,-32 12-696 0 0,118 620-197 0 0,-71-659 84 0 0,-101-337 590 0 0,72 190 904 0 0,-99-295-1322 0 0,4-3-1 0 0,64 103 0 0 0,-90-167-331 0 0,1-1 1 0 0,1 0 0 0 0,1-1 0 0 0,0-1 0 0 0,2-1 0 0 0,0 0 0 0 0,1-1-1 0 0,0-1 1 0 0,34 18 0 0 0,-52-32 30 0 0,0-1-1 0 0,1 0 1 0 0,-1 0 0 0 0,1 0-1 0 0,-1 0 1 0 0,1 0 0 0 0,-1-1-1 0 0,1 1 1 0 0,0-1-1 0 0,-1 0 1 0 0,1 1 0 0 0,0-1-1 0 0,-1-1 1 0 0,1 1 0 0 0,0 0-1 0 0,-1-1 1 0 0,1 1-1 0 0,0-1 1 0 0,2-1 0 0 0,-2 1-7 0 0,1-1 1 0 0,-1 0-1 0 0,0-1 1 0 0,0 1-1 0 0,0-1 1 0 0,0 1 0 0 0,0-1-1 0 0,0 0 1 0 0,-1 0-1 0 0,0 0 1 0 0,4-6-1 0 0,3-8-70 0 0,-1-1-1 0 0,0 1 0 0 0,-2-1 0 0 0,6-25 1 0 0,-10 35 78 0 0,58-235-1008 0 0,41-366 0 0 0,-44-259 1893 0 0,8-155 133 0 0,56 6 697 0 0,-26 424-618 0 0,-58 423-706 0 0,84-237-1 0 0,-100 350-171 0 0,41-80 0 0 0,-53 120-97 0 0,0 1-1 0 0,1 1 1 0 0,1 0-1 0 0,0 1 1 0 0,2-1-1 0 0,-1 2 0 0 0,1 0 1 0 0,1 1-1 0 0,21-15 1 0 0,-32 25-77 0 0,0 0 1 0 0,1 0 0 0 0,-1 0-1 0 0,1 0 1 0 0,0 0 0 0 0,0 1-1 0 0,0 0 1 0 0,0 0 0 0 0,0 0-1 0 0,0 0 1 0 0,0 1-1 0 0,0-1 1 0 0,0 1 0 0 0,0 0-1 0 0,0 0 1 0 0,0 0 0 0 0,0 1-1 0 0,4 0 1 0 0,-3 1-35 0 0,0 0 1 0 0,0 1 0 0 0,0-1-1 0 0,0 1 1 0 0,0 0 0 0 0,-1 0-1 0 0,1 0 1 0 0,-1 1-1 0 0,0-1 1 0 0,0 1 0 0 0,6 8-1 0 0,4 7-138 0 0,-2 1 0 0 0,0 0-1 0 0,-1 1 1 0 0,-1 0 0 0 0,7 24 0 0 0,16 49-267 0 0,30 145 1 0 0,0 107 529 0 0,-34-181 78 0 0,306 1761 986 0 0,-255-1508-860 0 0,159 483 0 0 0,-190-746-28 0 0,140 408 472 0 0,-159-483-652 0 0,67 124 1 0 0,-79-172 57 0 0,1-2 0 0 0,2 0 0 0 0,1-2 0 0 0,1 0 0 0 0,1-1 0 0 0,43 35 0 0 0,-61-56-177 0 0,0-1 1 0 0,1-1-1 0 0,0 1 0 0 0,0-1 0 0 0,0 0 0 0 0,0-1 0 0 0,1 1 0 0 0,-1-2 1 0 0,1 1-1 0 0,12 2 0 0 0,-17-5-80 0 0,1 0 1 0 0,0 0-1 0 0,-1 0 1 0 0,1 0 0 0 0,0 0-1 0 0,-1-1 1 0 0,1 0-1 0 0,0 0 1 0 0,-1 0-1 0 0,1 0 1 0 0,-1 0 0 0 0,0-1-1 0 0,1 1 1 0 0,-1-1-1 0 0,0 0 1 0 0,0 0-1 0 0,0 0 1 0 0,0-1-1 0 0,0 1 1 0 0,-1-1 0 0 0,1 0-1 0 0,-1 1 1 0 0,1-1-1 0 0,2-6 1 0 0,7-9-365 0 0,-2-1-1 0 0,0 0 1 0 0,-2 0 0 0 0,12-35 0 0 0,16-88-555 0 0,-30 112 939 0 0,38-193 655 0 0,16-256 1 0 0,-20-234 1174 0 0,-21 308-1245 0 0,31-336 170 0 0,44 4-858 0 0,61-17 6 0 0,-111 590 500 0 0,7 3 0 0 0,109-237 0 0 0,-155 385-572 0 0,2 1-1 0 0,-1 0 1 0 0,2 0 0 0 0,0 1-1 0 0,0 0 1 0 0,18-19 0 0 0,-24 28 135 0 0,0 0 1 0 0,1 0-1 0 0,-1 1 1 0 0,1-1-1 0 0,0 1 0 0 0,0-1 1 0 0,-1 1-1 0 0,1 0 1 0 0,0 0-1 0 0,0 0 1 0 0,0 0-1 0 0,0 0 1 0 0,0 1-1 0 0,6-1 1 0 0,-5 1 42 0 0,-1 1 0 0 0,0 0-1 0 0,1 0 1 0 0,-1 0 0 0 0,0 0 0 0 0,1 0 0 0 0,-1 0 0 0 0,0 1 0 0 0,0 0-1 0 0,0 0 1 0 0,0-1 0 0 0,-1 2 0 0 0,1-1 0 0 0,0 0 0 0 0,-1 0 0 0 0,3 4-1 0 0,7 8 160 0 0,-2 0-1 0 0,1 0 0 0 0,-2 1 1 0 0,0 0-1 0 0,-1 0 0 0 0,10 27 1 0 0,29 105 990 0 0,-41-126-967 0 0,208 940 2681 0 0,-83-328-2595 0 0,236 1064-26 0 0,-227-1131-225 0 0,-90-411 20 0 0,108 233-1 0 0,-147-366 98 0 0,1-1 0 0 0,1 0 0 0 0,20 25 0 0 0,-27-38 15 0 0,1 0 0 0 0,0-1-1 0 0,0 0 1 0 0,1 0 0 0 0,0 0-1 0 0,0-1 1 0 0,0 0-1 0 0,1-1 1 0 0,0 0 0 0 0,13 5-1 0 0,-17-8-87 0 0,0-1 0 0 0,1 0 0 0 0,-1-1 0 0 0,0 1 0 0 0,0-1 0 0 0,1 0 0 0 0,-1-1 0 0 0,0 1 0 0 0,0-1 0 0 0,1 0 0 0 0,-1 0 0 0 0,0-1 0 0 0,0 1 0 0 0,0-1 0 0 0,0 0 0 0 0,-1-1 0 0 0,1 1 0 0 0,0-1 0 0 0,-1 0 0 0 0,0 0 0 0 0,0 0 0 0 0,0 0 0 0 0,0-1 0 0 0,4-4-1 0 0,5-7-11 0 0,0 0 0 0 0,0-1 0 0 0,-2 0-1 0 0,0 0 1 0 0,9-20 0 0 0,4-14 266 0 0,-3-1 1 0 0,-2-1-1 0 0,-2-1 1 0 0,17-90 0 0 0,14-224 787 0 0,-8-574-215 0 0,-33 586-662 0 0,-1 87-141 0 0,29-598 163 0 0,-15 647-123 0 0,93-416 1 0 0,-63 470-349 0 0,77-170-1 0 0,-80 218 290 0 0,-43 107-15 0 0,30-66 74 0 0,-31 70-78 0 0,0 0 0 0 0,1 1 0 0 0,-1 0 1 0 0,1 0-1 0 0,0 0 0 0 0,0 0 0 0 0,1 1 0 0 0,-1-1 0 0 0,1 1 0 0 0,8-5 0 0 0,-12 8 18 0 0,0 0-1 0 0,1 1 1 0 0,-1-1-1 0 0,0 1 1 0 0,1-1-1 0 0,-1 1 1 0 0,1 0-1 0 0,-1-1 1 0 0,1 1-1 0 0,-1 0 1 0 0,1 0-1 0 0,-1 0 1 0 0,0 0-1 0 0,1 0 1 0 0,-1 1-1 0 0,1-1 1 0 0,-1 0-1 0 0,1 1 1 0 0,-1-1-1 0 0,0 1 1 0 0,2 0-1 0 0,0 1 9 0 0,0-1 0 0 0,0 1 0 0 0,0 1 0 0 0,-1-1 0 0 0,1 0 0 0 0,-1 1-1 0 0,1-1 1 0 0,2 5 0 0 0,3 5-16 0 0,-1-1 1 0 0,-1 1-1 0 0,7 18 1 0 0,17 54-90 0 0,-5 0 0 0 0,22 125 0 0 0,-20-78-99 0 0,266 1108-1001 0 0,-93-441 1201 0 0,-91-382 0 0 0,-49-190 833 0 0,169 413-1 0 0,-174-509-154 0 0,-28-61-597 0 0,2-2 0 0 0,4 0 0 0 0,53 80 1 0 0,-81-140-133 0 0,1-1 0 0 0,-1 1 0 0 0,1-1 0 0 0,1 0 0 0 0,-1 0 0 0 0,1-1 0 0 0,0 0 0 0 0,0 0 0 0 0,1-1 0 0 0,-1 0 0 0 0,1 0 0 0 0,0-1 0 0 0,11 4 0 0 0,-15-6 29 0 0,0 0 1 0 0,-1 0-1 0 0,1-1 0 0 0,0 1 0 0 0,0-1 0 0 0,0 0 1 0 0,0 0-1 0 0,0-1 0 0 0,-1 1 0 0 0,1-1 0 0 0,0 1 1 0 0,0-1-1 0 0,-1-1 0 0 0,1 1 0 0 0,0 0 1 0 0,-1-1-1 0 0,1 0 0 0 0,-1 0 0 0 0,0 0 0 0 0,1 0 1 0 0,-1 0-1 0 0,0-1 0 0 0,-1 1 0 0 0,1-1 0 0 0,0 0 1 0 0,-1 0-1 0 0,1 0 0 0 0,-1 0 0 0 0,0 0 0 0 0,0 0 1 0 0,2-5-1 0 0,15-35-673 0 0,-2-1 0 0 0,-1 0 0 0 0,9-48 0 0 0,5-13-518 0 0,125-471-2636 0 0,-144 517 3833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8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145 43 5065 0 0,'1'-1'143'0'0,"-1"-1"0"0"0,1 1 0 0 0,-1 0 0 0 0,0-1 0 0 0,1 1 0 0 0,-1 0 0 0 0,0-1 0 0 0,0 1 0 0 0,0 0 0 0 0,0-1 0 0 0,0 1 0 0 0,0-1 0 0 0,0 1 0 0 0,0 0 0 0 0,-1-1 0 0 0,1 1 0 0 0,-1 0 0 0 0,1-1 0 0 0,-1 1 0 0 0,1 0 0 0 0,-1 0 0 0 0,0-1 0 0 0,1 1 0 0 0,-3-2 0 0 0,3 2-63 0 0,-1 1 0 0 0,0-1 0 0 0,1 1 0 0 0,-1-1 0 0 0,0 0 0 0 0,0 1 0 0 0,1-1 0 0 0,-1 1 0 0 0,0 0 0 0 0,0-1 0 0 0,0 1 0 0 0,0 0 0 0 0,0 0 0 0 0,1-1 0 0 0,-1 1 0 0 0,0 0 0 0 0,0 0 0 0 0,0 0 0 0 0,0 0 1 0 0,0 0-1 0 0,0 0 0 0 0,0 0 0 0 0,0 0 0 0 0,1 1 0 0 0,-1-1 0 0 0,0 0 0 0 0,0 0 0 0 0,0 1 0 0 0,0-1 0 0 0,1 0 0 0 0,-1 1 0 0 0,0-1 0 0 0,0 1 0 0 0,1 0 0 0 0,-1-1 0 0 0,0 1 0 0 0,1-1 0 0 0,-2 2 0 0 0,-6 7 98 0 0,1 1-1 0 0,0-1 1 0 0,0 1-1 0 0,1 0 1 0 0,0 1-1 0 0,1-1 1 0 0,-7 23-1 0 0,-20 85-148 0 0,26-93 149 0 0,3-13-109 0 0,0-1 0 0 0,1 1 0 0 0,1 0 0 0 0,-1-1 1 0 0,2 1-1 0 0,1 15 0 0 0,-1-25-66 0 0,0 0 1 0 0,1 0 0 0 0,-1 1 0 0 0,1-1-1 0 0,0 0 1 0 0,-1 0 0 0 0,1 0-1 0 0,0 1 1 0 0,0-1 0 0 0,1 0-1 0 0,-1 0 1 0 0,0-1 0 0 0,1 1 0 0 0,-1 0-1 0 0,1 0 1 0 0,-1-1 0 0 0,1 1-1 0 0,0-1 1 0 0,0 1 0 0 0,0-1 0 0 0,0 0-1 0 0,0 1 1 0 0,0-1 0 0 0,0 0-1 0 0,0-1 1 0 0,0 1 0 0 0,1 0 0 0 0,-1-1-1 0 0,0 1 1 0 0,0-1 0 0 0,1 1-1 0 0,-1-1 1 0 0,0 0 0 0 0,1 0-1 0 0,-1 0 1 0 0,0-1 0 0 0,1 1 0 0 0,2-1-1 0 0,13-2-37 0 0,0-1 0 0 0,0 0-1 0 0,0-2 1 0 0,-1 0-1 0 0,18-9 1 0 0,-19 8 34 0 0,0 0 0 0 0,0 1 0 0 0,1 1 1 0 0,0 0-1 0 0,-1 2 0 0 0,19-3 0 0 0,-33 6-1 0 0,0 0 1 0 0,0 0-1 0 0,0 0 1 0 0,0 0-1 0 0,0 0 1 0 0,0 0-1 0 0,0 0 0 0 0,0 1 1 0 0,0-1-1 0 0,0 1 1 0 0,0-1-1 0 0,0 1 1 0 0,0 0-1 0 0,0 0 0 0 0,-1 0 1 0 0,1 0-1 0 0,0 0 1 0 0,-1 0-1 0 0,1 1 1 0 0,-1-1-1 0 0,1 0 0 0 0,1 3 1 0 0,-1-1-14 0 0,-1 0 1 0 0,0 0-1 0 0,0-1 1 0 0,0 1-1 0 0,0 0 1 0 0,0 0-1 0 0,-1 0 0 0 0,1 0 1 0 0,-1 0-1 0 0,0 0 1 0 0,0 0-1 0 0,0 1 1 0 0,-1 3-1 0 0,-2 11-290 0 0,-1-1 0 0 0,0 0 0 0 0,-2 1 0 0 0,-7 15-1 0 0,10-24-22 0 0,-7 14-1504 0 0,5-13-1841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8.7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1 257 6913 0 0,'3'-4'104'0'0,"0"1"0"0"0,0 0 0 0 0,1 0-1 0 0,-1 1 1 0 0,1-1 0 0 0,0 1-1 0 0,0 0 1 0 0,0 0 0 0 0,0 0 0 0 0,0 0-1 0 0,0 1 1 0 0,0-1 0 0 0,1 1-1 0 0,-1 0 1 0 0,0 1 0 0 0,1-1-1 0 0,-1 1 1 0 0,1 0 0 0 0,-1 0 0 0 0,5 0-1 0 0,-4 1 64 0 0,0 1 0 0 0,0-1 1 0 0,0 1-1 0 0,-1 0 0 0 0,1 0 0 0 0,0 0 0 0 0,-1 1 0 0 0,0 0 0 0 0,0 0 0 0 0,1 0 0 0 0,-2 0 0 0 0,1 0 0 0 0,0 1 0 0 0,-1 0 0 0 0,0 0 0 0 0,1 0 1 0 0,2 6-1 0 0,2 2 18 0 0,-2-1 1 0 0,1 2 0 0 0,7 22 0 0 0,-12-30-221 0 0,0 1 0 0 0,0 0 0 0 0,-1 0 0 0 0,0 0 1 0 0,0 0-1 0 0,-1 0 0 0 0,0 1 0 0 0,0-1 0 0 0,0 0 0 0 0,-3 11 1 0 0,1-92-1007 0 0,2 73 1011 0 0,0-39-126 0 0,2 0 0 0 0,2 0-1 0 0,1 1 1 0 0,19-69-1 0 0,-24 108 225 0 0,0-1 0 0 0,1 1 0 0 0,-1-1 0 0 0,0 1 0 0 0,1-1 0 0 0,0 1 0 0 0,-1 0 0 0 0,1-1 0 0 0,0 1 0 0 0,0 0 0 0 0,0-1 0 0 0,0 1 0 0 0,0 0 0 0 0,0 0 0 0 0,0 0 0 0 0,0 0 0 0 0,0 0 0 0 0,0 0 0 0 0,1 0 0 0 0,-1 0 0 0 0,3 0 0 0 0,-3 1 12 0 0,0 0-1 0 0,0 0 1 0 0,0 0-1 0 0,0 1 1 0 0,0-1-1 0 0,1 0 1 0 0,-1 1 0 0 0,0-1-1 0 0,0 1 1 0 0,0-1-1 0 0,0 1 1 0 0,0 0-1 0 0,0-1 1 0 0,-1 1-1 0 0,1 0 1 0 0,0 0 0 0 0,0-1-1 0 0,0 1 1 0 0,-1 0-1 0 0,1 0 1 0 0,0 1-1 0 0,6 9 150 0 0,-1-1-1 0 0,-1 0 1 0 0,0 1 0 0 0,4 12-1 0 0,2 8-197 0 0,23 67-629 0 0,-31-85 335 0 0,0 0 0 0 0,0 0 0 0 0,-1 0 1 0 0,-1 0-1 0 0,0 21 0 0 0,-4-23-100 0 0,-1-30 231 0 0,-2-33-373 0 0,6 20 603 0 0,2 1 0 0 0,0-1 0 0 0,2 1 1 0 0,2 0-1 0 0,1 0 0 0 0,16-46 1 0 0,-22 75-58 0 0,-1 1 0 0 0,0-1 1 0 0,1 0-1 0 0,0 1 0 0 0,-1-1 1 0 0,1 1-1 0 0,0-1 0 0 0,-1 1 1 0 0,1 0-1 0 0,0-1 0 0 0,0 1 1 0 0,0 0-1 0 0,1-1 0 0 0,-1 1 1 0 0,0 0-1 0 0,0 0 0 0 0,1 0 1 0 0,-1 0-1 0 0,0 0 0 0 0,1 0 1 0 0,-1 1-1 0 0,1-1 0 0 0,-1 0 1 0 0,1 1-1 0 0,-1-1 0 0 0,3 0 1 0 0,-2 2 31 0 0,1 0 1 0 0,-1-1-1 0 0,0 1 1 0 0,0 0-1 0 0,0 0 1 0 0,0 0-1 0 0,0 0 1 0 0,0 1-1 0 0,-1-1 1 0 0,1 0-1 0 0,0 1 1 0 0,-1-1-1 0 0,1 1 1 0 0,-1 0-1 0 0,1 0 1 0 0,-1-1-1 0 0,0 1 1 0 0,2 4-1 0 0,24 38 106 0 0,-20-31-831 0 0,0 0 0 0 0,1-1 0 0 0,1 0 1 0 0,-1 0-1 0 0,2-1 0 0 0,0 0 0 0 0,0-1 0 0 0,20 16 0 0 0,-17-17-2846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9.1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4 6449 0 0,'0'0'35'0'0,"0"0"-1"0"0,0 0 0 0 0,0 0 0 0 0,0 0 0 0 0,0 0 0 0 0,0-1 1 0 0,0 1-1 0 0,0 0 0 0 0,0 0 0 0 0,0 0 0 0 0,0 0 0 0 0,0 0 1 0 0,0-1-1 0 0,0 1 0 0 0,0 0 0 0 0,0 0 0 0 0,0 0 1 0 0,0 0-1 0 0,-1 0 0 0 0,1 0 0 0 0,0 0 0 0 0,0-1 0 0 0,0 1 1 0 0,0 0-1 0 0,0 0 0 0 0,0 0 0 0 0,0 0 0 0 0,-1 0 0 0 0,1 0 1 0 0,0 0-1 0 0,0 0 0 0 0,0 0 0 0 0,0 0 0 0 0,0 0 1 0 0,-1 0-1 0 0,1 0 0 0 0,0 0 0 0 0,0 0 0 0 0,0 0 0 0 0,0 0 1 0 0,0 0-1 0 0,-1 0 0 0 0,1 0 0 0 0,0 0 0 0 0,0 0 0 0 0,0 0 1 0 0,0 0-1 0 0,0 0 0 0 0,-1 0 0 0 0,1 0 0 0 0,-11 6 1109 0 0,-7 10 540 0 0,8-4-1491 0 0,1 0 0 0 0,1 1 0 0 0,0 1 0 0 0,1-1-1 0 0,0 1 1 0 0,1 0 0 0 0,1 1 0 0 0,-6 21 0 0 0,6-13 64 0 0,1 0 1 0 0,1 0-1 0 0,0 0 1 0 0,3 45-1 0 0,1-59-348 0 0,0 0 0 0 0,1 0-1 0 0,0-1 1 0 0,1 1 0 0 0,0-1 0 0 0,0 1 0 0 0,6 8 0 0 0,-8-15 56 0 0,0 0 0 0 0,0 0 0 0 0,0 0 0 0 0,0-1 1 0 0,1 1-1 0 0,-1 0 0 0 0,1-1 0 0 0,-1 1 1 0 0,1-1-1 0 0,-1 0 0 0 0,1 1 0 0 0,0-1 1 0 0,0 0-1 0 0,0 0 0 0 0,2 1 0 0 0,-2-2 20 0 0,-1 0 0 0 0,1 0 1 0 0,-1 0-1 0 0,1 0 0 0 0,-1 0 0 0 0,1 0 0 0 0,-1-1 0 0 0,0 1 0 0 0,1 0 0 0 0,-1-1 0 0 0,1 1 1 0 0,-1-1-1 0 0,0 1 0 0 0,1-1 0 0 0,-1 0 0 0 0,0 0 0 0 0,1 0 0 0 0,-1 0 0 0 0,0 0 0 0 0,0 0 1 0 0,0 0-1 0 0,0 0 0 0 0,0 0 0 0 0,1-2 0 0 0,5-6-225 0 0,-1-1-1 0 0,0 1 1 0 0,0-1 0 0 0,-1 0 0 0 0,0-1-1 0 0,-1 1 1 0 0,0-1 0 0 0,-1 0-1 0 0,0 0 1 0 0,2-22 0 0 0,-1-10 835 0 0,-2-66 1 0 0,-2 73-25 0 0,3 24 2500 0 0,5 19-1449 0 0,15 37-874 0 0,-5-10-373 0 0,-14-30-468 0 0,0 1 0 0 0,0-1 0 0 0,1 1 1 0 0,-1-1-1 0 0,1-1 0 0 0,0 1 0 0 0,0-1 0 0 0,1 0 0 0 0,-1 0 1 0 0,9 4-1 0 0,-11-6-131 0 0,0 0 0 0 0,0 0 0 0 0,0 0-1 0 0,0-1 1 0 0,0 1 0 0 0,0-1 0 0 0,0 1 0 0 0,0-1 0 0 0,0 0 0 0 0,0 0 0 0 0,0-1 0 0 0,0 1 0 0 0,0 0 0 0 0,0-1 0 0 0,0 0 0 0 0,0 0 0 0 0,0 0 0 0 0,0 0 0 0 0,-1 0 0 0 0,1 0 0 0 0,0-1 0 0 0,-1 0 0 0 0,4-2 0 0 0,4-11-2425 0 0,-7 6-487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9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138 375 3225 0 0,'-72'-217'2399'0'0,"17"75"4749"0"0,47 127-5236 0 0,6 20 602 0 0,8 28-508 0 0,2-9-1820 0 0,2-1-1 0 0,1 1 1 0 0,0-2 0 0 0,2 0-1 0 0,0 0 1 0 0,2-1-1 0 0,26 29 1 0 0,-23-31-1611 0 0,1 0 0 0 0,0-2 0 0 0,2 0 0 0 0,24 15 0 0 0,-19-16-4417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9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0 2761 0 0,'-2'2'229'0'0,"1"0"0"0"0,0 1 0 0 0,0-1 0 0 0,0 0 0 0 0,0 0 0 0 0,0 0 0 0 0,0 1 0 0 0,1-1 0 0 0,-1 0 0 0 0,1 1 0 0 0,-1-1 0 0 0,1 1 0 0 0,0-1 1 0 0,0 0-1 0 0,0 1 0 0 0,0-1 0 0 0,1 1 0 0 0,0 2 0 0 0,11 42 3036 0 0,0-17-2133 0 0,2-1 0 0 0,2-1 0 0 0,0 0 0 0 0,33 41 0 0 0,-27-38-566 0 0,28 41 452 0 0,59 81-1210 0 0,-88-127-522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2.9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78 5529 0 0,'-17'-34'1368'0'0,"14"31"-768"0"0,1 0 1 0 0,0-1-1 0 0,0 1 0 0 0,0-1 1 0 0,0 1-1 0 0,0-1 0 0 0,1 0 0 0 0,0 1 1 0 0,0-1-1 0 0,-1-4 476 0 0,7 30 542 0 0,7 63-499 0 0,39 198 44 0 0,-43-252-1166 0 0,1-1 0 0 0,2 1 0 0 0,1-2 0 0 0,1 1 0 0 0,2-2 0 0 0,33 49-1 0 0,-42-68 17 0 0,1-1-1 0 0,0 0 0 0 0,0 0 0 0 0,1-1 0 0 0,0 0 1 0 0,1 0-1 0 0,-1-1 0 0 0,1 0 0 0 0,0-1 0 0 0,1 1 0 0 0,11 3 1 0 0,-16-7 63 0 0,1 0 1 0 0,0-1 0 0 0,0 1 0 0 0,-1-1 0 0 0,1-1 0 0 0,0 1-1 0 0,0-1 1 0 0,0 0 0 0 0,0 0 0 0 0,0-1 0 0 0,0 0 0 0 0,-1 0-1 0 0,1 0 1 0 0,0-1 0 0 0,-1 1 0 0 0,1-2 0 0 0,-1 1 0 0 0,1 0-1 0 0,-1-1 1 0 0,0 0 0 0 0,8-6 0 0 0,3-5-22 0 0,-1-1-1 0 0,0 0 1 0 0,-1 0-1 0 0,-1-2 1 0 0,22-35 0 0 0,-16 24-2143 0 0,22-27 0 0 0,-37 51 1038 0 0,1 0-1 0 0,-1 0 0 0 0,1 0 0 0 0,0 1 0 0 0,0 0 1 0 0,0 0-1 0 0,0 0 0 0 0,11-4 0 0 0,-10 4-291 0 0,-1 1 499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3.3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51 6449 0 0,'-13'-10'156'0'0,"6"5"506"0"0,0 1 0 0 0,0-1-1 0 0,0 1 1 0 0,0 0 0 0 0,-1 0 0 0 0,-9-2 0 0 0,16 6-572 0 0,-1-1 0 0 0,0 1 0 0 0,0 0 0 0 0,0 0 0 0 0,1 0 0 0 0,-1 0 0 0 0,0 0 0 0 0,0 0 0 0 0,0 0 0 0 0,1 1 0 0 0,-1-1 0 0 0,0 1 0 0 0,0-1 0 0 0,1 1 0 0 0,-1 0 0 0 0,0-1 0 0 0,1 1 0 0 0,-1 0 0 0 0,1 0 0 0 0,-1 0 0 0 0,1 0 1 0 0,-1 1-1 0 0,1-1 0 0 0,0 0 0 0 0,0 1 0 0 0,-1-1 0 0 0,1 1 0 0 0,0-1 0 0 0,0 1 0 0 0,1-1 0 0 0,-1 1 0 0 0,0-1 0 0 0,-1 5 0 0 0,-1 2-59 0 0,0 1 1 0 0,1-1-1 0 0,0 1 0 0 0,0 0 0 0 0,1 0 1 0 0,0 0-1 0 0,0 0 0 0 0,1-1 1 0 0,0 1-1 0 0,1 0 0 0 0,0 0 0 0 0,0 0 1 0 0,1 0-1 0 0,5 14 0 0 0,-6-19-170 0 0,0 0-1 0 0,1 0 0 0 0,0 0 0 0 0,0 0 1 0 0,0 0-1 0 0,0 0 0 0 0,1-1 0 0 0,-1 1 1 0 0,1-1-1 0 0,0 1 0 0 0,0-1 1 0 0,0 0-1 0 0,1 0 0 0 0,-1 0 0 0 0,1-1 1 0 0,-1 1-1 0 0,1-1 0 0 0,0 0 0 0 0,0 0 1 0 0,0 0-1 0 0,0-1 0 0 0,0 0 0 0 0,1 1 1 0 0,-1-1-1 0 0,0 0 0 0 0,1-1 1 0 0,-1 1-1 0 0,0-1 0 0 0,1 0 0 0 0,-1 0 1 0 0,7-1-1 0 0,-4-1-64 0 0,1 0 1 0 0,-1 0 0 0 0,0 0-1 0 0,0-1 1 0 0,0 0 0 0 0,0-1-1 0 0,0 1 1 0 0,-1-1-1 0 0,0 0 1 0 0,0-1 0 0 0,0 0-1 0 0,0 0 1 0 0,-1 0-1 0 0,1 0 1 0 0,-1-1 0 0 0,-1 0-1 0 0,8-11 1 0 0,-5 6 393 0 0,-1-1 0 0 0,0 1 0 0 0,-1-1 0 0 0,0 0 0 0 0,-1 0-1 0 0,0 0 1 0 0,-1-1 0 0 0,0 1 0 0 0,1-21 0 0 0,-3 27-292 0 0,4-23 5020 0 0,-5 29-4863 0 0,0 0 0 0 0,0 0 0 0 0,0 0 0 0 0,4 1 1426 0 0,-4 0-1426 0 0,10 13 920 0 0,2 10-684 0 0,1-1 0 0 0,1-1 0 0 0,24 29 0 0 0,-32-45-611 0 0,0 1 1 0 0,1-1-1 0 0,0 0 1 0 0,0-1-1 0 0,0 0 0 0 0,1 0 1 0 0,-1 0-1 0 0,1-1 1 0 0,0 0-1 0 0,1 0 1 0 0,-1-1-1 0 0,1-1 1 0 0,15 4-1 0 0,-1-3-4442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3.6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64 4609 0 0,'13'6'4756'0'0,"28"18"-2575"0"0,-4 3-371 0 0,-12-9 661 0 0,40 36-1 0 0,-67-60-2235 0 0,-1 0 0 0 0,1-1 0 0 0,1 1 0 0 0,-1 0-1 0 0,1-1 1 0 0,0 1 0 0 0,0-1 0 0 0,1 1 0 0 0,0-8 0 0 0,1 2-868 0 0,-1 0 1 0 0,2 0-1 0 0,0 0 1 0 0,0 0-1 0 0,1 0 1 0 0,6-16-1 0 0,1 6-5391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4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200 48 1376 0 0,'-2'-3'567'0'0,"1"0"0"0"0,-1 0 0 0 0,0 0 0 0 0,1 0 0 0 0,-1 0 0 0 0,-1 1-1 0 0,1-1 1 0 0,0 1 0 0 0,-1-1 0 0 0,1 1 0 0 0,-1 0 0 0 0,0 0 0 0 0,0 0 0 0 0,0 0-1 0 0,0 0 1 0 0,0 1 0 0 0,0-1 0 0 0,0 1 0 0 0,-7-2 0 0 0,7 3-377 0 0,0 0 1 0 0,-1 0-1 0 0,1 0 1 0 0,0 1 0 0 0,0-1-1 0 0,0 1 1 0 0,-1-1-1 0 0,1 1 1 0 0,0 0-1 0 0,0 0 1 0 0,0 1 0 0 0,0-1-1 0 0,1 1 1 0 0,-1-1-1 0 0,0 1 1 0 0,1 0-1 0 0,-1 0 1 0 0,1 0 0 0 0,-1 0-1 0 0,1 0 1 0 0,-4 5-1 0 0,-5 7 111 0 0,0 0-1 0 0,1 1 0 0 0,-13 24 1 0 0,20-32-297 0 0,0-1 1 0 0,0 0 0 0 0,0 1 0 0 0,1 0 0 0 0,0-1 0 0 0,0 1 0 0 0,1 0 0 0 0,0 0 0 0 0,0 0 0 0 0,1 0 0 0 0,0 14 0 0 0,0-19-86 0 0,0 0 0 0 0,1 0 1 0 0,-1 0-1 0 0,1 0 0 0 0,-1 0 1 0 0,1 0-1 0 0,0-1 0 0 0,0 1 1 0 0,-1 0-1 0 0,1 0 0 0 0,1-1 1 0 0,-1 1-1 0 0,0 0 0 0 0,0-1 0 0 0,1 1 1 0 0,-1-1-1 0 0,0 1 0 0 0,1-1 1 0 0,0 0-1 0 0,-1 0 0 0 0,1 0 1 0 0,2 1-1 0 0,-2-1-106 0 0,1 0 0 0 0,0 0 0 0 0,0-1 0 0 0,-1 0 0 0 0,1 0 0 0 0,0 1 0 0 0,0-2 0 0 0,0 1 0 0 0,0 0 0 0 0,0 0 1 0 0,-1-1-1 0 0,1 0 0 0 0,4-1 0 0 0,6-3-487 0 0,0-1 0 0 0,0-1 0 0 0,-1 0 0 0 0,21-16 0 0 0,-30 21 686 0 0,-1 0 1 0 0,1 0-1 0 0,0 0 1 0 0,-1 1-1 0 0,1-1 1 0 0,0 1 0 0 0,0-1-1 0 0,0 1 1 0 0,0 0-1 0 0,0 0 1 0 0,0 0-1 0 0,0 1 1 0 0,1-1 0 0 0,-1 1-1 0 0,0 0 1 0 0,0-1-1 0 0,0 2 1 0 0,5-1-1 0 0,-5 1 114 0 0,0 1-1 0 0,0-1 0 0 0,0 1 0 0 0,-1-1 0 0 0,1 1 0 0 0,0 0 0 0 0,-1 0 1 0 0,1 0-1 0 0,-1 0 0 0 0,0 0 0 0 0,0 1 0 0 0,0-1 0 0 0,0 1 0 0 0,0 0 1 0 0,0-1-1 0 0,-1 1 0 0 0,1 0 0 0 0,1 5 0 0 0,13 27 620 0 0,-2 0-1 0 0,10 43 1 0 0,-19-61-678 0 0,-2 0 0 0 0,0 1 0 0 0,0-1 0 0 0,-2 1 0 0 0,0 0 0 0 0,-4 32 0 0 0,2-42-4 0 0,-1 0 1 0 0,0-1-1 0 0,0 1 0 0 0,-1-1 0 0 0,0 0 0 0 0,-6 10 0 0 0,8-15-113 0 0,1-1-1 0 0,-1 1 0 0 0,0-1 1 0 0,1 0-1 0 0,-1 1 1 0 0,0-1-1 0 0,0 0 0 0 0,0 1 1 0 0,0-1-1 0 0,-1 0 0 0 0,1 0 1 0 0,0 0-1 0 0,0 0 1 0 0,-1 0-1 0 0,1 0 0 0 0,0 0 1 0 0,-1-1-1 0 0,1 1 0 0 0,-1 0 1 0 0,1-1-1 0 0,-1 1 1 0 0,1-1-1 0 0,-1 0 0 0 0,0 1 1 0 0,1-1-1 0 0,-1 0 1 0 0,1 0-1 0 0,-1 0 0 0 0,0 0 1 0 0,1 0-1 0 0,-1-1 0 0 0,0 1 1 0 0,1 0-1 0 0,-1-1 1 0 0,1 1-1 0 0,-1-1 0 0 0,-2-1 1 0 0,-3-3-1125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0.0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0 382 10594 0 0,'1'1'229'0'0,"0"0"-1"0"0,0 0 1 0 0,0 0 0 0 0,0 0-1 0 0,0 0 1 0 0,1-1-1 0 0,-1 1 1 0 0,0 0 0 0 0,0 0-1 0 0,1-1 1 0 0,-1 1-1 0 0,0-1 1 0 0,1 1-1 0 0,-1-1 1 0 0,0 0 0 0 0,1 1-1 0 0,-1-1 1 0 0,1 0-1 0 0,-1 0 1 0 0,0 0 0 0 0,1 0-1 0 0,2 0 1 0 0,-2-1-72 0 0,0 0 1 0 0,0 0 0 0 0,0 0-1 0 0,0 0 1 0 0,-1 0 0 0 0,1-1 0 0 0,0 1-1 0 0,0 0 1 0 0,-1-1 0 0 0,1 1-1 0 0,-1-1 1 0 0,1 0 0 0 0,1-2-1 0 0,4-7 18 0 0,0-1-1 0 0,-1 0 0 0 0,9-24 1 0 0,-10 25 176 0 0,7-19-212 0 0,34-87-203 0 0,-41 101-175 0 0,0-1 0 0 0,-1 0 0 0 0,-1 0-1 0 0,-1 0 1 0 0,1-19 0 0 0,-3 35 226 0 0,0 0 0 0 0,0 0 1 0 0,0 0-1 0 0,0 0 0 0 0,0 0 0 0 0,0 0 1 0 0,0 0-1 0 0,0 0 0 0 0,0 0 0 0 0,0 0 1 0 0,-1 0-1 0 0,1 0 0 0 0,0 0 1 0 0,-1 1-1 0 0,1-1 0 0 0,0 0 0 0 0,-1 0 1 0 0,1 0-1 0 0,-1 0 0 0 0,0 0 0 0 0,1 1 1 0 0,-1-1-1 0 0,0 0 0 0 0,0 0 0 0 0,0 1-5 0 0,0 0-1 0 0,0 0 0 0 0,0 0 0 0 0,0 0 1 0 0,0 0-1 0 0,0 0 0 0 0,0 0 0 0 0,0 0 1 0 0,1 1-1 0 0,-1-1 0 0 0,0 0 0 0 0,0 1 1 0 0,0-1-1 0 0,0 1 0 0 0,0-1 0 0 0,1 1 1 0 0,-1-1-1 0 0,0 1 0 0 0,-1 1 1 0 0,-3 3-43 0 0,-1 0 1 0 0,1 0-1 0 0,0 1 1 0 0,1 0-1 0 0,-5 7 1 0 0,3-2 25 0 0,-40 75-182 0 0,42-77 214 0 0,0 1-1 0 0,0 0 0 0 0,1-1 1 0 0,1 1-1 0 0,0 0 1 0 0,0 0-1 0 0,0 14 0 0 0,2-20 69 0 0,0 0 0 0 0,1 0 0 0 0,-1 0 0 0 0,1 0 0 0 0,0 0 0 0 0,0-1 0 0 0,0 1 0 0 0,1 0 0 0 0,-1 0 0 0 0,1-1 0 0 0,0 1-1 0 0,0-1 1 0 0,0 0 0 0 0,0 1 0 0 0,1-1 0 0 0,0 0 0 0 0,-1 0 0 0 0,1-1 0 0 0,0 1 0 0 0,0 0 0 0 0,0-1 0 0 0,1 0-1 0 0,-1 0 1 0 0,1 0 0 0 0,-1 0 0 0 0,1 0 0 0 0,-1-1 0 0 0,1 1 0 0 0,0-1 0 0 0,0 0 0 0 0,4 0 0 0 0,5 2 17 0 0,0-2 1 0 0,-1 1 0 0 0,1-1 0 0 0,0-1-1 0 0,0-1 1 0 0,-1 0 0 0 0,1 0 0 0 0,18-5-1 0 0,39-17-1119 0 0,-32 8-171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0.7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220 1 6449 0 0,'-7'3'209'0'0,"1"1"-1"0"0,-1 0 1 0 0,1 0-1 0 0,-1 1 1 0 0,2-1-1 0 0,-1 1 1 0 0,0 1-1 0 0,-5 6 1 0 0,-38 51 1431 0 0,38-48-1236 0 0,-11 15 401 0 0,-18 35 0 0 0,34-54-643 0 0,0 1 1 0 0,1 0-1 0 0,1 0 0 0 0,0 0 1 0 0,0 1-1 0 0,-3 22 0 0 0,7-31-120 0 0,0 1 0 0 0,0-1 0 0 0,0 1 1 0 0,0-1-1 0 0,1 0 0 0 0,0 1 0 0 0,0-1 0 0 0,0 0 0 0 0,0 1 0 0 0,1-1 0 0 0,0 0 0 0 0,-1 0 0 0 0,2 0 1 0 0,-1 0-1 0 0,0-1 0 0 0,1 1 0 0 0,0-1 0 0 0,-1 1 0 0 0,1-1 0 0 0,1 0 0 0 0,-1 0 0 0 0,0 0 0 0 0,1-1 1 0 0,0 1-1 0 0,-1-1 0 0 0,6 3 0 0 0,11 5 322 0 0,1-1 0 0 0,0 0 1 0 0,44 10-1 0 0,-21-6 159 0 0,-34-10-478 0 0,70 27 375 0 0,-74-27-394 0 0,0 0-1 0 0,0 0 1 0 0,0 1 0 0 0,0 0 0 0 0,-1 0 0 0 0,0 0-1 0 0,1 0 1 0 0,-1 1 0 0 0,7 10 0 0 0,-10-13-62 0 0,-1 0 1 0 0,0 0 0 0 0,-1 1 0 0 0,1-1-1 0 0,0 1 1 0 0,-1-1 0 0 0,1 1 0 0 0,-1-1-1 0 0,0 1 1 0 0,0-1 0 0 0,0 1 0 0 0,0-1-1 0 0,0 0 1 0 0,0 1 0 0 0,-1-1 0 0 0,1 1-1 0 0,-1-1 1 0 0,0 1 0 0 0,0-1-1 0 0,0 0 1 0 0,0 1 0 0 0,0-1 0 0 0,0 0-1 0 0,-1 0 1 0 0,1 0 0 0 0,-1 0 0 0 0,-2 3-1 0 0,1-2-56 0 0,0 1 0 0 0,0-1-1 0 0,0 0 1 0 0,0 0 0 0 0,-1 0-1 0 0,1-1 1 0 0,-1 1 0 0 0,0-1-1 0 0,0 0 1 0 0,0 0 0 0 0,0 0-1 0 0,0 0 1 0 0,0-1-1 0 0,-9 3 1 0 0,13-4 1 0 0,-1 0-1 0 0,0 0 1 0 0,1 0-1 0 0,-1 0 1 0 0,1 0 0 0 0,-1 0-1 0 0,0 0 1 0 0,1 0-1 0 0,-1 0 1 0 0,1-1-1 0 0,-1 1 1 0 0,0 0 0 0 0,1 0-1 0 0,-1 0 1 0 0,1-1-1 0 0,-1 1 1 0 0,1 0-1 0 0,-1 0 1 0 0,1-1 0 0 0,-1 1-1 0 0,1-1 1 0 0,-1 1-1 0 0,1 0 1 0 0,0-1-1 0 0,-1 1 1 0 0,1-1 0 0 0,-1 1-1 0 0,1-1 1 0 0,0 1-1 0 0,0-1 1 0 0,-1 1 0 0 0,1-2-1 0 0,1-23-2564 0 0,18-23-1318 0 0,-10 34 3349 0 0,1-1 0 0 0,1 2 1 0 0,0-1-1 0 0,0 1 0 0 0,1 1 0 0 0,15-12 1 0 0,-12 12 1868 0 0,0 1-1 0 0,1 0 1 0 0,1 1 0 0 0,0 0 0 0 0,22-9 0 0 0,-36 18-895 0 0,-1 1 0 0 0,0-1 0 0 0,1 0 0 0 0,-1 1 1 0 0,1-1-1 0 0,-1 1 0 0 0,0-1 0 0 0,1 1 0 0 0,-1 0 0 0 0,1 0 0 0 0,-1 0 1 0 0,1 1-1 0 0,-1-1 0 0 0,1 1 0 0 0,-1-1 0 0 0,1 1 0 0 0,-1 0 1 0 0,0 0-1 0 0,5 2 0 0 0,-4-1-28 0 0,1 1 0 0 0,-1 0 0 0 0,0-1 0 0 0,0 1 0 0 0,0 1 0 0 0,-1-1 0 0 0,1 0 0 0 0,-1 1 0 0 0,0-1 0 0 0,0 1 0 0 0,2 3 0 0 0,2 7 49 0 0,-1 0 1 0 0,-1 1-1 0 0,0-1 0 0 0,-1 1 1 0 0,2 23-1 0 0,4 74-2774 0 0,-5-93-4360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0.9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18 17972 0 0,'-25'-18'1666'0'0,"25"24"-2024"0"0,1-1 0 0 0,-1 1 1 0 0,1-1-1 0 0,0 1 1 0 0,2 5-1 0 0,-2-10 516 0 0,2 8-389 0 0,1 0 1 0 0,1 0-1 0 0,8 12 0 0 0,0 2 76 0 0,-2-2 155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1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215 40 920 0 0,'0'-1'153'0'0,"0"-1"0"0"0,0 0 0 0 0,-1 1 0 0 0,1-1 0 0 0,0 1 0 0 0,-1-1-1 0 0,1 0 1 0 0,-1 1 0 0 0,1-1 0 0 0,-1 1 0 0 0,0-1 0 0 0,1 1 0 0 0,-1-1 0 0 0,0 1 0 0 0,0-1 0 0 0,0 1-1 0 0,0 0 1 0 0,0 0 0 0 0,-1 0 0 0 0,1-1 0 0 0,0 1 0 0 0,-1 0 0 0 0,1 0 0 0 0,0 1 0 0 0,-1-1-1 0 0,1 0 1 0 0,-1 0 0 0 0,1 1 0 0 0,-1-1 0 0 0,0 1 0 0 0,1-1 0 0 0,-1 1 0 0 0,0 0 0 0 0,1 0-1 0 0,-1-1 1 0 0,0 1 0 0 0,1 0 0 0 0,-1 0 0 0 0,0 1 0 0 0,1-1 0 0 0,-4 1 0 0 0,-1 0 343 0 0,0 0 0 0 0,0 0 1 0 0,0 1-1 0 0,1 0 0 0 0,-1 0 1 0 0,0 0-1 0 0,1 0 0 0 0,-1 1 1 0 0,1 0-1 0 0,-9 7 0 0 0,2 1-31 0 0,2 1 0 0 0,-1 0 0 0 0,2 0-1 0 0,-10 15 1 0 0,15-21-457 0 0,0 1-1 0 0,0 0 1 0 0,0 0 0 0 0,1 0 0 0 0,0 1-1 0 0,1-1 1 0 0,0 1 0 0 0,0-1-1 0 0,0 1 1 0 0,0 8 0 0 0,2-16-46 0 0,0 1 1 0 0,0-1-1 0 0,0 1 1 0 0,0-1 0 0 0,0 1-1 0 0,0-1 1 0 0,0 1-1 0 0,0-1 1 0 0,0 1-1 0 0,0-1 1 0 0,0 1-1 0 0,0-1 1 0 0,0 1-1 0 0,1-1 1 0 0,-1 1-1 0 0,0-1 1 0 0,0 1-1 0 0,0-1 1 0 0,1 1-1 0 0,-1-1 1 0 0,0 0-1 0 0,1 1 1 0 0,-1-1-1 0 0,0 1 1 0 0,1-1-1 0 0,-1 0 1 0 0,0 1-1 0 0,1-1 1 0 0,-1 0 0 0 0,1 0-1 0 0,-1 1 1 0 0,0-1-1 0 0,2 0 1 0 0,14-7-1424 0 0,14-22-17 0 0,-30 29 1490 0 0,21-28 203 0 0,14-18 1260 0 0,-33 44-1318 0 0,0 0 1 0 0,0 0-1 0 0,0 0 0 0 0,0 0 1 0 0,1 0-1 0 0,-1 1 1 0 0,1-1-1 0 0,-1 1 1 0 0,1 0-1 0 0,-1 0 1 0 0,1 0-1 0 0,-1 0 0 0 0,1 0 1 0 0,0 0-1 0 0,0 1 1 0 0,3-1-1 0 0,-3 1-61 0 0,-1 1-1 0 0,1 0 1 0 0,0 0-1 0 0,0 0 0 0 0,0 0 1 0 0,-1 0-1 0 0,1 0 1 0 0,-1 1-1 0 0,1-1 1 0 0,-1 1-1 0 0,1 0 0 0 0,-1 0 1 0 0,0 0-1 0 0,0 0 1 0 0,0 0-1 0 0,0 0 1 0 0,3 5-1 0 0,27 44 560 0 0,-30-48-607 0 0,6 12 6 0 0,-1 0 0 0 0,-1 0 0 0 0,0 1 0 0 0,0 0 0 0 0,-2 0 0 0 0,0 0 0 0 0,-1 1 0 0 0,1 20 0 0 0,-3-27-177 0 0,-1-1-1 0 0,-1 0 1 0 0,1 0 0 0 0,-1 0-1 0 0,-1 0 1 0 0,0 0-1 0 0,0 0 1 0 0,-1 0-1 0 0,0 0 1 0 0,0-1-1 0 0,-1 1 1 0 0,0-1-1 0 0,0 0 1 0 0,-1 0-1 0 0,0-1 1 0 0,-11 13-1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2304 0 0,'0'-1'8653'0'0,"6"0"-6754"0"0,11 2-6381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2.6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96 920 0 0,'-6'-8'7403'0'0,"7"-21"-914"0"0,-1 29-6396 0 0,11 5 1724 0 0,7 8-1306 0 0,-18-13-484 0 0,9 11 160 0 0,0 0-1 0 0,-1 1 1 0 0,-1 0 0 0 0,0 0 0 0 0,0 1 0 0 0,-1 0 0 0 0,-1 0-1 0 0,5 16 1 0 0,11 23-251 0 0,-13-38-159 0 0,-3-16-27 0 0,0-25-137 0 0,-4 14 342 0 0,2-6 6 0 0,1 1 1 0 0,1 1 0 0 0,0-1-1 0 0,1 1 1 0 0,10-20 0 0 0,-12 29 138 0 0,1 0 0 0 0,-1 0 0 0 0,1 1 0 0 0,0-1 0 0 0,1 1 0 0 0,0 0 0 0 0,0 0 0 0 0,0 1 0 0 0,1 0 1 0 0,0 0-1 0 0,0 0 0 0 0,11-5 0 0 0,-17 10-76 0 0,1 0 0 0 0,-1 1 0 0 0,0-1-1 0 0,1 1 1 0 0,-1-1 0 0 0,0 1 0 0 0,1-1 0 0 0,-1 1 0 0 0,1 0 0 0 0,-1 0 0 0 0,1 0 0 0 0,-1 0 0 0 0,0 0 0 0 0,1 0 0 0 0,-1 0 0 0 0,1 0 0 0 0,-1 0-1 0 0,1 1 1 0 0,-1-1 0 0 0,0 1 0 0 0,1-1 0 0 0,-1 1 0 0 0,0-1 0 0 0,1 1 0 0 0,-1 0 0 0 0,0 0 0 0 0,0-1 0 0 0,0 1 0 0 0,0 0 0 0 0,0 0 0 0 0,0 0 0 0 0,2 3-1 0 0,2 3-88 0 0,-1 0 0 0 0,0 0 0 0 0,0 0-1 0 0,5 17 1 0 0,7 12-1100 0 0,3-12-899 0 0,-3-10-2462 0 0,-3-3-560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3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98 617 2304 0 0,'5'-9'236'0'0,"-2"1"-1"0"0,1-1 1 0 0,4-17-1 0 0,-5 12 859 0 0,-1 1-1 0 0,0-1 1 0 0,-1 0-1 0 0,-1 1 1 0 0,0-1-1 0 0,-1 0 1 0 0,-4-23 0 0 0,5 35-949 0 0,0 1 1 0 0,0-1 0 0 0,-1 1 0 0 0,1-1-1 0 0,0 1 1 0 0,-1-1 0 0 0,1 1 0 0 0,-1-1 0 0 0,0 1-1 0 0,1 0 1 0 0,-1-1 0 0 0,0 1 0 0 0,0 0-1 0 0,0 0 1 0 0,0-1 0 0 0,0 1 0 0 0,0 0 0 0 0,0 0-1 0 0,-2-1 1 0 0,2 2-70 0 0,0 0 0 0 0,0 0 0 0 0,0 0 0 0 0,1 0-1 0 0,-1 0 1 0 0,0 0 0 0 0,0 0 0 0 0,0 0 0 0 0,0 0 0 0 0,0 1-1 0 0,0-1 1 0 0,1 0 0 0 0,-1 0 0 0 0,0 1 0 0 0,0-1 0 0 0,0 1-1 0 0,1-1 1 0 0,-1 1 0 0 0,0-1 0 0 0,1 1 0 0 0,-1-1 0 0 0,0 1 0 0 0,0 1-1 0 0,-4 4 115 0 0,0 0 0 0 0,0 1 0 0 0,0-1 0 0 0,1 1-1 0 0,-6 13 1 0 0,-2 8-137 0 0,-17 59 0 0 0,26-76-73 0 0,1-1 0 0 0,0 2 0 0 0,0-1 1 0 0,1 0-1 0 0,1 0 0 0 0,0 0 0 0 0,1 0 0 0 0,3 22 0 0 0,-3-30-20 0 0,0 0 0 0 0,0 0 0 0 0,0 1 0 0 0,0-1 0 0 0,0 0 0 0 0,0 0 0 0 0,1-1 0 0 0,-1 1 0 0 0,1 0 0 0 0,0 0 0 0 0,0-1 0 0 0,0 1 0 0 0,0-1 0 0 0,1 0 0 0 0,-1 1 0 0 0,1-1 0 0 0,-1 0 0 0 0,1 0 0 0 0,0-1 0 0 0,0 1 0 0 0,-1-1-1 0 0,1 1 1 0 0,0-1 0 0 0,1 0 0 0 0,-1 0 0 0 0,0 0 0 0 0,3 0 0 0 0,-2-1-70 0 0,0 0 0 0 0,1 0 0 0 0,-1 0 0 0 0,0 0-1 0 0,0-1 1 0 0,0 0 0 0 0,0 0 0 0 0,-1 0 0 0 0,1 0-1 0 0,0-1 1 0 0,0 1 0 0 0,-1-1 0 0 0,1 0 0 0 0,-1 0-1 0 0,1-1 1 0 0,-1 1 0 0 0,0-1 0 0 0,0 1 0 0 0,0-1-1 0 0,0 0 1 0 0,3-4 0 0 0,5-9 119 0 0,0-1 0 0 0,-2 0 0 0 0,1-1 0 0 0,-2 0 0 0 0,6-20 0 0 0,-6 17 601 0 0,1 0 1 0 0,0 1 0 0 0,17-26 0 0 0,-26 46-570 0 0,1-1 0 0 0,-1 0 0 0 0,0 1 1 0 0,1-1-1 0 0,-1 0 0 0 0,0 1 0 0 0,1-1 1 0 0,-1 0-1 0 0,1 1 0 0 0,-1-1 0 0 0,1 1 1 0 0,-1-1-1 0 0,1 1 0 0 0,0-1 0 0 0,-1 1 0 0 0,1 0 1 0 0,0-1-1 0 0,-1 1 0 0 0,1 0 0 0 0,0-1 1 0 0,-1 1-1 0 0,1 0 0 0 0,0 0 0 0 0,-1-1 1 0 0,1 1-1 0 0,0 0 0 0 0,0 0 0 0 0,-1 0 1 0 0,1 0-1 0 0,0 0 0 0 0,0 0 0 0 0,-1 0 1 0 0,1 1-1 0 0,0-1 0 0 0,0 0 0 0 0,-1 0 1 0 0,1 0-1 0 0,0 1 0 0 0,-1-1 0 0 0,1 0 1 0 0,0 1-1 0 0,-1-1 0 0 0,1 1 0 0 0,0-1 1 0 0,-1 1-1 0 0,1-1 0 0 0,0 2 0 0 0,4 3 148 0 0,-1 1 0 0 0,0 0 0 0 0,-1 0-1 0 0,6 11 1 0 0,5 10 104 0 0,-12-26-313 0 0,-1 1-1 0 0,1 0 1 0 0,0 0 0 0 0,0-1-1 0 0,0 1 1 0 0,0-1-1 0 0,0 1 1 0 0,0-1-1 0 0,0 0 1 0 0,0 0 0 0 0,0 0-1 0 0,0 0 1 0 0,1 0-1 0 0,-1 0 1 0 0,0-1-1 0 0,1 1 1 0 0,-1-1 0 0 0,1 0-1 0 0,-1 1 1 0 0,1-1-1 0 0,2-1 1 0 0,0 1-140 0 0,-1-1-1 0 0,0-1 1 0 0,1 1-1 0 0,-1-1 1 0 0,0 0 0 0 0,0 1-1 0 0,0-2 1 0 0,0 1 0 0 0,0 0-1 0 0,6-6 1 0 0,1-2-414 0 0,-1 0 0 0 0,0-1 0 0 0,-1 0 0 0 0,0 0 0 0 0,0-1-1 0 0,8-17 1 0 0,-8 10 358 0 0,-1 0 0 0 0,-1-1 0 0 0,-1 0 0 0 0,-1 0 0 0 0,-1 0 0 0 0,0-1-1 0 0,-2 1 1 0 0,1-33 0 0 0,-4 9 2227 0 0,-1-1-1 0 0,-16-83 0 0 0,13 109-920 0 0,3 9 976 0 0,7 24-897 0 0,0 4-926 0 0,-1 1-1 0 0,3 36 1 0 0,2 13-13 0 0,53 169-263 0 0,-47-195-206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3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16588 0 0,'5'3'1472'0'0,"-4"0"-1176"0"0,2 0-232 0 0,5 5 3073 0 0,-5-4-2945 0 0,-1 0-120 0 0,3 0-72 0 0,-3-2 80 0 0,3-4-80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5.9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63 18 6449 0 0,'-1'-1'76'0'0,"1"0"-1"0"0,0 0 1 0 0,-1 0 0 0 0,1 0-1 0 0,-1 1 1 0 0,1-1-1 0 0,-1 0 1 0 0,1 0-1 0 0,-1 0 1 0 0,0 0-1 0 0,1 1 1 0 0,-1-1-1 0 0,0 0 1 0 0,0 0-1 0 0,0 1 1 0 0,0-1-1 0 0,1 1 1 0 0,-1-1 0 0 0,0 1-1 0 0,0-1 1 0 0,0 1-1 0 0,0 0 1 0 0,0-1-1 0 0,0 1 1 0 0,0 0-1 0 0,0 0 1 0 0,0 0-1 0 0,-1-1 1 0 0,1 1-1 0 0,0 0 1 0 0,0 1 0 0 0,0-1-1 0 0,0 0 1 0 0,0 0-1 0 0,0 0 1 0 0,-1 1-1 0 0,0 0 15 0 0,0 0-1 0 0,1 0 1 0 0,-1 1-1 0 0,1-1 1 0 0,-1 0-1 0 0,1 1 1 0 0,-1-1-1 0 0,1 1 1 0 0,0-1-1 0 0,0 1 1 0 0,0-1-1 0 0,0 1 1 0 0,0 0-1 0 0,0 0 1 0 0,1-1-1 0 0,-1 1 1 0 0,0 0-1 0 0,1 0 1 0 0,-1 0-1 0 0,1 2 1 0 0,-5 55 959 0 0,3 1 1 0 0,7 90-1 0 0,0-54-543 0 0,10 199 522 0 0,85 470 0 0 0,-44-464 745 0 0,23 407 0 0 0,-73-601-2394 0 0,0-14-2547 0 0,-7 118 1 0 0,-1-195-2623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6.3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2127 0 10594 0 0,'-19'2'305'0'0,"0"1"0"0"0,0 1-1 0 0,0 0 1 0 0,1 2 0 0 0,-35 14-1 0 0,0 0 5 0 0,-237 67 1486 0 0,197-64-634 0 0,-112 13 0 0 0,-376 21 19 0 0,117 18-3501 0 0,428-68 2171 0 0,24-4 104 0 0,-112 27-2 0 0,110-26 23 0 0,1 1 0 0 0,0 0 0 0 0,0 1 1 0 0,0 0-1 0 0,0 1 0 0 0,-19 15 0 0 0,21-8-4388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6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1 7370 0 0,'-2'0'211'0'0,"1"1"0"0"0,0-1 0 0 0,0 1 0 0 0,0-1 0 0 0,0 1 0 0 0,0-1 0 0 0,0 1 0 0 0,1 0 0 0 0,-1-1 0 0 0,0 1 0 0 0,0 0 0 0 0,0 0 0 0 0,1 0 0 0 0,-1 0 0 0 0,0 0 0 0 0,1 0 0 0 0,-1 0 0 0 0,1 0 1 0 0,-1 0-1 0 0,1 0 0 0 0,-1 0 0 0 0,1 0 0 0 0,0 0 0 0 0,-1 0 0 0 0,1 0 0 0 0,0 1 0 0 0,0-1 0 0 0,0 2 0 0 0,-3 38 1134 0 0,3-36-899 0 0,0 124 252 0 0,19 154 0 0 0,39 127 1318 0 0,-5-38-1113 0 0,-51-351-906 0 0,38 378-1366 0 0,-36-299-679 0 0,-15 199 0 0 0,7-264-4022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7.0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95 2761 0 0,'45'-2'3900'0'0,"68"-13"0"0"0,14-1-1634 0 0,51 3 94 0 0,283-10 468 0 0,-120 17-2826 0 0,-131 1 46 0 0,-41-2-273 0 0,-96 0-6549 0 0,-62 6 1989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7.4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6913 0 0,'15'46'5778'0'0,"-10"-14"-3398"0"0,1 37 0 0 0,-5 86-351 0 0,-2-55-1442 0 0,60 825 543 0 0,12-416-1153 0 0,29-4-17 0 0,16 94 25 0 0,-95-477 21 0 0,42 280 98 0 0,-50-280-109 0 0,-2 160 0 0 0,-12-268-466 0 0,0 0 0 0 0,0 0 0 0 0,-6 21 0 0 0,0-18-6469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8.2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77 2304 0 0,'2'-7'551'0'0,"0"0"0"0"0,1 0 0 0 0,0 0 0 0 0,0 0 0 0 0,1 0 0 0 0,-1 0 0 0 0,2 1 0 0 0,-1 0 0 0 0,9-10 0 0 0,-13 16-424 0 0,1 0 1 0 0,0 0 0 0 0,-1 1 0 0 0,1-1 0 0 0,-1 0-1 0 0,1 0 1 0 0,-1 0 0 0 0,1 0 0 0 0,-1 0-1 0 0,1 0 1 0 0,-1 1 0 0 0,1-1 0 0 0,-1 0 0 0 0,0 0-1 0 0,1 1 1 0 0,-1-1 0 0 0,1 0 0 0 0,-1 1-1 0 0,1-1 1 0 0,-1 0 0 0 0,0 1 0 0 0,1-1 0 0 0,-1 1-1 0 0,0-1 1 0 0,0 1 0 0 0,1-1 0 0 0,-1 1-1 0 0,0-1 1 0 0,0 1 0 0 0,0-1 0 0 0,1 1-1 0 0,-1-1 1 0 0,0 1 0 0 0,11 24 1312 0 0,-10-20-931 0 0,25 66 971 0 0,18 84 0 0 0,-25-81-1222 0 0,86 402 944 0 0,-73-313-853 0 0,65 631 2109 0 0,-88-690-1891 0 0,-8-69-525 0 0,-1-25-19 0 0,0 0 0 0 0,0 0-1 0 0,1 0 1 0 0,1 0 0 0 0,-1 0-1 0 0,2 0 1 0 0,-1 0 0 0 0,1-1-1 0 0,8 17 1 0 0,1-14-221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8.8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1580 79 4609 0 0,'-2'-2'210'0'0,"0"1"0"0"0,1-1-1 0 0,-1 1 1 0 0,1-1 0 0 0,-1 0 0 0 0,1 0-1 0 0,0 0 1 0 0,0 0 0 0 0,0 0 0 0 0,0 0-1 0 0,-1-4 1 0 0,1 4 174 0 0,0-1 0 0 0,-1 0 0 0 0,1 1 0 0 0,0-1-1 0 0,-1 1 1 0 0,1 0 0 0 0,-1-1 0 0 0,-2-1 0 0 0,-1 0 0 0 0,0 1 1 0 0,0 0-1 0 0,0 0 0 0 0,0 0 0 0 0,0 1 1 0 0,-1 0-1 0 0,1 0 0 0 0,-1 0 1 0 0,0 1-1 0 0,1 0 0 0 0,-1 0 0 0 0,0 0 1 0 0,0 1-1 0 0,-6 0 0 0 0,-13 1 231 0 0,-47 7-1 0 0,67-8-490 0 0,-399 46 2289 0 0,-92-37-1119 0 0,308 0-1040 0 0,123-4-168 0 0,-119-5 0 0 0,176 0 145 0 0,-5-1-1834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9.5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279 53 920 0 0,'-32'-11'1932'0'0,"29"9"-1610"0"0,1 1 0 0 0,-1-1 0 0 0,1 1 0 0 0,-1 0 0 0 0,0 0 1 0 0,0 0-1 0 0,1 0 0 0 0,-1 0 0 0 0,0 1 0 0 0,0 0 0 0 0,0-1 0 0 0,0 1 0 0 0,0 0 0 0 0,1 0 0 0 0,-1 0 0 0 0,0 1 1 0 0,0-1-1 0 0,0 1 0 0 0,0 0 0 0 0,1-1 0 0 0,-1 1 0 0 0,0 0 0 0 0,1 1 0 0 0,-1-1 0 0 0,0 0 0 0 0,1 1 0 0 0,0 0 1 0 0,-1-1-1 0 0,-1 3 0 0 0,-4 4-139 0 0,0 0 1 0 0,1 0 0 0 0,0 1 0 0 0,1 0 0 0 0,0 0 0 0 0,0 0-1 0 0,1 1 1 0 0,-5 13 0 0 0,8-19-135 0 0,0 0 0 0 0,1 0-1 0 0,-1 0 1 0 0,1 0 0 0 0,0 0 0 0 0,0 0-1 0 0,0 1 1 0 0,1-1 0 0 0,0 0 0 0 0,0 1-1 0 0,0-1 1 0 0,0 0 0 0 0,0 1 0 0 0,1-1-1 0 0,0 0 1 0 0,0 1 0 0 0,0-1 0 0 0,1 0-1 0 0,-1 0 1 0 0,1 0 0 0 0,0 0 0 0 0,0 0 0 0 0,4 5-1 0 0,-4-7-44 0 0,1 0 0 0 0,-1-1 0 0 0,0 1 0 0 0,1 0 0 0 0,0-1 0 0 0,-1 0 0 0 0,1 0 0 0 0,0 1 0 0 0,0-2 0 0 0,-1 1 0 0 0,1 0 0 0 0,0 0 0 0 0,0-1 0 0 0,0 0 0 0 0,0 0 0 0 0,0 1 0 0 0,0-2 0 0 0,0 1 0 0 0,0 0 0 0 0,0-1 0 0 0,0 1 0 0 0,0-1 0 0 0,0 0 0 0 0,-1 0 0 0 0,1 0 0 0 0,0 0 0 0 0,4-3 0 0 0,1 0 10 0 0,0 0 0 0 0,0 0 0 0 0,0-1 0 0 0,-1-1 0 0 0,0 1 0 0 0,0-1 0 0 0,11-12 0 0 0,-15 13-3 0 0,0 1-1 0 0,-1-1 1 0 0,1 0-1 0 0,-1 0 1 0 0,0 0-1 0 0,-1 0 1 0 0,1 0 0 0 0,-1 0-1 0 0,0 0 1 0 0,-1-1-1 0 0,1 1 1 0 0,-1 0-1 0 0,0 0 1 0 0,0-1-1 0 0,-1 1 1 0 0,1 0-1 0 0,-1-1 1 0 0,0 1-1 0 0,-1 0 1 0 0,1 0-1 0 0,-1 0 1 0 0,-3-7-1 0 0,3 8 1 0 0,1 0 0 0 0,-1 0-1 0 0,0 0 1 0 0,0 1 0 0 0,-1-1 0 0 0,1 1-1 0 0,-1-1 1 0 0,0 1 0 0 0,0 0-1 0 0,0 0 1 0 0,0 0 0 0 0,0 0-1 0 0,0 1 1 0 0,-1-1 0 0 0,0 1-1 0 0,1 0 1 0 0,-1 0 0 0 0,0 0 0 0 0,0 0-1 0 0,0 1 1 0 0,0 0 0 0 0,0-1-1 0 0,0 2 1 0 0,-1-1 0 0 0,1 0-1 0 0,0 1 1 0 0,0 0 0 0 0,-6 0-1 0 0,7 1 32 0 0,0 0-1 0 0,-1 0 0 0 0,1 0 1 0 0,0 1-1 0 0,0-1 0 0 0,0 1 1 0 0,0 0-1 0 0,0 0 0 0 0,0 0 1 0 0,0 0-1 0 0,1 0 0 0 0,-1 1 1 0 0,1-1-1 0 0,-1 1 0 0 0,1-1 0 0 0,0 1 1 0 0,0 0-1 0 0,0 0 0 0 0,1 0 1 0 0,-1 0-1 0 0,1 1 0 0 0,0-1 1 0 0,-1 0-1 0 0,1 0 0 0 0,1 1 1 0 0,-2 4-1 0 0,2-5-49 0 0,-1 0 0 0 0,1 0 0 0 0,-1 0 1 0 0,1 0-1 0 0,0 0 0 0 0,0 0 0 0 0,0 0 0 0 0,1 0 0 0 0,-1-1 0 0 0,1 1 1 0 0,-1 0-1 0 0,1 0 0 0 0,0 0 0 0 0,0-1 0 0 0,1 1 0 0 0,-1 0 0 0 0,0-1 1 0 0,1 1-1 0 0,-1-1 0 0 0,1 1 0 0 0,0-1 0 0 0,0 0 0 0 0,0 0 0 0 0,0 0 1 0 0,0 0-1 0 0,1 0 0 0 0,-1 0 0 0 0,1-1 0 0 0,-1 1 0 0 0,1-1 0 0 0,4 2 1 0 0,-2-1 6 0 0,-1-1 1 0 0,1 0 0 0 0,0-1 0 0 0,-1 1-1 0 0,1-1 1 0 0,0 0 0 0 0,0 0 0 0 0,0 0 0 0 0,-1-1-1 0 0,1 1 1 0 0,0-1 0 0 0,-1 0 0 0 0,1-1-1 0 0,0 1 1 0 0,-1-1 0 0 0,5-2 0 0 0,-7 3 0 0 0,0-1 1 0 0,0 1 0 0 0,0 0 0 0 0,-1 0-1 0 0,1-1 1 0 0,-1 1 0 0 0,1-1-1 0 0,-1 1 1 0 0,1-1 0 0 0,-1 0 0 0 0,0 0-1 0 0,0 1 1 0 0,0-1 0 0 0,0 0-1 0 0,0 0 1 0 0,0 0 0 0 0,-1 0 0 0 0,1 0-1 0 0,-1 0 1 0 0,1 0 0 0 0,-1 0-1 0 0,0 0 1 0 0,0-1 0 0 0,0 1 0 0 0,0 0-1 0 0,0 0 1 0 0,0 0 0 0 0,0 0-1 0 0,-1 0 1 0 0,1 0 0 0 0,-1 0 0 0 0,0 0-1 0 0,1 0 1 0 0,-1 0 0 0 0,0 0 0 0 0,0 0-1 0 0,0 0 1 0 0,-2-2 0 0 0,-1-2 3 0 0,0 1 1 0 0,0-1-1 0 0,0 1 0 0 0,-1-1 1 0 0,1 1-1 0 0,-2 0 1 0 0,1 1-1 0 0,0 0 1 0 0,-1-1-1 0 0,0 2 1 0 0,0-1-1 0 0,0 1 0 0 0,0 0 1 0 0,0 0-1 0 0,-1 0 1 0 0,1 1-1 0 0,-10-2 1 0 0,11 3-3 0 0,1 0 1 0 0,-1 1 0 0 0,1 0 0 0 0,-1-1-1 0 0,1 2 1 0 0,-1-1 0 0 0,1 0 0 0 0,0 1-1 0 0,-1 0 1 0 0,1 0 0 0 0,-1 0 0 0 0,1 1 0 0 0,0-1-1 0 0,0 1 1 0 0,0 0 0 0 0,0 0 0 0 0,0 1-1 0 0,0-1 1 0 0,1 1 0 0 0,-1 0 0 0 0,1-1-1 0 0,0 2 1 0 0,-1-1 0 0 0,1 0 0 0 0,1 1-1 0 0,-1-1 1 0 0,1 1 0 0 0,-3 4 0 0 0,3-6-8 0 0,1 0 0 0 0,0 0 0 0 0,-1 0 0 0 0,1 1 1 0 0,0-1-1 0 0,0 0 0 0 0,0 1 0 0 0,1-1 0 0 0,-1 0 0 0 0,0 1 1 0 0,1-1-1 0 0,0 1 0 0 0,-1-1 0 0 0,1 1 0 0 0,0-1 1 0 0,0 1-1 0 0,1-1 0 0 0,-1 1 0 0 0,0-1 0 0 0,1 1 0 0 0,0-1 1 0 0,-1 1-1 0 0,1-1 0 0 0,0 0 0 0 0,0 1 0 0 0,0-1 0 0 0,1 0 1 0 0,-1 0-1 0 0,0 0 0 0 0,1 0 0 0 0,0 0 0 0 0,-1 0 1 0 0,1 0-1 0 0,0 0 0 0 0,0-1 0 0 0,0 1 0 0 0,0-1 0 0 0,4 3 1 0 0,1-1-11 0 0,0 0 1 0 0,-1 0-1 0 0,1-1 1 0 0,0 0-1 0 0,0 0 1 0 0,0-1-1 0 0,0 1 1 0 0,1-2-1 0 0,-1 1 1 0 0,0-1 0 0 0,0 0-1 0 0,11-2 1 0 0,-11 1 8 0 0,-1 0 0 0 0,1-1 0 0 0,0 0 0 0 0,0-1 0 0 0,8-4 0 0 0,-12 6 2 0 0,0-1 1 0 0,-1 1-1 0 0,1-1 1 0 0,0 0-1 0 0,-1 0 1 0 0,0 0-1 0 0,1 0 1 0 0,-1-1-1 0 0,0 1 1 0 0,0 0-1 0 0,0-1 1 0 0,0 0 0 0 0,-1 1-1 0 0,3-4 1 0 0,-4 4 14 0 0,0 1 1 0 0,0 0 0 0 0,0-1 0 0 0,0 1-1 0 0,0-1 1 0 0,0 1 0 0 0,0 0 0 0 0,0-1-1 0 0,0 1 1 0 0,-1 0 0 0 0,1-1 0 0 0,-1 1-1 0 0,1 0 1 0 0,-1 0 0 0 0,1-1 0 0 0,-1 1-1 0 0,0 0 1 0 0,1 0 0 0 0,-1 0 0 0 0,0 0-1 0 0,0 0 1 0 0,0 0 0 0 0,0 0 0 0 0,0 0-1 0 0,0 0 1 0 0,0 0 0 0 0,0 0 0 0 0,0 1-1 0 0,-1-1 1 0 0,1 1 0 0 0,0-1 0 0 0,-3 0-1 0 0,-2-2 102 0 0,1 1-1 0 0,-1 0 0 0 0,0 0 0 0 0,0 0 1 0 0,0 1-1 0 0,-6-1 0 0 0,4 1 123 0 0,0 1 1 0 0,0 0-1 0 0,0 1 0 0 0,0 0 1 0 0,0 0-1 0 0,0 1 0 0 0,0 0 0 0 0,1 0 1 0 0,-1 1-1 0 0,1 0 0 0 0,-9 5 1 0 0,11-6-283 0 0,1 1 1 0 0,-1 0 0 0 0,1 0 0 0 0,0 1 0 0 0,0-1 0 0 0,0 1-1 0 0,0 0 1 0 0,1 0 0 0 0,-1 0 0 0 0,1 0 0 0 0,0 1 0 0 0,1-1-1 0 0,-1 1 1 0 0,1 0 0 0 0,-1 0 0 0 0,1 0 0 0 0,-2 9 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0.9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131 195 6913 0 0,'-1'-12'409'0'0,"0"1"0"0"0,1-1 0 0 0,2-15 0 0 0,-1-25 1161 0 0,-2 39-952 0 0,1 8-162 0 0,0-1 1 0 0,0 1-1 0 0,-1 0 0 0 0,1 0 0 0 0,-1 0 0 0 0,-1 0 1 0 0,1 0-1 0 0,-1 0 0 0 0,0 0 0 0 0,-4-8 0 0 0,6 13-393 0 0,-1-1-1 0 0,0 1 1 0 0,1-1-1 0 0,-1 1 1 0 0,1 0-1 0 0,-1 0 1 0 0,0-1-1 0 0,1 1 1 0 0,-1 0-1 0 0,0 0 1 0 0,1 0-1 0 0,-1 0 1 0 0,0-1-1 0 0,1 1 1 0 0,-1 0-1 0 0,0 0 1 0 0,1 0-1 0 0,-1 1 1 0 0,0-1-1 0 0,1 0 1 0 0,-1 0-1 0 0,0 0 1 0 0,1 0-1 0 0,-1 1 1 0 0,0-1-1 0 0,1 0 1 0 0,-1 1-1 0 0,1-1 1 0 0,-1 0-1 0 0,1 1 1 0 0,-1-1-1 0 0,0 1 1 0 0,1-1-1 0 0,0 1 1 0 0,-1-1-1 0 0,1 1 1 0 0,-1-1-1 0 0,0 2 1 0 0,-16 21 436 0 0,4 2-492 0 0,2 0 1 0 0,1 0-1 0 0,0 1 1 0 0,2 1-1 0 0,2 0 1 0 0,0 0-1 0 0,1 0 1 0 0,2 0-1 0 0,1 1 1 0 0,1-1-1 0 0,5 50 1 0 0,-2-60-94 0 0,1 0 0 0 0,1 0 0 0 0,1 0 0 0 0,0-1 0 0 0,1 0-1 0 0,0 0 1 0 0,2 0 0 0 0,15 24 0 0 0,-15-29-87 0 0,0 0 0 0 0,1-1-1 0 0,0 0 1 0 0,1 0 0 0 0,0-1-1 0 0,0-1 1 0 0,1 0 0 0 0,0 0-1 0 0,1-1 1 0 0,-1 0 0 0 0,1-1-1 0 0,14 5 1 0 0,-18-8-14 0 0,0-1 1 0 0,0 0-1 0 0,0 0 1 0 0,0-1-1 0 0,1 0 0 0 0,-1 0 1 0 0,0-1-1 0 0,1 0 1 0 0,-1 0-1 0 0,0-1 0 0 0,0 0 1 0 0,1-1-1 0 0,12-4 1 0 0,-18 5 216 0 0,1 0 0 0 0,-1-1 0 0 0,0 1 0 0 0,0-1 0 0 0,0 0 0 0 0,0 0 0 0 0,0 0 0 0 0,0 0 0 0 0,0 0 0 0 0,-1-1 0 0 0,1 1 0 0 0,-1-1 0 0 0,0 1 0 0 0,0-1 0 0 0,0 0 0 0 0,0 0 0 0 0,0 0 0 0 0,0-1 0 0 0,-1 1 0 0 0,0 0 0 0 0,1 0 0 0 0,-1-1 0 0 0,0 1 0 0 0,-1-1 0 0 0,1 1 0 0 0,-1-1 0 0 0,1 1 0 0 0,-1-1 0 0 0,0 1 0 0 0,-1-1 0 0 0,1 1 0 0 0,0-1 0 0 0,-1 1 0 0 0,-1-5 0 0 0,0 0 40 0 0,-1 0 1 0 0,1 0-1 0 0,-1 1 0 0 0,-1-1 0 0 0,0 1 0 0 0,0 0 0 0 0,0 0 0 0 0,-1 0 0 0 0,0 1 1 0 0,-11-12-1 0 0,-5-2-83 0 0,-43-30 0 0 0,-4-3-30 0 0,67 52 42 0 0,0 0 0 0 0,0 0 1 0 0,0 0-1 0 0,0 0 0 0 0,0 0 0 0 0,1 0 0 0 0,-1 0 0 0 0,0 0 1 0 0,0-1-1 0 0,1 1 0 0 0,-1 0 0 0 0,1 0 0 0 0,-1-1 0 0 0,1 1 0 0 0,-1-1 1 0 0,1 1-1 0 0,0 0 0 0 0,0-1 0 0 0,-1 1 0 0 0,1-1 0 0 0,0 1 1 0 0,1 0-1 0 0,-1-1 0 0 0,0 1 0 0 0,1-2 0 0 0,0 0-1 0 0,0 0 0 0 0,0 0-1 0 0,1 0 1 0 0,0 1 0 0 0,-1-1 0 0 0,1 0-1 0 0,0 1 1 0 0,0 0 0 0 0,1-1-1 0 0,4-3 1 0 0,6-3-5 0 0,0 0 0 0 0,0 1-1 0 0,22-10 1 0 0,-13 8 22 0 0,1 1 1 0 0,0 2-1 0 0,0 0 0 0 0,0 2 0 0 0,1 0 0 0 0,0 2 1 0 0,0 0-1 0 0,0 2 0 0 0,27 1 0 0 0,-44 1-11 0 0,-1 0 1 0 0,1 0-1 0 0,-1 1 0 0 0,0 0 1 0 0,1 0-1 0 0,-1 0 0 0 0,0 1 0 0 0,0 0 1 0 0,0 0-1 0 0,-1 0 0 0 0,1 1 0 0 0,-1 0 1 0 0,0 0-1 0 0,0 1 0 0 0,0-1 0 0 0,0 1 1 0 0,-1 0-1 0 0,0 0 0 0 0,0 0 0 0 0,0 1 1 0 0,-1 0-1 0 0,6 11 0 0 0,2 9 491 0 0,-1 2 0 0 0,-1-1 0 0 0,10 56-1 0 0,-12-52 302 0 0,-3-10-451 0 0,-1 1 1 0 0,0-1 0 0 0,-2 1-1 0 0,0-1 1 0 0,-4 35 0 0 0,1-45-620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1.7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233 128 3225 0 0,'7'-24'1161'0'0,"7"-28"1492"0"0,-13 49-2391 0 0,-1 1-1 0 0,1-1 1 0 0,-1 1-1 0 0,0 0 1 0 0,0-1-1 0 0,0 1 1 0 0,-1-1-1 0 0,1 1 1 0 0,0-1-1 0 0,-1 1 1 0 0,0-1-1 0 0,1 1 1 0 0,-1 0-1 0 0,0-1 1 0 0,0 1-1 0 0,-1 0 1 0 0,0-2 0 0 0,1 3-143 0 0,1 0 1 0 0,-1 1-1 0 0,0-1 1 0 0,1 1 0 0 0,-1 0-1 0 0,1-1 1 0 0,-1 1 0 0 0,0-1-1 0 0,1 1 1 0 0,-1 0 0 0 0,0 0-1 0 0,1-1 1 0 0,-1 1 0 0 0,0 0-1 0 0,0 0 1 0 0,1 0-1 0 0,-1 0 1 0 0,0 0 0 0 0,0 0-1 0 0,1 0 1 0 0,-1 0 0 0 0,0 0-1 0 0,0 0 1 0 0,-1 0 0 0 0,-21 12 1525 0 0,-15 23 33 0 0,37-34-1607 0 0,-24 26 270 0 0,1 1 1 0 0,-27 40-1 0 0,41-52-243 0 0,1 0 1 0 0,0 0-1 0 0,1 1 0 0 0,1 0 1 0 0,0 0-1 0 0,-6 29 0 0 0,13-43-123 0 0,-1-1 0 0 0,1 1 1 0 0,0 0-1 0 0,0 0 0 0 0,0 0 0 0 0,0 0 0 0 0,0 0 0 0 0,1 0 0 0 0,-1 0 0 0 0,1 0 1 0 0,0 0-1 0 0,0 0 0 0 0,0-1 0 0 0,0 1 0 0 0,0 0 0 0 0,1-1 0 0 0,-1 1 0 0 0,1-1 1 0 0,0 1-1 0 0,-1-1 0 0 0,1 0 0 0 0,0 0 0 0 0,1 0 0 0 0,-1 0 0 0 0,0 0 0 0 0,1 0 1 0 0,-1 0-1 0 0,1-1 0 0 0,-1 1 0 0 0,1-1 0 0 0,-1 0 0 0 0,1 0 0 0 0,0 0 0 0 0,4 1 0 0 0,10 3-207 0 0,1-1 0 0 0,0-1 0 0 0,0 0 0 0 0,24 0 0 0 0,-32-2 179 0 0,30 0-138 0 0,-16 0-52 0 0,0 0 0 0 0,35 7 0 0 0,-53-7 218 0 0,-1 1 0 0 0,0-1 0 0 0,1 1-1 0 0,-1 0 1 0 0,0 0 0 0 0,0 0 0 0 0,0 1 0 0 0,0 0-1 0 0,-1 0 1 0 0,1 0 0 0 0,-1 0 0 0 0,0 1-1 0 0,0-1 1 0 0,0 1 0 0 0,0 1 0 0 0,4 4 0 0 0,-7-6 60 0 0,0 0 0 0 0,0 0 0 0 0,0 1 0 0 0,0-1 0 0 0,0 0 0 0 0,-1 0 0 0 0,1 1 0 0 0,-1-1 0 0 0,0 0 0 0 0,0 1 0 0 0,0-1 0 0 0,0 0 0 0 0,-1 1 0 0 0,1-1 0 0 0,-1 0 0 0 0,0 0 0 0 0,0 0 0 0 0,0 1 0 0 0,0-1 0 0 0,-1 0 0 0 0,1 0 0 0 0,-1-1 1 0 0,0 1-1 0 0,0 0 0 0 0,0 0 0 0 0,-3 2 0 0 0,-7 10 288 0 0,0-1 1 0 0,-1-1-1 0 0,-18 14 1 0 0,6-5 545 0 0,-45 28 1 0 0,61-44-1049 0 0,-1-1 0 0 0,1 0-1 0 0,-1 0 1 0 0,-1-1 0 0 0,1 0 0 0 0,-1-1 0 0 0,1 0 0 0 0,-19 3 0 0 0,12-7-6573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2.4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1 275 10594 0 0,'2'0'91'0'0,"0"1"0"0"0,0-1-1 0 0,0 0 1 0 0,-1 0 0 0 0,1 0-1 0 0,0 0 1 0 0,0 0 0 0 0,0-1-1 0 0,0 1 1 0 0,0-1 0 0 0,0 1-1 0 0,-1-1 1 0 0,1 1 0 0 0,0-1-1 0 0,0 0 1 0 0,1-1 0 0 0,3-1 464 0 0,56-22 2186 0 0,-2-3 0 0 0,103-63 0 0 0,-32 15-2266 0 0,-69 46-2507 0 0,-19 15-2901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3.3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69 1 5529 0 0,'-9'2'229'0'0,"-27"8"3498"0"0,34-10-3454 0 0,1 1-1 0 0,0-1 1 0 0,-1 1 0 0 0,1-1-1 0 0,0 1 1 0 0,-1 0 0 0 0,1 0-1 0 0,0-1 1 0 0,0 1 0 0 0,0 0-1 0 0,0 0 1 0 0,0 0 0 0 0,0 0-1 0 0,0 0 1 0 0,0 1 0 0 0,0-1 0 0 0,0 0-1 0 0,1 0 1 0 0,-1 1 0 0 0,0 0-1 0 0,2 1-3 0 0,0 0 0 0 0,0 0 0 0 0,0 0 0 0 0,0 0 0 0 0,0 0 0 0 0,1-1 0 0 0,0 1 0 0 0,-1-1 0 0 0,1 1 0 0 0,0-1 0 0 0,0 0 0 0 0,0 1 0 0 0,5 2 0 0 0,4 7 374 0 0,19 29-31 0 0,-3 2 1 0 0,-1 1-1 0 0,-2 1 0 0 0,32 86 0 0 0,43 201-1387 0 0,-97-326 203 0 0,4 18-107 0 0,0-8-5961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3.7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131 73 1808 0 0,'-64'10'236'0'0,"30"-12"1552"0"0,7-7 3454 0 0,26 9-5115 0 0,1 0-1 0 0,0 0 1 0 0,-1-1 0 0 0,1 1 0 0 0,0 0-1 0 0,-1 0 1 0 0,1-1 0 0 0,0 1-1 0 0,-1 0 1 0 0,1-1 0 0 0,0 1 0 0 0,0 0-1 0 0,-1-1 1 0 0,1 1 0 0 0,0 0 0 0 0,0-1-1 0 0,0 1 1 0 0,0 0 0 0 0,-1-1-1 0 0,1 1 1 0 0,0-1 0 0 0,0 1 0 0 0,0 0-1 0 0,0-1 1 0 0,0 1 0 0 0,0-1-1 0 0,0 1 1 0 0,0 0 0 0 0,0-1 0 0 0,0 1-1 0 0,0-1 1 0 0,0 1 0 0 0,0 0 0 0 0,1-1-1 0 0,-1 0 1 0 0,13-14 1987 0 0,20-5-378 0 0,-15 14-1549 0 0,-1 1-1 0 0,1 1 1 0 0,0 1-1 0 0,1 0 1 0 0,-1 2-1 0 0,0 0 1 0 0,1 1-1 0 0,-1 0 1 0 0,0 2-1 0 0,1 0 1 0 0,22 6-1 0 0,-30-5-198 0 0,1 1 1 0 0,0 0-1 0 0,-1 1 0 0 0,0 1 1 0 0,0-1-1 0 0,0 1 0 0 0,-1 1 0 0 0,0 0 1 0 0,0 1-1 0 0,0 0 0 0 0,-1 0 0 0 0,-1 1 1 0 0,1 0-1 0 0,13 20 0 0 0,-17-21 3 0 0,0 1 0 0 0,0 0-1 0 0,-1 0 1 0 0,0 0 0 0 0,-1 0 0 0 0,0 1-1 0 0,0-1 1 0 0,-1 1 0 0 0,0 0 0 0 0,-1 0-1 0 0,0 0 1 0 0,0 0 0 0 0,-1-1-1 0 0,-1 1 1 0 0,1 0 0 0 0,-2 0 0 0 0,1 0-1 0 0,-6 17 1 0 0,0-8 110 0 0,0-1 1 0 0,-2 0-1 0 0,0 0 1 0 0,0-1-1 0 0,-20 25 0 0 0,21-30-31 0 0,-2-1 0 0 0,1 0 0 0 0,-2-1 0 0 0,1 0 0 0 0,-1-1 0 0 0,-1 0 0 0 0,1-1 0 0 0,-19 10 0 0 0,17-16-2725 0 0,14-4 1656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4.0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0 3177 0 0,'-6'6'136'0'0,"2"-4"40"0"0,1 0-176 0 0,2-1 0 0 0,1 0 0 0 0,-1 1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35.1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306 1292 5465 0 0,'7'13'28'0'0,"-6"-12"-26"0"0,0 0 1 0 0,0 0-1 0 0,0-1 0 0 0,0 1 0 0 0,-1 0 0 0 0,1 0 0 0 0,0 0 0 0 0,-1 0 0 0 0,1 0 0 0 0,-1 0 1 0 0,1 1-1 0 0,-1-1 0 0 0,1 0 0 0 0,-1 0 0 0 0,0 0 0 0 0,0 2 0 0 0,-2 9 1617 0 0,-5-27 1970 0 0,-4-32 1897 0 0,-4-56-3017 0 0,-14-72-277 0 0,-59-229-1057 0 0,52 240-783 0 0,-33-127-537 0 0,63 271 155 0 0,-1 1 1 0 0,-1 0-1 0 0,-12-21 0 0 0,-5 1-7443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35.7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552 601 1840 0 0,'-536'101'5586'0'0,"520"-100"-2909"0"0,45-9-85 0 0,-5 1-2558 0 0,451-119 1635 0 0,-242 72-1421 0 0,-71 14-177 0 0,217-59 93 0 0,-216 54-81 0 0,202-64 228 0 0,231-68 1090 0 0,-560 166-1211 0 0,0 3 0 0 0,1 1 0 0 0,74-5 0 0 0,-110 12-190 0 0,-1 0 0 0 0,0 0-1 0 0,0 0 1 0 0,0 0 0 0 0,1 0 0 0 0,-1 0 0 0 0,0 0 0 0 0,0 0 0 0 0,0 1 0 0 0,0-1 0 0 0,1 0 0 0 0,-1 0-1 0 0,0 0 1 0 0,0 0 0 0 0,0 0 0 0 0,1 0 0 0 0,-1 0 0 0 0,0 1 0 0 0,0-1 0 0 0,0 0 0 0 0,0 0 0 0 0,0 0-1 0 0,0 0 1 0 0,1 1 0 0 0,-1-1 0 0 0,0 0 0 0 0,0 0 0 0 0,0 0 0 0 0,0 0 0 0 0,0 1 0 0 0,0-1 0 0 0,0 0 0 0 0,0 0-1 0 0,0 0 1 0 0,0 1 0 0 0,0-1 0 0 0,0 0 0 0 0,0 0 0 0 0,0 0 0 0 0,0 1 0 0 0,0-1 0 0 0,0 0 0 0 0,0 0-1 0 0,0 0 1 0 0,0 1 0 0 0,0-1 0 0 0,0 0 0 0 0,-1 0 0 0 0,-7 17-134 0 0,-14 15-1543 0 0,21-31 1474 0 0,-14 18-5380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37.2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3681 0 0,'4'12'455'0'0,"0"-1"0"0"0,-1 0 0 0 0,0 1 0 0 0,2 13 0 0 0,2 11 536 0 0,21 67 1343 0 0,31 136 560 0 0,-54-210-2954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0.4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0 281 456 0 0,'0'-2'20'0'0,"2"1"58"0"0,-1-1-1 0 0,1 0 0 0 0,0 0 1 0 0,0 1-1 0 0,0-1 1 0 0,1 1-1 0 0,-1 0 0 0 0,0 0 1 0 0,0-1-1 0 0,1 1 1 0 0,-1 1-1 0 0,0-1 0 0 0,1 0 1 0 0,2 0-1 0 0,4-2 118 0 0,11-5 101 0 0,0 1 0 0 0,0 1 0 0 0,0 0 0 0 0,26-2-1 0 0,88-5 1169 0 0,-40 5-598 0 0,177-6 81 0 0,-184 12-469 0 0,-41-1-304 0 0,-1-1 1 0 0,1-3 0 0 0,44-12-1 0 0,129-48 1643 0 0,-185 56-1368 0 0,169-46 1793 0 0,-176 51-1850 0 0,1 2 0 0 0,-1 0 0 0 0,1 2 0 0 0,0 1-1 0 0,45 5 1 0 0,-72-4-420 0 0,1 0 0 0 0,-1 0-1 0 0,1 0 1 0 0,-1 1 0 0 0,0-1 0 0 0,1 1 0 0 0,-1-1-1 0 0,1 0 1 0 0,-1 1 0 0 0,0 0 0 0 0,1-1-1 0 0,-1 1 1 0 0,0 0 0 0 0,0 0 0 0 0,0 0-1 0 0,0 0 1 0 0,0 0 0 0 0,0 0 0 0 0,0 0 0 0 0,0 0-1 0 0,0 0 1 0 0,0 0 0 0 0,0 1 0 0 0,-1-1-1 0 0,1 0 1 0 0,0 0 0 0 0,-1 1 0 0 0,1-1-1 0 0,-1 1 1 0 0,0-1 0 0 0,1 0 0 0 0,-1 1 0 0 0,0-1-1 0 0,0 1 1 0 0,0-1 0 0 0,0 1 0 0 0,0-1-1 0 0,0 0 1 0 0,0 1 0 0 0,0-1 0 0 0,-2 3 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8.5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168 1 4145 0 0,'-10'5'712'0'0,"1"1"1"0"0,0 0-1 0 0,0 0 1 0 0,1 1-1 0 0,0 0 1 0 0,0 0-1 0 0,-12 15 1 0 0,12-12-138 0 0,5-7-325 0 0,-1 0 1 0 0,1 0 0 0 0,0 1 0 0 0,1-1 0 0 0,-1 1-1 0 0,0 0 1 0 0,-3 8 0 0 0,6-11-182 0 0,0 0 0 0 0,0 0-1 0 0,0 0 1 0 0,0 1 0 0 0,0-1 0 0 0,1 0-1 0 0,-1 0 1 0 0,0 0 0 0 0,1 0-1 0 0,-1 1 1 0 0,0-1 0 0 0,1 0 0 0 0,-1 0-1 0 0,1 0 1 0 0,0 0 0 0 0,-1 0 0 0 0,1 0-1 0 0,0 0 1 0 0,0 0 0 0 0,-1-1 0 0 0,1 1-1 0 0,0 0 1 0 0,0 0 0 0 0,0-1 0 0 0,0 1-1 0 0,0 0 1 0 0,0-1 0 0 0,0 1-1 0 0,0-1 1 0 0,0 1 0 0 0,1-1 0 0 0,-1 0-1 0 0,2 1 1 0 0,12 5 208 0 0,0 0 0 0 0,1-1 0 0 0,0-1 0 0 0,0 0-1 0 0,0-2 1 0 0,0 1 0 0 0,0-2 0 0 0,1 0 0 0 0,-1-1 0 0 0,0-1-1 0 0,27-4 1 0 0,-36 4-270 0 0,-2 0-17 0 0,1 1-1 0 0,-1-1 0 0 0,0 1 0 0 0,1 0 0 0 0,6 1 0 0 0,-11-1 9 0 0,0 1 0 0 0,-1-1 0 0 0,1 0 0 0 0,-1 0-1 0 0,1 0 1 0 0,-1 1 0 0 0,1-1 0 0 0,-1 0 0 0 0,1 0 0 0 0,-1 1 0 0 0,1-1 0 0 0,-1 0 0 0 0,1 1-1 0 0,-1-1 1 0 0,1 1 0 0 0,-1-1 0 0 0,0 1 0 0 0,1-1 0 0 0,-1 1 0 0 0,0-1 0 0 0,1 1-1 0 0,-1 0 1 0 0,0 0 1 0 0,0 0 0 0 0,0 0-1 0 0,0 0 1 0 0,0 1 0 0 0,0-1-1 0 0,0 0 1 0 0,0 0 0 0 0,0 0-1 0 0,-1 0 1 0 0,1 0 0 0 0,0 0-1 0 0,-1 0 1 0 0,1 0 0 0 0,-1 0-1 0 0,0 0 1 0 0,0 2 0 0 0,-25 35 70 0 0,-1-2 1 0 0,-2 0-1 0 0,-46 43 0 0 0,-16 20 126 0 0,79-87-18 0 0,9-10-137 0 0,0 1 0 0 0,0 0 1 0 0,1 0-1 0 0,-1 0 0 0 0,1 0 0 0 0,-1 0 0 0 0,1 0 0 0 0,0 1 0 0 0,0-1 0 0 0,1 1 0 0 0,-1-1 1 0 0,1 1-1 0 0,-2 6 0 0 0,3-9-41 0 0,1 0 1 0 0,-1 0-1 0 0,0-1 1 0 0,1 1-1 0 0,-1 0 1 0 0,1 0-1 0 0,-1 0 1 0 0,1-1-1 0 0,0 1 1 0 0,-1 0-1 0 0,1-1 1 0 0,0 1-1 0 0,-1-1 1 0 0,1 1-1 0 0,0-1 1 0 0,0 1-1 0 0,0-1 0 0 0,-1 1 1 0 0,1-1-1 0 0,0 0 1 0 0,0 1-1 0 0,0-1 1 0 0,0 0-1 0 0,0 0 1 0 0,0 0-1 0 0,0 1 1 0 0,1-1-1 0 0,32 3-41 0 0,-30-3 40 0 0,45 0-26 0 0,-35-1 14 0 0,-1 0-1 0 0,1 2 1 0 0,0-1-1 0 0,-1 2 1 0 0,1 0-1 0 0,-1 0 1 0 0,19 7-1 0 0,-30-8 15 0 0,-1-1 0 0 0,0 1 0 0 0,0 0 0 0 0,1 0 0 0 0,-1-1 0 0 0,0 1 0 0 0,0 0 0 0 0,0 0-1 0 0,0 0 1 0 0,0 1 0 0 0,0-1 0 0 0,0 0 0 0 0,0 0 0 0 0,0 1 0 0 0,0-1 0 0 0,-1 0 0 0 0,1 1 0 0 0,-1-1 0 0 0,1 0 0 0 0,-1 1 0 0 0,1-1 0 0 0,-1 1 0 0 0,0-1 0 0 0,0 1-1 0 0,1-1 1 0 0,-1 1 0 0 0,0-1 0 0 0,-1 1 0 0 0,1-1 0 0 0,0 1 0 0 0,0-1 0 0 0,-1 1 0 0 0,1-1 0 0 0,-1 1 0 0 0,1-1 0 0 0,-1 0 0 0 0,1 1 0 0 0,-1-1 0 0 0,0 0 0 0 0,-1 3-1 0 0,-5 7 3 0 0,0 0 0 0 0,-1 0 0 0 0,-15 16 0 0 0,15-17 4 0 0,-91 99 132 0 0,54-62-53 0 0,-58 78 1 0 0,103-125-87 0 0,0 1 1 0 0,-1-1-1 0 0,1 0 1 0 0,0 1-1 0 0,0-1 0 0 0,-1 0 1 0 0,1 1-1 0 0,0-1 0 0 0,0 1 1 0 0,0-1-1 0 0,-1 1 1 0 0,1-1-1 0 0,0 0 0 0 0,0 1 1 0 0,0-1-1 0 0,0 1 0 0 0,0-1 1 0 0,0 1-1 0 0,0-1 0 0 0,0 1 1 0 0,0-1-1 0 0,0 0 1 0 0,0 1-1 0 0,1-1 0 0 0,-1 1 1 0 0,0-1-1 0 0,0 1 0 0 0,0-1 1 0 0,0 0-1 0 0,1 1 0 0 0,14 7-45 0 0,32-4-59 0 0,-30-4 84 0 0,27 6 21 0 0,0 0 3 0 0,65 16-1 0 0,-97-19-2 0 0,0 1 0 0 0,0 0 1 0 0,-1 1-1 0 0,0 0 0 0 0,0 1 1 0 0,-1 0-1 0 0,1 0 0 0 0,-1 1 1 0 0,0 1-1 0 0,11 11 0 0 0,-18-16 3 0 0,-1 0 0 0 0,1 1 0 0 0,-1-1 0 0 0,0 0 0 0 0,0 1 0 0 0,0-1 0 0 0,-1 1 0 0 0,1-1 0 0 0,-1 1-1 0 0,0 0 1 0 0,0 0 0 0 0,0-1 0 0 0,0 1 0 0 0,-1 0 0 0 0,1 0 0 0 0,-1 0 0 0 0,0 0 0 0 0,0 0 0 0 0,-1 0 0 0 0,1 0 0 0 0,-1 0 0 0 0,0-1 0 0 0,0 1 0 0 0,0 0 0 0 0,-1 0 0 0 0,-1 4-1 0 0,-6 9 15 0 0,0 0-1 0 0,-2-1 1 0 0,1 0-1 0 0,-17 18 1 0 0,-1 2-40 0 0,11-2-823 0 0,16-33 710 0 0,1-1 0 0 0,0 1-1 0 0,-1-1 1 0 0,1 1 0 0 0,0 0-1 0 0,0-1 1 0 0,0 1 0 0 0,-1-1-1 0 0,1 1 1 0 0,0 0 0 0 0,0-1-1 0 0,0 1 1 0 0,0 0-1 0 0,0-1 1 0 0,0 1 0 0 0,0 0-1 0 0,0-1 1 0 0,1 1 0 0 0,-1 0-1 0 0,0-1 1 0 0,0 1 0 0 0,0 0-1 0 0,1-1 1 0 0,-1 1 0 0 0,0-1-1 0 0,1 1 1 0 0,-1 0 0 0 0,0-1-1 0 0,1 1 1 0 0,-1-1 0 0 0,1 1-1 0 0,-1-1 1 0 0,1 0 0 0 0,-1 1-1 0 0,1-1 1 0 0,-1 1 0 0 0,1-1-1 0 0,0 0 1 0 0,-1 1 0 0 0,1-1-1 0 0,-1 0 1 0 0,1 0 0 0 0,0 0-1 0 0,-1 1 1 0 0,1-1-1 0 0,0 0 1 0 0,-1 0 0 0 0,1 0-1 0 0,0 0 1 0 0,0 0 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8.9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 2745 0 0,'11'-10'10869'0'0,"-10"10"-10699"0"0,1 0-1 0 0,0 0 1 0 0,0 0 0 0 0,-1 0 0 0 0,1 1 0 0 0,0-1 0 0 0,-1 1 0 0 0,1-1 0 0 0,0 1 0 0 0,-1-1 0 0 0,1 1 0 0 0,-1 0 0 0 0,1 0 0 0 0,-1 0 0 0 0,0 0 0 0 0,1 0-1 0 0,1 1 1 0 0,0 2 254 0 0,1 0-1 0 0,-1 0 0 0 0,0 0 0 0 0,-1 0 0 0 0,1 0 1 0 0,1 5-1 0 0,4 12-17 0 0,-1-1 0 0 0,-1 1 0 0 0,-1 1 1 0 0,-1-1-1 0 0,-1 1 0 0 0,1 27 0 0 0,5 30 33 0 0,24 101-419 0 0,67 206 0 0 0,-86-344-32 0 0,-7-23-32 0 0,0 0 1 0 0,-1 1 0 0 0,-1 0-1 0 0,-1 0 1 0 0,-1 1-1 0 0,0-1 1 0 0,-2 1 0 0 0,-1 28-1 0 0,0-40-754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9.3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0 3225 0 0,'-93'43'8538'0'0,"111"-43"-3919"0"0,14-1-3552 0 0,52-2 104 0 0,-1 4 0 0 0,144 20 0 0 0,42 2 600 0 0,-96-24-5735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9.6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8290 0 0,'34'12'5438'0'0,"-6"-3"-3474"0"0,-1 1-1 0 0,49 26 0 0 0,-49-20-1426 0 0,0 1-1 0 0,-2 2 1 0 0,0 0-1 0 0,39 40 1 0 0,-2 8-564 0 0,37 37 352 0 0,-82-89-957 0 0,1 0 0 0 0,0-1 0 0 0,0-1 0 0 0,25 13 0 0 0,-40-24 60 0 0,1 0 1 0 0,-1-1-1 0 0,1 0 1 0 0,-1 1-1 0 0,1-1 1 0 0,0-1-1 0 0,-1 1 1 0 0,9 0-1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9.8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342 9 2761 0 0,'-1'-1'300'0'0,"-1"0"1"0"0,1 1-1 0 0,0-1 1 0 0,-1 0-1 0 0,1 0 1 0 0,-1 1-1 0 0,0-1 1 0 0,1 0-1 0 0,-1 1 1 0 0,0 0-1 0 0,1-1 1 0 0,-1 1-1 0 0,0 0 1 0 0,1 0-1 0 0,-1 0 1 0 0,0 0-1 0 0,1 0 1 0 0,-1 0-1 0 0,0 1 1 0 0,1-1-1 0 0,-1 0 1 0 0,0 1-1 0 0,1 0 1 0 0,-1-1-1 0 0,1 1 1 0 0,-1 0-1 0 0,1 0 1 0 0,-1-1-1 0 0,1 1 1 0 0,-2 2-1 0 0,-2 0 410 0 0,-1 1 1 0 0,1 0-1 0 0,0 1 0 0 0,0-1 0 0 0,1 1 0 0 0,-7 8 1 0 0,-5 14 38 0 0,1 1 1 0 0,1 0 0 0 0,2 1 0 0 0,-11 36 0 0 0,0-2-313 0 0,-40 82 266 0 0,-15 38-938 0 0,72-166-230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1:30.0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3457 186 9218 0 0,'-6'-11'160'0'0,"-1"1"0"0"0,0 1 0 0 0,0-1 0 0 0,-1 1 0 0 0,0 0 0 0 0,-1 1 0 0 0,0 0 0 0 0,0 0 0 0 0,0 1 0 0 0,-1 0 0 0 0,-20-10 0 0 0,8 8-571 0 0,0 0-1 0 0,-1 1 1 0 0,0 2-1 0 0,-45-8 1 0 0,-37 1 54 0 0,-1 4 0 0 0,0 4-1 0 0,0 6 1 0 0,-110 14 0 0 0,-417 86 1028 0 0,-210 59 981 0 0,743-139-1297 0 0,1 4 0 0 0,-131 52 1 0 0,153-46 75 0 0,15-7 47 0 0,-71 38 1 0 0,113-51-423 0 0,0 2 0 0 0,1-1 0 0 0,1 2 0 0 0,0 1 1 0 0,1 0-1 0 0,1 1 0 0 0,-21 26 0 0 0,16-12-28 0 0,2 0-1 0 0,0 2 1 0 0,2 0-1 0 0,-18 48 1 0 0,-34 144-212 0 0,63-200 153 0 0,2 0 0 0 0,0 1 0 0 0,1 0 0 0 0,2-1 0 0 0,1 1 0 0 0,0 0 0 0 0,2 0 0 0 0,1 0 0 0 0,1-1 0 0 0,1 1 1 0 0,1-1-1 0 0,1 0 0 0 0,2-1 0 0 0,0 0 0 0 0,24 44 0 0 0,8 8-33 0 0,3-1 0 0 0,3-3 1 0 0,3-2-1 0 0,104 112 0 0 0,-110-141-17 0 0,1-1 0 0 0,58 36-1 0 0,107 56-174 0 0,-194-121 257 0 0,137 76-31 0 0,4-6-1 0 0,2-7 1 0 0,4-7-1 0 0,3-8 1 0 0,2-6-1 0 0,2-8 1 0 0,2-8-1 0 0,1-7 1 0 0,210 8-1 0 0,-182-32 343 0 0,1-9-1 0 0,-1-9 1 0 0,-1-9-1 0 0,294-69 1 0 0,-391 65-155 0 0,-2-4 0 0 0,-1-5 1 0 0,-2-4-1 0 0,-2-4 0 0 0,-1-4 1 0 0,88-61-1 0 0,-92 48 352 0 0,-3-4 0 0 0,-2-4-1 0 0,-4-3 1 0 0,114-127-1 0 0,-179 178-410 0 0,-1 0 0 0 0,-1-1 0 0 0,0-1-1 0 0,-2 0 1 0 0,-1-1 0 0 0,0-1-1 0 0,-2 0 1 0 0,0 0 0 0 0,-2-1-1 0 0,-1 0 1 0 0,-1 0 0 0 0,-1-1 0 0 0,-1 1-1 0 0,-1-1 1 0 0,-2 0 0 0 0,0 0-1 0 0,-2 0 1 0 0,-5-34 0 0 0,0 25-43 0 0,-2 1 0 0 0,-1 1 0 0 0,-2-1 0 0 0,-1 2 0 0 0,-2-1 0 0 0,0 2 0 0 0,-3 0 0 0 0,0 1-1 0 0,-2 0 1 0 0,-1 2 0 0 0,-2 0 0 0 0,0 1 0 0 0,-2 2 0 0 0,-1 0 0 0 0,-1 2 0 0 0,-1 0 0 0 0,-1 2 0 0 0,-40-23 0 0 0,-47-22-18 0 0,-129-54 1 0 0,-133-30-342 0 0,-531-153-2225 0 0,845 287 1459 0 0,0 2 0 0 0,-1 2 0 0 0,-87-3 1 0 0,85 14-3380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1:30.5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39 13363 0 0,'-40'-39'207'0'0,"61"64"-1221"0"0,0 0 1 0 0,18 31 0 0 0,7 9 845 0 0,236 259-1485 0 0,-204-239 1586 0 0,23 15 64 0 0,171 131 0 0 0,-114-102 217 0 0,175 141 1294 0 0,226 201 1417 0 0,216 261-1166 0 0,-447-422 356 0 0,-262-246-2164 0 0,119 88 1 0 0,-168-141-641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1:30.9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3631 112 17508 0 0,'-23'-28'1827'0'0,"-36"-40"-4464"0"0,56 66 2511 0 0,1 1-1 0 0,-1-1 0 0 0,0 0 1 0 0,1 1-1 0 0,-1 0 0 0 0,0-1 1 0 0,0 1-1 0 0,0 0 0 0 0,0 1 1 0 0,0-1-1 0 0,0 0 0 0 0,0 1 1 0 0,0 0-1 0 0,0-1 0 0 0,0 1 1 0 0,0 1-1 0 0,0-1 0 0 0,0 0 1 0 0,0 1-1 0 0,0-1 0 0 0,0 1 1 0 0,0 0-1 0 0,0 0 0 0 0,-3 2 1 0 0,-8 3-282 0 0,0 0 1 0 0,0 2 0 0 0,-18 12-1 0 0,26-16 237 0 0,-263 201-1460 0 0,17 22 1336 0 0,237-213 264 0 0,-566 554-359 0 0,425-411 591 0 0,-303 297-288 0 0,-110 96-66 0 0,385-384 20 0 0,-90 87-69 0 0,198-177 456 0 0,-217 235 3705 0 0,250-258-3349 0 0,1 1 0 0 0,4 2 0 0 0,1 2 0 0 0,-34 76 0 0 0,46-74-486 0 0,17-31-454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03.6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424 67 6913 0 0,'-335'-50'1465'0'0,"332"49"-1424"0"0,-42-5 742 0 0,43 5-683 0 0,-1 1 0 0 0,1 0 0 0 0,0 0 1 0 0,-1 0-1 0 0,1 0 0 0 0,-1 0 0 0 0,1 1 0 0 0,0-1 1 0 0,-1 1-1 0 0,1-1 0 0 0,0 1 0 0 0,0 0 0 0 0,-1 0 1 0 0,1 0-1 0 0,-3 2 0 0 0,5-2-46 0 0,0-1 0 0 0,0 1 0 0 0,0-1 0 0 0,0 1 0 0 0,0-1 0 0 0,0 1 1 0 0,1-1-1 0 0,-1 1 0 0 0,0-1 0 0 0,0 1 0 0 0,0-1 0 0 0,1 1 0 0 0,-1-1 0 0 0,0 0 0 0 0,1 1 0 0 0,-1-1 0 0 0,0 1 1 0 0,1-1-1 0 0,-1 0 0 0 0,0 1 0 0 0,1-1 0 0 0,-1 0 0 0 0,1 0 0 0 0,-1 1 0 0 0,0-1 0 0 0,1 0 0 0 0,-1 0 0 0 0,1 0 0 0 0,-1 1 1 0 0,1-1-1 0 0,-1 0 0 0 0,1 0 0 0 0,0 0 0 0 0,18 7 343 0 0,15 0-160 0 0,0-2 0 0 0,0-2 0 0 0,62-1 0 0 0,-25-2-71 0 0,1634 0 102 0 0,-283-12 536 0 0,-1167 16-795 0 0,910-12 110 0 0,-1007-1 158 0 0,419-13 1003 0 0,-539 24-1281 0 0,-25-1-241 0 0,0-1 0 0 0,0 0-1 0 0,-1-1 1 0 0,1 0 0 0 0,21-5 0 0 0,-22 5-2589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0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217 13 1376 0 0,'7'6'4871'0'0,"12"-16"-3681"0"0,-5 2 2366 0 0,-26 19-1206 0 0,-164 135 949 0 0,172-143-3287 0 0,-4 4 43 0 0,0 0-1 0 0,1 0 1 0 0,0 0-1 0 0,0 1 0 0 0,-5 9 1 0 0,11-16-49 0 0,0 0 0 0 0,0 1 0 0 0,1-1 1 0 0,-1 1-1 0 0,0-1 0 0 0,1 1 0 0 0,-1-1 0 0 0,1 1 0 0 0,-1-1 1 0 0,1 1-1 0 0,0-1 0 0 0,0 1 0 0 0,0-1 0 0 0,0 1 0 0 0,0 0 1 0 0,0-1-1 0 0,0 1 0 0 0,0-1 0 0 0,1 1 0 0 0,-1-1 0 0 0,0 1 1 0 0,1 0-1 0 0,0-1 0 0 0,-1 0 0 0 0,1 1 0 0 0,0-1 0 0 0,0 1 1 0 0,0-1-1 0 0,-1 0 0 0 0,2 0 0 0 0,-1 1 0 0 0,0-1 0 0 0,0 0 1 0 0,0 0-1 0 0,0 0 0 0 0,1 0 0 0 0,-1 0 0 0 0,0-1 1 0 0,3 2-1 0 0,8 4-17 0 0,0-1 0 0 0,0-1 0 0 0,1 0 0 0 0,-1 0 0 0 0,1-2 0 0 0,0 1 1 0 0,21 0-1 0 0,-16-1-23 0 0,1 1 0 0 0,34 9-1 0 0,-47-10 32 0 0,-1 0-1 0 0,1 0 1 0 0,-1 1-1 0 0,0 0 0 0 0,0 0 1 0 0,0 0-1 0 0,0 1 0 0 0,0 0 1 0 0,-1 0-1 0 0,0 0 1 0 0,0 0-1 0 0,0 0 0 0 0,5 8 1 0 0,-8-9 19 0 0,1 0 1 0 0,-1-1 0 0 0,0 1-1 0 0,0 0 1 0 0,0 0 0 0 0,-1 1-1 0 0,1-1 1 0 0,-1 0 0 0 0,0 0-1 0 0,0 0 1 0 0,0 0 0 0 0,0 0-1 0 0,0 0 1 0 0,-1 0 0 0 0,1 1-1 0 0,-1-1 1 0 0,0 0-1 0 0,0 0 1 0 0,0 0 0 0 0,0-1-1 0 0,0 1 1 0 0,-1 0 0 0 0,1 0-1 0 0,-1-1 1 0 0,0 1 0 0 0,0-1-1 0 0,-3 4 1 0 0,-8 9 130 0 0,0-1-1 0 0,0-1 0 0 0,-20 15 1 0 0,27-24-128 0 0,-19 17 81 0 0,-1-2 1 0 0,-45 23 0 0 0,44-28-2553 0 0,-35 12-1 0 0,55-24 2437 0 0,3 0 83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0.7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10138 0 0,'8'20'1065'0'0,"-2"1"0"0"0,0 0 1 0 0,-1 0-1 0 0,-1 0 0 0 0,-1 1 0 0 0,-1-1 0 0 0,-1 1 0 0 0,-3 34 0 0 0,1-6-4321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0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0 10138 0 0,'-5'4'448'0'0,"2"-2"96"0"0,1 0-440 0 0,1 0-104 0 0,1-1 0 0 0,1 1 256 0 0,1 0 25 0 0,-1 1 7 0 0,3 1 0 0 0,0 0-368 0 0,3-1-72 0 0,2 0-8 0 0,0-2-8 0 0,4 2 168 0 0,-2-2 0 0 0,-2 2 0 0 0,1 0 88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1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 7834 0 0,'-1'1'113'0'0,"1"0"0"0"0,-1 0 0 0 0,1 0 0 0 0,0 1 1 0 0,-1-1-1 0 0,1 0 0 0 0,0 0 0 0 0,0 1 0 0 0,0-1 1 0 0,0 0-1 0 0,0 0 0 0 0,0 1 0 0 0,0-1 0 0 0,0 0 0 0 0,0 0 1 0 0,0 1-1 0 0,1-1 0 0 0,0 1 0 0 0,9 31 1122 0 0,-5-19-287 0 0,47 196 5955 0 0,-9 3-5840 0 0,-27-127-2875 0 0,-10-60-2739 0 0,-1-1-1385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3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8754 0 0,'2'15'6986'0'0,"-1"-14"-6706"0"0,17 24 2041 0 0,-7-8-963 0 0,-2 0-672 0 0,-1 1 1 0 0,-1 0-1 0 0,7 27 0 0 0,2 24-4001 0 0,-10-44-456 0 0,-2-9-2833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6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0 9674 0 0,'-2'0'864'0'0,"1"0"-696"0"0,2 3 424 0 0,-1 0-280 0 0,2 0 1 0 0,-1 1-754 0 0,0 3-143 0 0,4 2-32 0 0,0 4-8 0 0,1 0 560 0 0,0 4 64 0 0,3 2 96 0 0,0 2-16 0 0,2 1-80 0 0,2 3 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8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17 5985 0 0,'0'0'83'0'0,"0"-1"1"0"0,0 1-1 0 0,0 0 0 0 0,1-1 0 0 0,-1 1 0 0 0,0-1 1 0 0,0 1-1 0 0,0-1 0 0 0,0 1 0 0 0,1 0 0 0 0,-1-1 1 0 0,0 1-1 0 0,0-1 0 0 0,0 1 0 0 0,0-1 0 0 0,0 1 1 0 0,0-1-1 0 0,0 1 0 0 0,-1 0 0 0 0,1-1 0 0 0,0 1 1 0 0,0-1-1 0 0,0 1 0 0 0,0-1 0 0 0,0 1 0 0 0,-1 0 1 0 0,1-1-1 0 0,0 1 0 0 0,0 0 0 0 0,-1-1 0 0 0,1 1 1 0 0,0-1-1 0 0,-1 1 0 0 0,1 0 0 0 0,0 0 0 0 0,-1-1 1 0 0,1 1-1 0 0,0 0 0 0 0,-1 0 0 0 0,1-1 0 0 0,-1 1 1 0 0,1 0-1 0 0,0 0 0 0 0,-1 0 0 0 0,1 0 0 0 0,-1 0 1 0 0,1 0-1 0 0,-1-1 0 0 0,1 1 0 0 0,0 0 0 0 0,-1 0 1 0 0,1 0-1 0 0,-1 0 0 0 0,1 1 0 0 0,-1-1 0 0 0,1 0 1 0 0,-1 0-1 0 0,1 0 0 0 0,0 0 0 0 0,-1 0 0 0 0,1 1 1 0 0,-1-1-1 0 0,-27 13 3884 0 0,22-8-3664 0 0,0 0-1 0 0,1 1 1 0 0,-1 0 0 0 0,1 0-1 0 0,0 0 1 0 0,1 1 0 0 0,0-1-1 0 0,0 1 1 0 0,0 0 0 0 0,1 1-1 0 0,0-1 1 0 0,0 0-1 0 0,1 1 1 0 0,0 0 0 0 0,0-1-1 0 0,1 1 1 0 0,-1 0 0 0 0,2 0-1 0 0,0 0 1 0 0,0 0 0 0 0,1 14-1 0 0,1-12-345 0 0,0-1-1 0 0,0 1 0 0 0,0 0 1 0 0,1-1-1 0 0,1 0 0 0 0,0 0 1 0 0,7 14-1 0 0,-6-16-548 0 0,0 1 1 0 0,0-1-1 0 0,1 0 1 0 0,0 0-1 0 0,0-1 1 0 0,1 0-1 0 0,-1 0 1 0 0,13 8-1 0 0,-1-4-5473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2.7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138 23 8754 0 0,'-4'-1'360'0'0,"1"0"1"0"0,-1 0-1 0 0,0 0 1 0 0,0 0-1 0 0,1 1 0 0 0,-1-1 1 0 0,0 1-1 0 0,0 0 1 0 0,0 0-1 0 0,0 0 1 0 0,1 1-1 0 0,-1 0 0 0 0,0-1 1 0 0,0 1-1 0 0,1 0 1 0 0,-1 1-1 0 0,-6 2 1 0 0,6-1-140 0 0,0 0 1 0 0,0 0 0 0 0,0 0 0 0 0,1 0-1 0 0,0 1 1 0 0,-1-1 0 0 0,1 1 0 0 0,0 0-1 0 0,1 0 1 0 0,-1 0 0 0 0,1 0 0 0 0,-3 8 0 0 0,1-2-92 0 0,0 1 1 0 0,1-1-1 0 0,0 1 1 0 0,1 0 0 0 0,1 0-1 0 0,0 0 1 0 0,0 0 0 0 0,1 0-1 0 0,0 0 1 0 0,1 1 0 0 0,3 15-1 0 0,-3-21-116 0 0,1-1-1 0 0,0 1 0 0 0,-1-1 1 0 0,2 1-1 0 0,-1-1 1 0 0,1 0-1 0 0,0 0 0 0 0,0 0 1 0 0,0 0-1 0 0,1-1 0 0 0,-1 1 1 0 0,1-1-1 0 0,0 0 1 0 0,1 0-1 0 0,-1 0 0 0 0,1 0 1 0 0,-1-1-1 0 0,9 4 1 0 0,-7-4 19 0 0,0-1 0 0 0,1 1 0 0 0,0-1 1 0 0,-1-1-1 0 0,1 1 0 0 0,0-1 0 0 0,0 0 1 0 0,0-1-1 0 0,0 0 0 0 0,0 0 1 0 0,0 0-1 0 0,-1-1 0 0 0,14-3 0 0 0,-13 3-11 0 0,0-1 0 0 0,0 0-1 0 0,0 0 1 0 0,0-1-1 0 0,0 0 1 0 0,-1 0 0 0 0,1-1-1 0 0,-1 0 1 0 0,0 0-1 0 0,0 0 1 0 0,0-1 0 0 0,-1 0-1 0 0,0 0 1 0 0,0 0-1 0 0,0-1 1 0 0,0 1 0 0 0,-1-1-1 0 0,0 0 1 0 0,0-1-1 0 0,-1 1 1 0 0,1-1 0 0 0,-1 1-1 0 0,-1-1 1 0 0,1 0-1 0 0,-1 0 1 0 0,-1-1 0 0 0,1 1-1 0 0,-1 0 1 0 0,0-11-1 0 0,-1 9-394 0 0,-1 1-1 0 0,0-1 1 0 0,0 1-1 0 0,-1-1 1 0 0,-1 1-1 0 0,1 0 1 0 0,-1 0-1 0 0,0 0 1 0 0,-1 0-1 0 0,0 0 0 0 0,0 1 1 0 0,-1 0-1 0 0,0 0 1 0 0,0 0-1 0 0,0 0 1 0 0,-1 1-1 0 0,0 0 1 0 0,0 0-1 0 0,-14-9 1 0 0,1 6-5495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3.1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91 7834 0 0,'1'0'41'0'0,"6"2"838"0"0,0 0 0 0 0,0 1 0 0 0,0 0 0 0 0,0 0 0 0 0,10 8-1 0 0,-14-9-765 0 0,-1 0-1 0 0,0 0 1 0 0,0 0-1 0 0,0 1 1 0 0,0-1-1 0 0,0 1 1 0 0,-1-1-1 0 0,1 1 1 0 0,-1 0-1 0 0,0 0 0 0 0,0-1 1 0 0,0 1-1 0 0,0 0 1 0 0,0 0-1 0 0,0 0 1 0 0,-1 0-1 0 0,1 4 1 0 0,-1 3 94 0 0,0 0 0 0 0,0-1 0 0 0,-1 1 0 0 0,-2 9 0 0 0,-1 24 141 0 0,33-79-412 0 0,3-14-11 0 0,-15 23 394 0 0,1 0 0 0 0,1 1 0 0 0,2 1 0 0 0,35-34 0 0 0,-55 57-217 0 0,1 1 0 0 0,0-1 0 0 0,-1 1 0 0 0,1 0 0 0 0,0-1 0 0 0,0 1 0 0 0,0 0 0 0 0,0 0 0 0 0,0 0 0 0 0,0 1 0 0 0,0-1 0 0 0,0 0 0 0 0,1 1 0 0 0,-1-1 0 0 0,0 1 0 0 0,0 0 0 0 0,0 0 0 0 0,1 0 0 0 0,2 0 0 0 0,-3 1-18 0 0,-1-1 0 0 0,1 1 1 0 0,0 0-1 0 0,0 0 0 0 0,-1 0 1 0 0,1 0-1 0 0,-1 1 0 0 0,1-1 1 0 0,-1 0-1 0 0,1 1 1 0 0,-1-1-1 0 0,0 1 0 0 0,0-1 1 0 0,0 1-1 0 0,0 0 0 0 0,0 0 1 0 0,0-1-1 0 0,0 1 0 0 0,0 0 1 0 0,-1 0-1 0 0,2 3 0 0 0,1 5 52 0 0,23 57 836 0 0,-23-62-1145 0 0,0 0 1 0 0,0 0-1 0 0,0-1 0 0 0,0 1 1 0 0,1-1-1 0 0,-1 0 1 0 0,1 0-1 0 0,0 0 1 0 0,1-1-1 0 0,8 7 1 0 0,6 0-7398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4.9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944 0 2304 0 0,'14'14'10187'0'0,"4"10"-8894"0"0,0 0-1 0 0,13 26 1 0 0,-8 5-937 0 0,-3 1-1 0 0,-2 0 1 0 0,17 100 0 0 0,-30-121-355 0 0,-1 1 0 0 0,-2 0 0 0 0,-2 0 0 0 0,-1 0 0 0 0,-2 0 0 0 0,-11 52 0 0 0,-3-10-7 0 0,-51 138 1 0 0,52-179 41 0 0,-1 0-1 0 0,-2 0 1 0 0,-37 53 0 0 0,12-30 62 0 0,-56 59 1 0 0,67-86 206 0 0,-2-1 0 0 0,-1-1 1 0 0,-1-3-1 0 0,-2 0 0 0 0,0-3 0 0 0,-2-1 1 0 0,-1-2-1 0 0,-1-2 0 0 0,-53 17 1 0 0,-92 41 579 0 0,63-25-554 0 0,102-42-2988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8.0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327 0 2761 0 0,'-13'5'2716'0'0,"-16"13"-2368"0"0,12-5 12 0 0,0 2 0 0 0,1 0 0 0 0,1 2 0 0 0,-23 29-1 0 0,-45 78 626 0 0,77-115-946 0 0,1 0 0 0 0,0 0 1 0 0,0 0-1 0 0,1 0 1 0 0,0 1-1 0 0,-4 17 0 0 0,8-25-29 0 0,-1 1 0 0 0,1 0 0 0 0,0 0 0 0 0,0 0 0 0 0,0 0 0 0 0,0 0 0 0 0,1 0 0 0 0,-1 0 0 0 0,1-1 0 0 0,-1 1 0 0 0,1 0 0 0 0,0 0 0 0 0,0-1 0 0 0,0 1 0 0 0,1 0-1 0 0,-1-1 1 0 0,1 1 0 0 0,-1-1 0 0 0,1 0 0 0 0,0 1 0 0 0,0-1 0 0 0,0 0 0 0 0,0 0 0 0 0,0 0 0 0 0,0-1 0 0 0,1 1 0 0 0,-1 0 0 0 0,3 1 0 0 0,14 6 157 0 0,0-1 0 0 0,1 0 0 0 0,-1-1 1 0 0,1-1-1 0 0,30 5 0 0 0,-32-8-41 0 0,-1 0-1 0 0,0 2 1 0 0,0 0 0 0 0,0 1-1 0 0,0 1 1 0 0,-1 0-1 0 0,0 1 1 0 0,17 12-1 0 0,-31-19-112 0 0,-1 0-1 0 0,1 0 0 0 0,0 1 0 0 0,-1-1 0 0 0,1 1 1 0 0,0 0-1 0 0,-1-1 0 0 0,0 1 0 0 0,1 0 1 0 0,-1 0-1 0 0,0 0 0 0 0,0 0 0 0 0,0 0 0 0 0,0 0 1 0 0,-1 0-1 0 0,1 0 0 0 0,0 1 0 0 0,-1-1 0 0 0,0 0 1 0 0,1 0-1 0 0,-1 0 0 0 0,0 5 0 0 0,-1-3 37 0 0,0 0 0 0 0,0 0-1 0 0,-1-1 1 0 0,1 1 0 0 0,-1 0 0 0 0,1-1-1 0 0,-1 1 1 0 0,0-1 0 0 0,-1 0-1 0 0,1 0 1 0 0,-1 1 0 0 0,-2 2 0 0 0,-6 3 104 0 0,1 1-1 0 0,-1-1 1 0 0,0-1 0 0 0,-1 0 0 0 0,0 0 0 0 0,-17 7 0 0 0,14-9 243 0 0,-1 0 0 0 0,-1-1 0 0 0,1 0 0 0 0,-1-2 0 0 0,0 0 0 0 0,-33 2 0 0 0,-25-8-273 0 0,-2-7-4465 0 0,64 8-749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6.1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8 1840 0 0,'0'-8'12102'0'0,"-2"27"-11149"0"0,-1 14-526 0 0,1-10-248 0 0,0 0-1 0 0,2 0 1 0 0,1 0-1 0 0,6 43 1 0 0,29 92-244 0 0,-5-23 140 0 0,-2 76 129 0 0,-21-130 19 0 0,4-1-1 0 0,35 126 1 0 0,-36-178-137 0 0,2 0-1 0 0,2 0 1 0 0,0-2 0 0 0,2 0-1 0 0,0 0 1 0 0,2-2 0 0 0,1 0-1 0 0,42 39 1 0 0,-44-47-28 0 0,1-1 0 0 0,0-1-1 0 0,1 0 1 0 0,0-1 0 0 0,1-1 0 0 0,1-1 0 0 0,0-1 0 0 0,23 7-1 0 0,-16-8-49 0 0,1-2-1 0 0,0-1 1 0 0,1-1-1 0 0,-1-2 1 0 0,57 0-1 0 0,329-38 183 0 0,-3-31 1398 0 0,-392 62-1383 0 0,45-8-278 0 0,-53 10-354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8.8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25 3681 0 0,'-6'-7'320'0'0,"5"5"-1"0"0,0 1 0 0 0,0 0 0 0 0,0 0 0 0 0,0-1 0 0 0,0 1 0 0 0,0 0 0 0 0,0 0 0 0 0,0 0 0 0 0,-1 0-1 0 0,1 0 1 0 0,0 1 0 0 0,-1-1 0 0 0,1 0 0 0 0,-1 0 0 0 0,1 1 0 0 0,-1-1 0 0 0,-2 0 0 0 0,29 40 3977 0 0,-11-11-3972 0 0,-1 1 1 0 0,-1 1 0 0 0,-1 0 0 0 0,-2 0-1 0 0,6 32 1 0 0,-5-21 54 0 0,1 0 0 0 0,19 42 1 0 0,26 26-1039 0 0,4 8-619 0 0,-54-104 182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9.6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 14 1840 0 0,'-7'-3'728'0'0,"0"1"0"0"0,-1-1 0 0 0,1 1 0 0 0,-1 1 0 0 0,0 0-1 0 0,0 0 1 0 0,-9 0 0 0 0,79 5 4188 0 0,-36 0-4764 0 0,-1 0 0 0 0,0 2 0 0 0,0 1 0 0 0,29 12 0 0 0,-47-16-124 0 0,22 9 3 0 0,-1 0 1 0 0,34 22 0 0 0,-54-28-35 0 0,0 0 0 0 0,0 0-1 0 0,0 1 1 0 0,0 0 0 0 0,-1 0 0 0 0,-1 1 0 0 0,1-1-1 0 0,-1 2 1 0 0,0-1 0 0 0,8 18 0 0 0,-6-10-1 0 0,-2-1 1 0 0,0 1 0 0 0,6 22-1 0 0,-11-30 62 0 0,0 0 0 0 0,0 0 0 0 0,0 0-1 0 0,-1 0 1 0 0,0 0 0 0 0,-1 0 0 0 0,0 0-1 0 0,0 0 1 0 0,-3 9 0 0 0,2-11 108 0 0,0 0 0 0 0,-1 1 0 0 0,1-1 1 0 0,-1 0-1 0 0,-1 0 0 0 0,1 0 0 0 0,-1-1 0 0 0,0 1 0 0 0,0-1 1 0 0,-1 0-1 0 0,0 0 0 0 0,0-1 0 0 0,0 1 0 0 0,-11 7 0 0 0,-3-1 161 0 0,-1-1-1 0 0,-1 0 1 0 0,-25 8-1 0 0,23-9-620 0 0,0 0 0 0 0,-26 16 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2.5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30 507 1376 0 0,'-29'9'10223'0'0,"29"-19"-10164"0"0,1 3 461 0 0,0 0-1 0 0,-1 0 0 0 0,0-1 0 0 0,-1-11 1 0 0,0-19 984 0 0,23-211 2660 0 0,-21 224-4074 0 0,4-54 11 0 0,7 28-3365 0 0,-7 36-2920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3.7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27 109 1840 0 0,'-23'-3'1408'0'0,"19"0"10"0"0,15-3-899 0 0,34 2 2332 0 0,-19-2-2588 0 0,0 2 0 0 0,1 1 1 0 0,37 1-1 0 0,32-4 1513 0 0,-65 3-1251 0 0,0 2 0 0 0,40 3 0 0 0,-34 0-185 0 0,39-4-1 0 0,41-5 794 0 0,85-10 402 0 0,-127 10-1499 0 0,99 5 0 0 0,-105 2 147 0 0,185-12 1107 0 0,-198 10-1212 0 0,104 11 0 0 0,28-1-2 0 0,234-12 123 0 0,-310 4-164 0 0,-65-1 723 0 0,89-15-1 0 0,-112 11-573 0 0,-23 4-204 0 0,0 1 0 0 0,0 0 0 0 0,0 0 0 0 0,-1 0 0 0 0,1-1-1 0 0,0 1 1 0 0,0-1 0 0 0,0 1 0 0 0,0 0 0 0 0,-1-1 0 0 0,1 1 0 0 0,0-1 0 0 0,-1 0 0 0 0,1 1 0 0 0,0-1 0 0 0,-1 0 0 0 0,1 1 0 0 0,0-1 0 0 0,-1 0 0 0 0,1 0 0 0 0,-1 1 0 0 0,1-3 0 0 0,-26 3-7718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4.2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3225 0 0,'8'6'12401'0'0,"-1"8"-12632"0"0,24 48 2966 0 0,-18-33-2702 0 0,-1-1 1 0 0,14 60 0 0 0,-22-76 47 0 0,0 0 0 0 0,0-1 0 0 0,11 18 0 0 0,8 24 160 0 0,-23-49-215 0 0,1-1 0 0 0,0 0 0 0 0,-1 1 0 0 0,0-1 1 0 0,0 1-1 0 0,0-1 0 0 0,0 1 0 0 0,-1-1 0 0 0,1 0 0 0 0,-1 1 0 0 0,0-1 0 0 0,0 0 0 0 0,0 1 0 0 0,0-1 1 0 0,0 0-1 0 0,-1 0 0 0 0,0 0 0 0 0,-2 4 0 0 0,-10 22 115 0 0,14-28-203 0 0,0 0 1 0 0,0-1-1 0 0,0 1 0 0 0,0-1 0 0 0,0 1 0 0 0,0-1 0 0 0,0 1 0 0 0,0-1 0 0 0,0 1 0 0 0,0-1 0 0 0,1 1 0 0 0,-1 0 0 0 0,0-1 0 0 0,0 1 0 0 0,1-1 0 0 0,-1 0 0 0 0,0 1 0 0 0,1-1 0 0 0,-1 1 0 0 0,0-1 0 0 0,1 1 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4.9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1 364 3225 0 0,'21'-6'2520'0'0,"127"-53"6192"0"0,-46 17-6353 0 0,328-161 1301 0 0,-360 165-5055 0 0,-70 38 1319 0 0,0 0-1 0 0,1 0 1 0 0,-1 0-1 0 0,0 0 1 0 0,0 0-1 0 0,1 0 1 0 0,-1 0-1 0 0,0 0 1 0 0,0 0-1 0 0,0 0 1 0 0,0-1-1 0 0,1 1 1 0 0,-1 0-1 0 0,2-4-1607 0 0,-2 4 1608 0 0,0 0-1 0 0,0 0 1 0 0,0 0-1 0 0,0-1 1 0 0,0 1-1 0 0,0 0 1 0 0,0 0-1 0 0,0-1 1 0 0,0 1-1 0 0,0 0 0 0 0,-1 0 1 0 0,1-1-1 0 0,-11-1-3450 0 0,4 1 3830 0 0,-2-3-303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5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118 152 1376 0 0,'2'-7'715'0'0,"-1"-1"0"0"0,1 1 0 0 0,-1-1-1 0 0,-1 1 1 0 0,0-1 0 0 0,0 1-1 0 0,0-1 1 0 0,-1 1 0 0 0,0-1 0 0 0,0 1-1 0 0,-1-1 1 0 0,0 1 0 0 0,0 0 0 0 0,-1 0-1 0 0,0 0 1 0 0,-5-8 0 0 0,7 14-665 0 0,0-1 0 0 0,0 1 0 0 0,0 0 0 0 0,0-1 0 0 0,0 1 0 0 0,-1 0 0 0 0,1 0 0 0 0,-1 0 0 0 0,1 0 0 0 0,-1 0 0 0 0,1 0 0 0 0,-1 1 0 0 0,1-1 0 0 0,-1 0 0 0 0,0 1 0 0 0,1-1 0 0 0,-1 1 0 0 0,0 0 1 0 0,0 0-1 0 0,1-1 0 0 0,-1 1 0 0 0,0 0 0 0 0,0 0 0 0 0,1 1 0 0 0,-1-1 0 0 0,0 0 0 0 0,1 0 0 0 0,-1 1 0 0 0,0-1 0 0 0,1 1 0 0 0,-1 0 0 0 0,0-1 0 0 0,1 1 0 0 0,-1 0 0 0 0,1 0 0 0 0,-1 0 0 0 0,1 0 0 0 0,0 0 0 0 0,-1 0 0 0 0,1 1 0 0 0,0-1 0 0 0,0 0 0 0 0,0 1 0 0 0,-1 1 0 0 0,-2 1 106 0 0,0 1-1 0 0,1-1 0 0 0,0 1 0 0 0,0 0 0 0 0,0 0 0 0 0,1 0 1 0 0,-1 0-1 0 0,1 1 0 0 0,0-1 0 0 0,1 1 0 0 0,-1-1 1 0 0,0 10-1 0 0,3-3-267 0 0,0 1 0 0 0,0 0 0 0 0,2-1 0 0 0,-1 1 0 0 0,1-1 0 0 0,1 0 0 0 0,1 0 0 0 0,-1 0 0 0 0,2 0 0 0 0,10 17 0 0 0,-10-20 2 0 0,0 0 0 0 0,0-1 1 0 0,1 0-1 0 0,0 0 1 0 0,1 0-1 0 0,0-1 1 0 0,0 0-1 0 0,0 0 0 0 0,1-1 1 0 0,0 0-1 0 0,0-1 1 0 0,19 9-1 0 0,-21-12 36 0 0,0 0 0 0 0,0 0 0 0 0,0 0-1 0 0,0-1 1 0 0,1 0 0 0 0,-1-1 0 0 0,0 0-1 0 0,1 0 1 0 0,-1 0 0 0 0,0-1 0 0 0,0 0-1 0 0,14-4 1 0 0,-18 4 188 0 0,0 0 0 0 0,0 0 0 0 0,0 0 0 0 0,0-1 1 0 0,0 0-1 0 0,0 1 0 0 0,0-1 0 0 0,-1 0 0 0 0,1 0 0 0 0,-1 0 0 0 0,1-1 0 0 0,-1 1 0 0 0,0-1 0 0 0,0 1 0 0 0,0-1 0 0 0,0 0 0 0 0,-1 1 1 0 0,1-1-1 0 0,-1 0 0 0 0,1 0 0 0 0,-1 0 0 0 0,0 0 0 0 0,0-1 0 0 0,0 1 0 0 0,-1 0 0 0 0,1 0 0 0 0,-1 0 0 0 0,0-1 0 0 0,0 1 0 0 0,0-4 0 0 0,-1-3 199 0 0,-1 0-1 0 0,0 1 0 0 0,-1-1 0 0 0,0 1 0 0 0,0-1 0 0 0,-1 1 1 0 0,0 0-1 0 0,-1 0 0 0 0,-10-14 0 0 0,-8-9 75 0 0,-28-31 0 0 0,39 49-364 0 0,-4-4-88 0 0,-3-4-546 0 0,8 7-5510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0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 4609 0 0,'32'-2'1348'0'0,"-1"3"0"0"0,1 0 0 0 0,-1 2 0 0 0,1 2 0 0 0,-1 0-1 0 0,56 19 1 0 0,-38-3-1769 0 0,-32-8-6954 0 0,-18-14 7232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2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2 4609 0 0,'0'0'154'0'0,"1"-1"1"0"0,0 1-1 0 0,0 0 0 0 0,0 0 0 0 0,0 0 1 0 0,0-1-1 0 0,0 1 0 0 0,0 0 0 0 0,-1 0 1 0 0,1 0-1 0 0,0 0 0 0 0,0 1 1 0 0,0-1-1 0 0,0 0 0 0 0,0 0 0 0 0,0 0 1 0 0,0 1-1 0 0,-1-1 0 0 0,1 0 0 0 0,0 1 1 0 0,0-1-1 0 0,0 1 0 0 0,-1-1 1 0 0,1 1-1 0 0,0-1 0 0 0,0 1 0 0 0,-1 0 1 0 0,1-1-1 0 0,-1 1 0 0 0,1 0 0 0 0,-1 0 1 0 0,1-1-1 0 0,-1 1 0 0 0,1 0 0 0 0,-1 0 1 0 0,1 0-1 0 0,-1 0 0 0 0,0-1 1 0 0,0 1-1 0 0,1 0 0 0 0,-1 0 0 0 0,0 0 1 0 0,0 0-1 0 0,0 1 0 0 0,2 4 443 0 0,-1 1 0 0 0,0-1 0 0 0,0 1 0 0 0,-1 11 0 0 0,-2 1-426 0 0,-1 0 0 0 0,-1 0-1 0 0,-7 19 1 0 0,-4 21-2523 0 0,11-42-2353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5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 5041 0 0,'1'-1'136'0'0,"-1"0"0"0"0,1 0 1 0 0,-1 1-1 0 0,1-1 0 0 0,0 0 0 0 0,-1 0 0 0 0,1 0 1 0 0,0 1-1 0 0,-1-1 0 0 0,1 0 0 0 0,0 1 0 0 0,0-1 0 0 0,0 1 1 0 0,0-1-1 0 0,0 1 0 0 0,0-1 0 0 0,0 1 0 0 0,0 0 1 0 0,0-1-1 0 0,0 1 0 0 0,0 0 0 0 0,0 0 0 0 0,0 0 1 0 0,0 0-1 0 0,0-1 0 0 0,2 2 0 0 0,-1-1 183 0 0,0 1 0 0 0,0 0-1 0 0,0 0 1 0 0,-1 0 0 0 0,1 0 0 0 0,0 0-1 0 0,0 0 1 0 0,-1 1 0 0 0,1-1 0 0 0,-1 1-1 0 0,1-1 1 0 0,1 3 0 0 0,5 7 616 0 0,-1-1 0 0 0,0 1 0 0 0,7 16 0 0 0,-12-24-1239 0 0,18 34-1730 0 0,-13-24-3148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6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26 4145 0 0,'-6'-6'368'0'0,"-2"-4"2153"0"0,8 9-1937 0 0,2 0-8 0 0,2-2-8 0 0,0 2 0 0 0,3-1-1528 0 0,0 1-312 0 0,1 1-57 0 0,0 0-15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7.1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107 175 3889 0 0,'-13'7'577'0'0,"2"0"0"0"0,-1 0 0 0 0,1 1 0 0 0,-11 10 0 0 0,19-16-432 0 0,0 1-1 0 0,0 0 1 0 0,0 0 0 0 0,0 0-1 0 0,1 0 1 0 0,-1 0 0 0 0,1 0-1 0 0,0 1 1 0 0,0-1 0 0 0,0 1-1 0 0,0 0 1 0 0,1-1 0 0 0,-1 1-1 0 0,1 0 1 0 0,0 0 0 0 0,0 0-1 0 0,0 8 1 0 0,2-9-57 0 0,-1 1-1 0 0,2-1 1 0 0,-1 1-1 0 0,0-1 1 0 0,1 0-1 0 0,-1 0 1 0 0,1 0-1 0 0,0 1 1 0 0,0-2-1 0 0,0 1 1 0 0,0 0-1 0 0,1 0 1 0 0,-1-1-1 0 0,1 1 1 0 0,0-1 0 0 0,-1 0-1 0 0,1 0 1 0 0,0 0-1 0 0,0 0 1 0 0,1 0-1 0 0,-1-1 1 0 0,0 1-1 0 0,7 1 1 0 0,-1 0-199 0 0,1 0 1 0 0,0 0-1 0 0,-1-1 1 0 0,1 0-1 0 0,0-1 0 0 0,1 0 1 0 0,12-1-1 0 0,-21 0 104 0 0,0 0 0 0 0,0 0 0 0 0,0 0 0 0 0,0-1 0 0 0,-1 1 0 0 0,1-1 0 0 0,0 0 0 0 0,0 0 0 0 0,0 1 0 0 0,0-1 0 0 0,-1 0 0 0 0,1 0 0 0 0,-1-1 0 0 0,1 1 0 0 0,0 0 0 0 0,-1 0 0 0 0,0-1 0 0 0,1 1 0 0 0,-1-1 0 0 0,0 1 0 0 0,0-1 0 0 0,0 0 0 0 0,0 1 0 0 0,0-1 0 0 0,0 0 0 0 0,0 0 0 0 0,-1 0 0 0 0,1 1 0 0 0,-1-1 0 0 0,1 0 0 0 0,-1 0 0 0 0,0 0 0 0 0,0 0 0 0 0,1 0 0 0 0,-1 0 0 0 0,-1 0 0 0 0,1-3 0 0 0,-1-10 52 0 0,-1 1 1 0 0,-1-1-1 0 0,0 1 1 0 0,-5-15 0 0 0,3 10 80 0 0,-6-27 346 0 0,6 22 689 0 0,0 0 1 0 0,-2 1 0 0 0,0 0-1 0 0,-2 1 1 0 0,-13-26 0 0 0,19 56-766 0 0,1 0 0 0 0,0 0 0 0 0,0 1 0 0 0,-1 14 0 0 0,3-14-369 0 0,0-1 0 0 0,1 1-1 0 0,0-1 1 0 0,0 1 0 0 0,1-1 0 0 0,0 0-1 0 0,0 0 1 0 0,1 0 0 0 0,0 0 0 0 0,8 14-1 0 0,-1-6-247 0 0,0 0-1 0 0,1-1 1 0 0,25 26-1 0 0,-22-26-558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7.5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76 217 920 0 0,'0'-2'535'0'0,"1"-1"1"0"0,0 0-1 0 0,0 1 0 0 0,0-1 0 0 0,0 0 0 0 0,0 1 1 0 0,1-1-1 0 0,-1 1 0 0 0,1 0 0 0 0,0 0 0 0 0,2-3 1 0 0,6-9 2058 0 0,-7 5-2138 0 0,0 1 0 0 0,0-1 0 0 0,-1 1 0 0 0,0-1 0 0 0,-1 0 0 0 0,0 0 0 0 0,0 0 0 0 0,-1 0 0 0 0,0 0 0 0 0,-1 0 0 0 0,-2-13 0 0 0,3 19-350 0 0,-1 0 0 0 0,0 0 0 0 0,0 0-1 0 0,0 0 1 0 0,0 1 0 0 0,0-1 0 0 0,0 0 0 0 0,-1 0-1 0 0,1 1 1 0 0,-1-1 0 0 0,0 1 0 0 0,0-1 0 0 0,0 1 0 0 0,0 0-1 0 0,-4-3 1 0 0,4 4-37 0 0,0 0 0 0 0,-1 0 0 0 0,1 0 0 0 0,-1 0 0 0 0,1 1 0 0 0,0-1 0 0 0,-1 1 0 0 0,1-1 0 0 0,-1 1 0 0 0,0 0 0 0 0,1 0 0 0 0,-1 0 0 0 0,1 0 0 0 0,-1 1 0 0 0,1-1 0 0 0,-1 1 0 0 0,1-1 0 0 0,0 1 0 0 0,-1 0 0 0 0,1 0 0 0 0,-4 2 0 0 0,3-1-63 0 0,1-1 0 0 0,0 1 0 0 0,0 0 0 0 0,-1 0 0 0 0,1 0 0 0 0,0 0-1 0 0,1 0 1 0 0,-1 0 0 0 0,0 1 0 0 0,1-1 0 0 0,-1 1 0 0 0,1-1 0 0 0,0 1 0 0 0,0-1 0 0 0,0 1 0 0 0,0 0 0 0 0,0-1 0 0 0,0 1 0 0 0,1 0 0 0 0,-1 0-1 0 0,1 0 1 0 0,0 0 0 0 0,0-1 0 0 0,0 1 0 0 0,0 0 0 0 0,2 5 0 0 0,-2 0 5 0 0,2 0-1 0 0,-1-1 1 0 0,1 1 0 0 0,0 0-1 0 0,1 0 1 0 0,-1-1 0 0 0,2 1-1 0 0,4 9 1 0 0,-4-12-208 0 0,1 1 0 0 0,-1-1 0 0 0,1 0 0 0 0,0 0 1 0 0,1 0-1 0 0,-1-1 0 0 0,1 0 0 0 0,0 0 0 0 0,0 0 0 0 0,0-1 0 0 0,0 1 0 0 0,1-2 0 0 0,7 4 0 0 0,7 0-5680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0.47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216 1619 1376 0 0,'-20'31'3849'0'0,"20"-30"-3861"0"0,0-1-1 0 0,0 0 1 0 0,0 1 0 0 0,0-1 0 0 0,0 0-1 0 0,0 1 1 0 0,0-1 0 0 0,0 0-1 0 0,0 1 1 0 0,0-1 0 0 0,0 0-1 0 0,0 1 1 0 0,1-1 0 0 0,-1 0-1 0 0,0 1 1 0 0,0-1 0 0 0,0 0 0 0 0,0 1-1 0 0,1-1 1 0 0,-1 0 0 0 0,0 0-1 0 0,19-1 8150 0 0,-19 1-8140 0 0,-1 0 80 0 0,-1 0 1 0 0,1 0 0 0 0,0 0 0 0 0,0-1 0 0 0,0 1-1 0 0,0 0 1 0 0,0-1 0 0 0,0 1 0 0 0,0-1 0 0 0,0 1-1 0 0,0-1 1 0 0,0 1 0 0 0,0-1 0 0 0,0 0 0 0 0,0 1-1 0 0,0-1 1 0 0,0 0 0 0 0,1 0 0 0 0,-1 0 0 0 0,0 0-1 0 0,1 0 1 0 0,-1 0 0 0 0,1 0 0 0 0,-1 0 0 0 0,1 0-1 0 0,-1 0 1 0 0,1 0 0 0 0,-1 0 0 0 0,1 0 0 0 0,0 0-1 0 0,0 0 1 0 0,0 0 0 0 0,-1-2 0 0 0,-7-32 1175 0 0,-1 1 0 0 0,-3 0 0 0 0,-15-33 1 0 0,11 28-679 0 0,11 26-456 0 0,-11-24 170 0 0,2 0 0 0 0,2-1 1 0 0,-11-60-1 0 0,-9-293 39 0 0,24 291-306 0 0,3 58-1 0 0,2-69 0 0 0,6 82 15 0 0,8-38 1 0 0,2-8 29 0 0,-12 66-63 0 0,1 0 1 0 0,0 0-1 0 0,0 0 0 0 0,1 0 1 0 0,0 1-1 0 0,0-1 1 0 0,1 1-1 0 0,0 0 1 0 0,1 0-1 0 0,-1 0 1 0 0,2 0-1 0 0,-1 1 1 0 0,1 0-1 0 0,0 0 1 0 0,0 0-1 0 0,11-7 0 0 0,0 2-5 0 0,1 0 0 0 0,0 1-1 0 0,1 1 1 0 0,0 0-1 0 0,40-12 1 0 0,63-15-123 0 0,1 5 1 0 0,2 5 0 0 0,253-19-1 0 0,-166 43-190 0 0,-133 3 195 0 0,153 15-118 0 0,-166-7 127 0 0,1-4 0 0 0,-1-2 0 0 0,99-10 0 0 0,-99-2 111 0 0,119-14 0 0 0,-152 22 0 0 0,0 1 0 0 0,0 1 0 0 0,51 8 0 0 0,9 15 0 0 0,-24-4 0 0 0,-66-18-8 0 0,-1-1 0 0 0,0 1 0 0 0,0 0 0 0 0,0 0-1 0 0,1 1 1 0 0,-1-1 0 0 0,0 0 0 0 0,0 1 0 0 0,-1 0 0 0 0,1-1 0 0 0,0 1 0 0 0,0 0 0 0 0,-1 0 0 0 0,1 0 0 0 0,-1 0 0 0 0,0 0 0 0 0,1 0 0 0 0,-1 0 0 0 0,0 0 0 0 0,0 0 0 0 0,-1 1 0 0 0,2 2 0 0 0,1 8-88 0 0,1 0-1 0 0,1 26 1 0 0,-1-12 37 0 0,1 14 9 0 0,1 43-1 0 0,-1 0 66 0 0,-1 37-41 0 0,-4-78 20 0 0,6 50 0 0 0,-3-22 6 0 0,0 1 0 0 0,3-35 0 0 0,-3-24 0 0 0,0 0 0 0 0,-2 1 0 0 0,1 0 0 0 0,-2 23 0 0 0,-11 128 0 0 0,10-155 0 0 0,1 1 0 0 0,0-1 0 0 0,0 0 0 0 0,1 0 0 0 0,0 0 0 0 0,1 1 0 0 0,6 16 0 0 0,-4-10 0 0 0,-3-12 0 0 0,0 1 0 0 0,-1-1 0 0 0,0 1 0 0 0,0-1 0 0 0,-1 11 0 0 0,0-11 0 0 0,1 0 0 0 0,0 0 0 0 0,0 0 0 0 0,0 0 0 0 0,0 0 0 0 0,1 0 0 0 0,2 9 0 0 0,0-2 7 0 0,0 1-1 0 0,-1-1 1 0 0,-1 0-1 0 0,1 15 0 0 0,-2-12 9 0 0,1-1-1 0 0,7 27 0 0 0,-5-25 10 0 0,0 1-1 0 0,-1-1 1 0 0,-1 1-1 0 0,-1 20 1 0 0,10-9-5926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4.7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10 1840 0 0,'-36'-9'6226'0'0,"34"9"-5967"0"0,-1 0 0 0 0,0 0 1 0 0,1 1-1 0 0,-1-1 0 0 0,0 1 0 0 0,1 0 1 0 0,-1-1-1 0 0,0 1 0 0 0,1 0 1 0 0,-1 1-1 0 0,1-1 0 0 0,0 0 0 0 0,-1 1 1 0 0,1-1-1 0 0,0 1 0 0 0,0 0 0 0 0,0 0 1 0 0,0 0-1 0 0,0 0 0 0 0,0 0 1 0 0,1 0-1 0 0,-1 0 0 0 0,1 1 0 0 0,0-1 1 0 0,-1 0-1 0 0,1 1 0 0 0,0-1 1 0 0,0 1-1 0 0,-1 5 0 0 0,-1 6-66 0 0,0 1-1 0 0,1-1 0 0 0,1 1 1 0 0,0 20-1 0 0,1-14 190 0 0,0 21 34 0 0,3 0 0 0 0,11 65 0 0 0,-6-60-158 0 0,2 77 0 0 0,-8-96-72 0 0,1 0-1 0 0,1 0 1 0 0,2-1-1 0 0,11 36 1 0 0,-8-34 21 0 0,-2 1 0 0 0,-1 0 0 0 0,4 46 0 0 0,-10-60-31 0 0,1 1 0 0 0,1 0-1 0 0,7 27 1 0 0,-7-36-94 0 0,1 0 0 0 0,1 0 0 0 0,-1 0 0 0 0,1-1 0 0 0,1 1 0 0 0,-1-1 0 0 0,1 0 0 0 0,12 13 0 0 0,-12-14-50 0 0,0-1 1 0 0,-1 1-1 0 0,0 0 1 0 0,0 0 0 0 0,0 1-1 0 0,0-1 1 0 0,-1 1-1 0 0,0 0 1 0 0,2 8 0 0 0,-2-2-33 0 0,-1 0 0 0 0,0 0 1 0 0,-1 0-1 0 0,-1 17 1 0 0,0 8-2168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7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23 255 3761 0 0,'-3'-2'287'0'0,"1"-1"0"0"0,-1 1 0 0 0,1-1 0 0 0,0 0 0 0 0,0 1 0 0 0,1-1 0 0 0,-1 0 0 0 0,0 0 0 0 0,1-1 0 0 0,-1-2-1 0 0,1 5-209 0 0,1 0 0 0 0,0 0-1 0 0,0 0 1 0 0,0 0 0 0 0,0 0-1 0 0,0 0 1 0 0,0 0 0 0 0,0 0-1 0 0,1 0 1 0 0,-1 0-1 0 0,0 0 1 0 0,1 0 0 0 0,-1 0-1 0 0,0 0 1 0 0,1 0 0 0 0,-1 0-1 0 0,1 1 1 0 0,-1-1-1 0 0,1 0 1 0 0,0 0 0 0 0,-1 0-1 0 0,1 1 1 0 0,0-1 0 0 0,0 0-1 0 0,-1 1 1 0 0,1-1 0 0 0,0 1-1 0 0,0-1 1 0 0,0 1-1 0 0,0-1 1 0 0,0 1 0 0 0,0 0-1 0 0,-1-1 1 0 0,1 1 0 0 0,0 0-1 0 0,0 0 1 0 0,0-1-1 0 0,2 1 1 0 0,191-63 1035 0 0,-136 41-499 0 0,1 2-1 0 0,87-16 1 0 0,252-15 1426 0 0,-144 52-11 0 0,-50 2-1643 0 0,-122-4-109 0 0,85 10 1 0 0,111-1 324 0 0,-231-8-512 0 0,33-1 78 0 0,-24-1 96 0 0,75 8 0 0 0,-7 12 25 0 0,-101-20-264 0 0,3 0 28 0 0,-25 2-50 0 0,-1 0-1 0 0,1 0 1 0 0,0 0-1 0 0,0 0 1 0 0,-1 1-1 0 0,1-1 1 0 0,0 0-1 0 0,0 1 1 0 0,-1-1-1 0 0,1 1 1 0 0,0-1-1 0 0,-1 1 1 0 0,1-1-1 0 0,-1 1 0 0 0,1-1 1 0 0,0 1-1 0 0,-1 0 1 0 0,1-1-1 0 0,-1 1 1 0 0,0 0-1 0 0,1-1 1 0 0,-1 1-1 0 0,1 0 1 0 0,-1-1-1 0 0,0 1 1 0 0,0 0-1 0 0,1 1 1 0 0,1 4 106 0 0,1 0-1 0 0,0-1 1 0 0,1 1 0 0 0,-1-1 0 0 0,1 1 0 0 0,9 8 0 0 0,5 9 43 0 0,-9-8-113 0 0,-2 1 0 0 0,0-1-1 0 0,-1 1 1 0 0,0 0-1 0 0,4 25 1 0 0,0-2 248 0 0,0 2-264 0 0,-3 0 0 0 0,-1 1-1 0 0,1 50 1 0 0,-4-42-1 0 0,15 85 0 0 0,0-34-4 0 0,-13-68-8 0 0,0-1 1 0 0,2 0-1 0 0,2-1 0 0 0,12 32 1 0 0,-12-41-10 0 0,-1 1 0 0 0,0 1 0 0 0,-2 0 0 0 0,-1 0 0 0 0,-1 0 0 0 0,-1 0 0 0 0,-1 1 0 0 0,-1-1 0 0 0,-2 1 0 0 0,0-1 0 0 0,-6 31 0 0 0,7-50 9 0 0,-1 0 1 0 0,0 1 0 0 0,0-1 0 0 0,0 0 0 0 0,-1 0 0 0 0,0 0-1 0 0,0 0 1 0 0,0 0 0 0 0,-1 0 0 0 0,0 0 0 0 0,0-1 0 0 0,-5 7 0 0 0,3-5 36 0 0,0 0 0 0 0,0 1 0 0 0,0 0 1 0 0,1-1-1 0 0,0 1 0 0 0,0 1 0 0 0,1-1 0 0 0,0 1 1 0 0,0-1-1 0 0,1 1 0 0 0,-3 14 0 0 0,6-16-22 0 0,0-1 0 0 0,0 1 1 0 0,1-1-1 0 0,-1 1 0 0 0,1-1 0 0 0,0 0 0 0 0,1 0 0 0 0,-1 1 0 0 0,7 8 0 0 0,3 7-11 0 0,-17-23 5 0 0,1 1-1 0 0,-1 0 1 0 0,0-1 0 0 0,0 2 0 0 0,0-1 0 0 0,-9 0 0 0 0,6 1-15 0 0,-62-6 80 0 0,16 2 80 0 0,-63-13-1 0 0,73 10-162 0 0,-1 2 0 0 0,0 2 0 0 0,-52 4 0 0 0,35 0 0 0 0,-40-3 0 0 0,41 0 0 0 0,-113 10 0 0 0,96 3-142 0 0,0-3 1 0 0,-104-3 0 0 0,148-5-165 0 0,-1 2 0 0 0,1 1 1 0 0,-48 11-1 0 0,52-8 26 0 0,-1-1-1 0 0,0-1 1 0 0,0-1 0 0 0,-48-3-1 0 0,40-4 281 0 0,0 2 0 0 0,-1 2 0 0 0,1 2 0 0 0,-45 7 0 0 0,1-2-269 0 0,65-7 172 0 0,0 1 0 0 0,0 1 0 0 0,0 1 0 0 0,0 0 0 0 0,-25 9 0 0 0,27-7-3 0 0,0 0 0 0 0,0 0 0 0 0,-1-2 0 0 0,0 0-1 0 0,0 0 1 0 0,-27-1 0 0 0,29-1-427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7.7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336 5 456 0 0,'3'-1'1128'0'0,"0"0"1"0"0,0 0-1 0 0,0 1 0 0 0,1-1 0 0 0,-1 1 1 0 0,0-1-1 0 0,0 1 0 0 0,0 0 0 0 0,5 1 1 0 0,4-1-859 0 0,-12 1-207 0 0,0-1 1 0 0,1 1-1 0 0,-1-1 0 0 0,0 1 0 0 0,0-1 0 0 0,0 1 0 0 0,0-1 0 0 0,0 1 1 0 0,0 0-1 0 0,0-1 0 0 0,0 1 0 0 0,0-1 0 0 0,0 1 0 0 0,0-1 1 0 0,0 1-1 0 0,-1-1 0 0 0,1 1 0 0 0,0-1 0 0 0,0 1 0 0 0,0-1 1 0 0,-1 0-1 0 0,1 1 0 0 0,0-1 0 0 0,-1 1 0 0 0,1-1 0 0 0,0 1 0 0 0,-1-1 1 0 0,0 1-1 0 0,-12 20 215 0 0,12-19-137 0 0,-39 59 650 0 0,-225 324-787 0 0,249-366-311 0 0,-9 14-630 0 0,11-10-3216 0 0,8-11-16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7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529 12 1784 0 0,'15'-11'822'0'0,"-21"14"1051"0"0,-25 20 1482 0 0,-18 22-1725 0 0,3 3 0 0 0,-55 72 0 0 0,-69 118-2307 0 0,77-103 481 0 0,86-125-96 0 0,-18 26 391 0 0,13-11-3501 0 0,9-15-149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8.2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619 53 3225 0 0,'17'-12'23'0'0,"-9"6"671"0"0,-1 0 1 0 0,1 1-1 0 0,0 0 0 0 0,0 0 1 0 0,1 0-1 0 0,12-4 0 0 0,-21 9-609 0 0,1 1 0 0 0,-1-1-1 0 0,0 0 1 0 0,0 0 0 0 0,0 1-1 0 0,0-1 1 0 0,0 0 0 0 0,0 0-1 0 0,1 1 1 0 0,-1-1 0 0 0,0 0-1 0 0,0 0 1 0 0,0 1-1 0 0,0-1 1 0 0,0 0 0 0 0,0 0-1 0 0,0 1 1 0 0,0-1 0 0 0,0 0-1 0 0,0 0 1 0 0,0 1 0 0 0,0-1-1 0 0,0 0 1 0 0,0 0 0 0 0,-1 1-1 0 0,1-1 1 0 0,0 0-1 0 0,0 0 1 0 0,0 1 0 0 0,0-1-1 0 0,0 0 1 0 0,-1 1 254 0 0,1-1-255 0 0,0 0 1 0 0,-1 0 0 0 0,1 0-1 0 0,0 1 1 0 0,0-1 0 0 0,-1 0-1 0 0,1 0 1 0 0,-10 14 921 0 0,-253 306 3758 0 0,-71 96-5915 0 0,318-394 682 0 0,0 0 0 0 0,2 2 1 0 0,1 0-1 0 0,-18 42 0 0 0,25-49-4637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8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725 34 1840 0 0,'15'-8'221'0'0,"28"-14"-139"0"0,-41 21 181 0 0,1 1-1 0 0,-1-1 1 0 0,0 1 0 0 0,0-1 0 0 0,0 1 0 0 0,0 0 0 0 0,0 0 0 0 0,0 0 0 0 0,0 0 0 0 0,4 0-1 0 0,-5 0-192 0 0,-1 1 0 0 0,0-1 0 0 0,0 0 0 0 0,1 0-1 0 0,-1 1 1 0 0,0-1 0 0 0,0 0 0 0 0,0 0 0 0 0,1 1-1 0 0,-1-1 1 0 0,0 0 0 0 0,0 1 0 0 0,0-1 0 0 0,0 0 0 0 0,1 1-1 0 0,-1-1 1 0 0,0 0 0 0 0,0 1 0 0 0,0-1 0 0 0,0 0-1 0 0,0 1 1 0 0,0-1 0 0 0,0 0 0 0 0,0 1 0 0 0,0-1-1 0 0,0 0 1 0 0,0 1 0 0 0,0-1 0 0 0,0 0 0 0 0,-1 1-1 0 0,1-1 1 0 0,0 0 0 0 0,0 1 0 0 0,0-1 0 0 0,0 0-1 0 0,0 0 1 0 0,-1 1 0 0 0,1-1 0 0 0,0 0 0 0 0,0 1-1 0 0,-1-1 1 0 0,-9 15 1375 0 0,-109 114 3306 0 0,15-18-4050 0 0,-46 75-648 0 0,-69 78-518 0 0,191-234 350 0 0,-16 17-1184 0 0,-67 90-1 0 0,85-98-3011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8.7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779 27 3681 0 0,'14'-9'132'0'0,"19"-9"188"0"0,-33 18-246 0 0,0 1-1 0 0,0-1 1 0 0,0 0 0 0 0,1 1 0 0 0,-1-1-1 0 0,0 0 1 0 0,0 1 0 0 0,0-1-1 0 0,0 1 1 0 0,0-1 0 0 0,0 0 0 0 0,0 1-1 0 0,0-1 1 0 0,0 0 0 0 0,0 1 0 0 0,0-1-1 0 0,0 1 1 0 0,0-1 0 0 0,0 0 0 0 0,0 1-1 0 0,0-1 1 0 0,-1 0 0 0 0,1 1-1 0 0,0-1 1 0 0,0 0 0 0 0,0 1 0 0 0,0-1-1 0 0,-1 0 1 0 0,1 1 0 0 0,0-1 0 0 0,0 0-1 0 0,-1 1 1 0 0,1-1 0 0 0,-9 16 1052 0 0,-62 78 3117 0 0,-50 41-2781 0 0,26-30-1079 0 0,-210 270-700 0 0,117-113-2858 0 0,153-213-674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844 11 4145 0 0,'10'-4'44'0'0,"12"-2"742"0"0,-18 10 255 0 0,-10 9 634 0 0,-11 9-71 0 0,-1 0 1 0 0,-36 33-1 0 0,4-4-138 0 0,-346 433 710 0 0,299-359-2109 0 0,-120 196-3385 0 0,193-281-1447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2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606 43 6913 0 0,'12'-10'498'0'0,"-8"6"-174"0"0,1 0 0 0 0,0 1-1 0 0,0-1 1 0 0,0 1-1 0 0,0 0 1 0 0,1 0-1 0 0,-1 1 1 0 0,9-3 0 0 0,-14 4-272 0 0,0 1 1 0 0,0 0 0 0 0,1 0 0 0 0,-1 0 0 0 0,0 0-1 0 0,0 0 1 0 0,1 0 0 0 0,-1 0 0 0 0,0 0 0 0 0,0 0 0 0 0,0 0-1 0 0,1 0 1 0 0,-1 0 0 0 0,0 0 0 0 0,0 0 0 0 0,1 0-1 0 0,-1 0 1 0 0,0 0 0 0 0,0 0 0 0 0,1 0 0 0 0,-1 1 0 0 0,0-1-1 0 0,0 0 1 0 0,0 0 0 0 0,1 0 0 0 0,-1 0 0 0 0,0 0-1 0 0,0 1 1 0 0,0-1 0 0 0,0 0 0 0 0,1 0 0 0 0,-1 0-1 0 0,0 1 1 0 0,0-1 0 0 0,0 0 0 0 0,0 0 0 0 0,0 0 0 0 0,0 1-1 0 0,1-1 1 0 0,-1 0 0 0 0,-3 14 1232 0 0,-11 13 312 0 0,-33 48 138 0 0,-81 95-1 0 0,-72 57-1506 0 0,-43 53-4588 0 0,198-222-1106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682 0 6449 0 0,'0'0'18'0'0,"1"0"-1"0"0,-1 0 0 0 0,1 0 1 0 0,-1 0-1 0 0,0 1 1 0 0,1-1-1 0 0,-1 0 0 0 0,0 0 1 0 0,1 0-1 0 0,-1 0 0 0 0,0 1 1 0 0,1-1-1 0 0,-1 0 0 0 0,0 0 1 0 0,0 1-1 0 0,1-1 0 0 0,-1 0 1 0 0,0 0-1 0 0,0 1 1 0 0,1-1-1 0 0,-1 0 0 0 0,0 1 1 0 0,0-1-1 0 0,0 0 0 0 0,0 1 1 0 0,1-1-1 0 0,-1 0 0 0 0,0 1 1 0 0,0-1-1 0 0,0 1 0 0 0,0-1 1 0 0,0 0-1 0 0,0 1 1 0 0,-5 16 1031 0 0,-21 21 1106 0 0,20-30-1795 0 0,-71 88 870 0 0,-4-3 0 0 0,-101 88 1 0 0,3-2-3454 0 0,158-156 1347 0 0,0 0 0 0 0,2 2 0 0 0,0 0 0 0 0,-21 38 0 0 0,27-34 834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6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489 1 1376 0 0,'-1'2'268'0'0,"0"1"0"0"0,-1 0 0 0 0,1-1-1 0 0,0 1 1 0 0,-1-1 0 0 0,0 0 0 0 0,1 1-1 0 0,-1-1 1 0 0,-4 4 0 0 0,2-2 72 0 0,-195 214 4566 0 0,-18-18-6966 0 0,213-196 1934 0 0,-37 35-525 0 0,36-30 597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326 1 2905 0 0,'6'-1'19'0'0,"12"2"132"0"0,-17-1-140 0 0,-1 0-1 0 0,0 0 1 0 0,1 1-1 0 0,-1-1 1 0 0,0 1-1 0 0,0-1 1 0 0,1 0-1 0 0,-1 1 1 0 0,0-1-1 0 0,0 1 1 0 0,1-1 0 0 0,-1 0-1 0 0,0 1 1 0 0,0-1-1 0 0,0 1 1 0 0,0-1-1 0 0,0 1 1 0 0,0-1-1 0 0,0 1 1 0 0,0-1-1 0 0,0 1 1 0 0,0-1-1 0 0,0 0 1 0 0,0 1 0 0 0,0-1-1 0 0,0 1 1 0 0,0-1-1 0 0,0 1 1 0 0,0-1-1 0 0,0 1 1 0 0,-1-1-1 0 0,1 0 1 0 0,0 1-1 0 0,0-1 1 0 0,-1 1-1 0 0,1-1 1 0 0,0 0 0 0 0,-1 1-1 0 0,-11 23 1828 0 0,-2-1 0 0 0,0 0 0 0 0,-2-1-1 0 0,-33 38 1 0 0,-87 72-1129 0 0,46-48-1390 0 0,70-64 109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0 1840 0 0,'7'2'160'0'0,"-1"-1"-160"0"0,-5 2 0 0 0,-2 1 0 0 0,-1-1 985 0 0,0 2 159 0 0,-1 3 32 0 0,-1 8 8 0 0,-6 4-111 0 0,-5 4-17 0 0,-3 0-8 0 0,-14 7-3488 0 0,-1-8-697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0.9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1 6449 0 0,'0'0'499'0'0,"-21"31"3947"0"0,0 2-4214 0 0,2 1 1 0 0,1 0-1 0 0,2 2 0 0 0,2 0 0 0 0,1 1 0 0 0,1 0 0 0 0,3 1 0 0 0,1 0 0 0 0,1 1 0 0 0,-1 60 0 0 0,8-91-196 0 0,0 0-1 0 0,1 0 1 0 0,0 0-1 0 0,0-1 1 0 0,1 1 0 0 0,0 0-1 0 0,0-1 1 0 0,1 1-1 0 0,0-1 1 0 0,0 0 0 0 0,1 0-1 0 0,0 0 1 0 0,0-1 0 0 0,1 1-1 0 0,8 8 1 0 0,-8-10 20 0 0,0 0 0 0 0,0-1 0 0 0,0 0-1 0 0,1 0 1 0 0,0 0 0 0 0,0-1 0 0 0,0 0 0 0 0,0 0 0 0 0,0 0 0 0 0,1-1 0 0 0,-1 0 0 0 0,1 0 0 0 0,0-1 0 0 0,-1 0 0 0 0,1 0 0 0 0,0 0-1 0 0,0-1 1 0 0,9-1 0 0 0,-9 0-39 0 0,1 0-1 0 0,-1 0 1 0 0,1-1-1 0 0,-1 0 1 0 0,0 0-1 0 0,0-1 1 0 0,0 0 0 0 0,0 0-1 0 0,0-1 1 0 0,0 0-1 0 0,-1 0 1 0 0,11-9-1 0 0,-14 11-20 0 0,-1 0-1 0 0,0 0 1 0 0,-1 0-1 0 0,1 0 1 0 0,0-1-1 0 0,-1 1 1 0 0,1 0-1 0 0,-1-1 1 0 0,1 1 0 0 0,-1-1-1 0 0,0 0 1 0 0,0 1-1 0 0,-1-1 1 0 0,1 0-1 0 0,0 1 1 0 0,-1-1-1 0 0,0 0 1 0 0,1 0-1 0 0,-1 0 1 0 0,0 1-1 0 0,-1-1 1 0 0,1 0 0 0 0,0 0-1 0 0,-1 0 1 0 0,1 1-1 0 0,-1-1 1 0 0,0 0-1 0 0,0 1 1 0 0,0-1-1 0 0,0 1 1 0 0,-1-1-1 0 0,1 1 1 0 0,-1-1 0 0 0,1 1-1 0 0,-1 0 1 0 0,0 0-1 0 0,-3-3 1 0 0,-1-1-88 0 0,0 1 0 0 0,-1-1 0 0 0,0 1 0 0 0,0 1 0 0 0,-14-8 0 0 0,15 9-12 0 0,0 0 0 0 0,0 0 0 0 0,1-1 0 0 0,-1 0 0 0 0,1 0-1 0 0,0 0 1 0 0,0-1 0 0 0,-9-9 0 0 0,14 13 108 0 0,-1 0 0 0 0,1-1-1 0 0,-1 1 1 0 0,1 0-1 0 0,-1 0 1 0 0,1 0-1 0 0,-1 0 1 0 0,1-1 0 0 0,0 1-1 0 0,0 0 1 0 0,0 0-1 0 0,0 0 1 0 0,0-1 0 0 0,0 1-1 0 0,0 0 1 0 0,0 0-1 0 0,0-1 1 0 0,0 1-1 0 0,1 0 1 0 0,-1 0 0 0 0,1-2-1 0 0,1 0 7 0 0,0 0-1 0 0,0 0 0 0 0,-1 0 1 0 0,2 1-1 0 0,-1-1 0 0 0,0 1 1 0 0,0-1-1 0 0,4-1 1 0 0,5-5 32 0 0,1 1 0 0 0,24-12 1 0 0,-33 18-38 0 0,18-8 161 0 0,1-1-1 0 0,-1 2 0 0 0,2 1 0 0 0,-1 1 0 0 0,1 1 0 0 0,0 1 0 0 0,0 1 0 0 0,1 0 0 0 0,30 1 0 0 0,-52 3-102 0 0,0 1-1 0 0,0-1 0 0 0,0 1 0 0 0,0-1 0 0 0,0 1 0 0 0,-1 0 1 0 0,1-1-1 0 0,0 1 0 0 0,0 0 0 0 0,0 0 0 0 0,-1 1 1 0 0,1-1-1 0 0,0 0 0 0 0,-1 0 0 0 0,1 1 0 0 0,-1-1 0 0 0,0 1 1 0 0,1 0-1 0 0,-1-1 0 0 0,0 1 0 0 0,0 0 0 0 0,0 0 0 0 0,0-1 1 0 0,0 1-1 0 0,-1 0 0 0 0,1 0 0 0 0,0 0 0 0 0,0 3 0 0 0,1 7 276 0 0,0 1 0 0 0,-1-1 1 0 0,0 21-1 0 0,0-12-1 0 0,0 41 239 0 0,2 25 6 0 0,9-30-6427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8 920 0 0,'0'-1'55'0'0,"0"1"0"0"0,-1-1 0 0 0,1 1 0 0 0,0 0-1 0 0,0-1 1 0 0,0 1 0 0 0,-1 0 0 0 0,1-1 0 0 0,0 1-1 0 0,0 0 1 0 0,-1-1 0 0 0,1 1 0 0 0,0 0 0 0 0,-1-1 0 0 0,1 1-1 0 0,0 0 1 0 0,-1 0 0 0 0,1-1 0 0 0,0 1 0 0 0,-1 0 0 0 0,1 0-1 0 0,-1 0 1 0 0,1 0 0 0 0,0 0 0 0 0,-1-1 0 0 0,1 1 0 0 0,-1 0-1 0 0,1 0 1 0 0,0 0 0 0 0,-1 0 0 0 0,1 0 0 0 0,-1 0-1 0 0,1 0 1 0 0,-1 1 0 0 0,0-1 0 0 0,-19 10 1915 0 0,-14 20 946 0 0,23-18-2442 0 0,2 1 0 0 0,0 0 0 0 0,0 0 0 0 0,1 0 1 0 0,1 1-1 0 0,0 1 0 0 0,1-1 0 0 0,0 1 0 0 0,2 0 0 0 0,-7 30 0 0 0,11-43-445 0 0,-1 0 1 0 0,1 0-1 0 0,0 0 0 0 0,0 0 1 0 0,0 0-1 0 0,0-1 1 0 0,0 1-1 0 0,0 0 0 0 0,0 0 1 0 0,0 0-1 0 0,1 0 1 0 0,-1 0-1 0 0,1-1 0 0 0,-1 1 1 0 0,1 0-1 0 0,0 0 0 0 0,0-1 1 0 0,0 1-1 0 0,0 0 1 0 0,0-1-1 0 0,0 1 0 0 0,0-1 1 0 0,2 2-1 0 0,-1-2-24 0 0,0 0-1 0 0,0-1 1 0 0,0 1-1 0 0,0 0 1 0 0,0-1-1 0 0,0 0 1 0 0,0 1-1 0 0,0-1 1 0 0,0 0-1 0 0,0 0 1 0 0,0 0-1 0 0,0-1 1 0 0,0 1-1 0 0,0 0 1 0 0,0-1-1 0 0,0 1 1 0 0,3-2-1 0 0,7-2-99 0 0,-1-1 0 0 0,0-1 0 0 0,0 0 0 0 0,-1 0 0 0 0,17-13 0 0 0,-19 11 76 0 0,-1-1 1 0 0,1 0-1 0 0,-1-1 0 0 0,-1 1 1 0 0,0-1-1 0 0,0 0 0 0 0,-1-1 1 0 0,0 1-1 0 0,0-1 0 0 0,-2 0 1 0 0,4-15-1 0 0,7-15 1420 0 0,-14 42-1372 0 0,0-1 0 0 0,0 0 0 0 0,0 0 0 0 0,0 0 0 0 0,1 0 0 0 0,-1 0 0 0 0,0 0 0 0 0,0 0 0 0 0,0 0 0 0 0,0 0 0 0 0,0 0 0 0 0,0 0 0 0 0,0 0 0 0 0,0 0-1 0 0,0 0 1 0 0,0 0 0 0 0,1 0 0 0 0,-1 0 0 0 0,0 0 0 0 0,0 0 0 0 0,0 0 0 0 0,0 0 0 0 0,0 0 0 0 0,0 0 0 0 0,0 0 0 0 0,0 0 0 0 0,1 0 0 0 0,-1 0 0 0 0,0 0-1 0 0,0 0 1 0 0,0 0 0 0 0,0 0 0 0 0,0 0 0 0 0,0 0 0 0 0,0 0 0 0 0,0 0 0 0 0,0 0 0 0 0,0 0 0 0 0,1 0 0 0 0,-1 0 0 0 0,0 0 0 0 0,0 0 0 0 0,0 0 0 0 0,0 0 0 0 0,0-1-1 0 0,0 1 1 0 0,0 0 0 0 0,0 0 0 0 0,0 0 0 0 0,0 0 0 0 0,0 0 0 0 0,0 0 0 0 0,0 0 0 0 0,0 0 0 0 0,0-1 0 0 0,0 1 0 0 0,0 0 0 0 0,0 0 0 0 0,0 0 0 0 0,0 0-1 0 0,0 0 1 0 0,0 0 0 0 0,0 0 0 0 0,0 0 0 0 0,0 0 0 0 0,0-1 0 0 0,0 1 0 0 0,0 0 0 0 0,0 0 0 0 0,2 12 965 0 0,0 19-239 0 0,-2-28-593 0 0,1 8-10 0 0,0 0 0 0 0,1 0-1 0 0,0 0 1 0 0,0 0 0 0 0,1 0-1 0 0,1 0 1 0 0,-1-1 0 0 0,2 0 0 0 0,0 1-1 0 0,11 16 1 0 0,-13-22-389 0 0,1-1 1 0 0,-1 1-1 0 0,1-1 0 0 0,1 0 0 0 0,-1-1 1 0 0,0 1-1 0 0,1-1 0 0 0,-1 1 1 0 0,1-2-1 0 0,6 4 0 0 0,-6-4-375 0 0,-1 0 1 0 0,1-1-1 0 0,0 0 0 0 0,1 0 0 0 0,-1 0 0 0 0,0 0 1 0 0,0-1-1 0 0,0 1 0 0 0,1-2 0 0 0,-1 1 0 0 0,0 0 0 0 0,7-2 1 0 0,5-3-3489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1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60 103 456 0 0,'1'-7'-513'0'0,"0"-4"1042"0"0,0 1 1 0 0,0-1 1 0 0,-2-14-1 0 0,1 23-210 0 0,0 1 1 0 0,0-1-1 0 0,0 1 0 0 0,0-1 1 0 0,-1 1-1 0 0,1-1 0 0 0,0 0 0 0 0,-1 1 1 0 0,1-1-1 0 0,-1 1 0 0 0,0 0 0 0 0,1-1 1 0 0,-1 1-1 0 0,0-1 0 0 0,0 1 1 0 0,0 0-1 0 0,0 0 0 0 0,0 0 0 0 0,0-1 1 0 0,0 1-1 0 0,0 0 0 0 0,-1 0 0 0 0,1 0 1 0 0,0 1-1 0 0,0-1 0 0 0,-1 0 1 0 0,1 0-1 0 0,-1 1 0 0 0,1-1 0 0 0,-1 1 1 0 0,-1-1-1 0 0,1 1-169 0 0,1 0 1 0 0,0 0-1 0 0,-1 1 0 0 0,1-1 1 0 0,-1 0-1 0 0,1 1 0 0 0,0-1 0 0 0,-1 1 1 0 0,1-1-1 0 0,0 1 0 0 0,0 0 1 0 0,-1 0-1 0 0,1-1 0 0 0,0 1 1 0 0,0 0-1 0 0,0 0 0 0 0,0 0 1 0 0,0 0-1 0 0,0 0 0 0 0,0 0 0 0 0,1 1 1 0 0,-1-1-1 0 0,0 0 0 0 0,1 0 1 0 0,-1 1-1 0 0,0-1 0 0 0,1 0 1 0 0,0 1-1 0 0,-1-1 0 0 0,1 0 1 0 0,0 1-1 0 0,0-1 0 0 0,-1 1 0 0 0,1 1 1 0 0,-1 6 281 0 0,0 0-1 0 0,1 0 1 0 0,1 17 0 0 0,7 24 131 0 0,2-1 1 0 0,2-1-1 0 0,2 0 0 0 0,29 64 1 0 0,-26-74-1305 0 0,26 40 0 0 0,-9-17-5483 0 0,-28-48 679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1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43 123 5065 0 0,'-19'2'-826'0'0,"-5"-3"9269"0"0,40-9-5600 0 0,29-12-1290 0 0,-3 0-1090 0 0,56-21-1 0 0,-79 37-2047 0 0,1 0 0 0 0,0 2 1 0 0,23-4-1 0 0,-12 5-3446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2.1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35 263 4145 0 0,'-1'1'144'0'0,"-1"0"1"0"0,1 1 0 0 0,-1-1-1 0 0,1 1 1 0 0,-1 0-1 0 0,1-1 1 0 0,0 1 0 0 0,0 0-1 0 0,0 0 1 0 0,0 0-1 0 0,0-1 1 0 0,0 1-1 0 0,0 0 1 0 0,1 0 0 0 0,-1 1-1 0 0,0 3 1 0 0,1-5-59 0 0,1 0 1 0 0,-1 0 0 0 0,0 0-1 0 0,0-1 1 0 0,1 1-1 0 0,-1 0 1 0 0,1 0 0 0 0,-1 0-1 0 0,1 0 1 0 0,-1 0 0 0 0,1 0-1 0 0,-1 0 1 0 0,1-1-1 0 0,0 1 1 0 0,-1 0 0 0 0,1-1-1 0 0,0 1 1 0 0,0 0-1 0 0,-1-1 1 0 0,1 1 0 0 0,0-1-1 0 0,0 1 1 0 0,0-1 0 0 0,0 1-1 0 0,0-1 1 0 0,0 0-1 0 0,0 1 1 0 0,0-1 0 0 0,0 0-1 0 0,0 0 1 0 0,0 0-1 0 0,0 0 1 0 0,0 0 0 0 0,0 0-1 0 0,0 0 1 0 0,0 0 0 0 0,1-1-1 0 0,5 1 58 0 0,-1-1 1 0 0,1 0-1 0 0,-1 0 0 0 0,0 0 1 0 0,0-1-1 0 0,0 0 1 0 0,0 0-1 0 0,0-1 0 0 0,0 0 1 0 0,0 0-1 0 0,-1 0 0 0 0,1-1 1 0 0,-1 1-1 0 0,0-1 0 0 0,0-1 1 0 0,-1 1-1 0 0,1-1 0 0 0,-1 0 1 0 0,0 1-1 0 0,0-2 0 0 0,0 1 1 0 0,-1 0-1 0 0,0-1 0 0 0,3-6 1 0 0,2-6-52 0 0,-1 0 1 0 0,0 0 0 0 0,-1 0 0 0 0,-1-1 0 0 0,-1 0-1 0 0,3-35 1 0 0,-7 52-68 0 0,1 0 0 0 0,-1-1 0 0 0,0 1-1 0 0,0 0 1 0 0,0-1 0 0 0,0 1 0 0 0,0 0 0 0 0,-1-1 0 0 0,1 1-1 0 0,-1 0 1 0 0,1 0 0 0 0,-1-1 0 0 0,0 1 0 0 0,0 0-1 0 0,0 0 1 0 0,0 0 0 0 0,0 0 0 0 0,-1 0 0 0 0,1 0 0 0 0,-1 0-1 0 0,1 1 1 0 0,-1-1 0 0 0,1 0 0 0 0,-1 1 0 0 0,0-1 0 0 0,-2-1-1 0 0,1 2 49 0 0,0 0-1 0 0,0 0 0 0 0,0 1 1 0 0,0-1-1 0 0,0 1 1 0 0,0 0-1 0 0,0 0 0 0 0,0 0 1 0 0,0 0-1 0 0,0 0 0 0 0,0 1 1 0 0,0-1-1 0 0,0 1 0 0 0,0 0 1 0 0,0-1-1 0 0,0 2 0 0 0,0-1 1 0 0,0 0-1 0 0,1 0 0 0 0,-4 3 1 0 0,-4 2 64 0 0,0 1 1 0 0,0 0-1 0 0,1 0 1 0 0,0 1-1 0 0,0 1 1 0 0,0 0-1 0 0,1 0 1 0 0,1 0-1 0 0,0 1 1 0 0,0 0-1 0 0,0 0 1 0 0,2 1-1 0 0,-6 12 1 0 0,9-18-116 0 0,0 0 1 0 0,0 1-1 0 0,0 0 0 0 0,1-1 1 0 0,0 1-1 0 0,0 0 0 0 0,0-1 0 0 0,1 1 1 0 0,0 0-1 0 0,0 0 0 0 0,0 0 1 0 0,1-1-1 0 0,0 1 0 0 0,0 0 1 0 0,0 0-1 0 0,1-1 0 0 0,0 1 1 0 0,0-1-1 0 0,0 0 0 0 0,1 1 1 0 0,0-1-1 0 0,0 0 0 0 0,0-1 0 0 0,0 1 1 0 0,1 0-1 0 0,0-1 0 0 0,0 0 1 0 0,8 7-1 0 0,1-1-222 0 0,1-1 0 0 0,0-1 0 0 0,0 0 0 0 0,1-1 0 0 0,0-1-1 0 0,0 0 1 0 0,0-1 0 0 0,1 0 0 0 0,21 3 0 0 0,3-2-5964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19.1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105 91 920 0 0,'-15'3'5609'0'0,"26"-16"-4108"0"0,-21 17-753 0 0,4 0-744 0 0,-1-1 0 0 0,-1 0 0 0 0,1 0 0 0 0,0-1 0 0 0,-1 0 0 0 0,1-1 0 0 0,-1 1 0 0 0,1-2 0 0 0,-1 1 0 0 0,-9-1 0 0 0,48-3 548 0 0,0-1 0 0 0,1-1 0 0 0,51-16 0 0 0,16-4-40 0 0,-45 15-380 0 0,0 2 1 0 0,1 2-1 0 0,-1 3 0 0 0,87 6 0 0 0,-66 0-100 0 0,78-6 0 0 0,-83 0 4 0 0,104 8 0 0 0,-144-3-17 0 0,1-2 1 0 0,0-1 0 0 0,42-7 0 0 0,47-3 29 0 0,80 6-49 0 0,95 2 0 0 0,-169 12 0 0 0,-57-3 0 0 0,-1-3 0 0 0,80-7 0 0 0,82-4 632 0 0,-350 10 944 0 0,60 1-2221 0 0,-60 10 0 0 0,-45 3-505 0 0,-31-14 748 0 0,-192 10 133 0 0,331-7 186 0 0,-19 2-253 0 0,-122-3 1 0 0,121-9 128 0 0,-1 3 0 0 0,-131 13 0 0 0,158-6 113 0 0,-59-2 0 0 0,67-3 172 0 0,1 2-1 0 0,-62 9 1 0 0,54 7-1354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6.0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1 3681 0 0,'-9'4'4298'0'0,"-3"11"-2978"0"0,6-7-1049 0 0,3-4 47 0 0,0 1 1 0 0,0-1-1 0 0,1 1 0 0 0,0-1 0 0 0,0 1 1 0 0,0 0-1 0 0,0 0 0 0 0,1 0 0 0 0,-1 0 1 0 0,1 0-1 0 0,1 0 0 0 0,-1 10 0 0 0,1 7 1153 0 0,4 38 0 0 0,-1-27-894 0 0,28 654 1924 0 0,-26-553-2403 0 0,24 142 0 0 0,-4-4 558 0 0,-18-155-255 0 0,46 227 0 0 0,-37-269-311 0 0,-4 0 0 0 0,-3 0 0 0 0,0 94 0 0 0,22 244 344 0 0,-3-82-103 0 0,-21-247-146 0 0,1 31 186 0 0,-8-114-452 0 0,0-1 20 0 0,0 1 1 0 0,0-1-1 0 0,0 0 0 0 0,0 1 0 0 0,0-1 0 0 0,0 0 1 0 0,0 0-1 0 0,0 1 0 0 0,0-1 0 0 0,0 0 0 0 0,0 1 1 0 0,0-1-1 0 0,0 0 0 0 0,0 1 0 0 0,0-1 0 0 0,1 0 1 0 0,-1 1-1 0 0,0-1 0 0 0,0 0 0 0 0,0 0 0 0 0,1 1 1 0 0,-1-1-1 0 0,0 0 0 0 0,0 0 0 0 0,0 1 0 0 0,1-1 1 0 0,-1 0-1 0 0,0 0 0 0 0,1 0 0 0 0,-1 1 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6.9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102 530 4609 0 0,'-17'5'1006'0'0,"0"1"0"0"0,1 1 0 0 0,-21 11-1 0 0,22-10 1061 0 0,28-11 1806 0 0,17 3-2799 0 0,0-1-897 0 0,18-8-90 0 0,-1-2-1 0 0,66-25 1 0 0,30-7 45 0 0,459-56 507 0 0,-223 46-311 0 0,-38 12 325 0 0,-109 17-288 0 0,211-23 99 0 0,263-40 666 0 0,107-18-905 0 0,-249 91-224 0 0,-94 64 36 0 0,-407-41-8 0 0,32 4-59 0 0,246 27 897 0 0,-193-29-227 0 0,419 35 164 0 0,-348-34-1505 0 0,-155-10-5764 0 0,-45-1-69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7.7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5 920 0 0,'-5'-1'7910'0'0,"25"-1"-6699"0"0,32 0-1706 0 0,111 7 1903 0 0,98 7-1846 0 0,-260-12 285 0 0,0 0 1 0 0,0 1-1 0 0,0-1 1 0 0,-1 0 0 0 0,1 0-1 0 0,0 1 1 0 0,0-1 0 0 0,-1 0-1 0 0,1 1 1 0 0,0-1-1 0 0,0 0 1 0 0,-1 1 0 0 0,1-1-1 0 0,0 1 1 0 0,-1 0-1 0 0,1-1 1 0 0,-1 1 0 0 0,1 0-1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8.8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1 1376 0 0,'-10'0'111'0'0,"-31"1"1081"0"0,39-1-1001 0 0,1 0 1 0 0,0 0-1 0 0,0 0 1 0 0,-1 0-1 0 0,1 1 1 0 0,0-1-1 0 0,-1 0 1 0 0,1 1-1 0 0,0-1 1 0 0,0 1-1 0 0,-1-1 1 0 0,1 1 0 0 0,0 0-1 0 0,0 0 1 0 0,0-1-1 0 0,0 1 1 0 0,0 0-1 0 0,0 0 1 0 0,0 0-1 0 0,0 0 1 0 0,0 0-1 0 0,1 0 1 0 0,-1 0-1 0 0,-1 2 1 0 0,2 0 218 0 0,1-1 0 0 0,-1 1-1 0 0,0-1 1 0 0,1 0 0 0 0,-1 1 0 0 0,1-1-1 0 0,0 1 1 0 0,0-1 0 0 0,0 0 0 0 0,0 0 0 0 0,0 1-1 0 0,1-1 1 0 0,1 2 0 0 0,10 26 1717 0 0,-12 2-1141 0 0,-1 1 0 0 0,-6 48 1 0 0,2-44-658 0 0,2 59 1 0 0,-2 331 1806 0 0,3-342-1969 0 0,15 139 1 0 0,-6-140-127 0 0,0 147 497 0 0,-5-104-304 0 0,-3-48-171 0 0,0-36 7 0 0,8 71 1 0 0,4-14 18 0 0,-4 0 0 0 0,-6 120 0 0 0,-3-205-81 0 0,-1 56 46 0 0,9 111 1 0 0,-4-139 24 0 0,-3 55 1 0 0,-1-64-41 0 0,1 0 1 0 0,1 0 0 0 0,7 36-1 0 0,15 17 213 0 0,-13-54-92 0 0,7 40-1 0 0,28 129-159 0 0,-38-150 17 0 0,-5-29-1 0 0,1-1-1 0 0,11 37 1 0 0,-13-54-160 0 0,0-1 0 0 0,0 1 1 0 0,-1-1-1 0 0,0 1 0 0 0,0-1 0 0 0,0 6 0 0 0,1 21-988 0 0,-1-28 430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4.1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3054 0 1376 0 0,'0'0'107'0'0,"-1"1"-66"0"0,-23 27 1649 0 0,1 0-1 0 0,1 2 0 0 0,2 0 1 0 0,-19 39-1 0 0,-32 47 215 0 0,-34 48 13 0 0,-96 204 1 0 0,182-331-1823 0 0,-78 146 176 0 0,-52 104-240 0 0,94-175-31 0 0,-184 373 0 0 0,96-250 0 0 0,42-74 0 0 0,-322 494 337 0 0,371-585-204 0 0,-15 19 176 0 0,-67 119 1 0 0,-9 76 719 0 0,54-104-217 0 0,-233 487 694 0 0,112-247 101 0 0,136-281-1283 0 0,28-43-241 0 0,28-56-39 0 0,-1-1 0 0 0,-2-1 0 0 0,-32 44 0 0 0,42-66-789 0 0,1 0 1 0 0,0 1 0 0 0,-9 25-1 0 0,1-5-338 0 0,13-27 71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4.9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181 107 3225 0 0,'0'-6'429'0'0,"-1"0"1"0"0,0 0 0 0 0,0 0-1 0 0,0 0 1 0 0,-1 0 0 0 0,0 1-1 0 0,0-1 1 0 0,0 0 0 0 0,-1 1-1 0 0,0-1 1 0 0,0 1-1 0 0,0 0 1 0 0,-8-8 0 0 0,10 11-225 0 0,0 1-1 0 0,-1-1 1 0 0,1 1 0 0 0,-1-1 0 0 0,0 1-1 0 0,1-1 1 0 0,-1 1 0 0 0,0 0 0 0 0,0 0 0 0 0,0 0-1 0 0,0 0 1 0 0,0 0 0 0 0,0 1 0 0 0,0-1-1 0 0,0 0 1 0 0,0 1 0 0 0,0 0 0 0 0,0-1 0 0 0,-1 1-1 0 0,1 0 1 0 0,0 0 0 0 0,0 0 0 0 0,0 0 0 0 0,0 1-1 0 0,-1-1 1 0 0,1 1 0 0 0,0-1 0 0 0,0 1-1 0 0,0 0 1 0 0,0-1 0 0 0,0 1 0 0 0,0 0 0 0 0,0 0-1 0 0,0 1 1 0 0,1-1 0 0 0,-1 0 0 0 0,0 1-1 0 0,1-1 1 0 0,-1 1 0 0 0,-1 1 0 0 0,-4 6-55 0 0,-1 0 0 0 0,2 1 0 0 0,-1 0 0 0 0,2 0 1 0 0,-1 0-1 0 0,1 0 0 0 0,1 1 0 0 0,0 0 0 0 0,0 0 0 0 0,1 0 0 0 0,0 1 1 0 0,1-1-1 0 0,1 1 0 0 0,0-1 0 0 0,0 16 0 0 0,1-6-93 0 0,1-1 0 0 0,1 0 0 0 0,1 1-1 0 0,0-1 1 0 0,2 0 0 0 0,0-1 0 0 0,16 38-1 0 0,-17-49-47 0 0,0 0 0 0 0,0 0 0 0 0,1-1 0 0 0,0 1 0 0 0,1-1 0 0 0,-1 0 0 0 0,1 0 0 0 0,1-1 0 0 0,-1 0 0 0 0,1 0 0 0 0,0 0 0 0 0,1-1 0 0 0,-1 0 0 0 0,17 8 0 0 0,-18-11-105 0 0,1 0 0 0 0,-1 0 0 0 0,0-1 0 0 0,0 1 1 0 0,1-1-1 0 0,-1-1 0 0 0,1 1 0 0 0,-1-1 0 0 0,1 0 0 0 0,-1-1 0 0 0,0 0 0 0 0,1 0 0 0 0,-1 0 0 0 0,0 0 1 0 0,1-1-1 0 0,-1 0 0 0 0,0-1 0 0 0,0 1 0 0 0,-1-1 0 0 0,1 0 0 0 0,10-8 0 0 0,-4 1-851 0 0,1 0-1 0 0,-2-1 0 0 0,1 0 1 0 0,-2-1-1 0 0,1-1 0 0 0,11-18 1 0 0,45-86-2878 0 0,-61 104 3936 0 0,11-18-111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5.3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 9218 0 0,'-1'1'112'0'0,"0"0"0"0"0,0 0 0 0 0,-1 0 1 0 0,1 1-1 0 0,0-1 0 0 0,0 0 0 0 0,1 0 0 0 0,-1 1 0 0 0,0-1 0 0 0,0 1 1 0 0,1-1-1 0 0,-1 1 0 0 0,1-1 0 0 0,-1 1 0 0 0,1-1 0 0 0,0 1 0 0 0,-1 3 0 0 0,2-2 137 0 0,-1 1 0 0 0,1-1 0 0 0,0 1 0 0 0,1-1-1 0 0,-1 0 1 0 0,0 1 0 0 0,3 3 0 0 0,49 87 2498 0 0,7 16-1283 0 0,-39-59-1121 0 0,-15-35-336 0 0,0-1 1 0 0,0 0-1 0 0,1-1 1 0 0,1 1-1 0 0,1-1 1 0 0,17 22-1 0 0,-22-39-334 0 0,-3-11-203 0 0,-1-12-409 0 0,-2 7 457 0 0,1 0 0 0 0,0 0 0 0 0,2 0 1 0 0,0 0-1 0 0,2 0 0 0 0,5-25 0 0 0,-7 39 631 0 0,1-1 0 0 0,-1 1 0 0 0,1 0 0 0 0,0 0 0 0 0,0 0 0 0 0,1 0-1 0 0,0 0 1 0 0,-1 1 0 0 0,2-1 0 0 0,-1 1 0 0 0,0 0 0 0 0,1 0 0 0 0,0 0-1 0 0,0 0 1 0 0,0 1 0 0 0,0-1 0 0 0,1 1 0 0 0,-1 0 0 0 0,1 0 0 0 0,0 1-1 0 0,0 0 1 0 0,0-1 0 0 0,0 2 0 0 0,0-1 0 0 0,1 0 0 0 0,7 0 0 0 0,-9 2-15 0 0,-1 0 1 0 0,0 0-1 0 0,0 0 0 0 0,0 0 1 0 0,1 1-1 0 0,-1 0 1 0 0,0 0-1 0 0,0-1 1 0 0,0 2-1 0 0,0-1 1 0 0,0 0-1 0 0,0 1 1 0 0,0-1-1 0 0,-1 1 1 0 0,1 0-1 0 0,0 0 1 0 0,-1 0-1 0 0,1 0 1 0 0,-1 0-1 0 0,0 1 1 0 0,3 3-1 0 0,5 7-170 0 0,0 1 0 0 0,-1 0-1 0 0,7 17 1 0 0,5 7-1006 0 0,-4-14-1787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5.8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65 4145 0 0,'-10'-41'2294'0'0,"0"22"601"0"0,9 19-2772 0 0,1-1 1 0 0,0 1-1 0 0,-1-1 1 0 0,1 1-1 0 0,-1 0 1 0 0,1 0-1 0 0,0-1 1 0 0,-1 1-1 0 0,1 0 1 0 0,-1 0-1 0 0,1-1 1 0 0,-1 1-1 0 0,1 0 1 0 0,-1 0-1 0 0,1 0 1 0 0,0 0-1 0 0,-1 0 1 0 0,1 0-1 0 0,-1 0 1 0 0,1 0-1 0 0,-1 0 1 0 0,1 0-1 0 0,-1 0 1 0 0,1 0-1 0 0,-1 0 1 0 0,1 0-1 0 0,-1 0 1 0 0,1 0-1 0 0,-1 0 1 0 0,1 1-1 0 0,-1-1 1 0 0,-1 2 131 0 0,0-1 1 0 0,0 1-1 0 0,0 0 1 0 0,1 0 0 0 0,-1 0-1 0 0,1 0 1 0 0,0 0 0 0 0,-1 0-1 0 0,1 0 1 0 0,0 0 0 0 0,0 0-1 0 0,0 1 1 0 0,0-1 0 0 0,1 0-1 0 0,-1 1 1 0 0,1-1-1 0 0,-1 3 1 0 0,-3 48 856 0 0,4-42-876 0 0,-1 5-192 0 0,0-3-2 0 0,0 0-1 0 0,1 0 1 0 0,0-1 0 0 0,1 1-1 0 0,1 0 1 0 0,0 0 0 0 0,7 23-1 0 0,-9-35-72 0 0,1 1-1 0 0,0-1 1 0 0,-1 1-1 0 0,1-1 1 0 0,0 1-1 0 0,0-1 1 0 0,0 0 0 0 0,0 1-1 0 0,0-1 1 0 0,0 0-1 0 0,1 0 1 0 0,-1 0-1 0 0,0 0 1 0 0,2 1-1 0 0,-2-1-16 0 0,0-1 0 0 0,0 0 0 0 0,-1 0 0 0 0,1 0 0 0 0,0 1 0 0 0,0-1 0 0 0,-1 0-1 0 0,1 0 1 0 0,0 0 0 0 0,0 0 0 0 0,-1 0 0 0 0,1-1 0 0 0,0 1 0 0 0,0 0 0 0 0,-1 0 0 0 0,1 0-1 0 0,0-1 1 0 0,0 1 0 0 0,-1 0 0 0 0,1-1 0 0 0,1 0 0 0 0,0-1-86 0 0,1 0 1 0 0,-1 0 0 0 0,0-1-1 0 0,0 1 1 0 0,0-1-1 0 0,0 0 1 0 0,-1 1 0 0 0,1-1-1 0 0,-1 0 1 0 0,1 0-1 0 0,-1 0 1 0 0,2-5-1 0 0,5-38-219 0 0,-7 37 934 0 0,1-1-1 0 0,-1 1 1 0 0,2 0-1 0 0,-1 0 1 0 0,1 0-1 0 0,7-14 1 0 0,-9 22-538 0 0,-1 1 1 0 0,1-1 0 0 0,-1 1-1 0 0,1 0 1 0 0,-1-1-1 0 0,1 1 1 0 0,0 0 0 0 0,-1 0-1 0 0,1 0 1 0 0,0-1 0 0 0,-1 1-1 0 0,1 0 1 0 0,0 0 0 0 0,-1 0-1 0 0,1 0 1 0 0,0 0-1 0 0,-1 0 1 0 0,1 0 0 0 0,0 0-1 0 0,-1 1 1 0 0,1-1 0 0 0,-1 0-1 0 0,1 0 1 0 0,0 0 0 0 0,-1 1-1 0 0,1-1 1 0 0,-1 0 0 0 0,1 1-1 0 0,0-1 1 0 0,-1 1-1 0 0,1-1 1 0 0,-1 0 0 0 0,1 1-1 0 0,-1-1 1 0 0,0 1 0 0 0,1-1-1 0 0,0 2 1 0 0,24 24 10 0 0,-20-21 77 0 0,11 11-14 0 0,0-2 1 0 0,1 0 0 0 0,23 15 0 0 0,-31-23-338 0 0,0-1 1 0 0,0-1-1 0 0,15 6 1 0 0,-16-8-534 0 0,-1 0 0 0 0,1 0 0 0 0,0-1 1 0 0,0 0-1 0 0,10 0 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6.3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15 115 2817 0 0,'-1'0'79'0'0,"1"0"1"0"0,-1 0 0 0 0,1 0 0 0 0,-1 0 0 0 0,1 0 0 0 0,-1 0 0 0 0,1 0 0 0 0,-1 0 0 0 0,1 0-1 0 0,-1 0 1 0 0,1-1 0 0 0,-1 1 0 0 0,1 0 0 0 0,-1 0 0 0 0,1-1 0 0 0,-1 1 0 0 0,1 0 0 0 0,-1-1-1 0 0,1 1 1 0 0,0 0 0 0 0,-1-1 0 0 0,1 1 0 0 0,-1 0 0 0 0,1-1 0 0 0,0 1 0 0 0,0-1 0 0 0,-1 1-1 0 0,1-1 1 0 0,0 1 0 0 0,0-1 0 0 0,-1 1 0 0 0,1-1 0 0 0,0 1 0 0 0,0-1 0 0 0,0 1 0 0 0,0-1-1 0 0,0 1 1 0 0,0-1 0 0 0,0 1 0 0 0,0-1 0 0 0,0 1 0 0 0,0-1 0 0 0,0 1 0 0 0,0-1 0 0 0,0 0-1 0 0,1 1 1 0 0,-1-1 0 0 0,0 1 0 0 0,0 0 0 0 0,0-1 0 0 0,1 0 0 0 0,0-1 394 0 0,-1 1 1 0 0,1-1 0 0 0,0 1-1 0 0,0-1 1 0 0,-1 1-1 0 0,1-1 1 0 0,1 1 0 0 0,-1-1-1 0 0,0 1 1 0 0,0 0-1 0 0,0-1 1 0 0,1 1-1 0 0,-1 0 1 0 0,3-1 0 0 0,-2 1-209 0 0,0 0 0 0 0,0 1 0 0 0,0-1 0 0 0,0 1 0 0 0,0-1 0 0 0,1 1 1 0 0,-1 0-1 0 0,0 0 0 0 0,0 0 0 0 0,0 0 0 0 0,0 0 0 0 0,1 1 0 0 0,-1-1 1 0 0,0 0-1 0 0,0 1 0 0 0,0 0 0 0 0,0 0 0 0 0,4 1 0 0 0,-3 1-76 0 0,1-1-1 0 0,-1 1 1 0 0,0-1-1 0 0,0 1 1 0 0,0 0-1 0 0,0 1 0 0 0,0-1 1 0 0,-1 0-1 0 0,3 5 1 0 0,4 8-81 0 0,-1-1 1 0 0,-1 2-1 0 0,8 27 0 0 0,-14-40-17 0 0,8 22-377 0 0,18 40-1 0 0,-29-72-89 0 0,0-1 1 0 0,0 1-1 0 0,1 0 0 0 0,-1-13 0 0 0,-2-6-74 0 0,1 9 403 0 0,1 1 0 0 0,0-1 1 0 0,1 0-1 0 0,1 0 0 0 0,0 0 0 0 0,3-19 0 0 0,-2 30 111 0 0,0 0-1 0 0,0 0 1 0 0,0 0-1 0 0,0 1 1 0 0,1-1-1 0 0,-1 0 1 0 0,1 1-1 0 0,0-1 1 0 0,1 1-1 0 0,-1 0 1 0 0,1 0-1 0 0,0 0 0 0 0,0 0 1 0 0,0 0-1 0 0,0 1 1 0 0,1-1-1 0 0,-1 1 1 0 0,1 0-1 0 0,0 0 1 0 0,0 0-1 0 0,0 1 1 0 0,1-1-1 0 0,-1 1 0 0 0,8-3 1 0 0,-10 5 3 0 0,0 0 0 0 0,0-1 0 0 0,0 1 0 0 0,0 0 0 0 0,0 1 0 0 0,0-1 0 0 0,0 0 0 0 0,1 1 0 0 0,-1-1 0 0 0,0 1 0 0 0,0-1 0 0 0,-1 1 0 0 0,1 0 0 0 0,0 0 0 0 0,0 0 0 0 0,0 0 0 0 0,0 0 0 0 0,-1 0 1 0 0,1 1-1 0 0,0-1 0 0 0,-1 0 0 0 0,1 1 0 0 0,-1-1 0 0 0,2 3 0 0 0,5 7 83 0 0,0-1-1 0 0,11 21 1 0 0,-11-18-42 0 0,5 8-292 0 0,-1 1-1 0 0,-1 0 1 0 0,-1 0 0 0 0,-1 1 0 0 0,-1 1 0 0 0,-1-1-1 0 0,5 29 1 0 0,-13-44-2173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7.0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97 1376 0 0,'-2'-1'229'0'0,"0"0"0"0"0,0 0 0 0 0,1 0-1 0 0,-1-1 1 0 0,0 1 0 0 0,0-1 0 0 0,1 1 0 0 0,-1-1-1 0 0,1 0 1 0 0,-1 0 0 0 0,1 1 0 0 0,0-1 0 0 0,-1 0-1 0 0,1 0 1 0 0,0 0 0 0 0,0-1 0 0 0,1 1 0 0 0,-1 0-1 0 0,0 0 1 0 0,1 0 0 0 0,-1-4 0 0 0,2 4 118 0 0,-1-1 1 0 0,1 1 0 0 0,0-1-1 0 0,0 0 1 0 0,0 1-1 0 0,0 0 1 0 0,0-1 0 0 0,0 1-1 0 0,1 0 1 0 0,-1-1 0 0 0,1 1-1 0 0,0 0 1 0 0,0 0 0 0 0,-1 0-1 0 0,1 1 1 0 0,1-1 0 0 0,-1 0-1 0 0,4-2 1 0 0,-4 3-188 0 0,-1 0 0 0 0,1 0 0 0 0,0-1 0 0 0,0 1 0 0 0,0 1 0 0 0,0-1 0 0 0,0 0 1 0 0,0 0-1 0 0,0 1 0 0 0,0-1 0 0 0,0 1 0 0 0,0-1 0 0 0,0 1 0 0 0,0 0 0 0 0,0 0 0 0 0,0 0 1 0 0,1 0-1 0 0,-1 1 0 0 0,0-1 0 0 0,0 0 0 0 0,0 1 0 0 0,0-1 0 0 0,0 1 0 0 0,0 0 0 0 0,0 0 0 0 0,0 0 1 0 0,0 0-1 0 0,-1 0 0 0 0,1 0 0 0 0,0 0 0 0 0,0 1 0 0 0,-1-1 0 0 0,1 1 0 0 0,-1-1 0 0 0,0 1 0 0 0,1-1 1 0 0,-1 1-1 0 0,2 2 0 0 0,5 9 32 0 0,1 1 1 0 0,-2 0-1 0 0,0 0 0 0 0,7 18 1 0 0,-6-12 30 0 0,6 8-176 0 0,14 36 36 0 0,-26-60-80 0 0,-1 0 0 0 0,0 0-1 0 0,0-1 1 0 0,0 1 0 0 0,-1 0-1 0 0,1 0 1 0 0,-1 0 0 0 0,0 0 0 0 0,0 0-1 0 0,-1 0 1 0 0,1 0 0 0 0,-1 0 0 0 0,-1 7-1 0 0,2-11-5 0 0,0 0 0 0 0,0 0 0 0 0,0 0 0 0 0,0 0-1 0 0,0 1 1 0 0,0-1 0 0 0,0 0 0 0 0,-1 0 0 0 0,1 0 0 0 0,0 0-1 0 0,0 1 1 0 0,0-1 0 0 0,0 0 0 0 0,0 0 0 0 0,0 0-1 0 0,0 0 1 0 0,0 0 0 0 0,0 0 0 0 0,-1 0 0 0 0,1 1 0 0 0,0-1-1 0 0,0 0 1 0 0,0 0 0 0 0,0 0 0 0 0,0 0 0 0 0,-1 0-1 0 0,1 0 1 0 0,0 0 0 0 0,0 0 0 0 0,0 0 0 0 0,0 0 0 0 0,0 0-1 0 0,-1 0 1 0 0,1 0 0 0 0,0 0 0 0 0,0 0 0 0 0,0 0 0 0 0,0 0-1 0 0,-1 0 1 0 0,1 0 0 0 0,0 0 0 0 0,0 0 0 0 0,0 0-1 0 0,0 0 1 0 0,-1 0 0 0 0,-5-8-331 0 0,-1-11-271 0 0,5 0 531 0 0,2 0 1 0 0,0 0-1 0 0,2 0 0 0 0,0 0 1 0 0,1 0-1 0 0,0 1 1 0 0,2-1-1 0 0,0 1 0 0 0,12-26 1 0 0,-16 41 91 0 0,0 1 0 0 0,0 0 1 0 0,0 0-1 0 0,0 0 0 0 0,1 0 1 0 0,-1 1-1 0 0,0-1 0 0 0,1 0 1 0 0,0 0-1 0 0,-1 1 0 0 0,1-1 1 0 0,0 1-1 0 0,0 0 0 0 0,0-1 1 0 0,0 1-1 0 0,0 0 0 0 0,0 0 1 0 0,0 0-1 0 0,0 0 0 0 0,0 1 1 0 0,1-1-1 0 0,2 0 0 0 0,0 0 108 0 0,0 1 0 0 0,0 0 0 0 0,0 0 0 0 0,0 0 0 0 0,0 1 0 0 0,0 0-1 0 0,0 0 1 0 0,0 0 0 0 0,7 3 0 0 0,-8-3-104 0 0,-1 1-1 0 0,0-1 1 0 0,0 1 0 0 0,0 0-1 0 0,0 0 1 0 0,0 0 0 0 0,-1 0-1 0 0,1 0 1 0 0,0 1 0 0 0,-1-1-1 0 0,0 1 1 0 0,0 0 0 0 0,1 0-1 0 0,-2-1 1 0 0,1 2 0 0 0,2 3-1 0 0,1 5-162 0 0,-1 0-1 0 0,0 1 0 0 0,3 15 0 0 0,10 29-2054 0 0,-12-46 1188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7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14 513 7834 0 0,'0'2'238'0'0,"-1"-1"1"0"0,1 1 0 0 0,-1 0-1 0 0,1-1 1 0 0,0 1 0 0 0,-1 0-1 0 0,1-1 1 0 0,0 1 0 0 0,0 0-1 0 0,0-1 1 0 0,0 1 0 0 0,1 0-1 0 0,-1-1 1 0 0,1 3 0 0 0,7-3 2984 0 0,8-11-1378 0 0,-8 2-1698 0 0,0 0 0 0 0,-1 0 0 0 0,0-1 0 0 0,0 0 0 0 0,0 0 0 0 0,-1 0 0 0 0,-1-1 0 0 0,0 0 0 0 0,0 0 0 0 0,-1-1 0 0 0,0 1 0 0 0,2-13 0 0 0,-4 17-210 0 0,-1 0 0 0 0,0 0 0 0 0,-1 0 0 0 0,0 0 0 0 0,1 0 0 0 0,-2 0-1 0 0,1-1 1 0 0,-1 1 0 0 0,0 0 0 0 0,-3-9 0 0 0,3 11-89 0 0,-1 0 0 0 0,0 0 0 0 0,0 1 0 0 0,0-1 0 0 0,0 0 0 0 0,-1 1 0 0 0,0-1 0 0 0,1 1 0 0 0,-1 0 0 0 0,0 0 0 0 0,-1 0 0 0 0,1 0 0 0 0,0 1 0 0 0,-1-1 0 0 0,0 1 0 0 0,-4-3 0 0 0,7 5 119 0 0,0-1 0 0 0,0 1 0 0 0,0 0-1 0 0,0-1 1 0 0,0 1 0 0 0,0 0 0 0 0,0-1 0 0 0,0 1-1 0 0,0 0 1 0 0,0 0 0 0 0,0 0 0 0 0,0 0 0 0 0,0 0-1 0 0,0 0 1 0 0,0 0 0 0 0,-1 0 0 0 0,1 1-1 0 0,0-1 1 0 0,0 0 0 0 0,0 0 0 0 0,0 1 0 0 0,1-1-1 0 0,-1 1 1 0 0,0-1 0 0 0,-2 2 0 0 0,1 0 22 0 0,1 0 0 0 0,-1 0 1 0 0,0 0-1 0 0,1 0 0 0 0,-1 0 1 0 0,1 0-1 0 0,-1 1 0 0 0,1-1 1 0 0,0 0-1 0 0,-1 4 0 0 0,-2 6 81 0 0,1 1-1 0 0,0 0 1 0 0,-1 15-1 0 0,4-26-86 0 0,-2 12 46 0 0,1-1 0 0 0,0 1 0 0 0,1-1 0 0 0,1 0 0 0 0,0 1 0 0 0,1-1 0 0 0,1 0 0 0 0,0 0 0 0 0,5 15-1 0 0,-6-23-25 0 0,-1-2-1 0 0,1 1 1 0 0,0 0-1 0 0,0 0 0 0 0,1 0 1 0 0,-1-1-1 0 0,1 1 1 0 0,-1-1-1 0 0,1 0 0 0 0,0 0 1 0 0,1 0-1 0 0,-1 0 0 0 0,0-1 1 0 0,1 1-1 0 0,0-1 1 0 0,-1 0-1 0 0,1 0 0 0 0,0 0 1 0 0,0 0-1 0 0,0-1 1 0 0,0 0-1 0 0,0 1 0 0 0,1-2 1 0 0,-1 1-1 0 0,0 0 0 0 0,0-1 1 0 0,1 0-1 0 0,-1 0 1 0 0,0 0-1 0 0,1 0 0 0 0,-1-1 1 0 0,6-1-1 0 0,-1 0-175 0 0,0-1-1 0 0,0-1 1 0 0,-1 1 0 0 0,1-1-1 0 0,-1-1 1 0 0,0 1-1 0 0,0-1 1 0 0,0-1 0 0 0,0 0-1 0 0,-1 0 1 0 0,0 0-1 0 0,-1-1 1 0 0,1 0 0 0 0,-1 0-1 0 0,8-14 1 0 0,6-9-113 0 0,-2-1 0 0 0,25-58-1 0 0,-25 46 552 0 0,20-64-1 0 0,-34 93 37 0 0,-1-1 0 0 0,0 1 0 0 0,-1 0-1 0 0,0-1 1 0 0,-1 1 0 0 0,-1-1 0 0 0,0 1 0 0 0,-1-1-1 0 0,-3-14 1 0 0,4 28-186 0 0,0 1 1 0 0,0-1-1 0 0,0 0 1 0 0,-1 0-1 0 0,1 1 0 0 0,0-1 1 0 0,0 0-1 0 0,0 1 0 0 0,-1-1 1 0 0,1 0-1 0 0,0 1 0 0 0,-1-1 1 0 0,1 0-1 0 0,0 1 0 0 0,-1-1 1 0 0,1 0-1 0 0,-1 1 0 0 0,1-1 1 0 0,-1 1-1 0 0,1-1 0 0 0,-1 1 1 0 0,0-1-1 0 0,1 1 0 0 0,-1 0 1 0 0,1-1-1 0 0,-1 1 0 0 0,0 0 1 0 0,1-1-1 0 0,-1 1 0 0 0,0 0 1 0 0,0 0-1 0 0,1 0 0 0 0,-1-1 1 0 0,0 1-1 0 0,0 0 0 0 0,1 0 1 0 0,-1 0-1 0 0,0 0 0 0 0,1 0 1 0 0,-1 1-1 0 0,-1-1 1 0 0,1 1-23 0 0,0-1 1 0 0,0 1 0 0 0,1 0 0 0 0,-1-1 0 0 0,0 1-1 0 0,1 0 1 0 0,-1 0 0 0 0,0-1 0 0 0,1 1 0 0 0,-1 0-1 0 0,1 0 1 0 0,0 0 0 0 0,-1 0 0 0 0,1 0 0 0 0,0 0-1 0 0,-1 0 1 0 0,1 0 0 0 0,0 0 0 0 0,0 0 0 0 0,0 0-1 0 0,0 0 1 0 0,0 0 0 0 0,0 0 0 0 0,0 0 0 0 0,0 0-1 0 0,0 0 1 0 0,0 0 0 0 0,1 0 0 0 0,-1 0 0 0 0,0-1-1 0 0,1 1 1 0 0,-1 0 0 0 0,1 1 0 0 0,40 110 462 0 0,37 170 1 0 0,-50-172-2081 0 0,-24-95-3922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7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12899 0 0,'0'3'1152'0'0,"-2"2"1185"0"0,1-2-1177 0 0,0 0 8 0 0,-1-1-752 0 0,2 0-144 0 0,2-4 200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8.28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132 750 5529 0 0,'-15'-5'269'0'0,"1"-1"0"0"0,-1-1 0 0 0,1 0 1 0 0,1-1-1 0 0,-19-14 0 0 0,30 21-224 0 0,-1-1 1 0 0,1 0-1 0 0,0 0 1 0 0,0 1-1 0 0,0-1 0 0 0,1-1 1 0 0,-1 1-1 0 0,0 0 1 0 0,1 0-1 0 0,-1-1 1 0 0,1 1-1 0 0,0 0 1 0 0,0-1-1 0 0,0 0 1 0 0,0 1-1 0 0,0-1 0 0 0,1 1 1 0 0,-1-1-1 0 0,1 0 1 0 0,0 0-1 0 0,-1 1 1 0 0,1-1-1 0 0,0 0 1 0 0,1 0-1 0 0,-1 1 1 0 0,0-1-1 0 0,1 0 0 0 0,0 1 1 0 0,-1-1-1 0 0,1 0 1 0 0,0 1-1 0 0,1-1 1 0 0,-1 1-1 0 0,0 0 1 0 0,1-1-1 0 0,-1 1 1 0 0,1 0-1 0 0,0 0 0 0 0,2-4 1 0 0,12-9 145 0 0,1 0 0 0 0,0 0 0 0 0,1 2 0 0 0,0 0 0 0 0,34-17 0 0 0,12-9-49 0 0,40-30 330 0 0,184-90 0 0 0,-35 47 387 0 0,-183 86-718 0 0,124-29 0 0 0,-136 43-27 0 0,0 2 0 0 0,0 3 0 0 0,95 1 1 0 0,-127 7-112 0 0,-1 1 1 0 0,1 1 0 0 0,-1 1 0 0 0,1 1 0 0 0,-1 1 0 0 0,-1 2 0 0 0,1 0 0 0 0,-1 2 0 0 0,-1 0 0 0 0,39 24 0 0 0,-49-24 102 0 0,1 1 0 0 0,-2 0 0 0 0,0 1 0 0 0,0 0 0 0 0,-1 1 0 0 0,0 0 0 0 0,16 27 0 0 0,0 10 247 0 0,22 52-1 0 0,-22-43-244 0 0,209 560 965 0 0,-206-532-504 0 0,85 283 934 0 0,-78-272-1570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8.88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0 205 1840 0 0,'3'-23'6386'0'0,"-2"22"-6276"0"0,2 1 76 0 0,-1-1 0 0 0,1 1-1 0 0,-1-1 1 0 0,1 1-1 0 0,0 0 1 0 0,-1 0 0 0 0,1 0-1 0 0,-1 0 1 0 0,1 0 0 0 0,3 1-1 0 0,13 8 336 0 0,-1 0 0 0 0,-1 2 0 0 0,0 0 0 0 0,0 1 0 0 0,-1 0 0 0 0,27 28 0 0 0,-18-17-402 0 0,33 24 1 0 0,-16-19-63 0 0,57 30 0 0 0,-85-51-46 0 0,0-1-1 0 0,1 0 1 0 0,0 0 0 0 0,0-2 0 0 0,0 0 0 0 0,0-1-1 0 0,1 0 1 0 0,22 0 0 0 0,-30-3 98 0 0,0-1-1 0 0,0-1 0 0 0,-1 1 1 0 0,1-2-1 0 0,-1 1 1 0 0,1-1-1 0 0,-1 0 1 0 0,0 0-1 0 0,0-1 1 0 0,0 0-1 0 0,0 0 1 0 0,-1-1-1 0 0,0 1 1 0 0,0-1-1 0 0,0-1 1 0 0,-1 1-1 0 0,6-8 0 0 0,11-13 667 0 0,-2-1-1 0 0,27-46 1 0 0,-41 63-729 0 0,21-40 285 0 0,-2-1 0 0 0,22-68 0 0 0,-38 95-438 0 0,5-10-164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1.45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35 2505 5065 0 0,'-19'-23'1739'0'0,"16"17"-1644"0"0,0 0 1 0 0,1-1-1 0 0,0 1 0 0 0,0-1 0 0 0,1 1 1 0 0,0-1-1 0 0,0 0 0 0 0,0 1 1 0 0,1-1-1 0 0,0 0 0 0 0,0 1 0 0 0,1-1 1 0 0,0 0-1 0 0,3-11 0 0 0,3-10-11 0 0,2-1 0 0 0,13-28 0 0 0,-9 25 434 0 0,56-131 888 0 0,30-85 106 0 0,-25-85-607 0 0,-3 7-5 0 0,-51 269-773 0 0,2 1 0 0 0,3 0 1 0 0,1 2-1 0 0,4 1 0 0 0,1 1 1 0 0,3 2-1 0 0,44-51 0 0 0,-41 60-42 0 0,1 2 0 0 0,83-65 0 0 0,101-44 26 0 0,-154 107 120 0 0,19-13-169 0 0,3 4 1 0 0,154-63 0 0 0,-152 83-647 0 0,128-26-1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2.09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106 11 4145 0 0,'-19'0'1092'0'0,"-1"-2"0"0"0,1 0 1 0 0,-28-4 3069 0 0,65 25-3069 0 0,-5-14-662 0 0,0 0-1 0 0,0-1 1 0 0,26 5-1 0 0,-24-6-219 0 0,-1 0 0 0 0,0 1 0 0 0,17 7 0 0 0,-6 0-140 0 0,2-1 0 0 0,-1-1 1 0 0,1-1-1 0 0,1-2 0 0 0,-1 0 0 0 0,1-2 0 0 0,0-1 0 0 0,0-2 0 0 0,42-2 0 0 0,-63 1-21 0 0,-1 0 0 0 0,1 0 0 0 0,-1 0 0 0 0,0 1 0 0 0,1 0 0 0 0,-1 0 0 0 0,0 1 0 0 0,11 3 0 0 0,-16-4-28 0 0,0-1 0 0 0,0 1-1 0 0,1 0 1 0 0,-1 0-1 0 0,0-1 1 0 0,0 1-1 0 0,0 0 1 0 0,0 0 0 0 0,0 0-1 0 0,0 0 1 0 0,0 0-1 0 0,0 1 1 0 0,-1-1-1 0 0,1 0 1 0 0,0 0 0 0 0,-1 1-1 0 0,2 1 1 0 0,-2-1 73 0 0,0 0 1 0 0,0 0 0 0 0,0 0-1 0 0,0 1 1 0 0,0-1 0 0 0,0 0 0 0 0,0 0-1 0 0,-1 0 1 0 0,1 0 0 0 0,-1 0-1 0 0,1 0 1 0 0,-1 0 0 0 0,0-1 0 0 0,0 1-1 0 0,-2 3 1 0 0,-25 43 1244 0 0,-4 7-742 0 0,-26 60 0 0 0,-52 172-2626 0 0,97-248 744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6.4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1 200 3225 0 0,'142'-2'5859'0'0,"109"3"-1860"0"0,-193 1-3814 0 0,-16 1-27 0 0,0-2-1 0 0,0-3 1 0 0,63-8 0 0 0,33-13 577 0 0,161-7 1 0 0,-136 15-349 0 0,62-1-325 0 0,247-9 121 0 0,-136 2 90 0 0,-117 20-249 0 0,144-10 426 0 0,-63-9-25 0 0,-2 0-43 0 0,-474 25 2050 0 0,-284 61-2795 0 0,142-15-91 0 0,77-13 26 0 0,-39 4-15 0 0,-22 7 486 0 0,27-3-6 0 0,-24 7-37 0 0,52-7 0 0 0,234-42 0 0 0,-47 5-4 0 0,1 3 1 0 0,1 2-1 0 0,-78 28 0 0 0,136-40 3 0 0,-1 0 0 0 0,1 0 0 0 0,0 0 0 0 0,0 0 0 0 0,-1 0 0 0 0,1 0 0 0 0,0 0 0 0 0,0 0 0 0 0,-1 0 0 0 0,1 0 0 0 0,0 1 0 0 0,0-1-1 0 0,-1 0 1 0 0,1 0 0 0 0,0 0 0 0 0,0 0 0 0 0,-1 0 0 0 0,1 0 0 0 0,0 1 0 0 0,0-1 0 0 0,0 0 0 0 0,-1 0 0 0 0,1 0 0 0 0,0 1 0 0 0,0-1 0 0 0,0 0 0 0 0,0 0 0 0 0,-1 1-1 0 0,1-1 1 0 0,0 0 0 0 0,0 0 0 0 0,0 1 0 0 0,0-1 0 0 0,0 0 0 0 0,0 0 0 0 0,0 1 0 0 0,0-1 0 0 0,0 0 0 0 0,0 1 0 0 0,0-1 0 0 0,0 0 0 0 0,0 1 0 0 0,13 4-401 0 0,19-1-158 0 0,1098-74-72 0 0,-560-7 672 0 0,-400 60 90 0 0,339 8-1 0 0,-361 16-143 0 0,111 1 4 0 0,23 1 17 0 0,-275-9-3 0 0,-7 0-4 0 0,-1 1 0 0 0,1-1 0 0 0,0 0 1 0 0,0 0-1 0 0,0 0 0 0 0,0 0 0 0 0,0 0 1 0 0,0 0-1 0 0,0 1 0 0 0,0-1 0 0 0,0 0 1 0 0,0 0-1 0 0,0 0 0 0 0,0 0 0 0 0,0 0 1 0 0,0 0-1 0 0,0 1 0 0 0,0-1 0 0 0,0 0 1 0 0,0 0-1 0 0,0 0 0 0 0,0 0 0 0 0,1 0 0 0 0,-1 0 1 0 0,0 1-1 0 0,0-1 0 0 0,0 0 0 0 0,0 0 1 0 0,0 0-1 0 0,0 0 0 0 0,0 0 0 0 0,0 0 1 0 0,0 0-1 0 0,0 0 0 0 0,1 1 0 0 0,-29 6 124 0 0,-41 6-32 0 0,-510 32-21 0 0,277-29 251 0 0,-144 26 501 0 0,-304 13-1687 0 0,82-37 3078 0 0,435-18-2004 0 0,143-2-85 0 0,-1 3 1 0 0,-114 16-1 0 0,203-16-136 0 0,-2-1-312 0 0,0 1 0 0 0,-1 0 0 0 0,1 0 0 0 0,0 0-1 0 0,0 0 1 0 0,0 1 0 0 0,-5 2 0 0 0,9-3 237 0 0,-1-1 1 0 0,0 1 0 0 0,0 0-1 0 0,0 0 1 0 0,1-1 0 0 0,-1 1-1 0 0,0 0 1 0 0,1 0 0 0 0,-1 0-1 0 0,1 0 1 0 0,-1 0 0 0 0,1 0-1 0 0,-1 0 1 0 0,1 0-1 0 0,0 0 1 0 0,-1 1 0 0 0,1-1-1 0 0,0 0 1 0 0,0 0 0 0 0,0 0-1 0 0,0 0 1 0 0,0 0 0 0 0,0 0-1 0 0,0 1 1 0 0,0-1 0 0 0,1 0-1 0 0,-1 0 1 0 0,0 0 0 0 0,1 0-1 0 0,-1 0 1 0 0,1 0 0 0 0,-1 0-1 0 0,2 2 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4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145 361 9218 0 0,'-38'-4'1016'0'0,"-69"0"0"0"0,169-1-438 0 0,99-23 0 0 0,-73 11-525 0 0,597-51 1440 0 0,-506 57-1217 0 0,886-55 1214 0 0,-256 18-148 0 0,804-34 235 0 0,-1175 72-1052 0 0,-238 7-185 0 0,689 17 1133 0 0,-253 0-934 0 0,73 0-174 0 0,-668-13-343 0 0,438-6 10 0 0,-286-12-966 0 0,-3-11-5158 0 0,-155 21 4548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5.6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904 0 9218 0 0,'7'3'410'0'0,"-1"-1"0"0"0,1 0 1 0 0,-1 1-1 0 0,12 8 0 0 0,-6-1 30 0 0,-1 2 0 0 0,-1 0 0 0 0,1 0 0 0 0,-2 0 0 0 0,0 2-1 0 0,-1-1 1 0 0,0 1 0 0 0,-1 0 0 0 0,0 0 0 0 0,-1 1 0 0 0,-1 0 0 0 0,5 22 0 0 0,3 23 336 0 0,10 112 0 0 0,-22-166-787 0 0,6 102 252 0 0,-10 161 0 0 0,-37 107 137 0 0,30-311-246 0 0,-3-1-1 0 0,-3 0 0 0 0,-3-2 0 0 0,-2 0 0 0 0,-3-1 0 0 0,-3-1 0 0 0,-2-1 0 0 0,-3-2 0 0 0,-68 93 0 0 0,40-72 442 0 0,-97 98 0 0 0,125-145-477 0 0,-1-2 1 0 0,-2-1 0 0 0,0-1 0 0 0,-2-2-1 0 0,-58 29 1 0 0,18-17-463 0 0,-108 35 0 0 0,160-65-484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6.2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23 8754 0 0,'3'-23'4478'0'0,"-1"31"-4143"0"0,0 0 0 0 0,-1-1 0 0 0,1 1 0 0 0,-2 0 0 0 0,1 0 0 0 0,-1-1 0 0 0,0 1 0 0 0,0 0 0 0 0,-1 0 0 0 0,-2 7 0 0 0,0 12 13 0 0,-4 84 481 0 0,-13 285 549 0 0,20-308-1251 0 0,5 1 0 0 0,22 129-1 0 0,-7-120-5 0 0,3 0 1 0 0,5-2-1 0 0,62 142 0 0 0,-68-191-19 0 0,2-1 0 0 0,1-1 0 0 0,3-2 0 0 0,2 0 0 0 0,1-2 0 0 0,2-2 0 0 0,2-1 0 0 0,68 58 0 0 0,-52-58-18 0 0,1-2-1 0 0,2-2 0 0 0,2-3 1 0 0,0-2-1 0 0,2-3 0 0 0,1-2 1 0 0,1-3-1 0 0,86 19 0 0 0,-65-24-111 0 0,1-4 0 0 0,0-3 0 0 0,1-4 0 0 0,-1-3 0 0 0,1-4 0 0 0,81-13 0 0 0,-106 7-134 0 0,-2-2 1 0 0,90-29 0 0 0,-89 18-232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6.9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270 0 9218 0 0,'-20'16'639'0'0,"0"1"-1"0"0,1 1 1 0 0,1 0 0 0 0,-16 22 0 0 0,14-17-362 0 0,9-11-114 0 0,-14 16 484 0 0,-38 55 1 0 0,58-75-585 0 0,0-1 1 0 0,1 1 0 0 0,-1 1 0 0 0,2-1-1 0 0,-1 0 1 0 0,1 1 0 0 0,1 0 0 0 0,-1 0-1 0 0,1 0 1 0 0,1 0 0 0 0,0 0 0 0 0,0 0-1 0 0,1 10 1 0 0,1-14-107 0 0,0 0-1 0 0,0-1 0 0 0,1 1 1 0 0,-1-1-1 0 0,1 1 0 0 0,0-1 1 0 0,1 0-1 0 0,-1 0 0 0 0,1 0 1 0 0,0 0-1 0 0,0 0 0 0 0,0 0 1 0 0,0-1-1 0 0,0 1 0 0 0,1-1 1 0 0,0 0-1 0 0,7 5 0 0 0,9 4-253 0 0,0-1-1 0 0,34 14 0 0 0,-7-3 245 0 0,3 3-18 0 0,-23-13 178 0 0,0 2-1 0 0,-1 1 1 0 0,-1 1-1 0 0,0 1 1 0 0,34 31-1 0 0,-57-46-39 0 0,0 0 0 0 0,0 0-1 0 0,0 0 1 0 0,0 0 0 0 0,-1 1 0 0 0,1-1 0 0 0,-1 1 0 0 0,1-1 0 0 0,-1 1-1 0 0,0 0 1 0 0,0-1 0 0 0,0 1 0 0 0,0 0 0 0 0,-1 0 0 0 0,1 0-1 0 0,-1 0 1 0 0,1-1 0 0 0,-1 1 0 0 0,0 0 0 0 0,0 0 0 0 0,-1 0-1 0 0,1 0 1 0 0,0 0 0 0 0,-1 0 0 0 0,0 0 0 0 0,0-1 0 0 0,0 1-1 0 0,0 0 1 0 0,0-1 0 0 0,0 1 0 0 0,-1-1 0 0 0,1 1 0 0 0,-1-1 0 0 0,0 1-1 0 0,0-1 1 0 0,0 0 0 0 0,0 0 0 0 0,-3 3 0 0 0,-5 4 361 0 0,-1-1 0 0 0,1 0 1 0 0,-1-1-1 0 0,-1 0 0 0 0,1 0 1 0 0,-1-1-1 0 0,-15 5 0 0 0,6-4 128 0 0,0-1 0 0 0,-38 5-1 0 0,-10-3-6585 0 0,38-5-641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7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24 920 0 0,'-17'-9'-167'0'0,"-19"-4"6854"0"0,35 13-6342 0 0,0 0 0 0 0,-1-1 0 0 0,1 1-1 0 0,0 0 1 0 0,0 0 0 0 0,-1 0 0 0 0,1 0-1 0 0,0 0 1 0 0,-1 0 0 0 0,1 0 0 0 0,0 0-1 0 0,0 0 1 0 0,-1 1 0 0 0,1-1 0 0 0,0 1-1 0 0,0-1 1 0 0,0 1 0 0 0,-1-1 0 0 0,1 1-1 0 0,0-1 1 0 0,-1 2 0 0 0,1-1-266 0 0,0 0 0 0 0,1 0 1 0 0,-1 0-1 0 0,1 0 0 0 0,-1 0 0 0 0,1 1 1 0 0,0-1-1 0 0,-1 0 0 0 0,1 0 0 0 0,0 0 1 0 0,0 0-1 0 0,-1 1 0 0 0,1-1 0 0 0,0 0 1 0 0,0 0-1 0 0,1 0 0 0 0,-1 2 1 0 0,7 36 671 0 0,1-2 0 0 0,2 1 0 0 0,23 56 1 0 0,-5-16 117 0 0,34 140 506 0 0,-38-124-4291 0 0,-12-44-1135 0 0,-7-31-2289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7.7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9218 0 0,'5'-3'259'0'0,"0"1"-1"0"0,0-1 1 0 0,1 1 0 0 0,-1 1 0 0 0,0-1 0 0 0,1 1-1 0 0,-1-1 1 0 0,1 2 0 0 0,-1-1 0 0 0,1 1-1 0 0,6 0 1 0 0,7-2 125 0 0,-3 0-183 0 0,0 2 0 0 0,0 0 1 0 0,0 0-1 0 0,-1 2 0 0 0,1 0 0 0 0,0 1 1 0 0,-1 0-1 0 0,1 1 0 0 0,-1 1 1 0 0,0 0-1 0 0,0 1 0 0 0,-1 1 0 0 0,0 0 1 0 0,0 1-1 0 0,-1 1 0 0 0,0 0 0 0 0,13 11 1 0 0,-17-12-140 0 0,-1-1 1 0 0,0 1-1 0 0,0 1 1 0 0,-1 0-1 0 0,0 0 1 0 0,-1 0 0 0 0,0 0-1 0 0,0 1 1 0 0,-1 0-1 0 0,0 1 1 0 0,-1-1-1 0 0,0 1 1 0 0,-1 0-1 0 0,0 0 1 0 0,0 0-1 0 0,-1 0 1 0 0,-1 0-1 0 0,0 0 1 0 0,-1 1-1 0 0,0-1 1 0 0,0 0 0 0 0,-1 1-1 0 0,-1-1 1 0 0,-4 18-1 0 0,1-16 176 0 0,0 0 0 0 0,0 0-1 0 0,-1 0 1 0 0,-1-1 0 0 0,0 0 0 0 0,-1 0-1 0 0,-14 16 1 0 0,2-6 200 0 0,0-1 1 0 0,-37 29-1 0 0,21-22-479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8.4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79 527 6913 0 0,'-3'0'346'0'0,"0"0"-1"0"0,0-1 1 0 0,0 1-1 0 0,0-1 0 0 0,0 0 1 0 0,0 0-1 0 0,0 0 1 0 0,1 0-1 0 0,-1 0 0 0 0,0-1 1 0 0,1 1-1 0 0,-1-1 1 0 0,1 0-1 0 0,-1 0 0 0 0,1 0 1 0 0,0 0-1 0 0,0 0 0 0 0,0 0 1 0 0,0 0-1 0 0,0-1 1 0 0,1 1-1 0 0,-1-1 0 0 0,1 1 1 0 0,-1-1-1 0 0,1 0 1 0 0,0 1-1 0 0,-1-4 0 0 0,-1-5 31 0 0,0 1 0 0 0,0 0-1 0 0,1-1 1 0 0,1 0-1 0 0,-1 1 1 0 0,2-14-1 0 0,13-194 138 0 0,4 73-4514 0 0,-15 130-7 0 0,0 3-1060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9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31 158 8290 0 0,'-31'-28'6912'0'0,"67"24"-5767"0"0,369 8-1457 0 0,-15 5 837 0 0,-77-3-327 0 0,667-32-176 0 0,-682-16 140 0 0,-6 0-4 0 0,-265 40-153 0 0,233-10 222 0 0,-103 15-284 0 0,106 6-110 0 0,-217-6 373 0 0,52-3 1 0 0,26 1 132 0 0,-109-1-733 0 0,-1 0 0 0 0,1 0 1 0 0,-1-2-1 0 0,1 0 0 0 0,-1 0 1 0 0,0-2-1 0 0,0 1 0 0 0,0-2 1 0 0,15-6-1 0 0,-14 5-2799 0 0,-12 5 2361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9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3225 0 0,'4'0'343'0'0,"-1"0"0"0"0,0 0 0 0 0,0 0 0 0 0,0 1 0 0 0,0-1 0 0 0,0 1 0 0 0,0 0 0 0 0,0 0 0 0 0,0 0 1 0 0,0 0-1 0 0,-1 1 0 0 0,1-1 0 0 0,0 1 0 0 0,-1 0 0 0 0,1-1 0 0 0,-1 1 0 0 0,1 0 0 0 0,-1 0 0 0 0,0 1 0 0 0,0-1 1 0 0,0 0-1 0 0,0 1 0 0 0,0 0 0 0 0,-1-1 0 0 0,1 1 0 0 0,-1 0 0 0 0,0 0 0 0 0,1-1 0 0 0,-1 1 0 0 0,-1 0 0 0 0,1 0 0 0 0,0 0 1 0 0,0 6-1 0 0,1 10 447 0 0,-1 0 0 0 0,-1 1 0 0 0,-1-1 0 0 0,-4 28 1 0 0,2-17-271 0 0,-3 38-48 0 0,0-19-710 0 0,2 0 0 0 0,6 82 0 0 0,3-90-6590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0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304 2112 4609 0 0,'-14'-30'3465'0'0,"-16"-50"0"0"0,0-35-754 0 0,-5-124-2714 0 0,20 124 839 0 0,-4-23-206 0 0,-41-343 1909 0 0,13 144-1668 0 0,24 204-821 0 0,-8-174 0 0 0,37 196-2959 0 0,-4 85 1886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0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1 567 2304 0 0,'10'-6'522'0'0,"0"-1"0"0"0,0 0 0 0 0,-1-1 0 0 0,13-12 0 0 0,11-9 505 0 0,23-9 319 0 0,3 2-1 0 0,0 3 1 0 0,98-39-1 0 0,-99 46-785 0 0,72-27 537 0 0,2 5 0 0 0,2 6 1 0 0,2 6-1 0 0,194-26 1 0 0,-108 36-867 0 0,1 11 1 0 0,228 13-1 0 0,-227 17-291 0 0,0 9 0 0 0,369 90 0 0 0,-519-94 43 0 0,0 2 1 0 0,-2 4-1 0 0,-1 3 1 0 0,101 56-1 0 0,-124-61 19 0 0,54 20-1 0 0,-62-28 98 0 0,-1 1-1 0 0,65 39 1 0 0,-93-48-2 0 0,0 1 0 0 0,-1 1 0 0 0,0 0 0 0 0,-1 0 0 0 0,0 0 0 0 0,0 2 0 0 0,12 21 0 0 0,42 90 1964 0 0,-62-120-2034 0 0,5 12 93 0 0,-1 0 0 0 0,0 0 0 0 0,-1 0 0 0 0,-1 1 0 0 0,0 0 0 0 0,1 21 0 0 0,-6 99 34 0 0,-1-96-71 0 0,2 1 0 0 0,6 44 0 0 0,13 237 240 0 0,-7-74-120 0 0,8-2-120 0 0,30 302 245 0 0,-48-542-453 0 0,12 158 1157 0 0,-19-82-2050 0 0,3-67-544 0 0,0 1 0 0 0,-1-1 0 0 0,-7 17 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1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 1 6449 0 0,'-6'2'610'0'0,"0"-1"-1"0"0,-1 2 1 0 0,1-1-1 0 0,0 1 0 0 0,1 0 1 0 0,-1 0-1 0 0,-10 8 0 0 0,6-4 112 0 0,-2 1-301 0 0,0 1 0 0 0,1 0 0 0 0,0 1 0 0 0,1 1 0 0 0,0-1 0 0 0,1 2 0 0 0,0-1 0 0 0,0 1 0 0 0,2 1 0 0 0,-1-1 0 0 0,2 1 0 0 0,0 0 0 0 0,0 1 0 0 0,1 0 0 0 0,1 0 0 0 0,-4 21 0 0 0,3-15-274 0 0,2 1 1 0 0,1 0-1 0 0,0 1 1 0 0,2-1-1 0 0,0 0 1 0 0,2 0-1 0 0,0 0 1 0 0,1 0-1 0 0,1 0 1 0 0,12 36-1 0 0,-10-44-109 0 0,0-1 1 0 0,1 0-1 0 0,0 0 0 0 0,1 0 0 0 0,0-1 0 0 0,1 0 0 0 0,0-1 0 0 0,1 0 0 0 0,0 0 0 0 0,0-1 0 0 0,1 0 0 0 0,19 11 0 0 0,-16-12-5 0 0,0 0 0 0 0,0-1 0 0 0,1 0-1 0 0,0-1 1 0 0,0-1 0 0 0,1 0 0 0 0,-1-1 0 0 0,1-1 0 0 0,0-1 0 0 0,25 2 0 0 0,-36-4-34 0 0,-1 0 1 0 0,0 0 0 0 0,0-1-1 0 0,0 1 1 0 0,0-1 0 0 0,0 0-1 0 0,0 0 1 0 0,0-1-1 0 0,0 1 1 0 0,0-1 0 0 0,0 0-1 0 0,-1 0 1 0 0,1 0 0 0 0,-1 0-1 0 0,1-1 1 0 0,-1 1 0 0 0,0-1-1 0 0,0 0 1 0 0,0 0 0 0 0,4-6-1 0 0,-5 6-3 0 0,-1 0 0 0 0,1 0 0 0 0,-1 0 0 0 0,1 0 1 0 0,-1-1-1 0 0,0 1 0 0 0,-1 0 0 0 0,1-1 0 0 0,-1 1 0 0 0,1-1 0 0 0,-1 1 0 0 0,0-1 0 0 0,0 1 0 0 0,0-1 0 0 0,-1 1 0 0 0,1-1 0 0 0,-1 1 0 0 0,0 0 0 0 0,0-1 0 0 0,0 1 0 0 0,-1 0 0 0 0,1 0 1 0 0,-1 0-1 0 0,-3-6 0 0 0,-30-36 1 0 0,28 37 5 0 0,0 0 0 0 0,0-1 1 0 0,1 0-1 0 0,0 0 0 0 0,0-1 1 0 0,-4-10-1 0 0,9 17-4 0 0,0-1 1 0 0,0 1-1 0 0,1 0 0 0 0,-1 0 1 0 0,1 0-1 0 0,0-1 0 0 0,0 1 1 0 0,0 0-1 0 0,0-1 0 0 0,1 1 1 0 0,-1 0-1 0 0,1 0 0 0 0,0 0 1 0 0,0-1-1 0 0,0 1 0 0 0,0 0 1 0 0,0 0-1 0 0,1 0 0 0 0,-1 0 1 0 0,1 1-1 0 0,0-1 0 0 0,0 0 1 0 0,0 1-1 0 0,0-1 0 0 0,3-2 1 0 0,3-2-6 0 0,0 0 1 0 0,1 0-1 0 0,0 1 1 0 0,0 0-1 0 0,0 1 1 0 0,1 0-1 0 0,0 0 1 0 0,0 1-1 0 0,0 0 1 0 0,14-3-1 0 0,-11 4 3 0 0,-1 0 0 0 0,1 1 0 0 0,0 1 0 0 0,0 0 0 0 0,-1 0 0 0 0,1 1 0 0 0,0 1 0 0 0,18 3 0 0 0,-23-2 5 0 0,1 0 1 0 0,-1 1 0 0 0,0 0 0 0 0,0 0 0 0 0,-1 1-1 0 0,1 0 1 0 0,-1 0 0 0 0,0 0 0 0 0,0 1 0 0 0,0 1 0 0 0,0-1-1 0 0,-1 1 1 0 0,0 0 0 0 0,0 0 0 0 0,-1 1 0 0 0,0 0-1 0 0,8 13 1 0 0,-1 4 78 0 0,0 2 0 0 0,-2 0 0 0 0,-1 0 0 0 0,6 30 0 0 0,-7-27 96 0 0,33 82 736 0 0,-11-32-742 0 0,-22-57-169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3.5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94 4145 0 0,'0'-12'1107'0'0,"-1"0"0"0"0,0 1 1 0 0,-1 0-1 0 0,0-1 0 0 0,-1 1 1 0 0,-5-14-1 0 0,2 84 2899 0 0,16 675-3144 0 0,95 281-2645 0 0,-67-693 1801 0 0,-7 337 0 0 0,-31-562 64 0 0,29 885 4858 0 0,-1-482-4028 0 0,-17-249-2293 0 0,-7-205-1335 0 0,-1-28-3472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3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0 429 7834 0 0,'2'1'149'0'0,"1"0"-1"0"0,-1 0 1 0 0,1-1 0 0 0,-1 1 0 0 0,0-1 0 0 0,1 1 0 0 0,-1-1-1 0 0,1 0 1 0 0,-1 0 0 0 0,1 0 0 0 0,-1 0 0 0 0,5-1 0 0 0,-4 1 8 0 0,44-4 1437 0 0,49-11-1 0 0,16-2-764 0 0,721-11 1422 0 0,-469 25-1578 0 0,1629-111-294 0 0,-1250 22-348 0 0,168-16 929 0 0,962 57 208 0 0,-1676 59-1231 0 0,159 3 22 0 0,-176-15-562 0 0,-144 0 134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4.7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 10594 0 0,'0'0'14'0'0,"-1"0"0"0"0,1 0 0 0 0,0 0 0 0 0,-1 0 0 0 0,1 0 0 0 0,-1 0 0 0 0,1 0 0 0 0,-1 0 0 0 0,1 0-1 0 0,-1 0 1 0 0,1 0 0 0 0,0 0 0 0 0,-1 0 0 0 0,1 0 0 0 0,-1 0 0 0 0,1 0 0 0 0,-1 0 0 0 0,1 1 0 0 0,0-1 0 0 0,-1 0 0 0 0,1 0-1 0 0,-1 1 1 0 0,1-1 0 0 0,0 0 0 0 0,-1 0 0 0 0,1 1 0 0 0,0-1 0 0 0,-1 0 0 0 0,1 1 0 0 0,0-1 0 0 0,0 1 0 0 0,-1-1 0 0 0,1 0-1 0 0,0 2 1 0 0,6 13-1564 0 0,1 0 2153 0 0,5 24-100 0 0,-2 1-1 0 0,-2 0 1 0 0,-2 0 0 0 0,3 65-1 0 0,1 11-116 0 0,81 327 696 0 0,-86-420-1026 0 0,70 426 1005 0 0,-39 8-489 0 0,-5-53-597 0 0,30 156 22 0 0,46 585 238 0 0,-83-306 2654 0 0,-15-355-150 0 0,-9-470-3024 0 0,-1-4-129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4.9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 16131 0 0,'-1'4'1433'0'0,"1"-1"-1145"0"0,0-1-288 0 0,1 0 0 0 0,1-1 512 0 0,-1 0 40 0 0,2 4 16 0 0,0 0 0 0 0,2 3-1088 0 0,-1-3-216 0 0,-1-4-48 0 0,-3-4-8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9.2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1752 1 5985 0 0,'-9'32'2642'0'0,"-104"315"1950"0"0,-1-1-4392 0 0,-13 46 542 0 0,-44 147 295 0 0,67-157-622 0 0,-150 510 1176 0 0,19-47 358 0 0,35 9 265 0 0,195-829-2144 0 0,-156 597 989 0 0,49-201-566 0 0,94-351-484 0 0,-107 391 15 0 0,122-446-2644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9.8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154 103 920 0 0,'-2'-1'140'0'0,"1"1"1"0"0,0-1-1 0 0,-1 1 0 0 0,1-1 0 0 0,0 1 0 0 0,-1 0 1 0 0,1 0-1 0 0,-1 0 0 0 0,1 0 0 0 0,0 0 1 0 0,-1 0-1 0 0,1 0 0 0 0,-1 0 0 0 0,1 1 0 0 0,0-1 1 0 0,-1 0-1 0 0,1 1 0 0 0,0-1 0 0 0,-1 1 0 0 0,1 0 1 0 0,0-1-1 0 0,0 1 0 0 0,-1 0 0 0 0,1 0 0 0 0,-2 1 1 0 0,-32 26 1652 0 0,26-18-1575 0 0,0 1 0 0 0,1 0 0 0 0,0 1 1 0 0,0 0-1 0 0,1 0 0 0 0,1 1 0 0 0,0-1 1 0 0,1 1-1 0 0,0 1 0 0 0,-3 18 0 0 0,7-31-204 0 0,1-1 0 0 0,0 1 0 0 0,0-1 0 0 0,-1 1-1 0 0,1-1 1 0 0,0 1 0 0 0,0-1 0 0 0,0 1 0 0 0,0-1-1 0 0,0 1 1 0 0,0-1 0 0 0,0 1 0 0 0,0 0 0 0 0,0-1 0 0 0,0 1-1 0 0,0-1 1 0 0,0 1 0 0 0,0-1 0 0 0,0 1 0 0 0,1-1 0 0 0,-1 1-1 0 0,0-1 1 0 0,0 1 0 0 0,1-1 0 0 0,-1 1 0 0 0,0-1 0 0 0,0 1-1 0 0,1-1 1 0 0,-1 0 0 0 0,1 1 0 0 0,15-5 352 0 0,15-20 276 0 0,-4-10 36 0 0,32-49 1 0 0,-41 55-424 0 0,1 0 1 0 0,1 2-1 0 0,39-40 1 0 0,-58 65-184 0 0,0 0 1 0 0,0 0 0 0 0,0 0 0 0 0,0 0-1 0 0,0 1 1 0 0,0-1 0 0 0,1 0 0 0 0,-1 0-1 0 0,0 1 1 0 0,1-1 0 0 0,-1 1-1 0 0,0-1 1 0 0,1 1 0 0 0,-1-1 0 0 0,0 1-1 0 0,1 0 1 0 0,-1 0 0 0 0,1 0 0 0 0,-1 0-1 0 0,1 0 1 0 0,-1 0 0 0 0,0 0-1 0 0,3 1 1 0 0,-2 0 28 0 0,0 0 0 0 0,0 0 1 0 0,0 0-1 0 0,0 0 0 0 0,-1 1 0 0 0,1-1 0 0 0,0 0 0 0 0,-1 1 0 0 0,1 0 0 0 0,-1-1 1 0 0,0 1-1 0 0,1 0 0 0 0,1 3 0 0 0,3 8 369 0 0,0 0 0 0 0,-1 0 0 0 0,6 26 0 0 0,-9-31-290 0 0,4 14-139 0 0,12 39 715 0 0,-1-21-5765 0 0,-1-14-821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0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227 1 6449 0 0,'-4'0'360'0'0,"-1"0"0"0"0,1-1 0 0 0,-1 1 0 0 0,1 1-1 0 0,-1-1 1 0 0,1 1 0 0 0,0 0 0 0 0,-1 0-1 0 0,1 0 1 0 0,0 0 0 0 0,0 1 0 0 0,0-1 0 0 0,0 1-1 0 0,0 0 1 0 0,-5 4 0 0 0,0-1 27 0 0,0 2-1 0 0,1-1 1 0 0,-1 1-1 0 0,1 0 1 0 0,-8 10 0 0 0,6-3-172 0 0,0 0 1 0 0,1 1-1 0 0,0 0 0 0 0,1 0 1 0 0,1 1-1 0 0,0 0 0 0 0,-6 24 1 0 0,7-17 68 0 0,1 0-1 0 0,1 1 1 0 0,0-1 0 0 0,1 45 0 0 0,4-58-187 0 0,-1 0 0 0 0,2 0 0 0 0,-1 0 0 0 0,1 0 0 0 0,1 0-1 0 0,0 0 1 0 0,0-1 0 0 0,1 0 0 0 0,0 1 0 0 0,1-1 0 0 0,0 0 0 0 0,0-1 0 0 0,1 0 0 0 0,10 12 0 0 0,-11-15-41 0 0,0 0 0 0 0,0 0 0 0 0,0-1 0 0 0,1 0 1 0 0,-1 0-1 0 0,1-1 0 0 0,0 0 0 0 0,0 0 0 0 0,0 0 0 0 0,1 0 0 0 0,-1-1 0 0 0,1 0 0 0 0,-1-1 0 0 0,1 1 1 0 0,0-1-1 0 0,0-1 0 0 0,-1 1 0 0 0,1-1 0 0 0,0 0 0 0 0,0-1 0 0 0,0 1 0 0 0,9-3 0 0 0,-4-1-292 0 0,-1 1 0 0 0,0-2 0 0 0,0 1 0 0 0,0-1 0 0 0,0-1 0 0 0,-1 0-1 0 0,0-1 1 0 0,0 0 0 0 0,0 0 0 0 0,-1-1 0 0 0,0 0 0 0 0,-1-1 0 0 0,0 0-1 0 0,0 0 1 0 0,7-13 0 0 0,4-8-1196 0 0,-1-1-1 0 0,-1 0 0 0 0,22-63 1 0 0,-28 63-2511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1.3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0,'12'4'10731'0'0,"-4"10"-10554"0"0,0 1-1 0 0,-1 1 1 0 0,-1-1 0 0 0,0 1 0 0 0,-2 0-1 0 0,6 26 1 0 0,-5-17 242 0 0,2-1 0 0 0,17 43 0 0 0,-21-61-379 0 0,0 1 0 0 0,1-1 0 0 0,0 0 1 0 0,0 0-1 0 0,0 0 0 0 0,1-1 0 0 0,0 1 0 0 0,0-1 0 0 0,0 0 1 0 0,1 0-1 0 0,-1-1 0 0 0,1 0 0 0 0,0 0 0 0 0,8 4 0 0 0,-12-8-53 0 0,0 1 1 0 0,-1 0-1 0 0,1-1 0 0 0,0 1 0 0 0,0-1 0 0 0,-1 1 0 0 0,1-1 0 0 0,0 0 0 0 0,0 0 0 0 0,0 0 0 0 0,0 0 0 0 0,-1 0 0 0 0,1 0 0 0 0,0 0 0 0 0,0-1 0 0 0,0 1 0 0 0,-1-1 0 0 0,1 1 0 0 0,2-2 0 0 0,-1 1-47 0 0,0-1-1 0 0,0 0 1 0 0,0-1-1 0 0,0 1 0 0 0,-1 0 1 0 0,1-1-1 0 0,-1 1 0 0 0,1-1 1 0 0,2-4-1 0 0,4-8-247 0 0,-1 0 0 0 0,0 0 0 0 0,7-23 0 0 0,-8 21 182 0 0,7-21-391 0 0,-7 19 431 0 0,1 1 0 0 0,0 0 0 0 0,13-20 0 0 0,-21 36 130 0 0,1 0 0 0 0,0 1 0 0 0,0-1 0 0 0,0 1 0 0 0,1 0 1 0 0,-1-1-1 0 0,0 1 0 0 0,0 0 0 0 0,1-1 0 0 0,-1 1 0 0 0,1 0 0 0 0,-1 0 1 0 0,1 0-1 0 0,-1 0 0 0 0,1 1 0 0 0,0-1 0 0 0,0 0 0 0 0,2 0 1 0 0,-3 1 12 0 0,0 0 0 0 0,1 0 0 0 0,-1 0 1 0 0,0 1-1 0 0,0-1 0 0 0,0 1 1 0 0,0-1-1 0 0,1 0 0 0 0,-1 1 0 0 0,0 0 1 0 0,0-1-1 0 0,0 1 0 0 0,0 0 1 0 0,0-1-1 0 0,0 1 0 0 0,0 0 0 0 0,-1 0 1 0 0,1 0-1 0 0,0 0 0 0 0,1 1 1 0 0,3 7 306 0 0,0 1 1 0 0,0-1 0 0 0,-1 1 0 0 0,6 19-1 0 0,-6-20-319 0 0,-1 0-244 0 0,1-1 0 0 0,0 0 0 0 0,0 0 0 0 0,1 0 1 0 0,0 0-1 0 0,0-1 0 0 0,1 0 0 0 0,10 11 0 0 0,-11-14-787 0 0,-1 0-1 0 0,1-1 1 0 0,0 1-1 0 0,0-1 1 0 0,0 0 0 0 0,0 0-1 0 0,0-1 1 0 0,11 4-1 0 0,-7-3-693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2.0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69 920 0 0,'0'-2'582'0'0,"0"0"-1"0"0,0 0 1 0 0,0 0-1 0 0,0 0 0 0 0,0 0 1 0 0,-1 0-1 0 0,1 0 1 0 0,-1 0-1 0 0,1 0 1 0 0,-1 0-1 0 0,0 0 1 0 0,1 0-1 0 0,-1 0 0 0 0,0 1 1 0 0,0-1-1 0 0,-1 0 1 0 0,1 1-1 0 0,-2-4 1 0 0,2 5-421 0 0,1 0 0 0 0,-1 0 0 0 0,0-1 1 0 0,1 1-1 0 0,-1 0 0 0 0,0 0 0 0 0,1-1 0 0 0,-1 1 1 0 0,1 0-1 0 0,-1 0 0 0 0,0 0 0 0 0,1 0 1 0 0,-1 0-1 0 0,0 0 0 0 0,1 0 0 0 0,-1 0 0 0 0,0 0 1 0 0,1 1-1 0 0,-1-1 0 0 0,0 0 0 0 0,0 1 1 0 0,-18 15 1479 0 0,12-5-1429 0 0,0 1 0 0 0,1-1 0 0 0,1 1 0 0 0,0 0 0 0 0,1 1 0 0 0,0-1 0 0 0,0 1 0 0 0,2 0 0 0 0,-1 0 0 0 0,2 0 0 0 0,0 0 0 0 0,0 0 0 0 0,2 14 0 0 0,-1-25-195 0 0,0 0 0 0 0,1 1-1 0 0,-1-1 1 0 0,1 0 0 0 0,-1 0 0 0 0,1 1-1 0 0,0-1 1 0 0,0 0 0 0 0,0 0 0 0 0,0 0-1 0 0,1 2 1 0 0,-1-3-30 0 0,-1-1-1 0 0,1 1 1 0 0,-1-1-1 0 0,1 1 1 0 0,0-1 0 0 0,-1 1-1 0 0,1-1 1 0 0,0 1-1 0 0,-1-1 1 0 0,1 1 0 0 0,0-1-1 0 0,0 0 1 0 0,-1 0-1 0 0,1 1 1 0 0,0-1 0 0 0,0 0-1 0 0,-1 0 1 0 0,1 0-1 0 0,0 0 1 0 0,0 0 0 0 0,0 0-1 0 0,0 0 1 0 0,2-1-55 0 0,-1 1 0 0 0,0-1-1 0 0,0 0 1 0 0,1 0 0 0 0,-1-1 0 0 0,0 1 0 0 0,0 0 0 0 0,0-1 0 0 0,0 1 0 0 0,-1-1 0 0 0,1 0-1 0 0,0 0 1 0 0,0 1 0 0 0,-1-1 0 0 0,0 0 0 0 0,1-1 0 0 0,-1 1 0 0 0,2-3 0 0 0,27-67-1167 0 0,-23 52 805 0 0,2 0 0 0 0,17-32 0 0 0,-24 50 424 0 0,-1 0-1 0 0,0 1 1 0 0,0-1-1 0 0,0 0 1 0 0,1 1 0 0 0,-1-1-1 0 0,1 1 1 0 0,-1-1-1 0 0,1 1 1 0 0,0 0-1 0 0,-1 0 1 0 0,1-1-1 0 0,0 1 1 0 0,0 0 0 0 0,3-1-1 0 0,-4 2 14 0 0,1 0-1 0 0,-1 0 1 0 0,1 0 0 0 0,-1 0-1 0 0,0 0 1 0 0,1 0 0 0 0,-1 0-1 0 0,1 1 1 0 0,-1-1 0 0 0,0 0-1 0 0,1 1 1 0 0,-1-1 0 0 0,0 1-1 0 0,0-1 1 0 0,1 1 0 0 0,-1 0-1 0 0,2 1 1 0 0,2 3 140 0 0,0 0 0 0 0,0 0 0 0 0,0 0 0 0 0,-1 1 0 0 0,0-1 1 0 0,0 1-1 0 0,5 10 0 0 0,-9-14-109 0 0,1-1 0 0 0,0 1 0 0 0,0 0 1 0 0,0 0-1 0 0,0-1 0 0 0,0 1 0 0 0,0 0 1 0 0,0-1-1 0 0,1 1 0 0 0,-1-1 0 0 0,0 0 1 0 0,1 1-1 0 0,0-1 0 0 0,-1 0 0 0 0,1 0 1 0 0,0 0-1 0 0,-1 0 0 0 0,1 0 0 0 0,0 0 1 0 0,0-1-1 0 0,0 1 0 0 0,0-1 0 0 0,0 1 1 0 0,-1-1-1 0 0,1 1 0 0 0,4-1 0 0 0,-3-1-43 0 0,-1 0 0 0 0,1 0-1 0 0,-1 0 1 0 0,1 0 0 0 0,-1-1 0 0 0,0 1-1 0 0,1-1 1 0 0,-1 1 0 0 0,0-1-1 0 0,0 0 1 0 0,0 0 0 0 0,0 0 0 0 0,0 0-1 0 0,-1 0 1 0 0,1 0 0 0 0,-1 0-1 0 0,1-1 1 0 0,1-4 0 0 0,3-4-87 0 0,-1 0 202 0 0,1 1 0 0 0,0 0-1 0 0,0 1 1 0 0,1-1 0 0 0,10-10 0 0 0,-16 18-75 0 0,1 1 0 0 0,-1 0 0 0 0,1-1 1 0 0,0 1-1 0 0,-1 0 0 0 0,1 0 0 0 0,0 0 1 0 0,0 0-1 0 0,0 0 0 0 0,0 0 1 0 0,0 0-1 0 0,0 1 0 0 0,0-1 0 0 0,0 1 1 0 0,0 0-1 0 0,0-1 0 0 0,0 1 0 0 0,0 0 1 0 0,0 0-1 0 0,0 0 0 0 0,0 1 1 0 0,0-1-1 0 0,0 0 0 0 0,0 1 0 0 0,0-1 1 0 0,0 1-1 0 0,0 0 0 0 0,0 0 0 0 0,0-1 1 0 0,0 1-1 0 0,0 0 0 0 0,-1 1 1 0 0,1-1-1 0 0,0 0 0 0 0,2 3 0 0 0,8 8 14 0 0,-1-1-1 0 0,0 2 1 0 0,13 17-1 0 0,18 22 26 0 0,-39-55-74 0 0,0 0 0 0 0,-1 0 0 0 0,0 0 0 0 0,0 0 0 0 0,0 0 0 0 0,0 0 0 0 0,0 0 0 0 0,1-6 0 0 0,0 2 16 0 0,-1 1 1 0 0,1-1-1 0 0,1 1 0 0 0,-1 0 0 0 0,1 0 0 0 0,0 0 0 0 0,1 0 0 0 0,-1 1 1 0 0,1 0-1 0 0,0 0 0 0 0,1 0 0 0 0,-1 0 0 0 0,1 1 0 0 0,0 0 0 0 0,0 0 0 0 0,0 1 1 0 0,0-1-1 0 0,1 1 0 0 0,-1 1 0 0 0,13-4 0 0 0,-17 5-13 0 0,-1 1 0 0 0,1 0 0 0 0,-1 0 0 0 0,1 0 0 0 0,-1 0 0 0 0,1 0 0 0 0,-1 1 0 0 0,1-1 0 0 0,-1 0 0 0 0,1 1 0 0 0,-1-1 0 0 0,0 1 0 0 0,1-1 0 0 0,-1 1 0 0 0,0 0 0 0 0,1 0 0 0 0,-1-1 0 0 0,0 1 0 0 0,0 0 0 0 0,0 0 0 0 0,0 0 0 0 0,1 0 0 0 0,-1 0 0 0 0,-1 1 0 0 0,1-1 0 0 0,0 0 0 0 0,1 2 0 0 0,2 4-57 0 0,-1 0 0 0 0,0 1 0 0 0,0-1 1 0 0,2 8-1 0 0,-3-8-122 0 0,4 10-298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116 38 3137 0 0,'0'-2'62'0'0,"0"1"0"0"0,0-1 0 0 0,0 0 0 0 0,-1 1 0 0 0,1-1 0 0 0,0 0 0 0 0,-1 1 0 0 0,1-1 0 0 0,-1 0 1 0 0,0 1-1 0 0,0-1 0 0 0,1 1 0 0 0,-1-1 0 0 0,0 1 0 0 0,-2-2 0 0 0,2 2 157 0 0,0 0 1 0 0,0 0-1 0 0,0 0 0 0 0,0 0 1 0 0,0 1-1 0 0,0-1 0 0 0,-1 0 1 0 0,1 1-1 0 0,0-1 0 0 0,-1 1 1 0 0,1-1-1 0 0,0 1 1 0 0,-1-1-1 0 0,1 1 0 0 0,-1 0 1 0 0,1 0-1 0 0,0 0 0 0 0,-1 0 1 0 0,1 0-1 0 0,-1 0 0 0 0,1 0 1 0 0,-1 0-1 0 0,1 0 0 0 0,0 1 1 0 0,-1-1-1 0 0,1 1 0 0 0,0-1 1 0 0,-1 1-1 0 0,1-1 0 0 0,0 1 1 0 0,0 0-1 0 0,-1 0 0 0 0,1 0 1 0 0,0 0-1 0 0,0-1 0 0 0,0 1 1 0 0,0 1-1 0 0,0-1 0 0 0,0 0 1 0 0,0 0-1 0 0,1 0 0 0 0,-2 2 1 0 0,-7 15 430 0 0,1 1 0 0 0,0 0 1 0 0,2 0-1 0 0,0 0 1 0 0,1 1-1 0 0,1-1 1 0 0,1 1-1 0 0,1 0 1 0 0,0 1-1 0 0,2 21 0 0 0,0-38-612 0 0,1 0-1 0 0,-1 0 0 0 0,1 0 1 0 0,0 0-1 0 0,0 0 0 0 0,0 0 1 0 0,0 0-1 0 0,1 0 0 0 0,-1 0 1 0 0,1 0-1 0 0,3 3 0 0 0,-5-6-53 0 0,1 0 1 0 0,-1 0-1 0 0,1-1 0 0 0,-1 1 1 0 0,1-1-1 0 0,0 1 0 0 0,0-1 1 0 0,-1 1-1 0 0,1-1 0 0 0,0 1 0 0 0,0-1 1 0 0,-1 1-1 0 0,1-1 0 0 0,0 0 1 0 0,0 0-1 0 0,0 1 0 0 0,0-1 1 0 0,-1 0-1 0 0,1 0 0 0 0,0 0 0 0 0,1 0 1 0 0,0 0-42 0 0,0-1 0 0 0,0 1 0 0 0,-1-1-1 0 0,1 0 1 0 0,0 0 0 0 0,-1 1 0 0 0,1-1 0 0 0,0 0 0 0 0,-1 0 0 0 0,1-1 0 0 0,-1 1 0 0 0,0 0 0 0 0,1 0 0 0 0,0-3 0 0 0,8-7-247 0 0,-2-1 0 0 0,1-1 1 0 0,-2 1-1 0 0,11-24 0 0 0,-12 23 416 0 0,0 1 1 0 0,0 0-1 0 0,2 0 1 0 0,-1 1-1 0 0,16-17 1 0 0,-22 27-75 0 0,-1 0 0 0 0,1 0 0 0 0,0 0 0 0 0,0 0 0 0 0,0 0 0 0 0,1 0-1 0 0,-1 0 1 0 0,0 1 0 0 0,0-1 0 0 0,0 0 0 0 0,0 1 0 0 0,1-1 0 0 0,-1 1 0 0 0,0 0 0 0 0,1-1 0 0 0,-1 1 0 0 0,0 0 0 0 0,1 0 0 0 0,-1 0 0 0 0,0 0 0 0 0,1 0 0 0 0,-1 0 0 0 0,0 0 0 0 0,2 1 0 0 0,-1-1 4 0 0,1 1 0 0 0,-1 1 0 0 0,0-1 1 0 0,-1 0-1 0 0,1 0 0 0 0,0 1 0 0 0,0-1 0 0 0,0 1 0 0 0,-1 0 1 0 0,1-1-1 0 0,-1 1 0 0 0,3 4 0 0 0,1 2 60 0 0,0 1-1 0 0,-1 0 1 0 0,0 0 0 0 0,0 1-1 0 0,3 13 1 0 0,-1 5-28 0 0,-2 0 0 0 0,-1 0 0 0 0,-1 0 0 0 0,-1 0 0 0 0,-1 0 0 0 0,-2 0-1 0 0,-1 0 1 0 0,-9 40 0 0 0,9-56-82 0 0,-1-1 0 0 0,0 0 0 0 0,-8 15 0 0 0,10-22-185 0 0,0-1 0 0 0,-1 1 0 0 0,1-1 0 0 0,-1 1 0 0 0,1-1 0 0 0,-1 0 0 0 0,0 0 0 0 0,0 0 0 0 0,0-1 0 0 0,-1 1 0 0 0,1-1 0 0 0,-1 1 0 0 0,-3 1 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2.8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0 173 7834 0 0,'2'3'323'0'0,"-1"-1"0"0"0,1 0 0 0 0,-1 0 0 0 0,1 0 0 0 0,0-1 0 0 0,0 1 0 0 0,0 0 0 0 0,0-1 0 0 0,0 1 0 0 0,0-1 0 0 0,1 1 0 0 0,-1-1 0 0 0,0 0 0 0 0,1 0 0 0 0,-1 0 0 0 0,0-1 0 0 0,1 1 0 0 0,-1 0 0 0 0,4-1 1 0 0,-2 1 85 0 0,1-1 1 0 0,0-1-1 0 0,0 1 1 0 0,-1-1-1 0 0,1 0 1 0 0,-1 0-1 0 0,1 0 1 0 0,0 0 0 0 0,7-5-1 0 0,2-1 190 0 0,-1 0 0 0 0,0-2 0 0 0,-1 0 0 0 0,0 0-1 0 0,19-19 1 0 0,-25 22-567 0 0,0 0 1 0 0,-1 0-1 0 0,0-1 0 0 0,0 0 0 0 0,-1 0 0 0 0,5-10 0 0 0,-8 15-27 0 0,0 1 1 0 0,0-1-1 0 0,-1 0 0 0 0,1 0 0 0 0,0 0 0 0 0,-1 0 1 0 0,1 0-1 0 0,-1 0 0 0 0,0 0 0 0 0,0 1 1 0 0,0-1-1 0 0,0 0 0 0 0,0 0 0 0 0,0 0 1 0 0,0 0-1 0 0,-1 0 0 0 0,1 0 0 0 0,-1 0 1 0 0,1 0-1 0 0,-1 0 0 0 0,0 1 0 0 0,0-1 0 0 0,1 0 1 0 0,-1 0-1 0 0,-1 1 0 0 0,1-1 0 0 0,0 1 1 0 0,0-1-1 0 0,0 1 0 0 0,-1-1 0 0 0,1 1 1 0 0,-4-2-1 0 0,4 2-7 0 0,-1 0 0 0 0,1 1 1 0 0,-1-1-1 0 0,1 1 0 0 0,-1-1 0 0 0,1 1 1 0 0,-1 0-1 0 0,1 0 0 0 0,-1 0 1 0 0,1 0-1 0 0,-1 0 0 0 0,0 0 0 0 0,1 0 1 0 0,-1 0-1 0 0,1 0 0 0 0,-1 1 1 0 0,1-1-1 0 0,-1 1 0 0 0,1-1 0 0 0,-1 1 1 0 0,1 0-1 0 0,0-1 0 0 0,-1 1 1 0 0,1 0-1 0 0,0 0 0 0 0,-1 0 0 0 0,1 0 1 0 0,0 0-1 0 0,0 0 0 0 0,0 0 1 0 0,0 1-1 0 0,0-1 0 0 0,0 0 0 0 0,-1 3 1 0 0,-3 3-9 0 0,1-1 0 0 0,0 1 0 0 0,1 0 0 0 0,-1-1 0 0 0,-3 14 0 0 0,5-13 24 0 0,0 0 0 0 0,1 0 0 0 0,0 0 0 0 0,0 0-1 0 0,1 0 1 0 0,0 0 0 0 0,0 0 0 0 0,1 0 0 0 0,-1 0 0 0 0,2 0 0 0 0,-1 0 0 0 0,1-1 0 0 0,0 1 0 0 0,0 0 0 0 0,1-1 0 0 0,0 1 0 0 0,0-1 0 0 0,0 0 0 0 0,1 0 0 0 0,5 6 0 0 0,-2-3-66 0 0,0-1 1 0 0,1 0-1 0 0,0-1 0 0 0,1 0 1 0 0,0 0-1 0 0,0 0 1 0 0,0-2-1 0 0,1 1 1 0 0,0-1-1 0 0,0 0 0 0 0,0-1 1 0 0,12 4-1 0 0,-1-3-618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3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5529 0 0,'5'7'410'0'0,"-1"-1"1"0"0,0 1-1 0 0,0 0 0 0 0,-1 0 0 0 0,1 0 1 0 0,-2 1-1 0 0,1-1 0 0 0,-1 1 0 0 0,2 12 0 0 0,2 3 292 0 0,42 157 1993 0 0,11 35-1111 0 0,-11-73-5180 0 0,-37-112-1131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3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1 350 9674 0 0,'61'-35'1164'0'0,"-2"-2"1"0"0,82-68-1 0 0,54-34-113 0 0,-194 138-1047 0 0,9-5 180 0 0,0 1 0 0 0,0-1 0 0 0,19-6 0 0 0,-27 12-78 0 0,-1-1 0 0 0,1 0 1 0 0,-1 1-1 0 0,1-1 0 0 0,-1 1 0 0 0,1 0 0 0 0,0 0 0 0 0,-1-1 1 0 0,1 1-1 0 0,0 0 0 0 0,-1 0 0 0 0,1 0 0 0 0,-1 1 0 0 0,1-1 1 0 0,0 0-1 0 0,-1 0 0 0 0,1 1 0 0 0,-1-1 0 0 0,1 1 0 0 0,-1 0 1 0 0,1-1-1 0 0,-1 1 0 0 0,1 0 0 0 0,-1 0 0 0 0,0 0 0 0 0,1 0 1 0 0,-1 0-1 0 0,0 0 0 0 0,0 0 0 0 0,0 1 0 0 0,0-1 0 0 0,0 0 1 0 0,0 1-1 0 0,0-1 0 0 0,1 3 0 0 0,10 30 1084 0 0,-2 2-1 0 0,7 42 1 0 0,-12-49-1049 0 0,1-1-1 0 0,1 0 1 0 0,2 0 0 0 0,20 44 0 0 0,-29-70-182 0 0,1-1-1 0 0,-1 1 1 0 0,1-1 0 0 0,0 1 0 0 0,0-1-1 0 0,0 0 1 0 0,-1 1 0 0 0,1-1 0 0 0,0 0-1 0 0,1 0 1 0 0,-1 0 0 0 0,0 0 0 0 0,0 1-1 0 0,0-2 1 0 0,1 1 0 0 0,-1 0 0 0 0,0 0-1 0 0,1 0 1 0 0,-1-1 0 0 0,1 1 0 0 0,-1-1 0 0 0,1 1-1 0 0,-1-1 1 0 0,1 1 0 0 0,-1-1 0 0 0,1 0-1 0 0,-1 0 1 0 0,1 0 0 0 0,3 0 0 0 0,-4-1-345 0 0,1 0 0 0 0,0 0 0 0 0,-1 0 0 0 0,1 0 0 0 0,-1 0 0 0 0,1-1 0 0 0,-1 1 0 0 0,0 0 0 0 0,0-1 0 0 0,1 1 0 0 0,-1-1 0 0 0,0 1 0 0 0,0-1 0 0 0,0 0 0 0 0,-1 0 1 0 0,1 1-1 0 0,0-1 0 0 0,-1 0 0 0 0,1 0 0 0 0,-1 0 0 0 0,0 1 0 0 0,1-1 0 0 0,-1 0 0 0 0,0 0 0 0 0,0-2 0 0 0,1-8-1855 0 0,2-21 121 0 0,5 4 4100 0 0,-7 27-1670 0 0,0 1 0 0 0,0-1-1 0 0,0 1 1 0 0,0 0-1 0 0,0-1 1 0 0,0 1-1 0 0,0 0 1 0 0,0-1-1 0 0,1 1 1 0 0,-1 0-1 0 0,1 0 1 0 0,-1 0-1 0 0,1 0 1 0 0,-1 0-1 0 0,1 1 1 0 0,-1-1-1 0 0,1 0 1 0 0,0 1-1 0 0,0-1 1 0 0,-1 1-1 0 0,1 0 1 0 0,0-1 0 0 0,-1 1-1 0 0,1 0 1 0 0,0 0-1 0 0,0 0 1 0 0,0 0-1 0 0,-1 1 1 0 0,1-1-1 0 0,0 0 1 0 0,-1 1-1 0 0,1-1 1 0 0,2 2-1 0 0,4 1-11 0 0,0 0-1 0 0,0 1 0 0 0,0 0 0 0 0,-1 0 1 0 0,1 1-1 0 0,-1 0 0 0 0,0 1 0 0 0,0-1 1 0 0,-1 1-1 0 0,0 1 0 0 0,6 7 0 0 0,-5-6-242 0 0,0-1 0 0 0,1 1 0 0 0,0-1-1 0 0,0-1 1 0 0,0 0 0 0 0,1 0-1 0 0,11 6 1 0 0,-17-11-71 0 0,-1-1 1 0 0,1 1-1 0 0,0-1 0 0 0,-1 0 0 0 0,1 0 0 0 0,-1 0 1 0 0,1 0-1 0 0,0 0 0 0 0,-1 0 0 0 0,5-2 1 0 0,6 1-1920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4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1 320 7370 0 0,'17'-24'4603'0'0,"-3"3"-3792"0"0,-2 0 0 0 0,0-1 0 0 0,-1 0 0 0 0,9-26 0 0 0,-16 38-568 0 0,-1 0 1 0 0,0 1 0 0 0,-1-1 0 0 0,0-1-1 0 0,-1 1 1 0 0,0 0 0 0 0,0 0-1 0 0,-1 0 1 0 0,-1-1 0 0 0,0 1 0 0 0,0 0-1 0 0,-5-18 1 0 0,6 28-212 0 0,0-1 0 0 0,0 1 1 0 0,0-1-1 0 0,0 1 0 0 0,0-1 0 0 0,0 0 0 0 0,0 1 0 0 0,0-1 0 0 0,-1 1 1 0 0,1-1-1 0 0,0 1 0 0 0,0-1 0 0 0,-1 1 0 0 0,1-1 0 0 0,0 1 1 0 0,-1 0-1 0 0,1-1 0 0 0,0 1 0 0 0,-1-1 0 0 0,1 1 0 0 0,-1 0 1 0 0,1-1-1 0 0,-1 1 0 0 0,1 0 0 0 0,-1-1 0 0 0,1 1 0 0 0,-1 0 0 0 0,1 0 1 0 0,-1 0-1 0 0,1-1 0 0 0,-1 1 0 0 0,1 0 0 0 0,-1 0 0 0 0,1 0 1 0 0,-1 0-1 0 0,1 0 0 0 0,-1 0 0 0 0,0 0 0 0 0,1 0 0 0 0,-1 0 0 0 0,1 0 1 0 0,-1 1-1 0 0,1-1 0 0 0,-1 0 0 0 0,1 0 0 0 0,-1 0 0 0 0,1 1 1 0 0,-1-1-1 0 0,1 0 0 0 0,-1 0 0 0 0,1 1 0 0 0,-1-1 0 0 0,1 1 0 0 0,-1-1 1 0 0,1 0-1 0 0,0 1 0 0 0,-1-1 0 0 0,1 1 0 0 0,0-1 0 0 0,-1 1 1 0 0,1-1-1 0 0,0 1 0 0 0,-4 4 26 0 0,1-1 0 0 0,1 0 1 0 0,-1 1-1 0 0,0 0 0 0 0,-2 7 0 0 0,0 4-25 0 0,0 1 0 0 0,1 0-1 0 0,0 0 1 0 0,2 0 0 0 0,0 1 0 0 0,1-1-1 0 0,1 0 1 0 0,0 1 0 0 0,5 26 0 0 0,-4-38-31 0 0,0 1 1 0 0,1-1-1 0 0,0 0 1 0 0,0 0-1 0 0,1 1 1 0 0,0-2-1 0 0,0 1 1 0 0,0 0-1 0 0,0 0 1 0 0,1-1-1 0 0,0 0 1 0 0,1 0-1 0 0,-1 0 1 0 0,1 0-1 0 0,-1-1 1 0 0,2 0-1 0 0,-1 0 1 0 0,0 0-1 0 0,1-1 1 0 0,-1 1-1 0 0,1-1 1 0 0,0-1-1 0 0,0 1 1 0 0,0-1-1 0 0,1 0 1 0 0,-1 0-1 0 0,0-1 1 0 0,9 1-1 0 0,4 0-1585 0 0,1-3-5730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5.2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1 268 7834 0 0,'0'-2'198'0'0,"1"0"0"0"0,0 0 0 0 0,-1 0 0 0 0,1 0 0 0 0,0 0 0 0 0,0 0 0 0 0,0 0 0 0 0,0 1 0 0 0,1-1 0 0 0,-1 0 0 0 0,0 1 0 0 0,1-1 0 0 0,-1 1 0 0 0,1-1 0 0 0,-1 1 0 0 0,1 0 0 0 0,3-2 0 0 0,0-1 207 0 0,0 1 0 0 0,0 0 0 0 0,0 0-1 0 0,1 1 1 0 0,6-3 0 0 0,-8 5-244 0 0,0-1 0 0 0,0 1-1 0 0,0 0 1 0 0,1 0 0 0 0,-1 0 0 0 0,0 1 0 0 0,0 0-1 0 0,0-1 1 0 0,0 1 0 0 0,0 1 0 0 0,0-1 0 0 0,0 0-1 0 0,-1 1 1 0 0,1 0 0 0 0,0 0 0 0 0,-1 0 0 0 0,1 1-1 0 0,-1-1 1 0 0,0 1 0 0 0,0-1 0 0 0,6 7 0 0 0,6 7 186 0 0,-1 1 0 0 0,22 33 1 0 0,-29-40-220 0 0,40 49 163 0 0,-33-43-276 0 0,-1-1-1 0 0,-1 2 1 0 0,15 26-1 0 0,-31-55 88 0 0,0 0 1 0 0,1 0-1 0 0,0 0 1 0 0,1-1-1 0 0,0 1 1 0 0,1-1-1 0 0,1 0 0 0 0,0 1 1 0 0,2-22-1 0 0,2-2 240 0 0,2 1-1 0 0,15-53 0 0 0,-13 61-454 0 0,21-45-1 0 0,-25 64 74 0 0,0 0-1 0 0,1 0 0 0 0,0 0 0 0 0,0 0 0 0 0,1 0 0 0 0,0 1 0 0 0,0 0 0 0 0,0 1 0 0 0,10-8 0 0 0,-15 13-147 0 0,1 1-1 0 0,-1-1 0 0 0,1 0 0 0 0,-1 0 1 0 0,1 1-1 0 0,-1-1 0 0 0,1 1 0 0 0,0 0 1 0 0,-1-1-1 0 0,1 1 0 0 0,0 0 1 0 0,-1 0-1 0 0,1 0 0 0 0,0 0 0 0 0,-1 0 1 0 0,1 0-1 0 0,0 1 0 0 0,-1-1 0 0 0,1 1 1 0 0,0-1-1 0 0,-1 1 0 0 0,1-1 0 0 0,-1 1 1 0 0,1 0-1 0 0,-1 0 0 0 0,3 2 1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5.6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0 355 10594 0 0,'2'-1'424'0'0,"1"-1"-1"0"0,-1 1 1 0 0,0 0-1 0 0,0-1 1 0 0,-1 0-1 0 0,1 1 1 0 0,0-1 0 0 0,0 0-1 0 0,-1 0 1 0 0,1 0-1 0 0,1-2 1 0 0,12-27 1445 0 0,15-41-1 0 0,-21 45-1859 0 0,-1 0 0 0 0,-1 0 0 0 0,-1-1 0 0 0,2-28 0 0 0,-8 50-2 0 0,0 1 0 0 0,0-1 1 0 0,0 1-1 0 0,-1-1 0 0 0,0 1 0 0 0,-3-9 1 0 0,4 13-5 0 0,0 0 0 0 0,0 1 0 0 0,0-1 0 0 0,-1 0 0 0 0,1 0 0 0 0,0 0 0 0 0,0 1 0 0 0,-1-1 0 0 0,1 0 0 0 0,-1 0 0 0 0,1 1 0 0 0,-1-1 0 0 0,1 0 0 0 0,-1 1 0 0 0,1-1 0 0 0,-1 1 0 0 0,0-1 0 0 0,1 1 0 0 0,-1-1 0 0 0,0 1 0 0 0,1-1 0 0 0,-1 1 0 0 0,0-1 0 0 0,0 1 0 0 0,1 0 0 0 0,-1-1 0 0 0,0 1 0 0 0,0 0 0 0 0,0 0 0 0 0,0 0 0 0 0,1 0 0 0 0,-1 0 0 0 0,0 0 0 0 0,0 0 0 0 0,0 0 0 0 0,0 0 1 0 0,1 0-1 0 0,-1 0 0 0 0,0 0 0 0 0,0 1 0 0 0,0-1 0 0 0,1 0 0 0 0,-1 1 0 0 0,0-1 0 0 0,0 0 0 0 0,1 1 0 0 0,-1-1 0 0 0,0 1 0 0 0,1-1 0 0 0,-1 1 0 0 0,0 0 0 0 0,-2 1 31 0 0,1 1 0 0 0,1-1-1 0 0,-1 1 1 0 0,0-1 0 0 0,0 1 0 0 0,1 0 0 0 0,0-1 0 0 0,-1 1 0 0 0,1 0 0 0 0,0 0-1 0 0,0 0 1 0 0,1 0 0 0 0,-1 0 0 0 0,1 0 0 0 0,-1 0 0 0 0,1 0 0 0 0,0 0 0 0 0,0 0-1 0 0,1 6 1 0 0,1 6 104 0 0,0 0-1 0 0,7 24 0 0 0,-6-28-102 0 0,1 0 0 0 0,0 1 0 0 0,1-1 0 0 0,1-1 0 0 0,-1 1-1 0 0,1-1 1 0 0,1 0 0 0 0,0 0 0 0 0,1-1 0 0 0,11 11-1 0 0,-6-7-622 0 0,2-2 0 0 0,-1 1-1 0 0,2-2 1 0 0,-1 0-1 0 0,34 15 1 0 0,-25-14-5867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5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65 5529 0 0,'0'-6'293'0'0,"-1"-1"-1"0"0,0 1 1 0 0,0 0-1 0 0,-1 0 1 0 0,0 1-1 0 0,-2-8 1 0 0,3 12-178 0 0,1 0 0 0 0,-1 0 0 0 0,1 0 0 0 0,-1 1 0 0 0,1-1 0 0 0,-1 0 0 0 0,1 0 0 0 0,-1 0 0 0 0,0 1 0 0 0,1-1 0 0 0,-1 0 0 0 0,0 0 0 0 0,0 1 0 0 0,0-1 0 0 0,1 1 0 0 0,-1-1 0 0 0,0 1 0 0 0,0-1 0 0 0,0 1 0 0 0,0-1 0 0 0,0 1 0 0 0,0 0 0 0 0,0 0 0 0 0,0-1 0 0 0,0 1 0 0 0,0 0 0 0 0,0 0 0 0 0,0 0 0 0 0,0 0 0 0 0,0 0 0 0 0,0 0 0 0 0,0 1 0 0 0,0-1 0 0 0,0 0 0 0 0,0 0 0 0 0,0 1 0 0 0,0-1 0 0 0,0 1 0 0 0,0-1 0 0 0,0 1 0 0 0,0-1 0 0 0,0 1 0 0 0,1-1 0 0 0,-1 1 0 0 0,-1 1 0 0 0,-5 4 333 0 0,0 0 0 0 0,0 0 1 0 0,1 1-1 0 0,0 0 0 0 0,0 0 1 0 0,1 1-1 0 0,0 0 0 0 0,0 0 1 0 0,-4 10-1 0 0,-5 14 380 0 0,-11 36-1 0 0,20-53-516 0 0,1-5-206 0 0,1 0 0 0 0,0 0 0 0 0,1 0 0 0 0,0 0 0 0 0,1 1-1 0 0,0-1 1 0 0,1 11 0 0 0,0-18-102 0 0,0 0 0 0 0,0-1-1 0 0,1 1 1 0 0,0-1 0 0 0,-1 1-1 0 0,1 0 1 0 0,0-1 0 0 0,0 1-1 0 0,0-1 1 0 0,0 0-1 0 0,1 1 1 0 0,-1-1 0 0 0,1 0-1 0 0,-1 0 1 0 0,1 0 0 0 0,0 0-1 0 0,0 0 1 0 0,0 0 0 0 0,0 0-1 0 0,0-1 1 0 0,0 1 0 0 0,0-1-1 0 0,0 1 1 0 0,1-1 0 0 0,-1 0-1 0 0,1 0 1 0 0,-1 0 0 0 0,1 0-1 0 0,-1-1 1 0 0,1 1 0 0 0,0-1-1 0 0,2 1 1 0 0,9 0-24 0 0,1 0 0 0 0,-1-1 1 0 0,25-4-1 0 0,-27 2 10 0 0,-1 1 0 0 0,0 0 1 0 0,1 1-1 0 0,0 0 0 0 0,-1 1 0 0 0,16 3 0 0 0,-26-4 12 0 0,0 0-1 0 0,-1 0 1 0 0,1 1 0 0 0,-1-1-1 0 0,1 0 1 0 0,-1 0-1 0 0,1 0 1 0 0,-1 1-1 0 0,1-1 1 0 0,-1 0 0 0 0,1 0-1 0 0,-1 1 1 0 0,1-1-1 0 0,-1 0 1 0 0,0 1-1 0 0,1-1 1 0 0,-1 1 0 0 0,0-1-1 0 0,1 0 1 0 0,-1 1-1 0 0,0-1 1 0 0,1 1-1 0 0,-1-1 1 0 0,0 1 0 0 0,0-1-1 0 0,0 1 1 0 0,1-1-1 0 0,-1 1 1 0 0,0 0 0 0 0,0-1-1 0 0,0 1 1 0 0,-8 18 29 0 0,-22 12-80 0 0,29-31 46 0 0,-31 27-2441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1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46 920 0 0,'21'-20'-267'0'0,"-17"17"1500"0"0,0-1 0 0 0,1 1 0 0 0,-1 0 0 0 0,1 0 0 0 0,8-4-1 0 0,-11 7-833 0 0,-1-1 0 0 0,1 1 0 0 0,-1-1 0 0 0,1 1-1 0 0,-1 0 1 0 0,1-1 0 0 0,-1 1 0 0 0,1 0-1 0 0,-1 0 1 0 0,1 0 0 0 0,-1 0 0 0 0,1 0 0 0 0,-1 1-1 0 0,1-1 1 0 0,-1 0 0 0 0,1 1 0 0 0,-1-1-1 0 0,0 1 1 0 0,1-1 0 0 0,-1 1 0 0 0,2 1-1 0 0,-1 0-199 0 0,0-1-1 0 0,0 1 0 0 0,0 0 0 0 0,0 0 0 0 0,-1 0 0 0 0,1 0 0 0 0,-1 1 0 0 0,1-1 1 0 0,-1 0-1 0 0,2 4 0 0 0,4 14 1042 0 0,0 1-1 0 0,8 38 1 0 0,-4-10-2247 0 0,5-1-5270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2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55 115 4609 0 0,'-24'-50'4311'0'0,"-7"-15"4261"0"0,45 95-6690 0 0,17 29-6199 0 0,-18-39 2663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5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 0 2761 0 0,'-23'14'3982'0'0,"15"-8"-2875"0"0,1 1-1 0 0,-1 0 1 0 0,1 0 0 0 0,1 1 0 0 0,-11 15 0 0 0,16-21-960 0 0,0-1 1 0 0,0 1 0 0 0,0 0 0 0 0,0-1-1 0 0,1 1 1 0 0,-1 0 0 0 0,1 0 0 0 0,-1 0-1 0 0,1-1 1 0 0,0 1 0 0 0,-1 0-1 0 0,1 0 1 0 0,0 0 0 0 0,0 0 0 0 0,0 0-1 0 0,1 0 1 0 0,-1-1 0 0 0,0 1 0 0 0,1 0-1 0 0,-1 0 1 0 0,1 0 0 0 0,0-1 0 0 0,-1 1-1 0 0,1 0 1 0 0,0-1 0 0 0,0 1 0 0 0,0 0-1 0 0,0-1 1 0 0,1 1 0 0 0,-1-1 0 0 0,0 0-1 0 0,1 1 1 0 0,-1-1 0 0 0,0 0-1 0 0,1 0 1 0 0,0 0 0 0 0,-1 0 0 0 0,3 1-1 0 0,36 19 866 0 0,-30-16-909 0 0,0 0-1 0 0,-1 1 1 0 0,0-1-1 0 0,17 15 1 0 0,-23-17-106 0 0,0 0-1 0 0,0 1 1 0 0,-1-1 0 0 0,1 0 0 0 0,-1 1-1 0 0,0 0 1 0 0,0-1 0 0 0,0 1 0 0 0,-1 0-1 0 0,1 0 1 0 0,-1 0 0 0 0,0 0-1 0 0,0 0 1 0 0,-1 0 0 0 0,1 0 0 0 0,-1 1-1 0 0,0 4 1 0 0,0 0-50 0 0,-1 0 0 0 0,-1 0-1 0 0,1-1 1 0 0,-1 1 0 0 0,-1 0 0 0 0,0-1-1 0 0,0 1 1 0 0,-8 13 0 0 0,7-15-216 0 0,0 0 1 0 0,0-1-1 0 0,-1 1 0 0 0,-7 7 1 0 0,9-11-325 0 0,-1 0-1 0 0,1 0 1 0 0,-1-1 0 0 0,1 1-1 0 0,-1 0 1 0 0,0-1 0 0 0,0 0 0 0 0,-5 2-1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7370 0 0,'2'13'7678'0'0,"3"5"-3524"0"0,38 81-1601 0 0,11 23-1617 0 0,47 96-539 0 0,-100-216-439 0 0,25 39-41 0 0,-25-39-163 0 0,1-1-1 0 0,-1 1 0 0 0,1-1 0 0 0,0 1 0 0 0,-1-1 1 0 0,1 0-1 0 0,0 0 0 0 0,0 0 0 0 0,0 0 0 0 0,0 0 0 0 0,4 1 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9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 3225 0 0,'0'6'6532'0'0,"-1"-6"-6423"0"0,21-1 3027 0 0,27-7-623 0 0,31-10-2745 0 0,-54 15-5249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7.6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180 1 2304 0 0,'-14'9'1179'0'0,"0"1"-1"0"0,1 1 0 0 0,0 0 0 0 0,1 1 0 0 0,0 0 1 0 0,0 1-1 0 0,2 0 0 0 0,-12 19 0 0 0,14-20-578 0 0,0 1 0 0 0,2 0 0 0 0,-1 0 0 0 0,2 0-1 0 0,0 1 1 0 0,0 0 0 0 0,1 0 0 0 0,1 1 0 0 0,-3 26 0 0 0,6-39-583 0 0,0 0 0 0 0,-1 0 0 0 0,1 0 0 0 0,0 0 0 0 0,0-1 0 0 0,0 1 0 0 0,0 0 0 0 0,1 0 0 0 0,-1 0 0 0 0,0 0 0 0 0,1 0 0 0 0,-1-1 0 0 0,1 1 0 0 0,0 0 0 0 0,-1 0 0 0 0,1-1 0 0 0,0 1-1 0 0,0-1 1 0 0,0 1 0 0 0,0-1 0 0 0,1 1 0 0 0,-1-1 0 0 0,0 1 0 0 0,1-1 0 0 0,-1 0 0 0 0,1 0 0 0 0,-1 0 0 0 0,1 0 0 0 0,-1 0 0 0 0,1 0 0 0 0,0 0 0 0 0,-1 0 0 0 0,1-1 0 0 0,0 1 0 0 0,0-1 0 0 0,0 1 0 0 0,-1-1 0 0 0,4 1 0 0 0,-1-2-56 0 0,1 1-1 0 0,-1-1 1 0 0,0 1 0 0 0,0-1-1 0 0,0 0 1 0 0,-1 0-1 0 0,1-1 1 0 0,0 1 0 0 0,0-1-1 0 0,-1 0 1 0 0,1 0-1 0 0,-1 0 1 0 0,1-1 0 0 0,-1 1-1 0 0,0-1 1 0 0,0 1-1 0 0,3-5 1 0 0,4-6-109 0 0,0 0 0 0 0,-1-1 0 0 0,-1-1 0 0 0,8-18 0 0 0,-9 18 153 0 0,0 1-1 0 0,1 0 1 0 0,1 0-1 0 0,14-17 1 0 0,-23 30 25 0 0,1 0 0 0 0,0 0 0 0 0,-1 1 1 0 0,1-1-1 0 0,0 0 0 0 0,-1 1 0 0 0,1-1 1 0 0,0 1-1 0 0,0-1 0 0 0,0 1 1 0 0,0-1-1 0 0,-1 1 0 0 0,1 0 0 0 0,0-1 1 0 0,0 1-1 0 0,0 0 0 0 0,0 0 0 0 0,0-1 1 0 0,0 1-1 0 0,0 0 0 0 0,0 0 1 0 0,0 0-1 0 0,0 0 0 0 0,1 1 0 0 0,0-1 39 0 0,0 1 0 0 0,-1 0-1 0 0,1 0 1 0 0,-1 0-1 0 0,1 0 1 0 0,-1 0-1 0 0,1 0 1 0 0,-1 0 0 0 0,1 0-1 0 0,-1 1 1 0 0,0-1-1 0 0,2 2 1 0 0,3 7 267 0 0,0 0 1 0 0,0 1-1 0 0,6 14 0 0 0,-8-15-243 0 0,-3-7-47 0 0,27 47 219 0 0,-26-47-264 0 0,-1-1 0 0 0,0 0 0 0 0,1 0 0 0 0,0 0 0 0 0,-1 0 0 0 0,1 0 0 0 0,0 0 0 0 0,0 0 0 0 0,0-1 0 0 0,0 1 0 0 0,0-1 0 0 0,1 1 0 0 0,-1-1 0 0 0,0 0 0 0 0,1 0 0 0 0,-1 0 0 0 0,1 0 0 0 0,4 1 0 0 0,-6-2-5 0 0,1-1 0 0 0,-1 1 0 0 0,1-1 0 0 0,-1 1 0 0 0,1-1 0 0 0,-1 0 0 0 0,1 1 0 0 0,-1-1 0 0 0,1 0 1 0 0,-1 0-1 0 0,0 0 0 0 0,0 0 0 0 0,1 0 0 0 0,-1 0 0 0 0,0-1 0 0 0,0 1 0 0 0,0 0 0 0 0,0 0 0 0 0,-1-1 0 0 0,1 1 0 0 0,0-1 0 0 0,1-2 0 0 0,14-40-440 0 0,-13 32 312 0 0,1 1 82 0 0,17-44-267 0 0,-20 53 308 0 0,-1 1 0 0 0,1-1 1 0 0,0 0-1 0 0,1 0 0 0 0,-1 0 1 0 0,0 1-1 0 0,0-1 0 0 0,1 1 0 0 0,-1-1 1 0 0,1 1-1 0 0,-1-1 0 0 0,1 1 1 0 0,0 0-1 0 0,-1 0 0 0 0,1 0 0 0 0,0 0 1 0 0,0 0-1 0 0,0 0 0 0 0,0 0 1 0 0,0 0-1 0 0,0 1 0 0 0,3-1 0 0 0,-2 2 28 0 0,0 0-1 0 0,0 0 1 0 0,0 0-1 0 0,0 1 0 0 0,-1-1 1 0 0,1 1-1 0 0,-1 0 0 0 0,1-1 1 0 0,-1 1-1 0 0,0 0 1 0 0,1 1-1 0 0,-1-1 0 0 0,0 0 1 0 0,0 1-1 0 0,-1-1 1 0 0,1 1-1 0 0,2 4 0 0 0,-2-3 8 0 0,1-1 0 0 0,-1 1-1 0 0,1-1 1 0 0,0 1 0 0 0,0-1-1 0 0,1 0 1 0 0,5 5-1 0 0,-8-8-26 0 0,0 0 0 0 0,0 0-1 0 0,-1 0 1 0 0,1 0-1 0 0,0 0 1 0 0,-1-1 0 0 0,1 1-1 0 0,0 0 1 0 0,-1 0-1 0 0,1 0 1 0 0,0-1-1 0 0,-1 1 1 0 0,1 0 0 0 0,-1-1-1 0 0,1 1 1 0 0,-1-1-1 0 0,1 1 1 0 0,0-1-1 0 0,-1 1 1 0 0,0-1 0 0 0,1 1-1 0 0,-1-1 1 0 0,1 0-1 0 0,14-18-50 0 0,-10 13 42 0 0,-1 2 16 0 0,4-7 201 0 0,1 1 1 0 0,1 0-1 0 0,0 0 0 0 0,15-11 0 0 0,-22 19-162 0 0,0 0 0 0 0,0 0-1 0 0,1 1 1 0 0,-1-1-1 0 0,0 1 1 0 0,1-1 0 0 0,-1 1-1 0 0,1 0 1 0 0,0 0-1 0 0,-1 1 1 0 0,1-1 0 0 0,0 1-1 0 0,-1 0 1 0 0,1 0-1 0 0,0 0 1 0 0,-1 0 0 0 0,1 1-1 0 0,0 0 1 0 0,-1-1-1 0 0,1 1 1 0 0,4 2 0 0 0,6 3 5 0 0,-6-4-236 0 0,0 1 1 0 0,0 1 0 0 0,-1 0-1 0 0,0 0 1 0 0,1 0 0 0 0,-1 1 0 0 0,7 6-1 0 0,-7-4-413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8.0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28 6913 0 0,'-19'-12'1123'0'0,"17"10"-491"0"0,0 0-1 0 0,-1 0 1 0 0,1 1 0 0 0,-1-1-1 0 0,0 1 1 0 0,1 0 0 0 0,-1-1 0 0 0,0 1-1 0 0,-3-1 1 0 0,5 3-475 0 0,0-1 0 0 0,0 0 0 0 0,0 0-1 0 0,0 1 1 0 0,0-1 0 0 0,0 0 0 0 0,0 1 0 0 0,0-1 0 0 0,0 1 0 0 0,0-1 0 0 0,0 1-1 0 0,0 0 1 0 0,0-1 0 0 0,1 1 0 0 0,-1 0 0 0 0,0 0 0 0 0,0-1 0 0 0,1 1-1 0 0,-1 0 1 0 0,1 0 0 0 0,-1 0 0 0 0,1 0 0 0 0,-1 0 0 0 0,1 0 0 0 0,-1 0-1 0 0,1 0 1 0 0,0 0 0 0 0,0 0 0 0 0,-1 0 0 0 0,1 0 0 0 0,0 0 0 0 0,0 2 0 0 0,-2 5 134 0 0,0 1 1 0 0,1-1 0 0 0,0 0-1 0 0,1 1 1 0 0,-1 0 0 0 0,2-1-1 0 0,-1 1 1 0 0,1-1 0 0 0,0 1 0 0 0,1-1-1 0 0,0 0 1 0 0,3 9 0 0 0,-2-11-358 0 0,-1 0 0 0 0,1 0 0 0 0,1-1 0 0 0,-1 0 0 0 0,1 1 0 0 0,0-1 0 0 0,4 4 0 0 0,-3-4-425 0 0,-1-1 0 0 0,1 0 0 0 0,0 0 0 0 0,1 0 0 0 0,-1-1-1 0 0,1 0 1 0 0,8 4 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8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1 175 8290 0 0,'0'1'162'0'0,"0"-1"0"0"0,0 1 0 0 0,0 0 1 0 0,0-1-1 0 0,0 1 0 0 0,0-1 0 0 0,0 1 1 0 0,0-1-1 0 0,1 1 0 0 0,-1 0 0 0 0,0-1 0 0 0,0 1 1 0 0,0-1-1 0 0,1 1 0 0 0,-1-1 0 0 0,0 1 1 0 0,1-1-1 0 0,-1 1 0 0 0,0-1 0 0 0,1 0 0 0 0,-1 1 1 0 0,1-1-1 0 0,-1 1 0 0 0,1-1 0 0 0,-1 0 1 0 0,1 1-1 0 0,-1-1 0 0 0,1 0 0 0 0,-1 0 0 0 0,1 1 1 0 0,-1-1-1 0 0,1 0 0 0 0,-1 0 0 0 0,1 0 1 0 0,0 0-1 0 0,-1 0 0 0 0,1 0 0 0 0,-1 0 0 0 0,1 0 1 0 0,-1 0-1 0 0,1 0 0 0 0,0 0 0 0 0,-1 0 1 0 0,1 0-1 0 0,-1 0 0 0 0,1 0 0 0 0,-1-1 0 0 0,1 1 1 0 0,0 0-1 0 0,0-1 0 0 0,2 0 161 0 0,-1 0-1 0 0,1 0 1 0 0,0-1-1 0 0,-1 1 1 0 0,1-1-1 0 0,-1 1 1 0 0,1-1-1 0 0,3-4 0 0 0,0-1-137 0 0,-1-1-1 0 0,0 0 0 0 0,0-1 0 0 0,-1 1 0 0 0,0-1 0 0 0,5-16 0 0 0,-8 21-269 0 0,1 0-1 0 0,-1 0 1 0 0,0-1-1 0 0,-1 1 1 0 0,1 0-1 0 0,-1-1 1 0 0,0 1-1 0 0,0-1 1 0 0,0 1-1 0 0,0 0 0 0 0,-1-1 1 0 0,0 1-1 0 0,0 0 1 0 0,0-1-1 0 0,0 1 1 0 0,-4-7-1 0 0,5 10 9 0 0,-1 0 0 0 0,1 0 0 0 0,-1 0 0 0 0,1 0 0 0 0,-1 0 0 0 0,0 0 0 0 0,1 1 0 0 0,-1-1 0 0 0,0 0 0 0 0,0 0 0 0 0,0 0 0 0 0,0 1 0 0 0,1-1 0 0 0,-1 0 0 0 0,0 1 0 0 0,0-1 0 0 0,0 1 0 0 0,-1-1 0 0 0,1 1 0 0 0,0 0 0 0 0,0-1 0 0 0,0 1 0 0 0,0 0 0 0 0,0 0 0 0 0,0 0 0 0 0,0 0 0 0 0,-1 0 0 0 0,1 0 0 0 0,0 0 0 0 0,0 0 0 0 0,0 0 0 0 0,0 1 0 0 0,0-1 0 0 0,0 0 0 0 0,0 1 0 0 0,0-1 0 0 0,-1 0 0 0 0,1 1 0 0 0,0 0 0 0 0,1-1 0 0 0,-1 1 0 0 0,0 0 0 0 0,0-1 0 0 0,0 1 0 0 0,0 0 0 0 0,-1 1 0 0 0,-1 1 33 0 0,1 0 1 0 0,-1 0 0 0 0,1 1-1 0 0,0-1 1 0 0,-1 1-1 0 0,2-1 1 0 0,-1 1-1 0 0,0 0 1 0 0,1-1-1 0 0,-1 1 1 0 0,0 8-1 0 0,1-8 231 0 0,1 1 0 0 0,0-1 0 0 0,0 0 0 0 0,0 0 0 0 0,1 1 0 0 0,-1-1 1 0 0,1 0-1 0 0,0 0 0 0 0,0 1 0 0 0,1-1 0 0 0,-1 0 0 0 0,1 0 0 0 0,0-1 0 0 0,0 1 0 0 0,4 6 0 0 0,-1-5 37 0 0,-1 0 0 0 0,1 0 0 0 0,0-1 1 0 0,0 1-1 0 0,0-1 0 0 0,1 0 0 0 0,-1-1 0 0 0,1 1 1 0 0,8 3-1 0 0,-2-3-453 0 0,0 1 0 0 0,-1-2 0 0 0,1 1 1 0 0,0-2-1 0 0,1 1 0 0 0,-1-2 0 0 0,0 0 1 0 0,1 0-1 0 0,-1-1 0 0 0,19-2 0 0 0,-10-3-6286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8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15 131 10138 0 0,'-6'6'3672'0'0,"6"-5"-3409"0"0,-1 0-1 0 0,1-1 0 0 0,0 1 1 0 0,0-1-1 0 0,0 1 0 0 0,0 0 1 0 0,0-1-1 0 0,0 1 0 0 0,0 0 0 0 0,0 0 1 0 0,-5 22 1413 0 0,3-8-1300 0 0,1 0 0 0 0,1-1 0 0 0,0 1 0 0 0,1 0-1 0 0,1 0 1 0 0,0-1 0 0 0,1 1 0 0 0,1-1 0 0 0,0 0 0 0 0,10 23 0 0 0,-12-32-359 0 0,1 1 0 0 0,0-1 0 0 0,0 1 0 0 0,1-1 0 0 0,0 0 0 0 0,0-1-1 0 0,0 1 1 0 0,0-1 0 0 0,1 1 0 0 0,-1-1 0 0 0,1 0 0 0 0,0-1 0 0 0,0 1 0 0 0,1-1 0 0 0,-1 0 0 0 0,1-1 0 0 0,0 1 0 0 0,-1-1 0 0 0,1 0-1 0 0,0-1 1 0 0,0 1 0 0 0,0-1 0 0 0,0 0 0 0 0,1 0 0 0 0,-1-1 0 0 0,0 0 0 0 0,11-1 0 0 0,-10 0-23 0 0,0 0 0 0 0,-1 0 0 0 0,1 0 0 0 0,0-1-1 0 0,-1 0 1 0 0,1-1 0 0 0,-1 1 0 0 0,0-1 0 0 0,0 0 0 0 0,0-1 0 0 0,0 1 0 0 0,0-1 0 0 0,-1 0 0 0 0,0-1 0 0 0,5-4-1 0 0,-4 2-47 0 0,-1 0-1 0 0,0 0 1 0 0,0 0-1 0 0,-1 0 1 0 0,0-1-1 0 0,-1 1 1 0 0,1-1-1 0 0,-1 0 1 0 0,-1 0-1 0 0,4-16 1 0 0,-4 8-146 0 0,-1 0 1 0 0,0 0-1 0 0,-1 0 1 0 0,0 0-1 0 0,-1 0 1 0 0,-1 0-1 0 0,-1 0 1 0 0,0 0 0 0 0,-1 1-1 0 0,-1 0 1 0 0,0-1-1 0 0,-11-19 1 0 0,14 30 10 0 0,-1-1 1 0 0,0 1-1 0 0,-1 0 1 0 0,1 0-1 0 0,-1 1 0 0 0,0-1 1 0 0,0 1-1 0 0,-1-1 1 0 0,1 2-1 0 0,-8-7 1 0 0,9 9 113 0 0,1 0 1 0 0,-1 0 0 0 0,1 0 0 0 0,-1 0 0 0 0,1 0 0 0 0,-1 1-1 0 0,1-1 1 0 0,-1 1 0 0 0,0 0 0 0 0,1 0 0 0 0,-1 0 0 0 0,0 0-1 0 0,1 0 1 0 0,-1 0 0 0 0,1 1 0 0 0,-1-1 0 0 0,0 1 0 0 0,1 0-1 0 0,-1 0 1 0 0,1 0 0 0 0,-1 0 0 0 0,1 0 0 0 0,0 0 0 0 0,0 1-1 0 0,-1-1 1 0 0,-1 3 0 0 0,-14 11-1145 0 0,2 3-3966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1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2 7834 0 0,'-1'0'335'0'0,"-1"-1"1"0"0,1 1 0 0 0,-1 0 0 0 0,1 0 0 0 0,0 0-1 0 0,-1 0 1 0 0,1 0 0 0 0,0 0 0 0 0,-1 1 0 0 0,1-1-1 0 0,-1 0 1 0 0,1 1 0 0 0,0-1 0 0 0,0 1 0 0 0,-1-1-1 0 0,1 1 1 0 0,0 0 0 0 0,0-1 0 0 0,-1 1-1 0 0,1 0 1 0 0,-1 2 0 0 0,-1 0 106 0 0,0 0 0 0 0,0 0 0 0 0,1 1 0 0 0,-1-1 0 0 0,1 1 0 0 0,0 0 0 0 0,-2 5 0 0 0,0 2 73 0 0,0 0-1 0 0,1 0 0 0 0,0 1 0 0 0,-2 20 1 0 0,4-14-318 0 0,2 0 0 0 0,0 0 0 0 0,1 0 0 0 0,1-1 0 0 0,1 1 1 0 0,0 0-1 0 0,1-1 0 0 0,1 0 0 0 0,12 22 0 0 0,-1-3-41 0 0,3-1-1 0 0,1-1 0 0 0,29 38 0 0 0,-31-50-282 0 0,2 0 1 0 0,32 27-1 0 0,3 2-5733 0 0,-48-42 3926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2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0 172 6449 0 0,'0'0'577'0'0,"2"0"-465"0"0,1-1-112 0 0,-1-1 0 0 0,2 1 608 0 0,2 0 104 0 0,4-2 24 0 0,5-5 0 0 0,5-2 32 0 0,5-7 0 0 0,1-1 9 0 0,0-1-1 0 0,-1-3-1624 0 0,1 0-329 0 0,2-3-63 0 0,-3 2-8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0 6913 0 0,'-4'1'524'0'0,"1"0"-1"0"0,0 0 0 0 0,0 1 0 0 0,-1-1 1 0 0,1 1-1 0 0,0-1 0 0 0,1 1 0 0 0,-1 0 1 0 0,0 0-1 0 0,0 0 0 0 0,1 1 0 0 0,-1-1 1 0 0,1 1-1 0 0,0-1 0 0 0,0 1 0 0 0,0 0 1 0 0,0 0-1 0 0,0 0 0 0 0,1 0 0 0 0,-3 6 1 0 0,3-5-14 0 0,0 0 0 0 0,0 0-1 0 0,1 0 1 0 0,0 0 0 0 0,-1-1 0 0 0,1 1 0 0 0,1 6 0 0 0,10 30 178 0 0,-2-16-556 0 0,1-1 1 0 0,1 0-1 0 0,2-1 1 0 0,0-1-1 0 0,23 29 1 0 0,20 12-6697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9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0 302 4145 0 0,'39'-51'3343'0'0,"4"12"-2775"0"0,1 1 1 0 0,1 2-1 0 0,2 3 0 0 0,2 1 0 0 0,54-26 0 0 0,-98 56-396 0 0,-1-1-1 0 0,0 2 1 0 0,0-1 0 0 0,1 0 0 0 0,-1 1-1 0 0,1 0 1 0 0,-1 0 0 0 0,1 0 0 0 0,-1 1-1 0 0,1-1 1 0 0,0 1 0 0 0,-1 0 0 0 0,7 1-1 0 0,-8 0-5 0 0,1 0 0 0 0,-1 0 0 0 0,0 1-1 0 0,0-1 1 0 0,0 1 0 0 0,0 0-1 0 0,0 0 1 0 0,0 0 0 0 0,0 0 0 0 0,-1 0-1 0 0,1 0 1 0 0,-1 1 0 0 0,1 0 0 0 0,-1-1-1 0 0,0 1 1 0 0,0 0 0 0 0,0 0-1 0 0,1 4 1 0 0,10 19 272 0 0,-2 1 0 0 0,-1 0 0 0 0,-2 0 0 0 0,7 31 0 0 0,12 40-239 0 0,-26-96-192 0 0,-1-1 0 0 0,0 1 1 0 0,1-1-1 0 0,-1 1 0 0 0,1 0 1 0 0,0-1-1 0 0,0 1 0 0 0,-1-1 1 0 0,1 0-1 0 0,0 1 1 0 0,0-1-1 0 0,0 0 0 0 0,0 0 1 0 0,1 1-1 0 0,-1-1 0 0 0,0 0 1 0 0,0 0-1 0 0,1 0 0 0 0,2 1 1 0 0,-3-2-11 0 0,0 0 0 0 0,0 0 0 0 0,0 0 0 0 0,0 0 0 0 0,0 0 0 0 0,0-1 0 0 0,0 1 0 0 0,0 0 0 0 0,0-1 0 0 0,0 1 1 0 0,0-1-1 0 0,-1 1 0 0 0,1 0 0 0 0,0-1 0 0 0,0 0 0 0 0,0 1 0 0 0,0-1 0 0 0,-1 0 0 0 0,1 1 0 0 0,0-1 0 0 0,-1 0 0 0 0,2-1 0 0 0,4-7-74 0 0,0 0-1 0 0,-1 0 0 0 0,0 0 0 0 0,5-14 0 0 0,9-27-216 0 0,-12 28 540 0 0,2-1-1 0 0,0 1 1 0 0,1 0-1 0 0,2 1 1 0 0,24-35-1 0 0,-34 54-157 0 0,-1 0 0 0 0,0 0 0 0 0,1 1-1 0 0,-1-1 1 0 0,1 0 0 0 0,0 1 0 0 0,0 0 0 0 0,-1-1 0 0 0,1 1-1 0 0,0 0 1 0 0,0 0 0 0 0,0 0 0 0 0,0 0 0 0 0,0 0-1 0 0,0 0 1 0 0,1 1 0 0 0,-1-1 0 0 0,0 1 0 0 0,0 0 0 0 0,0-1-1 0 0,1 1 1 0 0,-1 0 0 0 0,0 0 0 0 0,0 0 0 0 0,1 1-1 0 0,-1-1 1 0 0,0 1 0 0 0,0-1 0 0 0,0 1 0 0 0,0-1 0 0 0,1 1-1 0 0,-1 0 1 0 0,0 0 0 0 0,0 0 0 0 0,3 3 0 0 0,4 4-102 0 0,1 0 0 0 0,-1 0 0 0 0,-1 2 0 0 0,1-1 0 0 0,9 15 0 0 0,6 6-810 0 0,-11-18-484 0 0,1 0-350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0.2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0 311 6449 0 0,'10'-2'585'0'0,"-1"-1"0"0"0,0 0 0 0 0,0 0 0 0 0,-1-1-1 0 0,1 0 1 0 0,-1 0 0 0 0,0-1 0 0 0,0 0 0 0 0,0-1-1 0 0,0 0 1 0 0,-1 0 0 0 0,9-10 0 0 0,-10 9-299 0 0,0 0 0 0 0,-1 0 0 0 0,0 0 0 0 0,-1 0 0 0 0,1-1 0 0 0,-1 0 1 0 0,-1 0-1 0 0,0 0 0 0 0,0 0 0 0 0,0 0 0 0 0,-1-1 0 0 0,0 1 0 0 0,1-14 0 0 0,-3 10-164 0 0,0 0-1 0 0,0 0 0 0 0,-4-19 1 0 0,4 28-106 0 0,0 0 1 0 0,-1 0 0 0 0,0 0-1 0 0,1 1 1 0 0,-1-1-1 0 0,0 0 1 0 0,0 0 0 0 0,-1 1-1 0 0,1-1 1 0 0,-1 1 0 0 0,1-1-1 0 0,-1 1 1 0 0,0-1 0 0 0,0 1-1 0 0,0 0 1 0 0,0 0-1 0 0,0 0 1 0 0,0 0 0 0 0,0 0-1 0 0,-4-1 1 0 0,4 2-18 0 0,1 1 0 0 0,-1 0 0 0 0,1 0 0 0 0,-1-1 0 0 0,1 1 0 0 0,-1 0 0 0 0,1 0 0 0 0,-1 0 1 0 0,1 1-1 0 0,-1-1 0 0 0,1 0 0 0 0,-1 1 0 0 0,1-1 0 0 0,0 1 0 0 0,-1-1 0 0 0,1 1 0 0 0,0-1 0 0 0,-1 1 0 0 0,1 0 0 0 0,0 0 0 0 0,-1 0 0 0 0,1 0 0 0 0,0 0 0 0 0,0 0 0 0 0,0 0 1 0 0,0 0-1 0 0,0 0 0 0 0,0 0 0 0 0,0 1 0 0 0,1-1 0 0 0,-1 0 0 0 0,0 1 0 0 0,1-1 0 0 0,-1 3 0 0 0,-3 4 34 0 0,0 1 0 0 0,1 0 0 0 0,0 0 0 0 0,-2 10 0 0 0,3-6 187 0 0,0 0 1 0 0,0 0-1 0 0,2-1 1 0 0,-1 1-1 0 0,2 0 1 0 0,-1 0-1 0 0,2 0 1 0 0,0-1-1 0 0,0 1 0 0 0,8 21 1 0 0,-8-29-199 0 0,0 0 1 0 0,0-1-1 0 0,1 1 0 0 0,-1-1 1 0 0,1 1-1 0 0,0-1 0 0 0,0 0 1 0 0,0 0-1 0 0,1-1 0 0 0,-1 1 1 0 0,1-1-1 0 0,0 1 1 0 0,0-1-1 0 0,0 0 0 0 0,0-1 1 0 0,1 1-1 0 0,-1-1 0 0 0,1 0 1 0 0,0 0-1 0 0,-1 0 0 0 0,1-1 1 0 0,0 1-1 0 0,0-1 1 0 0,0 0-1 0 0,0-1 0 0 0,0 1 1 0 0,0-1-1 0 0,0 0 0 0 0,0 0 1 0 0,6-1-1 0 0,30-9-2108 0 0,-20 1-5151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1.3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165 240 2761 0 0,'0'-1'299'0'0,"-1"-1"0"0"0,1 0 0 0 0,0 1 1 0 0,-1-1-1 0 0,1 0 0 0 0,-1 0 0 0 0,1 1 1 0 0,-1-1-1 0 0,0 1 0 0 0,0-1 0 0 0,0 1 1 0 0,0-1-1 0 0,0 1 0 0 0,0-1 0 0 0,0 1 1 0 0,0 0-1 0 0,-1 0 0 0 0,1 0 0 0 0,0-1 0 0 0,-1 1 1 0 0,1 0-1 0 0,-1 1 0 0 0,1-1 0 0 0,-1 0 1 0 0,1 0-1 0 0,-1 1 0 0 0,0-1 0 0 0,1 1 1 0 0,-1-1-1 0 0,-3 0 0 0 0,1 1 171 0 0,1-1-1 0 0,0 1 1 0 0,-1-1 0 0 0,1 1-1 0 0,-1 0 1 0 0,1 1-1 0 0,-1-1 1 0 0,1 0 0 0 0,-1 1-1 0 0,1 0 1 0 0,-1 0 0 0 0,1 0-1 0 0,0 0 1 0 0,-6 3-1 0 0,5 0-288 0 0,0-1-1 0 0,0 1 0 0 0,1 0 0 0 0,-1-1 0 0 0,1 2 1 0 0,0-1-1 0 0,0 0 0 0 0,0 1 0 0 0,1-1 0 0 0,0 1 1 0 0,0 0-1 0 0,0 0 0 0 0,-2 7 0 0 0,-1 10-89 0 0,-6 39-1 0 0,8-44 10 0 0,-1 9-118 0 0,2-1 1 0 0,0 48 0 0 0,2-67 14 0 0,0 1 0 0 0,0-1 0 0 0,1 0 1 0 0,0 0-1 0 0,0 0 0 0 0,1 0 0 0 0,0 0 1 0 0,0 0-1 0 0,0-1 0 0 0,1 1 1 0 0,-1-1-1 0 0,1 1 0 0 0,1-1 0 0 0,-1 0 1 0 0,1 0-1 0 0,0 0 0 0 0,0-1 0 0 0,5 5 1 0 0,-5-7-43 0 0,-1 1 0 0 0,1-2 0 0 0,0 1 0 0 0,0 0 0 0 0,0-1 0 0 0,0 0 0 0 0,0 0 0 0 0,0 0 0 0 0,0 0 0 0 0,0-1 0 0 0,1 1 0 0 0,-1-1 1 0 0,0 0-1 0 0,0 0 0 0 0,0-1 0 0 0,0 1 0 0 0,1-1 0 0 0,-1 0 0 0 0,0 0 0 0 0,0-1 0 0 0,0 1 0 0 0,-1-1 0 0 0,1 0 0 0 0,0 0 0 0 0,4-2 0 0 0,2-3-110 0 0,-1 1 0 0 0,1-1 0 0 0,-1-1 0 0 0,0 0 0 0 0,-1 0 0 0 0,0 0 0 0 0,13-19 0 0 0,5-12-135 0 0,-3-2 0 0 0,0 0 0 0 0,-3-2 0 0 0,-2 0 0 0 0,-2-1 0 0 0,20-83 0 0 0,-33 114 535 0 0,-1 1 0 0 0,-1-1 0 0 0,0 0 0 0 0,0 1 0 0 0,-1-1 0 0 0,-1 0 0 0 0,0 1 0 0 0,-1-1-1 0 0,-1 0 1 0 0,-5-12 2061 0 0,9 39-1710 0 0,3 20-477 0 0,5-5-88 0 0,2 0 0 0 0,0-1 1 0 0,2 0-1 0 0,1 0 1 0 0,2-1-1 0 0,0-1 0 0 0,2-1 1 0 0,0-1-1 0 0,2 0 1 0 0,33 31-1 0 0,-49-51-74 0 0,-1-1 1 0 0,1 0 0 0 0,0 1-1 0 0,0-1 1 0 0,0-1-1 0 0,0 1 1 0 0,1-1-1 0 0,8 4 1 0 0,-12-6 25 0 0,1 1 1 0 0,0-1-1 0 0,0 0 0 0 0,-1 0 1 0 0,1 0-1 0 0,0 0 1 0 0,-1 0-1 0 0,1-1 0 0 0,0 1 1 0 0,-1 0-1 0 0,1-1 1 0 0,-1 1-1 0 0,1-1 0 0 0,-1 0 1 0 0,1 0-1 0 0,-1 1 1 0 0,1-1-1 0 0,-1 0 0 0 0,1 0 1 0 0,-1 0-1 0 0,0 0 1 0 0,0-1-1 0 0,0 1 0 0 0,1 0 1 0 0,-1 0-1 0 0,0-1 1 0 0,-1 1-1 0 0,1-1 0 0 0,1-2 1 0 0,6-11-172 0 0,-1 0 1 0 0,-1 0-1 0 0,0-1 1 0 0,-2 0-1 0 0,1 0 0 0 0,2-26 1 0 0,-5 28 332 0 0,0-1 0 0 0,1 1 0 0 0,1 0 0 0 0,0 0 0 0 0,1 0 0 0 0,0 0 0 0 0,1 1 0 0 0,16-25 0 0 0,-21 37-122 0 0,0-1 0 0 0,0 1 0 0 0,0-1-1 0 0,0 1 1 0 0,0-1 0 0 0,0 1 0 0 0,0 0 0 0 0,1-1 0 0 0,-1 1 0 0 0,0 0 0 0 0,1 0 0 0 0,-1 0 0 0 0,1 0 0 0 0,0 1 0 0 0,-1-1-1 0 0,1 0 1 0 0,0 1 0 0 0,-1-1 0 0 0,1 1 0 0 0,0-1 0 0 0,0 1 0 0 0,-1 0 0 0 0,1-1 0 0 0,0 1 0 0 0,0 0 0 0 0,0 0 0 0 0,-1 1-1 0 0,1-1 1 0 0,0 0 0 0 0,0 1 0 0 0,-1-1 0 0 0,1 1 0 0 0,0-1 0 0 0,2 2 0 0 0,3 3 43 0 0,0 0 1 0 0,-1 1-1 0 0,1-1 1 0 0,-1 2-1 0 0,-1-1 1 0 0,8 9-1 0 0,-8-8-72 0 0,0-1 0 0 0,0 0 0 0 0,1 0 0 0 0,0 0 0 0 0,12 8 0 0 0,-6-9-1121 0 0,1-1-4312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1.8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 27 5985 0 0,'-1'-1'209'0'0,"1"-1"1"0"0,-1 1-1 0 0,0-1 0 0 0,1 1 0 0 0,-1-1 0 0 0,0 1 0 0 0,0 0 0 0 0,0-1 1 0 0,0 1-1 0 0,0 0 0 0 0,0 0 0 0 0,0 0 0 0 0,-1 0 0 0 0,1 0 0 0 0,0 0 1 0 0,-1 0-1 0 0,1 0 0 0 0,0 0 0 0 0,-1 1 0 0 0,1-1 0 0 0,-1 1 0 0 0,1-1 1 0 0,-1 1-1 0 0,0-1 0 0 0,1 1 0 0 0,-1 0 0 0 0,1 0 0 0 0,-1 0 0 0 0,0 0 1 0 0,1 0-1 0 0,-1 0 0 0 0,1 0 0 0 0,-1 0 0 0 0,1 1 0 0 0,-1-1 0 0 0,0 1 1 0 0,1-1-1 0 0,-1 1 0 0 0,1-1 0 0 0,0 1 0 0 0,-1 0 0 0 0,1 0 0 0 0,-1 0 1 0 0,1 0-1 0 0,0 0 0 0 0,0 0 0 0 0,0 0 0 0 0,0 0 0 0 0,0 0 0 0 0,0 1 1 0 0,0-1-1 0 0,0 0 0 0 0,0 1 0 0 0,0-1 0 0 0,1 1 0 0 0,-2 1 0 0 0,-2 10 283 0 0,0-1 0 0 0,1 1 0 0 0,0 0 0 0 0,1 0 0 0 0,0 0 0 0 0,1 26 0 0 0,1-33-453 0 0,0 1-1 0 0,1-1 1 0 0,0 1-1 0 0,0-1 1 0 0,0 0-1 0 0,1 1 1 0 0,0-1-1 0 0,0 0 1 0 0,1 0-1 0 0,-1 0 1 0 0,1 0-1 0 0,1-1 1 0 0,-1 1-1 0 0,1-1 1 0 0,0 0-1 0 0,4 5 1 0 0,-7-9-55 0 0,0 0 0 0 0,0 0 1 0 0,0 0-1 0 0,0 0 1 0 0,0 0-1 0 0,1-1 0 0 0,-1 1 1 0 0,0 0-1 0 0,0-1 0 0 0,0 1 1 0 0,1-1-1 0 0,-1 1 1 0 0,0-1-1 0 0,1 0 0 0 0,-1 0 1 0 0,0 1-1 0 0,1-1 0 0 0,-1 0 1 0 0,0 0-1 0 0,1 0 0 0 0,-1 0 1 0 0,0-1-1 0 0,1 1 1 0 0,-1 0-1 0 0,0 0 0 0 0,2-1 1 0 0,0-1-74 0 0,-1 1 0 0 0,1-1 0 0 0,-1 0 0 0 0,0 0 1 0 0,1 0-1 0 0,-1 0 0 0 0,0 0 0 0 0,0 0 0 0 0,0-1 0 0 0,-1 1 1 0 0,3-4-1 0 0,2-4-286 0 0,-1-1 1 0 0,0 0 0 0 0,0 0 0 0 0,5-22-1 0 0,-6 5-26 0 0,-4 22 560 0 0,1 0-1 0 0,-1 0 1 0 0,1 0-1 0 0,0 0 1 0 0,1 0 0 0 0,0 0-1 0 0,0 1 1 0 0,0-1-1 0 0,0 1 1 0 0,1-1 0 0 0,0 1-1 0 0,5-7 1 0 0,-7 11-86 0 0,0 0 0 0 0,0 1 0 0 0,0-1 0 0 0,0 0 0 0 0,0 1 0 0 0,1-1 0 0 0,-1 1 0 0 0,0-1 0 0 0,0 1 0 0 0,1-1 0 0 0,-1 1 0 0 0,0 0 0 0 0,1 0 0 0 0,-1 0 0 0 0,1 0 0 0 0,-1 0 0 0 0,0 0 0 0 0,1 0 0 0 0,-1 0 0 0 0,0 0 0 0 0,1 1-1 0 0,-1-1 1 0 0,0 1 0 0 0,0-1 0 0 0,1 1 0 0 0,-1-1 0 0 0,0 1 0 0 0,0-1 0 0 0,0 1 0 0 0,0 0 0 0 0,1 0 0 0 0,-1 0 0 0 0,1 1 0 0 0,5 5-8 0 0,-1-1 0 0 0,1 2-1 0 0,9 13 1 0 0,-3-4 137 0 0,-4-7-154 0 0,1 1 1 0 0,1-1 0 0 0,21 15 0 0 0,-29-22-95 0 0,0-1 1 0 0,0 0-1 0 0,0 0 1 0 0,1 0-1 0 0,-1-1 1 0 0,1 1-1 0 0,-1-1 1 0 0,1 1-1 0 0,0-1 1 0 0,-1-1-1 0 0,1 1 1 0 0,0 0-1 0 0,0-1 1 0 0,0 0-1 0 0,-1 0 1 0 0,1 0-1 0 0,0 0 1 0 0,0 0-1 0 0,6-2 1 0 0,-6-1-325 0 0,0 0-1 0 0,0 1 1 0 0,-1-1 0 0 0,1-1 0 0 0,-1 1-1 0 0,0 0 1 0 0,1-1 0 0 0,-1 0-1 0 0,-1 0 1 0 0,4-5 0 0 0,-3 5-478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2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21 10138 0 0,'0'0'81'0'0,"0"0"1"0"0,-1 0-1 0 0,1-1 0 0 0,0 1 0 0 0,0 0 0 0 0,0-1 0 0 0,-1 1 1 0 0,1 0-1 0 0,0-1 0 0 0,0 1 0 0 0,0 0 0 0 0,0-1 0 0 0,0 1 1 0 0,0 0-1 0 0,0-1 0 0 0,0 1 0 0 0,0-1 0 0 0,0 1 0 0 0,0 0 1 0 0,0-1-1 0 0,0 1 0 0 0,0 0 0 0 0,0-1 0 0 0,0 1 0 0 0,0 0 1 0 0,1-1-1 0 0,-1 1 0 0 0,0 0 0 0 0,0-1 0 0 0,0 1 0 0 0,0 0 1 0 0,1 0-1 0 0,-1-1 0 0 0,0 1 0 0 0,14-2 2172 0 0,13 10 687 0 0,-17-3-2516 0 0,-1 1 1 0 0,0 0-1 0 0,0 0 0 0 0,-1 1 1 0 0,1 0-1 0 0,-1 0 0 0 0,-1 1 1 0 0,0 0-1 0 0,9 12 0 0 0,1 7 27 0 0,25 52 0 0 0,-32-59-403 0 0,-10-20-50 0 0,0 0-1 0 0,0 0 1 0 0,0 0 0 0 0,0 0-1 0 0,0 0 1 0 0,0 1 0 0 0,0-1-1 0 0,1 0 1 0 0,-1 0 0 0 0,0 0-1 0 0,0 0 1 0 0,0 0 0 0 0,0 0-1 0 0,0 0 1 0 0,0 0 0 0 0,0 1 0 0 0,0-1-1 0 0,0 0 1 0 0,1 0 0 0 0,-1 0-1 0 0,0 0 1 0 0,0 0 0 0 0,0 0-1 0 0,0 0 1 0 0,0 0 0 0 0,0 0-1 0 0,1 0 1 0 0,-1 0 0 0 0,0 0-1 0 0,0 0 1 0 0,0 0 0 0 0,0 0-1 0 0,0 0 1 0 0,0 0 0 0 0,1 0-1 0 0,-1 0 1 0 0,0 0 0 0 0,0 0-1 0 0,0 0 1 0 0,0 0 0 0 0,0 0-1 0 0,0 0 1 0 0,0 0 0 0 0,1 0-1 0 0,-1-1 1 0 0,0 1 0 0 0,0 0 0 0 0,0 0-1 0 0,0 0 1 0 0,0 0 0 0 0,0 0-1 0 0,0 0 1 0 0,0 0 0 0 0,0 0-1 0 0,0-1 1 0 0,0 1 0 0 0,1 0-1 0 0,-1 0 1 0 0,0 0 0 0 0,0 0-1 0 0,0 0 1 0 0,0-1 0 0 0,6-13-270 0 0,2-16-117 0 0,-3-12 254 0 0,-5 33 160 0 0,1-1-1 0 0,0 1 1 0 0,0 0-1 0 0,1 0 1 0 0,0 0 0 0 0,1 0-1 0 0,0 0 1 0 0,0 0-1 0 0,1 1 1 0 0,0-1 0 0 0,5-7-1 0 0,-6 14-11 0 0,-1 0-1 0 0,1 0 0 0 0,0 0 1 0 0,0 0-1 0 0,0 1 0 0 0,0-1 1 0 0,0 1-1 0 0,0 0 0 0 0,0 0 1 0 0,1 0-1 0 0,-1 0 0 0 0,0 1 1 0 0,0-1-1 0 0,1 1 0 0 0,-1 0 1 0 0,0 0-1 0 0,1 0 0 0 0,-1 0 1 0 0,0 1-1 0 0,1-1 0 0 0,4 2 1 0 0,-2 0 12 0 0,0-1 1 0 0,0 1 0 0 0,-1 0 0 0 0,1 0-1 0 0,0 0 1 0 0,-1 1 0 0 0,1 0-1 0 0,-1 0 1 0 0,0 1 0 0 0,0-1 0 0 0,5 5-1 0 0,3 9-979 0 0,1 0-1 0 0,11 19 1 0 0,-20-26 19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2.8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 11955 0 0,'39'-5'3530'0'0,"-35"4"-3259"0"0,-1 0 1 0 0,1 0-1 0 0,0 0 0 0 0,-1 1 0 0 0,1 0 0 0 0,0-1 0 0 0,-1 1 0 0 0,1 0 1 0 0,0 1-1 0 0,-1-1 0 0 0,1 1 0 0 0,0-1 0 0 0,-1 1 0 0 0,1 0 0 0 0,-1 0 1 0 0,0 1-1 0 0,1-1 0 0 0,-1 1 0 0 0,0 0 0 0 0,0 0 0 0 0,1 0 0 0 0,-2 0 1 0 0,6 4-1 0 0,4 9-125 0 0,0 1 1 0 0,-1 0-1 0 0,0 1 1 0 0,-1 0 0 0 0,-1 1-1 0 0,-1 0 1 0 0,-1 0-1 0 0,0 0 1 0 0,7 34-1 0 0,-8-18-735 0 0,5-88-2977 0 0,24-66-6778 0 0,-26 94 6442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3.3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69 4145 0 0,'-25'15'9245'0'0,"36"-25"-7738"0"0,1-1-899 0 0,1 2 0 0 0,0 0 0 0 0,0 0 0 0 0,1 1 0 0 0,0 1 0 0 0,18-7 0 0 0,-28 13-459 0 0,1-1 1 0 0,-1 1-1 0 0,1 0 0 0 0,-1 1 1 0 0,1-1-1 0 0,-1 1 0 0 0,1 0 1 0 0,0 0-1 0 0,-1 0 1 0 0,1 0-1 0 0,-1 1 0 0 0,1 0 1 0 0,-1 0-1 0 0,1 0 1 0 0,-1 1-1 0 0,0-1 0 0 0,0 1 1 0 0,1 0-1 0 0,-1 0 1 0 0,0 1-1 0 0,-1-1 0 0 0,1 1 1 0 0,0 0-1 0 0,-1 0 1 0 0,6 5-1 0 0,46 63-591 0 0,-43-53-345 0 0,1-1 1 0 0,1 0 0 0 0,26 24-1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3.6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0 213 10138 0 0,'2'4'3230'0'0,"-2"-4"-3183"0"0,11-5 2123 0 0,10-9 337 0 0,-11 3-1953 0 0,-1 0-1 0 0,-1-1 1 0 0,0 0-1 0 0,12-24 1 0 0,-16 28-536 0 0,-1 0-1 0 0,0 0 1 0 0,0 0 0 0 0,-1 0-1 0 0,0-1 1 0 0,-1 1 0 0 0,1-1-1 0 0,-2 1 1 0 0,1-13-1 0 0,-1 20-47 0 0,0 1-1 0 0,0-1 0 0 0,0 0 0 0 0,0 0 1 0 0,0 1-1 0 0,0-1 0 0 0,0 0 0 0 0,0 1 0 0 0,0-1 1 0 0,0 0-1 0 0,-1 0 0 0 0,1 1 0 0 0,0-1 1 0 0,0 0-1 0 0,-1 1 0 0 0,1-1 0 0 0,0 0 0 0 0,-1 1 1 0 0,1-1-1 0 0,-1 1 0 0 0,1-1 0 0 0,-1 1 1 0 0,1-1-1 0 0,-1 1 0 0 0,1-1 0 0 0,-1 1 0 0 0,0-1 1 0 0,1 1-1 0 0,-1-1 0 0 0,0 1 0 0 0,1 0 0 0 0,-1 0 1 0 0,0-1-1 0 0,1 1 0 0 0,-1 0 0 0 0,0 0 1 0 0,0 0-1 0 0,1 0 0 0 0,-1 0 0 0 0,0 0 0 0 0,1 0 1 0 0,-1 0-1 0 0,0 0 0 0 0,0 0 0 0 0,1 0 1 0 0,-1 0-1 0 0,0 0 0 0 0,0 1 0 0 0,1-1 0 0 0,-1 0 1 0 0,0 1-1 0 0,1-1 0 0 0,-1 0 0 0 0,1 1 0 0 0,-2 0 1 0 0,-1 1-96 0 0,-1 0 0 0 0,1 0-1 0 0,0 1 1 0 0,0-1 0 0 0,0 1 0 0 0,0 0 0 0 0,0 0 0 0 0,0 0 0 0 0,-1 4 0 0 0,1-2 259 0 0,1 1 1 0 0,0-1-1 0 0,0 1 1 0 0,0 0-1 0 0,1 0 1 0 0,0 0-1 0 0,0-1 1 0 0,1 1-1 0 0,-1 0 1 0 0,1 0-1 0 0,1 0 1 0 0,-1 0-1 0 0,1 0 1 0 0,0 0 0 0 0,0 0-1 0 0,1 0 1 0 0,0 0-1 0 0,0-1 1 0 0,0 1-1 0 0,1-1 1 0 0,-1 1-1 0 0,7 7 1 0 0,-7-9-224 0 0,1-1 1 0 0,-1 1 0 0 0,1-1 0 0 0,0 1 0 0 0,0-1 0 0 0,0 0-1 0 0,0 0 1 0 0,1-1 0 0 0,-1 1 0 0 0,1 0 0 0 0,0-1 0 0 0,-1 0-1 0 0,1 0 1 0 0,0 0 0 0 0,0-1 0 0 0,0 1 0 0 0,1-1 0 0 0,-1 0-1 0 0,0 0 1 0 0,0-1 0 0 0,1 1 0 0 0,-1-1 0 0 0,1 0 0 0 0,-1 0-1 0 0,0 0 1 0 0,1-1 0 0 0,-1 1 0 0 0,0-1 0 0 0,0 0 0 0 0,1 0-1 0 0,6-3 1 0 0,6-5-6578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3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53 8754 0 0,'-15'-52'5966'0'0,"10"64"-4094"0"0,0 17-634 0 0,1 1 1 0 0,2 0 0 0 0,1-1 0 0 0,3 41-1 0 0,22 120 63 0 0,-16-139-563 0 0,24 77 0 0 0,-25-108-621 0 0,0 1 0 0 0,2-1 1 0 0,0 0-1 0 0,1-1 0 0 0,1 0 1 0 0,18 24-1 0 0,-12-25-1319 0 0,2-2-4966 0 0,1-4-2003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4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18892 0 0,'6'7'1680'0'0,"-3"-3"-1344"0"0,1 0-272 0 0,4 3 2377 0 0,-5-5-1561 0 0,1 3-648 0 0,-1-3-128 0 0,-3 1-24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29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751 60 5985 0 0,'-143'-24'2653'0'0,"-263"-12"-1"0"0,377 40-2004 0 0,29-4-645 0 0,0 0 1 0 0,0 0 0 0 0,0 0-1 0 0,0 0 1 0 0,0 0 0 0 0,0 0-1 0 0,-1 0 1 0 0,1 0 0 0 0,0 0-1 0 0,0 0 1 0 0,0 0 0 0 0,0 0-1 0 0,0 0 1 0 0,0 0 0 0 0,0 0-1 0 0,0 0 1 0 0,0 0 0 0 0,0 0-1 0 0,0 1 1 0 0,0-1 0 0 0,0 0-1 0 0,0 0 1 0 0,0 0 0 0 0,0 0 0 0 0,0 0-1 0 0,-1 0 1 0 0,1 0 0 0 0,0 0-1 0 0,0 0 1 0 0,0 0 0 0 0,0 0-1 0 0,0 1 1 0 0,0-1 0 0 0,0 0-1 0 0,0 0 1 0 0,0 0 0 0 0,0 0-1 0 0,0 0 1 0 0,0 0 0 0 0,0 0-1 0 0,1 0 1 0 0,-1 0 0 0 0,0 0-1 0 0,0 0 1 0 0,0 1 0 0 0,0-1-1 0 0,0 0 1 0 0,0 0 0 0 0,0 0 0 0 0,0 0-1 0 0,0 0 1 0 0,0 0 0 0 0,0 0-1 0 0,0 0 1 0 0,0 0 0 0 0,0 0-1 0 0,0 0 1 0 0,0 0 0 0 0,0 0-1 0 0,1 0 1 0 0,-1 0 0 0 0,0 0-1 0 0,0 0 1 0 0,0 0 0 0 0,0 0-1 0 0,0 0 1 0 0,0 0 0 0 0,17 5 17 0 0,51 3-137 0 0,123 0-1 0 0,-125-7 157 0 0,344-2 1822 0 0,-151-1-577 0 0,555-10 1221 0 0,414 6-686 0 0,-553 36-1669 0 0,-41 20-224 0 0,-610-48 20 0 0,-13-1 38 0 0,0 0 1 0 0,0 0-1 0 0,0-1 1 0 0,0-1-1 0 0,0 1 1 0 0,18-5-1 0 0,-39-2 84 0 0,-9 1-12 0 0,-48-5 405 0 0,-132-4 1 0 0,118 11-534 0 0,-888-10-1444 0 0,-2 65 1002 0 0,497-2 513 0 0,-771 179 0 0 0,1150-206-15 0 0,-154 42 83 0 0,188-45 5 0 0,1 2 0 0 0,-58 31 0 0 0,115-51-73 0 0,-1 1 1 0 0,1 0-1 0 0,0 0 1 0 0,-1 0-1 0 0,1 0 0 0 0,0 1 1 0 0,1-1-1 0 0,-6 6 0 0 0,8-8 0 0 0,0 1-1 0 0,-1-1 1 0 0,1 1-1 0 0,0-1 0 0 0,-1 1 1 0 0,1-1-1 0 0,0 1 1 0 0,0 0-1 0 0,0-1 0 0 0,0 1 1 0 0,0-1-1 0 0,0 1 1 0 0,0-1-1 0 0,0 1 0 0 0,0 0 1 0 0,0-1-1 0 0,0 1 1 0 0,0-1-1 0 0,0 1 0 0 0,0-1 1 0 0,0 1-1 0 0,1 1 1 0 0,0-1-5 0 0,0 0 0 0 0,0 0 0 0 0,0 0 1 0 0,0 0-1 0 0,0 0 0 0 0,0 0 0 0 0,0 0 1 0 0,0 0-1 0 0,1 0 0 0 0,-1 0 0 0 0,0 0 1 0 0,3 0-1 0 0,13 6-82 0 0,0 0 1 0 0,0-2-1 0 0,0 0 1 0 0,1-1-1 0 0,25 2 0 0 0,97 3-489 0 0,-89-8 489 0 0,1105-9 2795 0 0,-953 2-2441 0 0,381-21 88 0 0,-83 3-326 0 0,220-12-134 0 0,-296 13-174 0 0,50-12-662 0 0,-451 33 796 0 0,-9 1-38 0 0,1 0-1 0 0,-1-1 1 0 0,1-1 0 0 0,20-6-1 0 0,-36 9 184 0 0,0 0 0 0 0,0 0 0 0 0,0 0 0 0 0,1 0-1 0 0,-1 0 1 0 0,0 0 0 0 0,0 0 0 0 0,0 0 0 0 0,0 0 0 0 0,0-1-1 0 0,0 1 1 0 0,0 0 0 0 0,0 0 0 0 0,0 0 0 0 0,0 0 0 0 0,0 0-1 0 0,1 0 1 0 0,-1 0 0 0 0,0 0 0 0 0,0 0 0 0 0,0 0 0 0 0,0 0-1 0 0,0 0 1 0 0,0 0 0 0 0,0 0 0 0 0,0 0 0 0 0,0 0 0 0 0,0-1-1 0 0,0 1 1 0 0,0 0 0 0 0,0 0 0 0 0,0 0 0 0 0,0 0-1 0 0,0 0 1 0 0,0 0 0 0 0,0 0 0 0 0,0 0 0 0 0,0 0 0 0 0,0 0-1 0 0,0-1 1 0 0,0 1 0 0 0,0 0 0 0 0,0 0 0 0 0,0 0 0 0 0,0 0-1 0 0,0 0 1 0 0,0 0 0 0 0,0 0 0 0 0,0 0 0 0 0,0 0 0 0 0,0 0-1 0 0,0 0 1 0 0,0-1 0 0 0,0 1 0 0 0,0 0 0 0 0,0 0 0 0 0,0 0-1 0 0,0 0 1 0 0,0 0 0 0 0,-1 0 0 0 0,1 0 0 0 0,0 0 0 0 0,0 0-1 0 0,0 0 1 0 0,0 0 0 0 0,0 0 0 0 0,0 0 0 0 0,0 0 0 0 0,-11-4-4 0 0,-16-2 29 0 0,-871-23-669 0 0,676 28 69 0 0,-1135 44-173 0 0,965 4 712 0 0,260-30 18 0 0,-478 95-59 0 0,593-107 92 0 0,-15 1 181 0 0,2 2 0 0 0,-1 1 0 0 0,1 2 0 0 0,-50 25 0 0 0,79-36-170 0 0,0 1 0 0 0,0-1 0 0 0,0 0 0 0 0,1 1 1 0 0,-1-1-1 0 0,0 1 0 0 0,0-1 0 0 0,1 1 0 0 0,-1 0 1 0 0,0-1-1 0 0,1 1 0 0 0,-1 0 0 0 0,0-1 0 0 0,1 1 0 0 0,-1 0 1 0 0,1 0-1 0 0,-1-1 0 0 0,1 1 0 0 0,0 0 0 0 0,-1 0 1 0 0,1 0-1 0 0,0 0 0 0 0,0 0 0 0 0,-1 0 0 0 0,1 1 0 0 0,1-1-6 0 0,-1 0 0 0 0,1 0 0 0 0,-1-1 0 0 0,1 1 0 0 0,-1 0 0 0 0,1 0 0 0 0,0 0 0 0 0,-1 0 0 0 0,1-1 0 0 0,0 1 0 0 0,0 0 0 0 0,0 0 0 0 0,-1-1 0 0 0,1 1 0 0 0,0-1-1 0 0,0 1 1 0 0,2 0 0 0 0,8 3-33 0 0,-1 0-1 0 0,1-1 1 0 0,12 2 0 0 0,-20-4-33 0 0,73 10-111 0 0,1-3 0 0 0,131-2 0 0 0,-83-5 165 0 0,2397 12 2791 0 0,-1435-18-2629 0 0,-1065 6-160 0 0,1 0-4 0 0,-36-3 31 0 0,-544-23-1281 0 0,374 21 874 0 0,-15-1-102 0 0,-1015-4 15 0 0,888 29-554 0 0,162-2-5112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5.1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194 351 4609 0 0,'-23'-6'1778'0'0,"-1"2"-1"0"0,0 0 1 0 0,-44-1 0 0 0,30 2 1721 0 0,21 3-1037 0 0,25 3-1101 0 0,27 4-1176 0 0,43 0-294 0 0,191 24 168 0 0,-208-20 43 0 0,23 4 83 0 0,165 9-1 0 0,-248-24-186 0 0,0 0 1 0 0,1 1-1 0 0,-1-1 0 0 0,1 0 0 0 0,-1 0 0 0 0,1 0 1 0 0,-1 0-1 0 0,1-1 0 0 0,-1 1 0 0 0,0 0 1 0 0,1-1-1 0 0,-1 1 0 0 0,0-1 0 0 0,1 1 0 0 0,-1-1 1 0 0,0 1-1 0 0,1-1 0 0 0,-1 0 0 0 0,0 0 0 0 0,0 0 1 0 0,0 0-1 0 0,0 0 0 0 0,0 0 0 0 0,0 0 1 0 0,2-2-1 0 0,-3 0-2 0 0,1 0-1 0 0,-1 0 1 0 0,0 1 0 0 0,0-1 0 0 0,0 0-1 0 0,0 0 1 0 0,0 0 0 0 0,-1 0 0 0 0,1 0 0 0 0,-2-3-1 0 0,-2-16-2 0 0,1-4 6 0 0,2 0 1 0 0,1 0-1 0 0,1 0 0 0 0,6-40 0 0 0,29-102 25 0 0,-33 158-20 0 0,-3 9 12 0 0,0 1 0 0 0,0 0-1 0 0,0 0 1 0 0,0 0 0 0 0,0-1 0 0 0,0 1 0 0 0,0 0-1 0 0,0 0 1 0 0,0-1 0 0 0,0 1 0 0 0,0 0-1 0 0,0 0 1 0 0,0 0 0 0 0,0-1 0 0 0,0 1-1 0 0,0 0 1 0 0,0 0 0 0 0,0 0 0 0 0,0-1-1 0 0,0 1 1 0 0,0 0 0 0 0,1 0 0 0 0,-1 0-1 0 0,0-1 1 0 0,0 1 0 0 0,0 0 0 0 0,0 0-1 0 0,0 0 1 0 0,1 0 0 0 0,-1-1 0 0 0,0 1-1 0 0,0 0 1 0 0,0 0 0 0 0,1 0 0 0 0,-1 0 0 0 0,0 0-1 0 0,0 0 1 0 0,0 0 0 0 0,1 0 0 0 0,-1 0-1 0 0,0 0 1 0 0,0 0 0 0 0,1 0 0 0 0,-1 0-1 0 0,0 0 1 0 0,0 0 0 0 0,0 0 0 0 0,1 0-1 0 0,-1 0 1 0 0,0 0 0 0 0,0 0 0 0 0,1 0-1 0 0,-1 0 1 0 0,0 0 0 0 0,0 0 0 0 0,0 0-1 0 0,1 0 1 0 0,-1 1 0 0 0,0-1 0 0 0,11 19 391 0 0,5 28-255 0 0,1 39 120 0 0,-10-45-220 0 0,17 60 1 0 0,-20-90-48 0 0,0 0 0 0 0,1 0 0 0 0,0-1 0 0 0,0 0 0 0 0,1 1 0 0 0,0-2 0 0 0,1 1 0 0 0,0-1 0 0 0,1 0 0 0 0,8 8 0 0 0,-15-16-15 0 0,0-1 1 0 0,0 1 0 0 0,0-1-1 0 0,0 1 1 0 0,0-1 0 0 0,0 1-1 0 0,1-1 1 0 0,-1 0 0 0 0,0 1-1 0 0,0-1 1 0 0,0 0 0 0 0,0 0-1 0 0,0 0 1 0 0,1 0 0 0 0,-1 0-1 0 0,0 0 1 0 0,0 0 0 0 0,0 0-1 0 0,0 0 1 0 0,1-1 0 0 0,-1 1-1 0 0,0 0 1 0 0,0-1 0 0 0,0 1-1 0 0,0-1 1 0 0,0 0 0 0 0,0 1-1 0 0,0-1 1 0 0,0 0 0 0 0,0 1-1 0 0,0-1 1 0 0,-1 0 0 0 0,1 0-1 0 0,0 0 1 0 0,0 0 0 0 0,-1 1-1 0 0,1-1 1 0 0,0 0 0 0 0,0-2-1 0 0,5-6-101 0 0,1-1-1 0 0,-1 1 1 0 0,4-12-1 0 0,-6 14 91 0 0,15-36 175 0 0,17-49-1 0 0,1-5 53 0 0,-36 94-192 0 0,0-1 0 0 0,1 1 0 0 0,-1 0 0 0 0,1 0 0 0 0,0 0 0 0 0,0 0 0 0 0,0 1 1 0 0,0-1-1 0 0,1 1 0 0 0,-1-1 0 0 0,1 1 0 0 0,-1 0 0 0 0,1 0 0 0 0,6-4 1 0 0,-8 6-10 0 0,1-1 1 0 0,0 1 0 0 0,-1 0 0 0 0,1 0 0 0 0,0 0 0 0 0,-1 0 0 0 0,1 0 0 0 0,0 0-1 0 0,-1 0 1 0 0,1 0 0 0 0,0 1 0 0 0,-1-1 0 0 0,1 1 0 0 0,0-1 0 0 0,-1 1 0 0 0,1 0-1 0 0,-1 0 1 0 0,1-1 0 0 0,-1 1 0 0 0,1 0 0 0 0,-1 0 0 0 0,0 1 0 0 0,0-1 0 0 0,1 0-1 0 0,-1 0 1 0 0,0 0 0 0 0,0 1 0 0 0,0-1 0 0 0,0 1 0 0 0,0-1 0 0 0,1 3 0 0 0,4 9 30 0 0,0 0 1 0 0,-1 0-1 0 0,0 0 1 0 0,-1 0-1 0 0,0 1 1 0 0,-1 0-1 0 0,2 25 1 0 0,-3-19 52 0 0,2 0-1 0 0,0-1 1 0 0,9 26 0 0 0,-11-40-79 0 0,0 1 0 0 0,1-1 0 0 0,0 0 0 0 0,0 0 0 0 0,0 0 0 0 0,0-1 0 0 0,1 1 0 0 0,0-1 0 0 0,0 0 0 0 0,0 0 0 0 0,1 0 0 0 0,-1 0 0 0 0,1-1-1 0 0,0 1 1 0 0,9 3 0 0 0,-12-5-13 0 0,1-1-1 0 0,-1 0 0 0 0,1 0 0 0 0,-1 0 0 0 0,1 0 0 0 0,0-1 0 0 0,-1 1 0 0 0,1-1 1 0 0,0 1-1 0 0,0-1 0 0 0,-1 0 0 0 0,1 0 0 0 0,0 0 0 0 0,0-1 0 0 0,-1 1 0 0 0,1-1 1 0 0,0 1-1 0 0,-1-1 0 0 0,1 0 0 0 0,0 0 0 0 0,-1 0 0 0 0,1 0 0 0 0,-1-1 0 0 0,0 1 1 0 0,1-1-1 0 0,-1 1 0 0 0,0-1 0 0 0,0 0 0 0 0,0 0 0 0 0,0 0 0 0 0,0 0 0 0 0,0 0 1 0 0,-1 0-1 0 0,1-1 0 0 0,-1 1 0 0 0,2-4 0 0 0,5-9 8 0 0,-1-2 0 0 0,0 1 0 0 0,-1-1 0 0 0,6-28 0 0 0,-5 18 65 0 0,3-12 14 0 0,-8 27-55 0 0,0 1 1 0 0,1-1-1 0 0,0 1 1 0 0,1 0-1 0 0,0 0 1 0 0,1 0-1 0 0,0 1 1 0 0,1-1-1 0 0,13-17 1 0 0,-18 27-23 0 0,0 1 0 0 0,-1-1 0 0 0,1 0-1 0 0,0 1 1 0 0,0-1 0 0 0,-1 0 0 0 0,1 1 0 0 0,0 0 0 0 0,0-1 0 0 0,0 1 0 0 0,0-1 0 0 0,0 1-1 0 0,0 0 1 0 0,0 0 0 0 0,-1-1 0 0 0,1 1 0 0 0,0 0 0 0 0,0 0 0 0 0,0 0 0 0 0,0 0 0 0 0,0 0 0 0 0,0 0-1 0 0,0 0 1 0 0,0 0 0 0 0,2 1 0 0 0,-1 0-4 0 0,0 0-1 0 0,0 1 1 0 0,0-1-1 0 0,0 0 1 0 0,0 1-1 0 0,0-1 1 0 0,0 1-1 0 0,0 0 1 0 0,-1 0-1 0 0,2 2 1 0 0,3 4 9 0 0,0 0 0 0 0,-1 1-1 0 0,7 17 1 0 0,9 27 26 0 0,-8-16 37 0 0,21 38-1 0 0,-29-65-64 0 0,0-1 0 0 0,0-1 1 0 0,1 1-1 0 0,0-1 0 0 0,1 0 0 0 0,0 0 0 0 0,0-1 0 0 0,1 0 0 0 0,10 8 0 0 0,-17-14-9 0 0,1-1 0 0 0,-1 1 0 0 0,1 0 0 0 0,-1-1 0 0 0,1 1 0 0 0,-1-1 0 0 0,1 1 0 0 0,-1-1 0 0 0,1 0 0 0 0,0 1 0 0 0,-1-1 0 0 0,1 0 0 0 0,0 0 0 0 0,-1 0 0 0 0,1-1 0 0 0,0 1 0 0 0,-1 0 0 0 0,1-1 0 0 0,-1 1 0 0 0,1-1 0 0 0,-1 1 0 0 0,1-1 0 0 0,-1 0 0 0 0,1 1 0 0 0,-1-1 0 0 0,1 0 0 0 0,-1 0 0 0 0,0 0 0 0 0,0 0 0 0 0,1 0 0 0 0,-1 0 0 0 0,0-1 0 0 0,0 1 0 0 0,0 0 0 0 0,0-1 0 0 0,1-1 0 0 0,5-8 0 0 0,-1 0 0 0 0,0 0 0 0 0,8-20 0 0 0,-10 22 0 0 0,24-74 24 0 0,-25 68-14 0 0,1-1 0 0 0,1 1 1 0 0,0 1-1 0 0,1-1 1 0 0,1 1-1 0 0,0 0 1 0 0,1 0-1 0 0,1 1 1 0 0,13-17-1 0 0,-21 29-6 0 0,-1 0-1 0 0,1 1 1 0 0,-1-1-1 0 0,1 0 1 0 0,0 0-1 0 0,0 0 1 0 0,-1 1-1 0 0,1-1 1 0 0,0 0 0 0 0,0 1-1 0 0,0-1 1 0 0,0 1-1 0 0,0-1 1 0 0,0 1-1 0 0,0-1 1 0 0,0 1 0 0 0,0 0-1 0 0,0-1 1 0 0,0 1-1 0 0,0 0 1 0 0,0 0-1 0 0,0 0 1 0 0,0 0-1 0 0,0 0 1 0 0,0 0 0 0 0,0 0-1 0 0,0 0 1 0 0,0 0-1 0 0,0 0 1 0 0,0 1-1 0 0,0-1 1 0 0,0 0-1 0 0,0 1 1 0 0,0-1 0 0 0,0 1-1 0 0,0-1 1 0 0,0 1-1 0 0,0-1 1 0 0,0 1-1 0 0,0 0 1 0 0,-1 0 0 0 0,1-1-1 0 0,0 1 1 0 0,0 0-1 0 0,-1 0 1 0 0,1 0-1 0 0,-1 0 1 0 0,1-1-1 0 0,-1 1 1 0 0,1 0 0 0 0,-1 0-1 0 0,1 0 1 0 0,-1 0-1 0 0,0 2 1 0 0,5 8 52 0 0,-1 1 1 0 0,-1 1 0 0 0,3 21-1 0 0,-3-18-38 0 0,1 3-1 0 0,1 1-1 0 0,1-1 1 0 0,1 0 0 0 0,1 0-1 0 0,17 30 1 0 0,-21-41-12 0 0,2 0 0 0 0,-1 0 0 0 0,1 0 0 0 0,0-1 0 0 0,1 0 0 0 0,0 0 1 0 0,0-1-1 0 0,0 0 0 0 0,1 0 0 0 0,-1-1 0 0 0,2 0 0 0 0,-1 0 0 0 0,0-1 0 0 0,13 5 0 0 0,-20-9-5 0 0,0 0-1 0 0,0 0 1 0 0,0 1-1 0 0,0-1 0 0 0,0 0 1 0 0,0 0-1 0 0,0-1 1 0 0,0 1-1 0 0,0 0 1 0 0,0 0-1 0 0,0 0 1 0 0,0-1-1 0 0,0 1 1 0 0,0 0-1 0 0,0-1 1 0 0,0 1-1 0 0,-1-1 1 0 0,1 1-1 0 0,0-1 0 0 0,0 0 1 0 0,0 1-1 0 0,-1-1 1 0 0,1 0-1 0 0,0 1 1 0 0,0-1-1 0 0,-1 0 1 0 0,1 0-1 0 0,-1 0 1 0 0,1 0-1 0 0,-1 0 1 0 0,1 0-1 0 0,0-1 1 0 0,13-40 2 0 0,-9 28-3 0 0,6-19-12 0 0,2 1-1 0 0,21-38 1 0 0,-29 60 9 0 0,1 1 1 0 0,0-1-1 0 0,1 1 1 0 0,0 0-1 0 0,0 0 0 0 0,1 1 1 0 0,0 0-1 0 0,1 1 0 0 0,0-1 1 0 0,17-10-1 0 0,-24 17 4 0 0,0 0 0 0 0,-1 0 0 0 0,1 1 0 0 0,0-1 0 0 0,0 0 0 0 0,0 1 0 0 0,0-1 0 0 0,0 1 0 0 0,0 0 0 0 0,0-1 0 0 0,0 1 0 0 0,0 0 0 0 0,0 0 0 0 0,0 0 0 0 0,0 1 0 0 0,0-1 0 0 0,0 0 0 0 0,0 1 0 0 0,0-1 0 0 0,-1 1 0 0 0,1 0 0 0 0,0 0 0 0 0,0-1 0 0 0,0 1 0 0 0,-1 0 0 0 0,1 1 0 0 0,0-1 0 0 0,-1 0 0 0 0,1 0 0 0 0,-1 1 0 0 0,1-1 0 0 0,-1 1 0 0 0,0-1 0 0 0,0 1 0 0 0,0-1 0 0 0,0 1 0 0 0,0 0 0 0 0,2 3 0 0 0,3 8 0 0 0,-1 1 0 0 0,0 0 0 0 0,-1 0 0 0 0,4 19 0 0 0,-3-13 0 0 0,2 4-740 0 0,2 0-1 0 0,0-1 1 0 0,1 0-1 0 0,2 0 1 0 0,0-1-1 0 0,2-1 1 0 0,0 0-1 0 0,31 34 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6.0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9 517 8754 0 0,'-9'-5'1622'0'0,"19"-1"525"0"0,-5 4-1823 0 0,23-10 999 0 0,1 1 1 0 0,0 2-1 0 0,1 1 1 0 0,30-5-1 0 0,126-9 152 0 0,3 0-4608 0 0,-182 20 2732 0 0,24-3-656 0 0,-29 5 876 0 0,0 0 1 0 0,-1 0-1 0 0,1-1 1 0 0,-1 1-1 0 0,1 1 1 0 0,-1-1-1 0 0,1 0 0 0 0,-1 0 1 0 0,1 1-1 0 0,-1-1 1 0 0,1 0-1 0 0,-1 1 1 0 0,1 0-1 0 0,-1-1 0 0 0,3 2 1 0 0,-5-4 97 0 0,0 0 0 0 0,0 0 0 0 0,0-1 0 0 0,0 1-1 0 0,1-1 1 0 0,-1 1 0 0 0,1 0 0 0 0,0-1 0 0 0,-1 1 0 0 0,1-1 0 0 0,0 1 0 0 0,1-1 0 0 0,-1 1 0 0 0,0-1 0 0 0,1 1 0 0 0,-1-1 0 0 0,2-3-1 0 0,15-46 1748 0 0,-10 28-1107 0 0,0 0 0 0 0,-2 0 0 0 0,-1-1 0 0 0,-1 0 0 0 0,0-39 0 0 0,5-32 1725 0 0,-1 73-1658 0 0,-2 24-225 0 0,1 13-258 0 0,2 31 371 0 0,3 59 0 0 0,-7-59-285 0 0,16 79 0 0 0,-17-111-256 0 0,1 0-1 0 0,0 0 1 0 0,1-1 0 0 0,0 1 0 0 0,1-1 0 0 0,1-1 0 0 0,0 1 0 0 0,0-1 0 0 0,1 0 0 0 0,14 13 0 0 0,-22-23 27 0 0,0-1 1 0 0,1 1 0 0 0,-1-1-1 0 0,0 0 1 0 0,1 1 0 0 0,-1-1-1 0 0,1 0 1 0 0,-1 0-1 0 0,0 1 1 0 0,1-1 0 0 0,-1 0-1 0 0,1 0 1 0 0,-1 1 0 0 0,1-1-1 0 0,-1 0 1 0 0,1 0 0 0 0,-1 0-1 0 0,1 0 1 0 0,-1 0 0 0 0,1 0-1 0 0,-1 0 1 0 0,1 0 0 0 0,-1 0-1 0 0,1 0 1 0 0,-1 0 0 0 0,1 0-1 0 0,-1 0 1 0 0,1-1 0 0 0,-1 1-1 0 0,1 0 1 0 0,-1 0-1 0 0,1 0 1 0 0,-1-1 0 0 0,1 1-1 0 0,14-20-73 0 0,2-32-41 0 0,-16 48 115 0 0,9-32 189 0 0,1 0 0 0 0,2 1 1 0 0,33-62-1 0 0,-46 96-183 0 0,0 1 1 0 0,1-1-1 0 0,-1 0 0 0 0,1 1 1 0 0,-1-1-1 0 0,0 0 0 0 0,1 1 1 0 0,-1-1-1 0 0,1 1 0 0 0,0-1 1 0 0,-1 1-1 0 0,1-1 0 0 0,-1 1 1 0 0,1-1-1 0 0,0 1 0 0 0,-1 0 1 0 0,1-1-1 0 0,0 1 0 0 0,-1 0 1 0 0,1 0-1 0 0,0-1 0 0 0,0 1 1 0 0,-1 0-1 0 0,1 0 0 0 0,0 0 1 0 0,0 0-1 0 0,-1 0 0 0 0,1 0 1 0 0,0 0-1 0 0,0 0 0 0 0,-1 0 1 0 0,2 1-1 0 0,1 0 26 0 0,-1 0-1 0 0,1 0 1 0 0,-1 1 0 0 0,0-1-1 0 0,0 1 1 0 0,0 0 0 0 0,0 0-1 0 0,0-1 1 0 0,3 5 0 0 0,3 4 74 0 0,-1 1 0 0 0,0-1 0 0 0,6 14 0 0 0,3 10-105 0 0,-4-7 0 0 0,1 0 0 0 0,28 40 0 0 0,-41-65 0 0 0,1-1 0 0 0,0 1 0 0 0,0-1 0 0 0,0 0 0 0 0,0 1 0 0 0,0-1 0 0 0,1 0 0 0 0,-1 0 0 0 0,0 0 0 0 0,1 0 0 0 0,-1 0 0 0 0,0 0 0 0 0,1 0 0 0 0,-1 0 0 0 0,1-1 0 0 0,0 1 0 0 0,-1-1 0 0 0,1 1 0 0 0,-1-1 0 0 0,1 1 0 0 0,0-1 0 0 0,-1 0 0 0 0,1 0 0 0 0,1 0 0 0 0,1-1 0 0 0,-1 0 0 0 0,1-1 0 0 0,-1 1 0 0 0,1-1 0 0 0,-1 0 0 0 0,0 0 0 0 0,0 0 0 0 0,0 0 0 0 0,0 0 0 0 0,3-4 0 0 0,8-9 0 0 0,0 0 0 0 0,0-1 0 0 0,18-30 0 0 0,-25 33 0 0 0,1 1 0 0 0,1 0 0 0 0,0 1 0 0 0,0 0 0 0 0,1 0 0 0 0,0 1 0 0 0,1 1 0 0 0,0-1 0 0 0,19-11 0 0 0,-28 20 0 0 0,0 0 0 0 0,1-1 0 0 0,-1 1 0 0 0,0 0 0 0 0,0 1 0 0 0,1-1 0 0 0,-1 0 0 0 0,1 1 0 0 0,-1-1 0 0 0,1 1 0 0 0,-1 0 0 0 0,1-1 0 0 0,-1 1 0 0 0,1 0 0 0 0,-1 1 0 0 0,1-1 0 0 0,-1 0 0 0 0,0 1 0 0 0,1 0 0 0 0,-1-1 0 0 0,1 1 0 0 0,-1 0 0 0 0,0 0 0 0 0,0 0 0 0 0,1 0 0 0 0,3 4 0 0 0,0 1 0 0 0,-1 0 0 0 0,0 1 0 0 0,0 0 0 0 0,0 0 0 0 0,-1 0 0 0 0,7 13 0 0 0,-9-14 0 0 0,1 0 0 0 0,0 0 0 0 0,0 0 0 0 0,1-1 0 0 0,0 1 0 0 0,0-1 0 0 0,0 0 0 0 0,0 0 0 0 0,1 0 0 0 0,0-1 0 0 0,7 6 0 0 0,-7-8-286 0 0,0 0 0 0 0,0 0 0 0 0,0 0-1 0 0,0-1 1 0 0,0 1 0 0 0,1-1 0 0 0,-1-1 0 0 0,0 1 0 0 0,0-1 0 0 0,1 0 0 0 0,-1 0 0 0 0,0-1 0 0 0,0 1-1 0 0,7-2 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6.2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3681 0 0,'1'4'160'0'0,"1"-1"40"0"0,0 0-200 0 0,1 0 0 0 0,0-2 0 0 0,1-1 0 0 0,0 1 392 0 0,4 1 40 0 0,7-1 8 0 0,7 0 0 0 0,9-1-440 0 0,3-2 0 0 0,3-4 0 0 0,0-3-96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7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 9218 0 0,'1'-1'138'0'0,"0"1"1"0"0,-1-1-1 0 0,1 0 0 0 0,0 0 0 0 0,-1 0 1 0 0,1 0-1 0 0,0 0 0 0 0,0 1 1 0 0,0-1-1 0 0,0 0 0 0 0,0 1 1 0 0,0-1-1 0 0,0 1 0 0 0,0-1 0 0 0,0 1 1 0 0,0-1-1 0 0,0 1 0 0 0,0 0 1 0 0,0-1-1 0 0,0 1 0 0 0,0 0 1 0 0,0 0-1 0 0,0 0 0 0 0,1 0 0 0 0,-1 0 1 0 0,0 0-1 0 0,0 0 0 0 0,0 0 1 0 0,0 1-1 0 0,0-1 0 0 0,0 0 1 0 0,0 0-1 0 0,0 1 0 0 0,0-1 0 0 0,0 1 1 0 0,0-1-1 0 0,0 1 0 0 0,0 0 1 0 0,0-1-1 0 0,0 1 0 0 0,0 0 1 0 0,0 0-1 0 0,-1-1 0 0 0,1 1 0 0 0,0 0 1 0 0,1 2-1 0 0,3 3 172 0 0,0 1 0 0 0,-1 0 1 0 0,1 0-1 0 0,5 14 0 0 0,24 67 1101 0 0,29 117-1 0 0,-26-76-877 0 0,-20-75-363 0 0,34 103 249 0 0,-39-126-246 0 0,1 0 1 0 0,32 53 0 0 0,-42-80-145 0 0,-1 0 0 0 0,1-1-1 0 0,0 1 1 0 0,0-1 0 0 0,0 1 0 0 0,0-1 0 0 0,1 0 0 0 0,-1 0 0 0 0,1-1 0 0 0,0 1 0 0 0,-1-1 0 0 0,1 0 0 0 0,1 0 0 0 0,4 2 0 0 0,-7-3-20 0 0,0-1 0 0 0,0 0 1 0 0,1 1-1 0 0,-1-1 1 0 0,0 0-1 0 0,1-1 0 0 0,-1 1 1 0 0,0 0-1 0 0,0 0 0 0 0,1-1 1 0 0,-1 0-1 0 0,0 1 0 0 0,0-1 1 0 0,0 0-1 0 0,0 0 0 0 0,0 0 1 0 0,0 0-1 0 0,0 0 1 0 0,0-1-1 0 0,0 1 0 0 0,0-1 1 0 0,-1 1-1 0 0,1-1 0 0 0,0 0 1 0 0,-1 1-1 0 0,0-1 0 0 0,1 0 1 0 0,-1 0-1 0 0,2-4 0 0 0,7-14-166 0 0,-1-1 0 0 0,0 0 0 0 0,-2 0 0 0 0,0-1-1 0 0,5-31 1 0 0,15-48-94 0 0,-21 83 252 0 0,17-40-5 0 0,-22 54 6 0 0,1 0 0 0 0,0 0 0 0 0,0 1 0 0 0,1-1 0 0 0,-1 1 0 0 0,1-1 0 0 0,0 1 0 0 0,0 0 0 0 0,0 0 0 0 0,0 0 0 0 0,4-2 0 0 0,-5 4 37 0 0,0 1-1 0 0,0-1 1 0 0,0 1-1 0 0,0 0 1 0 0,0 0 0 0 0,0 0-1 0 0,0 0 1 0 0,0 0 0 0 0,0 0-1 0 0,0 0 1 0 0,0 1 0 0 0,-1-1-1 0 0,1 1 1 0 0,0-1 0 0 0,0 1-1 0 0,0 0 1 0 0,0 0 0 0 0,-1 0-1 0 0,1 0 1 0 0,0 0-1 0 0,-1 0 1 0 0,1 1 0 0 0,2 1-1 0 0,33 34 382 0 0,-5 7-186 0 0,30 55-1 0 0,9 13-76 0 0,-67-105-196 0 0,8 9-199 0 0,24 27 0 0 0,-34-41-319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8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0,'3'9'8239'0'0,"13"14"-4823"0"0,-4-6-2605 0 0,-2 5-1824 0 0,-1 1 0 0 0,-1 0 0 0 0,7 35 0 0 0,-9-37 953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8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3 456 0 0,'1'0'0'0'0,"1"0"0"0"0,-1 0 0 0 0,1 0 344 0 0,-1-1-176 0 0,0-1 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8.7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6913 0 0,'-1'0'333'0'0,"0"1"0"0"0,0 0-1 0 0,0 0 1 0 0,0-1-1 0 0,0 1 1 0 0,0 0-1 0 0,0 0 1 0 0,1 0-1 0 0,-1 0 1 0 0,0 0 0 0 0,1 0-1 0 0,-1 1 1 0 0,0-1-1 0 0,1 0 1 0 0,-1 0-1 0 0,1 0 1 0 0,0 0-1 0 0,-1 1 1 0 0,1-1 0 0 0,0 0-1 0 0,0 0 1 0 0,0 1-1 0 0,0-1 1 0 0,0 0-1 0 0,0 0 1 0 0,0 1-1 0 0,1 1 1 0 0,12 42 4207 0 0,-6-24-3923 0 0,18 148 1652 0 0,-18-106-3764 0 0,2 0-4023 0 0,-5-41-1646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9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1 9218 0 0,'-14'11'954'0'0,"0"0"1"0"0,1 2-1 0 0,-20 22 1 0 0,1-1 555 0 0,24-22-1036 0 0,13-10-377 0 0,-3-2-30 0 0,-1 0 0 0 0,0-1 0 0 0,0 1 1 0 0,0-1-1 0 0,0 1 0 0 0,0-1 0 0 0,0 1 0 0 0,0-1 0 0 0,0 0 1 0 0,-1 1-1 0 0,1-1 0 0 0,0 0 0 0 0,0 0 0 0 0,0 1 0 0 0,-1-1 1 0 0,1 0-1 0 0,0 0 0 0 0,-1 0 0 0 0,1 0 0 0 0,0-2 1 0 0,0 1-67 0 0,-1 1 1 0 0,1-1 0 0 0,0 1-1 0 0,0-1 1 0 0,0 1 0 0 0,1-1 0 0 0,-1 1-1 0 0,0 0 1 0 0,0 0 0 0 0,1 0-1 0 0,-1-1 1 0 0,1 1 0 0 0,-1 1 0 0 0,1-1-1 0 0,-1 0 1 0 0,1 0 0 0 0,-1 0-1 0 0,1 1 1 0 0,0-1 0 0 0,2 0 0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9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125 309 7338 0 0,'8'-13'3'0'0,"-8"-8"4342"0"0,0 20-4176 0 0,0 0 1 0 0,-1 1-1 0 0,1-1 0 0 0,0 0 1 0 0,-1 0-1 0 0,1 1 0 0 0,-1-1 1 0 0,0 0-1 0 0,1 1 1 0 0,-1-1-1 0 0,1 1 0 0 0,-1-1 1 0 0,0 0-1 0 0,1 1 0 0 0,-1 0 1 0 0,0-1-1 0 0,0 1 0 0 0,0-1 1 0 0,1 1-1 0 0,-1 0 0 0 0,0 0 1 0 0,0-1-1 0 0,0 1 0 0 0,1 0 1 0 0,-1 0-1 0 0,0 0 0 0 0,0 0 1 0 0,0 0-1 0 0,0 0 1 0 0,0 0-1 0 0,0 0 0 0 0,1 0 1 0 0,-1 0-1 0 0,0 1 0 0 0,0-1 1 0 0,0 0-1 0 0,1 1 0 0 0,-1-1 1 0 0,0 0-1 0 0,0 1 0 0 0,1-1 1 0 0,-2 2-1 0 0,-2 0 107 0 0,0 1 0 0 0,0-1 0 0 0,0 1 0 0 0,0 0 0 0 0,1 1 0 0 0,-1-1 0 0 0,1 1 0 0 0,0-1 0 0 0,0 1 0 0 0,0 0 0 0 0,-3 7 0 0 0,-24 52 557 0 0,24-50-662 0 0,2-2-97 0 0,0 0 1 0 0,1 0 0 0 0,0 0 0 0 0,0 1 0 0 0,1-1-1 0 0,0 13 1 0 0,2-21-78 0 0,0 0 0 0 0,0 0 1 0 0,0 1-1 0 0,1-1 0 0 0,-1 0 0 0 0,1 0 0 0 0,0 0 0 0 0,0 0 0 0 0,0 0 1 0 0,0 0-1 0 0,0 0 0 0 0,3 3 0 0 0,-3-5-20 0 0,0 1 0 0 0,0-1-1 0 0,1 0 1 0 0,-1 0 0 0 0,0 1 0 0 0,1-1 0 0 0,-1 0 0 0 0,1 0-1 0 0,0-1 1 0 0,-1 1 0 0 0,1 0 0 0 0,0 0 0 0 0,-1-1 0 0 0,1 1-1 0 0,0-1 1 0 0,0 0 0 0 0,0 1 0 0 0,-1-1 0 0 0,1 0 0 0 0,0 0-1 0 0,0 0 1 0 0,3-1 0 0 0,-1 1-21 0 0,-1-1 0 0 0,1 0 0 0 0,0 0 0 0 0,-1 0 0 0 0,1-1 0 0 0,-1 1 0 0 0,0-1 0 0 0,1 0 0 0 0,-1 0 0 0 0,0 0 0 0 0,0 0 0 0 0,0-1 0 0 0,-1 1 0 0 0,1-1 0 0 0,0 0 0 0 0,-1 0 0 0 0,0 0 0 0 0,1 0 0 0 0,1-5 0 0 0,6-9-43 0 0,-1 0 1 0 0,10-31-1 0 0,-4 13-165 0 0,-15 33 261 0 0,0 1 1 0 0,0 0-1 0 0,1 0 1 0 0,-1 0-1 0 0,0 0 1 0 0,1 0-1 0 0,0 0 1 0 0,-1 0-1 0 0,1 0 1 0 0,-1 0-1 0 0,1 0 1 0 0,0 0-1 0 0,0 1 0 0 0,-1-1 1 0 0,1 0-1 0 0,0 0 1 0 0,0 1-1 0 0,0-1 1 0 0,0 0-1 0 0,0 1 1 0 0,0-1-1 0 0,0 1 1 0 0,0-1-1 0 0,0 1 1 0 0,0 0-1 0 0,0-1 1 0 0,0 1-1 0 0,1 0 1 0 0,-1 0-1 0 0,0 0 1 0 0,0 0-1 0 0,0 0 1 0 0,0 0-1 0 0,2 0 1 0 0,-1 1 17 0 0,1 1 1 0 0,-1-1 0 0 0,0 1 0 0 0,0 0-1 0 0,1-1 1 0 0,-1 1 0 0 0,0 0 0 0 0,-1 0-1 0 0,1 1 1 0 0,0-1 0 0 0,0 0-1 0 0,-1 0 1 0 0,2 4 0 0 0,4 9-20 0 0,0 0 0 0 0,0 0 0 0 0,-2 1 0 0 0,0 0 1 0 0,-1 0-1 0 0,0 0 0 0 0,-2 1 0 0 0,0-1 0 0 0,0 24 0 0 0,-2-17 11 0 0,-1-1-1 0 0,-1 0 1 0 0,0 0-1 0 0,-2 0 1 0 0,-1 0-1 0 0,-11 32 1 0 0,14-51-4 0 0,1 1 1 0 0,-1 0 0 0 0,0-1 0 0 0,-1 0-1 0 0,1 1 1 0 0,-6 4 0 0 0,8-7-19 0 0,0-1 0 0 0,0 0 0 0 0,0 0 0 0 0,-1 1 0 0 0,1-1 0 0 0,0 0 0 0 0,0 0 0 0 0,0 0 1 0 0,-1 1-1 0 0,1-1 0 0 0,0 0 0 0 0,0 0 0 0 0,-1 0 0 0 0,1 0 0 0 0,0 0 0 0 0,-1 1 0 0 0,1-1 0 0 0,0 0 0 0 0,0 0 0 0 0,-1 0 0 0 0,1 0 0 0 0,0 0 0 0 0,-1 0 0 0 0,1 0 0 0 0,0 0 0 0 0,0 0 1 0 0,-1 0-1 0 0,1 0 0 0 0,0 0 0 0 0,-1 0 0 0 0,1-1 0 0 0,-1 1 0 0 0,0-18-360 0 0,8-17-552 0 0,1 0 0 0 0,2 1 0 0 0,25-58 0 0 0,-3 8 801 0 0,39-147 116 0 0,3-12 204 0 0,-69 230 211 0 0,-7 18 780 0 0,-6 21-128 0 0,7-6-943 0 0,1 0 0 0 0,1 0-1 0 0,1 0 1 0 0,1 0 0 0 0,0 0 0 0 0,2-1-1 0 0,0 1 1 0 0,13 31 0 0 0,2-6-142 0 0,1-1 1 0 0,39 58 0 0 0,-59-99 15 0 0,1-1 0 0 0,-1 1 1 0 0,1 0-1 0 0,0-1 0 0 0,0 1 1 0 0,1-1-1 0 0,-1 1 0 0 0,0-1 1 0 0,1 0-1 0 0,0 0 0 0 0,-1 0 1 0 0,7 2-1 0 0,-8-3-2 0 0,1-1-1 0 0,-1 0 0 0 0,0 0 1 0 0,1 0-1 0 0,-1-1 0 0 0,1 1 1 0 0,-1 0-1 0 0,1 0 0 0 0,-1-1 1 0 0,0 1-1 0 0,1-1 1 0 0,-1 1-1 0 0,0-1 0 0 0,1 0 1 0 0,-1 1-1 0 0,0-1 0 0 0,0 0 1 0 0,0 0-1 0 0,0 0 0 0 0,0 0 1 0 0,0 0-1 0 0,0 0 1 0 0,0 0-1 0 0,0 0 0 0 0,0-1 1 0 0,0 1-1 0 0,-1 0 0 0 0,1 0 1 0 0,0-1-1 0 0,0-1 0 0 0,24-49-323 0 0,-16 31 323 0 0,19-31 1 0 0,-25 47 51 0 0,0 0 1 0 0,0 1 0 0 0,1-1 0 0 0,0 1-1 0 0,0 0 1 0 0,0 0 0 0 0,0 0 0 0 0,0 1 0 0 0,1-1-1 0 0,0 1 1 0 0,7-3 0 0 0,-10 5-25 0 0,1 0-1 0 0,-1 0 1 0 0,1 1 0 0 0,0-1-1 0 0,-1 1 1 0 0,1-1 0 0 0,0 1-1 0 0,-1 0 1 0 0,1 0 0 0 0,0 1-1 0 0,-1-1 1 0 0,1 0 0 0 0,0 1-1 0 0,-1 0 1 0 0,1 0 0 0 0,-1-1-1 0 0,1 2 1 0 0,-1-1 0 0 0,4 2-1 0 0,5 3 3 0 0,-1 1-1 0 0,0 1 0 0 0,10 8 0 0 0,10 8-1016 0 0,-9-10-4439 0 0,2-2-1877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0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1 115 8754 0 0,'0'-1'150'0'0,"-1"1"1"0"0,1-1-1 0 0,0 0 0 0 0,0 0 1 0 0,1 0-1 0 0,-1 1 0 0 0,0-1 1 0 0,0 0-1 0 0,0 0 1 0 0,0 0-1 0 0,1 1 0 0 0,-1-1 1 0 0,0 0-1 0 0,1 0 0 0 0,-1 1 1 0 0,1-1-1 0 0,-1 0 0 0 0,0 1 1 0 0,1-1-1 0 0,0 1 1 0 0,-1-1-1 0 0,1 0 0 0 0,-1 1 1 0 0,1-1-1 0 0,0 1 0 0 0,-1 0 1 0 0,1-1-1 0 0,1 0 1 0 0,21-14 1937 0 0,-16 13-1828 0 0,0 1-1 0 0,0 0 1 0 0,1 0-1 0 0,-1 0 1 0 0,0 1-1 0 0,0 0 1 0 0,0 1-1 0 0,1-1 1 0 0,-1 1-1 0 0,0 1 1 0 0,0 0-1 0 0,0 0 1 0 0,-1 0-1 0 0,1 0 1 0 0,0 1-1 0 0,-1 0 1 0 0,1 1-1 0 0,-1 0 1 0 0,0 0-1 0 0,0 0 1 0 0,6 6-1 0 0,0 1-83 0 0,1 0-1 0 0,-1 0 0 0 0,-1 2 0 0 0,0-1 0 0 0,-1 1 0 0 0,-1 1 0 0 0,0 0 1 0 0,9 18-1 0 0,-7-7-134 0 0,8 34 0 0 0,-11-35 106 0 0,18 42 1 0 0,-30-145 154 0 0,4 47-378 0 0,2-1 1 0 0,0 1 0 0 0,16-64 0 0 0,-10 64-1632 0 0,24-58 0 0 0,-19 62-5383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0.7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1 168 8290 0 0,'0'4'229'0'0,"1"1"-1"0"0,0-1 1 0 0,0 0 0 0 0,0 1 0 0 0,1-1 0 0 0,-1 0 0 0 0,1 0-1 0 0,0 1 1 0 0,0-1 0 0 0,1-1 0 0 0,-1 1 0 0 0,1 0 0 0 0,0-1-1 0 0,0 1 1 0 0,0-1 0 0 0,0 0 0 0 0,1 0 0 0 0,-1 0-1 0 0,1 0 1 0 0,7 3 0 0 0,-8-4-58 0 0,0-1 0 0 0,0 1 0 0 0,0-1 0 0 0,0 0 0 0 0,0 0-1 0 0,1-1 1 0 0,-1 1 0 0 0,0-1 0 0 0,1 1 0 0 0,-1-1 0 0 0,0 0 0 0 0,1 0 0 0 0,-1-1-1 0 0,1 1 1 0 0,-1-1 0 0 0,0 0 0 0 0,0 1 0 0 0,1-1 0 0 0,-1-1 0 0 0,0 1 0 0 0,0 0-1 0 0,0-1 1 0 0,0 0 0 0 0,0 1 0 0 0,0-1 0 0 0,-1 0 0 0 0,1-1 0 0 0,3-2 0 0 0,3-5-77 0 0,-1 0 0 0 0,0-1 1 0 0,0 1-1 0 0,-1-1 1 0 0,-1-1-1 0 0,10-20 1 0 0,-13 25-106 0 0,-1 0 1 0 0,1 0-1 0 0,-1 0 1 0 0,0 0-1 0 0,-1 0 1 0 0,0-1-1 0 0,0 1 1 0 0,0 0 0 0 0,-1-1-1 0 0,0 1 1 0 0,-1-1-1 0 0,1 1 1 0 0,-4-10-1 0 0,4 15 1 0 0,-1 0 0 0 0,0 0 0 0 0,0 1-1 0 0,0-1 1 0 0,0 0 0 0 0,0 1 0 0 0,0-1-1 0 0,0 1 1 0 0,-1 0 0 0 0,1-1 0 0 0,0 1-1 0 0,-1 0 1 0 0,1 0 0 0 0,-1-1 0 0 0,0 1 0 0 0,-3-1-1 0 0,5 2 21 0 0,-1-1-1 0 0,1 1 0 0 0,-1 0 1 0 0,1 0-1 0 0,-1 0 1 0 0,1 0-1 0 0,-1 0 0 0 0,1 0 1 0 0,-1 0-1 0 0,1 0 0 0 0,-1 0 1 0 0,1 0-1 0 0,-1 0 0 0 0,1 0 1 0 0,-1 0-1 0 0,1 0 1 0 0,-1 0-1 0 0,1 1 0 0 0,-1-1 1 0 0,1 0-1 0 0,-1 0 0 0 0,1 0 1 0 0,0 1-1 0 0,-1-1 1 0 0,0 1 33 0 0,1 0 0 0 0,-1 0 1 0 0,1 0-1 0 0,-1 0 0 0 0,1 0 1 0 0,-1 0-1 0 0,1 0 0 0 0,0-1 1 0 0,0 1-1 0 0,-1 0 0 0 0,1 0 0 0 0,0 0 1 0 0,0 0-1 0 0,0 0 0 0 0,0 0 1 0 0,0 0-1 0 0,1 2 0 0 0,0 12 144 0 0,1 0-1 0 0,0-1 0 0 0,1 1 0 0 0,1-1 0 0 0,1 1 0 0 0,0-1 0 0 0,9 17 0 0 0,10 7-2167 0 0,9-5-3609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1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166 20 3225 0 0,'0'-1'114'0'0,"0"0"1"0"0,0 1 0 0 0,0-1 0 0 0,1 1-1 0 0,-1-1 1 0 0,0 1 0 0 0,0-1 0 0 0,0 0-1 0 0,0 1 1 0 0,0-1 0 0 0,0 1 0 0 0,0-1-1 0 0,0 0 1 0 0,0 1 0 0 0,-1-1-1 0 0,1 1 1 0 0,0-1 0 0 0,0 1 0 0 0,0-1-1 0 0,-1 1 1 0 0,1-1 0 0 0,0 1 0 0 0,0-1-1 0 0,-1 1 1 0 0,1-1 0 0 0,-1 1 0 0 0,1-1-1 0 0,0 1 1 0 0,-1-1 0 0 0,1 1 0 0 0,-1 0-1 0 0,1-1 1 0 0,-1 1 0 0 0,1 0-1 0 0,-1 0 1 0 0,1-1 0 0 0,-1 1 0 0 0,1 0-1 0 0,-1 0 1 0 0,0 0 0 0 0,1 0 0 0 0,-1-1-1 0 0,1 1 1 0 0,-1 0 0 0 0,0 0 0 0 0,1 0-1 0 0,-1 0 1 0 0,1 0 0 0 0,-1 1-1 0 0,1-1 1 0 0,-1 0 0 0 0,0 0 0 0 0,1 0-1 0 0,-1 0 1 0 0,0 1 0 0 0,-3 0 438 0 0,0 0 0 0 0,0 0 1 0 0,0 0-1 0 0,0 1 0 0 0,0 0 1 0 0,-7 4-1 0 0,1 2-79 0 0,0 1 1 0 0,0 0 0 0 0,1 1-1 0 0,0 0 1 0 0,1 0-1 0 0,0 1 1 0 0,0 0-1 0 0,1 1 1 0 0,1-1 0 0 0,0 1-1 0 0,1 1 1 0 0,-7 21-1 0 0,11-31-436 0 0,0 0-1 0 0,1 0 1 0 0,-1-1-1 0 0,1 1 1 0 0,0 0-1 0 0,-1 0 1 0 0,1 0-1 0 0,1 0 1 0 0,-1 0 0 0 0,0-1-1 0 0,1 1 1 0 0,-1 0-1 0 0,1 0 1 0 0,0 0-1 0 0,0-1 1 0 0,0 1-1 0 0,1 0 1 0 0,-1-1-1 0 0,0 1 1 0 0,1-1-1 0 0,0 0 1 0 0,-1 1-1 0 0,1-1 1 0 0,0 0-1 0 0,0 0 1 0 0,0 0 0 0 0,1 0-1 0 0,2 1 1 0 0,7 5-79 0 0,0-1 1 0 0,1 0 0 0 0,0-1-1 0 0,23 7 1 0 0,14 8 89 0 0,-45-18-55 0 0,0 0-1 0 0,1 0 0 0 0,-2 0 0 0 0,1 1 1 0 0,0 0-1 0 0,-1 0 0 0 0,1 0 0 0 0,-1 0 1 0 0,5 8-1 0 0,-8-10 12 0 0,0 0 0 0 0,0 1 1 0 0,0-1-1 0 0,0 1 0 0 0,0-1 0 0 0,-1 1 1 0 0,1-1-1 0 0,-1 1 0 0 0,1-1 1 0 0,-1 1-1 0 0,0-1 0 0 0,0 1 0 0 0,-1-1 1 0 0,1 1-1 0 0,0-1 0 0 0,-1 1 0 0 0,1-1 1 0 0,-1 1-1 0 0,0-1 0 0 0,0 1 0 0 0,0-1 1 0 0,0 0-1 0 0,0 0 0 0 0,-3 3 0 0 0,-2 5 29 0 0,0-1 0 0 0,-1 0 0 0 0,-1 0 0 0 0,1-1 0 0 0,-1 0 0 0 0,-1-1 0 0 0,1 1 0 0 0,-12 6 0 0 0,-21 10-3029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2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3225 0 0,'13'14'3135'0'0,"-1"0"1"0"0,14 21 0 0 0,15 36 1616 0 0,-20-25-3699 0 0,19 59 0 0 0,-36-94-2627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4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20 11979 0 0,'-3'-5'528'0'0,"2"0"112"0"0,1 1-512 0 0,-1 2-128 0 0,1 0 248 0 0,0 1-128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7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0 1840 0 0,'-4'1'477'0'0,"0"0"0"0"0,0 0 0 0 0,1 1 0 0 0,-1-1 0 0 0,0 1-1 0 0,1-1 1 0 0,-1 1 0 0 0,1 0 0 0 0,-1 1 0 0 0,1-1 0 0 0,0 1-1 0 0,0-1 1 0 0,0 1 0 0 0,0 0 0 0 0,1 0 0 0 0,-5 6-1 0 0,3-5 219 0 0,1 1-1 0 0,-1 0 0 0 0,1 0 1 0 0,0 1-1 0 0,0-1 0 0 0,0 1 1 0 0,1 0-1 0 0,0-1 0 0 0,0 1 0 0 0,-1 9 1 0 0,3-12-530 0 0,0 0 0 0 0,0 0 1 0 0,1 0-1 0 0,0 0 1 0 0,-1-1-1 0 0,1 1 0 0 0,0 0 1 0 0,0 0-1 0 0,0-1 0 0 0,1 1 1 0 0,-1 0-1 0 0,1-1 0 0 0,-1 0 1 0 0,1 1-1 0 0,0-1 0 0 0,4 4 1 0 0,43 34 105 0 0,-21-19 67 0 0,-22-15-330 0 0,0-1 0 0 0,-1 1 0 0 0,1 0 0 0 0,-1 1 0 0 0,0-1 0 0 0,-1 1 0 0 0,0 0 0 0 0,0 0 0 0 0,0 1 0 0 0,-1-1 0 0 0,0 1 0 0 0,3 11-1 0 0,-5-15-7 0 0,-1 0 0 0 0,1 0-1 0 0,-1 1 1 0 0,0-1 0 0 0,0 0-1 0 0,-1 0 1 0 0,1 0 0 0 0,-1 0-1 0 0,0 0 1 0 0,0 0 0 0 0,0-1-1 0 0,0 1 1 0 0,-1 0 0 0 0,0 0-1 0 0,1-1 1 0 0,-1 1 0 0 0,-1-1-1 0 0,1 1 1 0 0,0-1 0 0 0,-1 0-1 0 0,0 0 1 0 0,0 0 0 0 0,0 0-1 0 0,0-1 1 0 0,0 1 0 0 0,0-1-1 0 0,-5 3 1 0 0,6-4-82 0 0,-1 1 0 0 0,0 0 0 0 0,1 0 1 0 0,-1-1-1 0 0,0 1 0 0 0,0-1 0 0 0,0 0 0 0 0,0 0 1 0 0,0 0-1 0 0,-1-1 0 0 0,-4 2 0 0 0,-1-4-294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2.1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 13363 0 0,'-1'0'160'0'0,"1"0"-1"0"0,-1 1 1 0 0,1-1 0 0 0,-1 0-1 0 0,1 0 1 0 0,-1 1 0 0 0,1-1 0 0 0,-1 1-1 0 0,1-1 1 0 0,-1 0 0 0 0,1 1 0 0 0,-1-1-1 0 0,1 1 1 0 0,0-1 0 0 0,-1 1-1 0 0,1 0 1 0 0,0-1 0 0 0,-1 1 0 0 0,1-1-1 0 0,0 1 1 0 0,0-1 0 0 0,0 1-1 0 0,0 0 1 0 0,-1-1 0 0 0,1 1 0 0 0,0-1-1 0 0,0 1 1 0 0,0 0 0 0 0,0-1 0 0 0,0 1-1 0 0,0 0 1 0 0,1-1 0 0 0,-1 1-1 0 0,0-1 1 0 0,0 1 0 0 0,0 0 0 0 0,1-1-1 0 0,-1 1 1 0 0,1 0 0 0 0,20 26 2514 0 0,-6-8-2235 0 0,-5 0-239 0 0,0 0 0 0 0,-1 1 0 0 0,-1 0 1 0 0,10 41-1 0 0,10 91 84 0 0,-7-31-517 0 0,-11-71-958 0 0,-6-29-10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2.3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95 7834 0 0,'-1'0'24'0'0,"1"0"1"0"0,0 0-1 0 0,0 0 1 0 0,-1 0 0 0 0,1-1-1 0 0,0 1 1 0 0,0 0-1 0 0,-1 0 1 0 0,1 0 0 0 0,0-1-1 0 0,0 1 1 0 0,0 0-1 0 0,0 0 1 0 0,-1 0-1 0 0,1-1 1 0 0,0 1 0 0 0,0 0-1 0 0,0 0 1 0 0,0-1-1 0 0,0 1 1 0 0,0 0 0 0 0,0-1-1 0 0,0 1 1 0 0,0 0-1 0 0,0 0 1 0 0,0-1 0 0 0,0 1-1 0 0,0 0 1 0 0,0-1-1 0 0,0 1 1 0 0,0 0-1 0 0,0 0 1 0 0,0-1 0 0 0,0 1-1 0 0,0 0 1 0 0,0 0-1 0 0,0-1 1 0 0,1 1 0 0 0,10-14 774 0 0,15-7-1 0 0,-15 14-700 0 0,0 1-1 0 0,1 0 1 0 0,0 0-1 0 0,0 1 1 0 0,0 1-1 0 0,0 0 1 0 0,18-4-1 0 0,-15 6-652 0 0,0 0 0 0 0,-1 1 0 0 0,24 1 0 0 0,-13 2-2770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2.9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63 6913 0 0,'44'-20'1061'0'0,"-42"18"-678"0"0,0 1 0 0 0,0 0 1 0 0,0-1-1 0 0,0 0 1 0 0,0 1-1 0 0,0-1 1 0 0,-1 0-1 0 0,1 0 1 0 0,0 0-1 0 0,-1 0 1 0 0,0 0-1 0 0,1 0 1 0 0,-1-1-1 0 0,0 1 0 0 0,0 0 1 0 0,-2-10 3351 0 0,-6 16-2368 0 0,-7 10-714 0 0,3 4-379 0 0,0 2 0 0 0,1 0 0 0 0,1 0 0 0 0,-12 40 0 0 0,5-15 46 0 0,15-42-306 0 0,-4 10 73 0 0,1 0 0 0 0,-5 24 0 0 0,8-34-72 0 0,1-1 0 0 0,-1 0 0 0 0,1 1 0 0 0,0-1 0 0 0,0 1 0 0 0,0-1 0 0 0,0 1 0 0 0,0-1 0 0 0,0 0 0 0 0,1 1 0 0 0,-1-1 0 0 0,1 0 0 0 0,-1 1 1 0 0,1-1-1 0 0,0 0 0 0 0,0 0 0 0 0,0 1 0 0 0,1-1 0 0 0,-1 0 0 0 0,0 0 0 0 0,1 0 0 0 0,-1-1 0 0 0,1 1 0 0 0,2 2 0 0 0,-3-4-30 0 0,0 1 1 0 0,0 0-1 0 0,0-1 1 0 0,0 1-1 0 0,0-1 1 0 0,0 1-1 0 0,1-1 1 0 0,-1 0-1 0 0,0 0 1 0 0,0 1-1 0 0,1-1 1 0 0,-1 0-1 0 0,0 0 1 0 0,0 0-1 0 0,1 0 1 0 0,-1 0-1 0 0,0-1 1 0 0,0 1-1 0 0,1 0 1 0 0,-1-1-1 0 0,1 0 1 0 0,1 0-24 0 0,0-1 1 0 0,0 1-1 0 0,0-1 0 0 0,0 0 1 0 0,-1 0-1 0 0,1 0 0 0 0,4-6 1 0 0,1-2-118 0 0,0 0 0 0 0,-1-1 0 0 0,7-12-1 0 0,-5 5 84 0 0,-1 0 0 0 0,7-26-1 0 0,-11 31 128 0 0,0 0 0 0 0,1 0 0 0 0,0 0 0 0 0,1 0 0 0 0,1 1 0 0 0,13-19 1 0 0,-19 30-37 0 0,-1 0 0 0 0,1 0 0 0 0,0 0 1 0 0,0 0-1 0 0,-1 0 0 0 0,1 0 1 0 0,0 0-1 0 0,0 1 0 0 0,0-1 1 0 0,0 0-1 0 0,0 1 0 0 0,0-1 1 0 0,0 1-1 0 0,0-1 0 0 0,0 1 1 0 0,0-1-1 0 0,0 1 0 0 0,0 0 1 0 0,0-1-1 0 0,0 1 0 0 0,0 0 1 0 0,0 0-1 0 0,0 0 0 0 0,1 0 1 0 0,-1 0-1 0 0,0 0 0 0 0,0 0 1 0 0,0 0-1 0 0,0 0 0 0 0,0 1 0 0 0,0-1 1 0 0,1 0-1 0 0,-1 1 0 0 0,0-1 1 0 0,0 1-1 0 0,0-1 0 0 0,0 1 1 0 0,0 0-1 0 0,-1-1 0 0 0,1 1 1 0 0,0 0-1 0 0,0 0 0 0 0,1 1 1 0 0,4 5 107 0 0,-1 0 1 0 0,0 1 0 0 0,0 0-1 0 0,6 14 1 0 0,0-1-125 0 0,-3-9 5 0 0,0-1 1 0 0,0 0-1 0 0,1-1 1 0 0,1 0-1 0 0,0 0 1 0 0,0-1 0 0 0,1 0-1 0 0,14 9 1 0 0,-25-18-9 0 0,1 1 0 0 0,0-1 0 0 0,0 0 0 0 0,0 0 0 0 0,-1 0 0 0 0,1 0 0 0 0,0 0 0 0 0,0 0 0 0 0,0 0 0 0 0,0 0 0 0 0,-1 0 0 0 0,1 0 0 0 0,0 0 0 0 0,0 0 0 0 0,0 0 0 0 0,-1-1 0 0 0,1 1 0 0 0,0 0 0 0 0,0-1 0 0 0,-1 1 0 0 0,1-1 0 0 0,0 1 0 0 0,0 0 0 0 0,-1-1 0 0 0,1 0 0 0 0,-1 1 0 0 0,1-1 0 0 0,0 1 0 0 0,-1-1 0 0 0,1 0 0 0 0,0 0 0 0 0,17-28 0 0 0,-12 19 0 0 0,18-29-1 0 0,-13 20 0 0 0,0 1-1 0 0,20-23 1 0 0,-28 36 0 0 0,1 1 1 0 0,1 0 0 0 0,-1 0 0 0 0,0 0 0 0 0,1 1-1 0 0,0-1 1 0 0,0 1 0 0 0,0 0 0 0 0,0 1 0 0 0,0-1-1 0 0,0 1 1 0 0,1 0 0 0 0,8-2 0 0 0,-12 4 22 0 0,0 0 0 0 0,0 0-1 0 0,0 0 1 0 0,0 0 0 0 0,0 0 0 0 0,0 0 0 0 0,0 1 0 0 0,-1-1 0 0 0,1 1 0 0 0,0-1-1 0 0,0 1 1 0 0,-1 0 0 0 0,1 0 0 0 0,0 0 0 0 0,-1 0 0 0 0,1 0 0 0 0,0 0 0 0 0,1 2-1 0 0,27 29 247 0 0,-9-8-260 0 0,-10-14-40 0 0,-7-6 59 0 0,1 0 0 0 0,-1 0 1 0 0,1 0-1 0 0,0-1 0 0 0,8 5 0 0 0,-12-7-51 0 0,0-1 0 0 0,0 0 1 0 0,0 1-1 0 0,0-1 0 0 0,1 0 0 0 0,-1 0 1 0 0,0 0-1 0 0,0 1 0 0 0,0-1 1 0 0,0 0-1 0 0,0-1 0 0 0,0 1 1 0 0,0 0-1 0 0,0 0 0 0 0,1 0 1 0 0,-1-1-1 0 0,0 1 0 0 0,0 0 1 0 0,0-1-1 0 0,0 1 0 0 0,0-1 1 0 0,0 1-1 0 0,-1-1 0 0 0,1 0 1 0 0,0 1-1 0 0,0-1 0 0 0,0 0 1 0 0,0 0-1 0 0,-1 1 0 0 0,1-1 1 0 0,0 0-1 0 0,-1 0 0 0 0,1 0 1 0 0,-1 0-1 0 0,2-1 0 0 0,7-15-2571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3.4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8 218 11058 0 0,'-2'-7'511'0'0,"0"0"0"0"0,1 0 0 0 0,0 0 0 0 0,0 0 0 0 0,1 0 0 0 0,0-1 0 0 0,0 1 0 0 0,1 0 0 0 0,1-8 0 0 0,0 6-224 0 0,0 0 0 0 0,0 0 0 0 0,1 0 0 0 0,0 1-1 0 0,1-1 1 0 0,0 1 0 0 0,0 0 0 0 0,1 0 0 0 0,0 0 0 0 0,0 1 0 0 0,8-9 0 0 0,-10 13-221 0 0,-1 0 0 0 0,1 1 1 0 0,0-1-1 0 0,0 1 0 0 0,0 0 1 0 0,0 0-1 0 0,0 0 0 0 0,1 0 1 0 0,-1 0-1 0 0,1 1 0 0 0,-1 0 1 0 0,1-1-1 0 0,-1 1 0 0 0,1 1 1 0 0,0-1-1 0 0,0 0 0 0 0,-1 1 1 0 0,1 0-1 0 0,0 0 0 0 0,0 0 0 0 0,-1 0 1 0 0,1 1-1 0 0,0-1 0 0 0,0 1 1 0 0,-1 0-1 0 0,1 0 0 0 0,-1 1 1 0 0,1-1-1 0 0,-1 1 0 0 0,1-1 1 0 0,-1 1-1 0 0,0 0 0 0 0,0 0 1 0 0,0 1-1 0 0,0-1 0 0 0,0 1 0 0 0,0-1 1 0 0,-1 1-1 0 0,4 4 0 0 0,6 11-110 0 0,7 11-2189 0 0,16 34 1 0 0,-27-45 930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3.8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29 5065 0 0,'0'-1'149'0'0,"0"0"0"0"0,0-1 0 0 0,0 1 1 0 0,0 0-1 0 0,0 0 0 0 0,-1 0 0 0 0,1 0 0 0 0,0-1 0 0 0,-1 1 0 0 0,1 0 0 0 0,-1 0 0 0 0,1 0 1 0 0,-1 0-1 0 0,1 0 0 0 0,-1 0 0 0 0,0 0 0 0 0,0 0 0 0 0,0 0 0 0 0,1 0 0 0 0,-1 1 0 0 0,0-1 1 0 0,0 0-1 0 0,0 1 0 0 0,0-1 0 0 0,0 0 0 0 0,0 1 0 0 0,0-1 0 0 0,-1 1 0 0 0,1-1 0 0 0,0 1 1 0 0,0 0-1 0 0,0 0 0 0 0,0-1 0 0 0,-1 1 0 0 0,1 0 0 0 0,0 0 0 0 0,-2 0 0 0 0,1 0 244 0 0,-1 0 0 0 0,1 1 0 0 0,-1-1 0 0 0,0 0 0 0 0,1 1 0 0 0,-1-1 0 0 0,1 1 0 0 0,0 0 0 0 0,-1 0 0 0 0,1 0-1 0 0,0 0 1 0 0,-1 1 0 0 0,1-1 0 0 0,0 0 0 0 0,0 1 0 0 0,0 0 0 0 0,-2 1 0 0 0,-1 5-102 0 0,0 0 1 0 0,0 0-1 0 0,1 0 0 0 0,0 0 1 0 0,0 1-1 0 0,1-1 1 0 0,0 1-1 0 0,0 0 1 0 0,1 0-1 0 0,0 0 0 0 0,1 0 1 0 0,0 1-1 0 0,1-1 1 0 0,0 0-1 0 0,0 0 1 0 0,1 1-1 0 0,1 9 0 0 0,-1-12-394 0 0,0-1 0 0 0,1 0 0 0 0,-1 0-1 0 0,1 0 1 0 0,0 0 0 0 0,1 0-1 0 0,-1 0 1 0 0,1-1 0 0 0,0 1 0 0 0,1-1-1 0 0,-1 0 1 0 0,1 0 0 0 0,0 0 0 0 0,1 0-1 0 0,-1-1 1 0 0,1 0 0 0 0,0 0 0 0 0,0 0-1 0 0,0 0 1 0 0,0-1 0 0 0,0 0-1 0 0,1 0 1 0 0,0 0 0 0 0,0-1 0 0 0,10 4-1 0 0,2-3-7233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4.1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0 259 5065 0 0,'0'1'35'0'0,"0"-1"0"0"0,0 1 0 0 0,0-1 0 0 0,1 1 0 0 0,-1-1 1 0 0,0 1-1 0 0,0 0 0 0 0,0-1 0 0 0,0 1 0 0 0,0-1 0 0 0,1 1 0 0 0,-1-1 0 0 0,0 1 0 0 0,0-1 0 0 0,1 1 0 0 0,-1-1 0 0 0,1 0 1 0 0,-1 1-1 0 0,0-1 0 0 0,1 1 0 0 0,-1-1 0 0 0,1 0 0 0 0,-1 1 0 0 0,0-1 0 0 0,1 0 0 0 0,-1 1 0 0 0,1-1 0 0 0,-1 0 0 0 0,1 0 0 0 0,0 1 1 0 0,21-1 1943 0 0,21-14 1769 0 0,-34 9-3139 0 0,1 0 1 0 0,-1-1-1 0 0,0 0 0 0 0,-1-1 1 0 0,0 0-1 0 0,0 0 1 0 0,0-1-1 0 0,7-9 0 0 0,-8 8-479 0 0,0 0-1 0 0,-1 0 0 0 0,0-1 0 0 0,0 1 0 0 0,-1-1 0 0 0,0 0 0 0 0,-1-1 0 0 0,0 1 1 0 0,-1-1-1 0 0,0 1 0 0 0,-1-1 0 0 0,0 0 0 0 0,0-12 0 0 0,-1 22-119 0 0,-1 0-1 0 0,0-1 1 0 0,0 1-1 0 0,0 0 1 0 0,0-1-1 0 0,0 1 1 0 0,0 0-1 0 0,0 0 1 0 0,0-1-1 0 0,0 1 1 0 0,-1 0-1 0 0,1 0 1 0 0,0-1-1 0 0,-1 1 1 0 0,1 0-1 0 0,-1 0 1 0 0,1 0-1 0 0,-1 0 1 0 0,0 0-1 0 0,0-1 1 0 0,1 1-1 0 0,-1 0 1 0 0,0 1 0 0 0,0-1-1 0 0,0 0 1 0 0,0 0-1 0 0,0 0 1 0 0,0 1-1 0 0,0-1 1 0 0,0 0-1 0 0,-1 1 1 0 0,1-1-1 0 0,0 1 1 0 0,0-1-1 0 0,0 1 1 0 0,-1 0-1 0 0,1-1 1 0 0,0 1-1 0 0,-1 0 1 0 0,1 0-1 0 0,0 0 1 0 0,0 0-1 0 0,-1 0 1 0 0,1 0-1 0 0,0 0 1 0 0,0 1-1 0 0,-1-1 1 0 0,1 0-1 0 0,0 1 1 0 0,0-1-1 0 0,-2 1 1 0 0,-2 1 69 0 0,1 0 1 0 0,0 0 0 0 0,0 0-1 0 0,-1 1 1 0 0,1-1-1 0 0,1 1 1 0 0,-1 0-1 0 0,0 0 1 0 0,1 0-1 0 0,-1 1 1 0 0,1-1-1 0 0,0 1 1 0 0,-3 5-1 0 0,4-6-28 0 0,0 1 1 0 0,1-1-1 0 0,0 1 0 0 0,0 0 0 0 0,0-1 0 0 0,0 1 0 0 0,0 0 0 0 0,1 0 0 0 0,-1 0 0 0 0,1 0 0 0 0,0 0 0 0 0,0-1 0 0 0,1 1 0 0 0,-1 0 0 0 0,1 0 0 0 0,0 0 0 0 0,0-1 0 0 0,0 1 0 0 0,0 0 0 0 0,1-1 0 0 0,-1 1 0 0 0,1-1 0 0 0,0 1 1 0 0,4 4-1 0 0,-2-3-212 0 0,0-1 1 0 0,0 1 0 0 0,0-1 0 0 0,1 0 0 0 0,0 0-1 0 0,0 0 1 0 0,0-1 0 0 0,0 0 0 0 0,0 0 0 0 0,1 0-1 0 0,-1 0 1 0 0,1-1 0 0 0,0 0 0 0 0,0 0 0 0 0,6 1-1 0 0,13 0-6889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4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14283 0 0,'1'-7'835'0'0,"9"-27"3943"0"0,-10 34-4726 0 0,0 0-1 0 0,0-1 0 0 0,0 1 0 0 0,0 0 1 0 0,0 0-1 0 0,1-1 0 0 0,-1 1 0 0 0,0 0 0 0 0,0 0 1 0 0,0 0-1 0 0,1-1 0 0 0,-1 1 0 0 0,0 0 1 0 0,0 0-1 0 0,1 0 0 0 0,-1 0 0 0 0,0-1 0 0 0,0 1 1 0 0,1 0-1 0 0,-1 0 0 0 0,0 0 0 0 0,0 0 0 0 0,1 0 1 0 0,-1 0-1 0 0,0 0 0 0 0,1 0 0 0 0,-1 0 1 0 0,0 0-1 0 0,1 0 0 0 0,-1 0 0 0 0,0 0 0 0 0,0 0 1 0 0,1 0-1 0 0,-1 0 0 0 0,13 16 270 0 0,2 21-136 0 0,-2 0 1 0 0,-2 1-1 0 0,-1 0 1 0 0,6 43-1 0 0,-4-21-33 0 0,7 27-81 0 0,4 0 0 0 0,4-1 0 0 0,56 122 0 0 0,-75-191-138 0 0,-1 1-1 0 0,0-1 1 0 0,-1 1 0 0 0,-1 0-1 0 0,3 21 1 0 0,-5 4-2426 0 0,-8 2-3381 0 0,0-20-438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5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3225 0 0,'39'16'5686'0'0,"-29"-11"-4761"0"0,0 0 0 0 0,0 0 0 0 0,-1 1 0 0 0,0 1 0 0 0,0-1 0 0 0,0 1 0 0 0,-1 1 0 0 0,8 9 0 0 0,8 12 564 0 0,22 34 0 0 0,-28-37-632 0 0,42 46-1 0 0,-49-60-716 0 0,1-1-1 0 0,0 0 0 0 0,1-1 0 0 0,0-1 1 0 0,25 15-1 0 0,-33-22-127 0 0,1 1 0 0 0,0-1 0 0 0,0 0 0 0 0,0 0 0 0 0,1-1 1 0 0,-1 0-1 0 0,0 0 0 0 0,0 0 0 0 0,1-1 0 0 0,-1 0 0 0 0,0 0 0 0 0,1-1 0 0 0,-1 0 0 0 0,0 0 1 0 0,0 0-1 0 0,1-1 0 0 0,8-3 0 0 0,-4 0-425 0 0,0 0 1 0 0,0 0 0 0 0,18-14-1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5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 10138 0 0,'0'0'778'0'0,"-1"16"2913"0"0,-29 187 1895 0 0,2-11-6974 0 0,22-153-5358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6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8290 0 0,'8'-1'5833'0'0,"11"2"-3184"0"0,-13 1-2313 0 0,1 2 0 0 0,-1-1 0 0 0,0 1 0 0 0,0 0 0 0 0,0 0 1 0 0,-1 1-1 0 0,1-1 0 0 0,-1 1 0 0 0,0 0 0 0 0,0 1 0 0 0,-1-1 1 0 0,0 1-1 0 0,0 0 0 0 0,0 0 0 0 0,6 13 0 0 0,2 10-296 0 0,0 1 0 0 0,9 39 0 0 0,-15-48 167 0 0,35 122-207 0 0,-41-142-10 0 0,0-1 1 0 0,0 1-1 0 0,0-1 1 0 0,0 0-1 0 0,0 1 1 0 0,1-1-1 0 0,-1 1 1 0 0,0-1-1 0 0,0 1 1 0 0,0-1-1 0 0,0 0 1 0 0,1 1-1 0 0,-1-1 1 0 0,0 0-1 0 0,0 1 1 0 0,1-1-1 0 0,-1 0 1 0 0,0 1-1 0 0,1-1 1 0 0,-1 0-1 0 0,0 1 1 0 0,1-1-1 0 0,-1 0 1 0 0,0 0-1 0 0,1 0 1 0 0,-1 1-1 0 0,1-1 1 0 0,-1 0-1 0 0,0 0 1 0 0,1 0-1 0 0,-1 0 1 0 0,1 0-1 0 0,-1 0 1 0 0,1 0-1 0 0,-1 0 1 0 0,1 0-1 0 0,-1 0 1 0 0,0 0-1 0 0,1 0 1 0 0,-1 0-1 0 0,1 0 1 0 0,-1 0-1 0 0,1 0 1 0 0,-1 0-1 0 0,0 0 1 0 0,1-1-1 0 0,-1 1 1 0 0,0 0-1 0 0,1 0 1 0 0,-1 0-1 0 0,1-1 1 0 0,-1 1-1 0 0,0 0 1 0 0,1-1-1 0 0,-1 1 1 0 0,0 0-1 0 0,0-1 1 0 0,1 1-1 0 0,-1 0 1 0 0,0-1-1 0 0,0 1 1 0 0,0-1-1 0 0,1 1 1 0 0,-1 0-1 0 0,0-1 1 0 0,0 1-1 0 0,0-1 1 0 0,18-33-1436 0 0,-17 30 1193 0 0,37-93-4082 0 0,-24 58 3285 0 0,37-74 1 0 0,-50 111 1148 0 0,0 0-1 0 0,0 0 1 0 0,0 0-1 0 0,1 0 1 0 0,-1 1 0 0 0,0-1-1 0 0,1 0 1 0 0,-1 0 0 0 0,1 1-1 0 0,0-1 1 0 0,0 1-1 0 0,-1 0 1 0 0,1-1 0 0 0,0 1-1 0 0,0 0 1 0 0,0 0 0 0 0,0 0-1 0 0,0 0 1 0 0,1 0-1 0 0,-1 1 1 0 0,0-1 0 0 0,0 1-1 0 0,4-1 1 0 0,-3 2 109 0 0,0-1-1 0 0,1 1 0 0 0,-1 0 1 0 0,1 0-1 0 0,-1 0 1 0 0,0 1-1 0 0,0-1 1 0 0,0 1-1 0 0,1 0 1 0 0,-2 0-1 0 0,1 0 1 0 0,0 0-1 0 0,0 0 1 0 0,3 5-1 0 0,20 21 534 0 0,-1 1 0 0 0,-1 1 0 0 0,24 43 0 0 0,5 4-1927 0 0,-42-62 737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6.5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13 110 5985 0 0,'-11'12'7106'0'0,"11"-10"-6768"0"0,-1 24 2573 0 0,11 23-823 0 0,-7-38-1847 0 0,2 0-1 0 0,-1-1 1 0 0,2 1-1 0 0,-1-1 1 0 0,1 0-1 0 0,1 0 1 0 0,0-1-1 0 0,0 0 1 0 0,1 0 0 0 0,0-1-1 0 0,1 0 1 0 0,0 0-1 0 0,0-1 1 0 0,0 0-1 0 0,1-1 1 0 0,0 0 0 0 0,19 9-1 0 0,-25-14-225 0 0,-1 0-1 0 0,1 0 0 0 0,0-1 0 0 0,0 1 1 0 0,-1-1-1 0 0,1 1 0 0 0,0-1 1 0 0,0 0-1 0 0,0-1 0 0 0,0 1 1 0 0,-1-1-1 0 0,1 0 0 0 0,0 0 0 0 0,0 0 1 0 0,-1 0-1 0 0,8-4 0 0 0,-6 2 6 0 0,-1 0 0 0 0,1 0 0 0 0,-1-1-1 0 0,1 0 1 0 0,-1 0 0 0 0,0 0-1 0 0,0 0 1 0 0,-1-1 0 0 0,1 1 0 0 0,3-8-1 0 0,-1 1-6 0 0,-1 1 0 0 0,-1-1 0 0 0,0 0 0 0 0,0 0 0 0 0,-1 0-1 0 0,0 0 1 0 0,-1-1 0 0 0,0 1 0 0 0,-1-1 0 0 0,0-19 0 0 0,-2 21-113 0 0,-1 0 1 0 0,1 0-1 0 0,-2 0 1 0 0,1 1-1 0 0,-1-1 1 0 0,-1 1-1 0 0,0-1 1 0 0,0 1-1 0 0,-10-15 1 0 0,9 17-1224 0 0,0 0 1 0 0,0 1 0 0 0,-1 0-1 0 0,-7-6 1 0 0,-6-4-5461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6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5 16131 0 0,'-2'0'90'0'0,"1"-1"0"0"0,-1 0-1 0 0,0 1 1 0 0,1-1-1 0 0,-1 1 1 0 0,0-1-1 0 0,1 1 1 0 0,-1 0-1 0 0,0 0 1 0 0,0 0 0 0 0,1 0-1 0 0,-1 0 1 0 0,0 0-1 0 0,0 0 1 0 0,1 0-1 0 0,-1 1 1 0 0,0-1-1 0 0,0 1 1 0 0,1-1 0 0 0,-3 2-1 0 0,1 0 5 0 0,0 0 0 0 0,-1 0 0 0 0,1 1 0 0 0,0-1 0 0 0,0 1 0 0 0,1 0 0 0 0,-1 0 0 0 0,-4 5 0 0 0,1 3 105 0 0,-1-1-1 0 0,2 1 1 0 0,-1 0 0 0 0,1 0-1 0 0,-3 13 1 0 0,0 6 78 0 0,2 0 1 0 0,0 1 0 0 0,2 0 0 0 0,2 0 0 0 0,1 36 0 0 0,4-14 32 0 0,1 0 0 0 0,15 62 1 0 0,-11-78-281 0 0,1-1 1 0 0,2 0 0 0 0,2 0-1 0 0,1-2 1 0 0,35 63 0 0 0,-30-69-1455 0 0,37 47 0 0 0,-44-61-484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7.1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0 122 10594 0 0,'3'0'97'0'0,"1"0"-1"0"0,-1 0 1 0 0,0-1-1 0 0,1 1 1 0 0,-1-1 0 0 0,0 1-1 0 0,0-1 1 0 0,0 0-1 0 0,1 0 1 0 0,-1 0-1 0 0,3-2 1 0 0,38-22-585 0 0,-25 15 491 0 0,4-2 193 0 0,75-36-1870 0 0,-89 45 1052 0 0,0-1 1 0 0,1 2-1 0 0,-1-1 1 0 0,1 1 0 0 0,-1 1-1 0 0,1-1 1 0 0,0 2-1 0 0,17 0 1 0 0,-9 2 489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7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 14283 0 0,'-2'2'276'0'0,"1"0"1"0"0,-1 0-1 0 0,1 0 0 0 0,-1 0 0 0 0,1 0 1 0 0,0 1-1 0 0,0-1 0 0 0,0 1 0 0 0,0-1 1 0 0,0 1-1 0 0,1-1 0 0 0,-1 1 0 0 0,1-1 1 0 0,0 1-1 0 0,-1-1 0 0 0,1 1 1 0 0,0-1-1 0 0,1 1 0 0 0,-1 3 0 0 0,9 56 2322 0 0,-9-58-2481 0 0,3 9-88 0 0,1 16-221 0 0,2 0 0 0 0,1 0 0 0 0,1 0 0 0 0,2-1 0 0 0,21 47 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7.6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1 161 5529 0 0,'6'21'4769'0'0,"8"19"-123"0"0,-10-29-4255 0 0,0-1 0 0 0,1 0 0 0 0,10 17 0 0 0,-13-24-274 0 0,0 1 0 0 0,1-1 0 0 0,-1 0 0 0 0,1 0 1 0 0,0 0-1 0 0,0 0 0 0 0,0-1 0 0 0,0 1 0 0 0,0-1 0 0 0,1 0 0 0 0,-1 0 0 0 0,1 0 1 0 0,-1 0-1 0 0,1-1 0 0 0,0 1 0 0 0,0-1 0 0 0,-1 0 0 0 0,1 0 0 0 0,0 0 0 0 0,0-1 1 0 0,0 0-1 0 0,0 1 0 0 0,0-1 0 0 0,5-1 0 0 0,-4 0-27 0 0,0 0-1 0 0,-1-1 1 0 0,1 0-1 0 0,-1 0 1 0 0,0 0-1 0 0,1 0 1 0 0,-1-1-1 0 0,0 1 0 0 0,0-1 1 0 0,0 0-1 0 0,-1 0 1 0 0,1-1-1 0 0,-1 1 1 0 0,1-1-1 0 0,-1 0 1 0 0,0 1-1 0 0,-1-1 1 0 0,3-5-1 0 0,1-1-36 0 0,0 0 1 0 0,-1-1-1 0 0,0 1 0 0 0,-1-1 0 0 0,0 0 0 0 0,4-17 1 0 0,-7 20-55 0 0,0 0 1 0 0,0 0-1 0 0,-1 0 1 0 0,0 0-1 0 0,0 0 1 0 0,-1 0-1 0 0,0 0 1 0 0,-1 0-1 0 0,1 1 1 0 0,-2-1-1 0 0,1 0 1 0 0,-1 1 0 0 0,0-1-1 0 0,-6-9 1 0 0,7 13-18 0 0,-1 0 0 0 0,1 1 0 0 0,-1 0 1 0 0,0-1-1 0 0,0 1 0 0 0,0 0 0 0 0,-1 1 1 0 0,1-1-1 0 0,-1 1 0 0 0,1-1 1 0 0,-1 1-1 0 0,0 0 0 0 0,0 0 0 0 0,0 0 1 0 0,0 1-1 0 0,0 0 0 0 0,0 0 0 0 0,-1 0 1 0 0,1 0-1 0 0,0 0 0 0 0,0 1 0 0 0,-1 0 1 0 0,1 0-1 0 0,0 0 0 0 0,-1 0 0 0 0,1 1 1 0 0,0 0-1 0 0,-6 1 0 0 0,-7 4-1568 0 0,1 2-5388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8.0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8754 0 0,'0'31'5211'0'0,"7"43"0"0"0,-4-55-4389 0 0,1 1 0 0 0,1-1 0 0 0,12 32 0 0 0,-13-42-835 0 0,0-1 0 0 0,0 0 0 0 0,0 0 1 0 0,1 0-1 0 0,1-1 0 0 0,-1 1 0 0 0,1-1 0 0 0,0-1 0 0 0,11 10 0 0 0,-12-12 25 0 0,0 0 0 0 0,1-1-1 0 0,0 0 1 0 0,-1 0 0 0 0,1 0-1 0 0,0-1 1 0 0,0 0 0 0 0,0 0-1 0 0,0-1 1 0 0,1 1 0 0 0,-1-1-1 0 0,0 0 1 0 0,1-1-1 0 0,12 0 1 0 0,-16 0-104 0 0,0-1-1 0 0,0 1 1 0 0,0-1-1 0 0,0 1 1 0 0,-1-1-1 0 0,1 0 1 0 0,0 0-1 0 0,0 0 1 0 0,0 0-1 0 0,-1 0 1 0 0,1-1-1 0 0,-1 0 1 0 0,1 1-1 0 0,-1-1 1 0 0,0 0-1 0 0,1 0 1 0 0,-1 0-1 0 0,2-3 1 0 0,1-2-172 0 0,0-1-1 0 0,-1 1 1 0 0,0-1 0 0 0,5-14 0 0 0,-8 17 348 0 0,1 0 1 0 0,-1 0-1 0 0,1 1 1 0 0,0-1 0 0 0,1 1-1 0 0,-1-1 1 0 0,1 1-1 0 0,0 0 1 0 0,0 0 0 0 0,0 0-1 0 0,0 0 1 0 0,1 1-1 0 0,-1-1 1 0 0,1 1 0 0 0,0 0-1 0 0,6-4 1 0 0,-7 6 20 0 0,0 1-1 0 0,0-1 1 0 0,0 1 0 0 0,-1-1 0 0 0,1 1 0 0 0,0 0-1 0 0,0 0 1 0 0,0 1 0 0 0,0-1 0 0 0,0 0-1 0 0,0 1 1 0 0,0 0 0 0 0,-1-1 0 0 0,1 1 0 0 0,0 0-1 0 0,3 2 1 0 0,47 28 421 0 0,-21-11-290 0 0,-20-15-186 0 0,0-1 0 0 0,0 1 0 0 0,0-2-1 0 0,0 0 1 0 0,1 0 0 0 0,-1-2 0 0 0,1 1 0 0 0,0-1 0 0 0,0-1-1 0 0,-1 0 1 0 0,1-1 0 0 0,0-1 0 0 0,-1 0 0 0 0,17-4 0 0 0,-23 4-24 0 0,-1 1 1 0 0,1-1 0 0 0,-1 0-1 0 0,0 0 1 0 0,0-1 0 0 0,0 0-1 0 0,0 0 1 0 0,0 0 0 0 0,-1 0-1 0 0,1-1 1 0 0,-1 1 0 0 0,0-1 0 0 0,0 0-1 0 0,0-1 1 0 0,0 1 0 0 0,-1-1-1 0 0,0 1 1 0 0,0-1 0 0 0,0 0-1 0 0,-1 0 1 0 0,1-1 0 0 0,-1 1-1 0 0,0 0 1 0 0,-1-1 0 0 0,1 1 0 0 0,-1-1-1 0 0,0 0 1 0 0,-1 1 0 0 0,1-1-1 0 0,-1 0 1 0 0,0 1 0 0 0,-1-1-1 0 0,-1-10 1 0 0,-12-28 102 0 0,4 19-65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0.9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395 215 9218 0 0,'-11'-5'617'0'0,"7"3"-552"0"0,0 1 0 0 0,0-1 0 0 0,0 1 0 0 0,1-1 0 0 0,-1-1 0 0 0,1 1 0 0 0,-1 0 0 0 0,1-1 0 0 0,0 0 0 0 0,0 1 0 0 0,0-1 0 0 0,-3-5 0 0 0,6 7-33 0 0,0 0 1 0 0,0 1 0 0 0,0-1 0 0 0,0 1 0 0 0,1-1 0 0 0,-1 1 0 0 0,0-1 0 0 0,0 1-1 0 0,1-1 1 0 0,-1 1 0 0 0,1-1 0 0 0,-1 1 0 0 0,0-1 0 0 0,1 1 0 0 0,-1 0 0 0 0,1-1-1 0 0,-1 1 1 0 0,1 0 0 0 0,-1-1 0 0 0,1 1 0 0 0,-1 0 0 0 0,1 0 0 0 0,-1-1 0 0 0,1 1-1 0 0,-1 0 1 0 0,1 0 0 0 0,-1 0 0 0 0,1 0 0 0 0,-1 0 0 0 0,1 0 0 0 0,0 0 0 0 0,-1 0-1 0 0,2 0 1 0 0,26-3 426 0 0,-24 3-358 0 0,495-7 2872 0 0,-132 6-2021 0 0,979-95-526 0 0,-215 39-426 0 0,-1116 57 3 0 0,-8 0-15 0 0,-1 0 1 0 0,1 0 0 0 0,0 0 0 0 0,0 1 0 0 0,7 2 0 0 0,-14-3 6 0 0,0 0-1 0 0,0 0 1 0 0,0 0 0 0 0,0 0 0 0 0,0 0 0 0 0,0 0 0 0 0,0 0 0 0 0,0 0 0 0 0,0 1 0 0 0,0-1 0 0 0,-1 0 0 0 0,1 0 0 0 0,0 0 0 0 0,0 0 0 0 0,0 0 0 0 0,0 0 0 0 0,0 0 0 0 0,0 0 0 0 0,0 0 0 0 0,0 0 0 0 0,0 0 0 0 0,0 0 0 0 0,0 0 0 0 0,0 0 0 0 0,0 0 0 0 0,0 0 0 0 0,0 1 0 0 0,0-1 0 0 0,0 0 0 0 0,0 0 0 0 0,0 0-1 0 0,0 0 1 0 0,0 0 0 0 0,0 0 0 0 0,0 0 0 0 0,0 0 0 0 0,0 0 0 0 0,0 0 0 0 0,0 0 0 0 0,0 0 0 0 0,0 0 0 0 0,0 1 0 0 0,0-1 0 0 0,0 0 0 0 0,0 0 0 0 0,0 0 0 0 0,0 0 0 0 0,0 0 0 0 0,0 0 0 0 0,0 0 0 0 0,1 0 0 0 0,-1 0 0 0 0,0 0 0 0 0,0 0 0 0 0,0 0 0 0 0,0 0 0 0 0,0 0 0 0 0,0 0 0 0 0,0 0 0 0 0,0 0 0 0 0,0 0 0 0 0,0 0-1 0 0,0 0 1 0 0,0 0 0 0 0,0 0 0 0 0,1 0 0 0 0,-11 4-202 0 0,-15 1-65 0 0,-412 41-3750 0 0,-7-32 2808 0 0,264-9 993 0 0,130-4 210 0 0,-941 52 2423 0 0,765-29-1592 0 0,-219 25 312 0 0,333-34-770 0 0,-152 24 531 0 0,272-39-656 0 0,30-3 99 0 0,52-6 91 0 0,236-20 930 0 0,619 24 0 0 0,-185 77-704 0 0,-10 62-1075 0 0,-735-131 292 0 0,33 8-1726 0 0,77 28 1 0 0,-125-39 1825 0 0,1 0 0 0 0,-1 0 1 0 0,1 0-1 0 0,-1 0 0 0 0,0 1 0 0 0,1-1 0 0 0,-1 0 0 0 0,1 0 0 0 0,-1 0 1 0 0,0 0-1 0 0,1 0 0 0 0,-1 1 0 0 0,1-1 0 0 0,-1 0 0 0 0,0 0 0 0 0,1 0 1 0 0,-1 1-1 0 0,0-1 0 0 0,1 0 0 0 0,-1 1 0 0 0,0-1 0 0 0,1 0 0 0 0,-1 1 1 0 0,0-1-1 0 0,0 0 0 0 0,0 1 0 0 0,1-1 0 0 0,-1 1 0 0 0,0-1 0 0 0,0 0 1 0 0,0 1-1 0 0,0-1 0 0 0,0 1 0 0 0,1-1 0 0 0,-1 0 0 0 0,0 1 0 0 0,-17 5-341 0 0,-35-1 346 0 0,47-5-33 0 0,-513 6 1287 0 0,158-6-984 0 0,-764 75-21 0 0,8 74-1542 0 0,952-130 1270 0 0,-105 20 494 0 0,204-20 191 0 0,108-18-290 0 0,470-62-389 0 0,-83 7 691 0 0,553-9 133 0 0,3 74-596 0 0,-211 59 371 0 0,-710-62-545 0 0,-33-6-12 0 0,-1 2-1 0 0,0 2 1 0 0,34 10 0 0 0,-65-16 0 0 0,1-1 0 0 0,-1 1 0 0 0,1 0 0 0 0,-1 0 0 0 0,1 0 0 0 0,-1 0 0 0 0,0 1 0 0 0,1-1 0 0 0,-1 0 0 0 0,1 0 0 0 0,-1 0 0 0 0,1 0 0 0 0,-1 0 0 0 0,0 0 0 0 0,1 1 0 0 0,-1-1 0 0 0,0 0 0 0 0,1 0 0 0 0,-1 1 0 0 0,1-1 0 0 0,-1 0 0 0 0,0 1 0 0 0,0-1 0 0 0,1 0 0 0 0,-1 1 0 0 0,0-1 0 0 0,0 0 0 0 0,1 1 0 0 0,-1-1 0 0 0,0 0 0 0 0,0 1 0 0 0,0-1 0 0 0,1 1 0 0 0,-1-1 0 0 0,0 1 0 0 0,-17 5 0 0 0,-31-3 0 0 0,48-3 0 0 0,-778-26 546 0 0,650 17-500 0 0,-1495-7 323 0 0,946 65-810 0 0,196 10 265 0 0,444-54 204 0 0,0 1 1 0 0,0 2-1 0 0,1 1 0 0 0,-41 18 0 0 0,76-27-26 0 0,0 0-1 0 0,0 1 1 0 0,-1-1-1 0 0,1 0 1 0 0,0 1-1 0 0,0-1 1 0 0,0 1-1 0 0,0 0 0 0 0,0-1 1 0 0,0 1-1 0 0,0 0 1 0 0,0 0-1 0 0,0 0 1 0 0,0-1-1 0 0,0 1 1 0 0,1 0-1 0 0,-1 0 0 0 0,0 0 1 0 0,1 0-1 0 0,-1 0 1 0 0,0 1-1 0 0,0 1 1 0 0,1-2-9 0 0,1 0 0 0 0,-1 0 0 0 0,1-1 0 0 0,-1 1 0 0 0,1 0-1 0 0,-1 0 1 0 0,1 0 0 0 0,-1 0 0 0 0,1-1 0 0 0,0 1 0 0 0,-1 0 0 0 0,1-1 0 0 0,0 1 0 0 0,0 0 0 0 0,-1-1 0 0 0,1 1 0 0 0,0-1 0 0 0,0 1 0 0 0,0-1 0 0 0,0 0 0 0 0,1 1 0 0 0,9 3-170 0 0,1 0 0 0 0,0-1 1 0 0,14 3-1 0 0,134 15-747 0 0,207 0-1 0 0,-153-12 548 0 0,911 93 345 0 0,-888-71-264 0 0,316 32-2382 0 0,-460-58-239 0 0,137-11 0 0 0,90-31-1836 0 0,-293 33 5112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1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1 0 4289 0 0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3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608 313 6913 0 0,'-174'13'171'0'0,"66"-3"509"0"0,-88-2 1470 0 0,67-8 2484 0 0,216-9-2551 0 0,-22 0-2264 0 0,364-40-127 0 0,147-12 367 0 0,160 34 933 0 0,-190 11 987 0 0,696-74-454 0 0,-682 44-1234 0 0,-415 34-64 0 0,441-13 797 0 0,-573 26-1341 0 0,0 0 0 0 0,0 0 0 0 0,0 1 0 0 0,0 1-1 0 0,-1 0 1 0 0,15 6 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5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36 9218 0 0,'-14'-35'10957'0'0,"21"50"-10128"0"0,0 0-609 0 0,-2 0 0 0 0,1 0-1 0 0,-2 0 1 0 0,0 1-1 0 0,-1-1 1 0 0,1 24-1 0 0,-1 99 55 0 0,-3-113-271 0 0,-4 71 34 0 0,1-42-55 0 0,3 0 0 0 0,8 72 0 0 0,-6-114-360 0 0,0 0 1 0 0,1 0 0 0 0,1 0-1 0 0,6 16 1 0 0,6 3-7142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6.3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7370 0 0,'-2'4'343'0'0,"0"0"0"0"0,1 0 0 0 0,0-1 0 0 0,0 1 0 0 0,0 0 0 0 0,0 0 0 0 0,1 0 0 0 0,-1 0 0 0 0,1 7 0 0 0,-1-1 263 0 0,0 2 101 0 0,0 0 0 0 0,1 0 0 0 0,0 0 0 0 0,1 0 0 0 0,0 0-1 0 0,1 0 1 0 0,0-1 0 0 0,1 1 0 0 0,1 0 0 0 0,7 16 0 0 0,-8-21-577 0 0,1 0-1 0 0,0 0 1 0 0,0-1 0 0 0,0 0 0 0 0,1 1 0 0 0,0-2 0 0 0,0 1 0 0 0,1 0 0 0 0,0-1 0 0 0,0 0 0 0 0,0-1 0 0 0,0 1 0 0 0,1-1 0 0 0,0 0 0 0 0,0-1 0 0 0,0 0 0 0 0,10 4 0 0 0,-15-6-149 0 0,-1-1 1 0 0,1 1-1 0 0,-1-1 1 0 0,1 1-1 0 0,0-1 1 0 0,-1 0-1 0 0,1 0 1 0 0,-1 1-1 0 0,1-1 1 0 0,0 0-1 0 0,-1-1 1 0 0,1 1-1 0 0,0 0 1 0 0,-1 0-1 0 0,1-1 1 0 0,-1 1-1 0 0,1-1 1 0 0,-1 1-1 0 0,1-1 1 0 0,-1 0-1 0 0,1 1 1 0 0,-1-1-1 0 0,0 0 1 0 0,1 0-1 0 0,0-1 1 0 0,0-1 19 0 0,0 1 0 0 0,-1-1 0 0 0,1 1 0 0 0,-1-1 0 0 0,0 1 0 0 0,0-1 0 0 0,0 0 0 0 0,0 0 0 0 0,0 1 0 0 0,-1-1 0 0 0,1 0 0 0 0,-1 0 0 0 0,0-3 1 0 0,1-6 95 0 0,-2 0 0 0 0,0-1 0 0 0,0 1 0 0 0,-1 0 1 0 0,-6-20-1 0 0,6 26-99 0 0,0-1-1 0 0,-1 1 1 0 0,0 0 0 0 0,0 0 0 0 0,-1 0 0 0 0,0 0-1 0 0,0 0 1 0 0,0 1 0 0 0,-1 0 0 0 0,1 0-1 0 0,-1 0 1 0 0,0 0 0 0 0,-1 1 0 0 0,1 0-1 0 0,-11-6 1 0 0,12 8-82 0 0,1 0-1 0 0,-1 1 1 0 0,0-1 0 0 0,0 1-1 0 0,0 0 1 0 0,0 0-1 0 0,0 1 1 0 0,0-1 0 0 0,-1 1-1 0 0,1 0 1 0 0,0 0-1 0 0,0 0 1 0 0,0 1-1 0 0,0-1 1 0 0,0 1 0 0 0,0 0-1 0 0,0 0 1 0 0,0 1-1 0 0,0-1 1 0 0,0 1 0 0 0,0 0-1 0 0,1 0 1 0 0,-1 0-1 0 0,1 0 1 0 0,-1 1 0 0 0,1-1-1 0 0,-4 4 1 0 0,-3 8-2457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6.8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17 116 7834 0 0,'-14'1'12188'0'0,"13"7"-13191"0"0,0 1 1233 0 0,1 1 1 0 0,0-1-1 0 0,0 1 1 0 0,1 0-1 0 0,0-1 1 0 0,1 1-1 0 0,0-1 1 0 0,0 1-1 0 0,1-1 1 0 0,0 0-1 0 0,8 15 1 0 0,-9-20-249 0 0,0 0 0 0 0,1 0 0 0 0,0 0 1 0 0,-1-1-1 0 0,1 1 0 0 0,1-1 0 0 0,-1 1 1 0 0,0-1-1 0 0,1 0 0 0 0,0 0 0 0 0,0 0 1 0 0,0-1-1 0 0,0 0 0 0 0,0 1 0 0 0,0-1 1 0 0,0-1-1 0 0,1 1 0 0 0,-1-1 0 0 0,1 0 1 0 0,-1 1-1 0 0,1-2 0 0 0,0 1 0 0 0,-1-1 1 0 0,1 1-1 0 0,6-2 0 0 0,-8 1 4 0 0,-1 0 0 0 0,0 0 0 0 0,0-1 0 0 0,1 1 0 0 0,-1-1 0 0 0,0 0 0 0 0,0 1 0 0 0,1-1 0 0 0,-1 0-1 0 0,0 0 1 0 0,0-1 0 0 0,0 1 0 0 0,0 0 0 0 0,-1-1 0 0 0,1 1 0 0 0,0-1 0 0 0,0 1 0 0 0,-1-1 0 0 0,1 0 0 0 0,1-2 0 0 0,0-2-61 0 0,0-1 1 0 0,0 1 0 0 0,0-1 0 0 0,-1 0-1 0 0,2-8 1 0 0,-3 11 48 0 0,0 0 1 0 0,0 0-1 0 0,0-1 1 0 0,0 1-1 0 0,1 0 0 0 0,0 0 1 0 0,0 0-1 0 0,0 0 1 0 0,0 1-1 0 0,0-1 0 0 0,1 1 1 0 0,0-1-1 0 0,0 1 1 0 0,0 0-1 0 0,6-5 0 0 0,-8 8 29 0 0,0-1 0 0 0,0 1-1 0 0,0 0 1 0 0,0 0 0 0 0,0 0 0 0 0,0 0-1 0 0,0 0 1 0 0,0 0 0 0 0,0 0-1 0 0,0 0 1 0 0,0 0 0 0 0,0 0 0 0 0,0 1-1 0 0,0-1 1 0 0,0 0 0 0 0,-1 1-1 0 0,1-1 1 0 0,0 1 0 0 0,0-1-1 0 0,1 2 1 0 0,24 16 119 0 0,-9-5-23 0 0,-12-10-32 0 0,0-1 0 0 0,0 0 0 0 0,0 0 0 0 0,0-1 0 0 0,0 0 0 0 0,0 1 0 0 0,0-2 0 0 0,0 1 0 0 0,1 0 0 0 0,-1-1 0 0 0,0 0 0 0 0,1 0 0 0 0,-1-1 0 0 0,0 0 0 0 0,0 0 0 0 0,1 0 0 0 0,-1 0 0 0 0,0-1 0 0 0,0 0 0 0 0,0 0 0 0 0,-1 0 1 0 0,1 0-1 0 0,0-1 0 0 0,-1 0 0 0 0,0 0 0 0 0,1 0 0 0 0,-1-1 0 0 0,0 1 0 0 0,-1-1 0 0 0,7-7 0 0 0,-6 5-88 0 0,1 0-1 0 0,-1 0 1 0 0,1 0-1 0 0,-2-1 1 0 0,1 0 0 0 0,-1 1-1 0 0,0-1 1 0 0,0 0 0 0 0,-1-1-1 0 0,0 1 1 0 0,0 0 0 0 0,-1-1-1 0 0,0 1 1 0 0,0-1 0 0 0,-1 1-1 0 0,0-1 1 0 0,0 1-1 0 0,-1-1 1 0 0,0 1 0 0 0,0-1-1 0 0,-3-7 1 0 0,-2 3-1749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7.5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1 179 7834 0 0,'0'-2'155'0'0,"1"0"-1"0"0,0 0 1 0 0,-1 0 0 0 0,1 1 0 0 0,0-1 0 0 0,0 0 0 0 0,1 0-1 0 0,-1 0 1 0 0,0 1 0 0 0,1-1 0 0 0,-1 0 0 0 0,0 1 0 0 0,1 0-1 0 0,0-1 1 0 0,-1 1 0 0 0,1 0 0 0 0,0 0 0 0 0,0 0 0 0 0,0 0-1 0 0,0 0 1 0 0,0 0 0 0 0,0 0 0 0 0,2 0 0 0 0,50-16 2869 0 0,-49 17-2848 0 0,-1-1 0 0 0,0 0 1 0 0,0 1-1 0 0,0 0 0 0 0,0 0 0 0 0,0 0 1 0 0,0 1-1 0 0,1-1 0 0 0,-1 1 1 0 0,0 0-1 0 0,0 0 0 0 0,0 1 0 0 0,0-1 1 0 0,5 4-1 0 0,-2-1 71 0 0,-1 0 1 0 0,1 1-1 0 0,-1 0 0 0 0,0 0 0 0 0,0 0 1 0 0,0 1-1 0 0,5 6 0 0 0,3 7 186 0 0,-1 0 0 0 0,-1 2 0 0 0,0-1 0 0 0,9 25 0 0 0,-11-25-303 0 0,-6-14-92 0 0,-1 0 0 0 0,0 0 1 0 0,-1 0-1 0 0,1 0 0 0 0,-1 0 0 0 0,0 1 0 0 0,1 10 1 0 0,-14-126 1025 0 0,12 87-1084 0 0,0-1 0 0 0,2 1 1 0 0,1 0-1 0 0,0 0 0 0 0,10-28 0 0 0,-8 34-853 0 0,1-1-1 0 0,0 1 1 0 0,1 0-1 0 0,11-15 1 0 0,-5 11-5908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7.8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0 275 2761 0 0,'2'2'214'0'0,"0"1"0"0"0,0-1 0 0 0,-1 0 1 0 0,2 0-1 0 0,-1 0 0 0 0,0-1 1 0 0,0 1-1 0 0,0 0 0 0 0,1-1 1 0 0,-1 1-1 0 0,1-1 0 0 0,0 0 0 0 0,-1 0 1 0 0,1 0-1 0 0,0 0 0 0 0,-1-1 1 0 0,1 1-1 0 0,0-1 0 0 0,0 1 1 0 0,0-1-1 0 0,-1 0 0 0 0,1 0 0 0 0,0 0 1 0 0,0-1-1 0 0,0 1 0 0 0,-1-1 1 0 0,1 1-1 0 0,0-1 0 0 0,0 0 1 0 0,-1 0-1 0 0,4-2 0 0 0,0 0-8 0 0,-1 0 1 0 0,0-1-1 0 0,-1 0 0 0 0,1 0 1 0 0,0 0-1 0 0,-1-1 0 0 0,0 1 1 0 0,0-1-1 0 0,-1 0 0 0 0,1 0 1 0 0,-1 0-1 0 0,0-1 0 0 0,4-9 1 0 0,0-4 393 0 0,0-1 0 0 0,-2 1 1 0 0,4-25-1 0 0,-7 34-376 0 0,-1 1 0 0 0,0-1 0 0 0,-1 0 0 0 0,0 0 0 0 0,-1 0 0 0 0,0 0 0 0 0,0 0 0 0 0,-5-15 0 0 0,6 24-192 0 0,0 1 0 0 0,0-1 1 0 0,0 0-1 0 0,0 0 0 0 0,-1 1 1 0 0,1-1-1 0 0,0 0 0 0 0,-1 1 0 0 0,1-1 1 0 0,0 0-1 0 0,-1 1 0 0 0,1-1 1 0 0,-1 0-1 0 0,1 1 0 0 0,-1-1 1 0 0,1 1-1 0 0,-1-1 0 0 0,1 1 1 0 0,-1-1-1 0 0,0 1 0 0 0,1-1 1 0 0,-1 1-1 0 0,0 0 0 0 0,1-1 1 0 0,-1 1-1 0 0,0 0 0 0 0,0-1 1 0 0,1 1-1 0 0,-3 0 0 0 0,2 0 21 0 0,0 1-1 0 0,-1-1 1 0 0,1 1 0 0 0,0-1-1 0 0,0 1 1 0 0,-1 0 0 0 0,1 0-1 0 0,0-1 1 0 0,0 1 0 0 0,0 0-1 0 0,0 0 1 0 0,0 0 0 0 0,0 0-1 0 0,-1 2 1 0 0,-4 5 159 0 0,1-1 1 0 0,0 1-1 0 0,-6 14 0 0 0,4-6-94 0 0,1 0-1 0 0,0 1 1 0 0,2-1 0 0 0,-5 27-1 0 0,8-37-289 0 0,1-1-1 0 0,-1 1 0 0 0,1-1 0 0 0,0 1 1 0 0,1 0-1 0 0,-1-1 0 0 0,1 1 0 0 0,0-1 1 0 0,0 0-1 0 0,1 1 0 0 0,0-1 0 0 0,0 0 1 0 0,0 0-1 0 0,0 0 0 0 0,1 0 0 0 0,0 0 1 0 0,0 0-1 0 0,4 4 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2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55 3425 0 0,'0'-9'1274'0'0,"-1"0"1"0"0,1 0 0 0 0,-1 0-1 0 0,-3-10 1 0 0,-15 54 6283 0 0,14-25-5509 0 0,-4 6-924 0 0,1 1 0 0 0,-6 21-1 0 0,12-34-1145 0 0,1 0 0 0 0,0 1 0 0 0,0-1 0 0 0,1 0 0 0 0,-1 1 0 0 0,1-1 0 0 0,0 0 0 0 0,0 1 0 0 0,0-1 0 0 0,0 1-1 0 0,1-1 1 0 0,0 0 0 0 0,0 0 0 0 0,0 1 0 0 0,2 4 0 0 0,-1-7-2 0 0,-1 0 0 0 0,1 0 0 0 0,-1 0 0 0 0,1 0 0 0 0,0 0 0 0 0,0 0 0 0 0,0 0 0 0 0,0 0 0 0 0,0-1 0 0 0,0 1 0 0 0,1-1 0 0 0,-1 1 0 0 0,0-1 0 0 0,4 1 0 0 0,41 13-434 0 0,-38-14 301 0 0,-1 2 0 0 0,1-1 0 0 0,-1 1 0 0 0,0 0 0 0 0,9 5 0 0 0,-15-7 95 0 0,0 1-1 0 0,-1-1 1 0 0,1 0-1 0 0,0 1 1 0 0,-1-1 0 0 0,1 1-1 0 0,-1 0 1 0 0,1-1-1 0 0,-1 1 1 0 0,0 0-1 0 0,0 0 1 0 0,0 0-1 0 0,0 0 1 0 0,0 0 0 0 0,0 0-1 0 0,0 0 1 0 0,-1 0-1 0 0,1 0 1 0 0,-1 0-1 0 0,0 0 1 0 0,1 1-1 0 0,-1-1 1 0 0,0 0 0 0 0,-1 3-1 0 0,0 1 9 0 0,0-1 1 0 0,0 0-1 0 0,-1 1 1 0 0,0-1-1 0 0,0 0 0 0 0,-1 0 1 0 0,1 0-1 0 0,-1-1 0 0 0,0 1 1 0 0,0-1-1 0 0,-1 1 0 0 0,1-1 1 0 0,-1 0-1 0 0,0 0 0 0 0,-4 3 1 0 0,-4 3-2 0 0,0 0 0 0 0,-1-1 0 0 0,0-1 0 0 0,-15 8 0 0 0,14-11-607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4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 3225 0 0,'1'-1'303'0'0,"1"0"1"0"0,-1 0 0 0 0,1 0-1 0 0,-1 1 1 0 0,1-1 0 0 0,0 1-1 0 0,-1-1 1 0 0,1 1-1 0 0,0 0 1 0 0,-1-1 0 0 0,1 1-1 0 0,0 0 1 0 0,0 0 0 0 0,-1 0-1 0 0,1 0 1 0 0,0 1 0 0 0,-1-1-1 0 0,1 0 1 0 0,0 1 0 0 0,-1-1-1 0 0,1 1 1 0 0,0 0 0 0 0,-1-1-1 0 0,1 1 1 0 0,-1 0-1 0 0,1 0 1 0 0,-1 0 0 0 0,0 0-1 0 0,1 0 1 0 0,-1 0 0 0 0,0 1-1 0 0,0-1 1 0 0,2 2 0 0 0,0 1 329 0 0,0 0 0 0 0,1 0 1 0 0,-2 1-1 0 0,1-1 1 0 0,0 1-1 0 0,-1 0 1 0 0,0 0-1 0 0,0-1 0 0 0,2 10 1 0 0,11 66-158 0 0,-11-69-1655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6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60 8290 0 0,'-7'-11'736'0'0,"3"4"-584"0"0,1 1-152 0 0,1 1 0 0 0,-2-2 2857 0 0,2 3-1833 0 0,-1-2-392 0 0,1 1-80 0 0,0-1-8 0 0,0 4-8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9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219 0 8290 0 0,'-5'1'593'0'0,"1"-1"1"0"0,-1 1-1 0 0,1 1 0 0 0,-1-1 1 0 0,1 0-1 0 0,-1 1 1 0 0,1 0-1 0 0,0 0 1 0 0,-6 4-1 0 0,-36 26 1808 0 0,37-25-1718 0 0,-6 4 138 0 0,-46 38 787 0 0,58-45-1524 0 0,-1-1 0 0 0,0 1-1 0 0,1 1 1 0 0,-1-1-1 0 0,1 1 1 0 0,0-1-1 0 0,1 1 1 0 0,-1 0 0 0 0,1 0-1 0 0,0 0 1 0 0,-2 9-1 0 0,3-12-53 0 0,1 1-1 0 0,0-1 0 0 0,0 0 0 0 0,1 1 0 0 0,-1-1 0 0 0,0 1 0 0 0,1-1 0 0 0,-1 0 1 0 0,1 0-1 0 0,0 1 0 0 0,0-1 0 0 0,0 0 0 0 0,0 0 0 0 0,0 0 0 0 0,0 0 1 0 0,0 0-1 0 0,1 0 0 0 0,-1 0 0 0 0,1 0 0 0 0,0 0 0 0 0,-1-1 0 0 0,3 3 0 0 0,7 4 201 0 0,-1-1-1 0 0,1 0 1 0 0,12 6-1 0 0,2 2-40 0 0,-9-4-206 0 0,52 38-219 0 0,-63-45 216 0 0,0 1 0 0 0,-1-1 0 0 0,1 1 0 0 0,-1 0 0 0 0,0 0 0 0 0,0 1 0 0 0,0-1 0 0 0,-1 1-1 0 0,5 11 1 0 0,-7-15-29 0 0,-1-1-1 0 0,0 1 0 0 0,1 0 1 0 0,-1-1-1 0 0,0 1 0 0 0,0-1 0 0 0,0 1 1 0 0,0 0-1 0 0,0-1 0 0 0,-1 1 1 0 0,1 0-1 0 0,0-1 0 0 0,-1 1 0 0 0,1-1 1 0 0,-1 1-1 0 0,0-1 0 0 0,1 1 1 0 0,-1-1-1 0 0,0 1 0 0 0,0-1 0 0 0,0 0 1 0 0,0 1-1 0 0,0-1 0 0 0,0 0 1 0 0,0 0-1 0 0,0 0 0 0 0,-1 0 0 0 0,1 0 1 0 0,0 0-1 0 0,-1 0 0 0 0,1 0 1 0 0,-1-1-1 0 0,1 1 0 0 0,-1 0 0 0 0,-2 0 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9.1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5 456 0 0,'-25'-4'18692'0'0,"25"5"-18473"0"0,-1 6 273 0 0,1 0 0 0 0,0 0 1 0 0,1 0-1 0 0,1 11 1 0 0,45 153 530 0 0,-22-90-891 0 0,-1-3-464 0 0,-17-56-123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9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61 8754 0 0,'-1'-5'384'0'0,"0"3"88"0"0,1-1-376 0 0,0 0-96 0 0,1 2 0 0 0,0 1 0 0 0,1-2 64 0 0,0 0 0 0 0,4-2 0 0 0,2-2 0 0 0,3 1-608 0 0,0-1-128 0 0,3 1-32 0 0,0 0 0 0 0,2 1 624 0 0,-1 0 80 0 0,5 3 96 0 0,-1-2-16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0.0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104 17 3945 0 0,'-6'-4'-532'0'0,"3"2"1244"0"0,0 1 0 0 0,-1-1 0 0 0,1 1 0 0 0,0-1 0 0 0,-1 1 0 0 0,1 0 0 0 0,-1 0 0 0 0,-6-1 0 0 0,8 3-436 0 0,1-1-1 0 0,-1 1 1 0 0,1-1 0 0 0,-1 1-1 0 0,1-1 1 0 0,-1 1-1 0 0,1 0 1 0 0,0 0 0 0 0,-1 0-1 0 0,1-1 1 0 0,0 1-1 0 0,-1 1 1 0 0,1-1 0 0 0,0 0-1 0 0,0 0 1 0 0,0 0-1 0 0,0 1 1 0 0,0-1 0 0 0,0 0-1 0 0,0 1 1 0 0,1-1-1 0 0,-1 1 1 0 0,0 2 0 0 0,-5 8 184 0 0,0 0 1 0 0,2 0 0 0 0,-1 0 0 0 0,-3 20 0 0 0,7-29-463 0 0,1 0 1 0 0,-1 0-1 0 0,1 1 0 0 0,-1-1 0 0 0,1 0 0 0 0,0 0 0 0 0,0 0 0 0 0,1 1 0 0 0,-1-1 0 0 0,1 0 0 0 0,-1 0 1 0 0,1 0-1 0 0,0 0 0 0 0,0 0 0 0 0,0 0 0 0 0,1 0 0 0 0,-1 0 0 0 0,1 0 0 0 0,-1 0 0 0 0,1-1 0 0 0,0 1 0 0 0,0-1 1 0 0,5 5-1 0 0,-6-7-34 0 0,0 1 0 0 0,0 0 0 0 0,1-1 0 0 0,-1 1-1 0 0,0-1 1 0 0,1 1 0 0 0,-1-1 0 0 0,0 0 0 0 0,1 0 0 0 0,-1 1 0 0 0,1-1 0 0 0,-1 0 0 0 0,0 0 0 0 0,1 0 0 0 0,-1-1 0 0 0,1 1 0 0 0,-1 0 0 0 0,0 0 0 0 0,1-1 0 0 0,-1 1 0 0 0,0-1 0 0 0,1 1 0 0 0,-1-1 0 0 0,0 0 0 0 0,0 1 0 0 0,1-1 0 0 0,-1 0 0 0 0,0 0 0 0 0,0 0 0 0 0,0 0 0 0 0,0 0 0 0 0,0 0 0 0 0,0 0 0 0 0,-1 0 0 0 0,1 0-1 0 0,0 0 1 0 0,0-2 0 0 0,7-8-276 0 0,-2 0 0 0 0,1 0 0 0 0,5-14 0 0 0,-7 15 278 0 0,-3 4 150 0 0,1 1 0 0 0,0 0-1 0 0,0 0 1 0 0,1 0-1 0 0,0 1 1 0 0,7-8 0 0 0,-10 11-56 0 0,-1 1 1 0 0,1-1 0 0 0,-1 1-1 0 0,1-1 1 0 0,-1 1 0 0 0,1 0-1 0 0,0-1 1 0 0,-1 1 0 0 0,1 0-1 0 0,0 0 1 0 0,-1-1 0 0 0,1 1-1 0 0,0 0 1 0 0,-1 0 0 0 0,1 0 0 0 0,0 0-1 0 0,-1 0 1 0 0,1 0 0 0 0,0 0-1 0 0,0 0 1 0 0,-1 0 0 0 0,1 0-1 0 0,0 0 1 0 0,0 1 0 0 0,0 0 33 0 0,1 0 0 0 0,-1 0 1 0 0,0 0-1 0 0,0 0 0 0 0,-1 0 1 0 0,1 0-1 0 0,0 0 1 0 0,0 1-1 0 0,0-1 0 0 0,-1 0 1 0 0,1 1-1 0 0,-1-1 0 0 0,1 0 1 0 0,-1 1-1 0 0,1-1 1 0 0,-1 1-1 0 0,0 1 0 0 0,1 0-8 0 0,0 1 0 0 0,0-1 0 0 0,0 0 0 0 0,0 1-1 0 0,0-1 1 0 0,0 0 0 0 0,1 0 0 0 0,0 0 0 0 0,0 0 0 0 0,-1 0-1 0 0,2 0 1 0 0,-1-1 0 0 0,0 1 0 0 0,1-1 0 0 0,-1 1 0 0 0,1-1-1 0 0,-1 0 1 0 0,7 4 0 0 0,-7-6-80 0 0,1 1 0 0 0,0 0 0 0 0,-1-1 0 0 0,1 1 0 0 0,-1-1 0 0 0,1 0 1 0 0,0 0-1 0 0,-1 0 0 0 0,1 0 0 0 0,0-1 0 0 0,-1 1 0 0 0,1-1 0 0 0,-1 1 0 0 0,1-1 0 0 0,-1 0 0 0 0,1 0 0 0 0,-1 0 0 0 0,0 0 0 0 0,1-1 0 0 0,-1 1 0 0 0,0-1 0 0 0,0 1 1 0 0,0-1-1 0 0,0 0 0 0 0,3-3 0 0 0,25-27 547 0 0,13-13-433 0 0,-40 43-106 0 0,0-1 0 0 0,0 1-1 0 0,0 0 1 0 0,0 0 0 0 0,1 1-1 0 0,-1-1 1 0 0,0 1 0 0 0,1-1 0 0 0,-1 1-1 0 0,1 0 1 0 0,0 1 0 0 0,-1-1-1 0 0,7 0 1 0 0,-5 2 9 0 0,0 1-1 0 0,0-1 1 0 0,-1 1-1 0 0,1 0 0 0 0,-1 0 1 0 0,1 1-1 0 0,-1 0 1 0 0,0-1-1 0 0,0 1 1 0 0,0 1-1 0 0,-1-1 1 0 0,1 0-1 0 0,-1 1 1 0 0,5 7-1 0 0,22 16 92 0 0,-28-25-114 0 0,-1-1 1 0 0,1 0-1 0 0,0 0 0 0 0,-1 0 0 0 0,1 0 1 0 0,0 0-1 0 0,0-1 0 0 0,0 1 1 0 0,0-1-1 0 0,0 1 0 0 0,0-1 1 0 0,0 0-1 0 0,0 1 0 0 0,0-1 0 0 0,0 0 1 0 0,0 0-1 0 0,0-1 0 0 0,0 1 1 0 0,0 0-1 0 0,0-1 0 0 0,2 0 1 0 0,2-1 1 0 0,-1-1 1 0 0,1 0 0 0 0,-1-1-1 0 0,0 1 1 0 0,7-7 0 0 0,-9 7-2 0 0,0 0 1 0 0,0 0 0 0 0,0 1 0 0 0,0 0 0 0 0,1-1-1 0 0,-1 1 1 0 0,1 0 0 0 0,0 0 0 0 0,-1 1 0 0 0,1-1-1 0 0,0 1 1 0 0,0 0 0 0 0,0 0 0 0 0,0 0 0 0 0,0 1-1 0 0,6-1 1 0 0,-9 1 29 0 0,1 1-1 0 0,0 0 0 0 0,0 0 1 0 0,-1 0-1 0 0,1 0 1 0 0,-1 0-1 0 0,1 0 0 0 0,-1 0 1 0 0,1 1-1 0 0,-1-1 1 0 0,1 0-1 0 0,-1 1 0 0 0,0-1 1 0 0,0 1-1 0 0,0-1 0 0 0,0 1 1 0 0,1 3-1 0 0,7 7-1640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0.5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195 47 7370 0 0,'-1'-3'549'0'0,"0"0"0"0"0,-1 0 0 0 0,0 0 1 0 0,0 0-1 0 0,0 0 0 0 0,0 0 1 0 0,0 1-1 0 0,-1-1 0 0 0,1 1 0 0 0,-1-1 1 0 0,1 1-1 0 0,-1 0 0 0 0,0 0 0 0 0,0 0 1 0 0,0 1-1 0 0,0-1 0 0 0,0 1 1 0 0,-5-2-1 0 0,5 3-354 0 0,1-1 0 0 0,-1 1 0 0 0,0 0 0 0 0,0 1 0 0 0,0-1 0 0 0,0 0 0 0 0,1 1-1 0 0,-1-1 1 0 0,0 1 0 0 0,0 0 0 0 0,1 0 0 0 0,-1 0 0 0 0,0 0 0 0 0,1 1 0 0 0,-1-1 0 0 0,1 1 0 0 0,0 0 0 0 0,-1-1 0 0 0,1 1 0 0 0,0 0 0 0 0,0 0 0 0 0,0 0 0 0 0,-1 3 0 0 0,-8 8-102 0 0,0 1-1 0 0,1 0 1 0 0,1 0 0 0 0,1 1 0 0 0,-8 18 0 0 0,13-27-111 0 0,0 0 0 0 0,1 0 0 0 0,-1 1 0 0 0,2-1 0 0 0,-1 1 0 0 0,1-1 1 0 0,0 1-1 0 0,0 0 0 0 0,1 0 0 0 0,-1-1 0 0 0,2 1 0 0 0,-1 0 0 0 0,1 0 0 0 0,0-1 0 0 0,3 13 1 0 0,-2-16-254 0 0,0 0 1 0 0,0 1 0 0 0,0-1-1 0 0,1 0 1 0 0,-1 0 0 0 0,1 0-1 0 0,0-1 1 0 0,-1 1 0 0 0,1 0-1 0 0,1-1 1 0 0,-1 0 0 0 0,0 0-1 0 0,0 0 1 0 0,1 0 0 0 0,-1 0-1 0 0,5 1 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0.8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18 220 456 0 0,'-2'1'265'0'0,"1"0"1"0"0,-1 0-1 0 0,1 0 0 0 0,-1 0 1 0 0,1 1-1 0 0,0-1 0 0 0,0 0 1 0 0,0 1-1 0 0,0-1 0 0 0,0 1 0 0 0,0 0 1 0 0,-1 1-1 0 0,2-3-36 0 0,0 1 0 0 0,0 0 0 0 0,0-1 0 0 0,0 1 0 0 0,0-1-1 0 0,0 1 1 0 0,0 0 0 0 0,0-1 0 0 0,0 1 0 0 0,0-1 0 0 0,0 1 0 0 0,0 0 0 0 0,3 4 2288 0 0,-2-4-2288 0 0,0 0 180 0 0,1 0 1 0 0,-1 0-1 0 0,0 0 0 0 0,1 0 1 0 0,-1 0-1 0 0,1-1 0 0 0,-1 1 0 0 0,1-1 1 0 0,-1 1-1 0 0,1-1 0 0 0,0 1 0 0 0,2-1 1 0 0,16 0-384 0 0,-10-1 251 0 0,0-1 0 0 0,0-1 0 0 0,1 0 0 0 0,-2 0 0 0 0,1-1 0 0 0,0 0-1 0 0,-1 0 1 0 0,1-1 0 0 0,-1-1 0 0 0,-1 0 0 0 0,1 0 0 0 0,-1 0 0 0 0,0-1 0 0 0,8-9 0 0 0,-8 6-158 0 0,0-1 0 0 0,0 1 0 0 0,-2-1 0 0 0,1 0 0 0 0,-1-1 0 0 0,-1 1 0 0 0,0-1 0 0 0,-1 0 0 0 0,0 0 0 0 0,-1-1 0 0 0,2-15 0 0 0,-4 27-94 0 0,-1-1 1 0 0,1 1-1 0 0,-1-1 0 0 0,0 1 0 0 0,0-1 0 0 0,0 1 0 0 0,0-1 0 0 0,0 1 0 0 0,0-1 0 0 0,0 1 0 0 0,0 0 0 0 0,-1-1 0 0 0,1 1 0 0 0,-1-1 0 0 0,1 1 1 0 0,-1-1-1 0 0,1 1 0 0 0,-2-3 0 0 0,1 4 2 0 0,0 0 1 0 0,1-1 0 0 0,-1 1-1 0 0,0 0 1 0 0,0-1-1 0 0,1 1 1 0 0,-1 0 0 0 0,0 0-1 0 0,0 0 1 0 0,1 0-1 0 0,-1-1 1 0 0,0 1-1 0 0,0 0 1 0 0,0 0 0 0 0,1 1-1 0 0,-1-1 1 0 0,0 0-1 0 0,0 0 1 0 0,1 0 0 0 0,-1 0-1 0 0,0 1 1 0 0,0-1-1 0 0,1 0 1 0 0,-2 1 0 0 0,-3 2 72 0 0,-1 0 1 0 0,1 1-1 0 0,0-1 1 0 0,1 1 0 0 0,-1 0-1 0 0,1 0 1 0 0,-7 8-1 0 0,5-5-59 0 0,1 1-1 0 0,-1 0 0 0 0,1 0 1 0 0,1 0-1 0 0,0 0 0 0 0,0 1 1 0 0,1 0-1 0 0,0 0 0 0 0,0 0 1 0 0,-2 14-1 0 0,5-20-30 0 0,0 1 0 0 0,0-1-1 0 0,0 1 1 0 0,0-1 0 0 0,0 1 0 0 0,1 0 0 0 0,0-1 0 0 0,0 1 0 0 0,0-1 0 0 0,0 0-1 0 0,0 1 1 0 0,1-1 0 0 0,-1 0 0 0 0,1 0 0 0 0,0 0 0 0 0,0 0 0 0 0,0 0 0 0 0,0 0-1 0 0,1 0 1 0 0,-1-1 0 0 0,1 1 0 0 0,0-1 0 0 0,-1 0 0 0 0,1 0 0 0 0,0 0 0 0 0,0 0-1 0 0,0 0 1 0 0,1-1 0 0 0,-1 1 0 0 0,5 1 0 0 0,5 0-301 0 0,0 1 0 0 0,0-1 0 0 0,1-1 0 0 0,-1-1 1 0 0,0 0-1 0 0,1 0 0 0 0,-1-1 0 0 0,20-3 0 0 0,5-1-7173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1.5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 12899 0 0,'0'-23'10326'0'0,"7"37"-10269"0"0,3 26 139 0 0,-3 1 0 0 0,3 49 0 0 0,-2-13-53 0 0,18 153-60 0 0,12 87 169 0 0,-24-232-170 0 0,44 141 0 0 0,-36-157-175 0 0,16 80 1 0 0,-33-121 34 0 0,-2 0 1 0 0,0 1-1 0 0,-2-1 0 0 0,-1 0 1 0 0,-8 55-1 0 0,-23 53-674 0 0,8-48-5041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1.7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42 4609 0 0,'-3'-5'153'0'0,"-51"-32"14560"0"0,61 59-12860 0 0,-5-17-1371 0 0,3 13-124 0 0,1-1 0 0 0,1 0 0 0 0,0 0 0 0 0,1 0 0 0 0,1-1 0 0 0,22 29 0 0 0,-26-38-324 0 0,0 0 1 0 0,0-1 0 0 0,1 0 0 0 0,0 0-1 0 0,1 0 1 0 0,-1-1 0 0 0,1 0 0 0 0,0 0-1 0 0,0-1 1 0 0,1 0 0 0 0,-1 0 0 0 0,1 0 0 0 0,0-1-1 0 0,0 0 1 0 0,0-1 0 0 0,0 0 0 0 0,10 1-1 0 0,-13-3-29 0 0,0 0-1 0 0,0 0 1 0 0,-1 0-1 0 0,1-1 1 0 0,0 0-1 0 0,-1 0 0 0 0,1 0 1 0 0,0-1-1 0 0,-1 0 1 0 0,0 1-1 0 0,1-2 1 0 0,-1 1-1 0 0,0 0 0 0 0,0-1 1 0 0,0 0-1 0 0,0 0 1 0 0,-1 0-1 0 0,1 0 1 0 0,-1 0-1 0 0,0-1 0 0 0,4-5 1 0 0,4-7-436 0 0,0-1 0 0 0,-2 0 0 0 0,15-33 0 0 0,-20 41 6 0 0,15-35-7790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3.1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 6913 0 0,'-1'0'193'0'0,"0"0"-1"0"0,0 0 0 0 0,0 0 0 0 0,1 0 0 0 0,-1 0 0 0 0,0 1 0 0 0,0-1 1 0 0,1 0-1 0 0,-1 0 0 0 0,0 1 0 0 0,0-1 0 0 0,1 0 0 0 0,-1 1 0 0 0,0-1 0 0 0,1 1 1 0 0,-1-1-1 0 0,1 1 0 0 0,-1-1 0 0 0,0 1 0 0 0,1-1 0 0 0,-1 1 0 0 0,1 0 1 0 0,-1-1-1 0 0,1 2 0 0 0,2 17 5608 0 0,0-8-6859 0 0,19 88 3966 0 0,55 161 1 0 0,-53-207-2793 0 0,3-2 0 0 0,36 57 1 0 0,-47-84-79 0 0,-15-23-41 0 0,1 0 0 0 0,-1 0 0 0 0,0 0 1 0 0,1-1-1 0 0,-1 1 0 0 0,1 0 1 0 0,0-1-1 0 0,-1 1 0 0 0,1 0 0 0 0,-1-1 1 0 0,1 1-1 0 0,0-1 0 0 0,-1 1 1 0 0,1-1-1 0 0,0 1 0 0 0,0-1 1 0 0,0 1-1 0 0,-1-1 0 0 0,1 0 0 0 0,0 1 1 0 0,0-1-1 0 0,0 0 0 0 0,0 0 1 0 0,0 0-1 0 0,-1 0 0 0 0,1 0 1 0 0,0 0-1 0 0,1 0 0 0 0,0 0-47 0 0,0-1 0 0 0,-1 0 0 0 0,1 0 0 0 0,0 0 1 0 0,-1 0-1 0 0,1 0 0 0 0,-1 0 0 0 0,1 0 0 0 0,-1 0 0 0 0,1-1 0 0 0,-1 1 0 0 0,2-3 0 0 0,6-9-373 0 0,-1 1-1 0 0,12-26 0 0 0,-14 26 443 0 0,127-253 502 0 0,-132 261-452 0 0,1 0 0 0 0,0 1 0 0 0,1-1 0 0 0,-1 1 0 0 0,0 0 0 0 0,1 0 0 0 0,0 0 0 0 0,0 0 0 0 0,0 0 0 0 0,0 0 0 0 0,0 1 0 0 0,0-1 0 0 0,1 1 0 0 0,5-3 0 0 0,-6 5-55 0 0,-1-1-1 0 0,0 1 1 0 0,0 0 0 0 0,0-1 0 0 0,1 1 0 0 0,-1 0-1 0 0,0 1 1 0 0,0-1 0 0 0,1 0 0 0 0,-1 1 0 0 0,0-1-1 0 0,0 1 1 0 0,0-1 0 0 0,0 1 0 0 0,0 0 0 0 0,0 0-1 0 0,0 0 1 0 0,0 0 0 0 0,0 1 0 0 0,0-1-1 0 0,0 0 1 0 0,-1 1 0 0 0,1-1 0 0 0,-1 1 0 0 0,1 0-1 0 0,-1-1 1 0 0,1 1 0 0 0,1 3 0 0 0,8 12 66 0 0,0 1 0 0 0,16 37 1 0 0,-17-33-54 0 0,1 0 1 0 0,17 24 0 0 0,-25-40-26 0 0,2-1 0 0 0,-1 1 1 0 0,0-1-1 0 0,1-1 1 0 0,0 1-1 0 0,0 0 0 0 0,1-1 1 0 0,-1 0-1 0 0,1-1 1 0 0,0 1-1 0 0,0-1 0 0 0,9 4 1 0 0,-12-6 8 0 0,-1-1 1 0 0,1 1 0 0 0,0 0-1 0 0,0-1 1 0 0,-1 0-1 0 0,1 1 1 0 0,0-1 0 0 0,0 0-1 0 0,0-1 1 0 0,0 1-1 0 0,-1 0 1 0 0,1-1 0 0 0,0 0-1 0 0,0 1 1 0 0,-1-1-1 0 0,4-1 1 0 0,15-11-1011 0 0,-1-2-3442 0 0,-14 10 2116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3.3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5065 0 0,'2'1'1022'0'0,"1"0"0"0"0,0 0 0 0 0,-1 1 1 0 0,12 8 5109 0 0,-10-5-5110 0 0,17 27 3999 0 0,-13-13-4748 0 0,-2 0 1 0 0,6 22 0 0 0,-3-7 253 0 0,3 3-999 0 0,2 0 1 0 0,27 52-1 0 0,-31-73-938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3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5 17972 0 0,'-18'-5'1768'0'0,"18"5"-1804"0"0,0 1 0 0 0,0-1 1 0 0,-1 0-1 0 0,1 0 1 0 0,0 0-1 0 0,0 1 0 0 0,0-1 1 0 0,0 0-1 0 0,-1 0 1 0 0,1 1-1 0 0,0-1 1 0 0,0 0-1 0 0,0 0 0 0 0,0 1 1 0 0,0-1-1 0 0,0 0 1 0 0,0 1-1 0 0,0-1 0 0 0,0 0 1 0 0,0 0-1 0 0,0 1 1 0 0,0-1-1 0 0,0 0 0 0 0,0 1 1 0 0,0-1-1 0 0,0 0 1 0 0,0 0-1 0 0,1 1 0 0 0,-1-1 1 0 0,0 0-1 0 0,0 0 1 0 0,0 1-1 0 0,0-1 0 0 0,1 0 1 0 0,0 3-361 0 0,1 0-1 0 0,0 0 1 0 0,0-1 0 0 0,0 1-1 0 0,0-1 1 0 0,0 1 0 0 0,0-1 0 0 0,1 0-1 0 0,3 3 1 0 0,6 1 93 0 0,2 0 270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4.0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185 3 3681 0 0,'-20'-2'352'0'0,"16"2"190"0"0,1 0 0 0 0,-1 0 0 0 0,0 1 0 0 0,1-1 0 0 0,-1 1 0 0 0,1 0-1 0 0,-1 0 1 0 0,1 0 0 0 0,-1 0 0 0 0,1 1 0 0 0,0-1 0 0 0,-1 1 0 0 0,1 0 0 0 0,0 0 0 0 0,0 0 0 0 0,1 1 0 0 0,-6 4 0 0 0,-4 4 311 0 0,2 1-1 0 0,-1 0 0 0 0,1 1 0 0 0,-15 25 0 0 0,21-30-776 0 0,-1-1 0 0 0,2 1 0 0 0,-1 0 0 0 0,1 0 0 0 0,0 0 0 0 0,1 1 0 0 0,0-1-1 0 0,0 0 1 0 0,1 1 0 0 0,-1 14 0 0 0,2-22-77 0 0,0 1 0 0 0,0-1 0 0 0,0 0 0 0 0,0 0 0 0 0,0 0 0 0 0,0 0 0 0 0,0 0 0 0 0,1 0 0 0 0,-1 0 0 0 0,0 0 0 0 0,1 0 0 0 0,-1 0 0 0 0,0 0 1 0 0,1 0-1 0 0,0 0 0 0 0,-1 0 0 0 0,1 0 0 0 0,-1 0 0 0 0,1 0 0 0 0,0 0 0 0 0,0-1 0 0 0,-1 1 0 0 0,1 0 0 0 0,0 0 0 0 0,2 0 0 0 0,-2-1-16 0 0,1 1 1 0 0,-1-1-1 0 0,0 0 0 0 0,1-1 0 0 0,-1 1 1 0 0,1 0-1 0 0,-1 0 0 0 0,0-1 1 0 0,1 1-1 0 0,-1 0 0 0 0,0-1 1 0 0,1 1-1 0 0,-1-1 0 0 0,0 0 0 0 0,0 1 1 0 0,3-3-1 0 0,4-3-6 0 0,-1 0-1 0 0,1-1 0 0 0,-1 0 1 0 0,7-10-1 0 0,-8 10 155 0 0,-1 1 0 0 0,1 0 0 0 0,0 0 0 0 0,0 0 0 0 0,1 1 0 0 0,-1 0 0 0 0,1 0 0 0 0,0 0 0 0 0,9-3 0 0 0,-13 7-97 0 0,-1 0-1 0 0,0 0 0 0 0,1 1 1 0 0,-1-1-1 0 0,1 1 0 0 0,-1-1 1 0 0,1 1-1 0 0,-1 0 1 0 0,1 0-1 0 0,0 0 0 0 0,-1 0 1 0 0,1 0-1 0 0,-1 1 0 0 0,1-1 1 0 0,-1 1-1 0 0,0 0 1 0 0,1 0-1 0 0,-1 0 0 0 0,1 0 1 0 0,-1 0-1 0 0,0 0 0 0 0,0 1 1 0 0,0-1-1 0 0,0 0 0 0 0,0 1 1 0 0,0 0-1 0 0,0 0 1 0 0,0-1-1 0 0,-1 1 0 0 0,1 0 1 0 0,-1 1-1 0 0,1-1 0 0 0,1 4 1 0 0,6 10 90 0 0,-1 0 0 0 0,0 1 0 0 0,-1 0 0 0 0,-1 0 0 0 0,-1 0 0 0 0,5 26 0 0 0,-8-33-116 0 0,-1 1 0 0 0,1-1 0 0 0,-2 1 1 0 0,0-1-1 0 0,0 1 0 0 0,-1-1 0 0 0,0 1 1 0 0,0-1-1 0 0,-1 0 0 0 0,-1 1 0 0 0,0-1 0 0 0,-6 14 1 0 0,6-19 18 0 0,0-1 0 0 0,-1 1 0 0 0,1-1-1 0 0,-1 0 1 0 0,0 0 0 0 0,0 0 0 0 0,-1 0 0 0 0,1-1 0 0 0,-1 0 0 0 0,1 0 0 0 0,-1 0 0 0 0,0 0 0 0 0,0-1 0 0 0,-1 0 0 0 0,1 0 0 0 0,0 0 0 0 0,-1-1 0 0 0,-8 2 0 0 0,11-2-96 0 0,1-1 1 0 0,-1 0-1 0 0,0 1 1 0 0,0-1-1 0 0,0 0 1 0 0,0 0-1 0 0,0-1 1 0 0,0 1 0 0 0,0-1-1 0 0,0 1 1 0 0,0-1-1 0 0,0 0 1 0 0,0 0-1 0 0,1 0 1 0 0,-1-1-1 0 0,0 1 1 0 0,1 0-1 0 0,-1-1 1 0 0,1 0 0 0 0,0 0-1 0 0,-1 0 1 0 0,1 0-1 0 0,0 0 1 0 0,0 0-1 0 0,0 0 1 0 0,0-1-1 0 0,1 1 1 0 0,-1-1-1 0 0,1 1 1 0 0,-1-1 0 0 0,1 0-1 0 0,0 1 1 0 0,0-1-1 0 0,0 0 1 0 0,-1-5-1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4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6913 0 0,'0'0'82'0'0,"0"0"-1"0"0,0 1 0 0 0,0-1 0 0 0,0 0 1 0 0,1 0-1 0 0,-1 0 0 0 0,0 1 0 0 0,0-1 1 0 0,1 0-1 0 0,-1 0 0 0 0,0 0 0 0 0,0 1 1 0 0,1-1-1 0 0,-1 0 0 0 0,0 0 0 0 0,0 0 1 0 0,1 0-1 0 0,-1 0 0 0 0,0 0 0 0 0,1 0 1 0 0,-1 0-1 0 0,0 0 0 0 0,0 1 0 0 0,1-1 0 0 0,-1-1 1 0 0,0 1-1 0 0,1 0 0 0 0,-1 0 0 0 0,0 0 1 0 0,1 0-1 0 0,-1 0 0 0 0,0 0 0 0 0,0 0 1 0 0,1 0-1 0 0,-1 0 0 0 0,0 0 0 0 0,1-1 1 0 0,-1 1-1 0 0,0 0 0 0 0,0 0 0 0 0,0 0 1 0 0,1-1-1 0 0,-1 1 0 0 0,0 0 0 0 0,0 0 1 0 0,0 0-1 0 0,1-1 0 0 0,-1 1 0 0 0,0 0 1 0 0,0-1-1 0 0,0 1 0 0 0,0 0 0 0 0,0 0 0 0 0,0-1 1 0 0,1 1-1 0 0,-1 0 0 0 0,0-1 0 0 0,0 1 1 0 0,0 0-1 0 0,0 0 0 0 0,0-1 0 0 0,0 1 1 0 0,0 0-1 0 0,-1-1 0 0 0,17 23 4401 0 0,-8-2-2212 0 0,9 38 1 0 0,4 66-670 0 0,-7-35-1350 0 0,1 26-122 0 0,-15-115-137 0 0,0 0 0 0 0,0 0 0 0 0,0 0 0 0 0,0 0 0 0 0,0 0-1 0 0,0 1 1 0 0,0-1 0 0 0,0 0 0 0 0,0 0 0 0 0,0 0 0 0 0,0 0-1 0 0,0 0 1 0 0,0 0 0 0 0,0 0 0 0 0,0 1 0 0 0,0-1 0 0 0,0 0 0 0 0,0 0-1 0 0,0 0 1 0 0,0 0 0 0 0,0 0 0 0 0,0 0 0 0 0,0 0 0 0 0,0 0-1 0 0,0 0 1 0 0,0 0 0 0 0,0 1 0 0 0,1-1 0 0 0,-1 0 0 0 0,0 0 0 0 0,0 0-1 0 0,0 0 1 0 0,0 0 0 0 0,0 0 0 0 0,0 0 0 0 0,0 0 0 0 0,0 0 0 0 0,0 0-1 0 0,1 0 1 0 0,-1 0 0 0 0,0 0 0 0 0,0 0 0 0 0,0 0 0 0 0,0 0-1 0 0,0 0 1 0 0,0 0 0 0 0,0 0 0 0 0,1 0 0 0 0,-1 0 0 0 0,0 0 0 0 0,0 0-1 0 0,0 0 1 0 0,0 0 0 0 0,0 0 0 0 0,0 0 0 0 0,0 0 0 0 0,0 0-1 0 0,0 0 1 0 0,1 0 0 0 0,-1 0 0 0 0,0-1 0 0 0,0 1 0 0 0,0 0 0 0 0,0 0-1 0 0,0 0 1 0 0,7-11-468 0 0,4-20-499 0 0,-10 29 781 0 0,8-24-961 0 0,1-1-35 0 0,21-45 0 0 0,-28 65 1290 0 0,0 1 0 0 0,1 0-1 0 0,0 0 1 0 0,1 0 0 0 0,-1 0-1 0 0,1 1 1 0 0,0-1 0 0 0,1 1-1 0 0,-1 0 1 0 0,1 1 0 0 0,0 0-1 0 0,6-4 1 0 0,-10 7-8 0 0,0 0 0 0 0,0 1 0 0 0,-1-1 0 0 0,1 1 0 0 0,0-1 0 0 0,0 1 0 0 0,0 0 0 0 0,0 0 0 0 0,0 0 0 0 0,-1 0 0 0 0,1 0 0 0 0,0 0-1 0 0,0 0 1 0 0,0 1 0 0 0,0-1 0 0 0,-1 1 0 0 0,1-1 0 0 0,0 1 0 0 0,0 0 0 0 0,-1 0 0 0 0,1 0 0 0 0,-1-1 0 0 0,1 2 0 0 0,-1-1 0 0 0,1 0 0 0 0,-1 0 0 0 0,1 0 0 0 0,-1 1 0 0 0,2 1 0 0 0,5 7 4 0 0,0 0 0 0 0,-1 1 1 0 0,9 17-1 0 0,2 1-1974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0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243 108 7370 0 0,'0'-5'575'0'0,"-1"-1"-1"0"0,0 0 1 0 0,0 1 0 0 0,0-1 0 0 0,-1 0 0 0 0,0 1 0 0 0,0 0 0 0 0,0-1 0 0 0,-1 1 0 0 0,1 0 0 0 0,-1 0 0 0 0,-1 0 0 0 0,-5-7 0 0 0,8 10-365 0 0,-1 0 0 0 0,0 0 1 0 0,0 0-1 0 0,0 0 0 0 0,0 0 0 0 0,0 1 0 0 0,-1-1 1 0 0,1 1-1 0 0,0-1 0 0 0,-1 1 0 0 0,1 0 1 0 0,-1 0-1 0 0,1 0 0 0 0,-1 0 0 0 0,0 0 1 0 0,1 0-1 0 0,-1 1 0 0 0,0 0 0 0 0,0-1 1 0 0,1 1-1 0 0,-1 0 0 0 0,0 0 0 0 0,0 1 1 0 0,1-1-1 0 0,-1 0 0 0 0,0 1 0 0 0,0 0 1 0 0,1-1-1 0 0,-4 3 0 0 0,-2 1-96 0 0,1 1-1 0 0,0 0 1 0 0,0 0 0 0 0,0 1 0 0 0,1 0-1 0 0,0 0 1 0 0,0 1 0 0 0,1-1-1 0 0,-1 1 1 0 0,1 1 0 0 0,1-1 0 0 0,0 0-1 0 0,0 1 1 0 0,-4 11 0 0 0,-1 4-9 0 0,1 0 0 0 0,1 1 1 0 0,-6 45-1 0 0,10-46-63 0 0,2 0 0 0 0,0 1 0 0 0,1-1 0 0 0,2 0 0 0 0,0 1 0 0 0,2-1 0 0 0,0 0-1 0 0,1-1 1 0 0,17 42 0 0 0,-5-25-94 0 0,1 0 1 0 0,3-2-1 0 0,0 0 0 0 0,42 51 0 0 0,-59-82-61 0 0,1-1-73 0 0,0 2 0 0 0,0-1 0 0 0,-1 0 1 0 0,0 1-1 0 0,-1 0 0 0 0,1-1 0 0 0,-1 2 0 0 0,4 13 0 0 0,-6-5-948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14 102 7370 0 0,'0'0'56'0'0,"0"0"1"0"0,-1 0-1 0 0,1 0 1 0 0,-1 1-1 0 0,1-1 1 0 0,0 0 0 0 0,-1 0-1 0 0,1 0 1 0 0,-1 0-1 0 0,1 0 1 0 0,0 0-1 0 0,-1 0 1 0 0,1 0 0 0 0,-1 0-1 0 0,1 0 1 0 0,0 0-1 0 0,-1 0 1 0 0,1-1-1 0 0,-1 1 1 0 0,1 0 0 0 0,0 0-1 0 0,-1 0 1 0 0,1 0-1 0 0,0-1 1 0 0,-1 1-1 0 0,1 0 1 0 0,0 0 0 0 0,-1-1-1 0 0,1 1 1 0 0,0 0-1 0 0,0-1 1 0 0,-1 1-1 0 0,1 0 1 0 0,0-1 0 0 0,0 1-1 0 0,-1 0 1 0 0,1-1-1 0 0,0 1 1 0 0,0-1-1 0 0,13-12 3202 0 0,28-10 1640 0 0,-24 16-4681 0 0,4-3 69 0 0,2 1-1 0 0,-1 0 0 0 0,1 2 0 0 0,0 1 0 0 0,33-5 0 0 0,-33 10-285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4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 15667 0 0,'-1'1'149'0'0,"-1"0"0"0"0,1 1 1 0 0,0-1-1 0 0,0 0 0 0 0,-1 1 0 0 0,1-1 0 0 0,0 1 0 0 0,0 0 0 0 0,1-1 0 0 0,-1 1 0 0 0,0 0 0 0 0,1-1 0 0 0,-1 1 0 0 0,1 0 0 0 0,-1 0 0 0 0,1-1 0 0 0,0 1 1 0 0,-1 0-1 0 0,1 0 0 0 0,0 0 0 0 0,0 0 0 0 0,1-1 0 0 0,-1 1 0 0 0,0 0 0 0 0,1 0 0 0 0,-1 0 0 0 0,1-1 0 0 0,-1 1 0 0 0,2 2 0 0 0,0 4 175 0 0,17 95 2007 0 0,-11-59-2741 0 0,1 0-1 0 0,15 46 0 0 0,-13-64-7324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8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14 130 2761 0 0,'1'-3'858'0'0,"0"0"0"0"0,0 1 0 0 0,0-1 0 0 0,0 0 0 0 0,-1 0 0 0 0,-9-26 11869 0 0,5 49-11922 0 0,1-7-585 0 0,2 1 0 0 0,0 0 0 0 0,1-1 0 0 0,0 1 1 0 0,3 18-1 0 0,-3-29-219 0 0,0 1 1 0 0,1-1-1 0 0,0 0 1 0 0,-1 0-1 0 0,1 0 1 0 0,1 0-1 0 0,-1 0 1 0 0,0 0-1 0 0,1 0 1 0 0,-1 0-1 0 0,1-1 1 0 0,0 1-1 0 0,0 0 1 0 0,0-1-1 0 0,0 1 1 0 0,0-1-1 0 0,1 0 1 0 0,-1 0-1 0 0,1 0 0 0 0,-1 0 1 0 0,1 0-1 0 0,0-1 1 0 0,0 1-1 0 0,-1-1 1 0 0,1 0-1 0 0,0 1 1 0 0,1-1-1 0 0,4 1 1 0 0,-5-2-2 0 0,-1 0 0 0 0,1 0 0 0 0,-1-1 0 0 0,1 1 0 0 0,-1 0 0 0 0,1-1 0 0 0,-1 0 0 0 0,0 1 0 0 0,1-1 0 0 0,-1 0 0 0 0,0 0 0 0 0,1 0 0 0 0,-1-1 0 0 0,0 1 0 0 0,0-1 0 0 0,0 1 0 0 0,0-1 0 0 0,0 1 0 0 0,0-1 0 0 0,-1 0 0 0 0,1 0 0 0 0,0 0 0 0 0,-1 0 0 0 0,0 0 0 0 0,1 0 0 0 0,-1-1 0 0 0,1-2 0 0 0,1-2 0 0 0,0 1 0 0 0,-1-1 0 0 0,1 1 0 0 0,-1-1 0 0 0,-1 0 0 0 0,0 0 0 0 0,0 0 0 0 0,0-12 0 0 0,-1 10-8 0 0,-1 0-1 0 0,-1 1 1 0 0,0-1 0 0 0,0 1-1 0 0,-1 0 1 0 0,0 0 0 0 0,0 0-1 0 0,-1 0 1 0 0,0 0 0 0 0,0 1-1 0 0,-6-8 1 0 0,7 10-214 0 0,0 1-1 0 0,-1 0 1 0 0,0 0-1 0 0,1 0 1 0 0,-1 0-1 0 0,0 1 1 0 0,-1-1-1 0 0,1 1 1 0 0,-1 0 0 0 0,1 0-1 0 0,-1 1 1 0 0,0-1-1 0 0,0 1 1 0 0,0 0-1 0 0,0 1 1 0 0,-1-1 0 0 0,1 1-1 0 0,-8-1 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6.3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13 920 0 0,'-14'24'8886'0'0,"3"-9"-4090"0"0,6-5-5155 0 0,3-1 744 0 0,1 0-1 0 0,0 0 0 0 0,0 1 1 0 0,1-1-1 0 0,0 0 1 0 0,0 0-1 0 0,1 0 1 0 0,0 0-1 0 0,4 13 1 0 0,-2-10 100 0 0,0 0 0 0 0,1 0 1 0 0,1 0-1 0 0,0-1 0 0 0,0 0 0 0 0,11 16 1 0 0,-15-25-517 0 0,0 1 1 0 0,1-1 0 0 0,-1 0 0 0 0,1 0 0 0 0,0 0-1 0 0,0 0 1 0 0,0 0 0 0 0,0 0 0 0 0,0-1 0 0 0,0 1 0 0 0,0 0-1 0 0,0-1 1 0 0,1 0 0 0 0,-1 1 0 0 0,0-1 0 0 0,1 0-1 0 0,-1 0 1 0 0,1-1 0 0 0,0 1 0 0 0,-1 0 0 0 0,1-1 0 0 0,-1 0-1 0 0,1 1 1 0 0,0-1 0 0 0,0 0 0 0 0,-1 0 0 0 0,1-1-1 0 0,0 1 1 0 0,-1-1 0 0 0,1 1 0 0 0,-1-1 0 0 0,1 0 0 0 0,3-1-1 0 0,0-2-80 0 0,1 0-1 0 0,-1-1 0 0 0,0 0 0 0 0,0 0 0 0 0,0 0 0 0 0,-1 0 0 0 0,0-1 1 0 0,0 0-1 0 0,0 0 0 0 0,5-11 0 0 0,10-20-848 0 0,-17 28 599 0 0,2 0 0 0 0,-1 0 0 0 0,1 1 0 0 0,1-1 1 0 0,-1 1-1 0 0,1 0 0 0 0,1 1 0 0 0,0-1 0 0 0,8-6 0 0 0,-15 14 361 0 0,1 0 1 0 0,-1 0-1 0 0,1-1 0 0 0,-1 1 0 0 0,0 0 0 0 0,1 0 1 0 0,-1 0-1 0 0,1 0 0 0 0,-1 0 0 0 0,1 0 0 0 0,-1 0 1 0 0,1 0-1 0 0,-1 0 0 0 0,1 0 0 0 0,-1 0 1 0 0,1 0-1 0 0,-1 1 0 0 0,0-1 0 0 0,1 0 0 0 0,-1 0 1 0 0,1 0-1 0 0,-1 1 0 0 0,1-1 0 0 0,-1 0 0 0 0,0 0 1 0 0,1 1-1 0 0,-1-1 0 0 0,0 0 0 0 0,1 1 0 0 0,-1-1 1 0 0,1 1-1 0 0,12 17 918 0 0,0-1-106 0 0,-7-13-709 0 0,0-1 1 0 0,0 1 0 0 0,1-2 0 0 0,-1 1 0 0 0,1-1-1 0 0,0 0 1 0 0,0 0 0 0 0,0 0 0 0 0,0-1 0 0 0,0-1 0 0 0,0 1-1 0 0,0-1 1 0 0,0 0 0 0 0,0 0 0 0 0,0-1 0 0 0,12-3-1 0 0,-10 2 106 0 0,-1 0 0 0 0,1 0-1 0 0,-1-1 1 0 0,0-1-1 0 0,0 1 1 0 0,-1-1-1 0 0,1 0 1 0 0,-1-1 0 0 0,0 0-1 0 0,0 0 1 0 0,0-1-1 0 0,-1 1 1 0 0,8-10 0 0 0,-12 13-142 0 0,0-1 1 0 0,0 0-1 0 0,-1 0 1 0 0,1-1 0 0 0,-1 1-1 0 0,1 0 1 0 0,-1-1-1 0 0,0 1 1 0 0,0 0 0 0 0,-1-1-1 0 0,1 1 1 0 0,-1-1-1 0 0,0 1 1 0 0,0-1 0 0 0,0 1-1 0 0,0-1 1 0 0,0 1-1 0 0,-1-1 1 0 0,0 1 0 0 0,1-1-1 0 0,-1 1 1 0 0,-2-4 0 0 0,-2-4-347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1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63 159 7370 0 0,'4'-30'1895'0'0,"1"1"0"0"0,15-47 1 0 0,-12 53 2088 0 0,-8 43-2837 0 0,-5 29-541 0 0,-54 416 1165 0 0,52-376-1731 0 0,-21 568 99 0 0,38-550-2109 0 0,-6-79-4784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2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36 6449 0 0,'-26'-36'3796'0'0,"42"57"-2464"0"0,14 21 340 0 0,-2 0 0 0 0,34 72 1 0 0,30 98 764 0 0,-49-110-1865 0 0,-32-76-476 0 0,2 0 1 0 0,1-1-1 0 0,17 23 1 0 0,-22-36-82 0 0,0 0 0 0 0,1 0 0 0 0,1-1 0 0 0,0 0 0 0 0,0-1 0 0 0,1-1 1 0 0,17 12-1 0 0,-27-20 3 0 0,0 0 1 0 0,0 1 0 0 0,0-2 0 0 0,0 1 0 0 0,0 0-1 0 0,0 0 1 0 0,0-1 0 0 0,0 1 0 0 0,1-1 0 0 0,-1 1-1 0 0,0-1 1 0 0,0 0 0 0 0,0 0 0 0 0,1 0 0 0 0,-1 0-1 0 0,0 0 1 0 0,0-1 0 0 0,1 1 0 0 0,-1-1 0 0 0,2 0-1 0 0,-1-1-9 0 0,0 0 0 0 0,1 0 0 0 0,-1 0-1 0 0,0 0 1 0 0,-1 0 0 0 0,1-1-1 0 0,0 1 1 0 0,-1-1 0 0 0,1 0 0 0 0,-1 1-1 0 0,2-5 1 0 0,5-8-93 0 0,-1 0 1 0 0,-1-1-1 0 0,0 0 1 0 0,4-18-1 0 0,-9 28 28 0 0,37-135-437 0 0,-24 80 459 0 0,34-87 1 0 0,19 5 481 0 0,-60 128-328 0 0,1 1-1 0 0,1 0 0 0 0,0 1 1 0 0,0 0-1 0 0,1 0 0 0 0,1 1 1 0 0,19-14-1 0 0,-30 24-80 0 0,0 1 1 0 0,1 0-1 0 0,-1 0 1 0 0,1 0 0 0 0,0 1-1 0 0,-1-1 1 0 0,1 0-1 0 0,0 1 1 0 0,-1-1-1 0 0,1 1 1 0 0,0-1-1 0 0,0 1 1 0 0,-1 0-1 0 0,1 0 1 0 0,0-1-1 0 0,0 1 1 0 0,0 1-1 0 0,-1-1 1 0 0,1 0 0 0 0,0 0-1 0 0,0 1 1 0 0,-1-1-1 0 0,3 2 1 0 0,0-1 16 0 0,-1 1 0 0 0,0 0 0 0 0,0 1 0 0 0,0-1 1 0 0,-1 0-1 0 0,1 1 0 0 0,0-1 0 0 0,-1 1 0 0 0,0 0 0 0 0,4 6 1 0 0,2 5 35 0 0,0 1 1 0 0,-1-1 0 0 0,-1 2 0 0 0,5 16 0 0 0,11 60 64 0 0,-3 0 1 0 0,9 145 0 0 0,14 73-567 0 0,-34-268-602 0 0,3-1-1 0 0,1-1 0 0 0,2 0 1 0 0,2-1-1 0 0,28 50 1 0 0,-43-87 896 0 0,34 55-3352 0 0,-31-52 3360 0 0,0 1-1 0 0,0-1 1 0 0,1 0-1 0 0,-1-1 1 0 0,1 1-1 0 0,0-1 1 0 0,11 8 0 0 0,-2-7 107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2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148 173 3225 0 0,'4'-19'1253'0'0,"0"0"-1"0"0,1-27 1 0 0,-5 41-698 0 0,1 0 0 0 0,-2-1 0 0 0,1 1-1 0 0,0 0 1 0 0,-1 0 0 0 0,0 0 0 0 0,0 0-1 0 0,-1 0 1 0 0,0 0 0 0 0,1 0 0 0 0,-1 0-1 0 0,-1 1 1 0 0,1-1 0 0 0,-5-5 0 0 0,7 10-432 0 0,0-1 1 0 0,-1 0-1 0 0,0 1 1 0 0,1-1-1 0 0,-1 1 1 0 0,1-1-1 0 0,-1 0 1 0 0,0 1-1 0 0,1-1 1 0 0,-1 1-1 0 0,0 0 1 0 0,0-1-1 0 0,1 1 1 0 0,-1 0-1 0 0,0-1 1 0 0,0 1-1 0 0,0 0 1 0 0,1 0-1 0 0,-1 0 1 0 0,0-1-1 0 0,0 1 1 0 0,0 0-1 0 0,0 0 1 0 0,0 0-1 0 0,1 1 1 0 0,-2-1-1 0 0,0 0-3 0 0,0 1-1 0 0,1 0 1 0 0,-1 0-1 0 0,0 0 1 0 0,1 0 0 0 0,-1 0-1 0 0,0 0 1 0 0,1 0-1 0 0,0 1 1 0 0,-1-1-1 0 0,-1 2 1 0 0,-2 4 25 0 0,0 0 1 0 0,0 0 0 0 0,1 1-1 0 0,-5 7 1 0 0,-4 16-33 0 0,2 1 1 0 0,0 0 0 0 0,2 1-1 0 0,2-1 1 0 0,-6 56 0 0 0,9-45-110 0 0,2 1 0 0 0,3 0 0 0 0,10 81 1 0 0,-7-102-6 0 0,1-1 1 0 0,1 0 0 0 0,1 0 0 0 0,1 0-1 0 0,0-1 1 0 0,2 0 0 0 0,18 29 0 0 0,-21-39-58 0 0,0-1 1 0 0,1 1 0 0 0,1-1 0 0 0,0 0 0 0 0,0-1-1 0 0,1 0 1 0 0,0 0 0 0 0,0-1 0 0 0,1-1-1 0 0,0 0 1 0 0,1 0 0 0 0,-1-1 0 0 0,1 0 0 0 0,18 5-1 0 0,-26-10 35 0 0,1 0 0 0 0,-1 0 0 0 0,1 0 0 0 0,0-1-1 0 0,0 1 1 0 0,-1-1 0 0 0,1-1 0 0 0,0 1 0 0 0,-1 0 0 0 0,1-1-1 0 0,0 0 1 0 0,-1 0 0 0 0,1-1 0 0 0,7-3 0 0 0,-5 2 35 0 0,0-2 0 0 0,0 1 1 0 0,0-1-1 0 0,-1 0 1 0 0,1 0-1 0 0,-1-1 0 0 0,10-11 1 0 0,-2-3 166 0 0,0 0-1 0 0,-1 0 1 0 0,-1-2 0 0 0,16-39 0 0 0,-16 26-108 0 0,-1 0 0 0 0,-2-1 0 0 0,-1 0 0 0 0,-3 0 0 0 0,0 0 0 0 0,-2-1 0 0 0,-2 1 0 0 0,-2-1 0 0 0,-1 0 0 0 0,-1 1 0 0 0,-2 0 0 0 0,-11-37 0 0 0,13 61-74 0 0,0 0 1 0 0,-1 1 0 0 0,-1-1-1 0 0,0 1 1 0 0,0 1 0 0 0,-1-1 0 0 0,0 1-1 0 0,-1 0 1 0 0,-12-15 0 0 0,15 21-36 0 0,0 0 1 0 0,0 1-1 0 0,-1-1 1 0 0,1 0-1 0 0,-1 1 1 0 0,0 0 0 0 0,0 0-1 0 0,0 1 1 0 0,0 0-1 0 0,0-1 1 0 0,0 2-1 0 0,-1-1 1 0 0,1 0-1 0 0,-1 1 1 0 0,0 0 0 0 0,1 1-1 0 0,-1-1 1 0 0,0 1-1 0 0,1 0 1 0 0,-1 0-1 0 0,0 1 1 0 0,-6 1 0 0 0,-1 1-586 0 0,-1 1 1 0 0,1 1-1 0 0,0 0 1 0 0,1 1 0 0 0,-19 10-1 0 0,2 3-5853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3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461 31 920 0 0,'-4'-3'385'0'0,"-1"0"0"0"0,0 0 1 0 0,0 0-1 0 0,0 0 0 0 0,0 1 0 0 0,0 0 0 0 0,-1 0 0 0 0,1 0 0 0 0,-1 1 0 0 0,1 0 0 0 0,-9-1 0 0 0,9 1-121 0 0,-5 0 50 0 0,-1 0 1 0 0,0 0-1 0 0,0 1 0 0 0,0 1 0 0 0,0 0 0 0 0,0 0 1 0 0,0 1-1 0 0,1 0 0 0 0,-1 1 0 0 0,1 0 0 0 0,-1 1 1 0 0,1 0-1 0 0,0 1 0 0 0,0 0 0 0 0,1 1 0 0 0,0-1 1 0 0,0 2-1 0 0,0-1 0 0 0,1 1 0 0 0,0 1 0 0 0,0 0 0 0 0,0 0 1 0 0,-10 15-1 0 0,12-15-54 0 0,0 1 0 0 0,0-1 0 0 0,1 1 0 0 0,1 0 0 0 0,-1 0 0 0 0,1 1 1 0 0,1-1-1 0 0,0 1 0 0 0,0 0 0 0 0,1 0 0 0 0,0-1 0 0 0,1 2 0 0 0,0-1 0 0 0,0 0 0 0 0,1 0 0 0 0,1 0 0 0 0,-1 0 1 0 0,2 0-1 0 0,-1 0 0 0 0,2 0 0 0 0,-1 0 0 0 0,1 0 0 0 0,1-1 0 0 0,-1 1 0 0 0,10 14 0 0 0,-4-11-249 0 0,0 0-1 0 0,1 0 0 0 0,1-1 1 0 0,0-1-1 0 0,1 0 1 0 0,14 11-1 0 0,83 50 131 0 0,-70-48-93 0 0,38 30 0 0 0,-71-49-64 0 0,0 0-1 0 0,0 1 1 0 0,0-1 0 0 0,-1 1 0 0 0,0 0 0 0 0,0 1 0 0 0,0-1-1 0 0,-1 1 1 0 0,0 0 0 0 0,-1 0 0 0 0,1 1 0 0 0,2 8 0 0 0,-5-11 10 0 0,0 0 1 0 0,-1 0 0 0 0,1 0 0 0 0,-1 0 0 0 0,0 0 0 0 0,0 0-1 0 0,0 0 1 0 0,-1 0 0 0 0,1 0 0 0 0,-1-1 0 0 0,-1 1-1 0 0,1 0 1 0 0,-1 0 0 0 0,1-1 0 0 0,-1 1 0 0 0,-1 0 0 0 0,1-1-1 0 0,-1 0 1 0 0,1 0 0 0 0,-6 6 0 0 0,-4 4 120 0 0,-1-2 0 0 0,0 0 0 0 0,-1 0 0 0 0,0-1 0 0 0,-1-1 0 0 0,0 0 0 0 0,-1-1 0 0 0,0-1 0 0 0,-32 12 0 0 0,25-12-67 0 0,0-1-1 0 0,0-1 0 0 0,0-1 1 0 0,-1-1-1 0 0,0-1 1 0 0,0-1-1 0 0,-24-1 1 0 0,6-7-1060 0 0,15-3-4628 0 0,10 2-807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19 9218 0 0,'0'-18'1448'0'0,"-8"24"1638"0"0,-8 29 324 0 0,10-11-2703 0 0,1 0 0 0 0,1 0 0 0 0,1 0-1 0 0,1 38 1 0 0,10 99 160 0 0,-7-154-777 0 0,6 68 48 0 0,4 0 1 0 0,30 108-1 0 0,5-46-4509 0 0,-40-122 2661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8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3 233 3225 0 0,'-1'-5'140'0'0,"0"1"1"0"0,1-1-1 0 0,-1 0 1 0 0,1 0-1 0 0,0 1 1 0 0,0-1-1 0 0,1 0 1 0 0,-1 0-1 0 0,1 1 0 0 0,0-1 1 0 0,3-7-1 0 0,-1 6 232 0 0,0-1 1 0 0,1 0-1 0 0,0 1 0 0 0,1 0 0 0 0,-1 0 0 0 0,10-9 0 0 0,-2 3-132 0 0,1 0-1 0 0,0 1 1 0 0,1 0-1 0 0,0 1 1 0 0,1 1-1 0 0,0 0 1 0 0,0 1-1 0 0,26-10 1 0 0,-34 15-238 0 0,1 0-1 0 0,0 1 1 0 0,0 0-1 0 0,0 0 1 0 0,0 1-1 0 0,0 0 1 0 0,0 0-1 0 0,0 1 1 0 0,0 0-1 0 0,1 0 1 0 0,-1 1 0 0 0,0 0-1 0 0,0 0 1 0 0,0 1-1 0 0,0 0 1 0 0,0 1-1 0 0,-1 0 1 0 0,1 0-1 0 0,-1 0 1 0 0,8 5-1 0 0,2 6 10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27 142 8754 0 0,'-9'4'-444'0'0,"-8"3"3736"0"0,30-16 591 0 0,57-29-1651 0 0,40-5-4177 0 0,81-10-1293 0 0,-190 52 3263 0 0,35-8-37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4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3 8290 0 0,'-1'-1'243'0'0,"-1"1"0"0"0,0-1 1 0 0,1 1-1 0 0,-1-1 0 0 0,1 1 1 0 0,-1 0-1 0 0,0 0 0 0 0,0 0 1 0 0,1 0-1 0 0,-1 0 0 0 0,0 1 1 0 0,1-1-1 0 0,-1 0 0 0 0,1 1 1 0 0,-1-1-1 0 0,0 1 0 0 0,1-1 1 0 0,-1 1-1 0 0,1 0 0 0 0,-1 0 1 0 0,1 0-1 0 0,0 0 0 0 0,-1 0 1 0 0,1 0-1 0 0,0 0 0 0 0,0 0 1 0 0,-1 0-1 0 0,1 1 0 0 0,0-1 1 0 0,0 0-1 0 0,-1 3 0 0 0,-2 2 210 0 0,0 0-1 0 0,0 1 0 0 0,1-1 0 0 0,-1 1 0 0 0,-3 12 0 0 0,1 6-197 0 0,1 0 0 0 0,0 0 0 0 0,2 1-1 0 0,1-1 1 0 0,3 43 0 0 0,19 131 1609 0 0,-9-117-1593 0 0,21 120-3659 0 0,-30-177-3562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6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0 163 8290 0 0,'14'-11'335'0'0,"1"0"0"0"0,-1 1 0 0 0,2 1 1 0 0,-1 0-1 0 0,1 1 0 0 0,0 1 0 0 0,20-6 1 0 0,8-4 437 0 0,-6-1 280 0 0,52-19 946 0 0,-83 34-1893 0 0,1 1 0 0 0,0 0 0 0 0,0 0 0 0 0,1 1 0 0 0,-1 0-1 0 0,0 0 1 0 0,0 1 0 0 0,17 1 0 0 0,-23 0-230 0 0,1-1 1 0 0,0 1-1 0 0,-1 0 0 0 0,1 0 0 0 0,-1 0 0 0 0,0 0 1 0 0,1 0-1 0 0,-1 1 0 0 0,4 2 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8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22 224 3681 0 0,'-20'7'611'0'0,"20"-7"-568"0"0,0 0 0 0 0,0-1-1 0 0,-1 1 1 0 0,1 0 0 0 0,0 0 0 0 0,0 0 0 0 0,0 0-1 0 0,0 0 1 0 0,0 0 0 0 0,0-1 0 0 0,0 1 0 0 0,0 0-1 0 0,0 0 1 0 0,0 0 0 0 0,0 0 0 0 0,0-1 0 0 0,0 1-1 0 0,0 0 1 0 0,0 0 0 0 0,0 0 0 0 0,0 0 0 0 0,0 0-1 0 0,0-1 1 0 0,0 1 0 0 0,0 0 0 0 0,0 0 0 0 0,0 0 0 0 0,0 0-1 0 0,0-1 1 0 0,0 1 0 0 0,0 0 0 0 0,0 0 0 0 0,0 0-1 0 0,0 0 1 0 0,0 0 0 0 0,0 0 0 0 0,1-1 0 0 0,-1 1-1 0 0,0 0 1 0 0,0 0 0 0 0,0 0 0 0 0,0 0 0 0 0,0 0-1 0 0,0 0 1 0 0,1 0 0 0 0,-1 0 0 0 0,0 0 0 0 0,0-1-1 0 0,0 1 1 0 0,0 0 0 0 0,1 0 0 0 0,31-28 4252 0 0,-21 18-4442 0 0,12-9 866 0 0,101-83 586 0 0,-111 93-2098 0 0,1 1 0 0 0,0 0 1 0 0,0 0-1 0 0,0 2 0 0 0,1-1 0 0 0,-1 2 1 0 0,31-7-1 0 0,-10 11-2628 0 0,-34 1 3395 0 0,0 0 0 0 0,0 0-1 0 0,0 0 1 0 0,0 0 0 0 0,0 0-1 0 0,0 1 1 0 0,0-1 0 0 0,0 0-1 0 0,0 1 1 0 0,-1-1 0 0 0,1 1 0 0 0,0-1-1 0 0,0 1 1 0 0,0-1 0 0 0,-1 1-1 0 0,1 0 1 0 0,0-1 0 0 0,-1 1-1 0 0,1 0 1 0 0,0-1 0 0 0,-1 1-1 0 0,1 0 1 0 0,-1 0 0 0 0,1 0-1 0 0,-1 0 1 0 0,0-1 0 0 0,1 1-1 0 0,-1 0 1 0 0,0 0 0 0 0,1 0-1 0 0,-1 0 1 0 0,0 0 0 0 0,0 2-1 0 0,-2 11 27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1 7834 0 0,'-14'14'68'0'0,"8"-8"436"0"0,-1 0-1 0 0,1 1 1 0 0,0 0-1 0 0,1 0 1 0 0,-1 0-1 0 0,1 0 1 0 0,1 1-1 0 0,-1-1 1 0 0,2 1-1 0 0,-1 1 1 0 0,-2 8-1 0 0,5-16-391 0 0,1 0 1 0 0,0 0-1 0 0,0 0 0 0 0,0 0 0 0 0,0-1 0 0 0,0 1 0 0 0,0 0 1 0 0,0 0-1 0 0,0 0 0 0 0,0-1 0 0 0,0 1 0 0 0,0 0 0 0 0,1 0 1 0 0,-1 0-1 0 0,0-1 0 0 0,1 1 0 0 0,-1 0 0 0 0,0 0 0 0 0,1-1 1 0 0,-1 1-1 0 0,1 0 0 0 0,-1-1 0 0 0,1 1 0 0 0,-1-1 0 0 0,1 1 1 0 0,0-1-1 0 0,1 2 0 0 0,0-1 5 0 0,0-1 0 0 0,0 1 1 0 0,-1 0-1 0 0,2-1 0 0 0,-1 1 0 0 0,0-1 1 0 0,0 0-1 0 0,0 0 0 0 0,0 0 0 0 0,0 0 0 0 0,2 0 1 0 0,7-2 112 0 0,-1 0 0 0 0,1 0 0 0 0,12-5 0 0 0,46-19-785 0 0,-23 6-4698 0 0,-16 5-597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5.2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1 133 7834 0 0,'47'-7'7108'0'0,"37"-16"-3610"0"0,-6 1-1591 0 0,16 0-746 0 0,163-32-260 0 0,-235 52-1801 0 0,0 0 0 0 0,0 1 0 0 0,26 3 0 0 0,-31-1-5978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5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4145 0 0,'0'0'241'0'0,"-1"0"-1"0"0,0 0 1 0 0,0 0 0 0 0,0 0 0 0 0,0 1-1 0 0,0-1 1 0 0,0 0 0 0 0,0 1 0 0 0,0-1-1 0 0,0 1 1 0 0,1-1 0 0 0,-1 1 0 0 0,0-1-1 0 0,0 1 1 0 0,1-1 0 0 0,-1 1 0 0 0,0 0-1 0 0,1 0 1 0 0,-1-1 0 0 0,0 1 0 0 0,1 0-1 0 0,-1 0 1 0 0,1-1 0 0 0,0 1 0 0 0,-1 0-1 0 0,1 0 1 0 0,-1 0 0 0 0,1 0 0 0 0,0 0-1 0 0,0 0 1 0 0,0 0 0 0 0,0 0 0 0 0,-1 0-1 0 0,1 0 1 0 0,0 0 0 0 0,1 0 0 0 0,-1-1-1 0 0,0 3 1 0 0,9 48 3667 0 0,-6-35-2949 0 0,23 221 3400 0 0,-10-58-3609 0 0,-7-128-722 0 0,17 52 0 0 0,-15-61-228 0 0,-1-3-97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6.4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 7370 0 0,'0'-1'142'0'0,"0"0"1"0"0,1 0 0 0 0,-1 0 0 0 0,0 0 0 0 0,0 0-1 0 0,1 0 1 0 0,-1 0 0 0 0,1 0 0 0 0,-1 1 0 0 0,0-1-1 0 0,1 0 1 0 0,0 0 0 0 0,-1 1 0 0 0,1-1 0 0 0,-1 0-1 0 0,1 0 1 0 0,0 1 0 0 0,0-1 0 0 0,-1 1 0 0 0,1-1-1 0 0,0 1 1 0 0,1-1 0 0 0,-1 1-18 0 0,0 0 0 0 0,-1 0 1 0 0,1 0-1 0 0,0 1 0 0 0,-1-1 0 0 0,1 0 0 0 0,-1 1 1 0 0,1-1-1 0 0,0 1 0 0 0,-1-1 0 0 0,1 1 1 0 0,-1-1-1 0 0,1 1 0 0 0,-1-1 0 0 0,1 1 0 0 0,-1-1 1 0 0,0 1-1 0 0,1 0 0 0 0,-1-1 0 0 0,0 1 1 0 0,1 1-1 0 0,13 39 2284 0 0,-6 31-1254 0 0,-4 0 0 0 0,-8 140 0 0 0,-1-129-2168 0 0,10 140 0 0 0,-1-201-738 0 0,-1-4-3945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6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2 112 10138 0 0,'0'-1'101'0'0,"-1"1"1"0"0,1-1-1 0 0,0 1 0 0 0,0-1 1 0 0,0 0-1 0 0,0 1 0 0 0,0-1 1 0 0,0 1-1 0 0,0-1 0 0 0,0 1 0 0 0,0-1 1 0 0,0 0-1 0 0,0 1 0 0 0,0-1 1 0 0,0 1-1 0 0,0-1 0 0 0,0 0 0 0 0,0 1 1 0 0,1-1-1 0 0,-1 1 0 0 0,0-1 1 0 0,1 1-1 0 0,-1-1 0 0 0,0 1 0 0 0,1-1 1 0 0,-1 1-1 0 0,1-1 0 0 0,18-12 1871 0 0,22 1 382 0 0,-36 12-2214 0 0,0 0-1 0 0,0 0 1 0 0,-1 1 0 0 0,1 0 0 0 0,0 0 0 0 0,0 0-1 0 0,-1 1 1 0 0,1-1 0 0 0,-1 1 0 0 0,1 0 0 0 0,-1 0 0 0 0,0 1-1 0 0,1-1 1 0 0,-1 1 0 0 0,-1 0 0 0 0,1 0 0 0 0,0 1 0 0 0,-1-1-1 0 0,0 1 1 0 0,5 6 0 0 0,7 9 150 0 0,-1 1 0 0 0,20 40 0 0 0,-27-47-145 0 0,19 41 185 0 0,-16-33-302 0 0,0-1 0 0 0,0 0 0 0 0,21 26 0 0 0,-30-44-28 0 0,0-1 0 0 0,0 1 0 0 0,1 0 0 0 0,-1-1 0 0 0,0 0 0 0 0,1 1 0 0 0,-1-1 1 0 0,1 0-1 0 0,0 1 0 0 0,-1-1 0 0 0,1 0 0 0 0,0 0 0 0 0,0-1 0 0 0,0 1 0 0 0,-1 0 0 0 0,1 0 0 0 0,0-1 1 0 0,0 1-1 0 0,3-1 0 0 0,-3 0 0 0 0,-1 0-1 0 0,1-1 1 0 0,-1 1 0 0 0,1-1-1 0 0,-1 1 1 0 0,1-1 0 0 0,-1 0 0 0 0,1 0-1 0 0,-1 1 1 0 0,0-1 0 0 0,0 0 0 0 0,1 0-1 0 0,-1 0 1 0 0,0 0 0 0 0,0-1-1 0 0,0 1 1 0 0,0 0 0 0 0,0 0 0 0 0,1-2-1 0 0,2-6 11 0 0,1-1 0 0 0,-1 1-1 0 0,0-1 1 0 0,-1 1-1 0 0,0-1 1 0 0,1-11 0 0 0,10-87-10 0 0,-12 76 0 0 0,2 1 0 0 0,1-1 0 0 0,14-44 0 0 0,-18 74 4 0 0,-1 0-1 0 0,1-1 1 0 0,0 1 0 0 0,0 0 0 0 0,0 0 0 0 0,0 0 0 0 0,0 0 0 0 0,1 0-1 0 0,-1 0 1 0 0,1 0 0 0 0,-1 0 0 0 0,1 1 0 0 0,0-1 0 0 0,-1 1 0 0 0,1-1 0 0 0,0 1-1 0 0,0-1 1 0 0,0 1 0 0 0,0 0 0 0 0,4-2 0 0 0,-4 3 12 0 0,0 0 0 0 0,0 0 0 0 0,0 0 0 0 0,0 1 0 0 0,-1-1 0 0 0,1 0 0 0 0,0 1 0 0 0,0-1 0 0 0,-1 1-1 0 0,1-1 1 0 0,0 1 0 0 0,-1 0 0 0 0,1 0 0 0 0,-1 0 0 0 0,1 0 0 0 0,-1 0 0 0 0,1 0 0 0 0,-1 0 0 0 0,1 0 0 0 0,-1 1 0 0 0,0-1 0 0 0,0 1 0 0 0,0-1 0 0 0,0 1 0 0 0,0-1 0 0 0,0 1 0 0 0,1 2 0 0 0,18 34 229 0 0,-3 1 0 0 0,17 50 0 0 0,-19-45-133 0 0,35 68 1 0 0,8-11-2508 0 0,-48-80-5124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7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1 387 8754 0 0,'0'-3'441'0'0,"1"0"-1"0"0,-1-1 1 0 0,1 1-1 0 0,0 0 1 0 0,0 0 0 0 0,0 0-1 0 0,0 0 1 0 0,1 0 0 0 0,-1 0-1 0 0,1 0 1 0 0,0 1 0 0 0,2-4-1 0 0,-2 2 181 0 0,46-68 3052 0 0,-33 51-3491 0 0,-1 1 0 0 0,-1-2 0 0 0,0 0 0 0 0,-2 0 0 0 0,15-44 0 0 0,-24 59-168 0 0,8-40 36 0 0,-9 46-50 0 0,-1-1 1 0 0,0 0 0 0 0,0 1-1 0 0,0-1 1 0 0,0 0 0 0 0,0 1-1 0 0,0-1 1 0 0,0 0 0 0 0,-1 1 0 0 0,1-1-1 0 0,-1 0 1 0 0,1 1 0 0 0,-1-1-1 0 0,0 0 1 0 0,1 1 0 0 0,-1-1-1 0 0,0 1 1 0 0,0 0 0 0 0,0-1-1 0 0,0 1 1 0 0,0 0 0 0 0,0-1 0 0 0,-2 0-1 0 0,1 1-22 0 0,1 1-1 0 0,-1-1 0 0 0,1 1 0 0 0,-1-1 1 0 0,0 1-1 0 0,1 0 0 0 0,-1 0 1 0 0,0 0-1 0 0,1 0 0 0 0,-1 0 1 0 0,0 0-1 0 0,1 0 0 0 0,-1 0 0 0 0,1 1 1 0 0,-1-1-1 0 0,0 1 0 0 0,1-1 1 0 0,-1 1-1 0 0,1 0 0 0 0,-1-1 0 0 0,1 1 1 0 0,-1 0-1 0 0,1 0 0 0 0,0 0 1 0 0,-1 0-1 0 0,1 0 0 0 0,-1 2 0 0 0,-31 33-742 0 0,29-30 746 0 0,0-1 1 0 0,1 0-1 0 0,0 1 1 0 0,0 0 0 0 0,0 0-1 0 0,0 0 1 0 0,1 0-1 0 0,0 0 1 0 0,1 0 0 0 0,-1 1-1 0 0,1-1 1 0 0,0 1-1 0 0,1-1 1 0 0,0 1 0 0 0,0-1-1 0 0,0 1 1 0 0,1-1-1 0 0,0 1 1 0 0,0-1 0 0 0,0 0-1 0 0,1 1 1 0 0,0-1-1 0 0,0 0 1 0 0,1 0 0 0 0,0 0-1 0 0,0 0 1 0 0,0-1-1 0 0,0 1 1 0 0,1-1 0 0 0,0 0-1 0 0,7 7 1 0 0,0 0-158 0 0,0-1 0 0 0,1-1 0 0 0,0 0 1 0 0,1 0-1 0 0,-1-1 0 0 0,26 12 0 0 0,-23-13-896 0 0,0-2 0 0 0,1 1 0 0 0,18 3 0 0 0,-7-4-4277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9.2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 6913 0 0,'10'-8'5940'0'0,"-9"8"-5780"0"0,7 14 2499 0 0,2 24-1305 0 0,23 230 1648 0 0,-1-3-6993 0 0,-25-226-1932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9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3 175 8290 0 0,'0'0'54'0'0,"-1"-1"1"0"0,1 0 0 0 0,0 1-1 0 0,0-1 1 0 0,-1 1 0 0 0,1-1-1 0 0,0 0 1 0 0,0 0 0 0 0,0 1-1 0 0,0-1 1 0 0,-1 0-1 0 0,1 1 1 0 0,0-1 0 0 0,0 0-1 0 0,1 1 1 0 0,-1-1 0 0 0,0 0-1 0 0,0 0 1 0 0,0 1 0 0 0,0-1-1 0 0,1 0 1 0 0,-1 1-1 0 0,0-1 1 0 0,0 0 0 0 0,1 1-1 0 0,-1-1 1 0 0,1 0 0 0 0,21-15 364 0 0,38-5-825 0 0,-50 18 420 0 0,38-8-1770 0 0,1 2 0 0 0,0 2-1 0 0,100 0 1 0 0,-10 0 1919 0 0,-134 6-155 0 0,-1 2-14 0 0,0-2 1 0 0,0 1-1 0 0,0 0 1 0 0,0-1-1 0 0,0 0 1 0 0,0 0-1 0 0,0 0 0 0 0,0 0 1 0 0,0-1-1 0 0,0 0 1 0 0,-1 1-1 0 0,5-4 1 0 0,-8 4 5 0 0,0 1 1 0 0,0 0 0 0 0,0-1 0 0 0,0 1-1 0 0,0-1 1 0 0,0 1 0 0 0,0 0 0 0 0,0-1-1 0 0,-1 1 1 0 0,1 0 0 0 0,0-1 0 0 0,0 1-1 0 0,0 0 1 0 0,-1 0 0 0 0,1-1 0 0 0,0 1-1 0 0,-1 0 1 0 0,1 0 0 0 0,0-1 0 0 0,0 1-1 0 0,-1 0 1 0 0,1 0 0 0 0,0 0-1 0 0,-1-1 1 0 0,1 1 0 0 0,0 0 0 0 0,-1 0-1 0 0,1 0 1 0 0,-1 0 0 0 0,1 0 0 0 0,0 0-1 0 0,-1 0 1 0 0,1 0 0 0 0,0 0 0 0 0,-1 0-1 0 0,1 0 1 0 0,-1 0 0 0 0,1 0 0 0 0,-18-3 70 0 0,10 3 756 0 0,0 0 1 0 0,0 1-1 0 0,0 0 1 0 0,0 0-1 0 0,0 1 1 0 0,0 0-1 0 0,1 1 1 0 0,-1-1-1 0 0,-12 8 1 0 0,11-6-420 0 0,0 1 0 0 0,0 0 1 0 0,1 1-1 0 0,0 0 0 0 0,0 0 1 0 0,0 1-1 0 0,1 0 0 0 0,0 0 0 0 0,1 0 1 0 0,-1 1-1 0 0,1 0 0 0 0,-7 14 1 0 0,11-19-401 0 0,1 0 0 0 0,0 0 0 0 0,0 0 0 0 0,0 0 0 0 0,1 0 0 0 0,-1 0 0 0 0,1 0 0 0 0,-1 0 0 0 0,1 0 0 0 0,0 0 0 0 0,0 0 0 0 0,0 0 0 0 0,1 0 0 0 0,-1 0 0 0 0,1 0 0 0 0,0 0 0 0 0,0 0 0 0 0,0 0 0 0 0,0-1 0 0 0,2 5 0 0 0,-1-3 1 0 0,1-1 0 0 0,0 1 0 0 0,0-1 1 0 0,0 1-1 0 0,0-1 0 0 0,1 0 0 0 0,-1 0 0 0 0,1 0 1 0 0,0-1-1 0 0,0 1 0 0 0,0-1 0 0 0,7 3 1 0 0,-6-3-6 0 0,0 0 0 0 0,0 0 0 0 0,0 0 0 0 0,0-1 0 0 0,0 1 0 0 0,1-1 0 0 0,-1-1 0 0 0,0 1 0 0 0,1-1 0 0 0,-1 0 0 0 0,1 0 0 0 0,-1-1 0 0 0,0 1 0 0 0,1-1 0 0 0,-1 0 0 0 0,0-1 0 0 0,1 1 0 0 0,-1-1 0 0 0,0 0 0 0 0,0 0 0 0 0,-1-1 0 0 0,1 0 0 0 0,7-5 0 0 0,-7 3-2 0 0,-1-1 0 0 0,1 1 1 0 0,-1-1-1 0 0,-1 0 0 0 0,1-1 1 0 0,-1 1-1 0 0,0-1 0 0 0,0 1 1 0 0,-1-1-1 0 0,0 0 0 0 0,0 0 1 0 0,-1 0-1 0 0,0 0 0 0 0,0 0 1 0 0,0 0-1 0 0,-1-9 0 0 0,-1 3-24 0 0,0 0 0 0 0,-1 0 0 0 0,0 1 0 0 0,0-1 0 0 0,-2 1 0 0 0,0-1 0 0 0,0 1 0 0 0,-7-13 0 0 0,5 15-732 0 0,-1 3-222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0.1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11 3225 0 0,'-1'-4'136'0'0,"1"3"40"0"0,0-1-176 0 0,0 1 0 0 0,0-1 0 0 0,1 1 0 0 0,1 1 0 0 0,-1 0-96 0 0,2 3-192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0.4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6913 0 0,'10'17'9744'0'0,"7"27"-6185"0"0,8 19-3253 0 0,-18-53-450 0 0,0 1 1 0 0,0-1-1 0 0,1-1 1 0 0,10 12 0 0 0,20 13-3556 0 0,-22-22-2293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0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 5065 0 0,'-14'4'10976'0'0,"12"3"-11195"0"0,-1 10 1108 0 0,1 1-1 0 0,0-1 1 0 0,1 1-1 0 0,1 0 1 0 0,1 0 0 0 0,5 30-1 0 0,32 105-557 0 0,-10-50-1953 0 0,-21-66-5822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1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170 37 2761 0 0,'-1'-2'142'0'0,"1"0"1"0"0,-1 0 0 0 0,1 0 0 0 0,-1 1 0 0 0,0-1 0 0 0,0 0-1 0 0,0 0 1 0 0,0 1 0 0 0,0-1 0 0 0,0 1 0 0 0,0-1-1 0 0,0 1 1 0 0,-1-1 0 0 0,1 1 0 0 0,-1 0 0 0 0,1 0 0 0 0,-1-1-1 0 0,1 1 1 0 0,-1 0 0 0 0,0 0 0 0 0,1 1 0 0 0,-1-1-1 0 0,-3-1 1 0 0,1 1 298 0 0,1 1 0 0 0,-1 0 0 0 0,1-1-1 0 0,-1 1 1 0 0,1 1 0 0 0,0-1 0 0 0,-1 0 0 0 0,1 1-1 0 0,-1-1 1 0 0,1 1 0 0 0,0 0 0 0 0,-7 3 0 0 0,4-1-168 0 0,1 0 1 0 0,-1 0 0 0 0,1 0 0 0 0,0 1 0 0 0,0 0-1 0 0,0 0 1 0 0,0 0 0 0 0,1 1 0 0 0,-1 0 0 0 0,1-1 0 0 0,1 1-1 0 0,-1 1 1 0 0,1-1 0 0 0,-1 0 0 0 0,1 1 0 0 0,1 0 0 0 0,-1 0-1 0 0,1 0 1 0 0,0 0 0 0 0,1 0 0 0 0,-1 0 0 0 0,1 0 0 0 0,0 1-1 0 0,1 11 1 0 0,0-8-183 0 0,0-1-1 0 0,1 1 0 0 0,0-1 1 0 0,0 1-1 0 0,1-1 1 0 0,1 0-1 0 0,0 1 1 0 0,0-1-1 0 0,0-1 1 0 0,1 1-1 0 0,1 0 0 0 0,-1-1 1 0 0,1 0-1 0 0,1 0 1 0 0,0 0-1 0 0,6 6 1 0 0,-4-6-61 0 0,1-1 1 0 0,0 0 0 0 0,0 0-1 0 0,1-1 1 0 0,0 0-1 0 0,0-1 1 0 0,0 0 0 0 0,0 0-1 0 0,1-1 1 0 0,0-1 0 0 0,0 1-1 0 0,19 2 1 0 0,-25-6-40 0 0,1 1 0 0 0,-1-1 0 0 0,0 0 1 0 0,0 0-1 0 0,1 0 0 0 0,-1-1 0 0 0,0 0 1 0 0,0 0-1 0 0,0 0 0 0 0,0 0 0 0 0,0-1 0 0 0,0 0 1 0 0,0 0-1 0 0,0-1 0 0 0,-1 1 0 0 0,1-1 0 0 0,-1 0 1 0 0,0 0-1 0 0,0 0 0 0 0,0-1 0 0 0,0 1 1 0 0,0-1-1 0 0,-1 0 0 0 0,0 0 0 0 0,1 0 0 0 0,-2-1 1 0 0,1 1-1 0 0,0-1 0 0 0,2-7 0 0 0,-3 5 14 0 0,0 0 0 0 0,0 1 0 0 0,0-1 0 0 0,-1 0 0 0 0,0 0 0 0 0,-1 0 0 0 0,1 0 0 0 0,-2 0 0 0 0,1 0 0 0 0,-1 0 0 0 0,0 0 0 0 0,0 0 0 0 0,0 0 0 0 0,-1 0 0 0 0,0 1 0 0 0,-1-1 0 0 0,-4-8 0 0 0,3 7-221 0 0,-1-1 0 0 0,0 1 0 0 0,0 1 0 0 0,-1-1 0 0 0,-8-9 0 0 0,8 12-631 0 0,0-1 0 0 0,0 1 0 0 0,0 0 0 0 0,-1 1 0 0 0,1 0 0 0 0,-11-5 1 0 0,0 2-4886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3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14283 0 0,'8'0'404'0'0,"-1"-1"-1"0"0,1 2 1 0 0,-1-1-1 0 0,1 1 1 0 0,-1 0 0 0 0,1 0-1 0 0,-1 1 1 0 0,0 0-1 0 0,0 0 1 0 0,0 1 0 0 0,0 0-1 0 0,0 0 1 0 0,-1 1-1 0 0,1 0 1 0 0,8 6 0 0 0,-1 0-235 0 0,-1 1 1 0 0,0 1 0 0 0,-1 0 0 0 0,0 0 0 0 0,17 23-1 0 0,-11-8-1187 0 0,-7-10-4441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226 2 11058 0 0,'-2'-1'170'0'0,"0"1"0"0"0,1 0-1 0 0,-1 0 1 0 0,0-1 0 0 0,0 1-1 0 0,0 1 1 0 0,0-1-1 0 0,0 0 1 0 0,0 0 0 0 0,0 1-1 0 0,1-1 1 0 0,-1 1 0 0 0,0-1-1 0 0,0 1 1 0 0,1 0 0 0 0,-1 0-1 0 0,0 0 1 0 0,1 0-1 0 0,-1 0 1 0 0,1 0 0 0 0,-1 0-1 0 0,1 0 1 0 0,-1 1 0 0 0,0 1-1 0 0,-35 41 2133 0 0,29-33-1940 0 0,-18 22 762 0 0,-30 56 0 0 0,47-72-1574 0 0,0 1 1 0 0,1 0 0 0 0,1 0 0 0 0,1 1 0 0 0,-6 27 0 0 0,9-21-5905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7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0,'14'24'12597'0'0,"-6"8"-7446"0"0,-3 37-3812 0 0,-5-55-347 0 0,1 1-1030 0 0,2 39-236 0 0,3-18-3163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9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6 9218 0 0,'-1'-3'816'0'0,"1"1"-656"0"0,0 1-160 0 0,0 2 232 0 0,0 1 16 0 0,0 1 0 0 0,-1 2 0 0 0,1 3-544 0 0,1 5-112 0 0,2 0-16 0 0,2 4-8 0 0,3-1 432 0 0,6 2 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2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228 327 7834 0 0,'0'-1'193'0'0,"-1"-1"1"0"0,1 0 0 0 0,-1 1 0 0 0,0-1 0 0 0,1 1-1 0 0,-1-1 1 0 0,0 1 0 0 0,0 0 0 0 0,0-1 0 0 0,0 1-1 0 0,0 0 1 0 0,0 0 0 0 0,-1-1 0 0 0,1 1 0 0 0,0 0-1 0 0,-1 0 1 0 0,1 0 0 0 0,0 1 0 0 0,-1-1 0 0 0,-1-1-1 0 0,-33-12 2861 0 0,31 14-2882 0 0,0 0 1 0 0,0 0 0 0 0,0 1 0 0 0,0-1 0 0 0,0 1 0 0 0,0 0 0 0 0,0 0 0 0 0,1 1 0 0 0,-1 0-1 0 0,0-1 1 0 0,1 2 0 0 0,0-1 0 0 0,-1 0 0 0 0,1 1 0 0 0,0 0 0 0 0,0 0 0 0 0,0 0-1 0 0,1 0 1 0 0,-1 1 0 0 0,1-1 0 0 0,0 1 0 0 0,-4 5 0 0 0,-1 2-53 0 0,0 0-1 0 0,0 1 1 0 0,1-1 0 0 0,1 2-1 0 0,0-1 1 0 0,-9 25 0 0 0,13-25-96 0 0,0-1 0 0 0,0 1 0 0 0,1-1 0 0 0,0 1 0 0 0,1-1 0 0 0,1 1 0 0 0,0 0-1 0 0,4 21 1 0 0,-4-27-35 0 0,1-2 0 0 0,0 1 0 0 0,-1 0 0 0 0,1 0-1 0 0,1 0 1 0 0,-1-1 0 0 0,1 1 0 0 0,0-1-1 0 0,0 0 1 0 0,4 4 0 0 0,-5-5-24 0 0,0-1 0 0 0,1 0 0 0 0,-1-1 1 0 0,1 1-1 0 0,-1 0 0 0 0,1-1 0 0 0,0 1 0 0 0,0-1 1 0 0,0 0-1 0 0,0 0 0 0 0,0 0 0 0 0,0 0 0 0 0,0-1 0 0 0,0 1 1 0 0,0-1-1 0 0,0 0 0 0 0,6 0 0 0 0,-4-1-244 0 0,-1 0 1 0 0,1 0-1 0 0,0 0 0 0 0,-1-1 0 0 0,0 1 0 0 0,1-1 0 0 0,-1 0 1 0 0,0-1-1 0 0,0 1 0 0 0,0-1 0 0 0,0 0 0 0 0,-1 0 1 0 0,1 0-1 0 0,-1 0 0 0 0,1-1 0 0 0,-1 1 0 0 0,0-1 1 0 0,-1 0-1 0 0,1 0 0 0 0,-1 0 0 0 0,1 0 0 0 0,2-9 1 0 0,1 0-678 0 0,-1 0 1 0 0,-1 0 0 0 0,0 0 0 0 0,-1-1 0 0 0,0 0 0 0 0,1-22-1 0 0,-6-82-1604 0 0,-10-1 3412 0 0,0 1 2114 0 0,11 113-2713 0 0,-6-56 2772 0 0,-6 23 3671 0 0,19 56-2796 0 0,-2 13-3002 0 0,0-2-636 0 0,52 184 596 0 0,-42-172-974 0 0,3 0 0 0 0,1-2 0 0 0,25 41-1 0 0,-11-27-2278 0 0,-16-26-5005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3.0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40 328 5985 0 0,'6'-4'450'0'0,"0"0"-1"0"0,0 0 0 0 0,0-1 0 0 0,-1 0 1 0 0,1 0-1 0 0,-1 0 0 0 0,-1-1 0 0 0,1 0 1 0 0,-1 0-1 0 0,7-12 0 0 0,-3 4 178 0 0,-1 0 0 0 0,-1-1 0 0 0,0 0 0 0 0,3-16 0 0 0,-6 17-172 0 0,0-1 0 0 0,0 0 0 0 0,-2 1 0 0 0,0-20 0 0 0,-1 31-396 0 0,1 0-1 0 0,-1-1 1 0 0,-1 1-1 0 0,1-1 0 0 0,0 1 1 0 0,-1 0-1 0 0,0-1 1 0 0,0 1-1 0 0,0 0 0 0 0,0 0 1 0 0,0-1-1 0 0,-1 1 1 0 0,0 0-1 0 0,1 0 0 0 0,-1 1 1 0 0,0-1-1 0 0,0 0 0 0 0,-1 1 1 0 0,1-1-1 0 0,0 1 1 0 0,-1-1-1 0 0,0 1 0 0 0,1 0 1 0 0,-5-2-1 0 0,5 3 27 0 0,0 0-1 0 0,1 1 1 0 0,-1-1-1 0 0,0 1 0 0 0,0 0 1 0 0,1 0-1 0 0,-1-1 1 0 0,0 1-1 0 0,0 0 1 0 0,1 1-1 0 0,-1-1 1 0 0,0 0-1 0 0,0 0 1 0 0,1 1-1 0 0,-1-1 1 0 0,0 1-1 0 0,1-1 0 0 0,-1 1 1 0 0,-2 1-1 0 0,0 0 44 0 0,1 1-1 0 0,0-1 0 0 0,-1 1 0 0 0,1 0 0 0 0,0 0 1 0 0,0 0-1 0 0,1 0 0 0 0,-3 4 0 0 0,-2 4 45 0 0,1 0 1 0 0,0 0-1 0 0,1 0 0 0 0,-7 21 1 0 0,10-25-163 0 0,0 1 0 0 0,0 0 0 0 0,1-1 1 0 0,0 1-1 0 0,0 0 0 0 0,1-1 0 0 0,0 1 0 0 0,1 0 1 0 0,-1-1-1 0 0,1 1 0 0 0,1 0 0 0 0,0-1 1 0 0,0 1-1 0 0,0-1 0 0 0,1 0 0 0 0,0 0 1 0 0,0 0-1 0 0,1 0 0 0 0,0 0 0 0 0,0-1 0 0 0,1 1 1 0 0,-1-1-1 0 0,1 0 0 0 0,8 7 0 0 0,-7-8-647 0 0,1 0-1 0 0,-1-1 1 0 0,1 1-1 0 0,0-1 1 0 0,0 0-1 0 0,1-1 0 0 0,-1 0 1 0 0,1 0-1 0 0,9 2 1 0 0,10 1-5966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3.7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234 33 6849 0 0,'-2'-2'264'0'0,"0"-1"0"0"0,0 1-1 0 0,0-1 1 0 0,0 1-1 0 0,-1 0 1 0 0,0 0-1 0 0,1 0 1 0 0,-1 0 0 0 0,0 0-1 0 0,0 0 1 0 0,0 1-1 0 0,0 0 1 0 0,0-1 0 0 0,0 1-1 0 0,0 0 1 0 0,0 1-1 0 0,0-1 1 0 0,-1 0-1 0 0,1 1 1 0 0,0 0 0 0 0,-1 0-1 0 0,1 0 1 0 0,-6 1-1 0 0,3-1 98 0 0,0 1 0 0 0,-1 1-1 0 0,1 0 1 0 0,0-1 0 0 0,0 2 0 0 0,0-1-1 0 0,0 1 1 0 0,1 0 0 0 0,-1 0-1 0 0,1 0 1 0 0,-7 6 0 0 0,3-2-76 0 0,0 1-1 0 0,1 0 1 0 0,0 1 0 0 0,1-1 0 0 0,0 2 0 0 0,0-1-1 0 0,1 1 1 0 0,-7 14 0 0 0,11-21-261 0 0,1 1 1 0 0,0-1-1 0 0,0 1 1 0 0,0-1-1 0 0,0 1 0 0 0,0-1 1 0 0,1 1-1 0 0,-1-1 1 0 0,1 1-1 0 0,0 0 0 0 0,0-1 1 0 0,1 1-1 0 0,-1-1 1 0 0,1 1-1 0 0,0-1 0 0 0,0 1 1 0 0,0-1-1 0 0,0 1 0 0 0,0-1 1 0 0,1 0-1 0 0,-1 1 1 0 0,1-1-1 0 0,0 0 0 0 0,0 0 1 0 0,1 0-1 0 0,-1-1 1 0 0,0 1-1 0 0,1 0 0 0 0,-1-1 1 0 0,5 3-1 0 0,9 6-66 0 0,0-1 1 0 0,0 0-1 0 0,27 10 0 0 0,-31-15-15 0 0,0 0 0 0 0,-1 0 0 0 0,1 1-1 0 0,-1 1 1 0 0,0 0 0 0 0,-1 1 0 0 0,0 0 0 0 0,0 0-1 0 0,12 15 1 0 0,-20-21 33 0 0,0 0-1 0 0,-1 0 1 0 0,0 0-1 0 0,1 1 1 0 0,-1-1-1 0 0,0 1 1 0 0,0-1-1 0 0,0 1 1 0 0,-1-1 0 0 0,1 1-1 0 0,-1 0 1 0 0,1-1-1 0 0,-1 1 1 0 0,0-1-1 0 0,0 1 1 0 0,0 0-1 0 0,0-1 1 0 0,-1 1-1 0 0,0 3 1 0 0,0-1 3 0 0,-1-1 0 0 0,0 0 0 0 0,0 0 0 0 0,0 0 0 0 0,0-1 0 0 0,-1 1 0 0 0,0-1 0 0 0,1 1 0 0 0,-1-1 0 0 0,-6 6 0 0 0,-3 0 58 0 0,-1 0-1 0 0,0 0 0 0 0,0-1 0 0 0,-1-1 0 0 0,-23 10 1 0 0,19-10 42 0 0,-1-1 1 0 0,-26 6 0 0 0,9-8-5741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4.0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66 456 0 0,'65'-65'1728'0'0,"-66"68"-1728"0"0,-2-1 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4.9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0 295 3681 0 0,'3'0'333'0'0,"-1"1"0"0"0,1-1 0 0 0,-1 1 0 0 0,0-1 0 0 0,1 0 0 0 0,-1 0 0 0 0,0 0 0 0 0,1-1 0 0 0,-1 1 0 0 0,1-1 0 0 0,-1 1 0 0 0,0-1 0 0 0,0 0 0 0 0,1 1 0 0 0,-1-1 0 0 0,0 0 0 0 0,2-2 0 0 0,37-21 2986 0 0,-40 23-3210 0 0,16-11 570 0 0,0 0 0 0 0,0-1 0 0 0,-1-1 0 0 0,26-30 0 0 0,-38 40-668 0 0,0-1 0 0 0,-1 1 0 0 0,0-1-1 0 0,0 0 1 0 0,0 0 0 0 0,-1 0 0 0 0,1-1-1 0 0,-1 1 1 0 0,0-1 0 0 0,-1 1 0 0 0,1-1 0 0 0,-1 1-1 0 0,0-1 1 0 0,-1 0 0 0 0,1 1 0 0 0,-1-1 0 0 0,0 0-1 0 0,-1 0 1 0 0,1 1 0 0 0,-1-1 0 0 0,0 0-1 0 0,-4-10 1 0 0,4 14 1 0 0,1 0 1 0 0,-1 0-1 0 0,0 0 0 0 0,0 1 0 0 0,0-1 1 0 0,0 0-1 0 0,0 0 0 0 0,0 1 0 0 0,0-1 1 0 0,-1 1-1 0 0,1-1 0 0 0,0 1 0 0 0,-1 0 1 0 0,1-1-1 0 0,-1 1 0 0 0,0 0 0 0 0,1 0 1 0 0,-1 0-1 0 0,0 0 0 0 0,0 0 0 0 0,0 1 1 0 0,1-1-1 0 0,-4 0 0 0 0,2 1 30 0 0,-1 0 1 0 0,1 0-1 0 0,0 0 0 0 0,0 0 1 0 0,0 1-1 0 0,0 0 0 0 0,0 0 0 0 0,0-1 1 0 0,0 2-1 0 0,0-1 0 0 0,0 0 1 0 0,1 1-1 0 0,-5 2 0 0 0,0 1 35 0 0,0 0 0 0 0,0 0-1 0 0,1 1 1 0 0,0 0 0 0 0,0 0-1 0 0,0 1 1 0 0,1-1 0 0 0,0 1 0 0 0,0 0-1 0 0,-5 12 1 0 0,9-16-76 0 0,0 0 0 0 0,0 0 0 0 0,0 1 1 0 0,1-1-1 0 0,-1 0 0 0 0,1 1 0 0 0,0-1 0 0 0,0 1 1 0 0,0-1-1 0 0,0 0 0 0 0,0 1 0 0 0,1-1 0 0 0,0 0 0 0 0,0 1 1 0 0,0-1-1 0 0,0 0 0 0 0,2 4 0 0 0,0-1 4 0 0,0-1-1 0 0,1 0 1 0 0,0 1 0 0 0,0-1 0 0 0,0 0-1 0 0,1-1 1 0 0,-1 1 0 0 0,9 5-1 0 0,1 0-1 0 0,0-1 0 0 0,1-1 0 0 0,0 0-1 0 0,0-1 1 0 0,1 0 0 0 0,18 4 0 0 0,-26-9-175 0 0,-1-1 0 0 0,1 0 1 0 0,0-1-1 0 0,-1 0 0 0 0,1 0 1 0 0,0 0-1 0 0,0-1 0 0 0,-1 0 1 0 0,1-1-1 0 0,-1 0 0 0 0,1 0 0 0 0,-1 0 1 0 0,0-1-1 0 0,0 0 0 0 0,0-1 1 0 0,0 1-1 0 0,0-1 0 0 0,-1-1 1 0 0,0 1-1 0 0,7-7 0 0 0,11-10 102 0 0,0-2-1 0 0,-2 0 1 0 0,27-37-1 0 0,-41 49 526 0 0,1 1-1 0 0,0 0 0 0 0,1 1 1 0 0,0-1-1 0 0,18-12 0 0 0,-26 21-372 0 0,0 0-1 0 0,0 0 1 0 0,-1 0-1 0 0,1 0 1 0 0,0 0-1 0 0,0 0 1 0 0,0 0-1 0 0,0 0 1 0 0,0 1-1 0 0,0-1 1 0 0,0 1-1 0 0,0 0 1 0 0,0-1-1 0 0,0 1 1 0 0,1 0-1 0 0,-1 0 1 0 0,0 0-1 0 0,0 1 1 0 0,0-1-1 0 0,0 0 1 0 0,0 1-1 0 0,0-1 1 0 0,0 1-1 0 0,0 0 1 0 0,0 0-1 0 0,0 0 1 0 0,0 0-1 0 0,0 0 1 0 0,-1 0-1 0 0,1 0 1 0 0,0 1-1 0 0,-1-1 1 0 0,1 0-1 0 0,-1 1 1 0 0,1 0-1 0 0,-1-1 0 0 0,0 1 1 0 0,0 0-1 0 0,0-1 1 0 0,0 1-1 0 0,0 0 1 0 0,0 0-1 0 0,0 0 1 0 0,0 0-1 0 0,0 3 1 0 0,4 9 166 0 0,-1 0 0 0 0,3 23 0 0 0,-4-20-193 0 0,1 1 0 0 0,7 18 0 0 0,-10-32-55 0 0,1 0 1 0 0,-1 0-1 0 0,1 0 1 0 0,0-1-1 0 0,0 1 0 0 0,1-1 1 0 0,-1 0-1 0 0,1 1 0 0 0,0-1 1 0 0,-1 0-1 0 0,1 0 1 0 0,1-1-1 0 0,-1 1 0 0 0,4 2 1 0 0,-5-4 2 0 0,-1-1 0 0 0,0 0 0 0 0,0 1 0 0 0,1-1 1 0 0,-1 0-1 0 0,0 0 0 0 0,1 1 0 0 0,-1-1 0 0 0,0 0 0 0 0,1 0 1 0 0,-1 0-1 0 0,1-1 0 0 0,-1 1 0 0 0,0 0 0 0 0,0 0 0 0 0,1-1 1 0 0,-1 1-1 0 0,0-1 0 0 0,0 1 0 0 0,1-1 0 0 0,-1 0 0 0 0,0 1 1 0 0,0-1-1 0 0,0 0 0 0 0,0 0 0 0 0,0 0 0 0 0,0 0 1 0 0,0 0-1 0 0,0 0 0 0 0,0 0 0 0 0,1-1 0 0 0,27-45-208 0 0,-21 32 186 0 0,-4 9-9 0 0,7-11-33 0 0,24-32 0 0 0,-32 46 56 0 0,-1 0 0 0 0,1 0-1 0 0,0 0 1 0 0,0 0 0 0 0,0 1 0 0 0,0-1 0 0 0,1 1 0 0 0,-1-1 0 0 0,1 1 0 0 0,-1 1-1 0 0,1-1 1 0 0,0 0 0 0 0,-1 1 0 0 0,1-1 0 0 0,0 1 0 0 0,7-1 0 0 0,-9 3 6 0 0,0-1 1 0 0,-1 0-1 0 0,1 1 0 0 0,0-1 1 0 0,-1 1-1 0 0,1-1 1 0 0,-1 1-1 0 0,1 0 1 0 0,-1 0-1 0 0,0 0 1 0 0,1 0-1 0 0,-1 0 1 0 0,0 0-1 0 0,1 0 1 0 0,-1 0-1 0 0,0 0 1 0 0,0 0-1 0 0,0 1 0 0 0,1 1 1 0 0,20 35 241 0 0,-8-11-22 0 0,-6-17-246 0 0,1 1 0 0 0,0-1 0 0 0,1-1 0 0 0,13 11 0 0 0,-18-16-33 0 0,1 0 1 0 0,-1 0-1 0 0,1 0 0 0 0,0-1 0 0 0,0 0 1 0 0,0 0-1 0 0,1-1 0 0 0,-1 0 0 0 0,1 0 1 0 0,9 1-1 0 0,-14-3-15 0 0,1 0-1 0 0,-1-1 1 0 0,1 1 0 0 0,-1-1-1 0 0,0 1 1 0 0,1-1 0 0 0,-1 0-1 0 0,0 0 1 0 0,0-1 0 0 0,1 1-1 0 0,-1 0 1 0 0,0-1 0 0 0,3-2 0 0 0,30-28-261 0 0,-25 22 202 0 0,38-39-218 0 0,26-24 521 0 0,-73 73-145 0 0,0-1 1 0 0,0 0-1 0 0,0 1 0 0 0,0-1 1 0 0,0 1-1 0 0,0 0 0 0 0,0-1 1 0 0,0 1-1 0 0,0 0 1 0 0,0-1-1 0 0,0 1 0 0 0,0 0 1 0 0,1 0-1 0 0,-1 0 0 0 0,0 0 1 0 0,0 0-1 0 0,0 0 1 0 0,0 1-1 0 0,0-1 0 0 0,0 0 1 0 0,0 1-1 0 0,0-1 0 0 0,1 0 1 0 0,-1 1-1 0 0,0-1 1 0 0,-1 1-1 0 0,1 0 0 0 0,0-1 1 0 0,0 1-1 0 0,0 0 0 0 0,0-1 1 0 0,0 1-1 0 0,-1 0 1 0 0,2 1-1 0 0,31 41 1433 0 0,-16-20-1031 0 0,-4-8-927 0 0,-7-7-463 0 0,0-1 0 0 0,1 0 0 0 0,0-1 0 0 0,0 0 0 0 0,0 0-1 0 0,13 8 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5.3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11058 0 0,'-1'1'219'0'0,"0"-1"0"0"0,1 1 0 0 0,-1-1 0 0 0,0 1 0 0 0,1 0 0 0 0,-1-1 0 0 0,1 1 0 0 0,-1 0 0 0 0,1-1 0 0 0,-1 1 0 0 0,1 0 0 0 0,-1 0 0 0 0,1 0 0 0 0,0-1 0 0 0,0 1 0 0 0,-1 0 0 0 0,1 0 0 0 0,0 0 0 0 0,0 0 0 0 0,0 0 0 0 0,0 0 0 0 0,0-1 0 0 0,0 1 0 0 0,0 0 0 0 0,0 0 0 0 0,0 1 0 0 0,2 34 2145 0 0,-2-28-1879 0 0,2 25 555 0 0,1 1 0 0 0,8 39-1 0 0,-6-54-1678 0 0,0 0-1 0 0,14 31 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5.5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14747 0 0,'-6'0'1312'0'0,"2"0"-1056"0"0,3 0-135 0 0,-1 0-33 0 0,1 1-8 0 0,-2-1 0 0 0,1 2-336 0 0,0-1-65 0 0,4 0-7 0 0,22 6-8 0 0,-13-3 440 0 0,0 1-8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6.5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273 34 920 0 0,'-3'-3'679'0'0,"-1"-1"0"0"0,1 1 0 0 0,-1 0 0 0 0,0 1 0 0 0,0-1 0 0 0,0 1 0 0 0,0-1-1 0 0,-1 1 1 0 0,1 1 0 0 0,-1-1 0 0 0,1 0 0 0 0,-1 1 0 0 0,1 0 0 0 0,-6 0 0 0 0,4 0-201 0 0,1 1 0 0 0,-1 0 0 0 0,0 1 0 0 0,0 0 0 0 0,1-1-1 0 0,-1 2 1 0 0,0-1 0 0 0,1 1 0 0 0,-1 0 0 0 0,-6 3 0 0 0,2 0-156 0 0,0 1 0 0 0,0 1 0 0 0,0 0 0 0 0,1 0 0 0 0,0 0-1 0 0,1 1 1 0 0,-1 1 0 0 0,2-1 0 0 0,-1 1 0 0 0,-10 18 0 0 0,14-20-260 0 0,0-1 0 0 0,0 1 0 0 0,1 0 0 0 0,1 0 0 0 0,-1 0 0 0 0,1 1 0 0 0,0-1 0 0 0,1 1 0 0 0,-1-1 0 0 0,1 1 0 0 0,1-1 0 0 0,0 1 0 0 0,0 0 0 0 0,0-1 0 0 0,1 1 0 0 0,0-1 0 0 0,3 11 0 0 0,-2-13-115 0 0,0 1 1 0 0,1-1 0 0 0,-1 0 0 0 0,1-1 0 0 0,0 1 0 0 0,0 0 0 0 0,0-1 0 0 0,1 1 0 0 0,0-1-1 0 0,0 0 1 0 0,0 0 0 0 0,0-1 0 0 0,0 1 0 0 0,1-1 0 0 0,0 0 0 0 0,0 0 0 0 0,0-1 0 0 0,0 1 0 0 0,0-1-1 0 0,0 0 1 0 0,0 0 0 0 0,1-1 0 0 0,-1 0 0 0 0,9 1 0 0 0,-2 0-253 0 0,0-2 0 0 0,1 0 1 0 0,-1 0-1 0 0,0-1 0 0 0,1-1 0 0 0,-1 0 0 0 0,0 0 1 0 0,0-1-1 0 0,0-1 0 0 0,20-9 0 0 0,-18 7-98 0 0,-1-1-1 0 0,-1 0 1 0 0,1-1-1 0 0,-1 0 1 0 0,-1-1-1 0 0,0 0 1 0 0,0-1-1 0 0,19-21 1 0 0,-26 25 552 0 0,-1-1 1 0 0,1 1 0 0 0,-1 0 0 0 0,0-1-1 0 0,-1 1 1 0 0,4-12 0 0 0,8-20 4627 0 0,-13 40-4578 0 0,1 0-1 0 0,-1 1 1 0 0,1-1 0 0 0,-1 1 0 0 0,0-1-1 0 0,0 1 1 0 0,0-1 0 0 0,0 1-1 0 0,0 0 1 0 0,-1-1 0 0 0,1 4-1 0 0,2 5 59 0 0,1-2-168 0 0,0-1 1 0 0,1 1 0 0 0,0-1 0 0 0,0 0-1 0 0,0-1 1 0 0,1 1 0 0 0,0-1 0 0 0,1 0-1 0 0,11 9 1 0 0,-13-12-99 0 0,1 1-1 0 0,-1-1 1 0 0,1 0-1 0 0,0-1 1 0 0,0 0-1 0 0,1 1 0 0 0,-1-2 1 0 0,1 1-1 0 0,0-1 1 0 0,-1 0-1 0 0,1-1 1 0 0,0 1-1 0 0,10 0 1 0 0,-16-2-8 0 0,0 0 1 0 0,0 0 0 0 0,-1 0-1 0 0,1 0 1 0 0,0-1-1 0 0,-1 1 1 0 0,1 0 0 0 0,0 0-1 0 0,-1 0 1 0 0,1 0 0 0 0,-1-1-1 0 0,1 1 1 0 0,0 0 0 0 0,-1-1-1 0 0,1 1 1 0 0,-1 0-1 0 0,1-1 1 0 0,-1 1 0 0 0,1-1-1 0 0,-1 1 1 0 0,1-1 0 0 0,-1 1-1 0 0,1-1 1 0 0,-1 1-1 0 0,0-1 1 0 0,1 1 0 0 0,-1-1-1 0 0,0 0 1 0 0,1 1 0 0 0,-1-1-1 0 0,0 1 1 0 0,0-1-1 0 0,0 0 1 0 0,1 1 0 0 0,-1-1-1 0 0,0 0 1 0 0,0 1 0 0 0,0-1-1 0 0,0 0 1 0 0,0 1-1 0 0,0-1 1 0 0,0 0 0 0 0,-1 1-1 0 0,1-1 1 0 0,0 0 0 0 0,0 1-1 0 0,0-1 1 0 0,-1 0 0 0 0,1 1-1 0 0,0-1 1 0 0,-1 1-1 0 0,0-2 1 0 0,-22-40-523 0 0,18 34 456 0 0,-18-33-196 0 0,15 25 6 0 0,-1 0 1 0 0,0 0 0 0 0,-1 1 0 0 0,-19-22 0 0 0,13 28-1673 0 0,33 9 152 0 0,49-11 1296 0 0,-51 8 865 0 0,0 0 1 0 0,0 1-1 0 0,0 0 1 0 0,0 2-1 0 0,17 0 0 0 0,-28 0-253 0 0,1 1 0 0 0,0 0-1 0 0,-1 0 1 0 0,1 1-1 0 0,-1-1 1 0 0,0 1 0 0 0,1 0-1 0 0,-1 0 1 0 0,0 0 0 0 0,0 1-1 0 0,0 0 1 0 0,-1-1-1 0 0,1 1 1 0 0,-1 1 0 0 0,1-1-1 0 0,-1 0 1 0 0,0 1 0 0 0,0 0-1 0 0,0-1 1 0 0,-1 1 0 0 0,3 4-1 0 0,5 18-10 0 0,-9-22-84 0 0,1 0 0 0 0,-1 0 0 0 0,1 1-1 0 0,0-1 1 0 0,0 0 0 0 0,0-1-1 0 0,0 1 1 0 0,1 0 0 0 0,-1 0-1 0 0,1-1 1 0 0,0 0 0 0 0,0 1 0 0 0,5 3-1 0 0,-6-7-17 0 0,0 0-1 0 0,0 0 0 0 0,-1 0 0 0 0,1 0 1 0 0,0 0-1 0 0,0 0 0 0 0,-1 0 1 0 0,1-1-1 0 0,0 1 0 0 0,0-1 0 0 0,-1 1 1 0 0,1-1-1 0 0,-1 0 0 0 0,1 0 1 0 0,0 0-1 0 0,-1 0 0 0 0,1 0 1 0 0,1-2-1 0 0,27-23 52 0 0,-28 25-47 0 0,26-28 196 0 0,-21 21-103 0 0,0 0 0 0 0,0 1 0 0 0,1-1 0 0 0,0 1 1 0 0,0 1-1 0 0,1 0 0 0 0,15-9 0 0 0,-24 15-80 0 0,1 0 1 0 0,0 0-1 0 0,-1 0 0 0 0,1-1 0 0 0,0 1 1 0 0,0 0-1 0 0,-1 0 0 0 0,1 0 0 0 0,0 0 0 0 0,-1 0 1 0 0,1 0-1 0 0,0 0 0 0 0,-1 1 0 0 0,1-1 1 0 0,0 0-1 0 0,-1 0 0 0 0,1 0 0 0 0,0 1 1 0 0,-1-1-1 0 0,1 0 0 0 0,0 1 0 0 0,-1-1 0 0 0,1 1 1 0 0,-1-1-1 0 0,1 0 0 0 0,-1 1 0 0 0,1-1 1 0 0,-1 1-1 0 0,1 0 0 0 0,-1-1 0 0 0,1 1 1 0 0,-1-1-1 0 0,0 1 0 0 0,1 0 0 0 0,-1 0 1 0 0,12 33 421 0 0,-3-7-397 0 0,-6-22-242 0 0,0-2 0 0 0,1 1 0 0 0,-1 0 0 0 0,1-1 1 0 0,0 0-1 0 0,0 1 0 0 0,1-2 0 0 0,6 5 0 0 0,4 1-1246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7.2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184 433 6449 0 0,'8'-15'516'0'0,"0"0"0"0"0,7-23 0 0 0,-14 33-207 0 0,1 1 0 0 0,-1-1 0 0 0,0 0 0 0 0,-1 0 0 0 0,1 0 0 0 0,-1 0 0 0 0,0 0 0 0 0,0 0 0 0 0,0 0 0 0 0,-1 0 0 0 0,0 0 0 0 0,-2-7 1 0 0,3 10-202 0 0,0 1 0 0 0,-1 0 1 0 0,1 0-1 0 0,-1 0 1 0 0,1 0-1 0 0,-1 0 1 0 0,1 0-1 0 0,-1 0 1 0 0,0 0-1 0 0,0 0 1 0 0,1 0-1 0 0,-1 0 1 0 0,0 0-1 0 0,0 1 0 0 0,0-1 1 0 0,0 0-1 0 0,0 0 1 0 0,0 1-1 0 0,0-1 1 0 0,0 1-1 0 0,0-1 1 0 0,-1 1-1 0 0,1-1 1 0 0,-2 1-1 0 0,0 0 42 0 0,1 0-1 0 0,-1 0 0 0 0,0 0 1 0 0,1 0-1 0 0,-1 1 1 0 0,1-1-1 0 0,-1 1 1 0 0,1 0-1 0 0,-1 0 1 0 0,-4 2-1 0 0,-3 3 286 0 0,-1 0 0 0 0,1 1 0 0 0,-17 15 1 0 0,23-19-352 0 0,-14 13 383 0 0,-29 32 0 0 0,43-44-452 0 0,1 0-1 0 0,0 1 0 0 0,0-1 0 0 0,0 0 1 0 0,0 1-1 0 0,1 0 0 0 0,-1 0 0 0 0,1 0 0 0 0,0 0 1 0 0,1 0-1 0 0,0 0 0 0 0,-1 0 0 0 0,1 1 1 0 0,0 7-1 0 0,1-11-47 0 0,0 0 0 0 0,0 0 1 0 0,0-1-1 0 0,1 1 0 0 0,-1 0 1 0 0,0-1-1 0 0,1 1 0 0 0,-1 0 1 0 0,1-1-1 0 0,0 1 0 0 0,-1 0 0 0 0,1-1 1 0 0,0 1-1 0 0,0-1 0 0 0,0 1 1 0 0,0-1-1 0 0,0 0 0 0 0,0 1 1 0 0,1-1-1 0 0,-1 0 0 0 0,0 0 0 0 0,1 0 1 0 0,-1 0-1 0 0,0 0 0 0 0,1 0 1 0 0,0 0-1 0 0,-1 0 0 0 0,1-1 1 0 0,-1 1-1 0 0,1-1 0 0 0,0 1 1 0 0,0-1-1 0 0,-1 1 0 0 0,1-1 0 0 0,0 0 1 0 0,-1 0-1 0 0,1 0 0 0 0,0 0 1 0 0,0 0-1 0 0,1-1 0 0 0,3 0-208 0 0,0 0 1 0 0,-1 0-1 0 0,0 0 0 0 0,1-1 0 0 0,-1 0 0 0 0,0 0 1 0 0,0-1-1 0 0,0 1 0 0 0,0-1 0 0 0,0 0 0 0 0,6-6 1 0 0,-2 1 56 0 0,-1-1 0 0 0,0-1 0 0 0,0 0 0 0 0,-1 0 0 0 0,0 0 0 0 0,-1-1 1 0 0,0 0-1 0 0,-1 0 0 0 0,0-1 0 0 0,-1 1 0 0 0,0-1 0 0 0,0 0 0 0 0,-2 0 1 0 0,1-1-1 0 0,-2 1 0 0 0,0 0 0 0 0,0-15 0 0 0,-2-8 907 0 0,-1-1 1 0 0,-3 1-1 0 0,0-1 0 0 0,-19-59 0 0 0,12 65 2203 0 0,11 30-2887 0 0,1 0 1 0 0,0 0-1 0 0,-3 1 1224 0 0,3-1-1224 0 0,0 0 0 0 0,0 0 1 0 0,0 0-1 0 0,0 1 1 0 0,0-1-1 0 0,0 0 1 0 0,0 0-1 0 0,0 0 1 0 0,0 0-1 0 0,0 0 1 0 0,0 0-1 0 0,-2 19 901 0 0,3 1-864 0 0,0 0 0 0 0,2-1 0 0 0,0 1 0 0 0,1-1 0 0 0,1 0-1 0 0,1 0 1 0 0,0-1 0 0 0,1 1 0 0 0,19 31 0 0 0,-12-27-85 0 0,1 0 0 0 0,1-1 1 0 0,1-1-1 0 0,1-1 0 0 0,1 0 0 0 0,34 27 1 0 0,-47-42-63 0 0,0-1 1 0 0,0 1 0 0 0,1-1-1 0 0,0-1 1 0 0,0 1-1 0 0,0-1 1 0 0,0 0 0 0 0,1-1-1 0 0,-1 0 1 0 0,1 0-1 0 0,-1 0 1 0 0,14 0 0 0 0,-17-2 34 0 0,0 0 1 0 0,0 0 0 0 0,0-1-1 0 0,0 1 1 0 0,0-1 0 0 0,0 0-1 0 0,0 0 1 0 0,0 0 0 0 0,0-1-1 0 0,-1 1 1 0 0,1-1 0 0 0,-1 0-1 0 0,1 0 1 0 0,-1 0 0 0 0,0-1-1 0 0,1 1 1 0 0,-1-1 0 0 0,0 0-1 0 0,-1 0 1 0 0,1 0 0 0 0,0 0-1 0 0,-1 0 1 0 0,0 0 0 0 0,0-1-1 0 0,4-6 1 0 0,5-18 194 0 0,15-27 399 0 0,-25 51-468 0 0,2 0 0 0 0,-1 1-1 0 0,0-1 1 0 0,1 1-1 0 0,0 0 1 0 0,0 0-1 0 0,-1 0 1 0 0,2 0 0 0 0,-1 0-1 0 0,0 1 1 0 0,5-3-1 0 0,-7 5-70 0 0,-1-1 0 0 0,1 1 0 0 0,0 0 0 0 0,0 0-1 0 0,-1 0 1 0 0,1 0 0 0 0,0 0 0 0 0,0 0 0 0 0,0 0 0 0 0,-1 0-1 0 0,1 0 1 0 0,0 0 0 0 0,0 0 0 0 0,-1 1 0 0 0,1-1 0 0 0,0 0-1 0 0,0 1 1 0 0,-1-1 0 0 0,1 0 0 0 0,0 1 0 0 0,-1-1-1 0 0,1 1 1 0 0,-1-1 0 0 0,1 1 0 0 0,0-1 0 0 0,-1 1 0 0 0,1-1-1 0 0,-1 1 1 0 0,1 0 0 0 0,-1-1 0 0 0,0 1 0 0 0,1 0 0 0 0,-1-1-1 0 0,0 1 1 0 0,1 1 0 0 0,13 32-31 0 0,-11-24 80 0 0,-1-5-75 0 0,0 0 0 0 0,0-1 0 0 0,0 1 0 0 0,1 0 0 0 0,-1-1 0 0 0,1 0 0 0 0,1 1 0 0 0,-1-1 0 0 0,0 0 0 0 0,1-1 1 0 0,0 1-1 0 0,0-1 0 0 0,0 1 0 0 0,0-1 0 0 0,6 3 0 0 0,-6-4-115 0 0,0-1 1 0 0,0 0-1 0 0,0 0 1 0 0,0 0-1 0 0,0 0 1 0 0,0-1-1 0 0,1 1 1 0 0,-1-1-1 0 0,0 0 0 0 0,0 0 1 0 0,0-1-1 0 0,0 1 1 0 0,1-1-1 0 0,-1 0 1 0 0,0 0-1 0 0,0 0 1 0 0,-1-1-1 0 0,1 1 0 0 0,6-4 1 0 0,33-26-476 0 0,2-2 381 0 0,-42 31 258 0 0,0 0 0 0 0,0 1 0 0 0,0-1 0 0 0,0 1-1 0 0,0 0 1 0 0,0 0 0 0 0,0 0 0 0 0,0 0-1 0 0,1 1 1 0 0,-1 0 0 0 0,0-1 0 0 0,7 1 0 0 0,-7 1-41 0 0,0 1 1 0 0,0-1-1 0 0,0 1 0 0 0,0-1 1 0 0,0 1-1 0 0,-1 0 1 0 0,1 0-1 0 0,0 0 1 0 0,-1 1-1 0 0,1-1 1 0 0,-1 1-1 0 0,0-1 1 0 0,0 1-1 0 0,0 0 1 0 0,3 5-1 0 0,9 11-1359 0 0,-5-11 123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7.5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 19 6913 0 0,'0'0'193'0'0,"0"-1"0"0"0,0 0 0 0 0,0 1 0 0 0,0-1 0 0 0,0 1 0 0 0,0-1 0 0 0,0 0 0 0 0,0 1 0 0 0,0-1 0 0 0,0 1 0 0 0,0-1 0 0 0,0 0 0 0 0,0 1 0 0 0,0-1 0 0 0,0 1 0 0 0,-1-1 0 0 0,1 1 0 0 0,0-1 0 0 0,-1 0 0 0 0,1 1 0 0 0,0-1 0 0 0,-1 1 0 0 0,0-1 387 0 0,1 0-387 0 0,-1 1 0 0 0,1-1 0 0 0,-1 1 0 0 0,1 0 0 0 0,-1-1 0 0 0,1 1 0 0 0,-1 0 0 0 0,0 0 0 0 0,1-1 0 0 0,-1 1 0 0 0,1 0 0 0 0,-1 0 0 0 0,1 0 0 0 0,-1 0 0 0 0,0 0 0 0 0,1 0 0 0 0,-1 0 0 0 0,0 0 0 0 0,1 0 0 0 0,-1 0 0 0 0,1 0 0 0 0,-1 0 0 0 0,0 0 0 0 0,1 1 0 0 0,-1-1 0 0 0,1 0 0 0 0,-1 0 0 0 0,1 1 0 0 0,-1-1 0 0 0,1 0 0 0 0,-1 1 0 0 0,1-1 0 0 0,-2 1 386 0 0,1 0-386 0 0,-4 3 309 0 0,0-1 1 0 0,1 1 0 0 0,-1 0 0 0 0,1 0 0 0 0,-5 6 0 0 0,2-1-355 0 0,0 1 0 0 0,1 0 0 0 0,0 0-1 0 0,1 1 1 0 0,0 0 0 0 0,1 0 0 0 0,0 0 0 0 0,0 0 0 0 0,1 1-1 0 0,-1 12 1 0 0,3-19-232 0 0,1 0 0 0 0,0 0 0 0 0,0 0 0 0 0,0 0 0 0 0,1 0-1 0 0,0 0 1 0 0,0 0 0 0 0,0-1 0 0 0,0 1 0 0 0,1 0 0 0 0,3 7 0 0 0,-3-8-306 0 0,0-1 0 0 0,1 0 0 0 0,-1 0 0 0 0,1 0 0 0 0,0 0 1 0 0,0 0-1 0 0,0 0 0 0 0,0-1 0 0 0,0 1 0 0 0,1-1 0 0 0,-1 0 1 0 0,1 0-1 0 0,-1 0 0 0 0,1 0 0 0 0,0-1 0 0 0,4 2 0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7.7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2 148 10138 0 0,'2'-53'824'0'0,"-1"24"3028"0"0,-2-37 1 0 0,0 86-435 0 0,-1-11-3295 0 0,2 1-1 0 0,-1 0 1 0 0,2-1 0 0 0,1 16-1 0 0,3-7-66 0 0,2-1 1 0 0,0 1-1 0 0,1-2 0 0 0,1 1 0 0 0,0-1 1 0 0,1-1-1 0 0,13 16 0 0 0,-10-13-680 0 0,0 1 0 0 0,-1 0-1 0 0,-1 1 1 0 0,9 23 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8.0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10 321 4609 0 0,'-2'-7'566'0'0,"0"0"0"0"0,0 0 0 0 0,1 0 0 0 0,0-1 0 0 0,0 1 0 0 0,1-1-1 0 0,0 1 1 0 0,0 0 0 0 0,1-1 0 0 0,-1 1 0 0 0,2 0 0 0 0,-1-1 0 0 0,1 1 0 0 0,0 0 0 0 0,1 0 0 0 0,-1 0 0 0 0,1 0 0 0 0,1 1 0 0 0,5-10 0 0 0,-5 10-456 0 0,1 0 0 0 0,-1 0 0 0 0,1 0 0 0 0,0 1 0 0 0,1 0 0 0 0,-1 0 0 0 0,1 0 1 0 0,10-6-1 0 0,-11 8-401 0 0,0 1-1 0 0,1-1 1 0 0,-1 1 0 0 0,0 0 0 0 0,1 0 0 0 0,-1 1 0 0 0,1 0 0 0 0,0 0 0 0 0,-1 0 0 0 0,1 0 0 0 0,10 1 0 0 0,5 2-1606 0 0,80 7-4043 0 0,-92-7 5752 0 0,0 0-1 0 0,0 0 0 0 0,0 1 1 0 0,0 0-1 0 0,0 1 0 0 0,0 0 1 0 0,-1 0-1 0 0,29 21 16323 0 0,-35-34-16094 0 0,1 0 0 0 0,-1 0 1 0 0,1 1-1 0 0,0-1 0 0 0,1 1 1 0 0,0 0-1 0 0,1 0 1 0 0,-1 0-1 0 0,1 0 0 0 0,1 1 1 0 0,0 0-1 0 0,0 0 0 0 0,0 1 1 0 0,15-12-1 0 0,15-7-2993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8.4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7 10594 0 0,'0'0'488'0'0,"0"21"1982"0"0,-2-13-1934 0 0,0-1-1 0 0,1 1 0 0 0,0-1 1 0 0,0 1-1 0 0,1 0 1 0 0,0-1-1 0 0,0 1 1 0 0,1 0-1 0 0,2 11 0 0 0,-3-17-515 0 0,1 0-1 0 0,0 1 0 0 0,0-1 0 0 0,0 0 0 0 0,1 1 1 0 0,-1-1-1 0 0,1 0 0 0 0,-1 0 0 0 0,1 0 0 0 0,-1 0 1 0 0,1 0-1 0 0,0-1 0 0 0,0 1 0 0 0,0 0 0 0 0,0-1 1 0 0,0 0-1 0 0,0 1 0 0 0,1-1 0 0 0,-1 0 0 0 0,0 0 1 0 0,1 0-1 0 0,-1 0 0 0 0,1-1 0 0 0,-1 1 0 0 0,1 0 1 0 0,-1-1-1 0 0,1 0 0 0 0,-1 0 0 0 0,1 0 1 0 0,-1 0-1 0 0,1 0 0 0 0,3-1 0 0 0,-4 1 8 0 0,0 0 1 0 0,0 0-1 0 0,0 0 0 0 0,0-1 0 0 0,0 1 1 0 0,0-1-1 0 0,0 1 0 0 0,0-1 0 0 0,0 0 1 0 0,-1 0-1 0 0,1 0 0 0 0,0 0 0 0 0,0 0 1 0 0,-1 0-1 0 0,1 0 0 0 0,-1-1 0 0 0,1 1 1 0 0,-1 0-1 0 0,1-1 0 0 0,-1 1 0 0 0,2-4 0 0 0,-1 2 51 0 0,-1 0-1 0 0,0 0 0 0 0,0 0 1 0 0,0 0-1 0 0,-1 0 0 0 0,1-1 0 0 0,-1 1 1 0 0,1 0-1 0 0,-1 0 0 0 0,0 0 0 0 0,0-1 1 0 0,-1-4-1 0 0,-1 1-252 0 0,1-1 0 0 0,-1 1 0 0 0,0 0 1 0 0,-1 0-1 0 0,-3-8 0 0 0,4 10-620 0 0,-1 0 1 0 0,1 1 0 0 0,-1-1-1 0 0,0 1 1 0 0,-1 0-1 0 0,-5-6 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9.6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56 3225 0 0,'2'-4'666'0'0,"0"0"1"0"0,-1 0 0 0 0,1-1 0 0 0,-1 1-1 0 0,0 0 1 0 0,-1-1 0 0 0,1-6 0 0 0,0 11-516 0 0,-1-1 0 0 0,0 0 0 0 0,0 1 0 0 0,-1-1 0 0 0,1 0 0 0 0,0 1 0 0 0,0-1 0 0 0,0 0 0 0 0,0 1 1 0 0,0-1-1 0 0,-1 0 0 0 0,1 1 0 0 0,0-1 0 0 0,-1 1 0 0 0,1-1 0 0 0,0 0 0 0 0,-1 1 0 0 0,1-1 0 0 0,-1 1 1 0 0,1-1-1 0 0,-1 1 0 0 0,0-1 0 0 0,0 1 13 0 0,0-1 0 0 0,0 1 0 0 0,0 0 0 0 0,0 0 0 0 0,0 0 0 0 0,0 0 0 0 0,0 0 0 0 0,0 0 0 0 0,-1 0 0 0 0,1 1 0 0 0,0-1 0 0 0,0 0 0 0 0,0 0 0 0 0,0 1 0 0 0,0-1 0 0 0,0 1 0 0 0,0-1 0 0 0,1 1 0 0 0,-3 0 0 0 0,0 2 37 0 0,1-1 1 0 0,-1 1-1 0 0,0-1 1 0 0,1 1-1 0 0,-1 0 0 0 0,1 0 1 0 0,0 0-1 0 0,0 0 1 0 0,0 0-1 0 0,1 0 1 0 0,-1 1-1 0 0,1-1 0 0 0,-1 1 1 0 0,1-1-1 0 0,0 5 1 0 0,-12 61 520 0 0,10-53-545 0 0,1 1-24 0 0,0 0 0 0 0,1 1-1 0 0,0-1 1 0 0,1 0 0 0 0,6 33-1 0 0,-6-45-117 0 0,1 0-1 0 0,1 1 0 0 0,-1-1 0 0 0,1 0 0 0 0,0 0 0 0 0,0 0 1 0 0,0 0-1 0 0,1-1 0 0 0,0 1 0 0 0,-1-1 0 0 0,2 1 0 0 0,-1-1 1 0 0,0 0-1 0 0,1 0 0 0 0,0 0 0 0 0,0-1 0 0 0,0 1 0 0 0,1-1 1 0 0,-1 0-1 0 0,1 0 0 0 0,-1-1 0 0 0,1 1 0 0 0,6 1 1 0 0,-10-3-30 0 0,1-1 0 0 0,-1 1 1 0 0,0-1-1 0 0,1 1 1 0 0,-1-1-1 0 0,1 0 1 0 0,-1 0-1 0 0,1 0 0 0 0,-1 0 1 0 0,1 0-1 0 0,-1 0 1 0 0,0 0-1 0 0,1 0 1 0 0,-1 0-1 0 0,1-1 0 0 0,-1 1 1 0 0,1-1-1 0 0,-1 1 1 0 0,0-1-1 0 0,1 1 1 0 0,-1-1-1 0 0,0 0 1 0 0,0 1-1 0 0,1-1 0 0 0,-1 0 1 0 0,0 0-1 0 0,0 0 1 0 0,0 0-1 0 0,0 0 1 0 0,0 0-1 0 0,0-1 0 0 0,-1 1 1 0 0,1 0-1 0 0,0 0 1 0 0,0-1-1 0 0,-1 1 1 0 0,1 0-1 0 0,-1-1 1 0 0,1 1-1 0 0,-1-1 0 0 0,0 1 1 0 0,1 0-1 0 0,-1-1 1 0 0,0 1-1 0 0,0-4 1 0 0,0-3 36 0 0,1-1 0 0 0,-1 1 0 0 0,0-1 0 0 0,-1 1 0 0 0,0 0 0 0 0,-4-13 0 0 0,1 4-126 0 0,-1 1 1 0 0,-1-1-1 0 0,0 1 1 0 0,-1 1-1 0 0,-1-1 1 0 0,-1 1-1 0 0,0 1 1 0 0,-1 0-1 0 0,-19-22 1 0 0,21 29-963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0.1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5 121 3681 0 0,'-4'-14'13631'0'0,"19"11"-10873"0"0,27 10-2297 0 0,-37-5-338 0 0,1 0 0 0 0,-1 1 0 0 0,0 0 0 0 0,0 0 0 0 0,0 0 0 0 0,0 1 0 0 0,0-1-1 0 0,-1 1 1 0 0,1 0 0 0 0,-1 0 0 0 0,0 1 0 0 0,-1-1 0 0 0,1 1 0 0 0,-1 0 0 0 0,0 0 0 0 0,0 0 0 0 0,3 9 0 0 0,2 6-128 0 0,-2 0 0 0 0,0 1 1 0 0,4 33-1 0 0,2 7 194 0 0,-15-76-23 0 0,1-1 1 0 0,1 1-1 0 0,1 0 0 0 0,0-1 0 0 0,1 1 0 0 0,0 0 0 0 0,1-1 1 0 0,8-28-1 0 0,-2 17-703 0 0,1 1 1 0 0,1 0-1 0 0,1 0 1 0 0,18-30-1 0 0,-6 20-7299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108 15 12443 0 0,'0'-1'93'0'0,"0"1"0"0"0,-1-1 0 0 0,0 0-1 0 0,1 0 1 0 0,-1 0 0 0 0,0 0 0 0 0,1 0 0 0 0,-1 0 0 0 0,0 1 0 0 0,0-1 0 0 0,0 0 0 0 0,1 1 0 0 0,-1-1 0 0 0,0 1 0 0 0,0-1 0 0 0,0 1 0 0 0,0-1 0 0 0,0 1 0 0 0,0-1 0 0 0,0 1 0 0 0,0 0 0 0 0,0 0 0 0 0,-1-1 0 0 0,1 1 0 0 0,0 0 0 0 0,0 0 0 0 0,0 0 0 0 0,0 0-1 0 0,0 1 1 0 0,0-1 0 0 0,0 0 0 0 0,0 0 0 0 0,0 1 0 0 0,0-1 0 0 0,0 0 0 0 0,0 1 0 0 0,0-1 0 0 0,0 1 0 0 0,0-1 0 0 0,0 1 0 0 0,0 0 0 0 0,-1 0 0 0 0,-2 2 150 0 0,0-1 0 0 0,1 1 1 0 0,-1-1-1 0 0,1 1 0 0 0,-1 1 0 0 0,1-1 0 0 0,0 0 1 0 0,0 1-1 0 0,-4 6 0 0 0,2 3-35 0 0,-1 0-1 0 0,2 1 1 0 0,0 0 0 0 0,1 0 0 0 0,0 0-1 0 0,1 0 1 0 0,0 0 0 0 0,1 1-1 0 0,1-1 1 0 0,0 0 0 0 0,5 28-1 0 0,5 11 153 0 0,29 92-1 0 0,-34-128-315 0 0,60 182 27 0 0,-33-116-2763 0 0,-26-66-4379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 3225 0 0,'12'-8'136'0'0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8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1 1 6305 0 0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8754 0 0,'2'2'499'0'0,"1"0"1"0"0,-1 0 0 0 0,0 0-1 0 0,1 1 1 0 0,-1-1-1 0 0,-1 0 1 0 0,1 1 0 0 0,0 0-1 0 0,0-1 1 0 0,-1 1-1 0 0,0 0 1 0 0,1 0-1 0 0,-1 0 1 0 0,0 0 0 0 0,0 0-1 0 0,0 3 1 0 0,10 56 2647 0 0,-10-51-2977 0 0,1 0-576 0 0,0 0 0 0 0,1 0 0 0 0,5 15 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2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8 11979 0 0,'0'0'130'0'0,"0"-1"1"0"0,-1 1 0 0 0,1-1-1 0 0,0 1 1 0 0,-1-1-1 0 0,1 1 1 0 0,-1-1 0 0 0,1 1-1 0 0,-1-1 1 0 0,1 1 0 0 0,-1 0-1 0 0,1-1 1 0 0,-1 1 0 0 0,1 0-1 0 0,-1-1 1 0 0,1 1 0 0 0,-1 0-1 0 0,0 0 1 0 0,1 0 0 0 0,-1-1-1 0 0,1 1 1 0 0,-1 0 0 0 0,0 0-1 0 0,1 0 1 0 0,-1 0-1 0 0,0 0 1 0 0,1 0 0 0 0,-1 0-1 0 0,0 0 1 0 0,1 1 0 0 0,-1-1-1 0 0,1 0 1 0 0,-1 0 0 0 0,0 0-1 0 0,1 1 1 0 0,-1-1 0 0 0,1 0-1 0 0,-1 1 1 0 0,1-1 0 0 0,-1 0-1 0 0,1 1 1 0 0,-1-1 0 0 0,1 1-1 0 0,-1-1 1 0 0,1 0 0 0 0,0 1-1 0 0,-1 0 1 0 0,1-1-1 0 0,0 1 1 0 0,-1-1 0 0 0,1 1-1 0 0,0-1 1 0 0,0 1 0 0 0,-1 0-1 0 0,1-1 1 0 0,0 1 0 0 0,0-1-1 0 0,0 1 1 0 0,0 0 0 0 0,0 0-1 0 0,0 1-481 0 0,1 1-1 0 0,0-1 1 0 0,0 1-1 0 0,0-1 1 0 0,0 0-1 0 0,0 0 1 0 0,1 1-1 0 0,-1-1 0 0 0,1 0 1 0 0,-1 0-1 0 0,1 0 1 0 0,3 3-1 0 0,-2-2-135 0 0,6 6-1337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2.4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7 199 10138 0 0,'-6'2'9412'0'0,"12"-4"-9317"0"0,1-1 1 0 0,-1 0 0 0 0,0 0 0 0 0,1 0 0 0 0,-1-1 0 0 0,-1 0 0 0 0,1-1 0 0 0,-1 1 0 0 0,10-11 0 0 0,-5 4-526 0 0,0 0-1 0 0,-1-1 1 0 0,14-22 0 0 0,-5-9-236 0 0,-17 41 644 0 0,0 1-1 0 0,-1-1 0 0 0,1 0 1 0 0,0 0-1 0 0,-1 0 0 0 0,0 0 1 0 0,1 0-1 0 0,-1 0 0 0 0,0 0 1 0 0,0 0-1 0 0,0 0 0 0 0,-1 0 1 0 0,1 0-1 0 0,0 0 0 0 0,-1 1 1 0 0,1-1-1 0 0,-1 0 0 0 0,1 0 1 0 0,-1 0-1 0 0,-2-3 0 0 0,2 5 15 0 0,1 0-1 0 0,-1 0 0 0 0,0-1 0 0 0,1 1 1 0 0,-1 0-1 0 0,0 0 0 0 0,0 0 0 0 0,1 0 1 0 0,-1 0-1 0 0,0 1 0 0 0,1-1 0 0 0,-1 0 1 0 0,0 0-1 0 0,1 0 0 0 0,-1 1 0 0 0,0-1 1 0 0,1 0-1 0 0,-1 1 0 0 0,0-1 0 0 0,1 0 1 0 0,-1 1-1 0 0,1-1 0 0 0,-1 1 0 0 0,1-1 1 0 0,-1 1-1 0 0,1-1 0 0 0,-1 1 0 0 0,1 0 1 0 0,-1-1-1 0 0,1 1 0 0 0,0-1 0 0 0,-1 2 0 0 0,-15 22 312 0 0,15-23-295 0 0,-4 7 72 0 0,1 0 0 0 0,0 0 0 0 0,0 1-1 0 0,0-1 1 0 0,1 1 0 0 0,1 0 0 0 0,-1-1 0 0 0,2 1 0 0 0,-1 0 0 0 0,0 17 0 0 0,2-22-70 0 0,1-1 1 0 0,-1 1 0 0 0,1 0-1 0 0,0-1 1 0 0,0 1-1 0 0,0-1 1 0 0,0 1-1 0 0,0-1 1 0 0,1 0 0 0 0,0 1-1 0 0,-1-1 1 0 0,1 0-1 0 0,1 0 1 0 0,-1 0-1 0 0,0 0 1 0 0,1-1 0 0 0,-1 1-1 0 0,1-1 1 0 0,0 1-1 0 0,0-1 1 0 0,0 0-1 0 0,0 0 1 0 0,0 0 0 0 0,0-1-1 0 0,1 1 1 0 0,-1-1-1 0 0,1 0 1 0 0,-1 0-1 0 0,6 2 1 0 0,8 0-1349 0 0,0-2-4946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2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7 14283 0 0,'-1'0'61'0'0,"1"-1"1"0"0,0 1-1 0 0,0-1 0 0 0,-1 1 0 0 0,1 0 1 0 0,0-1-1 0 0,0 1 0 0 0,-1 0 1 0 0,1-1-1 0 0,-1 1 0 0 0,1 0 0 0 0,0-1 1 0 0,-1 1-1 0 0,1 0 0 0 0,-1 0 1 0 0,1-1-1 0 0,0 1 0 0 0,-1 0 0 0 0,1 0 1 0 0,-1 0-1 0 0,1 0 0 0 0,-1-1 1 0 0,1 1-1 0 0,-1 0 0 0 0,1 0 0 0 0,-1 0 1 0 0,1 0-1 0 0,-1 0 0 0 0,1 0 1 0 0,-1 0-1 0 0,1 1 0 0 0,-1-1 0 0 0,1 0 1 0 0,-1 0-1 0 0,1 0 0 0 0,0 0 1 0 0,-1 1-1 0 0,-7 18 1622 0 0,5-9-1134 0 0,-1 7 49 0 0,0-1 1 0 0,1 1-1 0 0,1-1 0 0 0,0 1 1 0 0,1 0-1 0 0,2 17 0 0 0,1-12-796 0 0,0-1-1 0 0,2 0 0 0 0,0-1 1 0 0,2 1-1 0 0,0-1 1 0 0,1 0-1 0 0,16 31 0 0 0,-12-31-7481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1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173 374 6913 0 0,'-3'-6'28'0'0,"1"0"541"0"0,-2 0 1 0 0,1 0-1 0 0,-1 0 1 0 0,0 0-1 0 0,-6-7 1 0 0,9 12-313 0 0,-1-1-1 0 0,0 1 1 0 0,1-1 0 0 0,-1 1 0 0 0,0 0 0 0 0,0 0 0 0 0,0 0-1 0 0,0 0 1 0 0,0 0 0 0 0,0 0 0 0 0,0 1 0 0 0,0-1 0 0 0,0 1-1 0 0,0-1 1 0 0,0 1 0 0 0,0 0 0 0 0,-1 0 0 0 0,1 0 0 0 0,0 0-1 0 0,0 0 1 0 0,0 0 0 0 0,-3 2 0 0 0,-1 0 24 0 0,0 0 1 0 0,1 1 0 0 0,-1-1 0 0 0,1 1-1 0 0,0 1 1 0 0,0-1 0 0 0,0 1-1 0 0,0 0 1 0 0,1 0 0 0 0,0 0-1 0 0,-1 1 1 0 0,1 0 0 0 0,1 0-1 0 0,-1 0 1 0 0,1 0 0 0 0,0 0-1 0 0,0 0 1 0 0,-2 8 0 0 0,3-10-233 0 0,1 1 1 0 0,-1 0-1 0 0,1 0 1 0 0,0 0-1 0 0,1 0 1 0 0,-1 0-1 0 0,1 1 1 0 0,-1-1 0 0 0,1 0-1 0 0,0 0 1 0 0,1 0-1 0 0,0 6 1 0 0,0-7-72 0 0,0-1-1 0 0,0 1 1 0 0,0-1 0 0 0,0 1 0 0 0,1-1 0 0 0,-1 1 0 0 0,0-1 0 0 0,1 0 0 0 0,0 0 0 0 0,0 1 0 0 0,0-1 0 0 0,0-1 0 0 0,0 1 0 0 0,0 0 0 0 0,0 0 0 0 0,0-1 0 0 0,1 1-1 0 0,-1-1 1 0 0,6 2 0 0 0,-3-1-159 0 0,-1-1-1 0 0,1 0 1 0 0,0 0 0 0 0,0-1-1 0 0,0 1 1 0 0,0-1-1 0 0,0 0 1 0 0,0 0-1 0 0,0-1 1 0 0,0 0 0 0 0,0 1-1 0 0,0-2 1 0 0,0 1-1 0 0,0-1 1 0 0,0 1-1 0 0,-1-1 1 0 0,1 0-1 0 0,-1-1 1 0 0,0 1 0 0 0,5-4-1 0 0,12-9-1576 0 0,-1 0 0 0 0,31-30 0 0 0,-42 36 1031 0 0,1-1 41 0 0,0 0-1 0 0,0 0 1 0 0,-1-1 0 0 0,-1 0 0 0 0,0-1-1 0 0,10-17 1 0 0,-14 18 576 0 0,0 1 0 0 0,0-1 0 0 0,-1 0 0 0 0,0 0 0 0 0,-1 0 0 0 0,0 0-1 0 0,-1 0 1 0 0,0-18 0 0 0,-1 12 871 0 0,0 0 1 0 0,-1 0-1 0 0,-1 0 0 0 0,-1 0 0 0 0,-1 0 0 0 0,0 1 0 0 0,-12-31 1 0 0,16 46-511 0 0,-1 0 0 0 0,0-1 0 0 0,1 1 0 0 0,-1-1 0 0 0,0 1 0 0 0,0 0 0 0 0,0 0-1 0 0,0-1 1 0 0,0 1 0 0 0,0 0 0 0 0,0 0 0 0 0,-1 0 0 0 0,1 0 0 0 0,0 0 0 0 0,0 0 0 0 0,-1 1 0 0 0,-1-2 0 0 0,2 2-88 0 0,0 0-1 0 0,1 0 1 0 0,-1 0-1 0 0,0 0 0 0 0,0 0 1 0 0,1 1-1 0 0,-1-1 1 0 0,0 0-1 0 0,0 0 1 0 0,1 0-1 0 0,-1 1 0 0 0,0-1 1 0 0,1 0-1 0 0,-1 1 1 0 0,0-1-1 0 0,1 1 1 0 0,-1-1-1 0 0,0 1 0 0 0,1-1 1 0 0,-1 1-1 0 0,1-1 1 0 0,-1 1-1 0 0,1 0 0 0 0,-1 0 1 0 0,-2 4 91 0 0,1-1 1 0 0,0 1-1 0 0,0 0 0 0 0,0 0 1 0 0,0 0-1 0 0,1 0 1 0 0,-1 0-1 0 0,0 9 0 0 0,1 14-112 0 0,0-1-1 0 0,2 1 0 0 0,1 0 1 0 0,1 0-1 0 0,2 0 1 0 0,0-1-1 0 0,14 38 0 0 0,-7-31-326 0 0,1-2-1 0 0,2 1 0 0 0,1-2 1 0 0,2 0-1 0 0,31 42 1 0 0,-29-47-214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6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0 290 15203 0 0,'37'-27'4995'0'0,"-21"14"-4631"0"0,-10 8-350 0 0,13-9 42 0 0,0-2 0 0 0,0 0 0 0 0,27-32-1 0 0,-42 43-46 0 0,0-1 0 0 0,0 1 0 0 0,-1-1-1 0 0,1 0 1 0 0,-2 0 0 0 0,1 0-1 0 0,0 0 1 0 0,1-8 0 0 0,-4 10-7 0 0,1 1 0 0 0,0-1 0 0 0,-1 0 0 0 0,0 0 0 0 0,0 0 0 0 0,0 0 0 0 0,-1 0 0 0 0,1 0 0 0 0,-1 0 0 0 0,0 0 0 0 0,0 0 0 0 0,0 1 0 0 0,-1-1 0 0 0,-3-6 0 0 0,5 8-10 0 0,-1 0-1 0 0,0 1 0 0 0,-1-1 1 0 0,1 0-1 0 0,0 1 0 0 0,0-1 1 0 0,-1 1-1 0 0,1 0 0 0 0,-1-1 1 0 0,1 1-1 0 0,-1 0 0 0 0,1 0 1 0 0,-1 0-1 0 0,0 0 0 0 0,0 0 1 0 0,1 0-1 0 0,-1 0 0 0 0,0 1 1 0 0,0-1-1 0 0,0 1 0 0 0,0-1 1 0 0,0 1-1 0 0,0 0 0 0 0,0 0 1 0 0,0 0-1 0 0,0 0 0 0 0,0 0 1 0 0,1 0-1 0 0,-1 1 0 0 0,0-1 1 0 0,0 0-1 0 0,0 1 0 0 0,0 0 1 0 0,0-1-1 0 0,-2 2 0 0 0,-1 1-15 0 0,0-1 0 0 0,1 1 0 0 0,-1-1 0 0 0,1 1 0 0 0,0 1 0 0 0,0-1 0 0 0,0 0 0 0 0,0 1 0 0 0,1 0 0 0 0,-1 0 0 0 0,1 0 0 0 0,-3 5 0 0 0,1 1 17 0 0,0 0 0 0 0,1 0 0 0 0,0 1 0 0 0,0 0-1 0 0,1-1 1 0 0,1 1 0 0 0,0 0 0 0 0,0 0 0 0 0,1 0-1 0 0,0 0 1 0 0,1 1 0 0 0,1-1 0 0 0,-1 0 0 0 0,2 0 0 0 0,2 12-1 0 0,-2-16-17 0 0,0 0 0 0 0,1 0 0 0 0,0 0 0 0 0,0 0 0 0 0,0-1 0 0 0,1 1 0 0 0,0-1 0 0 0,0 0 0 0 0,0 0 0 0 0,1-1 0 0 0,0 1 0 0 0,0-1 0 0 0,1 0 0 0 0,-1 0 0 0 0,1-1 0 0 0,0 0 0 0 0,0 0 0 0 0,1 0 0 0 0,-1 0 0 0 0,1-1 0 0 0,0-1 0 0 0,-1 1 0 0 0,1-1 0 0 0,8 2 0 0 0,-8-3-211 0 0,0 0 1 0 0,0 0-1 0 0,1-1 0 0 0,-1 0 0 0 0,0 0 0 0 0,0-1 1 0 0,0 0-1 0 0,0 0 0 0 0,0-1 0 0 0,-1 0 1 0 0,1 0-1 0 0,0 0 0 0 0,-1-1 0 0 0,11-5 0 0 0,12-9 200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132 28 11522 0 0,'-1'-2'242'0'0,"-1"0"0"0"0,1 0 0 0 0,-1 0-1 0 0,0 0 1 0 0,1 0 0 0 0,-1 1 0 0 0,0-1-1 0 0,0 0 1 0 0,0 1 0 0 0,0 0 0 0 0,0-1-1 0 0,-1 1 1 0 0,1 0 0 0 0,0 0 0 0 0,-1 0-1 0 0,1 0 1 0 0,0 1 0 0 0,-1-1-1 0 0,1 1 1 0 0,-1-1 0 0 0,1 1 0 0 0,-1 0-1 0 0,1 0 1 0 0,-1 0 0 0 0,1 0 0 0 0,-1 1-1 0 0,1-1 1 0 0,-1 1 0 0 0,1-1 0 0 0,-1 1-1 0 0,1 0 1 0 0,0 0 0 0 0,-1 0-1 0 0,1 0 1 0 0,0 0 0 0 0,0 0 0 0 0,-4 4-1 0 0,2-1-131 0 0,0 1 0 0 0,0 0-1 0 0,0 0 1 0 0,0 0-1 0 0,1 0 1 0 0,0 1-1 0 0,0-1 1 0 0,0 1-1 0 0,1 0 1 0 0,0 0 0 0 0,0 0-1 0 0,0 0 1 0 0,1 0-1 0 0,0 0 1 0 0,0 0-1 0 0,0 9 1 0 0,1 8 74 0 0,0 0 1 0 0,1 1-1 0 0,5 24 1 0 0,-2-27-164 0 0,1 0 1 0 0,1 0-1 0 0,1 0 0 0 0,15 33 0 0 0,48 71 243 0 0,-4-7-7617 0 0,-55-95 333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7 233 7282 0 0,'-2'-3'118'0'0,"1"-1"1"0"0,0 1 0 0 0,0-1 0 0 0,1 1 0 0 0,-1-1-1 0 0,1 1 1 0 0,0-1 0 0 0,0-6 0 0 0,1 7 349 0 0,0 0 0 0 0,0 0 0 0 0,0 0 0 0 0,1 0 0 0 0,-1 0 0 0 0,1 0 0 0 0,0 1-1 0 0,0-1 1 0 0,-1 0 0 0 0,2 1 0 0 0,-1 0 0 0 0,0-1 0 0 0,0 1 0 0 0,1 0 0 0 0,3-2 0 0 0,28-21-241 0 0,0 2 0 0 0,43-21 0 0 0,-10 6-1780 0 0,-33 18 1254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4.2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4 11979 0 0,'-3'0'171'0'0,"1"-1"1"0"0,-1 0 0 0 0,0 1 0 0 0,1-1 0 0 0,-1 1 0 0 0,0 0 0 0 0,0 0 0 0 0,1 0 0 0 0,-1 0 0 0 0,0 0 0 0 0,1 1-1 0 0,-1-1 1 0 0,0 1 0 0 0,1 0 0 0 0,-1 0 0 0 0,1 0 0 0 0,-4 1 0 0 0,1 1 174 0 0,-1 1 0 0 0,1 0 0 0 0,0-1 0 0 0,0 1-1 0 0,0 1 1 0 0,0-1 0 0 0,-4 7 0 0 0,1-2 113 0 0,2 0-1 0 0,-1 1 1 0 0,1-1-1 0 0,0 2 1 0 0,1-1 0 0 0,0 0-1 0 0,1 1 1 0 0,-4 13-1 0 0,7-13-329 0 0,-1-1 0 0 0,1 1 0 0 0,1 0 0 0 0,0 0-1 0 0,1 0 1 0 0,0-1 0 0 0,0 1 0 0 0,1 0 0 0 0,0-1-1 0 0,1 1 1 0 0,1-1 0 0 0,8 19 0 0 0,6 5-237 0 0,1 0-1 0 0,31 40 1 0 0,15 26-1604 0 0,-54-78 383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4.3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115 284 456 0 0,'-31'-23'89'0'0,"-13"-23"7058"0"0,38 39-5721 0 0,1 0 1 0 0,0-1 0 0 0,1 0 0 0 0,0 1-1 0 0,-4-10 1 0 0,0-22 1176 0 0,9 36-2444 0 0,-1-1 0 0 0,0 1 0 0 0,1-1 0 0 0,-1 0 0 0 0,1 1 0 0 0,0 0 0 0 0,1-1 0 0 0,-1 1 0 0 0,0-1 0 0 0,1 1 0 0 0,0 0 0 0 0,0 0 0 0 0,0 0 0 0 0,0 0 0 0 0,0 0 0 0 0,0 1 0 0 0,1-1 0 0 0,-1 1 0 0 0,1-1 0 0 0,0 1 0 0 0,0 0 0 0 0,4-3 0 0 0,7-3-216 0 0,0 1 1 0 0,0 0-1 0 0,26-8 0 0 0,-36 14 47 0 0,25-10-308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4.6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1 214 4865 0 0,'0'1'24'0'0,"0"0"0"0"0,0-1 0 0 0,0 1 0 0 0,0 0 0 0 0,0 0 0 0 0,0-1-1 0 0,0 1 1 0 0,0 0 0 0 0,1-1 0 0 0,-1 1 0 0 0,0 0 0 0 0,0-1 0 0 0,1 1 0 0 0,-1 0 0 0 0,0-1 0 0 0,1 1 0 0 0,-1-1 0 0 0,1 1 0 0 0,-1 0-1 0 0,1-1 1 0 0,-1 1 0 0 0,1-1 0 0 0,-1 0 0 0 0,1 1 0 0 0,0-1 0 0 0,-1 1 0 0 0,1-1 0 0 0,0 0 0 0 0,0 1 0 0 0,1-1 142 0 0,1 1 0 0 0,-1-1 0 0 0,0 0 0 0 0,0 0 1 0 0,1 0-1 0 0,-1 0 0 0 0,0 0 0 0 0,0 0 0 0 0,5-2 1 0 0,1 0 496 0 0,0-1 1 0 0,0 1 0 0 0,0-2 0 0 0,11-6 0 0 0,-9 3-233 0 0,-1 0 0 0 0,0-1 0 0 0,0 0 0 0 0,-1 0 0 0 0,0-1 0 0 0,0 0-1 0 0,7-12 1 0 0,-12 16-374 0 0,0 1 0 0 0,0-2-1 0 0,0 1 1 0 0,0 0-1 0 0,-1 0 1 0 0,0-1-1 0 0,0 1 1 0 0,0-1-1 0 0,-1 0 1 0 0,0 1-1 0 0,0-1 1 0 0,0 0-1 0 0,-1 0 1 0 0,0 0-1 0 0,0 0 1 0 0,-1-7 0 0 0,0 11 7 0 0,1 0 1 0 0,-1 0 0 0 0,1 1 0 0 0,-1-1 0 0 0,1 0 0 0 0,-1 1 0 0 0,0-1-1 0 0,0 0 1 0 0,0 1 0 0 0,0 0 0 0 0,0-1 0 0 0,0 1 0 0 0,0-1 0 0 0,-1 1-1 0 0,1 0 1 0 0,-3-2 0 0 0,3 2 42 0 0,0 1-1 0 0,0-1 1 0 0,0 1 0 0 0,0 0-1 0 0,-1-1 1 0 0,1 1 0 0 0,0 0-1 0 0,0 0 1 0 0,0 0 0 0 0,0 0-1 0 0,0 0 1 0 0,-1 0 0 0 0,1 0-1 0 0,0 0 1 0 0,0 1 0 0 0,0-1-1 0 0,0 0 1 0 0,0 1 0 0 0,-2 0-1 0 0,0 0 33 0 0,1 0-1 0 0,0 1 0 0 0,0-1 1 0 0,0 1-1 0 0,-1 0 1 0 0,2 0-1 0 0,-1 0 0 0 0,0 0 1 0 0,0 0-1 0 0,1 0 0 0 0,-1 0 1 0 0,1 0-1 0 0,-1 1 1 0 0,1-1-1 0 0,0 1 0 0 0,0-1 1 0 0,0 1-1 0 0,1-1 0 0 0,-1 1 1 0 0,0-1-1 0 0,1 4 1 0 0,0-2-115 0 0,0-1 0 0 0,0 1 0 0 0,0-1 0 0 0,1 1 0 0 0,-1-1 0 0 0,1 0 1 0 0,0 1-1 0 0,0-1 0 0 0,0 0 0 0 0,1 0 0 0 0,-1 0 0 0 0,1 1 0 0 0,-1-2 0 0 0,1 1 1 0 0,0 0-1 0 0,0 0 0 0 0,4 3 0 0 0,2 1-477 0 0,0 0-1 0 0,0 0 1 0 0,1-1 0 0 0,12 8-1 0 0,-1-3-986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5.1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248 338 4777 0 0,'-7'-3'541'0'0,"0"0"0"0"0,-1 1 0 0 0,1 1-1 0 0,-1-1 1 0 0,1 1 0 0 0,-1 0 0 0 0,1 1 0 0 0,-1-1 0 0 0,0 2-1 0 0,1-1 1 0 0,-13 3 0 0 0,9-1 260 0 0,1 0 1 0 0,0 1-1 0 0,1 0 0 0 0,-1 0 1 0 0,0 1-1 0 0,1 0 0 0 0,0 1 0 0 0,-11 7 1 0 0,16-9-646 0 0,0 0 1 0 0,0 1 0 0 0,1-1 0 0 0,-1 1 0 0 0,1 0 0 0 0,0 0 0 0 0,0 1-1 0 0,0-1 1 0 0,1 1 0 0 0,-1-1 0 0 0,1 1 0 0 0,0 0 0 0 0,1 0 0 0 0,-1 0-1 0 0,1 0 1 0 0,0 0 0 0 0,0 0 0 0 0,0 10 0 0 0,1-12-152 0 0,0 0-1 0 0,0 0 1 0 0,1 0 0 0 0,-1 0 0 0 0,1 0-1 0 0,0 0 1 0 0,0 0 0 0 0,0 0 0 0 0,0-1-1 0 0,0 1 1 0 0,1 0 0 0 0,-1 0-1 0 0,1-1 1 0 0,-1 1 0 0 0,1-1 0 0 0,0 0-1 0 0,0 1 1 0 0,0-1 0 0 0,1 0 0 0 0,-1 0-1 0 0,1 0 1 0 0,-1 0 0 0 0,1-1 0 0 0,-1 1-1 0 0,1-1 1 0 0,0 1 0 0 0,0-1 0 0 0,-1 0-1 0 0,1 0 1 0 0,0 0 0 0 0,0-1 0 0 0,5 1-1 0 0,1 1-115 0 0,1-1 0 0 0,-1-1 0 0 0,1 0 0 0 0,0 0 0 0 0,15-3 0 0 0,-13 1-581 0 0,0-1-1 0 0,0-1 0 0 0,0 0 1 0 0,-1 0-1 0 0,0-1 0 0 0,0 0 1 0 0,0-1-1 0 0,0-1 0 0 0,-1 0 1 0 0,0 0-1 0 0,0-1 0 0 0,-1 0 1 0 0,0 0-1 0 0,-1-1 0 0 0,10-12 1 0 0,-13 13 394 0 0,0 0 0 0 0,0 0 0 0 0,0-1 0 0 0,-1 1 0 0 0,0-1 0 0 0,-1 0 0 0 0,3-11 0 0 0,23-130 3631 0 0,-23 102 376 0 0,0-56 1 0 0,-6 103-3591 0 0,-2-23 1694 0 0,2 23-1718 0 0,0 1 0 0 0,0-1 1 0 0,0 1-1 0 0,0-1 1 0 0,0 1-1 0 0,0-1 1 0 0,0 0-1 0 0,0 1 1 0 0,0-1-1 0 0,0 1 0 0 0,0-1 1 0 0,-1 1-1 0 0,1-1 1 0 0,0 1-1 0 0,0-1 1 0 0,-1 1-1 0 0,1-1 1 0 0,0 1-1 0 0,-1-1 0 0 0,1 1 1 0 0,-1-1-1 0 0,1 1 1 0 0,0 0-1 0 0,-1-1 1 0 0,1 1-1 0 0,-1 0 1 0 0,1-1-1 0 0,-1 1 0 0 0,1 0 1 0 0,-1 0-1 0 0,1-1 1 0 0,-1 1-1 0 0,0 0 1 0 0,0 0-69 0 0,0 1 1 0 0,1 0 0 0 0,-1-1-1 0 0,1 1 1 0 0,-1 0-1 0 0,0-1 1 0 0,1 1 0 0 0,0 0-1 0 0,-1-1 1 0 0,1 1 0 0 0,-1 0-1 0 0,1 0 1 0 0,0 0-1 0 0,0 0 1 0 0,-1-1 0 0 0,1 1-1 0 0,0 0 1 0 0,0 0 0 0 0,0 0-1 0 0,0 0 1 0 0,0 0-1 0 0,0 0 1 0 0,0 27-141 0 0,0-22 79 0 0,1 8 128 0 0,0-1 0 0 0,0 0-1 0 0,1 0 1 0 0,1 0 0 0 0,0 0 0 0 0,1-1 0 0 0,0 1 0 0 0,1-1 0 0 0,12 23-1 0 0,3-3 42 0 0,1-1-1 0 0,29 31 0 0 0,22 32-3409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5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87 17972 0 0,'-3'-2'287'0'0,"0"0"-20"0"0,1 0 1 0 0,-1 0-1 0 0,1 1 1 0 0,-1-2-1 0 0,1 1 0 0 0,0 0 1 0 0,0 0-1 0 0,-3-5 1 0 0,4 7-239 0 0,1-1 1 0 0,0 1-1 0 0,0 0 0 0 0,0-1 1 0 0,0 1-1 0 0,0-1 1 0 0,0 1-1 0 0,0 0 1 0 0,0-1-1 0 0,0 1 1 0 0,0-1-1 0 0,0 1 1 0 0,0 0-1 0 0,0-1 1 0 0,0 1-1 0 0,0-1 0 0 0,0 1 1 0 0,1 0-1 0 0,-1-1 1 0 0,0 1-1 0 0,0 0 1 0 0,0-1-1 0 0,1 1 1 0 0,-1 0-1 0 0,0-1 1 0 0,1 1-1 0 0,18-11 571 0 0,14 1-1566 0 0,57-9-1 0 0,-61 14 915 0 0,8-2 36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5.8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1 100 4145 0 0,'7'-17'436'0'0,"-4"11"-577"0"0,-1 0-1 0 0,1 0 1 0 0,-1 0 0 0 0,0 0 0 0 0,1-10-1 0 0,-25-20 11165 0 0,30 49-6816 0 0,4 8-3662 0 0,0 0 0 0 0,-2 1 0 0 0,-1 1 1 0 0,0 0-1 0 0,-2 0 0 0 0,8 42 1 0 0,9 153 327 0 0,-3-10-3043 0 0,-15-178-5558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6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3 193 9674 0 0,'0'-2'135'0'0,"-1"1"-1"0"0,1-1 0 0 0,-1 1 1 0 0,1-1-1 0 0,0 1 1 0 0,0-1-1 0 0,0 1 1 0 0,0-1-1 0 0,0 1 1 0 0,0-1-1 0 0,0 1 0 0 0,0-1 1 0 0,1 1-1 0 0,-1-1 1 0 0,1 1-1 0 0,-1-1 1 0 0,1 1-1 0 0,1-3 1 0 0,15-28 1309 0 0,-15 30-1329 0 0,4-8 196 0 0,1 1 0 0 0,0 1 0 0 0,0-1 0 0 0,1 1 0 0 0,1 0 0 0 0,-1 1 0 0 0,1 0 0 0 0,0 1-1 0 0,1-1 1 0 0,16-7 0 0 0,-13 8-578 0 0,1 0 0 0 0,0 1 0 0 0,0 1 0 0 0,0 0 0 0 0,1 1 0 0 0,-1 0 1 0 0,27 0-1 0 0,-15 2-5212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6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4 173 920 0 0,'-3'-8'4621'0'0,"3"8"-4511"0"0,11-10 3520 0 0,16-4 403 0 0,-21 11-3810 0 0,1 1 1 0 0,0 0 0 0 0,0 1 0 0 0,0 0-1 0 0,0 0 1 0 0,0 0 0 0 0,0 1 0 0 0,0 0 0 0 0,0 0-1 0 0,0 1 1 0 0,0 0 0 0 0,0 0 0 0 0,-1 1-1 0 0,1 0 1 0 0,0 0 0 0 0,-1 0 0 0 0,1 1 0 0 0,-1 0-1 0 0,0 0 1 0 0,0 1 0 0 0,0 0 0 0 0,0 0 0 0 0,9 9-1 0 0,-7-7 44 0 0,-1 1 0 0 0,-1-1-1 0 0,0 2 1 0 0,0-1 0 0 0,0 1 0 0 0,-1 0-1 0 0,0 0 1 0 0,0 0 0 0 0,-1 1-1 0 0,0-1 1 0 0,-1 1 0 0 0,0 0-1 0 0,0 0 1 0 0,-1 1 0 0 0,0-1 0 0 0,-1 0-1 0 0,1 10 1 0 0,-16-63-10 0 0,14 28-356 0 0,0 0 0 0 0,1-1-1 0 0,0 1 1 0 0,1 0-1 0 0,1 0 1 0 0,1 0 0 0 0,0 0-1 0 0,1 0 1 0 0,1 1-1 0 0,0 0 1 0 0,1 0 0 0 0,1 0-1 0 0,0 1 1 0 0,1 0 0 0 0,1 1-1 0 0,12-15 1 0 0,-8 14-950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0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8 10138 0 0,'-2'-1'227'0'0,"0"0"0"0"0,0 0-1 0 0,0 0 1 0 0,0 0 0 0 0,-1 0-1 0 0,1 1 1 0 0,0-1 0 0 0,0 1-1 0 0,0 0 1 0 0,-1-1 0 0 0,1 1-1 0 0,0 0 1 0 0,0 0 0 0 0,0 0-1 0 0,-4 1 1 0 0,3 0 27 0 0,0 1 0 0 0,1-1 0 0 0,-1 1 0 0 0,1-1 0 0 0,0 1 0 0 0,-1 0 0 0 0,1 0 0 0 0,0 0 1 0 0,0 0-1 0 0,0 0 0 0 0,0 0 0 0 0,-2 4 0 0 0,-3 5 140 0 0,0 0 1 0 0,0 1 0 0 0,1 0-1 0 0,0 0 1 0 0,1 1 0 0 0,0 0-1 0 0,-5 24 1 0 0,9-32-345 0 0,0 1 0 0 0,1-1 1 0 0,0 0-1 0 0,-1 1 0 0 0,2-1 0 0 0,-1 0 1 0 0,1 1-1 0 0,0-1 0 0 0,0 0 0 0 0,2 6 1 0 0,-2-8-46 0 0,0 0 1 0 0,1 0 0 0 0,0 0 0 0 0,-1 0 0 0 0,1-1 0 0 0,0 1 0 0 0,0 0-1 0 0,1-1 1 0 0,-1 0 0 0 0,0 0 0 0 0,1 1 0 0 0,-1-1 0 0 0,1-1 0 0 0,0 1 0 0 0,0 0-1 0 0,-1-1 1 0 0,7 3 0 0 0,-7-3-55 0 0,0-1 0 0 0,0 1 0 0 0,0-1 0 0 0,0 1-1 0 0,-1-1 1 0 0,1 0 0 0 0,0 0 0 0 0,0 0 0 0 0,0 0 0 0 0,0 0 0 0 0,0 0-1 0 0,0 0 1 0 0,0-1 0 0 0,0 1 0 0 0,-1-1 0 0 0,1 1 0 0 0,0-1 0 0 0,0 0 0 0 0,-1 1-1 0 0,1-1 1 0 0,0 0 0 0 0,-1 0 0 0 0,1-1 0 0 0,-1 1 0 0 0,1 0 0 0 0,-1 0-1 0 0,1-1 1 0 0,-1 1 0 0 0,0-1 0 0 0,0 1 0 0 0,0-1 0 0 0,2-2 0 0 0,3-6-190 0 0,-1-1 1 0 0,0 0 0 0 0,-1 0 0 0 0,5-16 0 0 0,2-4 262 0 0,-11 29 27 0 0,1 0 0 0 0,0 0 0 0 0,0 0 0 0 0,1 0 0 0 0,-1 0 0 0 0,0 1 0 0 0,1-1 0 0 0,-1 0 1 0 0,1 1-1 0 0,2-3 0 0 0,-3 3-10 0 0,0 1 0 0 0,-1 0 0 0 0,1-1 1 0 0,0 1-1 0 0,-1 0 0 0 0,1 0 0 0 0,0-1 0 0 0,0 1 0 0 0,-1 0 1 0 0,1 0-1 0 0,0 0 0 0 0,0 0 0 0 0,-1 0 0 0 0,1 0 1 0 0,0 0-1 0 0,0 0 0 0 0,0 0 0 0 0,-1 1 0 0 0,1-1 1 0 0,0 0-1 0 0,0 1 0 0 0,3 2 185 0 0,1-1 1 0 0,-1 2-1 0 0,-1-1 1 0 0,1 0-1 0 0,-1 1 1 0 0,1 0-1 0 0,4 6 1 0 0,-5-5-204 0 0,0-1 0 0 0,1 0 0 0 0,0 0-1 0 0,0 0 1 0 0,0-1 0 0 0,6 5 0 0 0,-4-5-147 0 0,-1 0 0 0 0,1-1 0 0 0,-1 0 0 0 0,1 0 0 0 0,0 0-1 0 0,0-1 1 0 0,0 0 0 0 0,0 0 0 0 0,0-1 0 0 0,0 1 0 0 0,7-2 0 0 0,-9 1 48 0 0,0-1 1 0 0,-1 0-1 0 0,1 0 1 0 0,0 0-1 0 0,-1 0 1 0 0,1-1-1 0 0,-1 0 1 0 0,1 1 0 0 0,-1-1-1 0 0,0-1 1 0 0,0 1-1 0 0,0 0 1 0 0,0-1-1 0 0,0 1 1 0 0,0-1-1 0 0,-1 0 1 0 0,1 0-1 0 0,2-4 1 0 0,5-8 85 0 0,0 0 43 0 0,0 0 1 0 0,22-23 0 0 0,-29 36-43 0 0,-1-1-1 0 0,1 0 0 0 0,0 1 1 0 0,0 0-1 0 0,0-1 1 0 0,0 1-1 0 0,0 0 0 0 0,0 1 1 0 0,1-1-1 0 0,-1 1 0 0 0,1-1 1 0 0,-1 1-1 0 0,1 0 0 0 0,-1 0 1 0 0,1 0-1 0 0,0 1 1 0 0,0 0-1 0 0,-1-1 0 0 0,6 1 1 0 0,-7 1 24 0 0,-1-1 1 0 0,1 1 0 0 0,-1 0-1 0 0,1-1 1 0 0,0 1-1 0 0,-1 0 1 0 0,1 0 0 0 0,-1 0-1 0 0,0 0 1 0 0,1 0 0 0 0,-1 0-1 0 0,0 1 1 0 0,0-1-1 0 0,0 0 1 0 0,1 1 0 0 0,-1-1-1 0 0,-1 1 1 0 0,1-1-1 0 0,1 3 1 0 0,15 38 1123 0 0,-4-9-632 0 0,-13-32-526 0 0,1 1 0 0 0,0-1 0 0 0,-1 1 1 0 0,1-1-1 0 0,0 0 0 0 0,0 1 0 0 0,0-1 0 0 0,0 0 1 0 0,1 0-1 0 0,-1 0 0 0 0,0 1 0 0 0,0-1 1 0 0,1-1-1 0 0,-1 1 0 0 0,1 0 0 0 0,-1 0 1 0 0,0 0-1 0 0,1-1 0 0 0,0 1 0 0 0,-1-1 1 0 0,1 1-1 0 0,-1-1 0 0 0,1 0 0 0 0,0 1 0 0 0,-1-1 1 0 0,1 0-1 0 0,-1 0 0 0 0,1 0 0 0 0,0 0 1 0 0,-1-1-1 0 0,1 1 0 0 0,0 0 0 0 0,-1-1 1 0 0,1 1-1 0 0,-1-1 0 0 0,1 1 0 0 0,-1-1 1 0 0,3-1-1 0 0,5-4 16 0 0,-1-1-1 0 0,1 1 1 0 0,-2-1 0 0 0,1-1 0 0 0,8-9 0 0 0,8-8 36 0 0,-17 19 24 0 0,1 0 0 0 0,0 1 0 0 0,0 0 0 0 0,0 0 0 0 0,1 0 0 0 0,0 1-1 0 0,13-4 1 0 0,-19 7-52 0 0,0 0 0 0 0,0 1-1 0 0,0-1 1 0 0,0 1 0 0 0,0-1-1 0 0,0 1 1 0 0,1 0-1 0 0,-1 0 1 0 0,0 1 0 0 0,0-1-1 0 0,0 1 1 0 0,0-1 0 0 0,0 1-1 0 0,0 0 1 0 0,0 0 0 0 0,0 0-1 0 0,0 1 1 0 0,-1-1-1 0 0,1 1 1 0 0,0-1 0 0 0,-1 1-1 0 0,1 0 1 0 0,-1 0 0 0 0,1 0-1 0 0,-1 1 1 0 0,4 3 0 0 0,25 32-2498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 0 10594 0 0,'-8'2'634'0'0,"0"1"0"0"0,0 0 0 0 0,0 0 0 0 0,0 1 0 0 0,0 0 0 0 0,-12 9 0 0 0,-43 36 1806 0 0,45-35-2068 0 0,14-11-243 0 0,0 1 0 0 0,-1 0 0 0 0,1 0 1 0 0,0 0-1 0 0,1 0 0 0 0,-1 1 0 0 0,1-1 0 0 0,0 1 0 0 0,0 0 1 0 0,-2 5-1 0 0,4-8-114 0 0,1 0 0 0 0,-1 0 0 0 0,1 0 0 0 0,0 0 1 0 0,-1 0-1 0 0,1 0 0 0 0,0 0 0 0 0,0 0 0 0 0,1 0 1 0 0,-1 0-1 0 0,0 0 0 0 0,1-1 0 0 0,-1 1 0 0 0,1 0 1 0 0,-1 0-1 0 0,1 0 0 0 0,0 0 0 0 0,0-1 0 0 0,0 1 1 0 0,0 0-1 0 0,0-1 0 0 0,0 1 0 0 0,0-1 0 0 0,1 1 1 0 0,-1-1-1 0 0,1 0 0 0 0,-1 1 0 0 0,1-1 0 0 0,-1 0 1 0 0,1 0-1 0 0,3 2 0 0 0,11 5-185 0 0,0 1-1 0 0,28 9 1 0 0,-24-11 20 0 0,33 19-1 0 0,-47-23 140 0 0,-1 0-1 0 0,0 0 1 0 0,0 1-1 0 0,-1 0 0 0 0,1 0 1 0 0,-1 0-1 0 0,0 1 1 0 0,0-1-1 0 0,0 1 1 0 0,5 10-1 0 0,-8-14 10 0 0,-1 1 0 0 0,1-1 0 0 0,0 1 1 0 0,-1 0-1 0 0,1-1 0 0 0,-1 1 0 0 0,0 0 0 0 0,1-1 0 0 0,-1 1 0 0 0,0 0 0 0 0,0 0 1 0 0,0-1-1 0 0,-1 1 0 0 0,1 0 0 0 0,0-1 0 0 0,0 1 0 0 0,-1 0 0 0 0,1-1 1 0 0,-2 3-1 0 0,0 0-17 0 0,0 0-1 0 0,0-1 1 0 0,-1 1 0 0 0,1-1 0 0 0,-1 0 0 0 0,1 0 0 0 0,-7 5 0 0 0,-2 1-112 0 0,0-1 1 0 0,-1 0-1 0 0,-21 11 1 0 0,-9-2-2091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6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 13827 0 0,'1'0'107'0'0,"-1"-1"0"0"0,1 1-1 0 0,0-1 1 0 0,-1 1 0 0 0,1 0 0 0 0,0-1 0 0 0,0 1 0 0 0,-1 0-1 0 0,1-1 1 0 0,0 1 0 0 0,0 0 0 0 0,0 0 0 0 0,-1 0-1 0 0,1 0 1 0 0,0 0 0 0 0,0 0 0 0 0,0 0 0 0 0,-1 0 0 0 0,1 0-1 0 0,0 0 1 0 0,0 0 0 0 0,0 0 0 0 0,-1 1 0 0 0,1-1 0 0 0,0 0-1 0 0,0 1 1 0 0,-1-1 0 0 0,1 0 0 0 0,1 2 0 0 0,0 0 184 0 0,0 0 0 0 0,1 0 1 0 0,-1 1-1 0 0,0-1 0 0 0,-1 0 0 0 0,1 1 1 0 0,0 0-1 0 0,1 3 0 0 0,2 5 412 0 0,0 1 0 0 0,-1-1 0 0 0,4 18 0 0 0,8 32-2075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7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13 11979 0 0,'-2'-7'528'0'0,"-1"4"112"0"0,1 2-512 0 0,1 0-128 0 0,0 1 0 0 0,-1 0 0 0 0,2 1 128 0 0,-2 0-8 0 0,-1 2 0 0 0,0 3 0 0 0,0-1-672 0 0,2 2-136 0 0,2 0-24 0 0,3 1-9 0 0,3 0 593 0 0,2-1 128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8.1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141 3 10594 0 0,'-6'-3'4551'0'0,"6"4"-4474"0"0,-15 10 2772 0 0,-15 20-437 0 0,28-29-2243 0 0,-11 12 260 0 0,3-3-222 0 0,0-1-1 0 0,0 1 1 0 0,1 1-1 0 0,1 0 1 0 0,-12 21-1 0 0,19-30-212 0 0,0 0 0 0 0,0 0 0 0 0,0 0 0 0 0,0 0 0 0 0,0 0 0 0 0,1 1 0 0 0,-1-1 0 0 0,1 0 0 0 0,0 0 0 0 0,0 1 0 0 0,0-1 0 0 0,0 0 0 0 0,1 1 0 0 0,-1-1 0 0 0,1 0 0 0 0,0 0 0 0 0,0 0-1 0 0,0 0 1 0 0,0 0 0 0 0,1 0 0 0 0,-1 0 0 0 0,1 0 0 0 0,0 0 0 0 0,0 0 0 0 0,0-1 0 0 0,0 1 0 0 0,0-1 0 0 0,0 0 0 0 0,1 1 0 0 0,4 2 0 0 0,50 32-128 0 0,-49-33 111 0 0,1 0 1 0 0,-1 1-1 0 0,0 0 0 0 0,0 0 0 0 0,-1 1 0 0 0,1 0 1 0 0,-1 1-1 0 0,-1 0 0 0 0,1 0 0 0 0,7 12 1 0 0,-13-18-14 0 0,0 0 1 0 0,-1 0 0 0 0,1 0-1 0 0,-1 1 1 0 0,1-1-1 0 0,-1 0 1 0 0,0 0 0 0 0,0 1-1 0 0,1-1 1 0 0,-1 0 0 0 0,0 1-1 0 0,0-1 1 0 0,0 0-1 0 0,0 1 1 0 0,-1-1 0 0 0,1 0-1 0 0,0 0 1 0 0,0 1 0 0 0,-1-1-1 0 0,1 0 1 0 0,-1 0-1 0 0,0 2 1 0 0,-1-1-150 0 0,1 1 0 0 0,-1-1-1 0 0,0 0 1 0 0,0 1 0 0 0,0-1 0 0 0,-1 0-1 0 0,1 0 1 0 0,0-1 0 0 0,-4 3-1 0 0,-4 2-473 0 0,0-1 0 0 0,0-1 0 0 0,0 0-1 0 0,-13 3 1 0 0,6-2-604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8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 9218 0 0,'9'-27'13723'0'0,"-9"27"-13589"0"0,0 0-45 0 0,0 0-45 0 0,4 19 457 0 0,-2 83-93 0 0,-2-66-230 0 0,7 66 0 0 0,-5-89-186 0 0,1-1 0 0 0,0 1-1 0 0,1 0 1 0 0,1-1 0 0 0,0 0 0 0 0,0 0 0 0 0,1 0 0 0 0,14 19 0 0 0,22 18-760 0 0,-21-31-5526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9.0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10 163 8754 0 0,'-1'0'67'0'0,"1"0"-1"0"0,-1-1 1 0 0,0 1 0 0 0,1-1 0 0 0,-1 0-1 0 0,0 1 1 0 0,1-1 0 0 0,-1 0 0 0 0,1 1-1 0 0,-1-1 1 0 0,1 0 0 0 0,-1 1 0 0 0,1-1 0 0 0,0 0-1 0 0,-1 0 1 0 0,1 0 0 0 0,0 1 0 0 0,0-1-1 0 0,-1 0 1 0 0,1 0 0 0 0,0 0 0 0 0,0 0-1 0 0,0 1 1 0 0,0-1 0 0 0,0-2 0 0 0,1 1 91 0 0,-1 0 1 0 0,1 0 0 0 0,0 0 0 0 0,0 0 0 0 0,0 0 0 0 0,0 0-1 0 0,0 0 1 0 0,0 1 0 0 0,0-1 0 0 0,2-2 0 0 0,1 0 150 0 0,0-1 0 0 0,1 1 1 0 0,-1 0-1 0 0,1 1 0 0 0,-1-1 1 0 0,1 1-1 0 0,7-3 0 0 0,39-13 661 0 0,75-17 0 0 0,-48 15-64 0 0,-75 20-806 0 0,3-1 194 0 0,-1 1-1 0 0,1-1 1 0 0,0 1 0 0 0,0 0 0 0 0,0 0 0 0 0,0 1 0 0 0,0 0 0 0 0,9 0 0 0 0,-15 4-108 0 0,0 0-1 0 0,-1-1 1 0 0,1 1 0 0 0,-1-1 0 0 0,1 1 0 0 0,-1 0 0 0 0,0-1-1 0 0,-2 4 1 0 0,-1 10 269 0 0,3-12-467 0 0,1 0 0 0 0,0 1 1 0 0,1-1-1 0 0,-1 1 0 0 0,1-1 0 0 0,0 0 1 0 0,0 0-1 0 0,1 1 0 0 0,-1-1 1 0 0,1 0-1 0 0,0 0 0 0 0,1 0 0 0 0,3 5 1 0 0,-4-6 0 0 0,0-1 1 0 0,1 1 0 0 0,-1-1-1 0 0,1 0 1 0 0,0 0 0 0 0,-1 0 0 0 0,1-1-1 0 0,1 1 1 0 0,-1-1 0 0 0,0 1-1 0 0,1-1 1 0 0,-1 0 0 0 0,1-1-1 0 0,-1 1 1 0 0,1 0 0 0 0,0-1-1 0 0,0 0 1 0 0,6 1 0 0 0,-10-2 6 0 0,1 0 0 0 0,0 0 0 0 0,-1 0 0 0 0,1 0 1 0 0,0 0-1 0 0,-1 0 0 0 0,1 0 0 0 0,-1 0 0 0 0,1-1 0 0 0,-1 1 1 0 0,1 0-1 0 0,0 0 0 0 0,-1-1 0 0 0,1 1 0 0 0,-1 0 1 0 0,1-1-1 0 0,-1 1 0 0 0,1-1 0 0 0,-1 1 0 0 0,0 0 0 0 0,1-1 1 0 0,-1 1-1 0 0,1-1 0 0 0,-1 1 0 0 0,0-1 0 0 0,0 0 1 0 0,1 1-1 0 0,-1-1 0 0 0,0 1 0 0 0,0-1 0 0 0,1 1 0 0 0,-1-1 1 0 0,0 0-1 0 0,0 1 0 0 0,0-1 0 0 0,0 0 0 0 0,0 1 0 0 0,0-1 1 0 0,0 1-1 0 0,0-2 0 0 0,-3-34-218 0 0,0 17 153 0 0,4 15 65 0 0,1 0 1 0 0,-1 0 0 0 0,1 0 0 0 0,-1 0-1 0 0,1 0 1 0 0,0 0 0 0 0,1 0-1 0 0,-1 0 1 0 0,0 1 0 0 0,1-1 0 0 0,0 1-1 0 0,0 0 1 0 0,0 0 0 0 0,0 0 0 0 0,1 0-1 0 0,-1 1 1 0 0,1-1 0 0 0,0 1-1 0 0,-1 0 1 0 0,1 0 0 0 0,7-3 0 0 0,2-1-9 0 0,1 1 0 0 0,0 0 0 0 0,0 1 0 0 0,0 1 0 0 0,18-3 0 0 0,-26 5 1 0 0,0 1 0 0 0,0 0 0 0 0,1 0 0 0 0,-1 0 0 0 0,0 1 1 0 0,0 0-1 0 0,-1 0 0 0 0,1 0 0 0 0,0 1 0 0 0,0 0 0 0 0,7 4 1 0 0,1 2-11 0 0,-1 0 0 0 0,0 1 0 0 0,12 10 1 0 0,-1-1 105 0 0,-18-81 1859 0 0,-5 48-3498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9.1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0 17052 0 0,'-2'9'752'0'0,"1"-7"160"0"0,0 3-728 0 0,-1-3-184 0 0,2 0 0 0 0,-1-2 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28.3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122 274 3681 0 0,'-4'-1'153'0'0,"1"0"-1"0"0,-1 0 1 0 0,0 0 0 0 0,1 0 0 0 0,-1 0-1 0 0,0 1 1 0 0,0 0 0 0 0,0 0 0 0 0,0 0-1 0 0,1 0 1 0 0,-1 0 0 0 0,0 1 0 0 0,-6 1-1 0 0,4 0-60 0 0,0-1-1 0 0,0 1 0 0 0,0 0 1 0 0,0 0-1 0 0,0 0 0 0 0,1 1 1 0 0,-1 0-1 0 0,-5 4 0 0 0,11-7-87 0 0,0 0 0 0 0,-1 0 0 0 0,1 1 0 0 0,0-1 0 0 0,0 0 0 0 0,-1 0 0 0 0,1 0-1 0 0,0 1 1 0 0,-1-1 0 0 0,1 0 0 0 0,0 0 0 0 0,0 1 0 0 0,0-1 0 0 0,-1 0 0 0 0,1 1-1 0 0,0-1 1 0 0,0 0 0 0 0,0 0 0 0 0,0 1 0 0 0,0-1 0 0 0,0 0 0 0 0,-1 1 0 0 0,1-1-1 0 0,0 0 1 0 0,0 1 0 0 0,0-1 0 0 0,0 0 0 0 0,0 1 0 0 0,0-1 0 0 0,0 1 0 0 0,0-1-1 0 0,0 0 1 0 0,1 1 0 0 0,-1-1 0 0 0,0 1 0 0 0,14 4-12 0 0,30-2 124 0 0,-34-3 137 0 0,136 15 3147 0 0,-91-8-2688 0 0,0-2 0 0 0,80-3 1 0 0,101-37-833 0 0,-56 5-339 0 0,-1 11 1814 0 0,180 3 0 0 0,-118 8-245 0 0,37 0-709 0 0,69 1-479 0 0,-149-1 239 0 0,156-21 1040 0 0,-105 6 198 0 0,289-28 60 0 0,235-11-1248 0 0,-334 37-19 0 0,-217 8-23 0 0,228 13 1 0 0,367 20-42 0 0,-563-12 188 0 0,62-2 128 0 0,-288-4-424 0 0,0 2 0 0 0,0 1 1 0 0,0 1-1 0 0,44 10 0 0 0,-52-11 274 0 0,-19-2-291 0 0,0 1 0 0 0,0 0 0 0 0,0 0-1 0 0,0-1 1 0 0,0 1 0 0 0,-1 0-1 0 0,1 0 1 0 0,0 0 0 0 0,0 0 0 0 0,0 0-1 0 0,0 0 1 0 0,0 0 0 0 0,0 1-1 0 0,0-1 1 0 0,0 0 0 0 0,0 0-1 0 0,0 1 1 0 0,-1-1 0 0 0,1 0 0 0 0,0 1-1 0 0,0-1 1 0 0,0 1 0 0 0,-1-1-1 0 0,1 1 1 0 0,0 0 0 0 0,0-1 0 0 0,-1 1-1 0 0,1 0 1 0 0,-1-1 0 0 0,1 1-1 0 0,-1 0 1 0 0,1 0 0 0 0,-1 0-1 0 0,1-1 1 0 0,-1 1 0 0 0,1 0 0 0 0,-1 0-1 0 0,0 0 1 0 0,0 0 0 0 0,1 0-1 0 0,-1 0 1 0 0,0 0 0 0 0,0 1 0 0 0,11 60 82 0 0,27 88 0 0 0,-1-5-2 0 0,-32-125-83 0 0,129 655 53 0 0,-123-610-43 0 0,-3-9-10 0 0,3-1 1 0 0,24 73-1 0 0,-23-97 0 0 0,-2 1 0 0 0,-1 0 0 0 0,-1 1 0 0 0,-2 0 0 0 0,-1 0 0 0 0,-2 0 0 0 0,-1 0 0 0 0,-2 0 0 0 0,-6 57 0 0 0,6-86 11 0 0,-1 0-1 0 0,0 0 1 0 0,-1-1-1 0 0,1 1 1 0 0,-1 0 0 0 0,0-1-1 0 0,0 1 1 0 0,0-1 0 0 0,0 0-1 0 0,0 1 1 0 0,-1-1 0 0 0,1 0-1 0 0,-1 0 1 0 0,0-1-1 0 0,0 1 1 0 0,0-1 0 0 0,0 1-1 0 0,-1-1 1 0 0,1 0 0 0 0,-1 0-1 0 0,1 0 1 0 0,-1-1-1 0 0,0 1 1 0 0,-3 0 0 0 0,-12 3 80 0 0,1-1 1 0 0,-1 0-1 0 0,-36 1 1 0 0,24-3-60 0 0,-107 6 34 0 0,-221-15 0 0 0,298 4-62 0 0,-202 9-4 0 0,69 1 0 0 0,-267-14 4 0 0,294 3 56 0 0,-192 4 5 0 0,145 2-66 0 0,-23 6 113 0 0,31-1-131 0 0,-141 6 57 0 0,58-2-89 0 0,174-7 92 0 0,-247-3-93 0 0,-210-19-1 0 0,477 14 30 0 0,8 2 45 0 0,1-4 0 0 0,0-4-1 0 0,-91-22 1 0 0,60 7-19 0 0,-154-13 0 0 0,158 24 124 0 0,-640-32 391 0 0,650 43-513 0 0,-507 7 275 0 0,552 1-280 0 0,40-3 0 0 0,0 0 0 0 0,0-1 0 0 0,-1-1 0 0 0,-35-4 0 0 0,49 2-532 0 0,-1 0 0 0 0,1-1-1 0 0,-1 0 1 0 0,1 0 0 0 0,0-1-1 0 0,0 1 1 0 0,0-1 0 0 0,1 0-1 0 0,-1 0 1 0 0,1-1 0 0 0,0 1-1 0 0,0-1 1 0 0,1 0 0 0 0,-1 0-1 0 0,1 0 1 0 0,0-1 0 0 0,0 1-1 0 0,1-1 1 0 0,0 0 0 0 0,0 1-1 0 0,0-1 1 0 0,1 0 0 0 0,-2-8-1 0 0,2-1-4190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28.8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175 9 1840 0 0,'-5'-2'435'0'0,"0"1"0"0"0,0 0 1 0 0,0 0-1 0 0,0 0 0 0 0,-1 0 0 0 0,1 1 0 0 0,0 0 0 0 0,0 0 0 0 0,-6 1 0 0 0,-24-1 1728 0 0,32-1-1620 0 0,-1 0 0 0 0,1 1 1 0 0,0 0-1 0 0,-1 0 0 0 0,1 0 1 0 0,-1 0-1 0 0,1 0 0 0 0,0 1 1 0 0,-1-1-1 0 0,1 1 0 0 0,0 0 0 0 0,-1 0 1 0 0,-4 3-1 0 0,7-3-211 0 0,-1 0 1 0 0,1 0-1 0 0,-1 1 0 0 0,1-1 1 0 0,0 0-1 0 0,-1 1 0 0 0,1-1 0 0 0,0 1 1 0 0,0-1-1 0 0,0 1 0 0 0,0 0 1 0 0,-1 3-1 0 0,-3 19-254 0 0,-1 41 46 0 0,3 1 1 0 0,4-1-1 0 0,10 85 1 0 0,45 189-10 0 0,-12-96 343 0 0,-37-167-100 0 0,-5-49 72 0 0,0 0-1 0 0,8 28 1 0 0,-3-49-38 0 0,-6-6-398 0 0,-1 0-1 0 0,1 1 1 0 0,-1-1-1 0 0,0 0 1 0 0,1 0-1 0 0,-1 0 1 0 0,1 1 0 0 0,-1-1-1 0 0,1 0 1 0 0,-1 1-1 0 0,0-1 1 0 0,1 0 0 0 0,-1 1-1 0 0,0-1 1 0 0,1 0-1 0 0,-1 1 1 0 0,0-1 0 0 0,0 1-1 0 0,1-1 1 0 0,-1 0-1 0 0,0 1 1 0 0,0-1 0 0 0,0 1-1 0 0,1-1 1 0 0,-1 1-1 0 0,0-1 1 0 0,0 1-1 0 0,0-1 1 0 0,0 1 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34.2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159 211 6913 0 0,'-31'-4'610'0'0,"-1"2"-1"0"0,-56 4 1 0 0,81 0 669 0 0,12 0-911 0 0,15-1-359 0 0,149-41 129 0 0,-7 1 820 0 0,2 6 264 0 0,305-48 76 0 0,-327 69-1073 0 0,1 6 0 0 0,-1 6 1 0 0,180 24-1 0 0,-285-21 306 0 0,55-3-1 0 0,-35-2-215 0 0,-56 3-279 0 0,0-1 0 0 0,0 0 0 0 0,0 0 0 0 0,-1 0-1 0 0,1 0 1 0 0,0 1 0 0 0,0-1 0 0 0,-1 0 0 0 0,1 1-1 0 0,0-1 1 0 0,0 1 0 0 0,-1-1 0 0 0,1 1 0 0 0,0-1-1 0 0,-1 1 1 0 0,1-1 0 0 0,-1 1 0 0 0,1 0 0 0 0,-1-1-1 0 0,1 1 1 0 0,-1 0 0 0 0,1 0 0 0 0,-1-1 0 0 0,0 1-1 0 0,1 0 1 0 0,-1 0 0 0 0,0-1 0 0 0,0 1 0 0 0,0 0-1 0 0,1 0 1 0 0,-1 0 0 0 0,0-1 0 0 0,0 1 0 0 0,0 0-1 0 0,-1 2 1 0 0,-2 38 2099 0 0,1-22-1526 0 0,4 45-526 0 0,17 106 1 0 0,27 62 125 0 0,8 53-73 0 0,-52-271-135 0 0,5 41 28 0 0,2 91 0 0 0,-10-128-26 0 0,0-1 0 0 0,-1 1 0 0 0,-1 0 0 0 0,0-1 0 0 0,-2 0 0 0 0,0 0 0 0 0,0 0 0 0 0,-2-1 0 0 0,-11 21-1 0 0,14-29-2 0 0,-1 0 0 0 0,0 0 0 0 0,0-1 0 0 0,-1 0 0 0 0,0 0 0 0 0,0 0 0 0 0,0-1 0 0 0,-1 0 0 0 0,0 0 0 0 0,0 0 0 0 0,-1-1 0 0 0,0-1 0 0 0,0 1 0 0 0,0-1 0 0 0,-9 3 0 0 0,-29 10 131 0 0,-1-2 0 0 0,-92 17 0 0 0,77-20 1 0 0,-65 22 0 0 0,-172 57-107 0 0,243-78-9 0 0,-1-2 1 0 0,1-3-1 0 0,-86 1 0 0 0,-10-2 405 0 0,-39-1-270 0 0,164-7-219 0 0,0-1-1 0 0,0-1 1 0 0,0-2 0 0 0,-51-15 0 0 0,74 19-114 0 0,0 0 0 0 0,0 0 0 0 0,0-1 0 0 0,0 0 0 0 0,0 0 0 0 0,0 0 0 0 0,0 0-1 0 0,1 0 1 0 0,-1-1 0 0 0,1 0 0 0 0,-1 1 0 0 0,1-1 0 0 0,0-1 0 0 0,0 1 0 0 0,1 0 0 0 0,-1-1 0 0 0,1 1 0 0 0,-1-1 0 0 0,1 0 0 0 0,0 0 0 0 0,0 0 0 0 0,-1-5-1 0 0,0-8-1376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34.7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48 172 3225 0 0,'-38'-130'-1260'0'0,"29"88"9535"0"0,15 59-6263 0 0,10 36-1275 0 0,16 131 791 0 0,23 95-1306 0 0,-24-172-221 0 0,18 80 159 0 0,-41-148-118 0 0,-1 0 1 0 0,1 77-1 0 0,-3 44 3015 0 0,-10-141-1782 0 0,4-17-1387 0 0,1-1 0 0 0,-1 1 0 0 0,0 0 0 0 0,0-1-1 0 0,1 1 1 0 0,-1 0 0 0 0,1 0 0 0 0,0 0 0 0 0,-1 0-1 0 0,1 0 1 0 0,0-1 0 0 0,0 1 0 0 0,0 0 0 0 0,0 0-1 0 0,0 0 1 0 0,1 0 0 0 0,-1 0 0 0 0,1 1 0 0 0,3-1-1081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5.1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25 5985 0 0,'-1'-3'557'0'0,"-1"0"0"0"0,1 0 0 0 0,-1 0-1 0 0,0 1 1 0 0,0-1 0 0 0,0 1 0 0 0,-10-4 3639 0 0,12 7-4132 0 0,4 18 1711 0 0,19 54-1029 0 0,21 117 1 0 0,-4 79 1639 0 0,4 19-1018 0 0,-35-234-1504 0 0,-4-22-171 0 0,1 0-1 0 0,13 37 1 0 0,-15-60-1147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5.6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41 223 7370 0 0,'-3'-1'78'0'0,"0"-1"0"0"0,1 1 0 0 0,-1-1 1 0 0,1 0-1 0 0,-1 0 0 0 0,1 0 0 0 0,0 0 0 0 0,0 0 1 0 0,0 0-1 0 0,0-1 0 0 0,0 1 0 0 0,0-1 1 0 0,1 1-1 0 0,-1-1 0 0 0,1 0 0 0 0,0 1 1 0 0,0-1-1 0 0,0 0 0 0 0,0 0 0 0 0,0 0 1 0 0,0 0-1 0 0,1 0 0 0 0,0 0 0 0 0,-1 0 1 0 0,1 0-1 0 0,0 0 0 0 0,1 0 0 0 0,-1 0 1 0 0,0 0-1 0 0,1 0 0 0 0,0 0 0 0 0,-1 0 0 0 0,1 0 1 0 0,1 0-1 0 0,-1 1 0 0 0,0-1 0 0 0,0 0 1 0 0,4-3-1 0 0,0-2 236 0 0,1 1 0 0 0,-1 0 0 0 0,1 1 1 0 0,1-1-1 0 0,-1 1 0 0 0,1 1 0 0 0,0-1 0 0 0,1 1 0 0 0,15-8 1 0 0,-1 1 552 0 0,1 2-1 0 0,31-11 1 0 0,-47 20-808 0 0,-1-1 0 0 0,0 1-1 0 0,1 1 1 0 0,-1-1-1 0 0,1 1 1 0 0,-1 0 0 0 0,1 1-1 0 0,-1-1 1 0 0,1 1 0 0 0,-1 0-1 0 0,0 1 1 0 0,0 0-1 0 0,1 0 1 0 0,-1 0 0 0 0,0 1-1 0 0,-1 0 1 0 0,1 0-1 0 0,0 0 1 0 0,-1 1 0 0 0,0-1-1 0 0,0 1 1 0 0,0 1-1 0 0,0-1 1 0 0,-1 1 0 0 0,1 0-1 0 0,4 7 1 0 0,-4-6-1 0 0,0 0 1 0 0,-1 1 0 0 0,0-1-1 0 0,0 1 1 0 0,0 0 0 0 0,-1 0-1 0 0,0 1 1 0 0,-1-1 0 0 0,1 0-1 0 0,-1 1 1 0 0,-1 0 0 0 0,0 0-1 0 0,0-1 1 0 0,0 1 0 0 0,-1 0-1 0 0,0 0 1 0 0,0 0-1 0 0,-1 0 1 0 0,0-1 0 0 0,-1 1-1 0 0,-2 10 1 0 0,-1-8-123 0 0,-1 0-1 0 0,0 0 0 0 0,0-1 1 0 0,-1 0-1 0 0,0 0 1 0 0,0 0-1 0 0,-1-1 1 0 0,0 0-1 0 0,-1-1 1 0 0,-17 13-1 0 0,9-9-110 0 0,0-1 0 0 0,-1 0-1 0 0,0-1 1 0 0,0-1 0 0 0,-26 8-1 0 0,13-11-1876 0 0,18-4 601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5.9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1 124 10594 0 0,'0'0'67'0'0,"0"-1"1"0"0,0 0-1 0 0,1 0 0 0 0,-1 0 0 0 0,0 0 0 0 0,1 0 0 0 0,-1 1 1 0 0,1-1-1 0 0,-1 0 0 0 0,1 0 0 0 0,-1 1 0 0 0,1-1 1 0 0,0 0-1 0 0,-1 1 0 0 0,1-1 0 0 0,0 1 0 0 0,0-1 0 0 0,-1 1 1 0 0,1-1-1 0 0,0 1 0 0 0,0-1 0 0 0,0 1 0 0 0,1-1 0 0 0,30-15 591 0 0,-22 11-346 0 0,10-5 732 0 0,1 1 1 0 0,0 0-1 0 0,0 1 0 0 0,29-6 0 0 0,47 0-3127 0 0,-78 12 1513 0 0,-2 1 393 0 0,0-1 1 0 0,24-6-1 0 0,-12-1 110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6.7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356 250 6913 0 0,'-10'-7'501'0'0,"-1"0"-1"0"0,1 1 0 0 0,-1 1 0 0 0,0-1 1 0 0,0 2-1 0 0,-1 0 0 0 0,0 0 0 0 0,1 1 1 0 0,-22-3-1 0 0,26 6-315 0 0,-1 0 1 0 0,1 0-1 0 0,-1 1 0 0 0,1 0 1 0 0,-1 0-1 0 0,1 1 0 0 0,0 0 1 0 0,0 0-1 0 0,0 0 1 0 0,0 1-1 0 0,0 0 0 0 0,0 1 1 0 0,1 0-1 0 0,-1 0 0 0 0,1 0 1 0 0,0 0-1 0 0,-6 7 1 0 0,3-1-126 0 0,0 0 1 0 0,0 0-1 0 0,1 1 1 0 0,1 0-1 0 0,0 0 1 0 0,0 1 0 0 0,1 0-1 0 0,0 0 1 0 0,2 0-1 0 0,-1 1 1 0 0,1-1-1 0 0,1 1 1 0 0,0 0 0 0 0,1 1-1 0 0,0-1 1 0 0,1 14-1 0 0,1-20-64 0 0,0 1-1 0 0,1 0 1 0 0,0 0-1 0 0,0-1 0 0 0,1 1 1 0 0,-1-1-1 0 0,2 1 1 0 0,-1-1-1 0 0,1 0 0 0 0,0 0 1 0 0,1 0-1 0 0,6 10 1 0 0,-6-12 9 0 0,1 0 0 0 0,-1 0 0 0 0,1-1 0 0 0,0 1 0 0 0,0-1 0 0 0,1 0 0 0 0,-1-1 0 0 0,1 1 0 0 0,0-1 0 0 0,0 0 0 0 0,0 0 0 0 0,0-1 0 0 0,0 0 0 0 0,1 0 0 0 0,-1-1 0 0 0,10 2-1 0 0,-7-1 30 0 0,0-1-1 0 0,0-1 0 0 0,0 1 0 0 0,0-1 0 0 0,0-1 0 0 0,0 0 1 0 0,0 0-1 0 0,0-1 0 0 0,-1 0 0 0 0,1 0 0 0 0,0-1 0 0 0,-1 0 1 0 0,0-1-1 0 0,16-8 0 0 0,-14 5-103 0 0,1-1 0 0 0,-2-1-1 0 0,1 1 1 0 0,-1-1 0 0 0,-1-1 0 0 0,1 0 0 0 0,-2 0-1 0 0,1-1 1 0 0,8-16 0 0 0,3-14-102 0 0,-2-1 0 0 0,-2-1 0 0 0,-1 0 0 0 0,14-81 0 0 0,1-73 1477 0 0,-29 214-431 0 0,0 0 0 0 0,1-1 1 0 0,6 30-1 0 0,-3-21-475 0 0,3 13-336 0 0,1 0-1 0 0,17 48 1 0 0,-17-63-35 0 0,1-1 0 0 0,1 0-1 0 0,1-1 1 0 0,1 0 0 0 0,14 19 0 0 0,-22-35-95 0 0,-1-1-1 0 0,1 0 1 0 0,0 0-1 0 0,0 0 1 0 0,1 0-1 0 0,-1-1 1 0 0,1 1-1 0 0,0-1 1 0 0,0 0-1 0 0,0-1 1 0 0,0 1-1 0 0,0-1 1 0 0,0 0-1 0 0,9 2 1 0 0,-11-4-5 0 0,1 1 1 0 0,-1-1-1 0 0,0 0 1 0 0,0 0 0 0 0,0 0-1 0 0,0-1 1 0 0,0 1-1 0 0,0-1 1 0 0,1 1-1 0 0,-1-1 1 0 0,0 0 0 0 0,-1 0-1 0 0,1 0 1 0 0,0-1-1 0 0,0 1 1 0 0,0-1-1 0 0,-1 1 1 0 0,1-1-1 0 0,-1 0 1 0 0,1 0 0 0 0,-1 0-1 0 0,0 0 1 0 0,0-1-1 0 0,0 1 1 0 0,0-1-1 0 0,0 1 1 0 0,2-5-1 0 0,5-11 282 0 0,-1 0 0 0 0,-1 0 0 0 0,-1-1 0 0 0,0 0 0 0 0,4-27-1 0 0,14-45 553 0 0,-20 82-661 0 0,-1-1-1 0 0,2 1 1 0 0,-1 0 0 0 0,1 1-1 0 0,0-1 1 0 0,1 1 0 0 0,9-10-1 0 0,-14 17-75 0 0,0 0-1 0 0,0 0 0 0 0,-1 0 0 0 0,1 0 0 0 0,0 0 1 0 0,0 0-1 0 0,0 0 0 0 0,1 1 0 0 0,-1-1 0 0 0,0 0 1 0 0,0 1-1 0 0,0-1 0 0 0,1 1 0 0 0,-1-1 0 0 0,0 1 1 0 0,0 0-1 0 0,1-1 0 0 0,-1 1 0 0 0,0 0 0 0 0,1 0 1 0 0,-1 0-1 0 0,0 0 0 0 0,1 0 0 0 0,-1 0 0 0 0,0 0 1 0 0,1 0-1 0 0,-1 1 0 0 0,0-1 0 0 0,1 0 0 0 0,-1 1 1 0 0,0-1-1 0 0,0 1 0 0 0,0 0 0 0 0,1-1 0 0 0,-1 1 1 0 0,0 0-1 0 0,0 0 0 0 0,0 0 0 0 0,0 0 0 0 0,0-1 1 0 0,0 1-1 0 0,0 1 0 0 0,-1-1 0 0 0,1 0 0 0 0,1 1 1 0 0,5 9 75 0 0,-1-1 0 0 0,0 1 0 0 0,0 0 0 0 0,4 14 0 0 0,-1-6 23 0 0,-2-4-246 0 0,2 0-1 0 0,0-1 1 0 0,1 0 0 0 0,0 0 0 0 0,17 16-1 0 0,-14-17-2516 0 0,1-1-1 0 0,24 17 0 0 0,-16-16-3268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7.1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239 91 6913 0 0,'-2'-8'396'0'0,"0"-1"-1"0"0,-1 1 0 0 0,-1 0 1 0 0,1 0-1 0 0,-1 0 0 0 0,-1 0 1 0 0,-5-8-1 0 0,8 15-255 0 0,1-1 1 0 0,0 1-1 0 0,-1-1 0 0 0,1 1 1 0 0,-1 0-1 0 0,1 0 0 0 0,-1-1 0 0 0,0 1 1 0 0,0 0-1 0 0,1 0 0 0 0,-1 1 1 0 0,0-1-1 0 0,0 0 0 0 0,0 1 0 0 0,0-1 1 0 0,0 1-1 0 0,0 0 0 0 0,0-1 1 0 0,0 1-1 0 0,0 0 0 0 0,0 0 1 0 0,0 0-1 0 0,0 1 0 0 0,0-1 0 0 0,0 0 1 0 0,0 1-1 0 0,0-1 0 0 0,0 1 1 0 0,0 0-1 0 0,0 0 0 0 0,1-1 1 0 0,-1 1-1 0 0,0 0 0 0 0,0 1 0 0 0,1-1 1 0 0,-1 0-1 0 0,-1 2 0 0 0,-9 6-19 0 0,0 1-1 0 0,1 1 0 0 0,1 0 1 0 0,-1 0-1 0 0,2 1 1 0 0,-1 1-1 0 0,-12 23 1 0 0,16-26-59 0 0,1 0 1 0 0,0 1-1 0 0,0 0 1 0 0,1-1 0 0 0,1 2-1 0 0,0-1 1 0 0,0 0 0 0 0,1 0-1 0 0,1 1 1 0 0,-1 22 0 0 0,3-29-203 0 0,0 0 1 0 0,0 0 0 0 0,0 0-1 0 0,0 0 1 0 0,1 0 0 0 0,0 0-1 0 0,0 0 1 0 0,0 0 0 0 0,1-1-1 0 0,0 1 1 0 0,-1-1 0 0 0,2 0-1 0 0,-1 0 1 0 0,0 0 0 0 0,1 0-1 0 0,0-1 1 0 0,5 5 0 0 0,-6-6 52 0 0,-1 0 0 0 0,1-1 0 0 0,-1 1 0 0 0,1-1 0 0 0,0 0 0 0 0,-1 0 0 0 0,1 0 0 0 0,0 0 0 0 0,0 0 0 0 0,0-1 0 0 0,0 1 0 0 0,0-1 0 0 0,-1 0 0 0 0,1 0 0 0 0,0 0 0 0 0,0 0 0 0 0,0-1 0 0 0,0 1 0 0 0,0-1 0 0 0,0 1 0 0 0,0-1 0 0 0,-1 0 0 0 0,1 0 0 0 0,0-1 0 0 0,-1 1 0 0 0,1 0 0 0 0,0-1 0 0 0,-1 0 0 0 0,0 1 0 0 0,1-1 0 0 0,3-4 0 0 0,0 0-82 0 0,-1 0-1 0 0,0-1 1 0 0,0 0 0 0 0,0 1 0 0 0,-1-2-1 0 0,1 1 1 0 0,-2 0 0 0 0,6-14 0 0 0,0-7 600 0 0,6-34 0 0 0,-12 42 172 0 0,2 1 0 0 0,0 0 1 0 0,1 0-1 0 0,11-21 0 0 0,-17 39-530 0 0,0 1 0 0 0,0-1-1 0 0,0 0 1 0 0,1 1 0 0 0,-1-1 0 0 0,0 1-1 0 0,0-1 1 0 0,1 1 0 0 0,-1-1 0 0 0,0 1-1 0 0,1-1 1 0 0,-1 1 0 0 0,0-1 0 0 0,1 1-1 0 0,-1 0 1 0 0,1-1 0 0 0,-1 1 0 0 0,1 0-1 0 0,-1-1 1 0 0,1 1 0 0 0,-1 0 0 0 0,1-1-1 0 0,-1 1 1 0 0,1 0 0 0 0,-1 0 0 0 0,1 0-1 0 0,-1-1 1 0 0,1 1 0 0 0,-1 0 0 0 0,1 0-1 0 0,0 0 1 0 0,-1 0 0 0 0,1 0 0 0 0,0 0-1 0 0,0 1 32 0 0,0 0-1 0 0,0 0 1 0 0,0 0-1 0 0,0 0 1 0 0,0 0-1 0 0,0 0 1 0 0,-1 0-1 0 0,1 1 1 0 0,0-1-1 0 0,-1 0 0 0 0,1 0 1 0 0,-1 1-1 0 0,2 1 1 0 0,9 47 1117 0 0,-9-27-975 0 0,2-1 0 0 0,1 0-1 0 0,14 41 1 0 0,-16-55-516 0 0,0 0-1 0 0,1 0 0 0 0,0-1 1 0 0,1 1-1 0 0,-1-1 0 0 0,1 0 1 0 0,1 0-1 0 0,-1-1 0 0 0,1 1 1 0 0,0-1-1 0 0,1 0 0 0 0,-1-1 1 0 0,11 7-1 0 0,1-2-5796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7.7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94 5065 0 0,'0'-3'239'0'0,"1"1"0"0"0,-1-1 0 0 0,1 1 0 0 0,0-1 0 0 0,0 0-1 0 0,0 1 1 0 0,0-1 0 0 0,0 1 0 0 0,0 0 0 0 0,1-1 0 0 0,-1 1 0 0 0,1 0 0 0 0,0 0 0 0 0,0 0 0 0 0,-1 0-1 0 0,1 0 1 0 0,0 0 0 0 0,1 1 0 0 0,-1-1 0 0 0,0 1 0 0 0,0-1 0 0 0,1 1 0 0 0,2-1 0 0 0,-3 1-27 0 0,0 0 0 0 0,-1 0 0 0 0,1 0 1 0 0,0 1-1 0 0,0-1 0 0 0,-1 1 0 0 0,1-1 0 0 0,0 1 1 0 0,0 0-1 0 0,0 0 0 0 0,0 0 0 0 0,-1 0 1 0 0,1 0-1 0 0,0 0 0 0 0,0 0 0 0 0,0 1 1 0 0,0-1-1 0 0,-1 1 0 0 0,1-1 0 0 0,0 1 0 0 0,-1 0 1 0 0,1 0-1 0 0,0-1 0 0 0,-1 1 0 0 0,1 0 1 0 0,-1 1-1 0 0,1-1 0 0 0,-1 0 0 0 0,1 0 0 0 0,-1 0 1 0 0,0 1-1 0 0,0-1 0 0 0,0 1 0 0 0,2 2 1 0 0,4 12-24 0 0,0 1 0 0 0,-1 0 0 0 0,-1 0 0 0 0,4 26 0 0 0,-4-21 39 0 0,13 42 0 0 0,-17-64-235 0 0,0-1-1 0 0,-1 1 0 0 0,1-1 0 0 0,0 1 1 0 0,-1-1-1 0 0,1 1 0 0 0,-1-1 1 0 0,1 1-1 0 0,-1-1 0 0 0,1 1 1 0 0,-1-1-1 0 0,0 0 0 0 0,1 1 0 0 0,-1-1 1 0 0,0 0-1 0 0,1 1 0 0 0,-1-1 1 0 0,0 0-1 0 0,0 0 0 0 0,0 1 1 0 0,0-1-1 0 0,1 0 0 0 0,-1 0 1 0 0,0 1-1 0 0,0-2 0 0 0,9-29-255 0 0,-9 31 259 0 0,6-24-1 0 0,1 0 0 0 0,1 1-1 0 0,1 0 1 0 0,2 0 0 0 0,0 1-1 0 0,26-38 1 0 0,-37 60 22 0 0,0-1 0 0 0,1 0 0 0 0,-1 1 0 0 0,1-1 0 0 0,0 1 0 0 0,-1-1-1 0 0,1 1 1 0 0,-1-1 0 0 0,1 1 0 0 0,0 0 0 0 0,0-1 0 0 0,-1 1 0 0 0,1 0 0 0 0,0-1 0 0 0,-1 1 0 0 0,1 0 0 0 0,0 0-1 0 0,0 0 1 0 0,-1 0 0 0 0,1 0 0 0 0,0 0 0 0 0,0 0 0 0 0,0 0 0 0 0,-1 0 0 0 0,1 0 0 0 0,0 0 0 0 0,0 0 0 0 0,0 1 0 0 0,2 0 90 0 0,-1 0 0 0 0,1 0 1 0 0,-1 1-1 0 0,0-1 1 0 0,0 1-1 0 0,0 0 1 0 0,0-1-1 0 0,3 5 1 0 0,31 45 1458 0 0,-34-47-1541 0 0,134 229-5446 0 0,-126-219-777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8.3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64 6913 0 0,'2'-4'-24'0'0,"0"1"-1"0"0,0 0 0 0 0,0 0 0 0 0,1 0 0 0 0,-1 0 1 0 0,1 0-1 0 0,-1 0 0 0 0,1 1 0 0 0,0-1 0 0 0,0 1 1 0 0,0 0-1 0 0,0 0 0 0 0,0 0 0 0 0,5-2 0 0 0,-3 1 411 0 0,1 1 0 0 0,-1-1-1 0 0,1 1 1 0 0,0 0-1 0 0,0 1 1 0 0,0-1-1 0 0,0 1 1 0 0,6 0-1 0 0,-9 1-196 0 0,1 1 0 0 0,-1-1 0 0 0,0 1-1 0 0,0 0 1 0 0,0 0 0 0 0,0 0 0 0 0,0 1 0 0 0,0-1-1 0 0,-1 1 1 0 0,1-1 0 0 0,0 1 0 0 0,-1 0-1 0 0,1 0 1 0 0,-1 0 0 0 0,1 0 0 0 0,-1 1-1 0 0,0-1 1 0 0,0 1 0 0 0,0-1 0 0 0,-1 1-1 0 0,1 0 1 0 0,0-1 0 0 0,0 5 0 0 0,6 10 329 0 0,0 0 0 0 0,8 34 0 0 0,-9-27-190 0 0,55 178 1110 0 0,-54-268-156 0 0,-5 37-1274 0 0,3 1-1 0 0,0-1 1 0 0,19-48-1 0 0,-22 68 24 0 0,1 0 0 0 0,0 1 0 0 0,0 0 0 0 0,1-1 0 0 0,0 2-1 0 0,0-1 1 0 0,1 1 0 0 0,0-1 0 0 0,0 2 0 0 0,0-1 0 0 0,1 1 0 0 0,0 0 0 0 0,1 0-1 0 0,0 1 1 0 0,14-9 0 0 0,-18 13 10 0 0,-1-1-1 0 0,1 1 0 0 0,-1 0 1 0 0,1 0-1 0 0,0 0 1 0 0,-1 0-1 0 0,1 1 1 0 0,0-1-1 0 0,-1 1 0 0 0,1 0 1 0 0,0 0-1 0 0,-1 0 1 0 0,1 1-1 0 0,0-1 0 0 0,0 1 1 0 0,-1 0-1 0 0,7 2 1 0 0,-6 0-310 0 0,0-1 0 0 0,0 1 0 0 0,-1 0 0 0 0,1 0 0 0 0,-1 0 0 0 0,0 0 0 0 0,0 0 0 0 0,0 1 0 0 0,0-1 0 0 0,0 1 0 0 0,-1 0 0 0 0,1 0 0 0 0,2 8 0 0 0,5 8-5863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8.9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0 637 3225 0 0,'4'6'8841'0'0,"-3"-7"-8592"0"0,14-4 480 0 0,0-1 0 0 0,-1-1 1 0 0,1-1-1 0 0,-2 0 0 0 0,1 0 1 0 0,-1-1-1 0 0,15-14 1 0 0,-20 16-680 0 0,-1-1 1 0 0,1 1 0 0 0,-2-1 0 0 0,1-1-1 0 0,-1 1 1 0 0,0-1 0 0 0,-1 0 0 0 0,0 0-1 0 0,0-1 1 0 0,-1 1 0 0 0,0-1 0 0 0,3-16-1 0 0,-6 23-43 0 0,-1 1 0 0 0,1-1-1 0 0,-1 1 1 0 0,0-1-1 0 0,0 1 1 0 0,0-1-1 0 0,-1 1 1 0 0,1-1 0 0 0,0 1-1 0 0,-1-1 1 0 0,0 1-1 0 0,1-1 1 0 0,-1 1-1 0 0,0 0 1 0 0,0-1 0 0 0,-1 1-1 0 0,1 0 1 0 0,0 0-1 0 0,-1 0 1 0 0,1 0 0 0 0,-1 0-1 0 0,-2-3 1 0 0,2 4-3 0 0,0 0 1 0 0,1 0-1 0 0,-1 0 1 0 0,0 0-1 0 0,0 0 1 0 0,0 0-1 0 0,0 1 1 0 0,0-1-1 0 0,0 0 1 0 0,0 1 0 0 0,0 0-1 0 0,0-1 1 0 0,0 1-1 0 0,0 0 1 0 0,0 0-1 0 0,0 0 1 0 0,0 0-1 0 0,0 1 1 0 0,0-1-1 0 0,0 0 1 0 0,0 1-1 0 0,0 0 1 0 0,0-1-1 0 0,0 1 1 0 0,0 0-1 0 0,0 0 1 0 0,1 0 0 0 0,-3 1-1 0 0,-1 2-28 0 0,0-1 0 0 0,0 0-1 0 0,1 1 1 0 0,-1 0 0 0 0,1 0 0 0 0,0 0-1 0 0,0 1 1 0 0,1 0 0 0 0,-1-1 0 0 0,1 1-1 0 0,0 0 1 0 0,0 1 0 0 0,1-1 0 0 0,-1 0-1 0 0,1 1 1 0 0,0-1 0 0 0,1 1 0 0 0,-2 8-1 0 0,2-9 5 0 0,1 0 0 0 0,0-1 0 0 0,1 1 0 0 0,-1 0 0 0 0,1-1 0 0 0,0 1 0 0 0,0-1 0 0 0,0 1 0 0 0,0-1 0 0 0,1 0 0 0 0,0 1 0 0 0,0-1 0 0 0,0 0 0 0 0,0 0 0 0 0,1 0 0 0 0,0-1 0 0 0,0 1 0 0 0,0 0 0 0 0,0-1 0 0 0,0 0 0 0 0,1 0 0 0 0,-1 0 0 0 0,9 5 0 0 0,-4-2 26 0 0,1-1 1 0 0,1 0 0 0 0,-1 0-1 0 0,1-1 1 0 0,0 0 0 0 0,0-1 0 0 0,0 0-1 0 0,0 0 1 0 0,1-1 0 0 0,-1 0 0 0 0,1-1-1 0 0,-1-1 1 0 0,1 1 0 0 0,-1-2-1 0 0,1 1 1 0 0,12-4 0 0 0,-10 1-103 0 0,0 0-1 0 0,0-2 1 0 0,-1 1 0 0 0,1-2 0 0 0,-1 0 0 0 0,-1 0-1 0 0,1-1 1 0 0,-1 0 0 0 0,0-1 0 0 0,-1-1 0 0 0,1 1 0 0 0,11-15-1 0 0,-9 10 1 0 0,-2 0-1 0 0,0-1 0 0 0,-1 0 0 0 0,0 0 0 0 0,-1-1 1 0 0,-1-1-1 0 0,0 1 0 0 0,-1-1 0 0 0,-1 0 0 0 0,0-1 1 0 0,-2 0-1 0 0,1 0 0 0 0,1-24 0 0 0,6-90 926 0 0,-11 114-659 0 0,-2 0 0 0 0,0 0 0 0 0,0 0 0 0 0,-2 0 0 0 0,-7-27 0 0 0,9 42-94 0 0,1 1 0 0 0,0-1 0 0 0,-1 0 1 0 0,0 1-1 0 0,1-1 0 0 0,-1 1 0 0 0,0-1 1 0 0,0 1-1 0 0,0 0 0 0 0,0-1 0 0 0,0 1 1 0 0,0 0-1 0 0,0 0 0 0 0,0 0 0 0 0,-3-2 1 0 0,3 2-17 0 0,0 1 1 0 0,1 0-1 0 0,-1 0 1 0 0,0 0 0 0 0,1 0-1 0 0,-1 0 1 0 0,0 0-1 0 0,1 0 1 0 0,-1 0-1 0 0,0 0 1 0 0,1 0 0 0 0,-1 0-1 0 0,0 0 1 0 0,1 1-1 0 0,-1-1 1 0 0,0 0-1 0 0,1 0 1 0 0,-1 1-1 0 0,1-1 1 0 0,-1 0 0 0 0,0 1-1 0 0,1-1 1 0 0,-1 1-1 0 0,1-1 1 0 0,-1 1-1 0 0,-2 3 79 0 0,0 0 0 0 0,0-1 0 0 0,0 1-1 0 0,1 0 1 0 0,0 0 0 0 0,-1 1 0 0 0,2-1-1 0 0,-1 0 1 0 0,-1 5 0 0 0,-4 17-54 0 0,2 0 0 0 0,1 1 0 0 0,1-1 0 0 0,1 1 0 0 0,1 0 0 0 0,4 36 0 0 0,1-25 90 0 0,3 0 1 0 0,1 0-1 0 0,23 67 0 0 0,0-30-719 0 0,3-2-1 0 0,3-2 0 0 0,73 107 0 0 0,-85-141-1666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0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12 13363 0 0,'-19'-12'581'0'0,"18"26"-456"0"0,2 4-127 0 0,17 569 1122 0 0,-13-544-2271 0 0,2-5-354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1.1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0 138 9674 0 0,'1'1'46'0'0,"-1"-1"-1"0"0,0 0 1 0 0,0 0 0 0 0,0 0 0 0 0,1 0-1 0 0,-1 0 1 0 0,0 1 0 0 0,0-1-1 0 0,1 0 1 0 0,-1 0 0 0 0,0 0 0 0 0,0 0-1 0 0,1 0 1 0 0,-1 0 0 0 0,0 0-1 0 0,0 0 1 0 0,1 0 0 0 0,-1 0-1 0 0,0 0 1 0 0,0 0 0 0 0,1 0 0 0 0,-1 0-1 0 0,0 0 1 0 0,0 0 0 0 0,0-1-1 0 0,1 1 1 0 0,-1 0 0 0 0,0 0-1 0 0,0 0 1 0 0,1 0 0 0 0,-1 0 0 0 0,0 0-1 0 0,0-1 1 0 0,0 1 0 0 0,1 0-1 0 0,-1 0 1 0 0,0 0 0 0 0,0-1 0 0 0,0 1-1 0 0,0 0 1 0 0,0 0 0 0 0,0 0-1 0 0,1-1 1 0 0,-1 1 0 0 0,0 0-1 0 0,0 0 1 0 0,0-1 0 0 0,0 1 0 0 0,0 0-1 0 0,0 0 1 0 0,0-1 0 0 0,0 1-1 0 0,0 0 1 0 0,0 0 0 0 0,0-1-1 0 0,0 1 1 0 0,0 0 0 0 0,0 0 0 0 0,0-1-1 0 0,0 1 1 0 0,0 0 0 0 0,-1 0-1 0 0,1-1 1 0 0,0 1 0 0 0,0 0 0 0 0,0 0-1 0 0,0 0 1 0 0,0-1 0 0 0,-1 1-1 0 0,21 11 2400 0 0,80 115-18 0 0,-68-81-2225 0 0,59 62-1 0 0,-65-81-99 0 0,1-1 1 0 0,53 38-1 0 0,-73-58-31 0 0,0 0-1 0 0,0-1 0 0 0,1 0 0 0 0,0 0 0 0 0,0 0 1 0 0,0-1-1 0 0,0 0 0 0 0,0-1 0 0 0,1 0 0 0 0,-1 0 1 0 0,1-1-1 0 0,-1 0 0 0 0,1 0 0 0 0,-1-1 0 0 0,1 0 1 0 0,0-1-1 0 0,15-2 0 0 0,-19 1 43 0 0,0 1 1 0 0,-1-1-1 0 0,1 0 0 0 0,-1 0 1 0 0,0-1-1 0 0,0 0 1 0 0,1 1-1 0 0,-2-1 0 0 0,1 0 1 0 0,0-1-1 0 0,-1 1 1 0 0,1-1-1 0 0,-1 0 0 0 0,4-5 1 0 0,-3 2-13 0 0,0 0 0 0 0,-1 0 0 0 0,0-1 1 0 0,0 1-1 0 0,0-1 0 0 0,-1 0 0 0 0,0 0 0 0 0,0-8 1 0 0,1-12 0 0 0,-2 0 0 0 0,-2-1 1 0 0,-6-51-1 0 0,7 78-102 0 0,-5-35-452 0 0,-6-79 792 0 0,14 59-2589 0 0,10 3-4040 0 0,-6 39 201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1.6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59 11058 0 0,'31'-5'4044'0'0,"11"-7"-3573"0"0,18-4-2142 0 0,3 6 691 0 0,87-2 0 0 0,-129 11 910 0 0,14-2 17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2.4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176 297 5529 0 0,'0'-1'120'0'0,"1"0"1"0"0,0-1-1 0 0,0 1 0 0 0,-1 0 1 0 0,1-1-1 0 0,-1 1 0 0 0,1-1 1 0 0,-1 1-1 0 0,0-1 0 0 0,1 1 1 0 0,-1-1-1 0 0,0 1 0 0 0,0-1 1 0 0,0 1-1 0 0,0-3 0 0 0,-18-18 2416 0 0,16 20-2276 0 0,0 0 17 0 0,0 0 0 0 0,0 0 0 0 0,0 0 0 0 0,0 0 0 0 0,0 1 0 0 0,-1-1 0 0 0,1 1 0 0 0,0-1 0 0 0,-1 1 0 0 0,1 0 0 0 0,-1 0 0 0 0,1 0 0 0 0,-1 0 0 0 0,0 1 0 0 0,1-1 0 0 0,-1 1 0 0 0,0 0 0 0 0,-4-1 0 0 0,4 2-155 0 0,0 0 1 0 0,0-1-1 0 0,0 1 1 0 0,0 0-1 0 0,0 1 1 0 0,0-1-1 0 0,0 0 0 0 0,0 1 1 0 0,1 0-1 0 0,-1-1 1 0 0,1 1-1 0 0,-1 0 1 0 0,-3 5-1 0 0,-2 1-64 0 0,1 1 0 0 0,1 0 1 0 0,0 1-1 0 0,0 0 0 0 0,1 0 0 0 0,0 0 0 0 0,-7 19 0 0 0,9-18-61 0 0,0-1 0 0 0,1 1 0 0 0,0-1 0 0 0,0 1 0 0 0,1 0 1 0 0,0 0-1 0 0,1 0 0 0 0,1 0 0 0 0,-1 0 0 0 0,2 0 0 0 0,4 19 0 0 0,-4-25-5 0 0,-1 0-1 0 0,1 0 1 0 0,1-1-1 0 0,-1 1 0 0 0,1-1 1 0 0,-1 0-1 0 0,1 1 1 0 0,1-1-1 0 0,-1-1 1 0 0,0 1-1 0 0,1 0 0 0 0,0-1 1 0 0,0 0-1 0 0,0 0 1 0 0,0 0-1 0 0,0 0 0 0 0,1-1 1 0 0,-1 1-1 0 0,1-1 1 0 0,0 0-1 0 0,-1-1 1 0 0,1 1-1 0 0,0-1 0 0 0,0 0 1 0 0,0 0-1 0 0,0 0 1 0 0,8-1-1 0 0,-1 1-57 0 0,-1-2 1 0 0,1 1-1 0 0,0-2 1 0 0,0 1-1 0 0,-1-2 1 0 0,1 1-1 0 0,-1-2 1 0 0,0 1-1 0 0,0-2 0 0 0,0 1 1 0 0,-1-1-1 0 0,1-1 1 0 0,-1 0-1 0 0,-1-1 1 0 0,1 0-1 0 0,-1 0 0 0 0,0-1 1 0 0,0 0-1 0 0,8-11 1 0 0,-5 5-4 0 0,-1-1 1 0 0,0-1 0 0 0,-1 0 0 0 0,0-1 0 0 0,-2 0-1 0 0,0 0 1 0 0,-1-1 0 0 0,0 1 0 0 0,-2-2 0 0 0,0 1-1 0 0,3-22 1 0 0,2-78 440 0 0,-10 103-92 0 0,0-1 0 0 0,-1 1 1 0 0,-1-1-1 0 0,0 1 1 0 0,-7-23-1 0 0,9 37-189 0 0,0 0-1 0 0,-1-1 1 0 0,1 1 0 0 0,0 0-1 0 0,0 0 1 0 0,-1 0-1 0 0,1 0 1 0 0,-1 0 0 0 0,1 0-1 0 0,-1 0 1 0 0,1 0 0 0 0,-1 0-1 0 0,1 0 1 0 0,-1 0-1 0 0,0 1 1 0 0,0-1 0 0 0,1 0-1 0 0,-1 0 1 0 0,0 0 0 0 0,0 1-1 0 0,-1-1 1 0 0,1 1-15 0 0,1 1 0 0 0,-1 0 0 0 0,0 0 0 0 0,1-1-1 0 0,-1 1 1 0 0,1 0 0 0 0,-1 0 0 0 0,1 0 0 0 0,0 0 0 0 0,-1 0 0 0 0,1 0 0 0 0,0 0 0 0 0,-1 0 0 0 0,1 0 0 0 0,0-1 0 0 0,0 1-1 0 0,0 2 1 0 0,-4 54 633 0 0,6-18-631 0 0,1 0 0 0 0,1-1 0 0 0,3 0 0 0 0,1 0 0 0 0,1 0 1 0 0,29 70-1 0 0,-33-97-82 0 0,0 1 1 0 0,1-1 0 0 0,0 0-1 0 0,1 0 1 0 0,0-1 0 0 0,1 0-1 0 0,0 0 1 0 0,1 0 0 0 0,11 9-1 0 0,-20-19-7 0 0,1 1-1 0 0,0-1 0 0 0,-1 0 0 0 0,1 1 1 0 0,-1-1-1 0 0,1 0 0 0 0,0 0 0 0 0,-1 1 0 0 0,1-1 1 0 0,0 0-1 0 0,0 0 0 0 0,-1 0 0 0 0,1 0 1 0 0,0 0-1 0 0,-1 0 0 0 0,1 0 0 0 0,0 0 1 0 0,-1 0-1 0 0,1 0 0 0 0,0 0 0 0 0,0-1 1 0 0,-1 1-1 0 0,1 0 0 0 0,-1 0 0 0 0,1-1 1 0 0,0 1-1 0 0,-1-1 0 0 0,1 1 0 0 0,-1 0 0 0 0,1-1 1 0 0,0 1-1 0 0,-1-1 0 0 0,1 1 0 0 0,-1-1 1 0 0,0 1-1 0 0,1-1 0 0 0,-1 0 0 0 0,1 1 1 0 0,-1-1-1 0 0,0 1 0 0 0,1-1 0 0 0,-1 0 1 0 0,0 1-1 0 0,0-2 0 0 0,12-37-161 0 0,-9 30 197 0 0,7-29 0 0 0,2 1 0 0 0,19-42 0 0 0,-27 69-19 0 0,1 1 0 0 0,0-1 0 0 0,1 1 0 0 0,0 1 0 0 0,0-1 0 0 0,1 1 1 0 0,0 0-1 0 0,0 1 0 0 0,1 0 0 0 0,0 0 0 0 0,0 0 0 0 0,0 1 0 0 0,14-7 1 0 0,-20 12 1 0 0,0 0 0 0 0,0 0-1 0 0,0 0 1 0 0,0 0 0 0 0,-1 1 0 0 0,1-1 0 0 0,0 1 0 0 0,0-1 0 0 0,0 1 0 0 0,0 0 0 0 0,0 0 0 0 0,0 0 0 0 0,0 0 0 0 0,1 0 0 0 0,-1 0 0 0 0,0 1 0 0 0,-1-1 0 0 0,1 1 0 0 0,0-1 0 0 0,0 1 0 0 0,0 0 0 0 0,0 0 0 0 0,0 0 0 0 0,0 0 0 0 0,-1 0 0 0 0,1 0 0 0 0,0 0 0 0 0,-1 0 0 0 0,1 1 0 0 0,-1-1 0 0 0,3 4 0 0 0,2 3 50 0 0,-1 1 0 0 0,1 1 0 0 0,-1-1 0 0 0,-1 1 0 0 0,4 12 0 0 0,10 18 0 0 0,-7-23-1231 0 0,0 1 0 0 0,1-2 0 0 0,28 29-1 0 0,-21-27-5249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2.8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227 48 6913 0 0,'-2'-4'364'0'0,"0"1"0"0"0,0-1 0 0 0,0 1 0 0 0,0 0-1 0 0,-1 0 1 0 0,0 0 0 0 0,1 0 0 0 0,-1 1-1 0 0,0-1 1 0 0,0 1 0 0 0,-1 0 0 0 0,1-1-1 0 0,0 1 1 0 0,-1 1 0 0 0,0-1 0 0 0,-5-2 0 0 0,6 4-178 0 0,0 0 1 0 0,-1 0-1 0 0,1 0 1 0 0,0 0-1 0 0,0 0 1 0 0,0 1 0 0 0,0-1-1 0 0,0 1 1 0 0,-1 0-1 0 0,1 0 1 0 0,0 0 0 0 0,1 0-1 0 0,-1 1 1 0 0,0-1-1 0 0,0 1 1 0 0,0-1-1 0 0,1 1 1 0 0,-1 0 0 0 0,1 0-1 0 0,0 0 1 0 0,-3 3-1 0 0,-7 8 34 0 0,0 0-1 0 0,0 0 0 0 0,2 1 1 0 0,0 1-1 0 0,-16 31 0 0 0,22-39-207 0 0,0 1 0 0 0,1 0 0 0 0,0 0 0 0 0,0 0-1 0 0,1 1 1 0 0,0-1 0 0 0,1 1 0 0 0,-1-1 0 0 0,2 1 0 0 0,-1 0 0 0 0,1-1-1 0 0,1 1 1 0 0,-1-1 0 0 0,4 12 0 0 0,-4-19-80 0 0,0 1 0 0 0,0 0 1 0 0,1 0-1 0 0,-1-1 0 0 0,1 1 0 0 0,-1 0 0 0 0,1-1 0 0 0,0 1 1 0 0,-1-1-1 0 0,1 1 0 0 0,0-1 0 0 0,0 1 0 0 0,0-1 1 0 0,1 1-1 0 0,-1-1 0 0 0,0 0 0 0 0,0 0 0 0 0,1 1 1 0 0,-1-1-1 0 0,1 0 0 0 0,-1 0 0 0 0,1-1 0 0 0,-1 1 0 0 0,1 0 1 0 0,-1 0-1 0 0,1-1 0 0 0,0 1 0 0 0,-1-1 0 0 0,1 1 1 0 0,0-1-1 0 0,0 0 0 0 0,-1 0 0 0 0,1 0 0 0 0,0 0 0 0 0,0 0 1 0 0,-1 0-1 0 0,4-1 0 0 0,-1 0-147 0 0,0 0 0 0 0,0-1 0 0 0,-1 0 0 0 0,1 0 0 0 0,0 0 0 0 0,-1 0 0 0 0,0-1 0 0 0,1 1 0 0 0,-1-1 1 0 0,0 0-1 0 0,0 0 0 0 0,-1 0 0 0 0,1 0 0 0 0,4-7 0 0 0,0-4 169 0 0,0-1 1 0 0,-1 0-1 0 0,0 0 0 0 0,-1-1 1 0 0,3-18-1 0 0,-5 19 364 0 0,1 1-1 0 0,0-1 1 0 0,1 1-1 0 0,0 0 0 0 0,2 0 1 0 0,9-17-1 0 0,-15 30-260 0 0,-1 1 0 0 0,0-1 0 0 0,1 0 0 0 0,-1 0 0 0 0,1 0-1 0 0,0 1 1 0 0,-1-1 0 0 0,1 0 0 0 0,0 1 0 0 0,-1-1 0 0 0,1 1 0 0 0,0-1 0 0 0,0 1-1 0 0,-1-1 1 0 0,1 1 0 0 0,0-1 0 0 0,0 1 0 0 0,0 0 0 0 0,0-1 0 0 0,-1 1 0 0 0,1 0-1 0 0,0 0 1 0 0,0 0 0 0 0,0 0 0 0 0,0 0 0 0 0,0 0 0 0 0,0 0 0 0 0,0 0 0 0 0,1 0 0 0 0,0 1 33 0 0,-1 0 0 0 0,1 0 1 0 0,0 0-1 0 0,0 0 0 0 0,-1 0 1 0 0,1 1-1 0 0,-1-1 0 0 0,1 1 1 0 0,-1-1-1 0 0,0 1 1 0 0,0-1-1 0 0,2 4 0 0 0,4 7 377 0 0,-1 0 0 0 0,10 26-1 0 0,-16-35-378 0 0,4 7-1 0 0,22 51-1446 0 0,-17-45-5083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8.2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52 10138 0 0,'0'-1'34'0'0,"0"1"0"0"0,0 0-1 0 0,-1 0 1 0 0,1-1 0 0 0,0 1 0 0 0,0 0 0 0 0,0-1-1 0 0,0 1 1 0 0,0 0 0 0 0,0-1 0 0 0,0 1-1 0 0,0 0 1 0 0,1 0 0 0 0,-1-1 0 0 0,0 1-1 0 0,0 0 1 0 0,0-1 0 0 0,0 1 0 0 0,0 0-1 0 0,0 0 1 0 0,1-1 0 0 0,-1 1 0 0 0,0 0 0 0 0,0 0-1 0 0,0 0 1 0 0,0-1 0 0 0,1 1 0 0 0,-1 0-1 0 0,0 0 1 0 0,0 0 0 0 0,1-1 0 0 0,-1 1-1 0 0,0 0 1 0 0,0 0 0 0 0,1 0 0 0 0,-1 0-1 0 0,0 0 1 0 0,1 0 0 0 0,16-3 961 0 0,18 8 814 0 0,-30-3-1599 0 0,-1 0-1 0 0,0 0 1 0 0,0 0 0 0 0,0 1-1 0 0,0-1 1 0 0,0 1 0 0 0,0 0-1 0 0,-1 0 1 0 0,0 1 0 0 0,1-1-1 0 0,-1 1 1 0 0,0-1 0 0 0,-1 1-1 0 0,1 0 1 0 0,3 8 0 0 0,4 9 143 0 0,-1 0 1 0 0,7 24 0 0 0,-3-8-105 0 0,63 132 220 0 0,-77-173-414 0 0,1 1 0 0 0,-1-1-1 0 0,1 1 1 0 0,1-1 0 0 0,-1 0-1 0 0,0 1 1 0 0,1-1 0 0 0,0 1-1 0 0,1-6 1 0 0,14-44-211 0 0,-10 36 211 0 0,8-32 19 0 0,-5 16 112 0 0,2 1 0 0 0,0-1 1 0 0,2 2-1 0 0,23-41 0 0 0,-34 69-142 0 0,-1 1 0 0 0,0 0-1 0 0,1 0 1 0 0,0 0-1 0 0,-1 0 1 0 0,1 0-1 0 0,0 0 1 0 0,0 0-1 0 0,0 1 1 0 0,0-1-1 0 0,0 1 1 0 0,0-1-1 0 0,1 1 1 0 0,-1 0-1 0 0,0 0 1 0 0,1 0-1 0 0,-1 0 1 0 0,1 0-1 0 0,-1 1 1 0 0,1-1 0 0 0,-1 1-1 0 0,1-1 1 0 0,-1 1-1 0 0,1 0 1 0 0,0 0-1 0 0,-1 0 1 0 0,1 1-1 0 0,2 0 1 0 0,1 0-7 0 0,-1 1 1 0 0,1 1-1 0 0,-1-1 0 0 0,0 1 1 0 0,0 0-1 0 0,0 0 1 0 0,0 0-1 0 0,0 1 0 0 0,-1-1 1 0 0,0 1-1 0 0,7 8 1 0 0,-3-2-3 0 0,-1-1 1 0 0,0 1-1 0 0,-1 1 1 0 0,0-1-1 0 0,0 1 1 0 0,-1 0-1 0 0,5 17 1 0 0,17 84-4022 0 0,-21-81 237 0 0,0-2-2762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8.7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40 5529 0 0,'0'-1'175'0'0,"0"0"-1"0"0,0 0 1 0 0,0 0-1 0 0,0 1 1 0 0,0-1-1 0 0,0 0 1 0 0,0 0-1 0 0,0 0 1 0 0,1 1-1 0 0,-1-1 1 0 0,0 0 0 0 0,1 0-1 0 0,-1 0 1 0 0,1 1-1 0 0,-1-1 1 0 0,0 0-1 0 0,1 1 1 0 0,-1-1-1 0 0,1 1 1 0 0,0-1-1 0 0,-1 0 1 0 0,1 1-1 0 0,0-1 1 0 0,-1 1-1 0 0,1-1 1 0 0,0 1 0 0 0,-1 0-1 0 0,1-1 1 0 0,0 1-1 0 0,0 0 1 0 0,0 0-1 0 0,-1-1 1 0 0,1 1-1 0 0,1 0 1 0 0,0-1 154 0 0,1 0 0 0 0,-1 0 0 0 0,1 0-1 0 0,-1 1 1 0 0,1-1 0 0 0,-1 1 0 0 0,1 0 0 0 0,-1-1 0 0 0,1 1 0 0 0,0 0 0 0 0,2 1 0 0 0,-2 0-192 0 0,-1 0 0 0 0,0 1 0 0 0,0-1 0 0 0,1 1 0 0 0,-1-1 0 0 0,0 1 0 0 0,-1 0 0 0 0,1 0 0 0 0,0 0 0 0 0,0 0 0 0 0,-1 0 0 0 0,1 0 0 0 0,-1 0 0 0 0,0 0 0 0 0,0 1 0 0 0,1-1 0 0 0,-2 1 0 0 0,1-1 0 0 0,1 4 0 0 0,8 56 242 0 0,-7-37-183 0 0,2 2-160 0 0,-4-13-26 0 0,0-1-1 0 0,2 1 1 0 0,0-1-1 0 0,0 0 1 0 0,2 0-1 0 0,-1 0 1 0 0,13 23-1 0 0,-17-35-12 0 0,0-1 0 0 0,1 1 0 0 0,-1-1-1 0 0,0 1 1 0 0,0-1 0 0 0,1 1 0 0 0,-1-1 0 0 0,1 1 0 0 0,-1-1-1 0 0,0 1 1 0 0,1-1 0 0 0,-1 0 0 0 0,1 1 0 0 0,-1-1-1 0 0,1 0 1 0 0,-1 1 0 0 0,1-1 0 0 0,-1 0 0 0 0,1 0 0 0 0,-1 0-1 0 0,1 1 1 0 0,-1-1 0 0 0,1 0 0 0 0,-1 0 0 0 0,1 0 0 0 0,0 0-1 0 0,-1 0 1 0 0,1 0 0 0 0,-1 0 0 0 0,2 0 0 0 0,-1-1-12 0 0,-1 1 0 0 0,1-1-1 0 0,0 0 1 0 0,0 0 0 0 0,0 0 0 0 0,-1 1 0 0 0,1-1 0 0 0,0 0 0 0 0,-1 0 0 0 0,1 0 0 0 0,-1 0-1 0 0,1 0 1 0 0,-1 0 0 0 0,1-2 0 0 0,10-52-413 0 0,-9 42 405 0 0,-1 9 56 0 0,4-23 197 0 0,1-1 0 0 0,17-44 0 0 0,-21 66-148 0 0,1 0 0 0 0,-1 1-1 0 0,1-1 1 0 0,0 1 0 0 0,0 0 0 0 0,0 0-1 0 0,1 0 1 0 0,0 0 0 0 0,0 0 0 0 0,0 1-1 0 0,1 0 1 0 0,-1 0 0 0 0,1 0 0 0 0,0 0-1 0 0,0 1 1 0 0,0 0 0 0 0,1 0 0 0 0,10-5-1 0 0,-12 7-47 0 0,-1 1-1 0 0,1-1 0 0 0,0 0 0 0 0,0 1 0 0 0,-1 0 0 0 0,1 0 1 0 0,0 0-1 0 0,-1 0 0 0 0,1 1 0 0 0,0-1 0 0 0,-1 1 1 0 0,1 0-1 0 0,0 0 0 0 0,-1 0 0 0 0,1 1 0 0 0,-1-1 0 0 0,0 1 1 0 0,0 0-1 0 0,1 0 0 0 0,-1 0 0 0 0,0 0 0 0 0,0 0 1 0 0,-1 1-1 0 0,1-1 0 0 0,3 6 0 0 0,4 5-299 0 0,-1 0 0 0 0,0 1-1 0 0,-1 0 1 0 0,10 25 0 0 0,2 1-2457 0 0,-8-19-3636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9.2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75 644 6449 0 0,'3'-4'280'0'0,"0"1"0"0"0,0 1 0 0 0,1-1 0 0 0,-1 0 0 0 0,1 1 1 0 0,0 0-1 0 0,5-3 0 0 0,-1 0 373 0 0,-2 1-412 0 0,-1-1 0 0 0,1 0 0 0 0,-1-1-1 0 0,-1 1 1 0 0,1-1 0 0 0,-1 0 0 0 0,0 0-1 0 0,0 0 1 0 0,-1-1 0 0 0,0 1-1 0 0,0-1 1 0 0,0 0 0 0 0,-1 0 0 0 0,0 0-1 0 0,0 0 1 0 0,0-9 0 0 0,0 7-99 0 0,-1-1 0 0 0,0 1 0 0 0,0 0 0 0 0,-1-1 0 0 0,-1 1 0 0 0,0 0 0 0 0,0 0 0 0 0,0-1 0 0 0,-1 1 0 0 0,-1 0 0 0 0,1 0 0 0 0,-7-12 0 0 0,8 18-100 0 0,0 1-1 0 0,-1-1 1 0 0,1 0-1 0 0,-1 1 1 0 0,0-1 0 0 0,1 1-1 0 0,-1 0 1 0 0,-1-1 0 0 0,1 1-1 0 0,0 0 1 0 0,0 0 0 0 0,-1 0-1 0 0,1 1 1 0 0,-1-1 0 0 0,1 1-1 0 0,-1-1 1 0 0,0 1-1 0 0,0 0 1 0 0,0 0 0 0 0,1 0-1 0 0,-1 0 1 0 0,0 0 0 0 0,0 1-1 0 0,0-1 1 0 0,0 1 0 0 0,0 0-1 0 0,0 0 1 0 0,0 0 0 0 0,-1 1-1 0 0,1-1 1 0 0,0 0-1 0 0,1 1 1 0 0,-1 0 0 0 0,0 0-1 0 0,0 0 1 0 0,0 0 0 0 0,0 0-1 0 0,-2 2 1 0 0,0 0 26 0 0,1 0 0 0 0,-1 0 0 0 0,1 1 0 0 0,0-1 0 0 0,0 1 0 0 0,1 0 1 0 0,-1 0-1 0 0,1 0 0 0 0,-1 0 0 0 0,1 1 0 0 0,1-1 0 0 0,-1 1 0 0 0,1 0 0 0 0,-1-1 0 0 0,1 1 0 0 0,1 0 0 0 0,-1 1 1 0 0,1-1-1 0 0,0 0 0 0 0,0 0 0 0 0,0 8 0 0 0,1-5-171 0 0,1-1 0 0 0,0 1-1 0 0,0 0 1 0 0,1-1 0 0 0,0 1 0 0 0,0-1 0 0 0,1 0-1 0 0,0 0 1 0 0,0 0 0 0 0,1 0 0 0 0,0 0 0 0 0,0 0-1 0 0,0-1 1 0 0,1 0 0 0 0,0 0 0 0 0,0 0 0 0 0,1-1 0 0 0,-1 0-1 0 0,1 0 1 0 0,1 0 0 0 0,-1 0 0 0 0,0-1 0 0 0,1 0-1 0 0,0-1 1 0 0,8 4 0 0 0,-4-2-85 0 0,1-1 0 0 0,-1 0 1 0 0,1-1-1 0 0,0 0 0 0 0,0-1 0 0 0,0 0 0 0 0,1 0 1 0 0,-1-2-1 0 0,0 1 0 0 0,0-2 0 0 0,1 0 0 0 0,-1 0 0 0 0,0-1 1 0 0,0 0-1 0 0,14-6 0 0 0,-16 4-105 0 0,0 0 0 0 0,0-1-1 0 0,-1 0 1 0 0,0-1 0 0 0,0 0 0 0 0,0-1 0 0 0,-1 0 0 0 0,0 0-1 0 0,0-1 1 0 0,-1 0 0 0 0,0 0 0 0 0,0 0 0 0 0,-1-1-1 0 0,0 0 1 0 0,-1-1 0 0 0,1 1 0 0 0,-2-1 0 0 0,0 0-1 0 0,0 0 1 0 0,5-20 0 0 0,-1-13-264 0 0,-1 0 1 0 0,-2 0-1 0 0,-2-82 0 0 0,-2 74 1534 0 0,-1 41-738 0 0,-1-48 1446 0 0,1 54-1175 0 0,-1-1 0 0 0,0 1 0 0 0,1-1 1 0 0,-2 1-1 0 0,1 0 0 0 0,0-1 0 0 0,-1 1 0 0 0,0 0 0 0 0,0 0 0 0 0,-3-5 0 0 0,5 9-388 0 0,-1-1-1 0 0,1 1 0 0 0,-1-1 1 0 0,1 1-1 0 0,-1-1 1 0 0,1 1-1 0 0,-1-1 1 0 0,1 1-1 0 0,-1 0 1 0 0,0-1-1 0 0,1 1 0 0 0,-1 0 1 0 0,0 0-1 0 0,1-1 1 0 0,-1 1-1 0 0,0 0 1 0 0,1 0-1 0 0,-1 0 1 0 0,0 0-1 0 0,1 0 1 0 0,-1 0-1 0 0,0 0 0 0 0,0 0 1 0 0,1 0-1 0 0,-1 0 1 0 0,0 0-1 0 0,1 0 1 0 0,-1 1-1 0 0,0-1 1 0 0,1 0-1 0 0,-1 1 0 0 0,0-1 1 0 0,1 0-1 0 0,-1 1 1 0 0,1-1-1 0 0,-1 0 1 0 0,1 1-1 0 0,-1-1 1 0 0,1 1-1 0 0,-1-1 1 0 0,1 1-1 0 0,-1-1 0 0 0,1 1 1 0 0,-1 0-1 0 0,1-1 1 0 0,0 1-1 0 0,-1 0 1 0 0,1-1-1 0 0,0 2 1 0 0,-3 1 139 0 0,1 1-1 0 0,0 0 1 0 0,0 1 0 0 0,0-1 0 0 0,0 0 0 0 0,-1 6 0 0 0,1 5-124 0 0,1 1 0 0 0,1 0 0 0 0,0 0-1 0 0,0 0 1 0 0,6 28 0 0 0,24 80 819 0 0,-14-63-775 0 0,11 56-758 0 0,-11-40-533 0 0,4-2 1 0 0,31 80-1 0 0,-32-110-233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0.2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 25 10138 0 0,'0'-1'141'0'0,"0"0"-1"0"0,-1 0 0 0 0,1 0 1 0 0,0 0-1 0 0,0 1 0 0 0,0-1 1 0 0,0 0-1 0 0,0 0 0 0 0,0 0 1 0 0,0 0-1 0 0,0 1 0 0 0,1-1 1 0 0,-1 0-1 0 0,0 0 0 0 0,0 0 1 0 0,1 1-1 0 0,-1-1 0 0 0,0 0 1 0 0,1 0-1 0 0,-1 1 0 0 0,1-1 1 0 0,-1 0-1 0 0,1 1 1 0 0,-1-1-1 0 0,1 0 0 0 0,0 1 1 0 0,-1-1-1 0 0,1 1 0 0 0,0-1 1 0 0,-1 1-1 0 0,1-1 0 0 0,1 0 1 0 0,-1 2-57 0 0,0-1 1 0 0,0 1-1 0 0,0-1 1 0 0,0 1 0 0 0,0-1-1 0 0,-1 1 1 0 0,1 0-1 0 0,0-1 1 0 0,0 1 0 0 0,-1 0-1 0 0,1 0 1 0 0,0-1-1 0 0,-1 1 1 0 0,1 0-1 0 0,-1 0 1 0 0,1 0 0 0 0,-1 0-1 0 0,1 0 1 0 0,-1 0-1 0 0,0 0 1 0 0,1 0 0 0 0,-1 0-1 0 0,0 0 1 0 0,0 0-1 0 0,0 1 1 0 0,3 16 206 0 0,-1 0 1 0 0,-1 0-1 0 0,-1 0 0 0 0,-4 35 1 0 0,-19 75 31 0 0,6-43-413 0 0,1-8-481 0 0,7-32-1113 0 0,1-1-4076 0 0,6-30 1149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0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57 7370 0 0,'0'0'17'0'0,"0"0"0"0"0,0-1 1 0 0,0 1-1 0 0,0 0 0 0 0,0 0 1 0 0,0 0-1 0 0,0 0 0 0 0,0 0 1 0 0,-1 0-1 0 0,1-1 0 0 0,0 1 1 0 0,0 0-1 0 0,0 0 1 0 0,0 0-1 0 0,0 0 0 0 0,0 0 1 0 0,0 0-1 0 0,-1 0 0 0 0,1 0 1 0 0,0 0-1 0 0,0 0 0 0 0,0-1 1 0 0,0 1-1 0 0,0 0 0 0 0,-1 0 1 0 0,1 0-1 0 0,0 0 1 0 0,0 0-1 0 0,0 0 0 0 0,0 0 1 0 0,0 0-1 0 0,-1 0 0 0 0,1 0 1 0 0,0 0-1 0 0,0 0 0 0 0,0 1 1 0 0,0-1-1 0 0,0 0 0 0 0,-1 0 1 0 0,1 0-1 0 0,0 0 1 0 0,0 0-1 0 0,0 0 0 0 0,0 0 1 0 0,0 0-1 0 0,0 0 0 0 0,-1 0 1 0 0,1 0-1 0 0,0 1 0 0 0,0-1 1 0 0,0 0-1 0 0,0 0 0 0 0,0 0 1 0 0,0 0-1 0 0,0 0 1 0 0,0 0-1 0 0,0 1 0 0 0,0-1 1 0 0,-3 16 2509 0 0,7-4-2127 0 0,1 0-1 0 0,-1 0 1 0 0,2 0 0 0 0,0 0-1 0 0,0-1 1 0 0,1 0 0 0 0,14 16-1 0 0,12 21 809 0 0,-14-13-891 0 0,-14-24-211 0 0,1 0 1 0 0,0 0-1 0 0,0-1 0 0 0,1 0 1 0 0,1 0-1 0 0,14 16 0 0 0,-20-25-107 0 0,-1 0 0 0 0,0 0 0 0 0,1 0 0 0 0,-1 0 0 0 0,1 0 0 0 0,-1-1 0 0 0,1 1 0 0 0,0 0 0 0 0,-1-1 0 0 0,1 1 0 0 0,0-1 0 0 0,-1 1 0 0 0,1-1 0 0 0,0 0 0 0 0,0 0 0 0 0,-1 0 0 0 0,1 0 0 0 0,0 0 0 0 0,0 0 0 0 0,-1 0 0 0 0,1 0 0 0 0,2-2 0 0 0,-1 1-2 0 0,0 0-1 0 0,0-1 0 0 0,0 0 0 0 0,0 0 0 0 0,0 0 0 0 0,0 0 0 0 0,-1 0 0 0 0,1-1 0 0 0,-1 1 0 0 0,4-6 0 0 0,2-4 6 0 0,0 0 0 0 0,-1-1 0 0 0,-1 0 0 0 0,7-17 0 0 0,0-10 209 0 0,13-71-1 0 0,-4 16 747 0 0,-22 95-908 0 0,0 0-1 0 0,0-1 0 0 0,0 1 1 0 0,0-1-1 0 0,0 1 1 0 0,0 0-1 0 0,0-1 0 0 0,1 1 1 0 0,-1 0-1 0 0,0-1 1 0 0,0 1-1 0 0,0 0 1 0 0,0-1-1 0 0,1 1 0 0 0,-1 0 1 0 0,0-1-1 0 0,0 1 1 0 0,1 0-1 0 0,-1 0 0 0 0,0-1 1 0 0,1 1-1 0 0,-1 0 1 0 0,0 0-1 0 0,1 0 1 0 0,-1-1-1 0 0,0 1 0 0 0,1 0 1 0 0,-1 0-1 0 0,0 0 1 0 0,1 0-1 0 0,-1 0 0 0 0,1 0 1 0 0,-1 0-1 0 0,0 0 1 0 0,1 0-1 0 0,-1 0 1 0 0,1 0-1 0 0,-1 0 0 0 0,0 0 1 0 0,1 0-1 0 0,-1 0 1 0 0,18 13 696 0 0,10 24-398 0 0,-8 3-436 0 0,-2 0-1 0 0,-1 1 1 0 0,18 74 0 0 0,-14-46-1760 0 0,-8-27-4889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0.9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51 8754 0 0,'-4'1'64'0'0,"1"1"-1"0"0,-1-1 1 0 0,1 1-1 0 0,0 0 1 0 0,0 0 0 0 0,0 0-1 0 0,0 1 1 0 0,0-1 0 0 0,0 1-1 0 0,1 0 1 0 0,-1-1 0 0 0,1 1-1 0 0,-1 0 1 0 0,1 0 0 0 0,0 1-1 0 0,1-1 1 0 0,-1 0 0 0 0,-2 7-1 0 0,-4 8 460 0 0,1 1 0 0 0,-5 20 0 0 0,10-30-452 0 0,1-1-1 0 0,-1 1 1 0 0,2-1 0 0 0,-1 1 0 0 0,1-1-1 0 0,0 1 1 0 0,1-1 0 0 0,0 1-1 0 0,0-1 1 0 0,1 0 0 0 0,0 1 0 0 0,1-1-1 0 0,-1 0 1 0 0,2 0 0 0 0,-1 0 0 0 0,1-1-1 0 0,0 1 1 0 0,1-1 0 0 0,0 0 0 0 0,0 0-1 0 0,0-1 1 0 0,1 1 0 0 0,0-1 0 0 0,0 0-1 0 0,12 8 1 0 0,-7-5-272 0 0,0-2 0 0 0,1 0 0 0 0,0 0 0 0 0,0-1 0 0 0,0 0 0 0 0,0-1 0 0 0,1 0 0 0 0,0-1 0 0 0,0-1 0 0 0,0 0 0 0 0,1-1 0 0 0,-1 0 0 0 0,1-1 0 0 0,-1 0 0 0 0,24-3 1 0 0,-32 2 195 0 0,1-1 1 0 0,-1 0-1 0 0,1-1 1 0 0,-1 1-1 0 0,0-1 1 0 0,1 0 0 0 0,-1 0-1 0 0,0-1 1 0 0,0 1-1 0 0,-1-1 1 0 0,1 0-1 0 0,-1 0 1 0 0,1-1 0 0 0,-1 1-1 0 0,0-1 1 0 0,0 0-1 0 0,0 0 1 0 0,-1-1-1 0 0,4-5 1 0 0,-3 4 210 0 0,-1-1 0 0 0,-1 0 0 0 0,1 0-1 0 0,-1 0 1 0 0,0 0 0 0 0,-1 0 0 0 0,1 0 0 0 0,-1 0 0 0 0,-1 0 0 0 0,0-1-1 0 0,0 1 1 0 0,0 0 0 0 0,-1-1 0 0 0,-1-7 0 0 0,-1 0 46 0 0,-1 0 0 0 0,0 0 0 0 0,-1 0 0 0 0,-1 0 0 0 0,0 1 0 0 0,-1 0 0 0 0,0 0 1 0 0,-1 1-1 0 0,-1 0 0 0 0,0 0 0 0 0,-1 1 0 0 0,-13-13 0 0 0,14 16-419 0 0,-1 0 1 0 0,0 1-1 0 0,0 0 0 0 0,-1 1 0 0 0,0 0 1 0 0,-1 0-1 0 0,1 1 0 0 0,-1 1 0 0 0,0 0 1 0 0,-1 1-1 0 0,1 0 0 0 0,-1 1 0 0 0,0 0 1 0 0,-25-1-1 0 0,8 3-4930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1.3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197 19 5529 0 0,'7'-15'609'0'0,"-12"11"513"0"0,-23 12 618 0 0,22-6-1754 0 0,-10 3 356 0 0,1 1 1 0 0,0 1-1 0 0,0 0 1 0 0,1 1-1 0 0,-1 1 1 0 0,2 0-1 0 0,-1 1 0 0 0,-19 19 1 0 0,31-27-273 0 0,1 0 0 0 0,0-1 0 0 0,-1 1 0 0 0,1 0 1 0 0,0 0-1 0 0,0 0 0 0 0,0 0 0 0 0,0-1 0 0 0,0 1 0 0 0,1 1 0 0 0,-1-1 0 0 0,1 0 0 0 0,-1 0 1 0 0,1 0-1 0 0,0 0 0 0 0,-1 0 0 0 0,1 0 0 0 0,0 1 0 0 0,1 1 0 0 0,0-1-8 0 0,0 1-1 0 0,0-1 0 0 0,0 1 1 0 0,0-1-1 0 0,1 0 0 0 0,0 0 1 0 0,0 0-1 0 0,-1 0 0 0 0,2 0 1 0 0,3 5-1 0 0,6 4 32 0 0,0-1 1 0 0,2 0-1 0 0,27 18 1 0 0,-26-19 9 0 0,26 15 162 0 0,25 18 153 0 0,-61-40-380 0 0,-1 1-1 0 0,1 0 1 0 0,-1 0-1 0 0,0 0 1 0 0,0 0-1 0 0,-1 1 1 0 0,1 0-1 0 0,-1-1 1 0 0,0 1-1 0 0,3 7 1 0 0,-6-10-27 0 0,1 0 0 0 0,-1 0 0 0 0,0 0 0 0 0,0 0 0 0 0,0 0 0 0 0,0 0 0 0 0,0 0 0 0 0,0 1 0 0 0,0-1 0 0 0,-1 0 0 0 0,1 0 0 0 0,-1 0 0 0 0,1 0 0 0 0,-1 0 0 0 0,0 0 0 0 0,0 0 0 0 0,0 0 0 0 0,0-1 0 0 0,0 1 1 0 0,0 0-1 0 0,-1 0 0 0 0,1-1 0 0 0,0 1 0 0 0,-1-1 0 0 0,0 1 0 0 0,1-1 0 0 0,-1 0 0 0 0,0 0 0 0 0,0 1 0 0 0,1-1 0 0 0,-5 1 0 0 0,-6 5 51 0 0,-1-1 1 0 0,0 0-1 0 0,-19 5 1 0 0,32-11-65 0 0,-48 12-4466 0 0,24-6-622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1.8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50 10138 0 0,'-16'-5'977'0'0,"15"5"-934"0"0,1 0-1 0 0,0 0 1 0 0,0 0-1 0 0,0-1 1 0 0,0 1-1 0 0,0 0 1 0 0,0 0-1 0 0,0 0 1 0 0,0-1-1 0 0,0 1 1 0 0,-1 0-1 0 0,1 0 1 0 0,0 0-1 0 0,0-1 1 0 0,0 1-1 0 0,0 0 1 0 0,0 0-1 0 0,0 0 1 0 0,0-1-1 0 0,0 1 1 0 0,0 0-1 0 0,0 0 1 0 0,0 0-1 0 0,1-1 1 0 0,-1 1-1 0 0,0 0 1 0 0,0 0-1 0 0,0 0 1 0 0,0 0-1 0 0,0-1 1 0 0,0 1-1 0 0,0 0 1 0 0,0 0-1 0 0,1 0 1 0 0,-1 0-1 0 0,0-1 1 0 0,0 1-1 0 0,1 0 1 0 0,27-17 2537 0 0,-18 12-2668 0 0,-7 3 151 0 0,0 0 0 0 0,1 0 1 0 0,-1 0-1 0 0,1 1 1 0 0,0-1-1 0 0,-1 1 0 0 0,1 0 1 0 0,0 0-1 0 0,0 1 1 0 0,0-1-1 0 0,0 1 0 0 0,0 0 1 0 0,5 0-1 0 0,-6 1 95 0 0,0 0-1 0 0,0 0 0 0 0,0 1 1 0 0,0-1-1 0 0,0 1 1 0 0,0 0-1 0 0,-1-1 0 0 0,1 1 1 0 0,-1 0-1 0 0,0 1 1 0 0,1-1-1 0 0,-1 0 0 0 0,0 1 1 0 0,0-1-1 0 0,0 1 1 0 0,-1 0-1 0 0,3 3 0 0 0,3 8 154 0 0,1 0 0 0 0,-2 1 0 0 0,0 0 0 0 0,0 1 0 0 0,-2-1 0 0 0,5 25-1 0 0,7 102 164 0 0,-9-71-366 0 0,-5-47-751 0 0,1 0-1 0 0,2 0 1 0 0,11 38-1 0 0,-7-41-6298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9 133 7370 0 0,'-1'-1'96'0'0,"0"-1"0"0"0,0 0 1 0 0,0 1-1 0 0,0-1 1 0 0,0 0-1 0 0,1 0 1 0 0,-1 0-1 0 0,1 0 1 0 0,-1 0-1 0 0,1 0 0 0 0,0 0 1 0 0,0 0-1 0 0,0 0 1 0 0,0 0-1 0 0,0 0 1 0 0,0 1-1 0 0,0-1 0 0 0,1 0 1 0 0,-1 0-1 0 0,1 0 1 0 0,-1 0-1 0 0,1 0 1 0 0,1-3-1 0 0,1 0 232 0 0,0 1 0 0 0,0 0 0 0 0,1 0-1 0 0,-1 0 1 0 0,1 1 0 0 0,0-1 0 0 0,0 1 0 0 0,6-4 0 0 0,1 1-278 0 0,-1 0 1 0 0,2 0-1 0 0,-1 1 1 0 0,0 0-1 0 0,1 1 1 0 0,0 0-1 0 0,20-2 1 0 0,-24 4-353 0 0,1 1 0 0 0,0 0 0 0 0,0 0 1 0 0,-1 1-1 0 0,1 0 0 0 0,0 1 1 0 0,0 0-1 0 0,-1 0 0 0 0,1 1 0 0 0,-1 0 1 0 0,13 5-1 0 0,-6 3 319 0 0,-3 2 70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2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54 85 4609 0 0,'-15'13'-29'0'0,"12"-11"459"0"0,-1 1 0 0 0,1 0 0 0 0,0-1 1 0 0,0 1-1 0 0,0 0 0 0 0,0 0 0 0 0,1 0 0 0 0,-1 1 0 0 0,1-1 0 0 0,0 1 0 0 0,0-1 0 0 0,0 1 0 0 0,-1 4 0 0 0,3-7-394 0 0,0-1 1 0 0,0 0-1 0 0,0 0 1 0 0,0 1-1 0 0,0-1 1 0 0,0 0-1 0 0,0 1 1 0 0,0-1-1 0 0,0 0 1 0 0,0 0-1 0 0,0 1 0 0 0,0-1 1 0 0,0 0-1 0 0,0 0 1 0 0,1 1-1 0 0,-1-1 1 0 0,0 0-1 0 0,0 0 1 0 0,0 1-1 0 0,0-1 1 0 0,1 0-1 0 0,-1 0 0 0 0,0 0 1 0 0,0 0-1 0 0,0 1 1 0 0,1-1-1 0 0,-1 0 1 0 0,0 0-1 0 0,0 0 1 0 0,1 0-1 0 0,-1 0 1 0 0,0 1-1 0 0,0-1 0 0 0,1 0 1 0 0,-1 0-1 0 0,0 0 1 0 0,0 0-1 0 0,1 0 1 0 0,-1 0-1 0 0,17-2-57 0 0,15-7-1598 0 0,-32 9 1598 0 0,130-42-2269 0 0,22-8 143 0 0,-64 13 2075 0 0,-59 24 72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4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 0 1376 0 0,'-9'6'7393'0'0,"8"-4"-7041"0"0,-6 16 3375 0 0,1 20-330 0 0,5 41 303 0 0,14 43-2519 0 0,-7-68-1098 0 0,9 59-2621 0 0,-12-95 919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5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7 238 3225 0 0,'-3'-33'-677'0'0,"1"14"2259"0"0,1 0 0 0 0,1 0 0 0 0,0 0 0 0 0,1 0 0 0 0,5-25 0 0 0,-5 41-1431 0 0,0-1 1 0 0,0 1-1 0 0,0-1 1 0 0,1 1 0 0 0,-1-1-1 0 0,1 1 1 0 0,0 0-1 0 0,0 0 1 0 0,0 0 0 0 0,0 0-1 0 0,0 0 1 0 0,1 1-1 0 0,0-1 1 0 0,-1 1 0 0 0,1-1-1 0 0,0 1 1 0 0,5-3 0 0 0,-4 3-542 0 0,0 1 1 0 0,0-1 0 0 0,0 1-1 0 0,1 0 1 0 0,-1 0 0 0 0,0 1-1 0 0,1-1 1 0 0,-1 1 0 0 0,0 0-1 0 0,1 0 1 0 0,4 1 0 0 0,4 0-3515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8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0 2761 0 0,'-9'13'-127'0'0,"-13"20"2388"0"0,21-31-2077 0 0,0-1-1 0 0,0 1 1 0 0,1 0 0 0 0,-1 0-1 0 0,1 0 1 0 0,-1-1 0 0 0,1 1-1 0 0,-1 0 1 0 0,1 0 0 0 0,0 0 0 0 0,0 0-1 0 0,0 0 1 0 0,0-1 0 0 0,0 1-1 0 0,0 0 1 0 0,1 3 0 0 0,0-4-204 0 0,-1 0 1 0 0,1-1-1 0 0,-1 1 1 0 0,1-1 0 0 0,-1 1-1 0 0,1-1 1 0 0,0 1-1 0 0,-1-1 1 0 0,1 1 0 0 0,0-1-1 0 0,-1 1 1 0 0,1-1-1 0 0,0 0 1 0 0,-1 1 0 0 0,1-1-1 0 0,0 0 1 0 0,0 0-1 0 0,-1 0 1 0 0,1 0 0 0 0,0 1-1 0 0,0-1 1 0 0,1 0-1 0 0,26-1-700 0 0,-3 2 681 0 0,-24-1 33 0 0,0 0 0 0 0,0 0-1 0 0,0 1 1 0 0,0-1 0 0 0,0 0 0 0 0,0 1 0 0 0,0-1-1 0 0,0 1 1 0 0,0-1 0 0 0,-1 1 0 0 0,1-1-1 0 0,0 1 1 0 0,0 0 0 0 0,0-1 0 0 0,-1 1 0 0 0,1 0-1 0 0,0 0 1 0 0,-1-1 0 0 0,1 1 0 0 0,-1 0-1 0 0,1 0 1 0 0,-1 0 0 0 0,1 0 0 0 0,-1 0 0 0 0,0 0-1 0 0,1 1 1 0 0,-1 1-4 0 0,0-1-1 0 0,0 0 1 0 0,0 0 0 0 0,-1 0-1 0 0,1 0 1 0 0,-1 0 0 0 0,1 0 0 0 0,-1 0-1 0 0,0 0 1 0 0,1 0 0 0 0,-1 0-1 0 0,-2 2 1 0 0,0 2-22 0 0,-2 0-1 0 0,1 0 1 0 0,0 0 0 0 0,-1-1 0 0 0,0 0-1 0 0,-10 8 1 0 0,14-12 75 0 0,-1 0 1 0 0,0 0-1 0 0,0 0 0 0 0,1 1 1 0 0,-1-1-1 0 0,1 0 0 0 0,-1 1 1 0 0,1-1-1 0 0,0 1 0 0 0,-1 0 1 0 0,1-1-1 0 0,0 1 0 0 0,0 0 1 0 0,0 0-1 0 0,0-1 0 0 0,-1 5 1 0 0,3-5 115 0 0,-1 0 0 0 0,1 0 1 0 0,-1 0-1 0 0,1 0 0 0 0,-1 1 0 0 0,1-1 1 0 0,0 0-1 0 0,-1 0 0 0 0,1 0 1 0 0,0 0-1 0 0,0-1 0 0 0,0 1 0 0 0,0 0 1 0 0,0 0-1 0 0,0 0 0 0 0,0-1 0 0 0,0 1 1 0 0,0 0-1 0 0,0-1 0 0 0,0 1 1 0 0,0-1-1 0 0,1 1 0 0 0,-1-1 0 0 0,0 0 1 0 0,0 0-1 0 0,0 1 0 0 0,1-1 1 0 0,1 0-1 0 0,28 7-124 0 0,53 5 1 0 0,-62-10-4249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3.1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14 124 3681 0 0,'-1'-1'134'0'0,"-1"0"1"0"0,1 0 0 0 0,0 0-1 0 0,1 0 1 0 0,-1 0 0 0 0,0 0-1 0 0,0 0 1 0 0,0 0 0 0 0,1 0-1 0 0,-1-1 1 0 0,0 1 0 0 0,1 0-1 0 0,-1 0 1 0 0,1-1 0 0 0,0 1-1 0 0,-1 0 1 0 0,1-1 0 0 0,0 1-1 0 0,0-1 1 0 0,0 1 0 0 0,0 0-1 0 0,0-1 1 0 0,0 1 0 0 0,0-2-1 0 0,2 0 221 0 0,-1 1 0 0 0,0 0 0 0 0,1-1-1 0 0,-1 1 1 0 0,1 0 0 0 0,0 0 0 0 0,0 0 0 0 0,-1 0 0 0 0,1 0-1 0 0,1 0 1 0 0,-1 1 0 0 0,3-2 0 0 0,8-5 107 0 0,0 0 0 0 0,1 1 0 0 0,-1 1-1 0 0,2 0 1 0 0,-1 1 0 0 0,1 1 0 0 0,25-5 0 0 0,-8 4-1613 0 0,-1 2 0 0 0,55 0-1 0 0,-62 4-3251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3.3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 1 3049 0 0,'-4'3'212'0'0,"1"0"0"0"0,0 0 1 0 0,0 1-1 0 0,1-1 1 0 0,-1 1-1 0 0,1-1 0 0 0,0 1 1 0 0,-1 0-1 0 0,2 0 1 0 0,-1 0-1 0 0,0 0 0 0 0,1 0 1 0 0,0 0-1 0 0,0 1 1 0 0,0-1-1 0 0,0 0 0 0 0,1 1 1 0 0,0 6-1 0 0,-1 11 1348 0 0,2 0 0 0 0,3 28-1 0 0,-4-46-1593 0 0,13 86-18 0 0,-9-69-4135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3.5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2 8290 0 0,'-1'-2'736'0'0,"0"2"-520"0"0,1 2-144 0 0,1-1-72 0 0,2 2 96 0 0,1 2-24 0 0,5 1-8 0 0,2 1 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5.4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115 916 8290 0 0,'-8'0'283'0'0,"1"1"1"0"0,0 1-1 0 0,-1-1 1 0 0,1 1-1 0 0,0 0 0 0 0,0 1 1 0 0,-10 5-1 0 0,14-7-268 0 0,0 1-1 0 0,0-1 0 0 0,0 1 0 0 0,0 0 0 0 0,0 0 0 0 0,0 0 0 0 0,1 0 1 0 0,-1 0-1 0 0,1 0 0 0 0,-1 1 0 0 0,1-1 0 0 0,0 1 0 0 0,0 0 1 0 0,0 0-1 0 0,1 0 0 0 0,-1-1 0 0 0,0 2 0 0 0,0 3 0 0 0,2-6-5 0 0,0 0 1 0 0,0 0-1 0 0,0 0 0 0 0,0 0 0 0 0,0 1 0 0 0,0-1 0 0 0,0 0 0 0 0,1 0 0 0 0,-1 0 0 0 0,1 0 1 0 0,-1 0-1 0 0,1 0 0 0 0,-1 0 0 0 0,1 0 0 0 0,-1 0 0 0 0,1 0 0 0 0,0-1 0 0 0,-1 1 1 0 0,1 0-1 0 0,0 0 0 0 0,0-1 0 0 0,0 1 0 0 0,0 0 0 0 0,0-1 0 0 0,0 1 0 0 0,0-1 0 0 0,0 1 1 0 0,0-1-1 0 0,0 1 0 0 0,0-1 0 0 0,0 0 0 0 0,0 1 0 0 0,0-1 0 0 0,0 0 0 0 0,0 0 1 0 0,0 0-1 0 0,0 0 0 0 0,0 0 0 0 0,1 0 0 0 0,1-1 0 0 0,50-4 1085 0 0,-49 5-1001 0 0,131-29 1677 0 0,30-5-745 0 0,107-17-672 0 0,-114 20-405 0 0,27 4 46 0 0,32-8 107 0 0,522-87 2033 0 0,-607 103-1835 0 0,-7 1-139 0 0,576-101 225 0 0,-393 62 113 0 0,-96 19-220 0 0,17 3-163 0 0,39-8-14 0 0,111-22 127 0 0,-170 32-136 0 0,864-84 199 0 0,-915 104-278 0 0,629-19 66 0 0,2 43 16 0 0,-152-14 53 0 0,-16-1 322 0 0,-179 20-237 0 0,76 2-67 0 0,1-30 162 0 0,413-83 1143 0 0,-889 88-1710 0 0,-24 3-2309 0 0,-8 2-1193 0 0,6-1-3411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4.2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61 375 920 0 0,'-12'2'1514'0'0,"0"0"0"0"0,1 1-1 0 0,-14 7 1190 0 0,33-7-2169 0 0,11 0 2 0 0,321-17 2552 0 0,-187 3-2530 0 0,448-11 798 0 0,90-5-1036 0 0,765-48 1271 0 0,-274 22-7 0 0,-127 4-1191 0 0,323-12 1218 0 0,-691 29-1226 0 0,63-2-61 0 0,-625 29-315 0 0,229-4 64 0 0,-138 7 159 0 0,122 1 54 0 0,-189-2-140 0 0,63 4-1690 0 0,-190 1-3259 0 0,-5 1-1582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5.6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43 4145 0 0,'0'-3'596'0'0,"0"0"0"0"0,0 1 1 0 0,0-1-1 0 0,0 0 0 0 0,1 0 1 0 0,-1 0-1 0 0,1 0 0 0 0,0 1 1 0 0,0-1-1 0 0,0 0 0 0 0,0 0 0 0 0,5-5 1256 0 0,-6 8-1713 0 0,0 0 1 0 0,1 0-1 0 0,-1 0 0 0 0,0-1 1 0 0,1 1-1 0 0,-1 0 1 0 0,0 0-1 0 0,1 0 1 0 0,-1 0-1 0 0,0 0 0 0 0,1 0 1 0 0,-1 0-1 0 0,1 0 1 0 0,-1 0-1 0 0,0 1 1 0 0,3 0 975 0 0,-3-1-976 0 0,16 20 1860 0 0,-2 8-1269 0 0,-1 1 0 0 0,-1 0 0 0 0,14 55 0 0 0,9 95 41 0 0,-26-121-746 0 0,2 0 0 0 0,37 107 0 0 0,-43-152-58 0 0,1-1 0 0 0,0 0-1 0 0,10 14 1 0 0,3-3-2418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5.9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1 227 2304 0 0,'0'-11'684'0'0,"0"1"-1"0"0,1-1 1 0 0,0 0-1 0 0,1 1 0 0 0,0-1 1 0 0,1 1-1 0 0,0 0 0 0 0,1 0 1 0 0,0 0-1 0 0,0 0 0 0 0,1 1 1 0 0,10-16-1 0 0,-9 19-367 0 0,-1-1 0 0 0,1 1 0 0 0,1-1-1 0 0,-1 2 1 0 0,1-1 0 0 0,0 1 0 0 0,0 0 0 0 0,1 0 0 0 0,-1 1 0 0 0,1 0 0 0 0,0 1 0 0 0,0-1-1 0 0,1 1 1 0 0,-1 1 0 0 0,17-3 0 0 0,-17 4-117 0 0,0 1-1 0 0,1-1 1 0 0,-1 2-1 0 0,0-1 1 0 0,1 1-1 0 0,-1 1 1 0 0,0-1-1 0 0,0 1 1 0 0,0 1-1 0 0,0 0 1 0 0,0 0-1 0 0,-1 0 1 0 0,1 1-1 0 0,-1 0 0 0 0,13 9 1 0 0,-13-7-190 0 0,1 0 1 0 0,-1 0-1 0 0,0 0 0 0 0,-1 1 0 0 0,1 0 1 0 0,-1 0-1 0 0,-1 1 0 0 0,0-1 1 0 0,0 1-1 0 0,0 1 0 0 0,-1-1 1 0 0,0 0-1 0 0,5 18 0 0 0,-8-22-60 0 0,0-1 1 0 0,-1 0-1 0 0,0 1 0 0 0,1-1 1 0 0,-1 0-1 0 0,-1 1 0 0 0,1-1 0 0 0,0 0 1 0 0,-1 0-1 0 0,0 1 0 0 0,1-1 0 0 0,-1 0 1 0 0,-1 0-1 0 0,1 0 0 0 0,0 0 0 0 0,-1 0 1 0 0,1 0-1 0 0,-1 0 0 0 0,0 0 1 0 0,0 0-1 0 0,0-1 0 0 0,-1 1 0 0 0,1-1 1 0 0,0 0-1 0 0,-1 0 0 0 0,0 0 0 0 0,-3 3 1 0 0,-1-1-355 0 0,-1 1-1 0 0,0-2 1 0 0,0 1 0 0 0,0-1 0 0 0,0 0 0 0 0,0 0 0 0 0,-1-1 0 0 0,1-1-1 0 0,-14 2 1 0 0,6-1-4765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6.5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69 10594 0 0,'68'-20'5269'0'0,"75"-18"-1012"0"0,-125 34-4558 0 0,0 1 0 0 0,0 1 0 0 0,1 1 0 0 0,-1 1 0 0 0,1 0 0 0 0,19 3 0 0 0,-21 0-6238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7.1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 60 8754 0 0,'-20'-50'6682'0'0,"17"41"-3283"0"0,12 36-2150 0 0,24 76-933 0 0,35 97 224 0 0,-61-185-492 0 0,0-1-1 0 0,1 0 0 0 0,1-1 1 0 0,0 0-1 0 0,1 0 0 0 0,0-1 0 0 0,1 0 1 0 0,0-1-1 0 0,1 0 0 0 0,16 11 1 0 0,-21-17-11 0 0,0 0 0 0 0,1-1 1 0 0,0 0-1 0 0,-1 0 0 0 0,2-1 1 0 0,-1 0-1 0 0,0 0 0 0 0,0-1 1 0 0,10 1-1 0 0,-12-2-24 0 0,0-1 1 0 0,0 0-1 0 0,0 0 1 0 0,0-1 0 0 0,0 1-1 0 0,0-1 1 0 0,0 0-1 0 0,0-1 1 0 0,0 0-1 0 0,0 0 1 0 0,-1 0-1 0 0,1 0 1 0 0,-1-1-1 0 0,6-3 1 0 0,-5 1 13 0 0,-1 0 0 0 0,1 0 1 0 0,-1 0-1 0 0,0-1 0 0 0,0 1 1 0 0,0-1-1 0 0,-1 0 0 0 0,0-1 1 0 0,0 1-1 0 0,-1-1 0 0 0,0 0 1 0 0,0 0-1 0 0,0 0 0 0 0,-1 0 1 0 0,0 0-1 0 0,0 0 0 0 0,-1-1 0 0 0,0 1 1 0 0,0 0-1 0 0,-1-1 0 0 0,0 1 1 0 0,-2-14-1 0 0,2 14-179 0 0,-1 0 1 0 0,-1 1-1 0 0,1-1 1 0 0,-1 0-1 0 0,-1 1 0 0 0,1 0 1 0 0,-1-1-1 0 0,0 1 1 0 0,0 0-1 0 0,-1 0 0 0 0,-4-6 1 0 0,4 8-318 0 0,1 0 1 0 0,-1 1 0 0 0,1-1-1 0 0,-1 1 1 0 0,0 0 0 0 0,-1 0-1 0 0,1 0 1 0 0,0 1 0 0 0,-1 0-1 0 0,0-1 1 0 0,1 1 0 0 0,-1 1-1 0 0,0-1 1 0 0,0 1 0 0 0,0 0-1 0 0,-5-1 1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7.6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38 7370 0 0,'1'-1'224'0'0,"-1"0"1"0"0,0 0-1 0 0,0 0 1 0 0,0-1-1 0 0,0 1 1 0 0,0 0-1 0 0,0 0 1 0 0,0 0-1 0 0,0 0 1 0 0,0-1-1 0 0,-1 1 1 0 0,1 0-1 0 0,0 0 1 0 0,-1 0-1 0 0,1 0 1 0 0,-1 0-1 0 0,1 0 1 0 0,-1 0-1 0 0,1 0 1 0 0,-1 0-1 0 0,0 0 1 0 0,0 0-1 0 0,1 0 1 0 0,-1 0-1 0 0,0 0 1 0 0,0 1-1 0 0,0-1 1 0 0,0 0-1 0 0,0 1 1 0 0,0-1-1 0 0,0 1 1 0 0,0-1-1 0 0,0 1 1 0 0,-2-1-1 0 0,1 0-48 0 0,0 0-1 0 0,0 0 0 0 0,0 1 0 0 0,0-1 1 0 0,0 1-1 0 0,0 0 0 0 0,0-1 0 0 0,0 1 0 0 0,0 0 1 0 0,-1 0-1 0 0,1 1 0 0 0,0-1 0 0 0,0 0 1 0 0,0 1-1 0 0,0-1 0 0 0,0 1 0 0 0,0-1 1 0 0,0 1-1 0 0,-3 2 0 0 0,0 1-167 0 0,1 0 1 0 0,-1 1-1 0 0,1 0 0 0 0,0 0 1 0 0,1 0-1 0 0,-1 0 0 0 0,1 0 1 0 0,0 1-1 0 0,0 0 0 0 0,1-1 1 0 0,-1 1-1 0 0,1 0 0 0 0,1 0 1 0 0,-1 0-1 0 0,1 1 0 0 0,0-1 1 0 0,0 0-1 0 0,1 0 0 0 0,0 1 1 0 0,0-1-1 0 0,1 0 1 0 0,-1 0-1 0 0,1 1 0 0 0,1-1 1 0 0,-1 0-1 0 0,1 0 0 0 0,0 0 1 0 0,0 0-1 0 0,1 0 0 0 0,0-1 1 0 0,0 1-1 0 0,0-1 0 0 0,0 0 1 0 0,1 0-1 0 0,0 0 0 0 0,0 0 1 0 0,1-1-1 0 0,-1 1 0 0 0,1-1 1 0 0,0 0-1 0 0,0 0 0 0 0,0-1 1 0 0,1 0-1 0 0,-1 0 0 0 0,1 0 1 0 0,8 3-1 0 0,-4-4-73 0 0,-1-1-1 0 0,1 0 1 0 0,0 0-1 0 0,-1-1 1 0 0,1-1-1 0 0,0 1 1 0 0,-1-1 0 0 0,1-1-1 0 0,-1 0 1 0 0,12-4-1 0 0,-15 5 53 0 0,1-2 0 0 0,-1 1-1 0 0,0-1 1 0 0,0 1 0 0 0,0-2-1 0 0,0 1 1 0 0,0-1-1 0 0,-1 0 1 0 0,1 0 0 0 0,-1 0-1 0 0,0-1 1 0 0,0 0 0 0 0,-1 0-1 0 0,1 0 1 0 0,4-8 0 0 0,-8 11 18 0 0,0-1 0 0 0,0 0 0 0 0,0 1 1 0 0,0-1-1 0 0,0 0 0 0 0,-1 0 1 0 0,1 0-1 0 0,-1 0 0 0 0,0 1 0 0 0,0-1 1 0 0,0 0-1 0 0,0 0 0 0 0,0 0 0 0 0,-1 0 1 0 0,1 0-1 0 0,-3-5 0 0 0,1 3-39 0 0,-1-1-1 0 0,1 0 0 0 0,-1 1 1 0 0,-1 0-1 0 0,1-1 0 0 0,-1 1 1 0 0,-7-7-1 0 0,3 4-143 0 0,0 0 0 0 0,-1 0 0 0 0,0 1 1 0 0,0 0-1 0 0,-1 1 0 0 0,0 0 0 0 0,0 0 0 0 0,-13-4 0 0 0,16 8-123 0 0,0 0 0 0 0,0 1-1 0 0,0-1 1 0 0,-1 2 0 0 0,1-1 0 0 0,-1 1-1 0 0,1 0 1 0 0,0 0 0 0 0,-1 1-1 0 0,-7 2 1 0 0,3-1-4489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8.5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192 435 3225 0 0,'2'-1'50'0'0,"-1"0"0"0"0,1 0 1 0 0,-1-1-1 0 0,0 1 0 0 0,1 0 0 0 0,-1-1 1 0 0,0 1-1 0 0,0-1 0 0 0,0 1 1 0 0,1-4-1 0 0,-1 4 107 0 0,-1 1 1 0 0,0 0-1 0 0,0-1 1 0 0,0 1-1 0 0,0-1 0 0 0,0 1 1 0 0,0-1-1 0 0,0 1 1 0 0,0-1-1 0 0,0 1 1 0 0,0-1-1 0 0,0 1 0 0 0,0 0 1 0 0,0-1-1 0 0,-1 1 1 0 0,1-1-1 0 0,0 1 0 0 0,0-1 1 0 0,-2-1 1101 0 0,1 1-1101 0 0,-1 0 314 0 0,-1 0 1 0 0,1 0 0 0 0,0 0 0 0 0,0 0 0 0 0,-1 1 0 0 0,1-1-1 0 0,0 1 1 0 0,-1-1 0 0 0,1 1 0 0 0,-1 0 0 0 0,1 0-1 0 0,0 0 1 0 0,-1 0 0 0 0,-4 1 0 0 0,-1 1-131 0 0,0 0 1 0 0,-1 1-1 0 0,1 0 1 0 0,0 0-1 0 0,0 0 1 0 0,0 1-1 0 0,1 1 1 0 0,-1-1-1 0 0,1 1 0 0 0,0 0 1 0 0,1 1-1 0 0,-1-1 1 0 0,1 1-1 0 0,0 1 1 0 0,0-1-1 0 0,1 1 1 0 0,-7 11-1 0 0,8-12-328 0 0,0 1 0 0 0,1 0 0 0 0,-1-1 0 0 0,2 1 1 0 0,-1 0-1 0 0,1 0 0 0 0,0 1 0 0 0,0-1 0 0 0,1 0 0 0 0,0 1 0 0 0,0-1 0 0 0,1 1 0 0 0,0-1 0 0 0,0 1 0 0 0,1-1 1 0 0,0 1-1 0 0,0-1 0 0 0,1 0 0 0 0,0 1 0 0 0,4 10 0 0 0,-5-15-44 0 0,0 0 0 0 0,1 0-1 0 0,-1 0 1 0 0,1 0 0 0 0,0 0 0 0 0,0 0 0 0 0,0-1 0 0 0,0 1-1 0 0,1-1 1 0 0,-1 1 0 0 0,1-1 0 0 0,-1 0 0 0 0,1 0 0 0 0,0 0-1 0 0,0 0 1 0 0,0 0 0 0 0,0-1 0 0 0,0 0 0 0 0,0 1 0 0 0,0-1 0 0 0,0 0-1 0 0,1 0 1 0 0,-1-1 0 0 0,0 1 0 0 0,1-1 0 0 0,-1 1 0 0 0,1-1-1 0 0,-1 0 1 0 0,0-1 0 0 0,1 1 0 0 0,-1 0 0 0 0,6-2 0 0 0,0-1-85 0 0,-1 0 0 0 0,1 0 0 0 0,0-1 0 0 0,-1 0 1 0 0,0 0-1 0 0,0-1 0 0 0,0 0 0 0 0,-1-1 1 0 0,0 0-1 0 0,12-11 0 0 0,-13 10 113 0 0,0 0-1 0 0,-1 0 1 0 0,1-1-1 0 0,-1 0 1 0 0,-1 0-1 0 0,0 0 1 0 0,0 0 0 0 0,0-1-1 0 0,-1 1 1 0 0,0-1-1 0 0,-1 0 1 0 0,0 0-1 0 0,0 0 1 0 0,-1 0-1 0 0,-1-1 1 0 0,1 1-1 0 0,-2-10 1 0 0,-2-14 21 0 0,-2 0 0 0 0,-1 0 0 0 0,-15-46 0 0 0,-7-39 252 0 0,21 66 1051 0 0,2-83 0 0 0,5 182-1187 0 0,3-1 0 0 0,2 1-1 0 0,1-1 1 0 0,3-1 0 0 0,19 60-1 0 0,-21-84-233 0 0,0-1-1 0 0,1 0 0 0 0,2 0 0 0 0,0-1 0 0 0,0 0 0 0 0,2-1 0 0 0,1 0 0 0 0,0-1 0 0 0,1 0 0 0 0,1-1 0 0 0,0-1 0 0 0,1 0 1 0 0,32 22-1 0 0,-45-35 30 0 0,0 0 1 0 0,1 0-1 0 0,-1 0 1 0 0,1 0-1 0 0,-1 0 1 0 0,1-1-1 0 0,0 0 1 0 0,-1 0-1 0 0,1 0 1 0 0,0 0-1 0 0,0 0 1 0 0,0-1-1 0 0,0 0 1 0 0,0 0-1 0 0,0 0 1 0 0,6-1-1 0 0,-6 0 37 0 0,0-1 0 0 0,0 0 0 0 0,-1 0 0 0 0,1 0 0 0 0,-1 0 1 0 0,0 0-1 0 0,1-1 0 0 0,-1 1 0 0 0,0-1 0 0 0,0 0 0 0 0,-1 0 0 0 0,1 0 0 0 0,-1-1 0 0 0,1 1 0 0 0,3-7 0 0 0,7-15 158 0 0,15-36 0 0 0,-21 42 88 0 0,1 0 0 0 0,1 1 1 0 0,1 0-1 0 0,16-22 1 0 0,-24 44-145 0 0,-1 0 0 0 0,0 0 1 0 0,-1 0-1 0 0,1 0 0 0 0,-1 1 1 0 0,0-1-1 0 0,0 6 0 0 0,0-6-71 0 0,0 0-1 0 0,1 0 1 0 0,-1 0 0 0 0,1 0-1 0 0,0-1 1 0 0,0 1-1 0 0,0 0 1 0 0,0 0-1 0 0,1-1 1 0 0,0 1-1 0 0,-1-1 1 0 0,1 0 0 0 0,1 1-1 0 0,-1-1 1 0 0,0 0-1 0 0,1 0 1 0 0,0 0-1 0 0,-1 0 1 0 0,1-1-1 0 0,0 1 1 0 0,0-1-1 0 0,1 0 1 0 0,-1 0 0 0 0,0 0-1 0 0,1 0 1 0 0,-1 0-1 0 0,1-1 1 0 0,0 0-1 0 0,0 1 1 0 0,-1-1-1 0 0,1-1 1 0 0,0 1-1 0 0,7 0 1 0 0,-3 0-4 0 0,-1-1 1 0 0,0 0-1 0 0,1 0 0 0 0,-1 0 0 0 0,0-1 1 0 0,0 0-1 0 0,1 0 0 0 0,-1-1 0 0 0,0 0 1 0 0,0 0-1 0 0,0-1 0 0 0,0 0 0 0 0,-1 0 1 0 0,1-1-1 0 0,-1 1 0 0 0,0-1 0 0 0,8-7 1 0 0,-9 5 56 0 0,0-1 0 0 0,0 1 0 0 0,-1-1 0 0 0,0 0 0 0 0,0-1 0 0 0,-1 1 1 0 0,0-1-1 0 0,0 0 0 0 0,0 1 0 0 0,1-10 0 0 0,-1 5 42 0 0,0 1 0 0 0,1 0 0 0 0,9-18 1 0 0,-13 29-83 0 0,0 0 0 0 0,0 0 1 0 0,0-1-1 0 0,0 1 1 0 0,0 0-1 0 0,0 0 0 0 0,1-1 1 0 0,-1 1-1 0 0,0 0 1 0 0,0 0-1 0 0,0 0 0 0 0,0-1 1 0 0,0 1-1 0 0,0 0 1 0 0,1 0-1 0 0,-1 0 1 0 0,0-1-1 0 0,0 1 0 0 0,0 0 1 0 0,1 0-1 0 0,-1 0 1 0 0,0 0-1 0 0,0 0 0 0 0,0 0 1 0 0,1-1-1 0 0,-1 1 1 0 0,0 0-1 0 0,0 0 0 0 0,1 0 1 0 0,-1 0-1 0 0,0 0 1 0 0,0 0-1 0 0,1 0 1 0 0,-1 0-1 0 0,0 0 0 0 0,0 0 1 0 0,0 0-1 0 0,1 0 1 0 0,-1 0-1 0 0,0 0 0 0 0,1 1 1 0 0,4 9 203 0 0,-2 18-37 0 0,-4 8-94 0 0,-3-1 0 0 0,0 1 0 0 0,-2 0 0 0 0,-12 34 1 0 0,-50 137-229 0 0,58-179 65 0 0,-14 35-683 0 0,8-22-5272 0 0,5-11-1282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9.9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440 85 5529 0 0,'-376'11'3412'0'0,"312"-14"-1279"0"0,176-4 1511 0 0,56-22-2549 0 0,29-2-1153 0 0,446 6 1146 0 0,1 47 1184 0 0,131 1-695 0 0,-127-43-578 0 0,-58 1-229 0 0,602 48-559 0 0,-665-7-150 0 0,433-25 248 0 0,550-30 54 0 0,-1058 34-335 0 0,259 7 557 0 0,-139 27-270 0 0,-531-33-298 0 0,-9 1 11 0 0,-1-2 1 0 0,1-1 0 0 0,-1-1 0 0 0,54-10-1 0 0,-84 11-33 0 0,1 0-34 0 0,0-1-1 0 0,0 1 1 0 0,0 0 0 0 0,0-1 0 0 0,0 0-1 0 0,0 0 1 0 0,0 1 0 0 0,-1-1 0 0 0,1 0-1 0 0,0 0 1 0 0,0-1 0 0 0,-1 1-1 0 0,1 0 1 0 0,-1-1 0 0 0,1 1 0 0 0,-1 0-1 0 0,2-3 1 0 0,2-8-249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2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960 22 456 0 0,'-2'-13'10705'0'0,"2"11"-10141"0"0,1 2-358 0 0,-1-1 0 0 0,1 1 0 0 0,-1-1 0 0 0,1 1 0 0 0,-1-1 1 0 0,1 1-1 0 0,-1-1 0 0 0,1 1 0 0 0,0 0 0 0 0,-1-1 0 0 0,1 1 0 0 0,0 0 0 0 0,0 0 1 0 0,-1-1-1 0 0,1 1 0 0 0,0 0 0 0 0,-1 0 0 0 0,1 0 0 0 0,0 0 0 0 0,0 0 0 0 0,-1 0 1 0 0,1 0-1 0 0,1 0 0 0 0,1 0-76 0 0,-1 1-1 0 0,0-1 1 0 0,0 1 0 0 0,1-1 0 0 0,-1 1 0 0 0,0 0-1 0 0,0-1 1 0 0,0 1 0 0 0,0 0 0 0 0,0 1 0 0 0,0-1-1 0 0,0 0 1 0 0,0 1 0 0 0,0-1 0 0 0,-1 1-1 0 0,1-1 1 0 0,1 3 0 0 0,2 5 120 0 0,0 0 0 0 0,-1 1 0 0 0,0 0-1 0 0,0 0 1 0 0,-1 0 0 0 0,2 15 0 0 0,7 69 136 0 0,-8-51-268 0 0,4 30 28 0 0,-3 1 1 0 0,-4 0 0 0 0,-2 0-1 0 0,-13 80 1 0 0,8-114-74 0 0,-2-1 0 0 0,-1 1 1 0 0,-3-1-1 0 0,-1-1 0 0 0,-1 0 0 0 0,-3-1 0 0 0,0-1 1 0 0,-3 0-1 0 0,-26 36 0 0 0,28-50-18 0 0,-2 0 1 0 0,0-1-1 0 0,-1-1 0 0 0,-1-1 0 0 0,-1-1 1 0 0,-1-1-1 0 0,0-1 0 0 0,-36 17 0 0 0,-28 9 120 0 0,-103 34 0 0 0,120-51-320 0 0,-93 37 283 0 0,135-49-875 0 0,1 1 1 0 0,0 1 0 0 0,-37 28-1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4.6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96 29 6913 0 0,'8'-21'4070'0'0,"-5"13"-633"0"0,-10 19-1743 0 0,-10 16-946 0 0,1 1 0 0 0,-17 41 0 0 0,29-59-644 0 0,0 1 0 0 0,1-1 0 0 0,0 0 0 0 0,1 1-1 0 0,0-1 1 0 0,0 1 0 0 0,1 0 0 0 0,1 0 0 0 0,0 0-1 0 0,2 20 1 0 0,-1-26-113 0 0,1 0 1 0 0,0 0-1 0 0,0 0 0 0 0,0 0 0 0 0,0-1 0 0 0,1 1 1 0 0,0-1-1 0 0,0 0 0 0 0,0 1 0 0 0,0-1 0 0 0,1-1 0 0 0,-1 1 1 0 0,1 0-1 0 0,0-1 0 0 0,0 0 0 0 0,0 0 0 0 0,1 0 1 0 0,5 2-1 0 0,10 5-147 0 0,1-1 0 0 0,0-1-1 0 0,24 6 1 0 0,-25-8 165 0 0,-1 0 0 0 0,26 13 0 0 0,-42-18 17 0 0,1 1 1 0 0,-1 0 0 0 0,0 0-1 0 0,0 0 1 0 0,0 0-1 0 0,0 0 1 0 0,-1 1 0 0 0,1-1-1 0 0,-1 1 1 0 0,1 0-1 0 0,-1 0 1 0 0,0 0 0 0 0,0 0-1 0 0,0 0 1 0 0,0 0-1 0 0,-1 0 1 0 0,1 1 0 0 0,1 6-1 0 0,-3-7 22 0 0,0 0 1 0 0,0 0-1 0 0,0 0 0 0 0,0 0 0 0 0,-1 0 1 0 0,1 0-1 0 0,-1 0 0 0 0,0 0 0 0 0,0 0 1 0 0,0 0-1 0 0,0 0 0 0 0,-1 0 0 0 0,1 0 1 0 0,-1 0-1 0 0,0-1 0 0 0,1 1 0 0 0,-1-1 1 0 0,0 1-1 0 0,-1-1 0 0 0,1 0 0 0 0,-5 4 1 0 0,-9 6-6 0 0,0 0-1 0 0,-1-1 1 0 0,-1-1 0 0 0,0 0 0 0 0,0-1 0 0 0,0-1 0 0 0,-1-1 0 0 0,-1-1 0 0 0,1-1-1 0 0,-1 0 1 0 0,0-1 0 0 0,-29 1 0 0 0,30-5-970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3.7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 4 6913 0 0,'0'0'142'0'0,"0"-1"0"0"0,-1 1 0 0 0,1 0 0 0 0,-1-1 0 0 0,1 1 0 0 0,-1 0 0 0 0,1 0-1 0 0,-1-1 1 0 0,1 1 0 0 0,-1 0 0 0 0,1 0 0 0 0,-1 0 0 0 0,1 0 0 0 0,-1 0 0 0 0,1 0-1 0 0,-1 0 1 0 0,1 0 0 0 0,-1 0 0 0 0,1 0 0 0 0,-1 0 0 0 0,1 0 0 0 0,-1 0-1 0 0,1 0 1 0 0,-1 0 0 0 0,0 0 0 0 0,1 1 0 0 0,-1-1 0 0 0,1 0 0 0 0,0 0 0 0 0,-1 1-1 0 0,1-1 1 0 0,-1 0 0 0 0,1 1 0 0 0,-1-1 0 0 0,1 0 0 0 0,0 1 0 0 0,-1-1 0 0 0,1 0-1 0 0,0 1 1 0 0,-1-1 0 0 0,1 1 0 0 0,0-1 0 0 0,0 1 0 0 0,-1-1 0 0 0,1 1-1 0 0,0-1 1 0 0,0 1 0 0 0,0 0 0 0 0,-12 29 724 0 0,11-26-500 0 0,-24 73 1026 0 0,-23 117 1 0 0,41-153-1122 0 0,1 2 0 0 0,3-1-1 0 0,1 0 1 0 0,6 70 0 0 0,0-81-144 0 0,2 0 0 0 0,1-1 0 0 0,2 1-1 0 0,1-1 1 0 0,1-1 0 0 0,1 0 0 0 0,2-1 0 0 0,0 0 0 0 0,3-1-1 0 0,0 0 1 0 0,1-2 0 0 0,1 0 0 0 0,2-1 0 0 0,0-1 0 0 0,2-1-1 0 0,0-1 1 0 0,2-1 0 0 0,0-1 0 0 0,47 26 0 0 0,5-4 121 0 0,1-3 1 0 0,2-4-1 0 0,2-4 1 0 0,0-3-1 0 0,2-4 1 0 0,0-3 0 0 0,93 9-1 0 0,-93-18-237 0 0,22 3-205 0 0,-36-8-6650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6.3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8290 0 0,'1'0'199'0'0,"1"1"0"0"0,-1 0 0 0 0,1 0 0 0 0,-1-1 0 0 0,0 1 0 0 0,0 0 0 0 0,0 0 0 0 0,1 0 0 0 0,-1 0 0 0 0,0 0 0 0 0,0 0 0 0 0,0 1 0 0 0,0-1 0 0 0,-1 0 0 0 0,1 0 0 0 0,1 2 0 0 0,12 24 2075 0 0,-13-27-2151 0 0,7 20 1398 0 0,0 1 0 0 0,6 22 0 0 0,9 27 1287 0 0,-16-55-2193 0 0,-4-9-489 0 0,0 0 1 0 0,0 1 0 0 0,-1-1 0 0 0,0 1 0 0 0,0-1-1 0 0,-1 1 1 0 0,1-1 0 0 0,-1 8 0 0 0,-2-13-127 0 0,0 0 0 0 0,0 0 0 0 0,0 0 0 0 0,0 0 0 0 0,-1 0 0 0 0,1 0 0 0 0,0 0 0 0 0,-1 0 0 0 0,1-1 0 0 0,-1 1 0 0 0,-1 0 0 0 0,2 0 0 0 0,1 0 0 0 0,-1-1 0 0 0,1 1 0 0 0,-1 0 0 0 0,1 0 0 0 0,-1 0 0 0 0,1 0 0 0 0,0 0 0 0 0,-1-1 0 0 0,1 1 0 0 0,0 0 0 0 0,0 0 0 0 0,0 0 0 0 0,0 0 0 0 0,-1 0 0 0 0,2 0 0 0 0,-1 0 0 0 0,0 0 0 0 0,0 0 0 0 0,0 0 0 0 0,0 0 0 0 0,0 0 0 0 0,1 0 0 0 0,-1 0 0 0 0,1 0 0 0 0,-1 0 0 0 0,0-1 0 0 0,1 1 0 0 0,0 1 0 0 0,3 10 0 0 0,-3-3 0 0 0,0 0 0 0 0,1 0 0 0 0,0 0 0 0 0,1-1 0 0 0,4 10 0 0 0,1 7 0 0 0,13 51-120 0 0,11 81 0 0 0,-31-154-105 0 0,-1-1-1 0 0,0 1 1 0 0,1-1-1 0 0,-1 1 1 0 0,0-1 0 0 0,0 1-1 0 0,-1-1 1 0 0,1 0-1 0 0,0 1 1 0 0,-1-1 0 0 0,0 1-1 0 0,1-1 1 0 0,-1 0 0 0 0,0 1-1 0 0,0-1 1 0 0,-1 0-1 0 0,1 0 1 0 0,-3 4 0 0 0,-1-2-1046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6.7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 3225 0 0,'3'-1'257'0'0,"-1"0"1"0"0,0 0 0 0 0,1 0 0 0 0,-1 0-1 0 0,1 0 1 0 0,-1 0 0 0 0,1 0 0 0 0,-1 1-1 0 0,1-1 1 0 0,4 1 0 0 0,-5 0 99 0 0,18-4 1688 0 0,1 2 0 0 0,37 0-1 0 0,-41 3-1445 0 0,1 0 1 0 0,-1 2-1 0 0,1 0 0 0 0,-1 1 1 0 0,0 1-1 0 0,22 9 0 0 0,-13-2-62 0 0,-1 0-1 0 0,0 1 0 0 0,42 31 0 0 0,-56-36-404 0 0,0 1-1 0 0,0 1 0 0 0,-1-1 1 0 0,0 2-1 0 0,-1-1 0 0 0,0 2 0 0 0,0-1 1 0 0,-2 1-1 0 0,11 19 0 0 0,-16-26-76 0 0,0 0-1 0 0,0 0 1 0 0,-1 0-1 0 0,1 0 1 0 0,-1 1-1 0 0,-1-1 1 0 0,1 0-1 0 0,-1 1 1 0 0,1-1-1 0 0,-2 1 1 0 0,1-1-1 0 0,0 1 1 0 0,-1-1-1 0 0,0 0 1 0 0,-1 0-1 0 0,-1 7 0 0 0,-1-5 25 0 0,1 1-1 0 0,-2 0 1 0 0,1-1-1 0 0,-1 0 0 0 0,0 0 1 0 0,0 0-1 0 0,-1-1 0 0 0,0 1 1 0 0,-9 6-1 0 0,-6 3 21 0 0,-1-1-1 0 0,0-1 1 0 0,-1 0 0 0 0,0-2-1 0 0,-40 14 1 0 0,29-13-2689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3.8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 16 3681 0 0,'-49'-15'9136'0'0,"65"21"-8112"0"0,-1 0 0 0 0,1-1-1 0 0,0-1 1 0 0,19 3 0 0 0,33 2-6653 0 0,-49-8 331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4.1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 4 2761 0 0,'-9'3'-43'0'0,"2"-2"1166"0"0,0 1 1 0 0,1 0-1 0 0,0 0 0 0 0,-1 0 1 0 0,1 1-1 0 0,0 0 1 0 0,-8 6-1 0 0,56-10 2453 0 0,68-11-2363 0 0,-37 0-5239 0 0,-58 9 2135 0 0,5 0-2669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4.5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31 3225 0 0,'17'-2'5963'0'0,"18"-6"-3467"0"0,23-4-2049 0 0,0 5-2329 0 0,-40 6 1131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4.8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17 2304 0 0,'3'0'983'0'0,"42"0"8483"0"0,4-1-5776 0 0,12-2-4478 0 0,28-7-4910 0 0,-73 7 1910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5.1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30 456 0 0,'5'1'447'0'0,"-1"0"0"0"0,1 0 0 0 0,-1 0 0 0 0,1-1 0 0 0,0 0 0 0 0,-1 0 0 0 0,1-1 0 0 0,0 1 0 0 0,-1-1 0 0 0,9-2 0 0 0,10-1 1400 0 0,48-2 2504 0 0,94-10-2838 0 0,-140 13-6203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8.0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609 0 5065 0 0,'-39'18'3702'0'0,"0"-2"1"0"0,-69 18-1 0 0,-89 10-457 0 0,91-23-2395 0 0,5 1-4028 0 0,83-17-3093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8.8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56 86 3681 0 0,'-11'-35'939'0'0,"10"30"-264"0"0,0 0 0 0 0,-1 1 0 0 0,1-1 0 0 0,-1 0 0 0 0,0 1 0 0 0,0-1 0 0 0,0 1 0 0 0,0-1 0 0 0,-4-3 0 0 0,1 18 3097 0 0,2 17-2872 0 0,-2 53-769 0 0,-6 218 1013 0 0,12-222-749 0 0,21 144 1 0 0,7-13-337 0 0,-9 1 1 0 0,-8 241 0 0 0,13 364-107 0 0,11 160-445 0 0,-37-469 113 0 0,-5 247-1213 0 0,8-546 2701 0 0,34 247 0 0 0,-12 14 1541 0 0,-20-310-2483 0 0,-2-59-2278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9.7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60 2761 0 0,'8'-9'5487'0'0,"7"-3"-4607"0"0,-15 12-814 0 0,11-6 362 0 0,-1 0 1 0 0,1 1-1 0 0,1 1 0 0 0,-1 0 1 0 0,0 0-1 0 0,1 1 0 0 0,0 1 1 0 0,0 0-1 0 0,0 1 0 0 0,0 0 1 0 0,0 0-1 0 0,0 1 0 0 0,0 1 1 0 0,18 3-1 0 0,12 5-288 0 0,-1 1 1 0 0,70 28-1 0 0,-45-15-11 0 0,44 17-1481 0 0,-67-24-2328 0 0,-2 0-1112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0.8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143 1 5065 0 0,'-8'20'1330'0'0,"1"0"-1"0"0,1 1 1 0 0,1 0 0 0 0,1 0 0 0 0,1 0-1 0 0,-1 23 1 0 0,-6 31-58 0 0,-30 188 235 0 0,35-202-1201 0 0,2 0-1 0 0,6 83 1 0 0,13 402 5 0 0,-29-219 2 0 0,-2 176 366 0 0,16-267-897 0 0,-8 364-1000 0 0,-9-375 1091 0 0,2-51 20 0 0,11 254 1 0 0,4-412 71 0 0,23 625-1400 0 0,-23-163 1730 0 0,2-67-937 0 0,7 274-254 0 0,-9-518 646 0 0,2 9-28 0 0,4-139-28 0 0,-7-36 282 0 0,0 1 0 0 0,0-1 0 0 0,1 0 0 0 0,-1 0 0 0 0,0 0 0 0 0,1 0 0 0 0,-1 0 0 0 0,0 0 1 0 0,1 0-1 0 0,-1 0 0 0 0,1 0 0 0 0,0 0 0 0 0,-1 0 0 0 0,1 0 0 0 0,0 0 0 0 0,0-1 0 0 0,-1 1 0 0 0,1 0 0 0 0,0 0 0 0 0,0-1 0 0 0,0 1 0 0 0,0-1 0 0 0,0 1 0 0 0,0-1 1 0 0,0 1-1 0 0,0-1 0 0 0,0 1 0 0 0,0-1 0 0 0,1 0 0 0 0,5-4-1729 0 0,-2-1 857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9.3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36 978 5529 0 0,'-3'2'637'0'0,"0"0"0"0"0,1 0-1 0 0,-1 1 1 0 0,1-1 0 0 0,-1 0 0 0 0,1 1-1 0 0,0 0 1 0 0,-3 3 0 0 0,-6 8 2570 0 0,48-8-1559 0 0,3-6-1183 0 0,0-2 0 0 0,0-2 0 0 0,64-13 0 0 0,-30 4-295 0 0,441-50-3 0 0,-209 29-99 0 0,-249 27-48 0 0,540-44 1008 0 0,-20 51-590 0 0,14-41-278 0 0,-466 26-94 0 0,163-15 112 0 0,112-14 320 0 0,-177 16-165 0 0,56-13 265 0 0,-84 11-356 0 0,497-88-99 0 0,193-23 143 0 0,-449 84-85 0 0,-152 19-87 0 0,170-2-114 0 0,96-6 175 0 0,-141-21 41 0 0,-255 37-183 0 0,257-29 31 0 0,-339 54-42 0 0,0 3 0 0 0,0 4 0 0 0,125 17 0 0 0,29 34 159 0 0,11 2-2979 0 0,-216-52-4651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0.5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97 920 0 0,'-5'-17'-782'0'0,"3"13"1793"0"0,1-1 0 0 0,-1 0 1 0 0,1 0-1 0 0,0 0 0 0 0,0 0 1 0 0,1 1-1 0 0,-1-1 0 0 0,1 0 1 0 0,0 0-1 0 0,1 0 0 0 0,-1 0 1 0 0,1 0-1 0 0,1-7 0 0 0,-1 12-946 0 0,-1 0 0 0 0,0 0-1 0 0,0-1 1 0 0,0 1-1 0 0,0 0 1 0 0,1-1 0 0 0,-1 1-1 0 0,0 0 1 0 0,0 0-1 0 0,0 0 1 0 0,1-1 0 0 0,-1 1-1 0 0,0 0 1 0 0,0 0-1 0 0,1 0 1 0 0,-1-1 0 0 0,0 1-1 0 0,1 0 1 0 0,-1 0 0 0 0,0 0-1 0 0,0 0 1 0 0,1 0-1 0 0,-1 0 1 0 0,0 0 0 0 0,1 0-1 0 0,-1 0 1 0 0,0 0-1 0 0,1 0 1 0 0,-1 0 0 0 0,0 0-1 0 0,1 0 1 0 0,-1 0-1 0 0,0 0 1 0 0,1 0 0 0 0,-1 0-1 0 0,13 9 835 0 0,6 16-208 0 0,4 23-210 0 0,-1 1 0 0 0,25 85 0 0 0,11 31 244 0 0,-42-131-725 0 0,-9-21 0 0 0,0 1 0 0 0,-1 0 0 0 0,-1 0 0 0 0,0 0 0 0 0,-1 1 0 0 0,0-1 0 0 0,2 26 0 0 0,-4-75-127 0 0,1-1-1 0 0,2 1 0 0 0,1 0 1 0 0,16-49-1 0 0,58-137-361 0 0,-48 155 1406 0 0,-29 61-825 0 0,0 0 0 0 0,1 0-1 0 0,-1 0 1 0 0,1 1 0 0 0,0 0 0 0 0,0-1 0 0 0,0 1 0 0 0,1 1 0 0 0,-1-1 0 0 0,7-3 0 0 0,-9 6-68 0 0,-1 1 0 0 0,1 0 0 0 0,-1-1 0 0 0,1 1 0 0 0,-1 0 0 0 0,1 0 0 0 0,-1 0 1 0 0,1 0-1 0 0,-1 1 0 0 0,1-1 0 0 0,-1 0 0 0 0,1 1 0 0 0,-1-1 0 0 0,0 1 0 0 0,1-1 0 0 0,-1 1 1 0 0,1 0-1 0 0,-1-1 0 0 0,0 1 0 0 0,0 0 0 0 0,1 0 0 0 0,-1 0 0 0 0,0 0 0 0 0,0 0 1 0 0,0 0-1 0 0,0 0 0 0 0,0 0 0 0 0,0 1 0 0 0,-1-1 0 0 0,2 3 0 0 0,27 47 277 0 0,-25-43-264 0 0,71 171 506 0 0,-1 0-4699 0 0,-69-168 2488 0 0,-6-2-18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0.9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0 140 9218 0 0,'22'-15'4932'0'0,"154"-51"812"0"0,6 18-4221 0 0,-113 39-3487 0 0,-49 8 363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1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113 61 7834 0 0,'-66'-35'5288'0'0,"19"10"2776"0"0,53 32-6010 0 0,-6-6-2008 0 0,0-1 1 0 0,1 1 0 0 0,-1 0 0 0 0,0-1 0 0 0,1 1 0 0 0,-1-1 0 0 0,0 1 0 0 0,1 0 0 0 0,-1-1 0 0 0,1 1 0 0 0,-1-1 0 0 0,1 1 0 0 0,-1-1 0 0 0,1 0 0 0 0,-1 1 0 0 0,1-1 0 0 0,0 1 0 0 0,-1-1 0 0 0,1 0-1 0 0,0 0 1 0 0,-1 1 0 0 0,1-1 0 0 0,0 0 0 0 0,-1 0 0 0 0,1 0 0 0 0,0 1 0 0 0,-1-1 0 0 0,1 0 0 0 0,0 0 0 0 0,-11 18 22 0 0,9-13-78 0 0,0-1-1 0 0,0 0 1 0 0,1 0-1 0 0,0 1 1 0 0,0-1-1 0 0,0 0 0 0 0,0 1 1 0 0,0-1-1 0 0,1 0 1 0 0,2 8-1 0 0,0 7-37 0 0,2 33-38 0 0,3 24-338 0 0,20 84 0 0 0,-24-139 345 0 0,2-1 0 0 0,1 1 0 0 0,0-1 0 0 0,1-1 0 0 0,2 0 1 0 0,0 0-1 0 0,0-1 0 0 0,27 34 0 0 0,-29-43 34 0 0,0-1 1 0 0,1-1-1 0 0,-1 1 1 0 0,2-1-1 0 0,-1-1 0 0 0,1 0 1 0 0,0 0-1 0 0,0-1 1 0 0,0 0-1 0 0,18 6 0 0 0,-24-10 38 0 0,0 0 0 0 0,0 0 0 0 0,0 0 0 0 0,1 0 0 0 0,-1-1 0 0 0,0 0-1 0 0,0 0 1 0 0,1 0 0 0 0,-1 0 0 0 0,0 0 0 0 0,0-1 0 0 0,0 0-1 0 0,0 0 1 0 0,1 0 0 0 0,-1 0 0 0 0,0-1 0 0 0,-1 0 0 0 0,1 0 0 0 0,0 0-1 0 0,0 0 1 0 0,-1 0 0 0 0,1-1 0 0 0,-1 1 0 0 0,0-1 0 0 0,0 0 0 0 0,0 0-1 0 0,0 0 1 0 0,-1-1 0 0 0,1 1 0 0 0,-1-1 0 0 0,3-5 0 0 0,-3 4 34 0 0,0 0 1 0 0,-1 0-1 0 0,1-1 1 0 0,-1 1 0 0 0,-1-1-1 0 0,1 1 1 0 0,-1-1-1 0 0,0 1 1 0 0,0-1-1 0 0,-1 1 1 0 0,1-1 0 0 0,-1 1-1 0 0,0-1 1 0 0,-1 1-1 0 0,1 0 1 0 0,-1 0-1 0 0,0 0 1 0 0,-1 0-1 0 0,1 0 1 0 0,-6-8 0 0 0,6 10-133 0 0,-1-1 0 0 0,1 1 1 0 0,-1-1-1 0 0,0 1 0 0 0,0 0 0 0 0,0 0 1 0 0,0 0-1 0 0,-1 1 0 0 0,1-1 1 0 0,-1 1-1 0 0,1 0 0 0 0,-6-2 0 0 0,7 3-206 0 0,-1 0 0 0 0,0 0-1 0 0,1 1 1 0 0,-1-1 0 0 0,0 1-1 0 0,0-1 1 0 0,0 1-1 0 0,1 0 1 0 0,-1 0 0 0 0,0 1-1 0 0,0-1 1 0 0,1 1-1 0 0,-1-1 1 0 0,0 1 0 0 0,0 0-1 0 0,1 0 1 0 0,-1 0-1 0 0,1 0 1 0 0,-5 3 0 0 0,6-4 192 0 0,1 0 1 0 0,0 1 0 0 0,-1-1 0 0 0,1 0-1 0 0,0 0 1 0 0,-1 0 0 0 0,1 1 0 0 0,0-1 0 0 0,-1 0-1 0 0,1 1 1 0 0,0-1 0 0 0,-1 0 0 0 0,1 1-1 0 0,0-1 1 0 0,0 0 0 0 0,-1 1 0 0 0,1-1 0 0 0,0 1-1 0 0,0-1 1 0 0,0 0 0 0 0,0 1 0 0 0,0-1-1 0 0,0 1 1 0 0,-1-1 0 0 0,1 0 0 0 0,0 1 0 0 0,0-1-1 0 0,0 1 1 0 0,0-1 0 0 0,1 1 0 0 0,-1 0 93 0 0,0-1 0 0 0,1 1 0 0 0,-1-1 1 0 0,0 1-1 0 0,1-1 0 0 0,-1 1 0 0 0,0-1 1 0 0,1 1-1 0 0,-1-1 0 0 0,1 0 0 0 0,-1 1 1 0 0,1-1-1 0 0,-1 0 0 0 0,1 1 0 0 0,-1-1 0 0 0,1 0 1 0 0,-1 0-1 0 0,1 0 0 0 0,0 1 0 0 0,-1-1 1 0 0,1 0-1 0 0,-1 0 0 0 0,1 0 0 0 0,0 0 1 0 0,-1 0-1 0 0,1 0 0 0 0,-1 0 0 0 0,1 0 1 0 0,0 0-1 0 0,-1 0 0 0 0,1-1 0 0 0,9-3 24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1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185 40 5529 0 0,'-2'-3'393'0'0,"0"1"-1"0"0,1-1 0 0 0,-1 1 1 0 0,0-1-1 0 0,0 1 1 0 0,-1-1-1 0 0,1 1 1 0 0,0 0-1 0 0,-1 0 0 0 0,1 0 1 0 0,-1 1-1 0 0,0-1 1 0 0,0 1-1 0 0,1-1 1 0 0,-1 1-1 0 0,0 0 0 0 0,0 0 1 0 0,0 0-1 0 0,-1 0 1 0 0,1 1-1 0 0,0-1 1 0 0,0 1-1 0 0,0 0 1 0 0,0 0-1 0 0,0 0 0 0 0,-1 0 1 0 0,1 0-1 0 0,0 1 1 0 0,0 0-1 0 0,0-1 1 0 0,0 1-1 0 0,-5 3 0 0 0,5-3-185 0 0,0 0 0 0 0,0 1 0 0 0,0 0 0 0 0,0-1 0 0 0,1 1 0 0 0,-1 0 0 0 0,1 1 0 0 0,-1-1 0 0 0,1 0 0 0 0,0 1 0 0 0,0-1 0 0 0,-3 5 0 0 0,-3 8-43 0 0,0 0 0 0 0,1 0 1 0 0,1 1-1 0 0,0-1 0 0 0,1 1 0 0 0,1 1 1 0 0,-4 24-1 0 0,7-34-183 0 0,1 0 1 0 0,0 0-1 0 0,0-1 0 0 0,1 1 1 0 0,-1 0-1 0 0,1 0 0 0 0,1-1 1 0 0,-1 1-1 0 0,5 9 1 0 0,-4-12-29 0 0,0 0 1 0 0,0 0 0 0 0,0-1 0 0 0,1 1 0 0 0,0 0 0 0 0,-1-1 0 0 0,1 0 0 0 0,0 0 0 0 0,1 0 0 0 0,-1 0 0 0 0,0 0-1 0 0,1-1 1 0 0,0 0 0 0 0,0 1 0 0 0,-1-1 0 0 0,6 1 0 0 0,-7-2-41 0 0,1 0 1 0 0,-1 0-1 0 0,1 0 1 0 0,-1-1-1 0 0,1 1 1 0 0,-1-1-1 0 0,1 0 1 0 0,-1 0-1 0 0,1 1 1 0 0,-1-2-1 0 0,1 1 1 0 0,-1 0-1 0 0,1 0 1 0 0,-1-1-1 0 0,1 0 1 0 0,-1 1-1 0 0,1-1 0 0 0,-1 0 1 0 0,0 0-1 0 0,4-2 1 0 0,-2 0 30 0 0,0 0-1 0 0,0 0 1 0 0,-1 0-1 0 0,1-1 1 0 0,-1 0 0 0 0,0 1-1 0 0,0-1 1 0 0,0 0 0 0 0,0-1-1 0 0,2-3 1 0 0,0-2 117 0 0,-1 0 1 0 0,0 1-1 0 0,0-2 1 0 0,-1 1 0 0 0,0 0-1 0 0,-1 0 1 0 0,-1-1-1 0 0,1 1 1 0 0,-1-17-1 0 0,-2 19-84 0 0,1 0 0 0 0,-2-1 0 0 0,1 1 0 0 0,-1 0 0 0 0,-1 0 0 0 0,1 0 0 0 0,-1 0 0 0 0,-1 0 0 0 0,1 0 0 0 0,-1 1 0 0 0,-1 0 0 0 0,0 0 0 0 0,1 0 0 0 0,-2 0 0 0 0,1 1 0 0 0,-1 0 0 0 0,0 0 0 0 0,-13-9 0 0 0,8 11-1658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2.9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273 270 4145 0 0,'-31'10'1417'0'0,"-59"12"0"0"0,59-17 998 0 0,0-2 0 0 0,-32 1 0 0 0,43-1 3329 0 0,20-3-5606 0 0,0 0-1 0 0,0 0 1 0 0,-1 1-1 0 0,1-1 1 0 0,0 1-1 0 0,0-1 1 0 0,0 1 473 0 0,0 4-527 0 0,-4 25-53 0 0,3 0 0 0 0,3 58 0 0 0,0-72-21 0 0,0 0 0 0 0,2-1-1 0 0,0 1 1 0 0,1 0 0 0 0,0-1-1 0 0,1 0 1 0 0,12 21 0 0 0,-14-28-23 0 0,1 0 0 0 0,0 0 0 0 0,0 0 0 0 0,1 0 1 0 0,0-1-1 0 0,9 8 0 0 0,-14-14 9 0 0,1 1 1 0 0,0-1-1 0 0,-1 0 1 0 0,1 0-1 0 0,0-1 1 0 0,-1 1-1 0 0,1 0 0 0 0,0 0 1 0 0,0-1-1 0 0,0 1 1 0 0,0-1-1 0 0,0 0 1 0 0,0 1-1 0 0,-1-1 0 0 0,1 0 1 0 0,0 0-1 0 0,0 0 1 0 0,0 0-1 0 0,0-1 1 0 0,0 1-1 0 0,0 0 0 0 0,0-1 1 0 0,0 0-1 0 0,0 1 1 0 0,-1-1-1 0 0,1 0 1 0 0,0 0-1 0 0,0 0 0 0 0,-1 0 1 0 0,1 0-1 0 0,-1 0 1 0 0,1 0-1 0 0,-1-1 1 0 0,1 1-1 0 0,-1 0 0 0 0,0-1 1 0 0,2-2-1 0 0,4-4-7 0 0,1-1-1 0 0,-2 0 0 0 0,1-1 0 0 0,-1 0 1 0 0,0 0-1 0 0,-1 0 0 0 0,-1 0 0 0 0,1-1 1 0 0,-2 0-1 0 0,1 0 0 0 0,-1 0 1 0 0,-1 0-1 0 0,0 0 0 0 0,-1-1 0 0 0,0 1 1 0 0,-1-1-1 0 0,-1-16 0 0 0,-4-13-51 0 0,-2 0-1 0 0,-2 1 1 0 0,-21-61-1 0 0,3 9 27 0 0,-8-58 638 0 0,48 199-436 0 0,3-1-1 0 0,1 0 1 0 0,33 61-1 0 0,-32-76-75 0 0,1-2 0 0 0,1 0 0 0 0,1-1-1 0 0,2-1 1 0 0,41 40 0 0 0,-60-65-89 0 0,0-1 0 0 0,0 1 0 0 0,1-1 0 0 0,0 0 0 0 0,-1 0 0 0 0,1-1 0 0 0,0 1 0 0 0,0-1 0 0 0,1 0 0 0 0,-1-1 0 0 0,0 1 0 0 0,1-1 0 0 0,6 1 0 0 0,-9-2 0 0 0,1 0 0 0 0,-1 0 0 0 0,0 0 0 0 0,0 0 0 0 0,0-1 0 0 0,1 1 0 0 0,-1-1 0 0 0,0 0 0 0 0,0 0 0 0 0,0 0 0 0 0,0-1 0 0 0,0 1 0 0 0,-1 0 0 0 0,1-1 0 0 0,0 0 0 0 0,0 0 0 0 0,-1 0 0 0 0,0 0 0 0 0,1 0 0 0 0,-1 0 0 0 0,0-1 0 0 0,0 1 0 0 0,0-1 0 0 0,2-3 0 0 0,10-19 17 0 0,16-39 1 0 0,-22 44-4 0 0,1 0 1 0 0,0 1 0 0 0,2 1-1 0 0,15-22 1 0 0,-25 39-12 0 0,-1 0-1 0 0,1-1 1 0 0,0 1-1 0 0,0 0 1 0 0,0 0 0 0 0,0 0-1 0 0,1 0 1 0 0,-1 0-1 0 0,0 0 1 0 0,0 0 0 0 0,1 1-1 0 0,-1-1 1 0 0,0 0-1 0 0,1 1 1 0 0,-1-1 0 0 0,1 1-1 0 0,-1-1 1 0 0,0 1-1 0 0,1 0 1 0 0,-1-1 0 0 0,1 1-1 0 0,-1 0 1 0 0,1 0-1 0 0,-1 0 1 0 0,1 0 0 0 0,-1 1-1 0 0,1-1 1 0 0,-1 0-1 0 0,1 1 1 0 0,-1-1 0 0 0,1 0-1 0 0,-1 1 1 0 0,0 0-1 0 0,1-1 1 0 0,1 2 0 0 0,4 4 21 0 0,0-1 0 0 0,0 1 0 0 0,0 1 0 0 0,-1-1 1 0 0,7 10-1 0 0,-8-10-3 0 0,0 0 0 0 0,0 0 0 0 0,1 0 0 0 0,9 7 0 0 0,-12-11-28 0 0,0-1-1 0 0,-1 1 1 0 0,1-1-1 0 0,0 0 1 0 0,0 0-1 0 0,0 0 1 0 0,0 0-1 0 0,0 0 1 0 0,0-1-1 0 0,0 0 1 0 0,1 1-1 0 0,-1-1 1 0 0,0 0-1 0 0,0 0 1 0 0,0-1-1 0 0,0 1 1 0 0,0-1-1 0 0,0 1 1 0 0,0-1-1 0 0,0 0 1 0 0,0 0-1 0 0,0 0 1 0 0,0-1-1 0 0,0 1 1 0 0,0-1-1 0 0,-1 1 1 0 0,1-1-1 0 0,-1 0 1 0 0,1 0-1 0 0,-1 0 1 0 0,4-4-1 0 0,5-8-56 0 0,0 1-1 0 0,-1-1 0 0 0,0-1 0 0 0,11-25 1 0 0,-2 7 23 0 0,-19 32 43 0 0,0 1 0 0 0,0-1 0 0 0,1 0 0 0 0,-1 0 0 0 0,1 1 0 0 0,-1-1 0 0 0,1 0 0 0 0,-1 1 0 0 0,1-1 0 0 0,-1 0 0 0 0,1 1 0 0 0,0-1 0 0 0,-1 1 0 0 0,1-1 0 0 0,0 1 0 0 0,0-1 0 0 0,-1 1 0 0 0,1-1 0 0 0,0 1 0 0 0,0 0 0 0 0,0-1 0 0 0,-1 1 0 0 0,1 0 0 0 0,0 0 0 0 0,1 0 0 0 0,-1 0 4 0 0,0 1 1 0 0,0-1-1 0 0,0 1 1 0 0,-1-1-1 0 0,1 1 1 0 0,0-1 0 0 0,0 1-1 0 0,-1 0 1 0 0,1 0-1 0 0,0-1 1 0 0,-1 1-1 0 0,1 0 1 0 0,-1 0-1 0 0,1 0 1 0 0,-1 0 0 0 0,1 0-1 0 0,-1-1 1 0 0,1 3-1 0 0,3 8 89 0 0,-1 1-1 0 0,4 21 0 0 0,-6-26-57 0 0,6 33 113 0 0,-2 1 1 0 0,-2-1-1 0 0,-1 1 1 0 0,-3 0-1 0 0,-5 42 1 0 0,1-48-1380 0 0,-14 51 0 0 0,11-60-6578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28.2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1190 115 4361 0 0,'6'-62'1083'0'0,"2"9"9564"0"0,-3 67-8939 0 0,9 34-1734 0 0,-11-15 337 0 0,-2-1 0 0 0,0 1 0 0 0,-5 33 0 0 0,-19 99-105 0 0,22-154-212 0 0,-15 85-174 0 0,-53 175-1 0 0,53-225 294 0 0,-2-1-1 0 0,-2 0 1 0 0,-2-2 0 0 0,-1 0-1 0 0,-51 67 1 0 0,33-61 161 0 0,-1-3 0 0 0,-63 55-1 0 0,-110 68 685 0 0,173-139-719 0 0,-2-3 0 0 0,-1-2 0 0 0,-1-2 0 0 0,0-1 0 0 0,-79 23 0 0 0,113-41-338 0 0,-19 5 235 0 0,-36 17 1 0 0,59-22-323 0 0,0 0 1 0 0,0 0 0 0 0,0 1 0 0 0,1 0 0 0 0,0 1 0 0 0,0 0 0 0 0,0 0-1 0 0,0 0 1 0 0,-6 9 0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0.3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135 23 5065 0 0,'0'-1'166'0'0,"0"0"0"0"0,0 0 0 0 0,-1-1 0 0 0,1 1 0 0 0,-1 0-1 0 0,1 0 1 0 0,-1 0 0 0 0,1 0 0 0 0,-1 0 0 0 0,1 0 0 0 0,-1 1 0 0 0,0-1 0 0 0,0 0 0 0 0,1 0-1 0 0,-1 0 1 0 0,0 1 0 0 0,0-1 0 0 0,0 0 0 0 0,0 1 0 0 0,0-1 0 0 0,0 1 0 0 0,0-1 0 0 0,0 1-1 0 0,0-1 1 0 0,0 1 0 0 0,0 0 0 0 0,0 0 0 0 0,0-1 0 0 0,-1 1 0 0 0,1 0 0 0 0,0 0 0 0 0,0 0-1 0 0,-2 0 1 0 0,0 0 54 0 0,-1 0-1 0 0,1 0 0 0 0,-1 0 0 0 0,1 1 1 0 0,-1-1-1 0 0,1 1 0 0 0,0-1 1 0 0,-1 1-1 0 0,1 0 0 0 0,-4 2 0 0 0,2 1-129 0 0,0 0 0 0 0,0 0 0 0 0,1 1 0 0 0,-1-1-1 0 0,1 1 1 0 0,0 0 0 0 0,0 1 0 0 0,0-1-1 0 0,1 1 1 0 0,0-1 0 0 0,0 1 0 0 0,0 0 0 0 0,1 0-1 0 0,0 0 1 0 0,0 0 0 0 0,0 1 0 0 0,1-1-1 0 0,0 1 1 0 0,0 9 0 0 0,0-9-85 0 0,1-1 1 0 0,0 1-1 0 0,0-1 0 0 0,1 1 1 0 0,0-1-1 0 0,0 0 0 0 0,0 1 0 0 0,1-1 1 0 0,0 0-1 0 0,0 0 0 0 0,1 0 1 0 0,-1 0-1 0 0,1 0 0 0 0,1-1 1 0 0,-1 1-1 0 0,1-1 0 0 0,0 0 1 0 0,0 0-1 0 0,7 6 0 0 0,1-2-4 0 0,1-1 0 0 0,-1-1-1 0 0,2 0 1 0 0,-1-1 0 0 0,1-1 0 0 0,0 0 0 0 0,0 0-1 0 0,0-2 1 0 0,23 4 0 0 0,30 9 314 0 0,-64-16-312 0 0,-1 1 1 0 0,1 0-1 0 0,0 0 0 0 0,-1 0 1 0 0,1 0-1 0 0,-1 1 0 0 0,1-1 1 0 0,-1 1-1 0 0,0-1 0 0 0,1 1 1 0 0,-1 0-1 0 0,0 0 0 0 0,0 0 1 0 0,3 4-1 0 0,-5-5 6 0 0,1-1 0 0 0,-1 1 0 0 0,0 0 0 0 0,0 0 0 0 0,1-1 0 0 0,-1 1 0 0 0,0 0-1 0 0,0 0 1 0 0,0 0 0 0 0,0 0 0 0 0,0-1 0 0 0,0 1 0 0 0,0 0 0 0 0,0 0 0 0 0,0 0 0 0 0,0 0 0 0 0,0-1 0 0 0,0 1 0 0 0,-1 0 0 0 0,1 1 0 0 0,-1-1 44 0 0,-1 1 0 0 0,1 0 0 0 0,0-1 0 0 0,0 1 0 0 0,-1-1 0 0 0,1 1 0 0 0,-1-1 0 0 0,1 1 0 0 0,-1-1-1 0 0,1 0 1 0 0,-4 2 0 0 0,-19 9 574 0 0,-1 0 0 0 0,0-2 0 0 0,-1-1-1 0 0,-40 9 1 0 0,4-1-1343 0 0,47-11-881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29.3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58 23 456 0 0,'-1'0'160'0'0,"-46"-23"12123"0"0,45 36-10205 0 0,-6 36-1966 0 0,10-8 271 0 0,2-1 1 0 0,1 0-1 0 0,2 0 1 0 0,2 0 0 0 0,27 73-1 0 0,-1-24-57 0 0,65 114 1 0 0,-77-164-208 0 0,1-2 1 0 0,2 0 0 0 0,2-1-1 0 0,1-2 1 0 0,1-1 0 0 0,2-2 0 0 0,1-1-1 0 0,2-1 1 0 0,1-2 0 0 0,0-1-1 0 0,2-3 1 0 0,71 34 0 0 0,-41-27 343 0 0,2-3 0 0 0,1-3 0 0 0,1-3 0 0 0,75 11 0 0 0,238 23 212 0 0,-373-53-770 0 0,0 0-470 0 0,-1 0-1 0 0,1-1 1 0 0,19 0-1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1.1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93 154 456 0 0,'-27'-53'5283'0'0,"20"40"-3469"0"0,1-1-1 0 0,-1 1 1 0 0,-1 1 0 0 0,-1 0-1 0 0,-19-24 2335 0 0,30 37-3089 0 0,7 11-186 0 0,10 37-332 0 0,25 96 0 0 0,-9-20-81 0 0,-23-88-486 0 0,1 0 1 0 0,2-1 0 0 0,37 64-1 0 0,-40-81-3094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1.5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72 3681 0 0,'0'-1'60'0'0,"-1"1"1"0"0,1 0-1 0 0,0 0 0 0 0,0 0 1 0 0,-1 0-1 0 0,1 0 0 0 0,0 0 1 0 0,0 0-1 0 0,0 0 0 0 0,-1 0 1 0 0,1-1-1 0 0,0 1 1 0 0,0 0-1 0 0,0 0 0 0 0,-1 0 1 0 0,1-1-1 0 0,0 1 0 0 0,0 0 1 0 0,0 0-1 0 0,0 0 0 0 0,0-1 1 0 0,0 1-1 0 0,-1 0 1 0 0,1 0-1 0 0,0 0 0 0 0,0-1 1 0 0,0 1-1 0 0,0 0 0 0 0,0 0 1 0 0,0-1-1 0 0,0 1 1 0 0,0 0-1 0 0,0 0 0 0 0,0-1 1 0 0,0 1-1 0 0,0 0 0 0 0,0 0 1 0 0,0-1-1 0 0,0 1 0 0 0,0 0 1 0 0,1 0-1 0 0,-1 0 1 0 0,0-1-1 0 0,0 1 0 0 0,0 0 1 0 0,0 0-1 0 0,0 0 0 0 0,0-1 1 0 0,1 1-1 0 0,-1 0 0 0 0,0 0 1 0 0,17-16 1444 0 0,24-8 256 0 0,-35 21-1511 0 0,0 0 0 0 0,1 0 0 0 0,-1 0 0 0 0,1 1 0 0 0,0 0 0 0 0,-1 1 0 0 0,1-1 0 0 0,0 1 0 0 0,0 1 0 0 0,0-1 1 0 0,0 1-1 0 0,0 0 0 0 0,0 1 0 0 0,0-1 0 0 0,0 2 0 0 0,0-1 0 0 0,-1 1 0 0 0,1 0 0 0 0,0 0 0 0 0,-1 0 0 0 0,0 1 0 0 0,1 0 0 0 0,-1 1 0 0 0,0-1 0 0 0,-1 1 0 0 0,1 0 0 0 0,-1 1 0 0 0,1-1 0 0 0,-1 1 0 0 0,8 10 0 0 0,-7-6-90 0 0,0-1 0 0 0,-1 1 0 0 0,0 0 0 0 0,0 0 0 0 0,-1 0 0 0 0,-1 1 0 0 0,1-1 0 0 0,-1 1 0 0 0,-1 0-1 0 0,3 17 1 0 0,-5-15 2 0 0,0 0 0 0 0,0 1 0 0 0,-1-1 0 0 0,-1 1-1 0 0,0-1 1 0 0,0 0 0 0 0,-2 0 0 0 0,-5 16 0 0 0,5-16 32 0 0,-1-1 1 0 0,-1 1 0 0 0,1-1 0 0 0,-2-1 0 0 0,1 1-1 0 0,-17 18 1 0 0,17-23-416 0 0,1-1-1 0 0,-1 1 0 0 0,-1-1 1 0 0,1 0-1 0 0,-1-1 0 0 0,1 0 1 0 0,-1 0-1 0 0,-1 0 0 0 0,1-1 1 0 0,0 0-1 0 0,-15 4 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8.8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28 5065 0 0,'1'0'528'0'0,"47"-6"6481"0"0,3-1-4168 0 0,90 4-275 0 0,-48-6-8487 0 0,-80 6 1331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9.1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 6449 0 0,'2'-7'7729'0'0,"2"40"-6486"0"0,1 55-1 0 0,-5-59-1260 0 0,1-1 0 0 0,2 0 0 0 0,11 54-1 0 0,-6-60-568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9.4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0 154 5529 0 0,'4'-4'601'0'0,"-1"1"1"0"0,1 0-1 0 0,0 0 0 0 0,0 1 0 0 0,0-1 0 0 0,0 1 1 0 0,6-3-1 0 0,-7 3-175 0 0,27-11 1630 0 0,1 0 0 0 0,46-11-1 0 0,-39 12-2933 0 0,43-18-1 0 0,-30 4-2497 0 0,-36 18 1747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9.7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0 2761 0 0,'-2'1'383'0'0,"1"-1"1"0"0,-1 1 0 0 0,0 0 0 0 0,1 0 0 0 0,-1 0 0 0 0,1 0 0 0 0,0 0 0 0 0,-1 0 0 0 0,1 0-1 0 0,0 0 1 0 0,0 0 0 0 0,-1 1 0 0 0,1-1 0 0 0,0 1 0 0 0,0-1 0 0 0,1 1 0 0 0,-1-1-1 0 0,0 1 1 0 0,0 1 0 0 0,0 0 102 0 0,1 0 0 0 0,0-1 0 0 0,1 1 0 0 0,-1 0 0 0 0,0 0 0 0 0,1 0 0 0 0,0-1 0 0 0,-1 1 0 0 0,3 3 0 0 0,2 13-277 0 0,36 213-46 0 0,-35-209-1278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0.0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89 7370 0 0,'8'-7'873'0'0,"1"1"1"0"0,-1-1 0 0 0,2 1-1 0 0,-1 1 1 0 0,0-1 0 0 0,1 2-1 0 0,0-1 1 0 0,13-2 0 0 0,5-2-421 0 0,52-8 0 0 0,-13 9-3865 0 0,-50 6-1313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0.4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 0 7370 0 0,'-3'2'213'0'0,"0"0"0"0"0,1-1 0 0 0,-1 1 0 0 0,1 0 0 0 0,-1 1 0 0 0,1-1-1 0 0,0 0 1 0 0,0 1 0 0 0,0-1 0 0 0,0 1 0 0 0,0-1 0 0 0,1 1 0 0 0,-1 0 0 0 0,1 0 0 0 0,0 0 0 0 0,0 0 0 0 0,0 0 0 0 0,0 0 0 0 0,0 0 0 0 0,1 0 0 0 0,-1 1 0 0 0,1-1 0 0 0,0 0 0 0 0,0 0 0 0 0,0 0 0 0 0,0 1 0 0 0,1-1 0 0 0,0 4 0 0 0,3 13 67 0 0,1-1 1 0 0,0 0-1 0 0,13 30 0 0 0,-5-14-688 0 0,-5-12-3014 0 0,1 0-1222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0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0 108 4145 0 0,'20'-8'2457'0'0,"0"0"0"0"0,0 2 0 0 0,30-6 0 0 0,-29 7-2152 0 0,0 0-1 0 0,0-2 1 0 0,28-12-1 0 0,7-11-4873 0 0,-42 23 2861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1.0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122 1 2280 0 0,'-34'11'148'0'0,"-16"6"1740"0"0,47-16-1382 0 0,1 1 0 0 0,-1-1 1 0 0,1 1-1 0 0,0-1 0 0 0,-1 1 1 0 0,1 0-1 0 0,0 0 1 0 0,0 0-1 0 0,-2 2 0 0 0,2 0-80 0 0,0 0 0 0 0,1 1-1 0 0,-1-1 1 0 0,1 0 0 0 0,0 1-1 0 0,0-1 1 0 0,0 1-1 0 0,0 0 1 0 0,1-1 0 0 0,0 1-1 0 0,0 0 1 0 0,0-1 0 0 0,1 1-1 0 0,-1-1 1 0 0,2 6 0 0 0,3 13 160 0 0,12 34 0 0 0,-16-56-547 0 0,19 73-1935 0 0,-13-46-3711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1.3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41 5065 0 0,'47'-10'2912'0'0,"-18"2"-1668"0"0,48 0 1859 0 0,11-2-2942 0 0,-71 6-4636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1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1 4145 0 0,'-2'1'291'0'0,"1"0"0"0"0,-1 0 0 0 0,0 0 0 0 0,0 0 0 0 0,0 0 0 0 0,1 1 0 0 0,-1-1 0 0 0,1 1 0 0 0,-1-1 0 0 0,1 1 0 0 0,0-1 0 0 0,-1 1 0 0 0,1 0 0 0 0,0 0 0 0 0,0 0 0 0 0,0 0 0 0 0,0 0 0 0 0,1 0 0 0 0,-1 0 0 0 0,0 0 0 0 0,1 0 0 0 0,-1 3 0 0 0,-8 55 3416 0 0,8-50-3097 0 0,-1 17 353 0 0,1 0 0 0 0,3 39 0 0 0,14 53-2170 0 0,-10-79-4836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4.1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1030 129 2761 0 0,'0'-18'202'0'0,"0"0"1"0"0,-2 0 0 0 0,0 1-1 0 0,-7-26 1 0 0,8 43 29 0 0,1-1-1 0 0,0 0 0 0 0,0 0 1 0 0,-1 0-1 0 0,1 1 0 0 0,-1-1 1 0 0,1 0-1 0 0,-1 0 0 0 0,1 1 1 0 0,-1-1-1 0 0,1 1 1 0 0,-1-1-1 0 0,1 0 0 0 0,-1 1 1 0 0,0-1-1 0 0,1 1 0 0 0,-1-1 1 0 0,0 1-1 0 0,0 0 1 0 0,1-1-1 0 0,-1 1 0 0 0,0 0 1 0 0,0-1-1 0 0,-1 1 0 0 0,0 0 69 0 0,-1 0 0 0 0,1 0 0 0 0,0 0-1 0 0,0 0 1 0 0,0 0 0 0 0,-1 1 0 0 0,1-1-1 0 0,0 1 1 0 0,-4 1 0 0 0,-5 4 339 0 0,-1 0 0 0 0,-19 14 0 0 0,20-12-37 0 0,-34 18 623 0 0,-1-2 0 0 0,-79 29 0 0 0,-103 17 421 0 0,189-58-1409 0 0,1 1 0 0 0,-63 32-1 0 0,-64 48 533 0 0,122-67-719 0 0,26-17-2106 0 0,0 0 0 0 0,-29 10 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5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9674 0 0,'5'84'3441'0'0,"-3"113"-1921"0"0,31 214 1 0 0,-10-168-1435 0 0,-19-198-97 0 0,61 1001 117 0 0,-37-425 131 0 0,-13-359-49 0 0,-2 138-173 0 0,4 54 193 0 0,3-40-130 0 0,9 151 987 0 0,29-4 386 0 0,-15-172-169 0 0,-3-26-50 0 0,-39-358-1233 0 0,2 19-106 0 0,1-1 0 0 0,9 29 0 0 0,-10-43-499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6.0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35 2304 0 0,'-1'0'135'0'0,"1"0"-1"0"0,-1-1 0 0 0,0 1 0 0 0,1 0 0 0 0,-1-1 0 0 0,1 1 0 0 0,-1 0 0 0 0,1-1 0 0 0,-1 1 0 0 0,1 0 1 0 0,0-1-1 0 0,-1 1 0 0 0,1-1 0 0 0,-1 1 0 0 0,1-1 0 0 0,0 1 0 0 0,-1-1 0 0 0,1 1 0 0 0,0-1 0 0 0,0 1 1 0 0,0-1-1 0 0,-1 0 0 0 0,1 1 0 0 0,0-1 0 0 0,0 1 0 0 0,0-1 0 0 0,0 0 0 0 0,0 1 0 0 0,0-1 0 0 0,0 1 1 0 0,0-1-1 0 0,0 0 0 0 0,0 1 0 0 0,0-1 0 0 0,0 1 0 0 0,1-1 0 0 0,-1 0 0 0 0,0 0 0 0 0,1 0 2 0 0,-1 1 0 0 0,1-1 0 0 0,-1 0 0 0 0,0 0 0 0 0,1 0 0 0 0,0 0 0 0 0,-1 1 0 0 0,1-1 0 0 0,-1 0 0 0 0,1 1 0 0 0,0-1 0 0 0,-1 0 0 0 0,1 1 0 0 0,0-1 0 0 0,0 1 0 0 0,0-1-1 0 0,0 1 1 0 0,-1-1 0 0 0,1 1 0 0 0,0 0 0 0 0,0-1 0 0 0,0 1 0 0 0,0 0 0 0 0,0 0 0 0 0,1 0 0 0 0,62 2 2519 0 0,87 17-1 0 0,-98-11-1697 0 0,1-2-1 0 0,94 0 1 0 0,98-5-338 0 0,-52 3-2583 0 0,-163-5 897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6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110 17 6913 0 0,'-4'-1'143'0'0,"-45"-13"2087"0"0,46 14-1754 0 0,0-1 1 0 0,0 1-1 0 0,0-1 0 0 0,0 1 0 0 0,0 0 1 0 0,0 0-1 0 0,0 0 0 0 0,0 1 1 0 0,0-1-1 0 0,0 1 0 0 0,0 0 0 0 0,0-1 1 0 0,-4 3-1 0 0,6-2-317 0 0,0 1 0 0 0,0-1 0 0 0,0 0 0 0 0,0 0 0 0 0,0 0 0 0 0,0 1 0 0 0,1-1 0 0 0,-1 0 0 0 0,1 1 0 0 0,-1-1-1 0 0,1 0 1 0 0,-1 1 0 0 0,1-1 0 0 0,0 1 0 0 0,-1-1 0 0 0,1 1 0 0 0,0 2 0 0 0,0 31 516 0 0,1-23-418 0 0,43 919 912 0 0,-15-524-1072 0 0,-4-52 9 0 0,21-8-67 0 0,-8-81-24 0 0,28 489 201 0 0,31 224-216 0 0,-48-577 0 0 0,66 237-58 0 0,-79-425 438 0 0,-27-147-67 0 0,2 0-1 0 0,26 85 1 0 0,-30-133-617 0 0,-5-16 116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2.8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37 380 2304 0 0,'-1'-15'1755'0'0,"0"1"0"0"0,-6-25 0 0 0,5 28-892 0 0,-1 0-1 0 0,2-1 1 0 0,0 1-1 0 0,0-1 1 0 0,2-19-1 0 0,0 22-604 0 0,3-19 1313 0 0,-1-53 1 0 0,-3 71-1619 0 0,-1 0 1 0 0,-1-1 0 0 0,1 1 0 0 0,-2 1 0 0 0,0-1-1 0 0,0 0 1 0 0,0 1 0 0 0,-10-18 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4.6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43 617 1376 0 0,'-42'17'5938'0'0,"42"-18"-5731"0"0,0 0 0 0 0,0-1 0 0 0,0 1 0 0 0,0 0 0 0 0,0 0 0 0 0,1 0 0 0 0,-1 0 0 0 0,0 0 0 0 0,1 0 0 0 0,-1 0 0 0 0,1 0 1 0 0,-1 0-1 0 0,1 0 0 0 0,-1 1 0 0 0,1-1 0 0 0,0 0 0 0 0,0 0 0 0 0,0-1 0 0 0,15-16 1020 0 0,-1 0-650 0 0,-12 14-423 0 0,0 0 1 0 0,0 0-1 0 0,0 0 0 0 0,0 1 0 0 0,1-1 0 0 0,-1 1 0 0 0,1 0 0 0 0,5-3 0 0 0,-21 1 4251 0 0,11 4-4381 0 0,-1 0 0 0 0,1 0 1 0 0,0-1-1 0 0,-1 1 0 0 0,1 0 0 0 0,0-1 1 0 0,0 1-1 0 0,0-1 0 0 0,0 1 0 0 0,0-1 0 0 0,0 0 1 0 0,0 1-1 0 0,1-1 0 0 0,-1 0 0 0 0,1 0 1 0 0,-1 1-1 0 0,1-1 0 0 0,-1 0 0 0 0,1 0 0 0 0,0 0 1 0 0,0 1-1 0 0,0-1 0 0 0,0 0 0 0 0,1-2 0 0 0,1 1-16 0 0,-1 0-1 0 0,2 0 1 0 0,-1 0-1 0 0,0 1 1 0 0,0-1-1 0 0,1 0 1 0 0,0 1-1 0 0,-1 0 0 0 0,1 0 1 0 0,0 0-1 0 0,0 0 1 0 0,6-2-1 0 0,45-17 140 0 0,-14 7-92 0 0,-5-1-112 0 0,0 1 0 0 0,2 2 0 0 0,-1 1 0 0 0,65-9 0 0 0,-78 16-95 0 0,1-2 1 0 0,28-11-1 0 0,-37 12 170 0 0,0-1-1 0 0,1 2 1 0 0,0 0-1 0 0,-1 1 1 0 0,1 0-1 0 0,0 2 1 0 0,23-1-1 0 0,11 4 32 0 0,-1-3 0 0 0,1-2 0 0 0,-1-1 0 0 0,51-13 0 0 0,299-33 958 0 0,-382 49-1003 0 0,77-9 140 0 0,-30 3 200 0 0,117 1 1 0 0,-92 5-142 0 0,-57 0-69 0 0,64 6 1 0 0,-80-5-114 0 0,0 0 1 0 0,0 0-1 0 0,-1-2 1 0 0,1 0 0 0 0,0 0-1 0 0,-1-2 1 0 0,19-6-1 0 0,-9 3 21 0 0,38-5 0 0 0,44-3 8 0 0,-53 6 13 0 0,88-3 0 0 0,-113 11-73 0 0,0-2 1 0 0,0-1 0 0 0,41-11-1 0 0,-1 0 0 0 0,30 5 144 0 0,-4 1-300 0 0,-83 7 192 0 0,23-5-32 0 0,-1 2-1 0 0,1 1 0 0 0,64 2 1 0 0,-85 2-37 0 0,-1-1 1 0 0,1 0 0 0 0,-1-1 0 0 0,0 0 0 0 0,1-1-1 0 0,-1-1 1 0 0,20-8 0 0 0,-17 7-212 0 0,-1 0 0 0 0,1 0 0 0 0,0 1-1 0 0,23-2 1 0 0,-23 5-50 0 0,-11 0 6 0 0,0 0 0 0 0,0 1 1 0 0,0 0-1 0 0,-1-1 0 0 0,1 1 0 0 0,0 1 0 0 0,0-1 0 0 0,0 1 1 0 0,-1 0-1 0 0,1 0 0 0 0,0 0 0 0 0,-1 1 0 0 0,1-1 0 0 0,-1 1 1 0 0,1 0-1 0 0,-1 1 0 0 0,6 3 0 0 0,-7-3-161 0 0,1 0 0 0 0,0-1-1 0 0,0 1 1 0 0,0-1 0 0 0,0 0 0 0 0,8 3 0 0 0,-7-3 812 0 0,1-1-1 0 0,0 0 1 0 0,0 0 0 0 0,-1 0 0 0 0,1-1 0 0 0,0 0 0 0 0,0 0 0 0 0,0 0 0 0 0,0-1 0 0 0,0 0 0 0 0,-1 0 0 0 0,1 0 0 0 0,9-4 0 0 0,-9 3-340 0 0,-1 1 0 0 0,1 0 0 0 0,0 1 0 0 0,-1-1 0 0 0,1 1-1 0 0,0 0 1 0 0,0 0 0 0 0,9 2 0 0 0,-9-1-55 0 0,0 0 1 0 0,0-1-1 0 0,-1 0 0 0 0,1 0 0 0 0,0 0 0 0 0,0-1 1 0 0,0 1-1 0 0,10-4 0 0 0,21-14-4081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5.3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51 3737 0 0,'2'-2'36'0'0,"0"0"-1"0"0,0-1 1 0 0,0 1 0 0 0,-1-1 0 0 0,0 1 0 0 0,1-1-1 0 0,5-31 13535 0 0,3 46-13540 0 0,-2 0 1 0 0,0 1-1 0 0,0 0 1 0 0,-1 0-1 0 0,0 1 0 0 0,-2-1 1 0 0,1 1-1 0 0,-2 1 0 0 0,6 26 1 0 0,-6-15-173 0 0,-1 1 0 0 0,-1 0-1 0 0,-2-1 1 0 0,-4 49 0 0 0,0-37-143 0 0,1-1 0 0 0,4 55-1 0 0,1-84-421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33.82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100 504 1840 0 0,'-3'-5'262'0'0,"2"1"-1"0"0,-1-1 0 0 0,0 0 1 0 0,1 0-1 0 0,0 0 0 0 0,0 0 1 0 0,0 0-1 0 0,0-9 0 0 0,0 1 108 0 0,-8-34 707 0 0,5 29 185 0 0,0 0-1 0 0,-5-36 4275 0 0,4 70-3827 0 0,3-5-1652 0 0,0 1 0 0 0,1-1 1 0 0,0 0-1 0 0,0 1 1 0 0,1-1-1 0 0,1 1 0 0 0,0-1 1 0 0,0 1-1 0 0,1-1 1 0 0,1 0-1 0 0,0 1 0 0 0,1-2 1 0 0,4 12-1 0 0,-8-21-62 0 0,0 0 0 0 0,1-1 0 0 0,-1 1 1 0 0,0 0-1 0 0,0 0 0 0 0,0 0 0 0 0,0-1 0 0 0,0 1 0 0 0,0 0 0 0 0,0 0 0 0 0,0 0 0 0 0,-1-1 1 0 0,1 1-1 0 0,0 0 0 0 0,0 0 0 0 0,-1 0 0 0 0,1-1 0 0 0,0 1 0 0 0,-1 0 0 0 0,1-1 0 0 0,-1 1 1 0 0,0 1-1 0 0,1-2 21 0 0,0 0 1 0 0,0 0-1 0 0,-1 1 1 0 0,1-1-1 0 0,0 0 1 0 0,0 0-1 0 0,0 1 0 0 0,-1-1 1 0 0,1 0-1 0 0,0 0 1 0 0,0 0-1 0 0,-1 0 1 0 0,1 1-1 0 0,0-1 1 0 0,0 0-1 0 0,-1 0 1 0 0,1 0-1 0 0,0 0 1 0 0,-1 0-1 0 0,1 0 1 0 0,0 0-1 0 0,-1 0 1 0 0,1 0-1 0 0,0 0 1 0 0,0 0-1 0 0,-1 0 1 0 0,1 0-1 0 0,0 0 1 0 0,-1 0-1 0 0,1 0 1 0 0,0 0-1 0 0,0 0 1 0 0,-1 0-1 0 0,1-1 1 0 0,0 1-1 0 0,-1 0 1 0 0,1 0-1 0 0,0 0 0 0 0,0 0 1 0 0,0-1-1 0 0,-1 1 1 0 0,1 0-1 0 0,0 0 1 0 0,0 0-1 0 0,0-1 1 0 0,-1 1-1 0 0,1 0 1 0 0,0 0-1 0 0,0-1 1 0 0,0 1-1 0 0,0 0 1 0 0,0-1-1 0 0,0 1 1 0 0,-1 0-1 0 0,1 0 1 0 0,0-1-1 0 0,0 1 1 0 0,0 0-1 0 0,0-1 1 0 0,-24-45 124 0 0,18 35-132 0 0,-1 0 0 0 0,-8-23 0 0 0,14 60 125 0 0,4-2-124 0 0,-4-23-19 0 0,1 0 0 0 0,0-1 0 0 0,0 1 0 0 0,0 0 0 0 0,0-1 0 0 0,0 1 1 0 0,0 0-1 0 0,0-1 0 0 0,0 1 0 0 0,1 0 0 0 0,-1-1 0 0 0,0 1 0 0 0,0-1 0 0 0,1 1 0 0 0,-1 0 0 0 0,0-1 0 0 0,0 1 0 0 0,1-1 0 0 0,-1 1 0 0 0,1-1 0 0 0,-1 1 0 0 0,0-1 0 0 0,1 1 0 0 0,-1-1 1 0 0,1 1-1 0 0,-1-1 0 0 0,1 0 0 0 0,0 1 0 0 0,-1-1 0 0 0,1 0 0 0 0,-1 1 0 0 0,1-1 0 0 0,0 0 0 0 0,-1 0 0 0 0,1 0 0 0 0,0 1 0 0 0,-1-1 0 0 0,2 0 0 0 0,1-3 84 0 0,-1-1-1 0 0,0 1 1 0 0,0-1 0 0 0,0 1-1 0 0,0-1 1 0 0,0 0-1 0 0,-1 1 1 0 0,2-7-1 0 0,4-7 359 0 0,-2 5-164 0 0,-4 9-244 0 0,0 0 0 0 0,0 0 1 0 0,0 0-1 0 0,1 0 0 0 0,-1 0 0 0 0,1 0 1 0 0,-1 1-1 0 0,1-1 0 0 0,0 0 1 0 0,0 1-1 0 0,0-1 0 0 0,0 1 1 0 0,4-3-1 0 0,-5 51-871 0 0,-1-46 831 0 0,0 1 0 0 0,0-1-1 0 0,0 1 1 0 0,-1-1 0 0 0,1 0 0 0 0,0 1-1 0 0,0-1 1 0 0,0 1 0 0 0,0-1-1 0 0,0 1 1 0 0,0-1 0 0 0,0 0 0 0 0,0 1-1 0 0,0-1 1 0 0,0 1 0 0 0,1-1 0 0 0,-1 1-1 0 0,0-1 1 0 0,0 0 0 0 0,0 1 0 0 0,0-1-1 0 0,1 1 1 0 0,-1-1 0 0 0,0 0 0 0 0,0 1-1 0 0,1-1 1 0 0,-1 0 0 0 0,0 1-1 0 0,1-1 1 0 0,-1 0 0 0 0,0 1 0 0 0,1-1-1 0 0,-1 0 1 0 0,0 0 0 0 0,1 0 0 0 0,-1 1-1 0 0,1-1 1 0 0,15-10-175 0 0,-8 3 191 0 0,2-1-36 0 0,10-8 86 0 0,33-20 1 0 0,-45 32-41 0 0,0-1-1 0 0,0 2 1 0 0,0-1-1 0 0,1 1 1 0 0,0 1 0 0 0,-1 0-1 0 0,1 0 1 0 0,9-1 0 0 0,8-1-10 0 0,46-13 0 0 0,19-3 0 0 0,-83 18 0 0 0,1 2 0 0 0,0-1 0 0 0,-1 1 0 0 0,1 0 0 0 0,0 1 0 0 0,0 0 0 0 0,-1 0 0 0 0,9 3 0 0 0,-8 0 0 0 0,0-1 0 0 0,0 2 0 0 0,14 8 0 0 0,-16-8 0 0 0,0-1 0 0 0,0-1 0 0 0,0 1 0 0 0,1-1 0 0 0,-1 0 0 0 0,10 2 0 0 0,-17-5-6 0 0,1 0 0 0 0,-1 0 0 0 0,0 0 0 0 0,0 1-1 0 0,0-1 1 0 0,0 0 0 0 0,0 0 0 0 0,0 0 0 0 0,0 0 0 0 0,0 0 0 0 0,0 0 0 0 0,0 0 0 0 0,0 0 0 0 0,0 0 0 0 0,1 0 0 0 0,-1 1 0 0 0,0-1 0 0 0,0 0 0 0 0,0 0 0 0 0,0 0 0 0 0,0 0 0 0 0,0 0 0 0 0,0 0 0 0 0,0 0 0 0 0,0 1 0 0 0,0-1 0 0 0,0 0 0 0 0,0 0 0 0 0,0 0 0 0 0,0 0 0 0 0,0 0-1 0 0,0 0 1 0 0,0 0 0 0 0,-1 0 0 0 0,1 1 0 0 0,0-1 0 0 0,0 0 0 0 0,0 0 0 0 0,0 0 0 0 0,0 0 0 0 0,0 0 0 0 0,0 0 0 0 0,0 0 0 0 0,0 0 0 0 0,0 0 0 0 0,0 0 0 0 0,0 1 0 0 0,-1-1 0 0 0,1 0 0 0 0,0 0 0 0 0,0 0 0 0 0,0 0 0 0 0,0 0 0 0 0,0 0 0 0 0,0 0 0 0 0,0 0 0 0 0,0 0 0 0 0,-1 0-1 0 0,1 0 1 0 0,0 0 0 0 0,0 0 0 0 0,-14 9-148 0 0,-26 13 104 0 0,31-16 7 0 0,-38 20 183 0 0,-1-2-1 0 0,0-2 0 0 0,-92 28 1 0 0,106-56 2052 0 0,170-30-2668 0 0,-14 5 168 0 0,86-38 114 0 0,141-38 1404 0 0,-260 90-907 0 0,172-11-1 0 0,89 21-64 0 0,-400 15 99 0 0,12-1-127 0 0,-116-4-187 0 0,112-5-24 0 0,0 3 0 0 0,-1 1 0 0 0,-41 8-1 0 0,-32 16-63 0 0,47-9-30 0 0,-102 11-1 0 0,146-23-13 0 0,22-1 7 0 0,17 1 0 0 0,-1-4-34 0 0,1 0 1 0 0,0-1-1 0 0,0-1 0 0 0,-1 0 1 0 0,1-1-1 0 0,22-6 0 0 0,8 0 79 0 0,253-33 74 0 0,114-17 356 0 0,-351 48-176 0 0,308-35 1233 0 0,-138 30-1182 0 0,95-2 48 0 0,-250 13-170 0 0,-1-3 0 0 0,113-26 0 0 0,-52 7-19 0 0,-74 11-15 0 0,-48 11-80 0 0,-1 0 0 0 0,1 1 1 0 0,0 1-1 0 0,0 0 0 0 0,0 0 1 0 0,0 2-1 0 0,1-1 0 0 0,16 3 1 0 0,-130 10 179 0 0,49-6-192 0 0,0 3 0 0 0,1 1 0 0 0,0 3 0 0 0,-71 29 0 0 0,-180 52-198 0 0,234-77 180 0 0,17-1-8 0 0,-51 24 0 0 0,21-8 6 0 0,136-50-96 0 0,0 3 0 0 0,64-9 0 0 0,137-12-232 0 0,-204 29 314 0 0,83-9 313 0 0,145-37 0 0 0,-198 28-81 0 0,-56 16-74 0 0,0 0-1 0 0,1 2 1 0 0,0 2 0 0 0,1 0-1 0 0,35-1 1 0 0,-44 8-90 0 0,-20-1-25 0 0,0-1-1 0 0,-1 1 1 0 0,1-1 0 0 0,0 0-1 0 0,0 1 1 0 0,-1-1 0 0 0,1 0 0 0 0,0 1-1 0 0,-1-1 1 0 0,1 0 0 0 0,-1 1-1 0 0,1-1 1 0 0,0 0 0 0 0,-1 0 0 0 0,1 1-1 0 0,-1-1 1 0 0,1 0 0 0 0,-1 0-1 0 0,1 0 1 0 0,0 0 0 0 0,-1 0 0 0 0,1 0-1 0 0,-1 1 1 0 0,1-1 0 0 0,-1 0-1 0 0,1 0 1 0 0,-1-1 0 0 0,1 1 0 0 0,-1 0-1 0 0,0 0 1 0 0,0 0 71 0 0,-3 1 0 0 0,-40 3-2032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36.15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100 338 4609 0 0,'-53'-36'14040'0'0,"30"8"-13293"0"0,20 22-521 0 0,0-1 1 0 0,1 1-1 0 0,0-1 1 0 0,0 0-1 0 0,-2-11 0 0 0,-3-14-26 0 0,18 52 828 0 0,-7-13-1101 0 0,0 1 0 0 0,0-1 0 0 0,0 1 0 0 0,4 14 0 0 0,-4 1-5 0 0,-1 1 1 0 0,1 44 0 0 0,-4-46-199 0 0,1 0 1 0 0,1 0-1 0 0,8 35 1 0 0,-10-55 131 0 0,0 0 0 0 0,1-1 0 0 0,-1 1 0 0 0,1-1-1 0 0,-1 1 1 0 0,1-1 0 0 0,0 1 0 0 0,-1-1 0 0 0,1 1 0 0 0,0-1 0 0 0,0 1 0 0 0,0-1 0 0 0,0 0 0 0 0,0 0-1 0 0,0 1 1 0 0,0-1 0 0 0,1 0 0 0 0,0 1 0 0 0,16-58-5740 0 0,-16 25 4165 0 0,-3-63 1 0 0,-1 77 2505 0 0,0 0 1 0 0,-1 1-1 0 0,-35-46 6532 0 0,38 62-7251 0 0,0 2-47 0 0,0 1-1 0 0,0-1 0 0 0,0 0 1 0 0,0 0-1 0 0,1 0 1 0 0,-1 0-1 0 0,1 1 1 0 0,-1-1-1 0 0,1 0 1 0 0,0 0-1 0 0,0 0 0 0 0,0 0 1 0 0,0 0-1 0 0,0-1 1 0 0,0 1-1 0 0,1 0 1 0 0,-1 0-1 0 0,1-1 0 0 0,-1 1 1 0 0,3 1-1 0 0,-1-1 31 0 0,0 0-1 0 0,0-1 1 0 0,0 1-1 0 0,0-1 1 0 0,1 0 0 0 0,-1 0-1 0 0,0 0 1 0 0,1 0-1 0 0,-1 0 1 0 0,1-1-1 0 0,4 0 1 0 0,5 0 77 0 0,1-1 1 0 0,-1 0 0 0 0,0-1-1 0 0,0 0 1 0 0,18-7-1 0 0,22-4 74 0 0,2 2-1 0 0,-1 3 0 0 0,63-2 1 0 0,28-4 136 0 0,-46 1-368 0 0,158 0-1 0 0,-7 12 243 0 0,50 2 86 0 0,150 7-298 0 0,-243-13 215 0 0,-114 0-26 0 0,113 10-1 0 0,-107-1-108 0 0,1-4 1 0 0,115-15-1 0 0,-170 11-81 0 0,127-1-90 0 0,-101 5 123 0 0,73-9 0 0 0,-51-3 41 0 0,378-40 401 0 0,-182 37-474 0 0,-258 15-19 0 0,-1 0 1 0 0,47 8 0 0 0,-36-3-75 0 0,73-1-83 0 0,-82-4 99 0 0,0 1 0 0 0,0 1 0 0 0,48 10 0 0 0,-68-10 77 0 0,1-1 0 0 0,-1 0 0 0 0,0-1 0 0 0,1-1 0 0 0,23-3 0 0 0,19 0 0 0 0,51-2 0 0 0,-49-104 142 0 0,-68 126 291 0 0,0 27-1030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0.0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274 474 920 0 0,'-8'-4'482'0'0,"-1"1"-1"0"0,0 0 0 0 0,1 0 1 0 0,-1 1-1 0 0,0 1 0 0 0,0-1 1 0 0,-1 1-1 0 0,1 1 0 0 0,0-1 1 0 0,0 2-1 0 0,0-1 1 0 0,0 1-1 0 0,-17 4 0 0 0,10-1 732 0 0,1 1 0 0 0,-1 1 0 0 0,1 0-1 0 0,0 1 1 0 0,1 0 0 0 0,-26 19 0 0 0,40-26-1187 0 0,0 0 0 0 0,0 0 0 0 0,0 0 0 0 0,0 0 0 0 0,0 0 1 0 0,0 0-1 0 0,1 0 183 0 0,-1 0-183 0 0,0 1 0 0 0,0-1 0 0 0,0 0 0 0 0,0 0 0 0 0,0 0 0 0 0,0 0 0 0 0,0 0 1 0 0,0 0-1 0 0,0 0 0 0 0,0 0 0 0 0,0 0 0 0 0,0 0 0 0 0,0 0 0 0 0,0 0 0 0 0,0 1 1 0 0,0-1-1 0 0,0 0 0 0 0,0 0 0 0 0,0 0 0 0 0,0 0 0 0 0,0 0 0 0 0,0 0 0 0 0,0 0 0 0 0,0 0 1 0 0,0 0-1 0 0,0 0 0 0 0,0 0 0 0 0,-1 1 183 0 0,1-1-183 0 0,0 0 0 0 0,0 0 0 0 0,0 0 0 0 0,0 0 1 0 0,0 0-1 0 0,0 0 0 0 0,0 0 0 0 0,0 0 0 0 0,0 0 0 0 0,0 0 0 0 0,-1 0 0 0 0,1 0 0 0 0,11 0 466 0 0,15-5-264 0 0,165-57 1529 0 0,-75 22-1192 0 0,45-15 87 0 0,143-42-116 0 0,-183 59-352 0 0,135-63 1 0 0,74-24-3289 0 0,-327 124 2514 0 0,0 0-452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0.4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21 6449 0 0,'-4'-17'784'0'0,"4"18"-734"0"0,0-1 1 0 0,1 0-1 0 0,-1 0 1 0 0,0 0-1 0 0,0 1 1 0 0,0-1-1 0 0,0 0 0 0 0,0 0 1 0 0,1 0-1 0 0,-1 1 1 0 0,0-1-1 0 0,0 0 1 0 0,0 0-1 0 0,0 0 1 0 0,1 0-1 0 0,-1 0 0 0 0,0 0 1 0 0,0 0-1 0 0,0 0 1 0 0,1 1-1 0 0,-1-1 1 0 0,0 0-1 0 0,0 0 0 0 0,1 0 1 0 0,-1 0-1 0 0,0 0 1 0 0,0 0-1 0 0,0 0 1 0 0,1 0-1 0 0,-1 0 1 0 0,0 0-1 0 0,0 0 0 0 0,1 0 1 0 0,-1-1-1 0 0,0 1 1 0 0,0 0-1 0 0,0 0 1 0 0,1 0-1 0 0,-1 0 0 0 0,0 0 1 0 0,0 0-1 0 0,0 0 1 0 0,1-1-1 0 0,-1 1 1 0 0,0 0-1 0 0,0 0 1 0 0,0 0-1 0 0,0 0 0 0 0,0-1 1 0 0,1 1-1 0 0,-1 0 1 0 0,0 0-1 0 0,0 0 1 0 0,0-1-1 0 0,0 1 0 0 0,0 0 1 0 0,0 0-1 0 0,0-1 1 0 0,0 1-1 0 0,0 0 1 0 0,0 0-1 0 0,0 0 1 0 0,0-1-1 0 0,0 1 0 0 0,0 0 1 0 0,0 0-1 0 0,0-1 1 0 0,0 1-1 0 0,0 0 1 0 0,1 1 94 0 0,0 0 0 0 0,-1 0 0 0 0,1 0 1 0 0,0 0-1 0 0,-1 0 0 0 0,1 0 1 0 0,-1 0-1 0 0,1 1 0 0 0,-1-1 0 0 0,1 0 1 0 0,-1 1-1 0 0,0-1 0 0 0,0 0 0 0 0,0 0 1 0 0,0 1-1 0 0,1-1 0 0 0,-2 2 0 0 0,-1 28 768 0 0,1-23-578 0 0,-8 70 1101 0 0,-5 88-289 0 0,13-149-1057 0 0,2 0-1 0 0,0 0 1 0 0,1-1-1 0 0,1 1 1 0 0,1-1-1 0 0,0 0 1 0 0,11 28-1 0 0,-13-40-36 0 0,0 1-1 0 0,0-1 0 0 0,1 0 1 0 0,0 1-1 0 0,0-1 0 0 0,0 0 1 0 0,0 0-1 0 0,0-1 1 0 0,1 1-1 0 0,0-1 0 0 0,0 0 1 0 0,0 0-1 0 0,0 0 0 0 0,0 0 1 0 0,0-1-1 0 0,1 1 1 0 0,-1-1-1 0 0,1 0 0 0 0,0-1 1 0 0,0 1-1 0 0,-1-1 1 0 0,8 1-1 0 0,-4-1-59 0 0,1-1-1 0 0,0 0 1 0 0,0-1 0 0 0,-1 0-1 0 0,1 0 1 0 0,0 0 0 0 0,-1-1-1 0 0,1-1 1 0 0,-1 0 0 0 0,0 0-1 0 0,0 0 1 0 0,8-5 0 0 0,12-8-704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0.8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99 11 10594 0 0,'-6'0'189'0'0,"0"1"0"0"0,0 0-1 0 0,0 1 1 0 0,0 0-1 0 0,1 0 1 0 0,-1 0 0 0 0,1 0-1 0 0,-1 1 1 0 0,1 0 0 0 0,0 0-1 0 0,-6 5 1 0 0,9-5-38 0 0,-1-1 0 0 0,1 0 0 0 0,0 1 0 0 0,0-1 0 0 0,0 1 0 0 0,0 0 0 0 0,1 0 0 0 0,-1 0 0 0 0,1-1 0 0 0,0 2 0 0 0,0-1 0 0 0,0 0 0 0 0,0 0 0 0 0,0 0 0 0 0,1 0 0 0 0,-1 0 0 0 0,1 1 0 0 0,0-1 0 0 0,0 0 0 0 0,0 1 0 0 0,0-1 0 0 0,2 6 0 0 0,0-1-30 0 0,1 0-1 0 0,0 0 1 0 0,0 0-1 0 0,1 0 1 0 0,0 0-1 0 0,0-1 1 0 0,1 1-1 0 0,0-1 1 0 0,0-1-1 0 0,0 1 1 0 0,1-1-1 0 0,0 0 1 0 0,1 0-1 0 0,-1 0 1 0 0,1-1-1 0 0,0 0 1 0 0,12 6-1 0 0,-2-1-88 0 0,1-1 0 0 0,1-1-1 0 0,0-1 1 0 0,0 0-1 0 0,0-1 1 0 0,28 4-1 0 0,-37-9 28 0 0,0 0-1 0 0,1-1 0 0 0,-1 0 0 0 0,0 0 1 0 0,0-1-1 0 0,0 0 0 0 0,0-1 0 0 0,0 0 1 0 0,0-1-1 0 0,0 0 0 0 0,-1-1 0 0 0,16-7 1 0 0,-21 9-24 0 0,-1 0 0 0 0,1 0-1 0 0,0-1 1 0 0,-1 1 0 0 0,0-1 0 0 0,1 0 0 0 0,-1 0 0 0 0,0 0 0 0 0,0 0 0 0 0,-1-1 0 0 0,1 1 0 0 0,-1-1 0 0 0,0 1 0 0 0,0-1 0 0 0,0 0 0 0 0,0 0-1 0 0,-1 0 1 0 0,1 0 0 0 0,-1 0 0 0 0,0-1 0 0 0,0 1 0 0 0,-1 0 0 0 0,1 0 0 0 0,-1-1 0 0 0,0 1 0 0 0,0 0 0 0 0,0-1 0 0 0,-1 1 0 0 0,0 0 0 0 0,1 0-1 0 0,-4-8 1 0 0,0 2-10 0 0,0 1-1 0 0,0-1 0 0 0,-1 1 0 0 0,-1 0 0 0 0,1 1 0 0 0,-1-1 0 0 0,-1 1 0 0 0,0 1 0 0 0,0-1 0 0 0,0 1 0 0 0,-14-10 1 0 0,16 12-326 0 0,-1 1 0 0 0,0 0 0 0 0,0 0 0 0 0,0 1 1 0 0,-1 0-1 0 0,1 0 0 0 0,-1 0 0 0 0,0 1 0 0 0,0 0 1 0 0,0 0-1 0 0,0 1 0 0 0,0-1 0 0 0,0 2 0 0 0,0-1 1 0 0,0 1-1 0 0,0 0 0 0 0,-12 2 0 0 0,0 3-5456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1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 10594 0 0,'1'-1'186'0'0,"0"1"-1"0"0,0-1 0 0 0,0 0 1 0 0,0 0-1 0 0,0 1 1 0 0,0-1-1 0 0,0 1 0 0 0,0-1 1 0 0,0 1-1 0 0,0-1 0 0 0,0 1 1 0 0,0 0-1 0 0,0-1 1 0 0,0 1-1 0 0,1 0 0 0 0,-1 0 1 0 0,0 0-1 0 0,0 0 0 0 0,0 0 1 0 0,1 0-1 0 0,-1 0 1 0 0,0 0-1 0 0,0 0 0 0 0,0 1 1 0 0,2 0-1 0 0,31 10 3094 0 0,-10 3-2054 0 0,0 1 0 0 0,40 33-1 0 0,-45-32-1388 0 0,0-1 0 0 0,1-1 0 0 0,1 0-1 0 0,35 16 1 0 0,-32-21-1329 0 0,0-1-3385 0 0,-1-2-1655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33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161 2 10594 0 0,'-5'-1'177'0'0,"1"1"0"0"0,-1 0 0 0 0,1 0-1 0 0,-1 1 1 0 0,1-1 0 0 0,0 1 0 0 0,-1 0 0 0 0,1 0 0 0 0,0 1-1 0 0,0-1 1 0 0,-1 1 0 0 0,1 0 0 0 0,0 0 0 0 0,1 0-1 0 0,-1 0 1 0 0,0 1 0 0 0,1 0 0 0 0,-1 0 0 0 0,1 0-1 0 0,0 0 1 0 0,0 0 0 0 0,0 1 0 0 0,0-1 0 0 0,1 1-1 0 0,-3 3 1 0 0,-4 10 238 0 0,1 0 0 0 0,0 1 0 0 0,1-1-1 0 0,1 1 1 0 0,-7 31 0 0 0,10-35-702 0 0,1 1 0 0 0,0-1 1 0 0,1 1-1 0 0,1-1 0 0 0,0 0 0 0 0,1 1 1 0 0,5 28-1 0 0,-1-26-608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5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6913 0 0,'1'0'196'0'0,"0"1"-1"0"0,0 0 1 0 0,1-1-1 0 0,-1 1 1 0 0,0-1-1 0 0,-1 1 1 0 0,1 0-1 0 0,0 0 1 0 0,0 0-1 0 0,0 0 1 0 0,0-1-1 0 0,-1 1 1 0 0,1 0-1 0 0,0 0 1 0 0,-1 0-1 0 0,1 0 0 0 0,-1 1 1 0 0,1 0-1 0 0,11 24 2079 0 0,-10-22-1679 0 0,58 127 5329 0 0,-48-111-6441 0 0,1 1 1 0 0,1-1-1 0 0,0-1 0 0 0,18 17 1 0 0,-16-19-5623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7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95 68 7834 0 0,'-11'-14'278'0'0,"8"9"104"0"0,0 1 0 0 0,-1-1-1 0 0,0 1 1 0 0,0-1-1 0 0,0 1 1 0 0,0 0 0 0 0,0 1-1 0 0,-1-1 1 0 0,1 1 0 0 0,-1 0-1 0 0,0 0 1 0 0,-8-3-1 0 0,12 6-391 0 0,0 0-1 0 0,0 0 0 0 0,0 0 0 0 0,0 0 0 0 0,0 0 0 0 0,1 1 0 0 0,-1-1 1 0 0,0 0-1 0 0,0 1 0 0 0,0-1 0 0 0,0 0 0 0 0,1 1 0 0 0,-1-1 1 0 0,0 1-1 0 0,0-1 0 0 0,1 1 0 0 0,-1 0 0 0 0,0-1 0 0 0,1 1 0 0 0,-1 0 1 0 0,1-1-1 0 0,-1 1 0 0 0,1 0 0 0 0,-1 0 0 0 0,1 0 0 0 0,-1-1 0 0 0,1 1 1 0 0,0 0-1 0 0,0 0 0 0 0,-1 0 0 0 0,1 0 0 0 0,0 0 0 0 0,0-1 0 0 0,0 1 1 0 0,0 0-1 0 0,0 0 0 0 0,0 0 0 0 0,0 0 0 0 0,0 0 0 0 0,0 1 0 0 0,5 39-2093 0 0,-3-35 2032 0 0,0 0 1 0 0,1 0 0 0 0,0 0 0 0 0,6 9 0 0 0,4 3 17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2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371 356 3225 0 0,'-10'-3'408'0'0,"-1"0"0"0"0,1 1 1 0 0,-1 0-1 0 0,1 0 0 0 0,-1 1 0 0 0,-13 1 1 0 0,-63 5 2014 0 0,76-4-1987 0 0,1 1 0 0 0,0 0 1 0 0,0 0-1 0 0,0 1 0 0 0,0 0 1 0 0,0 1-1 0 0,0 0 0 0 0,1 1 1 0 0,0-1-1 0 0,0 2 0 0 0,-10 7 0 0 0,13-8-124 0 0,0 1 0 0 0,0 0 0 0 0,1 0 0 0 0,-1 0 0 0 0,2 1 0 0 0,-1 0 0 0 0,1 0 0 0 0,0 0 0 0 0,0 0-1 0 0,1 1 1 0 0,0-1 0 0 0,0 1 0 0 0,1 0 0 0 0,-3 15 0 0 0,4-16-229 0 0,0 1-1 0 0,0 0 1 0 0,1 0-1 0 0,0-1 1 0 0,0 1 0 0 0,1 0-1 0 0,0 0 1 0 0,0-1 0 0 0,1 1-1 0 0,4 11 1 0 0,-5-17-97 0 0,0 0-1 0 0,0 0 1 0 0,0 0 0 0 0,0 0 0 0 0,1 0-1 0 0,-1 0 1 0 0,1 0 0 0 0,-1 0 0 0 0,1-1 0 0 0,0 1-1 0 0,0-1 1 0 0,-1 1 0 0 0,1-1 0 0 0,0 0-1 0 0,5 2 1 0 0,-5-2-29 0 0,1 0 1 0 0,0 0-1 0 0,0-1 0 0 0,0 0 0 0 0,1 1 1 0 0,-1-1-1 0 0,0 0 0 0 0,0-1 0 0 0,0 1 1 0 0,0 0-1 0 0,0-1 0 0 0,0 0 0 0 0,0 0 1 0 0,0 0-1 0 0,3-2 0 0 0,5-2-70 0 0,0-1 0 0 0,0 0-1 0 0,-1-1 1 0 0,0 0 0 0 0,-1 0-1 0 0,1-1 1 0 0,-1-1 0 0 0,-1 0-1 0 0,0 0 1 0 0,0 0 0 0 0,-1-1 0 0 0,0 0-1 0 0,-1-1 1 0 0,0 1 0 0 0,0-1-1 0 0,-1 0 1 0 0,-1-1 0 0 0,0 1-1 0 0,0-1 1 0 0,-1 0 0 0 0,-1 0-1 0 0,0 0 1 0 0,0 0 0 0 0,-2 0 0 0 0,1 0-1 0 0,-3-24 1 0 0,-3-3 950 0 0,-1 0 1 0 0,-2 0-1 0 0,-1 1 1 0 0,-2 1 0 0 0,-2-1-1 0 0,-31-61 1 0 0,27 80 234 0 0,12 20-430 0 0,8 14-428 0 0,17 30-109 0 0,2-1 0 0 0,27 42-1 0 0,-3-5 30 0 0,-19-31-228 0 0,5 10-815 0 0,76 110 0 0 0,-84-139-6877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2.5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131 305 6913 0 0,'-22'15'1979'0'0,"9"-7"1017"0"0,23-25-897 0 0,-2 6-1774 0 0,0-1 0 0 0,0-1 0 0 0,-1 0-1 0 0,-1 0 1 0 0,0 0 0 0 0,-1 0 0 0 0,-1-1 0 0 0,5-24 0 0 0,-7 30-198 0 0,-1 1 0 0 0,-1-1 0 0 0,0 0 0 0 0,0 1 0 0 0,0-1 0 0 0,-1 0 0 0 0,0 1 0 0 0,0-1 0 0 0,-1 0 0 0 0,0 1 0 0 0,0 0 0 0 0,-1-1 0 0 0,0 1 0 0 0,0 0 0 0 0,-1 1 0 0 0,0-1 0 0 0,0 0 0 0 0,-6-6 0 0 0,9 11-68 0 0,-1 0 1 0 0,1 0-1 0 0,-1 1 0 0 0,1-1 1 0 0,-1 0-1 0 0,0 1 0 0 0,0-1 1 0 0,0 1-1 0 0,0 0 0 0 0,0-1 0 0 0,0 1 1 0 0,0 0-1 0 0,0 0 0 0 0,-1 0 1 0 0,1 1-1 0 0,0-1 0 0 0,0 0 0 0 0,-1 1 1 0 0,-4-1-1 0 0,5 1-11 0 0,0 1 0 0 0,0 0-1 0 0,0-1 1 0 0,0 1 0 0 0,0 0-1 0 0,0 0 1 0 0,0 0 0 0 0,0 0 0 0 0,0 0-1 0 0,0 0 1 0 0,0 1 0 0 0,1-1-1 0 0,-1 1 1 0 0,1-1 0 0 0,-1 1 0 0 0,1 0-1 0 0,-2 2 1 0 0,-4 6 61 0 0,1 0 0 0 0,1 1 0 0 0,0-1 0 0 0,0 1 1 0 0,1 1-1 0 0,-4 15 0 0 0,5-14-71 0 0,0 0 0 0 0,1 1 0 0 0,0-1 0 0 0,1 0 0 0 0,1 0 0 0 0,0 1 0 0 0,1-1 0 0 0,0 0 0 0 0,1 1 0 0 0,6 21 0 0 0,-5-27-32 0 0,0 0 0 0 0,1 0 0 0 0,-1 0 1 0 0,2 0-1 0 0,-1-1 0 0 0,1 1 1 0 0,1-1-1 0 0,-1-1 0 0 0,1 1 0 0 0,0-1 1 0 0,1 0-1 0 0,-1 0 0 0 0,1 0 0 0 0,0-1 1 0 0,1-1-1 0 0,-1 1 0 0 0,11 4 1 0 0,47 16-1707 0 0,-26-15-5813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3.6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45 402 6913 0 0,'-6'1'921'0'0,"0"0"-1"0"0,0 0 1 0 0,-1 1-1 0 0,1-1 1 0 0,-7 4-1 0 0,43-7 2855 0 0,299-85 1352 0 0,-223 57-4507 0 0,238-86 237 0 0,-133 41-856 0 0,-85 37-592 0 0,-5 2-1663 0 0,-43 8-3167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0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164 35 5065 0 0,'-2'-16'-122'0'0,"1"15"429"0"0,1-1 0 0 0,-1 1 1 0 0,1 0-1 0 0,-1 0 1 0 0,1 0-1 0 0,-1-1 1 0 0,0 1-1 0 0,0 0 0 0 0,0 0 1 0 0,0 0-1 0 0,0 0 1 0 0,0 0-1 0 0,-1 0 1 0 0,1 0-130 0 0,0 1-1 0 0,1 0 1 0 0,-1-1 0 0 0,0 1 0 0 0,0 0 0 0 0,0 0 0 0 0,0 0 0 0 0,0 0 0 0 0,1 0 0 0 0,-1 0 0 0 0,0 0 0 0 0,0 0 0 0 0,0 0 0 0 0,0 0 0 0 0,0 0 0 0 0,0 1 0 0 0,1-1-1 0 0,-1 0 1 0 0,0 1 0 0 0,0-1 0 0 0,0 0 0 0 0,1 1 0 0 0,-1-1 0 0 0,0 1 0 0 0,0-1 0 0 0,1 1 0 0 0,-1 0 0 0 0,1-1 0 0 0,-1 1 0 0 0,0 0 0 0 0,1-1 0 0 0,-1 1-1 0 0,1 0 1 0 0,-1 0 0 0 0,1-1 0 0 0,0 1 0 0 0,-1 0 0 0 0,1 1 0 0 0,-34 59 1859 0 0,-45 111 0 0 0,77-167-1940 0 0,1 0-1 0 0,-1 0 1 0 0,1 0-1 0 0,0 0 0 0 0,0 1 1 0 0,1-1-1 0 0,-1 0 1 0 0,1 0-1 0 0,1 0 0 0 0,-1 1 1 0 0,2 8-1 0 0,-1-12-74 0 0,0 0 0 0 0,-1 0-1 0 0,1 0 1 0 0,0 0 0 0 0,0 0-1 0 0,0 0 1 0 0,1-1 0 0 0,-1 1-1 0 0,0 0 1 0 0,0-1 0 0 0,1 1-1 0 0,-1-1 1 0 0,1 0 0 0 0,0 1-1 0 0,-1-1 1 0 0,1 0 0 0 0,0 0 0 0 0,0 0-1 0 0,0 0 1 0 0,-1 0 0 0 0,1-1-1 0 0,0 1 1 0 0,0-1 0 0 0,0 1-1 0 0,0-1 1 0 0,0 1 0 0 0,1-1-1 0 0,-1 0 1 0 0,0 0 0 0 0,0 0-1 0 0,0 0 1 0 0,3-1 0 0 0,7-1-206 0 0,1 0-1 0 0,22-7 1 0 0,-24 6-91 0 0,22-7-506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5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132 0 10138 0 0,'-4'1'272'0'0,"1"0"0"0"0,-1 0-1 0 0,0 0 1 0 0,1 0 0 0 0,-1 0 0 0 0,0 1-1 0 0,1 0 1 0 0,-1-1 0 0 0,1 1 0 0 0,0 1-1 0 0,0-1 1 0 0,-3 3 0 0 0,-35 33 2387 0 0,37-34-2612 0 0,0 1 0 0 0,0-1 0 0 0,0 1 0 0 0,1 0 0 0 0,0 0 0 0 0,-1 0 0 0 0,2 0-1 0 0,-1 1 1 0 0,1-1 0 0 0,0 1 0 0 0,0 0 0 0 0,0 0 0 0 0,1-1 0 0 0,0 1 0 0 0,0 0 0 0 0,1 0 0 0 0,-1 0 0 0 0,1 0-1 0 0,1 0 1 0 0,-1 0 0 0 0,1 0 0 0 0,0 0 0 0 0,0 0 0 0 0,1 0 0 0 0,2 7 0 0 0,0-4-17 0 0,1 0 0 0 0,-1-1 0 0 0,1 0-1 0 0,1 0 1 0 0,0 0 0 0 0,0-1 0 0 0,0 0 0 0 0,1 0 0 0 0,0 0 0 0 0,0-1-1 0 0,1 0 1 0 0,-1-1 0 0 0,2 1 0 0 0,-1-1 0 0 0,11 4 0 0 0,-7-4 41 0 0,-1-1 0 0 0,1-1 0 0 0,0 0 0 0 0,0 0 0 0 0,0-1 0 0 0,0-1 1 0 0,0 0-1 0 0,0 0 0 0 0,1-2 0 0 0,-1 1 0 0 0,17-4 0 0 0,-21 3-3 0 0,0-1-1 0 0,0 0 1 0 0,0 0 0 0 0,0-1 0 0 0,0 0-1 0 0,-1 0 1 0 0,1-1 0 0 0,-1 0 0 0 0,0 0-1 0 0,0-1 1 0 0,0 0 0 0 0,-1 0 0 0 0,0 0-1 0 0,0-1 1 0 0,0 0 0 0 0,-1 0 0 0 0,9-13-1 0 0,-12 15-40 0 0,0 1-1 0 0,-1-1 0 0 0,1 0 0 0 0,-1 0 1 0 0,0 0-1 0 0,0 0 0 0 0,-1 0 0 0 0,1 0 1 0 0,-1 0-1 0 0,0 0 0 0 0,0 0 1 0 0,0 0-1 0 0,-1 0 0 0 0,1 0 0 0 0,-1 0 1 0 0,0 1-1 0 0,0-1 0 0 0,0 0 0 0 0,-1 0 1 0 0,1 0-1 0 0,-1 1 0 0 0,0-1 1 0 0,0 1-1 0 0,0 0 0 0 0,-1-1 0 0 0,1 1 1 0 0,-1 0-1 0 0,-4-4 0 0 0,-3-3-18 0 0,0 0 0 0 0,-1 1-1 0 0,0 0 1 0 0,0 1 0 0 0,-1 1 0 0 0,-25-13-1 0 0,7 7-863 0 0,0 2-1 0 0,-1 1 0 0 0,-33-5 0 0 0,39 10-5550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7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9674 0 0,'117'75'9370'0'0,"2"-6"-5486"0"0,-37-27-5782 0 0,2-2-4597 0 0,-66-32 218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9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231 1 11522 0 0,'-5'3'572'0'0,"0"1"0"0"0,-1 0 0 0 0,1 0-1 0 0,0 0 1 0 0,1 0 0 0 0,-1 1 0 0 0,1 0-1 0 0,0 0 1 0 0,0 0 0 0 0,1 0 0 0 0,-5 8-1 0 0,-9 12 738 0 0,-81 110 1420 0 0,70-86-4322 0 0,6 2-3534 0 0,14-28-1620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5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10138 0 0,'13'13'4618'0'0,"-7"-8"-3764"0"0,0 0 0 0 0,0 1 0 0 0,-1-1 0 0 0,1 1-1 0 0,-1 1 1 0 0,-1-1 0 0 0,6 10 0 0 0,20 65-1538 0 0,-24-67-407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5.4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3 5065 0 0,'-5'-1'224'0'0,"2"0"48"0"0,0 1-272 0 0,2 1 0 0 0,-1 0 0 0 0,2 1 0 0 0,0-1 224 0 0,0 2 0 0 0,2 2-8 0 0,0 1 0 0 0,1 1-216 0 0,4 1 0 0 0,3 0 0 0 0,2 2 0 0 0,2-2 0 0 0,0 0 0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5.9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316 368 4145 0 0,'-4'-1'277'0'0,"1"0"-1"0"0,-1 0 1 0 0,0 0 0 0 0,1 0-1 0 0,-1 1 1 0 0,0-1 0 0 0,0 1-1 0 0,1 0 1 0 0,-1 0 0 0 0,0 0-1 0 0,0 1 1 0 0,1-1 0 0 0,-6 2-1 0 0,-2 0 214 0 0,-23 1 2889 0 0,-56 12 0 0 0,81-13-2995 0 0,1 0 1 0 0,-1 1-1 0 0,1 0 1 0 0,0 0-1 0 0,0 1 0 0 0,0 0 1 0 0,0 0-1 0 0,0 1 0 0 0,1 0 1 0 0,0 1-1 0 0,0-1 1 0 0,-6 8-1 0 0,12-12-384 0 0,-1 0 0 0 0,1 1 0 0 0,0-1 1 0 0,-1 1-1 0 0,1-1 0 0 0,0 1 0 0 0,0-1 0 0 0,0 1 0 0 0,0 0 0 0 0,1 0 0 0 0,-1-1 1 0 0,0 1-1 0 0,1 0 0 0 0,-1 0 0 0 0,1 0 0 0 0,0 0 0 0 0,-1 0 0 0 0,1 0 1 0 0,0-1-1 0 0,0 1 0 0 0,0 0 0 0 0,0 0 0 0 0,1 0 0 0 0,-1 0 0 0 0,1 0 0 0 0,-1 0 1 0 0,1 0-1 0 0,-1-1 0 0 0,1 1 0 0 0,0 0 0 0 0,0 0 0 0 0,0-1 0 0 0,0 1 1 0 0,0-1-1 0 0,0 1 0 0 0,1-1 0 0 0,-1 1 0 0 0,0-1 0 0 0,1 0 0 0 0,-1 1 1 0 0,1-1-1 0 0,-1 0 0 0 0,1 0 0 0 0,0 0 0 0 0,-1 0 0 0 0,1 0 0 0 0,2 0 0 0 0,4 3-113 0 0,0-1-1 0 0,0 0 0 0 0,1-1 1 0 0,-1 0-1 0 0,0 0 0 0 0,1 0 0 0 0,-1-1 1 0 0,1-1-1 0 0,14 0 0 0 0,-14-1-13 0 0,1 0 1 0 0,0-1-1 0 0,-1 0 0 0 0,0-1 0 0 0,1 0 1 0 0,-1-1-1 0 0,0 0 0 0 0,-1 0 0 0 0,1-1 1 0 0,-1 0-1 0 0,0 0 0 0 0,0-1 0 0 0,14-13 0 0 0,-17 14 111 0 0,-1 0-1 0 0,1-1 0 0 0,-1 1 0 0 0,0-1 0 0 0,0-1 0 0 0,-1 1 0 0 0,0 0 0 0 0,0-1 0 0 0,0 1 0 0 0,-1-1 0 0 0,0 0 0 0 0,0 0 0 0 0,-1 0 0 0 0,0 0 0 0 0,0 0 0 0 0,-1 0 0 0 0,0 0 0 0 0,0-1 0 0 0,-2-11 0 0 0,-4-11 377 0 0,-2 0-1 0 0,-11-30 1 0 0,-4-10 714 0 0,15 30-461 0 0,6 29-320 0 0,0 1 0 0 0,0 0 1 0 0,-1 0-1 0 0,0 0 0 0 0,-1 0 0 0 0,0 0 1 0 0,-9-15-1 0 0,13 24-278 0 0,0 1-1 0 0,0 0 1 0 0,0-1 0 0 0,-1 1-1 0 0,1 0 1 0 0,0-1 0 0 0,0 1-1 0 0,0 0 1 0 0,-1-1 0 0 0,1 1-1 0 0,0 0 1 0 0,0 0 0 0 0,-1-1-1 0 0,1 1 1 0 0,0 0 0 0 0,-1 0-1 0 0,1 0 1 0 0,0-1 0 0 0,-1 1-1 0 0,1 0 1 0 0,0 0 0 0 0,-1 0 0 0 0,1 0-1 0 0,0 0 1 0 0,-1 0 0 0 0,1 0-1 0 0,-1 0 1 0 0,1 0 0 0 0,0 0-1 0 0,-1 0 1 0 0,1 0 0 0 0,0 0-1 0 0,-1 0 1 0 0,1 0 0 0 0,-1 0-1 0 0,1 0 1 0 0,0 0 0 0 0,-1 0-1 0 0,-6 16 221 0 0,2 22-171 0 0,5-17-38 0 0,1 0-1 0 0,2 0 1 0 0,0 0 0 0 0,1 0-1 0 0,1 0 1 0 0,11 30 0 0 0,5 2-876 0 0,33 60 0 0 0,-38-83-1231 0 0,2 1-5012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6.3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54 308 4753 0 0,'-27'-5'9534'0'0,"47"-5"-8571"0"0,-3 2-493 0 0,0-1 0 0 0,0-1 0 0 0,-1 0 0 0 0,24-20 0 0 0,-35 25-350 0 0,0 0 0 0 0,-1-1 0 0 0,1 1 0 0 0,-1-1-1 0 0,-1 0 1 0 0,1 0 0 0 0,-1 0 0 0 0,0 0 0 0 0,0-1 0 0 0,-1 1-1 0 0,1-1 1 0 0,-2 1 0 0 0,1-1 0 0 0,-1 0 0 0 0,1-12-1 0 0,-1 12 33 0 0,-1 0-1 0 0,0 0 1 0 0,0 0-1 0 0,-1 0 0 0 0,0 0 1 0 0,0 0-1 0 0,-1 0 1 0 0,1 1-1 0 0,-2-1 0 0 0,-2-7 1 0 0,4 12-124 0 0,0 0 0 0 0,-1 0 0 0 0,1 0 0 0 0,-1 0 0 0 0,1 0-1 0 0,-1 0 1 0 0,0 0 0 0 0,0 0 0 0 0,1 1 0 0 0,-1-1 0 0 0,-1 1 0 0 0,1-1 0 0 0,0 1 0 0 0,0 0 0 0 0,0 0 0 0 0,-1 0 0 0 0,1 0 0 0 0,0 0 0 0 0,-1 0 0 0 0,1 1-1 0 0,-1-1 1 0 0,1 1 0 0 0,-1-1 0 0 0,1 1 0 0 0,-1 0 0 0 0,0 0 0 0 0,1 1 0 0 0,-1-1 0 0 0,1 0 0 0 0,-1 1 0 0 0,-2 0 0 0 0,-1 1-13 0 0,0 1 1 0 0,0-1-1 0 0,0 1 1 0 0,0 0-1 0 0,0 1 0 0 0,0-1 1 0 0,1 1-1 0 0,0 1 1 0 0,0-1-1 0 0,0 0 1 0 0,0 1-1 0 0,1 0 1 0 0,0 0-1 0 0,0 1 0 0 0,0-1 1 0 0,0 1-1 0 0,-4 11 1 0 0,4-9 1 0 0,0 0-1 0 0,1 1 1 0 0,0-1 0 0 0,0 1 0 0 0,1 0-1 0 0,0 0 1 0 0,0 0 0 0 0,1 0 0 0 0,1 0 0 0 0,-1 0-1 0 0,1 0 1 0 0,2 15 0 0 0,0-18 1 0 0,1 1-1 0 0,-1-1 1 0 0,1 0 0 0 0,0 0 0 0 0,0 0 0 0 0,1 0 0 0 0,-1 0-1 0 0,1 0 1 0 0,1-1 0 0 0,-1 0 0 0 0,1 0 0 0 0,0 0 0 0 0,0-1-1 0 0,0 1 1 0 0,1-1 0 0 0,0-1 0 0 0,-1 1 0 0 0,1-1 0 0 0,1 0-1 0 0,-1 0 1 0 0,8 2 0 0 0,7 3-399 0 0,1-2-1 0 0,0-1 1 0 0,0 0-1 0 0,0-1 1 0 0,27 0-1 0 0,-13-3-7059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5.5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200 2078 3057 0 0,'16'-15'9194'0'0,"-17"17"-8910"0"0,0-1 0 0 0,0 1 0 0 0,0-1 0 0 0,0 0 0 0 0,0 0 0 0 0,-1 1 1 0 0,1-1-1 0 0,-1 0 0 0 0,1 0 0 0 0,0 0 0 0 0,-1-1 0 0 0,1 1 0 0 0,-3 1 0 0 0,1-1-323 0 0,1 0-1 0 0,-1 1 0 0 0,1 0 0 0 0,-1-1 0 0 0,1 1 1 0 0,-1 0-1 0 0,-3 4 0 0 0,3-2-53 0 0,-19 31 39 0 0,22-35 61 0 0,-1 1 0 0 0,1-1 0 0 0,0 1 0 0 0,-1-1-1 0 0,1 1 1 0 0,0-1 0 0 0,0 1 0 0 0,-1-1-1 0 0,1 1 1 0 0,0-1 0 0 0,0 1 0 0 0,0 0 0 0 0,0-1-1 0 0,0 1 1 0 0,0-1 0 0 0,0 1 0 0 0,0 0 0 0 0,0-1-1 0 0,0 1 1 0 0,0-1 0 0 0,0 1 0 0 0,0 0-1 0 0,0-1 1 0 0,1 1 0 0 0,-1-1 0 0 0,0 1 0 0 0,0-1-1 0 0,1 1 1 0 0,-1-1 0 0 0,0 1 0 0 0,1-1 0 0 0,-1 1-1 0 0,0-1 1 0 0,1 1 0 0 0,-1-1 0 0 0,1 0-1 0 0,-1 1 1 0 0,1-1 0 0 0,-1 0 0 0 0,1 1 0 0 0,-1-1-1 0 0,1 0 1 0 0,-1 1 0 0 0,1-1 0 0 0,0 0 0 0 0,-1 0-1 0 0,1 0 1 0 0,-1 0 0 0 0,1 0 0 0 0,0 0-1 0 0,-1 0 1 0 0,1 0 0 0 0,-1 0 0 0 0,1 0 0 0 0,0 0-1 0 0,0 0 1 0 0,0 0 78 0 0,0 0-1 0 0,-1 0 1 0 0,1 0-1 0 0,0 0 0 0 0,0 0 1 0 0,0 0-1 0 0,0 0 1 0 0,-1 0-1 0 0,1-1 1 0 0,0 1-1 0 0,0 0 1 0 0,0 0-1 0 0,-1-1 1 0 0,1 1-1 0 0,0-1 1 0 0,0 1-1 0 0,-1-1 1 0 0,1 1-1 0 0,0-1 0 0 0,-1 1 1 0 0,1-1-1 0 0,-1 1 1 0 0,1-1-1 0 0,-1 0 1 0 0,1 1-1 0 0,-1-1 1 0 0,1 0-1 0 0,-1 0 1 0 0,1-1-1 0 0,-1 0 43 0 0,1 0 0 0 0,-1 0 0 0 0,0 0 0 0 0,0 0 0 0 0,0 0-1 0 0,0 0 1 0 0,-1 0 0 0 0,1 0 0 0 0,0 0 0 0 0,-1 0 0 0 0,0 1 0 0 0,1-1 0 0 0,-2-3-1 0 0,-19-46 1013 0 0,-27-104-1 0 0,2-59-1244 0 0,24 106 336 0 0,-14-105-57 0 0,33 177-141 0 0,1 1 1 0 0,2 0 0 0 0,2-1-1 0 0,6-38 1 0 0,4-4-105 0 0,-2 8 108 0 0,25-88 0 0 0,-24 123-32 0 0,22-52 0 0 0,-26 74-45 0 0,-1 0-1 0 0,2 1 1 0 0,0 0 0 0 0,0 0-1 0 0,1 1 1 0 0,0 0 0 0 0,12-10-1 0 0,8-5 33 0 0,5-6-37 0 0,75-54 0 0 0,-96 78 39 0 0,1 0 1 0 0,0 0 0 0 0,0 2-1 0 0,0 0 1 0 0,1 0-1 0 0,0 1 1 0 0,0 1 0 0 0,1 1-1 0 0,28-4 1 0 0,27 3 209 0 0,0-4-1 0 0,0-2 1 0 0,90-27 0 0 0,67-39-360 0 0,38-11-244 0 0,-195 68 286 0 0,132-19 1 0 0,135-7 117 0 0,182-17-19 0 0,-467 60 14 0 0,79 8 0 0 0,-80-2 10 0 0,85-4 1 0 0,27-19-9 0 0,64-3 0 0 0,-201 23 46 0 0,0 2 1 0 0,-1 1 0 0 0,1 1-1 0 0,-1 1 1 0 0,0 1-1 0 0,35 16 1 0 0,-15-7 43 0 0,-41-14-91 0 0,0 0 1 0 0,-1 0-1 0 0,1 1 1 0 0,-1 0-1 0 0,1-1 0 0 0,-1 2 1 0 0,0-1-1 0 0,0 1 0 0 0,0-1 1 0 0,-1 1-1 0 0,1 0 1 0 0,-1 0-1 0 0,3 6 0 0 0,5 8 50 0 0,-1 0 0 0 0,8 21 0 0 0,1 2-91 0 0,1 0 36 0 0,-3 0 0 0 0,-1 1 0 0 0,16 68 0 0 0,14 135-38 0 0,-6-27 24 0 0,-17-133-11 0 0,-14-58 13 0 0,-2 1 0 0 0,-1-1 1 0 0,0 1-1 0 0,0 33 0 0 0,-11 152 152 0 0,2-139-124 0 0,-1-25-12 0 0,-3-1-1 0 0,-23 88 1 0 0,27-126-114 0 0,1 4-376 0 0,0 1-133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8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212 54 6913 0 0,'1'-2'193'0'0,"-1"1"-1"0"0,1-1 0 0 0,-1 1 0 0 0,1-1 0 0 0,-1 0 0 0 0,0 1 0 0 0,0-1 0 0 0,0 0 0 0 0,0 1 0 0 0,0-1 0 0 0,0 0 0 0 0,0 1 0 0 0,0-1 0 0 0,-1 1 0 0 0,1-1 0 0 0,0 0 0 0 0,-1 1 0 0 0,0-1 0 0 0,1 1 0 0 0,-1-1 0 0 0,0 1 0 0 0,0-1 0 0 0,0 1 0 0 0,0 0 1 0 0,0-1-1 0 0,0 1 0 0 0,0 0 0 0 0,0 0 0 0 0,-1 0 0 0 0,1 0 0 0 0,0 0 0 0 0,-1 0 0 0 0,1 0 0 0 0,-1 0 0 0 0,1 1 0 0 0,-1-1 0 0 0,1 0 0 0 0,-1 1 0 0 0,1-1 0 0 0,-1 1 0 0 0,0 0 0 0 0,1-1 0 0 0,-1 1 0 0 0,0 0 0 0 0,1 0 0 0 0,-1 0 0 0 0,0 0 0 0 0,1 1 0 0 0,-1-1 1 0 0,-2 1-1 0 0,-6 3-62 0 0,0 1 0 0 0,1 0 0 0 0,-1 1 0 0 0,1 0 1 0 0,0 1-1 0 0,0 0 0 0 0,1 0 0 0 0,0 1 0 0 0,1-1 1 0 0,-1 2-1 0 0,1-1 0 0 0,1 1 0 0 0,0 0 0 0 0,0 1 0 0 0,1 0 1 0 0,0 0-1 0 0,0 0 0 0 0,-5 18 0 0 0,6-14-139 0 0,0-1 0 0 0,1 1 1 0 0,0 0-1 0 0,1 0 0 0 0,1 0 0 0 0,0 0 0 0 0,1 0 0 0 0,0 0 0 0 0,1 0 0 0 0,1 0 1 0 0,0-1-1 0 0,1 1 0 0 0,1 0 0 0 0,6 17 0 0 0,-5-22-1 0 0,0 0 0 0 0,0-1 0 0 0,1 0-1 0 0,0 0 1 0 0,1-1 0 0 0,0 0 0 0 0,0 0 0 0 0,0 0-1 0 0,1-1 1 0 0,0 0 0 0 0,0-1 0 0 0,1 0 0 0 0,-1 0-1 0 0,1 0 1 0 0,0-1 0 0 0,1-1 0 0 0,-1 0 0 0 0,0 0 0 0 0,1 0-1 0 0,0-2 1 0 0,15 3 0 0 0,-14-3-16 0 0,-1 0 1 0 0,1-1-1 0 0,0 0 1 0 0,0 0-1 0 0,0-1 1 0 0,-1 0-1 0 0,1-1 1 0 0,0-1-1 0 0,-1 1 1 0 0,0-2-1 0 0,1 1 1 0 0,-1-1-1 0 0,-1-1 0 0 0,1 0 1 0 0,-1 0-1 0 0,1-1 1 0 0,-2 0-1 0 0,1-1 1 0 0,13-13-1 0 0,-20 19 11 0 0,-1-1-1 0 0,1 0 1 0 0,-1 0 0 0 0,1 1-1 0 0,-1-1 1 0 0,0 0-1 0 0,0 0 1 0 0,0-1-1 0 0,0 1 1 0 0,0 0 0 0 0,0 0-1 0 0,0 0 1 0 0,-1-1-1 0 0,1 1 1 0 0,-1 0 0 0 0,0-1-1 0 0,1 1 1 0 0,-1 0-1 0 0,0-1 1 0 0,-1 1-1 0 0,1 0 1 0 0,0-1 0 0 0,-1 1-1 0 0,1 0 1 0 0,-1-1-1 0 0,1 1 1 0 0,-1 0 0 0 0,0 0-1 0 0,0 0 1 0 0,0 0-1 0 0,-1 0 1 0 0,1 0-1 0 0,0 0 1 0 0,-1 0 0 0 0,-3-3-1 0 0,-5-5-156 0 0,-1 0 0 0 0,-1 1 0 0 0,0 1 0 0 0,-25-14 0 0 0,-2-2 46 0 0,38 23 135 0 0,0 0 0 0 0,-1 0 0 0 0,1 0 0 0 0,0 0 1 0 0,0 0-1 0 0,-1 0 0 0 0,1 0 0 0 0,0 0 1 0 0,0 0-1 0 0,0-1 0 0 0,0 1 0 0 0,1 0 1 0 0,-1-1-1 0 0,0 1 0 0 0,1-1 0 0 0,-1 1 0 0 0,1-1 1 0 0,-1 1-1 0 0,1-1 0 0 0,-1 1 0 0 0,1-1 1 0 0,0 0-1 0 0,0 1 0 0 0,0-1 0 0 0,0 1 0 0 0,0-1 1 0 0,1-2-1 0 0,0 0 13 0 0,1 0 0 0 0,0 0 0 0 0,0 0 0 0 0,1 1-1 0 0,-1-1 1 0 0,1 0 0 0 0,0 1 0 0 0,0-1 0 0 0,3-2 0 0 0,6-6 55 0 0,1 0 1 0 0,0 1-1 0 0,1 1 0 0 0,0 0 1 0 0,1 1-1 0 0,28-13 0 0 0,-36 18-24 0 0,-1 2 0 0 0,1-1 0 0 0,-1 1 0 0 0,1 0 1 0 0,0 0-1 0 0,0 0 0 0 0,0 1 0 0 0,0 0 0 0 0,0 1 0 0 0,0 0 0 0 0,0 0 0 0 0,0 0 0 0 0,0 1 0 0 0,0 0 1 0 0,-1 0-1 0 0,1 1 0 0 0,0 0 0 0 0,0 0 0 0 0,8 4 0 0 0,-10-3 2 0 0,0 1 0 0 0,0 0 1 0 0,0 0-1 0 0,-1 0 0 0 0,1 0 0 0 0,-1 1 1 0 0,0 0-1 0 0,0 0 0 0 0,-1 0 0 0 0,1 0 0 0 0,-1 1 1 0 0,0-1-1 0 0,-1 1 0 0 0,1 0 0 0 0,2 10 0 0 0,1 8 171 0 0,-2 0 0 0 0,3 45 0 0 0,-5-48-717 0 0,0 0-1 0 0,1 0 1 0 0,7 26 0 0 0,-3-29-1519 0 0,0 0-4058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9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155 25 7370 0 0,'1'-1'106'0'0,"-1"0"-1"0"0,0 0 1 0 0,0 0 0 0 0,0-1 0 0 0,0 1 0 0 0,0 0 0 0 0,-1 0 0 0 0,1 0 0 0 0,0 0 0 0 0,0 0 0 0 0,-1 0 0 0 0,1 0 0 0 0,-1 0 0 0 0,1 0 0 0 0,-1 0 0 0 0,1 0 0 0 0,-1 0 0 0 0,0 0-1 0 0,1 0 1 0 0,-2-1 0 0 0,0 1 31 0 0,1 1 0 0 0,0 0 0 0 0,0 0 0 0 0,0 0 0 0 0,0 0-1 0 0,-1-1 1 0 0,1 2 0 0 0,0-1 0 0 0,0 0 0 0 0,-1 0 0 0 0,1 0-1 0 0,0 0 1 0 0,0 1 0 0 0,0-1 0 0 0,0 1 0 0 0,0-1 0 0 0,-1 1-1 0 0,1-1 1 0 0,0 1 0 0 0,-1 0 0 0 0,-5 4 188 0 0,1 0-1 0 0,-1 0 1 0 0,1 0-1 0 0,0 1 1 0 0,1 0-1 0 0,-1 0 1 0 0,1 0 0 0 0,0 1-1 0 0,1 0 1 0 0,0 0-1 0 0,0 0 1 0 0,-3 8-1 0 0,-6 15 71 0 0,-14 49 0 0 0,24-70-376 0 0,1 0 0 0 0,0-1 0 0 0,1 1 1 0 0,-1 13-1 0 0,2-20-24 0 0,0 0 0 0 0,0-1 0 0 0,0 1 1 0 0,1-1-1 0 0,-1 1 0 0 0,0-1 0 0 0,1 1 1 0 0,-1-1-1 0 0,1 1 0 0 0,-1-1 0 0 0,1 1 1 0 0,0-1-1 0 0,0 0 0 0 0,1 3 0 0 0,-1-4-11 0 0,-1 1-1 0 0,1 0 0 0 0,0-1 1 0 0,0 1-1 0 0,0-1 0 0 0,0 0 1 0 0,0 1-1 0 0,0-1 0 0 0,0 0 1 0 0,0 1-1 0 0,0-1 0 0 0,0 0 1 0 0,0 0-1 0 0,0 0 0 0 0,0 0 1 0 0,0 0-1 0 0,0 0 0 0 0,0 0 0 0 0,0 0 1 0 0,0-1-1 0 0,0 1 0 0 0,0 0 1 0 0,0-1-1 0 0,0 1 0 0 0,1-1 1 0 0,2-1-119 0 0,1-1 1 0 0,-1 1 0 0 0,0-1 0 0 0,0 0-1 0 0,0 0 1 0 0,-1 0 0 0 0,1-1-1 0 0,-1 1 1 0 0,0-1 0 0 0,0 0-1 0 0,0 0 1 0 0,0 0 0 0 0,-1 0 0 0 0,4-9-1 0 0,1-1 17 0 0,-2 1 0 0 0,0-2 0 0 0,5-21-1 0 0,-8 22 247 0 0,1 4 2771 0 0,8 26-1182 0 0,-5-6-1698 0 0,-1 0 1 0 0,2 0-1 0 0,-1-1 0 0 0,2 1 0 0 0,-1-2 0 0 0,18 17 1 0 0,-21-22-339 0 0,0 0 0 0 0,0 0 0 0 0,1 0 0 0 0,0 0 1 0 0,-1-1-1 0 0,1 0 0 0 0,0 0 0 0 0,0 0 0 0 0,0-1 1 0 0,0 1-1 0 0,0-1 0 0 0,1-1 0 0 0,-1 1 0 0 0,0-1 1 0 0,0 1-1 0 0,1-1 0 0 0,8-2 0 0 0,4-1-1158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9.5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2 4609 0 0,'-1'-1'177'0'0,"0"1"1"0"0,0 0-1 0 0,0 0 1 0 0,0-1-1 0 0,0 1 0 0 0,0 0 1 0 0,0 0-1 0 0,0 0 1 0 0,0 0-1 0 0,1 0 0 0 0,-1 0 1 0 0,0 1-1 0 0,0-1 1 0 0,0 0-1 0 0,0 0 0 0 0,0 1 1 0 0,0-1-1 0 0,0 0 1 0 0,0 1-1 0 0,0-1 0 0 0,1 1 1 0 0,-1-1-1 0 0,0 1 1 0 0,0-1-1 0 0,1 1 0 0 0,-1 0 1 0 0,0-1-1 0 0,1 1 1 0 0,-1 0-1 0 0,0 0 1 0 0,1-1-1 0 0,-1 1 0 0 0,1 0 1 0 0,0 0-1 0 0,-1 0 1 0 0,1 0-1 0 0,-1 0 0 0 0,1 0 1 0 0,0 0-1 0 0,0 1 1 0 0,-2 3 191 0 0,1-1 1 0 0,-1 1 0 0 0,2 0 0 0 0,-1 0-1 0 0,0-1 1 0 0,1 1 0 0 0,0 6 0 0 0,2 4 170 0 0,1 0 0 0 0,1 0 0 0 0,0-1 0 0 0,1 0 0 0 0,1 1 0 0 0,8 14 1 0 0,51 81 641 0 0,-7-15-1408 0 0,-44-66-1277 0 0,-1-1-5002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9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3 219 8754 0 0,'-1'-2'69'0'0,"1"0"0"0"0,-1 0 1 0 0,1 0-1 0 0,-1 0 0 0 0,1 0 0 0 0,0 0 0 0 0,0 0 1 0 0,0 0-1 0 0,0 0 0 0 0,1 0 0 0 0,-1 0 0 0 0,1 0 1 0 0,-1 0-1 0 0,1 0 0 0 0,-1 0 0 0 0,1 0 1 0 0,0 0-1 0 0,0 0 0 0 0,0 1 0 0 0,0-1 0 0 0,0 0 1 0 0,1 1-1 0 0,1-3 0 0 0,4-4 264 0 0,1 1-1 0 0,-1 0 1 0 0,14-9 0 0 0,-1 1-146 0 0,51-39 44 0 0,-55 43-1057 0 0,1 1 0 0 0,0 1 0 0 0,1 0 0 0 0,33-10 0 0 0,-29 13 786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0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1 322 7370 0 0,'25'-25'3209'0'0,"-1"-1"0"0"0,30-44 0 0 0,-46 59-2978 0 0,-1-1 0 0 0,0 1 1 0 0,-1-1-1 0 0,0-1 0 0 0,-1 1 0 0 0,-1-1 0 0 0,0 0 1 0 0,0 0-1 0 0,-2 0 0 0 0,3-18 0 0 0,-5 29-220 0 0,0 0-1 0 0,1 1 0 0 0,-1-1 0 0 0,0 1 1 0 0,0-1-1 0 0,0 0 0 0 0,0 1 1 0 0,0-1-1 0 0,-1 1 0 0 0,1-1 1 0 0,0 0-1 0 0,-1 1 0 0 0,1-1 1 0 0,-1 1-1 0 0,0-1 0 0 0,1 1 1 0 0,-1-1-1 0 0,0 1 0 0 0,0 0 1 0 0,0-1-1 0 0,0 1 0 0 0,0 0 1 0 0,0 0-1 0 0,0 0 0 0 0,-1 0 1 0 0,1 0-1 0 0,0 0 0 0 0,0 0 1 0 0,-1 0-1 0 0,1 0 0 0 0,-1 0 1 0 0,1 1-1 0 0,-1-1 0 0 0,-2 0 1 0 0,1 1 21 0 0,1 0-1 0 0,-1 0 1 0 0,1 1 0 0 0,-1-1 0 0 0,1 1 0 0 0,0-1 0 0 0,-1 1 0 0 0,1 0 0 0 0,0 0 0 0 0,-1 0-1 0 0,1 0 1 0 0,0 0 0 0 0,0 0 0 0 0,0 1 0 0 0,0-1 0 0 0,0 1 0 0 0,0 0 0 0 0,0-1 0 0 0,1 1-1 0 0,-1 0 1 0 0,0 0 0 0 0,-1 2 0 0 0,-2 5-8 0 0,0-1 1 0 0,1 1-1 0 0,0 0 0 0 0,0 0 1 0 0,1 1-1 0 0,0-1 0 0 0,1 1 0 0 0,0-1 1 0 0,0 1-1 0 0,1 0 0 0 0,0 0 1 0 0,1 0-1 0 0,0 0 0 0 0,1-1 0 0 0,0 1 1 0 0,3 12-1 0 0,-3-15-13 0 0,1 0 0 0 0,0 1 0 0 0,0-1 0 0 0,1 0-1 0 0,-1 0 1 0 0,2 0 0 0 0,-1-1 0 0 0,1 1 0 0 0,0-1 0 0 0,0 0 0 0 0,1 0 0 0 0,0 0-1 0 0,0-1 1 0 0,0 0 0 0 0,1 1 0 0 0,0-2 0 0 0,0 1 0 0 0,0-1 0 0 0,0 0-1 0 0,1 0 1 0 0,11 4 0 0 0,-6-4-436 0 0,0-1-1 0 0,0 0 1 0 0,22 2 0 0 0,10-2-6606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6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1387 5985 0 0,'-14'16'3178'0'0,"14"-16"-3100"0"0,-1-1 0 0 0,1 1 0 0 0,0 0 0 0 0,-1 0 0 0 0,1 0 0 0 0,0 0 0 0 0,0 0-1 0 0,-1-1 1 0 0,1 1 0 0 0,0 0 0 0 0,0 0 0 0 0,-1 0 0 0 0,1-1 0 0 0,0 1 0 0 0,0 0 0 0 0,0 0 0 0 0,0-1 0 0 0,-1 1 0 0 0,1 0 0 0 0,0 0 0 0 0,0-1 0 0 0,0 1 0 0 0,0 0 0 0 0,0-1 0 0 0,0 1 0 0 0,0 0 0 0 0,0-1 0 0 0,0 1 0 0 0,0 0 0 0 0,0 0 0 0 0,0-1 0 0 0,0 1 0 0 0,0 0 0 0 0,0-1 0 0 0,4-44 2980 0 0,-2 33-3085 0 0,11-105 2315 0 0,-4 39-612 0 0,0-113 0 0 0,-16 35-1380 0 0,0 56 73 0 0,14-196 0 0 0,6 42-2158 0 0,-10 143 965 0 0,-2 94-1090 0 0,0 1-4346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7.2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19 899 5529 0 0,'-2'-2'96'0'0,"0"-1"-1"0"0,0 1 1 0 0,1-1-1 0 0,-1 1 1 0 0,1-1-1 0 0,-1 0 1 0 0,1 0-1 0 0,0 0 0 0 0,0 0 1 0 0,0 1-1 0 0,0-1 1 0 0,0-1-1 0 0,1 1 1 0 0,-1 0-1 0 0,1 0 1 0 0,0 0-1 0 0,0 0 1 0 0,0 0-1 0 0,1 0 1 0 0,-1 0-1 0 0,1 0 1 0 0,-1 0-1 0 0,3-5 1 0 0,1-6 425 0 0,0 0 1 0 0,1 1 0 0 0,12-23-1 0 0,-7 18-127 0 0,2 1-1 0 0,-1 0 0 0 0,2 1 0 0 0,0 1 1 0 0,1 0-1 0 0,1 0 0 0 0,0 2 0 0 0,1 0 0 0 0,27-17 1 0 0,17-6 673 0 0,95-41 1 0 0,-26 15-567 0 0,-38 13-123 0 0,3 5 1 0 0,163-54 0 0 0,-82 48 9 0 0,195-29 0 0 0,-308 69-273 0 0,67-11 515 0 0,168-7 1 0 0,-253 27-476 0 0,428-1 226 0 0,-148-5-355 0 0,-71-1 19 0 0,-27 4-34 0 0,87 2-45 0 0,-145 4 15 0 0,190 11-42 0 0,-105-4 103 0 0,16 2-20 0 0,-172-2-216 0 0,-31-3 95 0 0,77 15 0 0 0,-135-18 34 0 0,1-1-1 0 0,-1 1 0 0 0,0 0 1 0 0,-1 1-1 0 0,1 0 1 0 0,10 7-1 0 0,-14-8-21 0 0,0 0 0 0 0,0 0 0 0 0,-1 0 1 0 0,1 0-1 0 0,-1 0 0 0 0,0 1 0 0 0,0 0 0 0 0,0-1 0 0 0,0 1 1 0 0,-1 0-1 0 0,1 0 0 0 0,-1 1 0 0 0,2 4 0 0 0,-4-8-67 0 0,0 0-1 0 0,0 0 1 0 0,1 0 0 0 0,-1 0-1 0 0,0 0 1 0 0,0-1 0 0 0,0 1-1 0 0,0 0 1 0 0,0 0-1 0 0,-1 0 1 0 0,1 0 0 0 0,0 0-1 0 0,0 0 1 0 0,0 0-1 0 0,-1-1 1 0 0,0 3 0 0 0,-1 1-1460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7.7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1 2561 0 0,'0'0'51'0'0,"-1"0"0"0"0,0 0 1 0 0,0 0-1 0 0,1 0 1 0 0,-1 0-1 0 0,0 0 0 0 0,1 0 1 0 0,-1 0-1 0 0,0 0 1 0 0,1 0-1 0 0,-1 1 0 0 0,0-1 1 0 0,1 0-1 0 0,-1 1 0 0 0,0-1 1 0 0,1 0-1 0 0,-1 1 1 0 0,1-1-1 0 0,-1 0 0 0 0,0 1 1 0 0,1-1-1 0 0,-1 1 1 0 0,1-1-1 0 0,0 1 0 0 0,-1 0 1 0 0,1-1-1 0 0,-1 1 1 0 0,1-1-1 0 0,0 1 0 0 0,-1 0 1 0 0,1-1-1 0 0,0 2 1 0 0,-1 0 292 0 0,1 0-1 0 0,0 1 1 0 0,0-1 0 0 0,1 0 0 0 0,-1 0 0 0 0,0 1 0 0 0,1-1 0 0 0,-1 0 0 0 0,1 0 0 0 0,1 3 0 0 0,26 49 5655 0 0,-28-53-5983 0 0,24 40 854 0 0,-1 1 1 0 0,-3 1-1 0 0,-2 1 0 0 0,-1 0 0 0 0,10 47 1 0 0,-11-20-565 0 0,-3 0 1 0 0,7 117-1 0 0,-26 59 256 0 0,-1-39-195 0 0,11-112-226 0 0,-2 106 588 0 0,-3-172-679 0 0,-2 0-1 0 0,-2 0 1 0 0,0-1 0 0 0,-16 48-1 0 0,12-53-1215 0 0,3-12 557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1.2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 12 10594 0 0,'0'0'115'0'0,"0"0"0"0"0,0-1 0 0 0,0 1-1 0 0,0 0 1 0 0,0-1 0 0 0,0 1 0 0 0,1 0-1 0 0,-1-1 1 0 0,0 1 0 0 0,0 0 0 0 0,0-1-1 0 0,0 1 1 0 0,0 0 0 0 0,0-1 0 0 0,0 1-1 0 0,0 0 1 0 0,-1-1 0 0 0,1 1 0 0 0,0 0 0 0 0,0-1-1 0 0,0 1 1 0 0,0 0 0 0 0,0-1 0 0 0,-1 1-1 0 0,0-2 690 0 0,1 2-690 0 0,-1 0 1 0 0,1 0 0 0 0,0-1 0 0 0,-1 1-1 0 0,1 0 1 0 0,0 0 0 0 0,-1 0 0 0 0,1 0 0 0 0,0 0-1 0 0,-1-1 1 0 0,-12 14 954 0 0,-11 30-927 0 0,18-27-5 0 0,0 0 0 0 0,1 1 0 0 0,1 0 0 0 0,1 0-1 0 0,0 1 1 0 0,1-1 0 0 0,1 0 0 0 0,1 1 0 0 0,0-1 0 0 0,4 23 0 0 0,2 4 175 0 0,3 0-1 0 0,25 79 0 0 0,-27-102-292 0 0,1 0 0 0 0,1-1 0 0 0,0 0 1 0 0,2 0-1 0 0,0-1 0 0 0,17 22 0 0 0,-23-36-18 0 0,-1 0 1 0 0,1 0 0 0 0,-1-1-1 0 0,2 1 1 0 0,-1-1-1 0 0,0 0 1 0 0,1-1-1 0 0,0 1 1 0 0,-1-1 0 0 0,13 4-1 0 0,-13-5 13 0 0,0-1 0 0 0,0 0 0 0 0,0-1-1 0 0,0 1 1 0 0,0-1 0 0 0,0 0 0 0 0,0 0-1 0 0,0-1 1 0 0,0 0 0 0 0,0 1 0 0 0,0-2 0 0 0,0 1-1 0 0,0 0 1 0 0,0-1 0 0 0,0 0 0 0 0,4-3 0 0 0,-6 4-6 0 0,-1 0 1 0 0,1 0 0 0 0,0-1 0 0 0,-1 1 0 0 0,0-1 0 0 0,1 0-1 0 0,-1 0 1 0 0,0 1 0 0 0,0-1 0 0 0,0-1 0 0 0,0 1 0 0 0,0 0-1 0 0,-1 0 1 0 0,1-1 0 0 0,0 1 0 0 0,-1-1 0 0 0,0 1 0 0 0,0-1 0 0 0,0 0-1 0 0,0 1 1 0 0,0-1 0 0 0,0 0 0 0 0,-1 0 0 0 0,1 0 0 0 0,-1 0-1 0 0,0 0 1 0 0,0 1 0 0 0,0-1 0 0 0,0 0 0 0 0,-1-4 0 0 0,-2-6-134 0 0,-2 0 0 0 0,1 0 1 0 0,-1 1-1 0 0,-1-1 0 0 0,-10-17 0 0 0,9 20-133 0 0,1-1 0 0 0,1 0-1 0 0,0-1 1 0 0,-6-21 0 0 0,11 30 261 0 0,0 1 0 0 0,1-1 1 0 0,-1 0-1 0 0,0 1 0 0 0,1-1 0 0 0,0 0 1 0 0,0 1-1 0 0,0-1 0 0 0,0 1 0 0 0,0-1 1 0 0,0 1-1 0 0,1 0 0 0 0,-1-1 0 0 0,1 1 1 0 0,0 0-1 0 0,0 0 0 0 0,-1 0 0 0 0,1 0 1 0 0,1 1-1 0 0,-1-1 0 0 0,0 0 0 0 0,4-1 0 0 0,8-7 75 0 0,0 2 0 0 0,20-10 0 0 0,-32 17-54 0 0,12-6 15 0 0,-1 1 0 0 0,1 0-1 0 0,1 1 1 0 0,-1 1 0 0 0,17-3 0 0 0,-28 6-5 0 0,1 1-1 0 0,-1-1 1 0 0,0 1-1 0 0,0 0 1 0 0,0 0-1 0 0,0 0 1 0 0,1 0-1 0 0,-1 1 1 0 0,0-1-1 0 0,0 1 1 0 0,0 0-1 0 0,0 0 1 0 0,0 0-1 0 0,0 0 1 0 0,0 1-1 0 0,0-1 1 0 0,-1 1-1 0 0,1 0 1 0 0,0-1-1 0 0,-1 1 1 0 0,1 0-1 0 0,-1 1 1 0 0,0-1 0 0 0,0 0-1 0 0,0 1 1 0 0,0-1-1 0 0,0 1 1 0 0,0-1-1 0 0,-1 1 1 0 0,3 5-1 0 0,5 18 659 0 0,0 1 1 0 0,7 41-1 0 0,-2-5-1252 0 0,7-3-5703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1.6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 66 9218 0 0,'1'-5'642'0'0,"1"0"1"0"0,-1-1-1 0 0,0 1 1 0 0,-1 0 0 0 0,1-1-1 0 0,-1 1 1 0 0,-1-7-1 0 0,1 12-435 0 0,0-1 1 0 0,0 0-1 0 0,0 0 0 0 0,-1 0 1 0 0,1 0-1 0 0,0 1 0 0 0,-1-1 1 0 0,1 0-1 0 0,-1 0 0 0 0,1 1 1 0 0,-1-1-1 0 0,1 0 0 0 0,-1 1 1 0 0,1-1-1 0 0,-1 1 0 0 0,0-1 1 0 0,1 0-1 0 0,-1 1 0 0 0,0 0 1 0 0,-1-2-1 0 0,1 2-53 0 0,-1-1 1 0 0,0 1 0 0 0,0 0-1 0 0,1 0 1 0 0,-1-1-1 0 0,0 1 1 0 0,0 0-1 0 0,1 1 1 0 0,-1-1-1 0 0,0 0 1 0 0,0 0-1 0 0,0 1 1 0 0,-2 0-1 0 0,-2 2-45 0 0,0-1 1 0 0,1 1-1 0 0,-1 0 1 0 0,1 1-1 0 0,0-1 0 0 0,0 1 1 0 0,0 0-1 0 0,0 0 0 0 0,1 1 1 0 0,0-1-1 0 0,0 1 0 0 0,-4 6 1 0 0,3-5-106 0 0,1 0 1 0 0,-1 1 0 0 0,2 0 0 0 0,-1 0 0 0 0,1 0 0 0 0,0 0-1 0 0,0 1 1 0 0,1-1 0 0 0,-2 11 0 0 0,4-16-34 0 0,-1 0-1 0 0,1 0 1 0 0,0 0 0 0 0,0 0 0 0 0,0 0 0 0 0,0 0-1 0 0,0 0 1 0 0,0 0 0 0 0,0 0 0 0 0,1 0 0 0 0,-1 0-1 0 0,1 0 1 0 0,0-1 0 0 0,-1 1 0 0 0,1 0 0 0 0,0 0-1 0 0,0 0 1 0 0,0-1 0 0 0,0 1 0 0 0,0 0-1 0 0,1-1 1 0 0,-1 1 0 0 0,0-1 0 0 0,1 1 0 0 0,-1-1-1 0 0,1 0 1 0 0,0 0 0 0 0,-1 1 0 0 0,1-1 0 0 0,0 0-1 0 0,0-1 1 0 0,0 1 0 0 0,-1 0 0 0 0,1 0 0 0 0,0-1-1 0 0,0 1 1 0 0,0-1 0 0 0,0 0 0 0 0,0 1 0 0 0,0-1-1 0 0,4-1 1 0 0,3 1-232 0 0,0 0-1 0 0,-1-1 0 0 0,1 0 1 0 0,0-1-1 0 0,-1 0 1 0 0,1 0-1 0 0,-1-1 1 0 0,10-5-1 0 0,-10 4 203 0 0,-1 1 0 0 0,0-2-1 0 0,-1 1 1 0 0,1-1 0 0 0,-1 0 0 0 0,0-1 0 0 0,0 1-1 0 0,6-9 1 0 0,1-4 653 0 0,19-33 0 0 0,-25 38-91 0 0,-6 12-461 0 0,-1 1 0 0 0,0-1 1 0 0,0 0-1 0 0,0 1 0 0 0,1-1 1 0 0,-1 0-1 0 0,0 1 0 0 0,1-1 1 0 0,-1 0-1 0 0,0 1 0 0 0,1-1 1 0 0,-1 1-1 0 0,1-1 0 0 0,-1 0 1 0 0,1 1-1 0 0,-1-1 0 0 0,1 1 1 0 0,0 0-1 0 0,-1-1 0 0 0,1 1 1 0 0,0-1-1 0 0,-1 1 0 0 0,1 0 1 0 0,0 0-1 0 0,-1-1 0 0 0,1 1 1 0 0,0 0-1 0 0,-1 0 0 0 0,1 0 1 0 0,0 0-1 0 0,0 0 0 0 0,-1 0 1 0 0,1 0-1 0 0,0 0 0 0 0,0 0 0 0 0,-1 0 1 0 0,1 0-1 0 0,0 0 0 0 0,-1 1 1 0 0,1-1-1 0 0,0 0 0 0 0,-1 0 1 0 0,1 1-1 0 0,0-1 0 0 0,-1 0 1 0 0,1 1-1 0 0,0-1 0 0 0,-1 1 1 0 0,1-1-1 0 0,-1 1 0 0 0,1-1 1 0 0,-1 1-1 0 0,1-1 0 0 0,-1 1 1 0 0,0 0-1 0 0,1 0 0 0 0,4 7-45 0 0,0 0-1 0 0,-1 0 0 0 0,6 17 0 0 0,-1-4-132 0 0,-5-15-39 0 0,0 0 0 0 0,0-1 0 0 0,0 0 0 0 0,0 1-1 0 0,1-2 1 0 0,0 1 0 0 0,0-1 0 0 0,1 1 0 0 0,-1-1-1 0 0,1-1 1 0 0,0 1 0 0 0,8 3 0 0 0,-7-4-474 0 0,0 0 0 0 0,1-1 0 0 0,-1 0 0 0 0,1 0 0 0 0,0-1 0 0 0,-1 0 1 0 0,1-1-1 0 0,0 1 0 0 0,0-1 0 0 0,10-2 0 0 0,3-1-4253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1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8 299 1824 0 0,'2'-47'-116'0'0,"1"-96"3065"0"0,-11 50 4619 0 0,5 77-4113 0 0,1 24-177 0 0,5 28-1306 0 0,4-5-1556 0 0,3 1 1 0 0,0-1 0 0 0,2 0-1 0 0,25 45 1 0 0,18 17-400 0 0,4-2-3521 0 0,-32-51 192 0 0,-15-20-3660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2.0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3 171 7370 0 0,'-3'-6'5294'0'0,"3"5"-5176"0"0,11-10 2934 0 0,21-13-774 0 0,-26 20-1891 0 0,16-11 249 0 0,13-10-1229 0 0,2 1 0 0 0,54-26 0 0 0,-66 40-1112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2.4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0 276 920 0 0,'1'1'30'0'0,"-1"0"-1"0"0,1 1 1 0 0,-1-1 0 0 0,1 0-1 0 0,0 0 1 0 0,-1 1-1 0 0,1-1 1 0 0,0 0 0 0 0,0 0-1 0 0,0 0 1 0 0,0 0-1 0 0,0 0 1 0 0,0 0 0 0 0,0 0-1 0 0,0 0 1 0 0,0 0-1 0 0,0-1 1 0 0,1 1 0 0 0,-1 0-1 0 0,0-1 1 0 0,1 1-1 0 0,-1-1 1 0 0,3 1 0 0 0,32 8 1821 0 0,-31-9-1580 0 0,-1 1-1 0 0,0-2 1 0 0,1 1-1 0 0,-1 0 1 0 0,1-1 0 0 0,-1 0-1 0 0,0 0 1 0 0,1 0-1 0 0,-1 0 1 0 0,0-1 0 0 0,0 0-1 0 0,0 0 1 0 0,0 0-1 0 0,0 0 1 0 0,5-5 0 0 0,-3 2 232 0 0,0 0 0 0 0,-1-1 0 0 0,0 0 0 0 0,0 0 0 0 0,0 0 0 0 0,-1-1 1 0 0,1 1-1 0 0,3-12 0 0 0,-2 7-128 0 0,-1-1-1 0 0,-1-1 1 0 0,0 1-1 0 0,-1 0 1 0 0,-1-1 0 0 0,1 0-1 0 0,-2 0 1 0 0,0 0 0 0 0,-1 0-1 0 0,-1-20 1 0 0,1 30-338 0 0,-1 0 0 0 0,1 0 0 0 0,-1 0 0 0 0,0 0 0 0 0,0 1 0 0 0,0-1 0 0 0,0 0 0 0 0,0 0 0 0 0,-1 1 0 0 0,1-1 0 0 0,-1 1 0 0 0,0-1 0 0 0,0 1 0 0 0,1 0 0 0 0,-2 0 0 0 0,1 0 0 0 0,0 0 0 0 0,0 0 0 0 0,-1 0 0 0 0,1 0 0 0 0,0 1 0 0 0,-1-1 0 0 0,0 1 0 0 0,1 0 0 0 0,-1 0 0 0 0,0 0 0 0 0,0 0 0 0 0,0 0 0 0 0,0 1 0 0 0,1-1 0 0 0,-1 1 0 0 0,0 0-1 0 0,0 0 1 0 0,0 0 0 0 0,0 0 0 0 0,-4 1 0 0 0,1-1 62 0 0,0 1-1 0 0,1 1 1 0 0,-1-1-1 0 0,0 1 0 0 0,1 0 1 0 0,-1 0-1 0 0,1 0 0 0 0,0 1 1 0 0,-1 0-1 0 0,1 0 1 0 0,0 0-1 0 0,1 1 0 0 0,-1-1 1 0 0,1 1-1 0 0,-1 1 0 0 0,1-1 1 0 0,-5 7-1 0 0,5-4-28 0 0,-1 1-1 0 0,1 0 0 0 0,1-1 1 0 0,-1 1-1 0 0,1 1 1 0 0,1-1-1 0 0,0 0 1 0 0,0 1-1 0 0,0-1 0 0 0,1 1 1 0 0,0 0-1 0 0,1-1 1 0 0,0 1-1 0 0,0 0 0 0 0,1-1 1 0 0,0 1-1 0 0,1-1 1 0 0,-1 1-1 0 0,2-1 1 0 0,-1 0-1 0 0,8 16 0 0 0,-5-15 4 0 0,0 0-1 0 0,1 0 0 0 0,-1-1 0 0 0,2 0 1 0 0,-1 0-1 0 0,1-1 0 0 0,0 0 1 0 0,1 0-1 0 0,0-1 0 0 0,0 1 1 0 0,0-2-1 0 0,1 1 0 0 0,0-1 0 0 0,0-1 1 0 0,0 1-1 0 0,0-2 0 0 0,1 1 1 0 0,14 3-1 0 0,5-3-255 0 0,0 0 0 0 0,0-2 1 0 0,0-2-1 0 0,46-3 0 0 0,-35 0-736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4.0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21 267 2841 0 0,'0'0'0'0'0,"-1"-1"0"0"0,1 1 0 0 0,-1 0 0 0 0,1-1 0 0 0,0 1 0 0 0,-1 0 0 0 0,1-1 0 0 0,0 1 0 0 0,0 0 0 0 0,-1-1 0 0 0,1 1 0 0 0,0-1 0 0 0,0 1 0 0 0,0 0 0 0 0,0-1 0 0 0,-1 1 0 0 0,1-1 0 0 0,0 1 0 0 0,0-1 0 0 0,0 1 0 0 0,0-1 0 0 0,0 1 0 0 0,0-1 0 0 0,0 1 0 0 0,0-1 0 0 0,0 1 0 0 0,0 0 0 0 0,0-1 0 0 0,1 1 0 0 0,-1-1 0 0 0,0 1 0 0 0,0-1 0 0 0,0 1 0 0 0,0 0 0 0 0,1-1 0 0 0,-1 1 0 0 0,0-1 0 0 0,1 1 0 0 0,-1 0 0 0 0,0-1 0 0 0,1 1 0 0 0,-1 0 0 0 0,0-1 0 0 0,1 1 0 0 0,-1 0 0 0 0,0 0 0 0 0,1-1 0 0 0,-1 1 0 0 0,1 0 0 0 0,-1 0 0 0 0,1 0 0 0 0,1-2 0 0 0,0 1 0 0 0,0-1 0 0 0,0 1 0 0 0,0 0 0 0 0,0 0 0 0 0,1 0 0 0 0,-1 0 0 0 0,0 0 0 0 0,0 0 0 0 0,4 0 0 0 0,-3 1 0 0 0,1-1 0 0 0,-1 0 0 0 0,0 1 0 0 0,-1-1 0 0 0,1-1 0 0 0,0 1 0 0 0,0 0 0 0 0,5-4 0 0 0,-7 5 0 0 0,1-1 0 0 0,-1 0 0 0 0,0 0 0 0 0,1 0 0 0 0,-1 0 0 0 0,0 0 0 0 0,0 0 0 0 0,0 0 0 0 0,0 0 0 0 0,0-1 0 0 0,0 1 0 0 0,0 0 0 0 0,0-1 0 0 0,0 1 0 0 0,0-1 0 0 0,-1 1 0 0 0,1-1 0 0 0,0-2 0 0 0,-2 4 81 0 0,1 0 0 0 0,-1-1 0 0 0,1 1 1 0 0,-1 0-1 0 0,0-1 0 0 0,1 1 1 0 0,-1 0-1 0 0,0 0 0 0 0,1 0 0 0 0,-1-1 1 0 0,0 1-1 0 0,1 0 0 0 0,-1 0 1 0 0,0 0-1 0 0,1 0 0 0 0,-1 0 1 0 0,0 0-1 0 0,1 1 0 0 0,-1-1 0 0 0,0 0 1 0 0,1 0-1 0 0,-1 0 0 0 0,0 1 1 0 0,1-1-1 0 0,-1 0 0 0 0,-1 1 0 0 0,-13 5 2500 0 0,10-4-1919 0 0,0 0-1 0 0,0 0 0 0 0,0 0 0 0 0,0 1 1 0 0,0 0-1 0 0,1 0 0 0 0,-1 0 1 0 0,1 0-1 0 0,0 1 0 0 0,0 0 0 0 0,0 0 1 0 0,0 0-1 0 0,-5 9 0 0 0,9-11-155 0 0,9-4 590 0 0,4-3-901 0 0,128-44 885 0 0,176-38 0 0 0,-219 71-1001 0 0,-70 14-35 0 0,0-2 1 0 0,1-2 0 0 0,-2 0 0 0 0,1-2 0 0 0,-1-1-1 0 0,33-15 1 0 0,-37 10 89 0 0,-17 10-72 0 0,0 0 0 0 0,0 1 0 0 0,1-1 0 0 0,-1 1 0 0 0,1 0 0 0 0,10-2 0 0 0,-12 8-1597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4.7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93 6913 0 0,'0'-17'235'0'0,"0"1"-1"0"0,1-1 0 0 0,4-19 0 0 0,-4 30 43 0 0,-15 60 4386 0 0,-6 29-4043 0 0,12-24-104 0 0,3 1 1 0 0,5 94-1 0 0,24 120 711 0 0,30 49-159 0 0,-45-287-940 0 0,2 0-1 0 0,1-2 1 0 0,1 1 0 0 0,2-2-1 0 0,2 0 1 0 0,38 59 0 0 0,-38-72-275 0 0,1 0 1 0 0,1 0-1 0 0,0-2 1 0 0,2 0-1 0 0,0-2 1 0 0,0 0-1 0 0,2-1 0 0 0,0-2 1 0 0,1 0-1 0 0,0-1 1 0 0,33 10-1 0 0,-22-10-292 0 0,1-1 0 0 0,1-3 0 0 0,-1 0 0 0 0,1-3-1 0 0,1-1 1 0 0,-1-2 0 0 0,59-3 0 0 0,-50-3-4443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5.1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19 14283 0 0,'-9'-7'912'0'0,"-9"-4"-856"0"0,15 14-9 0 0,5 11 644 0 0,35 112 784 0 0,64 198 411 0 0,-74-250-2336 0 0,4-2 1 0 0,50 89-1 0 0,-70-142-1269 0 0,0-3-4233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5.4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1 281 11058 0 0,'0'-10'1002'0'0,"3"8"-125"0"0,10 13 521 0 0,-6-4-959 0 0,33 31 1217 0 0,-18-16-1131 0 0,0 0 0 0 0,2-2-1 0 0,0-1 1 0 0,1-1 0 0 0,51 28 0 0 0,10-11 193 0 0,-75-31-609 0 0,0-1 0 0 0,0-1 0 0 0,0 0 0 0 0,0 0 0 0 0,0-1 0 0 0,14 0 1 0 0,-23-1-86 0 0,-1-1 1 0 0,1 1 0 0 0,-1 0 0 0 0,1 0 0 0 0,-1-1 0 0 0,0 1-1 0 0,1-1 1 0 0,-1 1 0 0 0,1-1 0 0 0,-1 1 0 0 0,0-1 0 0 0,0 0-1 0 0,1 0 1 0 0,-1 0 0 0 0,0 1 0 0 0,0-1 0 0 0,0-1 0 0 0,0 1-1 0 0,0 0 1 0 0,0 0 0 0 0,1-2 0 0 0,-1 0 14 0 0,1 0 0 0 0,-1 0 0 0 0,0 0 0 0 0,0 0 0 0 0,0 0 0 0 0,0 0 0 0 0,-1 0 0 0 0,0 0 0 0 0,1-5 0 0 0,-1-5 95 0 0,-1 0 0 0 0,-1 1 0 0 0,-5-25 0 0 0,-10-26-213 0 0,-20-94 563 0 0,35 139-1128 0 0,0 1 0 0 0,0-1 1 0 0,2 0-1 0 0,0 0 0 0 0,1 0 1 0 0,6-31-1 0 0,-2 30-6130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5.7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82 337 6913 0 0,'6'-7'240'0'0,"-1"0"-1"0"0,0 0 0 0 0,0 0 0 0 0,-1-1 0 0 0,1 1 1 0 0,-2-1-1 0 0,1 0 0 0 0,-1-1 0 0 0,3-11 0 0 0,-3 5 641 0 0,0 0 0 0 0,0 0 0 0 0,-2 0 1 0 0,1-24-1 0 0,-3 29-638 0 0,0 1-1 0 0,-1-1 1 0 0,0 1 0 0 0,0-1 0 0 0,-1 1 0 0 0,-1 0 0 0 0,1 0 0 0 0,-8-11 0 0 0,10 16-188 0 0,-1 1-1 0 0,0-1 1 0 0,0 1-1 0 0,-1-1 1 0 0,1 1 0 0 0,-1 0-1 0 0,0 0 1 0 0,1 0-1 0 0,-1 1 1 0 0,-1-1 0 0 0,1 1-1 0 0,0-1 1 0 0,0 1-1 0 0,-1 0 1 0 0,0 0-1 0 0,1 0 1 0 0,-1 1 0 0 0,0 0-1 0 0,0-1 1 0 0,0 1-1 0 0,0 0 1 0 0,-4 0 0 0 0,7 1-21 0 0,-1 0 0 0 0,1 0 1 0 0,0 0-1 0 0,0 1 1 0 0,-1-1-1 0 0,1 0 0 0 0,0 0 1 0 0,0 1-1 0 0,0-1 1 0 0,-1 1-1 0 0,1-1 0 0 0,0 1 1 0 0,0 0-1 0 0,0-1 1 0 0,0 1-1 0 0,0 0 0 0 0,0 0 1 0 0,0 0-1 0 0,0-1 0 0 0,0 1 1 0 0,0 0-1 0 0,1 0 1 0 0,-2 2-1 0 0,1-1 0 0 0,0 1 1 0 0,-1 0-1 0 0,1 0 1 0 0,1 0-1 0 0,-1 0 1 0 0,0 1-1 0 0,1-1 1 0 0,-1 0-1 0 0,1 4 1 0 0,0 6-6 0 0,1 1 0 0 0,0 0 0 0 0,5 16 0 0 0,-3-15-53 0 0,1-1-1 0 0,1 1 1 0 0,0-1-1 0 0,1 0 1 0 0,1 0 0 0 0,0-1-1 0 0,1 1 1 0 0,1-2-1 0 0,19 25 1 0 0,-21-29-232 0 0,1 0-1 0 0,0 0 1 0 0,1-1-1 0 0,0 0 1 0 0,0 0-1 0 0,0-1 1 0 0,1 0-1 0 0,0-1 1 0 0,0 0 0 0 0,0-1-1 0 0,0 0 1 0 0,1 0-1 0 0,0-1 1 0 0,13 2-1 0 0,14-2-3396 0 0,1-1-931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6.1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179 120 920 0 0,'1'-7'372'0'0,"-1"1"0"0"0,0-1 0 0 0,-1 0-1 0 0,0 1 1 0 0,0-1 0 0 0,0 1 0 0 0,-1-1 0 0 0,0 1 0 0 0,0 0-1 0 0,-1-1 1 0 0,0 1 0 0 0,-5-8 0 0 0,8 12-223 0 0,-1 0 0 0 0,0 1-1 0 0,0-1 1 0 0,0 0 0 0 0,-1 1 0 0 0,1-1 0 0 0,0 1 0 0 0,0 0 0 0 0,-1-1 0 0 0,1 1 0 0 0,-1 0-1 0 0,1 0 1 0 0,-1 0 0 0 0,0 0 0 0 0,1 0 0 0 0,-1 0 0 0 0,0 0 0 0 0,0 0 0 0 0,0 1 0 0 0,1-1-1 0 0,-1 1 1 0 0,0-1 0 0 0,0 1 0 0 0,0 0 0 0 0,0 0 0 0 0,0 0 0 0 0,0 0 0 0 0,0 0 0 0 0,0 0-1 0 0,0 1 1 0 0,0-1 0 0 0,1 0 0 0 0,-1 1 0 0 0,0 0 0 0 0,0-1 0 0 0,0 1 0 0 0,1 0 0 0 0,-1 0-1 0 0,0 0 1 0 0,1 0 0 0 0,-1 0 0 0 0,1 0 0 0 0,-1 1 0 0 0,1-1 0 0 0,-3 3 0 0 0,-3 5 219 0 0,-1 0 0 0 0,1 0 0 0 0,0 0 1 0 0,1 1-1 0 0,0 0 0 0 0,1 1 1 0 0,0-1-1 0 0,1 1 0 0 0,0 0 0 0 0,-3 15 1 0 0,3-9-227 0 0,0 0 0 0 0,2 0 0 0 0,0 0 0 0 0,1 1 1 0 0,0-1-1 0 0,3 23 0 0 0,-2-38-177 0 0,1 1 0 0 0,-1 0 1 0 0,0-1-1 0 0,1 1 0 0 0,0-1 0 0 0,-1 1 0 0 0,1-1 0 0 0,0 1 1 0 0,0-1-1 0 0,0 0 0 0 0,1 0 0 0 0,-1 1 0 0 0,1-1 0 0 0,-1 0 1 0 0,1 0-1 0 0,0 0 0 0 0,-1 0 0 0 0,1-1 0 0 0,0 1 0 0 0,0 0 1 0 0,0-1-1 0 0,1 1 0 0 0,-1-1 0 0 0,0 0 0 0 0,1 0 0 0 0,-1 0 1 0 0,0 0-1 0 0,1 0 0 0 0,-1 0 0 0 0,1-1 0 0 0,0 1 0 0 0,-1-1 1 0 0,1 0-1 0 0,-1 0 0 0 0,1 0 0 0 0,0 0 0 0 0,-1 0 0 0 0,1 0 1 0 0,-1-1-1 0 0,1 1 0 0 0,-1-1 0 0 0,1 0 0 0 0,-1 1 0 0 0,1-1 1 0 0,-1-1-1 0 0,0 1 0 0 0,1 0 0 0 0,-1 0 0 0 0,0-1 0 0 0,0 1 1 0 0,0-1-1 0 0,0 0 0 0 0,0 0 0 0 0,0 0 0 0 0,-1 0 0 0 0,1 0 1 0 0,1-3-1 0 0,4-5-161 0 0,0-1 0 0 0,-1 0 1 0 0,0-1-1 0 0,-1 0 0 0 0,7-22 0 0 0,-8 22 202 0 0,0 0 0 0 0,0 0-1 0 0,2 0 1 0 0,-1 1 0 0 0,12-16-1 0 0,-16 26 55 0 0,-1 0 0 0 0,1 0 0 0 0,-1 0-1 0 0,1 0 1 0 0,0 0 0 0 0,0 0 0 0 0,-1 1-1 0 0,1-1 1 0 0,0 0 0 0 0,0 1 0 0 0,0-1-1 0 0,0 0 1 0 0,0 1 0 0 0,0-1-1 0 0,0 1 1 0 0,0 0 0 0 0,0-1 0 0 0,0 1-1 0 0,0 0 1 0 0,0-1 0 0 0,1 1 0 0 0,-1 0-1 0 0,0 0 1 0 0,0 0 0 0 0,2 0 0 0 0,-2 1 0 0 0,1 0 1 0 0,0-1-1 0 0,-1 1 1 0 0,1 0 0 0 0,-1 0-1 0 0,1 0 1 0 0,-1 0 0 0 0,1 0-1 0 0,-1 1 1 0 0,0-1 0 0 0,0 0-1 0 0,1 1 1 0 0,-1-1-1 0 0,1 2 1 0 0,4 8 236 0 0,0-1-1 0 0,-1 1 1 0 0,7 19-1 0 0,-11-27-156 0 0,9 26 401 0 0,-1 0 1 0 0,9 59-1 0 0,-14-57-3601 0 0,-1 39 1 0 0,-3-46-2865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6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20 6913 0 0,'-1'-2'107'0'0,"1"1"-1"0"0,-1 0 1 0 0,1 0-1 0 0,-1 0 1 0 0,0 0-1 0 0,0 0 1 0 0,1 0-1 0 0,-1 0 1 0 0,0 0-1 0 0,0 0 1 0 0,0 0-1 0 0,0 1 1 0 0,0-1-1 0 0,0 0 1 0 0,0 1-1 0 0,0-1 1 0 0,0 0-1 0 0,0 1 1 0 0,0-1-1 0 0,-1 1 1 0 0,1 0-1 0 0,0-1 1 0 0,0 1-1 0 0,-1 0 1 0 0,1 0-1 0 0,0 0 1 0 0,0 0-1 0 0,-1 0 1 0 0,1 0-1 0 0,0 0 1 0 0,0 0-1 0 0,-1 0 1 0 0,1 1-1 0 0,0-1 1 0 0,0 0-1 0 0,0 1 1 0 0,0-1-1 0 0,-1 1 1 0 0,1-1-1 0 0,0 1 1 0 0,0 0-1 0 0,0-1 1 0 0,0 1-1 0 0,0 0 1 0 0,0 0-1 0 0,0 0 1 0 0,-1 1-1 0 0,-3 3 403 0 0,1-1 1 0 0,-1 1-1 0 0,1 0 0 0 0,0 1 0 0 0,0-1 0 0 0,0 1 0 0 0,-5 11 0 0 0,1 7-129 0 0,1 2 0 0 0,0-1 0 0 0,2 1-1 0 0,1 0 1 0 0,2 0 0 0 0,0 0 0 0 0,1 1 0 0 0,2-1-1 0 0,7 50 1 0 0,-7-71-380 0 0,0-1-1 0 0,0 1 1 0 0,1 0 0 0 0,0-1-1 0 0,0 1 1 0 0,0-1-1 0 0,0 1 1 0 0,1-1 0 0 0,-1 0-1 0 0,1 0 1 0 0,0 0-1 0 0,0-1 1 0 0,1 1 0 0 0,-1-1-1 0 0,5 4 1 0 0,-6-6-84 0 0,-1 0 1 0 0,1 0 0 0 0,0 0-1 0 0,0 0 1 0 0,1 0 0 0 0,-1 0-1 0 0,0-1 1 0 0,0 1 0 0 0,0-1-1 0 0,0 0 1 0 0,1 1 0 0 0,-1-1-1 0 0,0 0 1 0 0,0 0 0 0 0,0 0-1 0 0,1-1 1 0 0,-1 1 0 0 0,0-1-1 0 0,0 1 1 0 0,0-1 0 0 0,0 0-1 0 0,0 1 1 0 0,0-1 0 0 0,0 0-1 0 0,0 0 1 0 0,0-1 0 0 0,0 1-1 0 0,0 0 1 0 0,-1-1 0 0 0,1 1-1 0 0,0-1 1 0 0,-1 1 0 0 0,1-1-1 0 0,1-3 1 0 0,2-2-111 0 0,0 1 1 0 0,0-1-1 0 0,-1 0 0 0 0,0-1 0 0 0,-1 1 1 0 0,0-1-1 0 0,0 1 0 0 0,0-1 1 0 0,2-15-1 0 0,0-6 329 0 0,1-42 0 0 0,-1 8 93 0 0,-4 57-94 0 0,3-26 164 0 0,-4 31-255 0 0,0 1-1 0 0,0-1 1 0 0,1 0-1 0 0,-1 0 1 0 0,0 1-1 0 0,0-1 1 0 0,0 0-1 0 0,0 1 1 0 0,1-1-1 0 0,-1 0 1 0 0,0 1-1 0 0,1-1 1 0 0,-1 0-1 0 0,1 1 1 0 0,-1-1-1 0 0,0 0 1 0 0,1 1-1 0 0,0-1 1 0 0,-1 1-1 0 0,1-1 1 0 0,-1 1-1 0 0,1-1 1 0 0,-1 1-1 0 0,1 0 1 0 0,0-1-1 0 0,-1 1 1 0 0,1 0-1 0 0,0-1 1 0 0,0 1-1 0 0,0 0 1 0 0,2 2 70 0 0,-1 0 0 0 0,1 0 0 0 0,-1 0-1 0 0,0 0 1 0 0,1 1 0 0 0,-1-1 0 0 0,0 1 0 0 0,0 0 0 0 0,-1 0 0 0 0,1-1 0 0 0,-1 1 0 0 0,1 0 0 0 0,1 6 0 0 0,2 2 70 0 0,7 9 22 0 0,0 1-1 0 0,2-2 1 0 0,27 31-1 0 0,-32-40-824 0 0,0-1 0 0 0,1-1 0 0 0,1 0 0 0 0,21 13 0 0 0,-6-7-5520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6.9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6913 0 0,'3'9'7311'0'0,"5"6"-3484"0"0,29 40-2979 0 0,-19-30 287 0 0,86 156 23 0 0,-44-54-3923 0 0,-47-94 1798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7.4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46 104 10594 0 0,'-5'-20'625'0'0,"-8"-27"339"0"0,12 44-715 0 0,0 0 1 0 0,0 0-1 0 0,0 0 0 0 0,-1 0 1 0 0,1 0-1 0 0,-1 1 0 0 0,1-1 1 0 0,-1 1-1 0 0,0-1 1 0 0,0 1-1 0 0,-4-3 0 0 0,6 4-227 0 0,0 1-1 0 0,0 0 1 0 0,0 0 0 0 0,0 0-1 0 0,0 0 1 0 0,-1 0-1 0 0,1 0 1 0 0,0 0 0 0 0,0 0-1 0 0,0 0 1 0 0,0 0-1 0 0,0 0 1 0 0,0 0 0 0 0,-1 0-1 0 0,1 0 1 0 0,0 0-1 0 0,0 0 1 0 0,0 0 0 0 0,0 0-1 0 0,0 0 1 0 0,-1 0-1 0 0,1 0 1 0 0,0 0-1 0 0,0 0 1 0 0,0 0 0 0 0,0 0-1 0 0,0 0 1 0 0,0 0-1 0 0,-1 0 1 0 0,1 0 0 0 0,0 0-1 0 0,0 0 1 0 0,0 0-1 0 0,0 0 1 0 0,0 0 0 0 0,0 0-1 0 0,0 1 1 0 0,-1-1-1 0 0,1 0 1 0 0,0 0 0 0 0,0 0-1 0 0,0 0 1 0 0,0 0-1 0 0,0 0 1 0 0,0 0 0 0 0,0 1-1 0 0,0-1 1 0 0,0 0-1 0 0,0 0 1 0 0,0 0 0 0 0,0 0-1 0 0,0 0 1 0 0,0 0-1 0 0,0 1 1 0 0,0 12-971 0 0,6 13-1238 0 0,14 2 1727 0 0,-6-15 448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2.4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97 6449 0 0,'-24'22'9844'0'0,"39"-26"-8415"0"0,166-79 46 0 0,-138 62-2487 0 0,-20 10-417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2.7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 2665 0 0,'-3'-1'112'0'0,"0"-1"32"0"0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3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0 3225 0 0,'-8'8'10426'0'0,"13"-2"-7935"0"0,0 4-3548 0 0,10 38 3972 0 0,8 23-872 0 0,7-1-3637 0 0,-20-52-5028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3.4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1 173 8754 0 0,'0'-1'50'0'0,"0"1"0"0"0,1-1 1 0 0,-1 1-1 0 0,0-1 0 0 0,1 1 0 0 0,-1-1 0 0 0,0 1 1 0 0,1-1-1 0 0,-1 1 0 0 0,1-1 0 0 0,-1 1 1 0 0,1 0-1 0 0,-1-1 0 0 0,1 1 0 0 0,-1 0 1 0 0,1 0-1 0 0,-1-1 0 0 0,1 1 0 0 0,-1 0 0 0 0,1 0 1 0 0,0 0-1 0 0,-1-1 0 0 0,1 1 0 0 0,-1 0 1 0 0,1 0-1 0 0,0 0 0 0 0,-1 0 0 0 0,1 0 0 0 0,-1 0 1 0 0,1 0-1 0 0,0 1 0 0 0,-1-1 0 0 0,1 0 1 0 0,-1 0-1 0 0,1 0 0 0 0,-1 1 0 0 0,1-1 1 0 0,-1 0-1 0 0,2 1 0 0 0,24 8 1382 0 0,-12-2-706 0 0,-1 0 0 0 0,0 1 0 0 0,0 1 0 0 0,-1 0 1 0 0,0 1-1 0 0,-1 0 0 0 0,12 14 0 0 0,-6-7-6 0 0,33 26 0 0 0,-48-42-675 0 0,0 1-1 0 0,-1-1 1 0 0,1 0 0 0 0,0 0-1 0 0,0 1 1 0 0,1-1 0 0 0,-1 0-1 0 0,0-1 1 0 0,0 1 0 0 0,0 0-1 0 0,1-1 1 0 0,-1 1-1 0 0,0-1 1 0 0,1 1 0 0 0,-1-1-1 0 0,0 0 1 0 0,1 0 0 0 0,-1 0-1 0 0,0-1 1 0 0,3 0 0 0 0,-3 0-15 0 0,0 0-1 0 0,-1 0 1 0 0,1 0 0 0 0,0 0 0 0 0,-1-1 0 0 0,1 1 0 0 0,-1-1 0 0 0,0 1 0 0 0,1-1 0 0 0,-1 1 0 0 0,0-1 0 0 0,0 0 0 0 0,0 0 0 0 0,0 1 0 0 0,0-1 0 0 0,-1 0 0 0 0,1 0 0 0 0,0 0 0 0 0,-1 0 0 0 0,0 0 0 0 0,1 0 0 0 0,-1 0 0 0 0,0-3 0 0 0,2-21 42 0 0,-2-1 1 0 0,0 1 0 0 0,-7-42 0 0 0,3 32-1273 0 0,0-41 0 0 0,5 48-356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3.7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22 148 3225 0 0,'3'0'172'0'0,"0"0"0"0"0,0 0 1 0 0,0 0-1 0 0,0 0 0 0 0,-1-1 0 0 0,1 1 1 0 0,0-1-1 0 0,0 0 0 0 0,0 1 1 0 0,-1-1-1 0 0,1-1 0 0 0,0 1 0 0 0,-1 0 1 0 0,1-1-1 0 0,-1 1 0 0 0,0-1 0 0 0,1 0 1 0 0,-1 0-1 0 0,0 0 0 0 0,0 0 1 0 0,0 0-1 0 0,0 0 0 0 0,-1 0 0 0 0,1-1 1 0 0,-1 1-1 0 0,1-1 0 0 0,-1 1 1 0 0,0-1-1 0 0,0 1 0 0 0,0-1 0 0 0,0 0 1 0 0,0 0-1 0 0,-1 1 0 0 0,1-1 1 0 0,-1 0-1 0 0,1-5 0 0 0,-1 5-149 0 0,1 0-1 0 0,-1 0 0 0 0,0 1 1 0 0,0-1-1 0 0,0 0 1 0 0,0 0-1 0 0,-1 0 0 0 0,1 0 1 0 0,-1 0-1 0 0,1 0 1 0 0,-1 0-1 0 0,0 1 1 0 0,0-1-1 0 0,-1 0 0 0 0,1 1 1 0 0,0-1-1 0 0,-1 1 1 0 0,0-1-1 0 0,1 1 1 0 0,-1 0-1 0 0,0-1 0 0 0,0 1 1 0 0,0 0-1 0 0,-1 0 1 0 0,1 1-1 0 0,0-1 0 0 0,-1 0 1 0 0,1 1-1 0 0,-1-1 1 0 0,1 1-1 0 0,-1 0 1 0 0,0 0-1 0 0,0 0 0 0 0,0 0 1 0 0,-3 0-1 0 0,4 1 34 0 0,1 0-1 0 0,-1 0 1 0 0,1 0 0 0 0,0 0-1 0 0,-1 0 1 0 0,1 0-1 0 0,-1 1 1 0 0,1-1 0 0 0,-1 0-1 0 0,1 1 1 0 0,0-1-1 0 0,-1 1 1 0 0,1 0 0 0 0,0-1-1 0 0,0 1 1 0 0,-1 0 0 0 0,1 0-1 0 0,0 0 1 0 0,0 0-1 0 0,0 0 1 0 0,0 0 0 0 0,0 0-1 0 0,0 0 1 0 0,0 0-1 0 0,1 0 1 0 0,-1 1 0 0 0,0-1-1 0 0,0 0 1 0 0,1 1-1 0 0,-1-1 1 0 0,1 0 0 0 0,0 1-1 0 0,-1-1 1 0 0,1 3-1 0 0,-1-2 7 0 0,1 1 0 0 0,0-1 0 0 0,0 0 0 0 0,0 0 0 0 0,0 1 0 0 0,0-1 0 0 0,0 0-1 0 0,1 1 1 0 0,-1-1 0 0 0,1 0 0 0 0,0 0 0 0 0,-1 0 0 0 0,1 0 0 0 0,0 0 0 0 0,0 0-1 0 0,1 0 1 0 0,-1 0 0 0 0,0 0 0 0 0,0 0 0 0 0,1 0 0 0 0,2 2 0 0 0,8 3-54 0 0,1 0 1 0 0,-1-1-1 0 0,1 0 1 0 0,0-1-1 0 0,0 0 1 0 0,1-1-1 0 0,0-1 1 0 0,-1 0-1 0 0,18 1 1 0 0,-8-3-4910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4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21 5065 0 0,'-7'-6'-1007'0'0,"-11"-9"8795"0"0,26 27-4301 0 0,103 108 1418 0 0,-78-88-4391 0 0,-1 3 0 0 0,41 56-1 0 0,-54-61-348 0 0,-2 0 0 0 0,-1 2-1 0 0,-1 0 1 0 0,-2 1 0 0 0,16 64-1 0 0,-11-13-1090 0 0,10 108-1 0 0,-22-127-6568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5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66 10594 0 0,'-4'-9'499'0'0,"-6"-25"68"0"0,9 15 3662 0 0,1 18-4141 0 0,0 1 1 0 0,1 0 0 0 0,-1 0-1 0 0,0-1 1 0 0,1 1 0 0 0,-1 0 0 0 0,0 0-1 0 0,1 0 1 0 0,-1-1 0 0 0,0 1-1 0 0,1 0 1 0 0,-1 0 0 0 0,1 0-1 0 0,-1 0 1 0 0,0 0 0 0 0,1 0-1 0 0,-1 0 1 0 0,1 0 0 0 0,-1 0 0 0 0,0 0-1 0 0,1 0 1 0 0,-1 0 0 0 0,1 0-1 0 0,-1 0 1 0 0,0 0 0 0 0,1 0-1 0 0,-1 1 1 0 0,1-1 0 0 0,-1 0-1 0 0,0 0 1 0 0,1 0 0 0 0,-1 1 0 0 0,0-1-1 0 0,1 0 1 0 0,-1 0 0 0 0,0 1-1 0 0,0-1 1 0 0,1 0 0 0 0,-1 0-1 0 0,1 1 1 0 0,14 12 684 0 0,-7-3-582 0 0,0 0 1 0 0,-1 0-1 0 0,0 1 1 0 0,-1 0-1 0 0,0 1 1 0 0,6 14-1 0 0,21 78 372 0 0,-21-66-365 0 0,-5-15-409 0 0,14 45 389 0 0,30 66-1 0 0,-42-114-842 0 0,1 0 0 0 0,1-1 0 0 0,0 0 0 0 0,2-1 0 0 0,0 0 1 0 0,1-1-1 0 0,27 25 0 0 0,-23-27-5733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5.4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9 153 11522 0 0,'-9'0'1020'0'0,"10"-5"-205"0"0,17-13 288 0 0,33-17-402 0 0,79-47-5421 0 0,-105 69 3225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5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78 6913 0 0,'-1'0'242'0'0,"-1"0"-1"0"0,1 0 1 0 0,-1 0-1 0 0,1 0 0 0 0,-1 0 1 0 0,1 1-1 0 0,0-1 1 0 0,-1 0-1 0 0,1 1 0 0 0,0-1 1 0 0,-1 1-1 0 0,1 0 1 0 0,0-1-1 0 0,0 1 0 0 0,-1 0 1 0 0,1 0-1 0 0,0 0 0 0 0,0 0 1 0 0,0 0-1 0 0,0 0 1 0 0,0 0-1 0 0,0 0 0 0 0,-1 3 1 0 0,1-1 122 0 0,-1 0 0 0 0,1 0 0 0 0,0 0 0 0 0,0 1 0 0 0,1-1 0 0 0,-1 1 0 0 0,1-1 0 0 0,-1 1 0 0 0,1 5 0 0 0,1 3 195 0 0,0 1-1 0 0,1-1 0 0 0,1 0 0 0 0,6 21 1 0 0,-5-24-455 0 0,0 0 0 0 0,0-1 0 0 0,1 1 0 0 0,0-1 0 0 0,0 0 0 0 0,1 0 0 0 0,0-1-1 0 0,0 1 1 0 0,1-1 0 0 0,0-1 0 0 0,1 1 0 0 0,-1-1 0 0 0,1-1 0 0 0,0 1 0 0 0,0-1 0 0 0,1-1 0 0 0,0 0 0 0 0,-1 0 0 0 0,2 0 0 0 0,-1-1 0 0 0,0 0 0 0 0,0-1 0 0 0,15 2 0 0 0,-21-5-131 0 0,1 1 0 0 0,-1 0 0 0 0,0-1 0 0 0,0 0 0 0 0,1 0 1 0 0,-1 0-1 0 0,0 0 0 0 0,0 0 0 0 0,0-1 0 0 0,0 1 0 0 0,0-1 0 0 0,0 0 0 0 0,-1 0 0 0 0,1 0 0 0 0,-1 0 0 0 0,1 0 1 0 0,-1-1-1 0 0,0 1 0 0 0,0-1 0 0 0,0 1 0 0 0,0-1 0 0 0,0 0 0 0 0,0 0 0 0 0,-1 0 0 0 0,1 0 0 0 0,0-4 0 0 0,5-10-237 0 0,-1-1 0 0 0,-1 1 0 0 0,5-27 0 0 0,-9 37 211 0 0,4-23-299 0 0,0-54 0 0 0,-1 4-233 0 0,-4 80 550 0 0,0 0 1 0 0,0-1-1 0 0,0 1 0 0 0,0 0 0 0 0,0-1 0 0 0,0 1 1 0 0,0 0-1 0 0,0-1 0 0 0,0 1 0 0 0,0 0 0 0 0,1-1 0 0 0,-1 1 1 0 0,0 0-1 0 0,0-1 0 0 0,0 1 0 0 0,0 0 0 0 0,0 0 1 0 0,1-1-1 0 0,-1 1 0 0 0,0 0 0 0 0,0 0 0 0 0,0-1 0 0 0,1 1 1 0 0,-1 0-1 0 0,0 0 0 0 0,0 0 0 0 0,1-1 0 0 0,-1 1 0 0 0,0 0 1 0 0,0 0-1 0 0,1 0 0 0 0,-1 0 0 0 0,0 0 0 0 0,1-1 1 0 0,-1 1-1 0 0,0 0 0 0 0,1 0 0 0 0,-1 0 0 0 0,0 0 0 0 0,0 0 1 0 0,1 0-1 0 0,-1 0 0 0 0,0 0 0 0 0,1 0 0 0 0,16 12-1080 0 0,10 20-318 0 0,-12-11-186 0 0,34 34 1 0 0,-34-40 855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6.4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2 294 6913 0 0,'-1'-1'110'0'0,"1"1"-1"0"0,0-1 0 0 0,0 0 0 0 0,0 1 1 0 0,-1-1-1 0 0,1 0 0 0 0,0 1 0 0 0,0-1 1 0 0,0 0-1 0 0,0 1 0 0 0,0-1 0 0 0,0 0 1 0 0,0 1-1 0 0,0-1 0 0 0,1 0 0 0 0,-1 1 1 0 0,0-1-1 0 0,0 0 0 0 0,0 1 0 0 0,1-1 0 0 0,-1 1 1 0 0,0-1-1 0 0,1 0 0 0 0,-1 1 0 0 0,1-1 1 0 0,-1 1-1 0 0,0-1 0 0 0,1 1 0 0 0,-1-1 1 0 0,1 1-1 0 0,0-1 0 0 0,-1 1 0 0 0,2-1 1 0 0,18-14 2425 0 0,-17 14-2370 0 0,0 0 1 0 0,0 0 0 0 0,0 0-1 0 0,0 0 1 0 0,0 1 0 0 0,0-1-1 0 0,0 1 1 0 0,0 0 0 0 0,0 0-1 0 0,0 0 1 0 0,0 0 0 0 0,1 1-1 0 0,-1-1 1 0 0,0 1 0 0 0,0-1-1 0 0,4 3 1 0 0,-1-1-3 0 0,-1 1 1 0 0,-1 0 0 0 0,1 0-1 0 0,0 0 1 0 0,-1 1-1 0 0,0-1 1 0 0,1 1-1 0 0,4 7 1 0 0,5 6 433 0 0,-2 1 1 0 0,0 0 0 0 0,15 34-1 0 0,-24-47-386 0 0,-24-28 1280 0 0,14 11-1409 0 0,1 1-1 0 0,1-2 1 0 0,0 1-1 0 0,1 0 1 0 0,0-1-1 0 0,1 0 1 0 0,0 0-1 0 0,1 0 1 0 0,0 0-1 0 0,1-20 1 0 0,1 15-497 0 0,1 0-1 0 0,0 0 1 0 0,2 1 0 0 0,0-1-1 0 0,1 1 1 0 0,0-1 0 0 0,10-21-1 0 0,9-2-5953 0 0,-9 24 847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7.1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8754 0 0,'0'0'32'0'0,"0"0"1"0"0,0-1-1 0 0,0 1 1 0 0,0 0-1 0 0,0 0 0 0 0,0-1 1 0 0,0 1-1 0 0,0 0 1 0 0,0 0-1 0 0,0 0 0 0 0,0-1 1 0 0,0 1-1 0 0,1 0 1 0 0,-1 0-1 0 0,0-1 0 0 0,0 1 1 0 0,0 0-1 0 0,0 0 1 0 0,0 0-1 0 0,0-1 0 0 0,1 1 1 0 0,-1 0-1 0 0,0 0 1 0 0,0 0-1 0 0,0 0 1 0 0,1 0-1 0 0,-1-1 0 0 0,0 1 1 0 0,0 0-1 0 0,0 0 1 0 0,1 0-1 0 0,-1 0 0 0 0,0 0 1 0 0,0 0-1 0 0,0 0 1 0 0,1 0-1 0 0,-1 0 0 0 0,0 0 1 0 0,0 0-1 0 0,1 0 1 0 0,12 4 1318 0 0,9 12 750 0 0,15 44 979 0 0,-33-51-2869 0 0,1 0 0 0 0,-1-1 0 0 0,1 0 0 0 0,0 0 0 0 0,1 0 0 0 0,0 0 1 0 0,0-1-1 0 0,1 0 0 0 0,0 0 0 0 0,0-1 0 0 0,14 10 0 0 0,-21-16-240 0 0,1 0 1 0 0,-1 0-1 0 0,1 0 0 0 0,-1 0 0 0 0,1 0 1 0 0,-1 0-1 0 0,1 0 0 0 0,-1-1 1 0 0,1 1-1 0 0,-1 0 0 0 0,1 0 0 0 0,-1 0 1 0 0,0 0-1 0 0,1 0 0 0 0,-1-1 1 0 0,1 1-1 0 0,-1 0 0 0 0,1-1 0 0 0,-1 1 1 0 0,0 0-1 0 0,1 0 0 0 0,-1-1 0 0 0,0 1 1 0 0,1-1-1 0 0,-1 1 0 0 0,0 0 1 0 0,0-1-1 0 0,1 1 0 0 0,-1-1 0 0 0,0 1 1 0 0,0-1-1 0 0,0 1 0 0 0,1-1 0 0 0,-1 1 1 0 0,0 0-1 0 0,0-1 0 0 0,0 1 1 0 0,0-1-1 0 0,0 1 0 0 0,0-1 0 0 0,0 0 1 0 0,5-28-677 0 0,-5 22 600 0 0,2-4-140 0 0,15-81-1145 0 0,-15 83 1447 0 0,1-1 0 0 0,0 1-1 0 0,1-1 1 0 0,0 1 0 0 0,0 0 0 0 0,1 1 0 0 0,6-10-1 0 0,-11 17 6 0 0,1 0 0 0 0,0 1 0 0 0,-1-1 0 0 0,1 0 0 0 0,0 0 0 0 0,0 1 0 0 0,-1-1 0 0 0,1 1 0 0 0,0-1 0 0 0,0 0 0 0 0,0 1 0 0 0,0 0 0 0 0,0-1-1 0 0,0 1 1 0 0,0-1 0 0 0,0 1 0 0 0,0 0 0 0 0,0 0 0 0 0,0 0 0 0 0,0 0 0 0 0,0-1 0 0 0,0 1 0 0 0,0 0 0 0 0,2 1 0 0 0,-1-1 53 0 0,0 1-1 0 0,1 0 1 0 0,-1 0 0 0 0,0 0 0 0 0,0 0 0 0 0,1 0-1 0 0,-1 1 1 0 0,0-1 0 0 0,0 1 0 0 0,2 1 0 0 0,6 7 201 0 0,-1 0 1 0 0,0 1-1 0 0,7 12 1 0 0,-9-14-336 0 0,40 41-546 0 0,-30-34-188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7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162 82 10594 0 0,'-6'0'107'0'0,"1"-1"-1"0"0,-1 1 0 0 0,0 0 0 0 0,0 1 1 0 0,1-1-1 0 0,-1 1 0 0 0,0 0 0 0 0,1 1 1 0 0,-1-1-1 0 0,1 1 0 0 0,0 0 0 0 0,-1 1 1 0 0,1-1-1 0 0,0 1 0 0 0,0 0 1 0 0,1 0-1 0 0,-6 4 0 0 0,5-1 115 0 0,0-1 0 0 0,0 0 0 0 0,0 1 0 0 0,1 0 0 0 0,-1 0 0 0 0,1 1 0 0 0,1-1 1 0 0,-1 1-1 0 0,1 0 0 0 0,1 0 0 0 0,-1 0 0 0 0,-1 8 0 0 0,2-7-92 0 0,0 1 1 0 0,1 0-1 0 0,-1 0 0 0 0,2 0 1 0 0,-1 0-1 0 0,2 0 0 0 0,-1 0 1 0 0,1 0-1 0 0,0 0 0 0 0,1-1 1 0 0,0 1-1 0 0,0 0 0 0 0,1-1 1 0 0,0 1-1 0 0,1-1 0 0 0,0 0 1 0 0,0 0-1 0 0,0 0 1 0 0,1-1-1 0 0,1 0 0 0 0,-1 0 1 0 0,10 10-1 0 0,-6-10-122 0 0,-1-1 0 0 0,1 0 1 0 0,0 0-1 0 0,1-1 0 0 0,-1-1 0 0 0,1 1 1 0 0,0-1-1 0 0,0-1 0 0 0,0 0 0 0 0,1 0 0 0 0,-1-1 1 0 0,1-1-1 0 0,0 0 0 0 0,19 0 0 0 0,-24-1-12 0 0,1-1 0 0 0,-1 1-1 0 0,0-1 1 0 0,1-1-1 0 0,-1 1 1 0 0,0-1 0 0 0,0 0-1 0 0,0-1 1 0 0,0 1-1 0 0,0-1 1 0 0,-1 0 0 0 0,1-1-1 0 0,-1 1 1 0 0,0-1-1 0 0,0 0 1 0 0,0-1 0 0 0,0 1-1 0 0,-1-1 1 0 0,0 0-1 0 0,0 0 1 0 0,0 0 0 0 0,-1 0-1 0 0,1-1 1 0 0,-1 1-1 0 0,3-10 1 0 0,-2 1 79 0 0,0 1 1 0 0,-1 0-1 0 0,0-1 0 0 0,-2 0 1 0 0,1 1-1 0 0,-2-1 0 0 0,1 0 1 0 0,-2 0-1 0 0,0 1 0 0 0,-1-1 1 0 0,0 0-1 0 0,-1 1 0 0 0,-1 0 1 0 0,0-1-1 0 0,-8-18 0 0 0,8 24-223 0 0,1 0-1 0 0,-1 0 0 0 0,-1 0 0 0 0,0 1 0 0 0,0 0 0 0 0,0 0 0 0 0,-1 0 0 0 0,0 0 1 0 0,0 1-1 0 0,0 0 0 0 0,-1 0 0 0 0,0 1 0 0 0,0 0 0 0 0,-1 0 0 0 0,1 1 0 0 0,-1 0 1 0 0,0 0-1 0 0,0 0 0 0 0,0 1 0 0 0,-1 1 0 0 0,1-1 0 0 0,-1 1 0 0 0,0 1 0 0 0,1 0 1 0 0,-11-1-1 0 0,4 4-1616 0 0,2 3-3363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8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39 174 4609 0 0,'0'-1'102'0'0,"0"1"1"0"0,0 0-1 0 0,0-1 1 0 0,-1 1-1 0 0,1 0 1 0 0,0-1-1 0 0,0 1 0 0 0,-1 0 1 0 0,1-1-1 0 0,0 1 1 0 0,0 0-1 0 0,-1-1 1 0 0,1 1-1 0 0,0 0 0 0 0,-1 0 1 0 0,1-1-1 0 0,0 1 1 0 0,-1 0-1 0 0,1 0 1 0 0,-1 0-1 0 0,1 0 0 0 0,0 0 1 0 0,-1-1-1 0 0,1 1 1 0 0,-1 0-1 0 0,1 0 1 0 0,0 0-1 0 0,-1 0 1 0 0,1 0-1 0 0,-1 0 0 0 0,1 0 1 0 0,0 0-1 0 0,-1 0 1 0 0,1 1-1 0 0,-1-1 1 0 0,1 0-1 0 0,0 0 0 0 0,-1 0 1 0 0,1 0-1 0 0,0 1 1 0 0,-1-1-1 0 0,1 0 1 0 0,0 0-1 0 0,-1 0 0 0 0,1 1 1 0 0,0-1-1 0 0,-1 0 1 0 0,1 1-1 0 0,0-1 1 0 0,0 0-1 0 0,-1 1 0 0 0,1-1 1 0 0,0 0-1 0 0,0 1 1 0 0,0-1-1 0 0,-1 0 1 0 0,1 1-1 0 0,0-1 0 0 0,0 1 1 0 0,0-1-1 0 0,0 0 1 0 0,0 1-1 0 0,0-1 1 0 0,0 1-1 0 0,0-1 1 0 0,0 1-1 0 0,-1 35 2784 0 0,10 32-553 0 0,20 79 1 0 0,-5-32-2772 0 0,-24-115 363 0 0,0 1 1 0 0,1-1 0 0 0,-1 1 0 0 0,0 0 0 0 0,0-1-1 0 0,0 1 1 0 0,0-1 0 0 0,0 1 0 0 0,0 0 0 0 0,0-1-1 0 0,0 1 1 0 0,0 0 0 0 0,0-1 0 0 0,0 1 0 0 0,0-1-1 0 0,0 1 1 0 0,0 0 0 0 0,0-1 0 0 0,-1 1 0 0 0,1-1 0 0 0,0 1-1 0 0,0 0 1 0 0,-1-1 0 0 0,0 2 0 0 0,-10-8-1686 0 0,-12-24-1459 0 0,0-24-2030 0 0,9-7 3353 0 0,10 37 3057 0 0,1 0 1 0 0,2-49-1 0 0,1 71-926 0 0,0 0-1 0 0,0-1 0 0 0,0 1 0 0 0,0-1 1 0 0,0 1-1 0 0,1 0 0 0 0,-1 0 0 0 0,1-1 1 0 0,0 1-1 0 0,-1 0 0 0 0,1 0 0 0 0,0 0 1 0 0,0-1-1 0 0,1 1 0 0 0,-1 0 0 0 0,0 1 1 0 0,1-1-1 0 0,-1 0 0 0 0,1 0 0 0 0,0 1 1 0 0,-1-1-1 0 0,1 0 0 0 0,0 1 0 0 0,0 0 1 0 0,3-2-1 0 0,-2 2-24 0 0,1 0 0 0 0,-1 1 0 0 0,0-1 0 0 0,1 1 0 0 0,-1 0 0 0 0,0 0 0 0 0,1 1 0 0 0,-1-1 0 0 0,1 1 0 0 0,-1-1 1 0 0,0 1-1 0 0,0 0 0 0 0,1 0 0 0 0,-1 0 0 0 0,0 1 0 0 0,0-1 0 0 0,4 4 0 0 0,35 20 902 0 0,-25-14-825 0 0,1 0 0 0 0,28 11 0 0 0,-40-19-203 0 0,0-1 0 0 0,0 0-1 0 0,0-1 1 0 0,0 0 0 0 0,0 0 0 0 0,0 0-1 0 0,0-1 1 0 0,0 1 0 0 0,0-2 0 0 0,1 1-1 0 0,-1-1 1 0 0,10-2 0 0 0,-14 3-43 0 0,0-1 1 0 0,-1 0-1 0 0,1 1 1 0 0,-1-1-1 0 0,1 0 1 0 0,-1 0-1 0 0,1 0 0 0 0,-1 0 1 0 0,0 0-1 0 0,1-1 1 0 0,-1 1-1 0 0,0 0 1 0 0,0-1-1 0 0,0 1 1 0 0,0 0-1 0 0,0-1 0 0 0,0 1 1 0 0,-1-1-1 0 0,1 0 1 0 0,0 1-1 0 0,-1-1 1 0 0,1 0-1 0 0,-1 1 1 0 0,0-1-1 0 0,1 0 0 0 0,-1 1 1 0 0,0-1-1 0 0,0 0 1 0 0,0 0-1 0 0,0 1 1 0 0,0-1-1 0 0,-1-2 1 0 0,-1-8 58 0 0,0 0 0 0 0,0 0 0 0 0,-7-18 0 0 0,5 17-97 0 0,-13-47 120 0 0,-2-5-534 0 0,7 21-5560 0 0,5 17-1141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9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186 225 5065 0 0,'-22'6'1315'0'0,"1"1"-1"0"0,-1 1 1 0 0,1 1-1 0 0,1 1 1 0 0,0 0-1 0 0,-35 25 1 0 0,55-35-1250 0 0,0 0 0 0 0,0 0-1 0 0,-1 0 1 0 0,1 0 0 0 0,0 0 0 0 0,-1 0 0 0 0,1 1-1 0 0,0-1 1 0 0,0 0 0 0 0,0 0 0 0 0,-1 0 0 0 0,1 1-1 0 0,0-1 1 0 0,0 0 0 0 0,0 0 0 0 0,-1 0 0 0 0,1 1-1 0 0,0-1 1 0 0,0 0 0 0 0,0 1 0 0 0,0-1 0 0 0,0 0-1 0 0,-1 0 1 0 0,1 1 0 0 0,0-1 0 0 0,0 0 0 0 0,0 1-1 0 0,0-1 1 0 0,0 0 0 0 0,0 0 0 0 0,0 1-1 0 0,0-1 1 0 0,0 0 0 0 0,0 1 0 0 0,0-1 0 0 0,0 0-1 0 0,1 1 1 0 0,-1-1 0 0 0,0 0 0 0 0,0 0 0 0 0,0 1-1 0 0,14 4 1382 0 0,19-4-253 0 0,3-7-773 0 0,0-2-1 0 0,0-1 1 0 0,-1-1 0 0 0,38-17 0 0 0,132-72 121 0 0,28-10-391 0 0,-161 84-762 0 0,21-8-3631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0.0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 10594 0 0,'-2'0'164'0'0,"1"0"0"0"0,0 0 0 0 0,-1 0-1 0 0,1 0 1 0 0,0 0 0 0 0,-1 0 0 0 0,1 0 0 0 0,0 0-1 0 0,-1 0 1 0 0,1 0 0 0 0,0 1 0 0 0,0-1 0 0 0,-1 1-1 0 0,1-1 1 0 0,0 1 0 0 0,0-1 0 0 0,0 1 0 0 0,0 0-1 0 0,0-1 1 0 0,0 1 0 0 0,0 0 0 0 0,0 0-1 0 0,0 0 1 0 0,0 0 0 0 0,0 0 0 0 0,0 0 0 0 0,0 0-1 0 0,1 0 1 0 0,-1 0 0 0 0,0 0 0 0 0,1 1 0 0 0,-1-1-1 0 0,1 0 1 0 0,0 0 0 0 0,-1 1 0 0 0,1-1 0 0 0,0 0-1 0 0,0 1 1 0 0,-1-1 0 0 0,1 0 0 0 0,0 0-1 0 0,0 1 1 0 0,1-1 0 0 0,-1 2 0 0 0,2 7 496 0 0,1-1 0 0 0,-1 1 0 0 0,2-1 0 0 0,-1 1 0 0 0,6 8 0 0 0,0 3-854 0 0,49 175 1667 0 0,-10-29-866 0 0,-37-135-549 0 0,2-2 0 0 0,0 1 0 0 0,22 32-1 0 0,2-12-616 0 0,-18-33-5674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0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168 45 8290 0 0,'0'-2'232'0'0,"1"0"1"0"0,-1 0-1 0 0,0 0 0 0 0,0 0 1 0 0,0 0-1 0 0,0 0 1 0 0,0 0-1 0 0,-1 0 0 0 0,1 0 1 0 0,0 0-1 0 0,-1 0 1 0 0,0 0-1 0 0,1 0 0 0 0,-1 1 1 0 0,0-1-1 0 0,0 0 1 0 0,0 0-1 0 0,-2-2 0 0 0,2 3-112 0 0,1 1-1 0 0,-1-1 0 0 0,1 1 0 0 0,-1-1 1 0 0,1 1-1 0 0,-1 0 0 0 0,1-1 1 0 0,-1 1-1 0 0,1 0 0 0 0,-1-1 0 0 0,0 1 1 0 0,1 0-1 0 0,-1 0 0 0 0,0-1 0 0 0,1 1 1 0 0,-1 0-1 0 0,0 0 0 0 0,1 0 1 0 0,-1 0-1 0 0,0 0 0 0 0,1 0 0 0 0,-2 0 1 0 0,1 1-34 0 0,0-1 0 0 0,0 1 0 0 0,0-1 0 0 0,-1 1 0 0 0,1 0 0 0 0,0-1 1 0 0,0 1-1 0 0,0 0 0 0 0,0 0 0 0 0,0 0 0 0 0,0 0 0 0 0,1 0 0 0 0,-1 0 1 0 0,0 0-1 0 0,0 0 0 0 0,0 1 0 0 0,-9 18 218 0 0,2-1 0 0 0,0 1 0 0 0,1 0 0 0 0,1 1 0 0 0,-5 25 0 0 0,2-6-77 0 0,-49 248 650 0 0,53-240-715 0 0,1 0 0 0 0,3 1 1 0 0,2-1-1 0 0,7 51 0 0 0,-4-77-57 0 0,1 1 0 0 0,1-1 0 0 0,0-1-1 0 0,2 1 1 0 0,1-1 0 0 0,0 0-1 0 0,1-1 1 0 0,20 29 0 0 0,-11-24 29 0 0,1 0 0 0 0,0-2 0 0 0,2 0 0 0 0,1-1 0 0 0,41 30 0 0 0,-19-21-335 0 0,3-2-1 0 0,0-2 1 0 0,2-2 0 0 0,0-2 0 0 0,2-3 0 0 0,91 24 0 0 0,-111-36-1963 0 0,41 4 1 0 0,-43-10-4035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3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7 12899 0 0,'-10'-4'554'0'0,"2"2"1423"0"0,14 7-74 0 0,10 8-1336 0 0,-1 0-1 0 0,-1 1 1 0 0,0 0 0 0 0,-1 2-1 0 0,0-1 1 0 0,-1 1 0 0 0,-1 1 0 0 0,15 30-1 0 0,3 16-515 0 0,25 78 0 0 0,-13-29 75 0 0,4-10-2773 0 0,-32-72-4604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5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0 176 4145 0 0,'1'-6'118'0'0,"-1"0"0"0"0,1 0 1 0 0,1 0-1 0 0,-1 0 0 0 0,1 0 1 0 0,0 1-1 0 0,0-1 0 0 0,1 0 0 0 0,-1 1 1 0 0,1 0-1 0 0,0 0 0 0 0,1 0 1 0 0,-1 0-1 0 0,1 0 0 0 0,0 1 0 0 0,5-5 1 0 0,3-2 584 0 0,0 1 1 0 0,0 1-1 0 0,1 0 1 0 0,0 0-1 0 0,15-6 1 0 0,-23 12-393 0 0,0 1 1 0 0,0 0-1 0 0,0 0 0 0 0,0 0 0 0 0,0 1 1 0 0,0-1-1 0 0,0 1 0 0 0,1 0 1 0 0,-1 1-1 0 0,0 0 0 0 0,1-1 1 0 0,-1 2-1 0 0,7 0 0 0 0,-9-1-167 0 0,0 1 0 0 0,0 0 0 0 0,0 1 0 0 0,0-1 0 0 0,0 0 0 0 0,-1 1-1 0 0,1-1 1 0 0,-1 1 0 0 0,1 0 0 0 0,-1 0 0 0 0,1 0 0 0 0,-1 0 0 0 0,0 0-1 0 0,0 1 1 0 0,0-1 0 0 0,0 1 0 0 0,-1-1 0 0 0,1 1 0 0 0,0-1 0 0 0,-1 1-1 0 0,0 0 1 0 0,0 0 0 0 0,0 0 0 0 0,1 3 0 0 0,0 4-4 0 0,0 0 0 0 0,-1 1 0 0 0,-1-1 1 0 0,1 0-1 0 0,-1 0 0 0 0,-1 0 0 0 0,0 1 0 0 0,-1-1 0 0 0,1 0 1 0 0,-2 0-1 0 0,0-1 0 0 0,0 1 0 0 0,0 0 0 0 0,-8 11 1 0 0,-8 17-286 0 0,-2-2 0 0 0,-29 39 1 0 0,35-54-150 0 0,-35 51-3966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 1 6449 0 0,'-17'16'1264'0'0,"2"1"0"0"0,0 1 1 0 0,0 1-1 0 0,2 0 0 0 0,-13 23 0 0 0,22-34-1127 0 0,0 0 0 0 0,1 0 0 0 0,0 0 0 0 0,0 0 0 0 0,1 0 0 0 0,0 1 0 0 0,0-1 0 0 0,1 1 0 0 0,0-1 0 0 0,0 1 0 0 0,1-1 0 0 0,0 1 0 0 0,1 0 0 0 0,0-1 0 0 0,0 1 0 0 0,1-1 0 0 0,3 11 0 0 0,-3-14-128 0 0,0 0 1 0 0,0-1-1 0 0,0 1 1 0 0,1-1-1 0 0,0 0 1 0 0,-1 0-1 0 0,1 0 1 0 0,1 0 0 0 0,-1 0-1 0 0,1-1 1 0 0,-1 1-1 0 0,1-1 1 0 0,0 0-1 0 0,0 0 1 0 0,0-1 0 0 0,1 1-1 0 0,-1-1 1 0 0,8 3-1 0 0,-5-3 13 0 0,-1 0-1 0 0,1-1 1 0 0,-1 0 0 0 0,1 0-1 0 0,-1 0 1 0 0,1-1-1 0 0,-1 0 1 0 0,1 0-1 0 0,0-1 1 0 0,-1 0-1 0 0,1 0 1 0 0,12-5 0 0 0,-13 4-3 0 0,0 0 1 0 0,0-1 0 0 0,1 0 0 0 0,-2 0 0 0 0,1-1-1 0 0,0 1 1 0 0,-1-1 0 0 0,1-1 0 0 0,-1 1 0 0 0,-1-1-1 0 0,1 0 1 0 0,7-9 0 0 0,-10 10-14 0 0,1 0 0 0 0,-1-1 0 0 0,0 1 0 0 0,0-1 0 0 0,0 1 0 0 0,0-1-1 0 0,-1 0 1 0 0,0 0 0 0 0,0 0 0 0 0,0 0 0 0 0,0 0 0 0 0,-1 0 0 0 0,0 0 0 0 0,0 0 0 0 0,-1 0 0 0 0,1 0 0 0 0,-1 0 0 0 0,-2-7 0 0 0,0 3-125 0 0,0 0 0 0 0,-1 0 1 0 0,-1 0-1 0 0,1 0 1 0 0,-1 1-1 0 0,-1 0 0 0 0,1 0 1 0 0,-1 0-1 0 0,-1 1 0 0 0,-11-11 1 0 0,13 13-106 0 0,0 1 1 0 0,0 0 0 0 0,0 0-1 0 0,-1 0 1 0 0,0 1-1 0 0,0 0 1 0 0,0 0 0 0 0,0 0-1 0 0,0 1 1 0 0,0-1 0 0 0,-1 2-1 0 0,1-1 1 0 0,-1 1-1 0 0,0 0 1 0 0,1 0 0 0 0,-10 1-1 0 0,-2 2-5044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6 5985 0 0,'3'-5'737'0'0,"-10"7"107"0"0,-11 7 241 0 0,1 3-70 0 0,1 2-1 0 0,0-1 0 0 0,-17 21 1 0 0,26-26-701 0 0,1-1 0 0 0,0 1 1 0 0,0 1-1 0 0,1-1 0 0 0,0 1 1 0 0,0 0-1 0 0,1 0 1 0 0,-6 18-1 0 0,10-24-282 0 0,-1 0 1 0 0,1-1-1 0 0,0 1 1 0 0,0 0-1 0 0,0-1 1 0 0,0 1-1 0 0,1 0 1 0 0,-1 0-1 0 0,1-1 1 0 0,-1 1-1 0 0,1-1 1 0 0,0 1-1 0 0,0-1 1 0 0,0 1-1 0 0,0-1 1 0 0,1 1-1 0 0,-1-1 1 0 0,1 0-1 0 0,-1 0 1 0 0,1 0-1 0 0,0 0 1 0 0,0 0-1 0 0,0 0 1 0 0,0 0-1 0 0,0 0 1 0 0,0-1-1 0 0,1 1 1 0 0,-1-1-1 0 0,0 0 1 0 0,6 2-1 0 0,7 4-47 0 0,1 0 0 0 0,1-2 0 0 0,29 7 0 0 0,-26-7 278 0 0,-12-3-198 0 0,0 0 0 0 0,0 1 1 0 0,0 0-1 0 0,0 0 1 0 0,0 1-1 0 0,-1 0 1 0 0,9 6-1 0 0,-14-9-89 0 0,0 1 1 0 0,-1-1-1 0 0,1 1 0 0 0,-1-1 1 0 0,1 1-1 0 0,-1-1 0 0 0,0 1 0 0 0,1 0 1 0 0,-1 0-1 0 0,0 0 0 0 0,0 0 1 0 0,0 0-1 0 0,-1 0 0 0 0,1 0 1 0 0,0 0-1 0 0,-1 0 0 0 0,1 0 0 0 0,-1 0 1 0 0,0 1-1 0 0,0-1 0 0 0,0 0 1 0 0,0 0-1 0 0,0 0 0 0 0,0 0 0 0 0,0 1 1 0 0,-1-1-1 0 0,1 0 0 0 0,-1 0 1 0 0,0 0-1 0 0,1 0 0 0 0,-1 0 1 0 0,-2 2-1 0 0,-5 13-1411 0 0,-3 2-4025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4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0,'8'4'916'0'0,"1"1"0"0"0,-1 0 0 0 0,0 1-1 0 0,0 0 1 0 0,0 0 0 0 0,-1 0 0 0 0,0 1-1 0 0,0 0 1 0 0,-1 1 0 0 0,0-1-1 0 0,0 1 1 0 0,6 13 0 0 0,-7-10-713 0 0,0-1 0 0 0,0 2 0 0 0,4 20 0 0 0,-5-15-1284 0 0,-1 0 0 0 0,0 22 1 0 0,-2-26-201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50 9218 0 0,'-4'-17'408'0'0,"1"9"80"0"0,1 1-392 0 0,0 2-96 0 0,1 2 0 0 0,-2 0 616 0 0,0 2 104 0 0,-1-2 17 0 0,0 0 7 0 0,1 3-888 0 0,2 3-176 0 0,2 1-40 0 0,2 3-8 0 0,1 4 368 0 0,3 3 0 0 0,6 1 0 0 0,0 0 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8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4145 0 0,'9'30'7676'0'0,"1"0"-5102"0"0,51 183 3398 0 0,19-7-8102 0 0,-70-180-4473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1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3 163 2304 0 0,'-1'0'68'0'0,"1"0"0"0"0,0-1 0 0 0,0 1 0 0 0,0-1 0 0 0,-1 1 0 0 0,1 0 0 0 0,0-1 0 0 0,0 1-1 0 0,0-1 1 0 0,0 1 0 0 0,0-1 0 0 0,0 1 0 0 0,0 0 0 0 0,0-1 0 0 0,0 1 0 0 0,0-1-1 0 0,0 1 1 0 0,0-1 0 0 0,0 1 0 0 0,0 0 0 0 0,0-1 0 0 0,0 1 0 0 0,1-1 0 0 0,-1 1-1 0 0,0-1 1 0 0,0 1 0 0 0,1 0 0 0 0,-1-1 0 0 0,0 1 0 0 0,0 0 0 0 0,1-1 0 0 0,-1 1 0 0 0,0 0-1 0 0,1 0 1 0 0,-1-1 0 0 0,0 1 0 0 0,1 0 0 0 0,-1 0 0 0 0,1-1 0 0 0,-1 1 0 0 0,0 0-1 0 0,1 0 1 0 0,-1 0 0 0 0,1 0 0 0 0,19-14 1230 0 0,21-3-722 0 0,1 1 0 0 0,73-18-1 0 0,-65 21 64 0 0,71-29 0 0 0,-117 40-63 0 0,1 0 0 0 0,-1 1 0 0 0,0-1-1 0 0,0 1 1 0 0,1 0 0 0 0,-1 0 0 0 0,1 0 0 0 0,-1 1-1 0 0,8-1 1 0 0,-10 1-378 0 0,0 1-1 0 0,1 0 0 0 0,-1-1 0 0 0,0 1 0 0 0,-1 0 1 0 0,1 0-1 0 0,0 0 0 0 0,0 0 0 0 0,0 0 0 0 0,0 0 1 0 0,-1 0-1 0 0,1 1 0 0 0,-1-1 0 0 0,1 1 1 0 0,-1-1-1 0 0,1 1 0 0 0,-1 0 0 0 0,0-1 0 0 0,0 1 1 0 0,0 0-1 0 0,0 0 0 0 0,1 2 0 0 0,12 25 471 0 0,13 25-3001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97 10138 0 0,'-8'-13'425'0'0,"-12"-27"769"0"0,19 38-1015 0 0,0 1-1 0 0,1-1 1 0 0,-1 0 0 0 0,1 0-1 0 0,-1 1 1 0 0,1-1 0 0 0,0 0 0 0 0,0 0-1 0 0,0 0 1 0 0,0 0 0 0 0,0 1 0 0 0,0-1-1 0 0,0 0 1 0 0,1 0 0 0 0,-1 0-1 0 0,1 1 1 0 0,-1-1 0 0 0,1 0 0 0 0,1-2-1 0 0,-2 3-145 0 0,1 1-1 0 0,-1-1 0 0 0,1 1 1 0 0,-1 0-1 0 0,1-1 1 0 0,-1 1-1 0 0,1 0 0 0 0,-1-1 1 0 0,1 1-1 0 0,-1 0 1 0 0,1 0-1 0 0,0-1 0 0 0,-1 1 1 0 0,1 0-1 0 0,-1 0 1 0 0,1 0-1 0 0,0 0 0 0 0,-1 0 1 0 0,1 0-1 0 0,0 0 0 0 0,-1 0 1 0 0,1 0-1 0 0,-1 0 1 0 0,1 0-1 0 0,0 0 0 0 0,-1 1 1 0 0,1-1-1 0 0,-1 0 1 0 0,1 0-1 0 0,0 1 0 0 0,-1-1 1 0 0,1 0-1 0 0,-1 1 1 0 0,1-1-1 0 0,-1 0 0 0 0,1 1 1 0 0,-1-1-1 0 0,0 1 1 0 0,1-1-1 0 0,-1 1 0 0 0,1-1 1 0 0,-1 1-1 0 0,1 0 1 0 0,16 23-1820 0 0,-10-9-3621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1 197 6913 0 0,'18'-5'12248'0'0,"-8"10"-11971"0"0,0 0-1 0 0,-1 1 0 0 0,0 0 0 0 0,1 1 0 0 0,10 10 0 0 0,-12-10-71 0 0,0 0-1 0 0,1 0 0 0 0,-1-1 1 0 0,1 0-1 0 0,1-1 0 0 0,-1 0 1 0 0,15 6-1 0 0,-23-11-203 0 0,1 0 0 0 0,-1 0 1 0 0,0 0-1 0 0,0 0 0 0 0,0 0 1 0 0,0 0-1 0 0,0 0 0 0 0,0 0 1 0 0,0 0-1 0 0,0-1 0 0 0,0 1 0 0 0,0 0 1 0 0,0-1-1 0 0,0 1 0 0 0,0-1 1 0 0,0 1-1 0 0,0-1 0 0 0,0 1 1 0 0,0-1-1 0 0,0 0 0 0 0,0 1 0 0 0,-1-1 1 0 0,1 0-1 0 0,0 0 0 0 0,0 0 1 0 0,-1 0-1 0 0,1 1 0 0 0,-1-1 1 0 0,1 0-1 0 0,-1 0 0 0 0,1 0 1 0 0,-1 0-1 0 0,0 0 0 0 0,1-1 0 0 0,-1-1 1 0 0,10-47 80 0 0,-8 34-59 0 0,1-2-136 0 0,20-85 53 0 0,-19 90-831 0 0,1 1 0 0 0,0 0 0 0 0,9-15 0 0 0,-2 9-6022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0 101 2761 0 0,'1'1'85'0'0,"0"0"0"0"0,0 0 0 0 0,1 0 0 0 0,-1-1 0 0 0,0 1 1 0 0,0-1-1 0 0,1 1 0 0 0,-1-1 0 0 0,0 1 0 0 0,0-1 0 0 0,1 0 1 0 0,-1 1-1 0 0,0-1 0 0 0,1 0 0 0 0,-1 0 0 0 0,1 0 0 0 0,-1 0 1 0 0,0 0-1 0 0,1 0 0 0 0,-1-1 0 0 0,0 1 0 0 0,1 0 0 0 0,-1-1 1 0 0,0 1-1 0 0,0-1 0 0 0,1 1 0 0 0,-1-1 0 0 0,0 0 0 0 0,0 1 1 0 0,0-1-1 0 0,0 0 0 0 0,0 0 0 0 0,0 0 0 0 0,0 0 1 0 0,0 0-1 0 0,0 0 0 0 0,1-1 0 0 0,1-1 195 0 0,0-1 1 0 0,0 1-1 0 0,-1 0 0 0 0,1-1 1 0 0,-1 0-1 0 0,0 1 0 0 0,0-1 1 0 0,0 0-1 0 0,0 0 0 0 0,1-7 1 0 0,-3 8-150 0 0,0 1 1 0 0,1 0 0 0 0,-2 0 0 0 0,1-1 0 0 0,0 1 0 0 0,0 0 0 0 0,-1 0 0 0 0,1-1-1 0 0,-1 1 1 0 0,0 0 0 0 0,1 0 0 0 0,-1 0 0 0 0,0 0 0 0 0,0 0 0 0 0,-1 0-1 0 0,1 0 1 0 0,-2-2 0 0 0,2 3-44 0 0,1 1-1 0 0,-1-1 0 0 0,0 1 1 0 0,1-1-1 0 0,-1 1 1 0 0,0-1-1 0 0,0 1 1 0 0,0-1-1 0 0,1 1 1 0 0,-1 0-1 0 0,0-1 0 0 0,0 1 1 0 0,0 0-1 0 0,0 0 1 0 0,0 0-1 0 0,0 0 1 0 0,0 0-1 0 0,1 0 0 0 0,-1 0 1 0 0,0 0-1 0 0,0 0 1 0 0,0 0-1 0 0,0 0 1 0 0,0 0-1 0 0,0 1 0 0 0,1-1 1 0 0,-1 0-1 0 0,0 1 1 0 0,0-1-1 0 0,0 0 1 0 0,0 1-1 0 0,1-1 0 0 0,-1 1 1 0 0,0 0-1 0 0,1-1 1 0 0,-1 1-1 0 0,0-1 1 0 0,1 1-1 0 0,-1 0 0 0 0,1 0 1 0 0,-1-1-1 0 0,1 1 1 0 0,-1 0-1 0 0,1 1 1 0 0,-3 1 40 0 0,0 1 0 0 0,1 0 0 0 0,-1-1 0 0 0,1 1 0 0 0,0 0 0 0 0,1 0 0 0 0,-1 1 0 0 0,1-1 0 0 0,-1 0 0 0 0,1 0 0 0 0,0 1 0 0 0,1-1 0 0 0,-1 1 0 0 0,1-1 0 0 0,0 0 0 0 0,0 1 1 0 0,0-1-1 0 0,1 1 0 0 0,0-1 0 0 0,-1 1 0 0 0,1-1 0 0 0,1 0 0 0 0,-1 0 0 0 0,3 6 0 0 0,-1-5-179 0 0,0 0 1 0 0,1 0-1 0 0,-1 0 1 0 0,1-1-1 0 0,0 1 1 0 0,0-1-1 0 0,0 0 0 0 0,1-1 1 0 0,-1 1-1 0 0,1-1 1 0 0,0 1-1 0 0,0-2 1 0 0,0 1-1 0 0,0 0 0 0 0,1-1 1 0 0,-1 0-1 0 0,1 0 1 0 0,7 1-1 0 0,10 1-798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4.4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6 7834 0 0,'-2'-4'5829'0'0,"12"3"-3293"0"0,11 1-559 0 0,-7 3-1674 0 0,-1 1 1 0 0,0 1 0 0 0,0 0-1 0 0,0 1 1 0 0,0 0-1 0 0,-1 1 1 0 0,0 1-1 0 0,-1-1 1 0 0,0 2-1 0 0,0 0 1 0 0,0 0 0 0 0,-1 1-1 0 0,14 17 1 0 0,-5-3-193 0 0,-2 1 0 0 0,0 0 0 0 0,-1 1 0 0 0,-2 1 0 0 0,15 35 0 0 0,-6 3 35 0 0,25 106 1 0 0,0 71-1062 0 0,-47-234 838 0 0,7 38-703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5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60 8754 0 0,'-3'-5'1170'0'0,"0"0"-1"0"0,1 0 1 0 0,-1 0 0 0 0,1-1-1 0 0,0 1 1 0 0,1 0 0 0 0,-1-1 0 0 0,1 0-1 0 0,0-5 1 0 0,1 11-1118 0 0,0 0 1 0 0,1 0-1 0 0,-1 0 0 0 0,0 0 1 0 0,1-1-1 0 0,-1 1 0 0 0,0 0 1 0 0,1 0-1 0 0,-1 0 0 0 0,0 0 1 0 0,1 0-1 0 0,-1 0 0 0 0,0 0 1 0 0,1 0-1 0 0,-1 1 0 0 0,0-1 1 0 0,1 0-1 0 0,-1 0 0 0 0,0 0 1 0 0,1 0-1 0 0,-1 0 0 0 0,0 0 1 0 0,1 1-1 0 0,-1-1 0 0 0,0 0 1 0 0,0 0-1 0 0,1 0 0 0 0,-1 1 1 0 0,0-1-1 0 0,0 0 0 0 0,1 1 1 0 0,-1-1-1 0 0,0 0 0 0 0,0 0 1 0 0,0 1-1 0 0,12 10 174 0 0,-3 2-136 0 0,0 1-1 0 0,-1 0 1 0 0,-1 0 0 0 0,0 0 0 0 0,5 17-1 0 0,23 83 88 0 0,-18-52-112 0 0,-7-30-143 0 0,1 0-1 0 0,17 32 1 0 0,-24-55-344 0 0,0-1 0 0 0,1 1 1 0 0,0-1-1 0 0,1-1 1 0 0,0 1-1 0 0,0-1 1 0 0,0 0-1 0 0,1 0 0 0 0,0-1 1 0 0,0 1-1 0 0,1-2 1 0 0,10 7-1 0 0,-5-8-4118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1 300 4145 0 0,'0'-1'159'0'0,"0"0"-1"0"0,0 0 1 0 0,0 0 0 0 0,1 0-1 0 0,-1-1 1 0 0,0 1 0 0 0,1 0-1 0 0,-1 0 1 0 0,1 0 0 0 0,-1 0 0 0 0,1 0-1 0 0,0 0 1 0 0,-1 0 0 0 0,1 0-1 0 0,0 0 1 0 0,0 0 0 0 0,-1 1-1 0 0,1-1 1 0 0,0 0 0 0 0,0 0-1 0 0,2 0 1 0 0,23-19 2175 0 0,-25 19-2114 0 0,30-18 738 0 0,0 2 0 0 0,1 1 0 0 0,0 1 0 0 0,36-10 1 0 0,-33 13-1971 0 0,1-2 0 0 0,-2-2 1 0 0,45-27-1 0 0,-44 17-1301 0 0,-24 18 1665 0 0,-1 0 0 0 0,1 1 0 0 0,0 0 1 0 0,1 0-1 0 0,26-2 10207 0 0,-29 26-6935 0 0,-8-16-2661 0 0,6 15 845 0 0,0 0-1 0 0,-2 1 1 0 0,6 24 0 0 0,-8-27-627 0 0,1 0 0 0 0,0 0 0 0 0,1 0 0 0 0,1-1 0 0 0,8 15 0 0 0,-12-23-206 0 0,1 0 1 0 0,0-1-1 0 0,0 1 1 0 0,1-1-1 0 0,-1 0 1 0 0,1 0-1 0 0,0 0 1 0 0,0-1-1 0 0,0 1 1 0 0,5 2 0 0 0,-7-5-31 0 0,1 0 1 0 0,-1-1 0 0 0,0 1 0 0 0,0-1 0 0 0,0 1-1 0 0,1-1 1 0 0,-1 0 0 0 0,0 0 0 0 0,0 0 0 0 0,1 0-1 0 0,-1 0 1 0 0,0 0 0 0 0,0-1 0 0 0,0 1 0 0 0,1-1-1 0 0,-1 0 1 0 0,0 1 0 0 0,0-1 0 0 0,0 0 0 0 0,0 0-1 0 0,0-1 1 0 0,0 1 0 0 0,0 0 0 0 0,-1 0 0 0 0,1-1 0 0 0,2-2-1 0 0,14-11-527 0 0,-2-1 1 0 0,0 0-1 0 0,19-25 0 0 0,-30 34 560 0 0,0 1 0 0 0,0-2 0 0 0,-1 1 0 0 0,0 0 0 0 0,0-1 0 0 0,-1 0 0 0 0,0 0 0 0 0,0 0 0 0 0,-1 0 0 0 0,0-1-1 0 0,0 1 1 0 0,0-11 0 0 0,-3 3 306 0 0,0-14 2250 0 0,0 30-2515 0 0,1 0-1 0 0,0 0 1 0 0,0 0 0 0 0,0 0-1 0 0,0 0 1 0 0,1 0-1 0 0,-1-1 1 0 0,0 1 0 0 0,0 0-1 0 0,0 0 1 0 0,0 0 0 0 0,0 0-1 0 0,0 0 1 0 0,0 0-1 0 0,0 0 1 0 0,0 0 0 0 0,0 0-1 0 0,0-1 1 0 0,0 1 0 0 0,0 0-1 0 0,0 0 1 0 0,0 0 0 0 0,0 0-1 0 0,0 0 1 0 0,1 0-1 0 0,-1 0 1 0 0,0 0 0 0 0,0 0-1 0 0,0 0 1 0 0,0 0 0 0 0,0 0-1 0 0,0 0 1 0 0,0 0 0 0 0,0 0-1 0 0,1 0 1 0 0,-1 0-1 0 0,0 0 1 0 0,0 0 0 0 0,0 0-1 0 0,0 0 1 0 0,0 0 0 0 0,0 0-1 0 0,0 0 1 0 0,0 0 0 0 0,1 0-1 0 0,-1 0 1 0 0,0 0-1 0 0,0 0 1 0 0,0 0 0 0 0,0 0-1 0 0,0 0 1 0 0,0 0 0 0 0,0 0-1 0 0,0 0 1 0 0,1 0-1 0 0,-1 0 1 0 0,0 0 0 0 0,0 0-1 0 0,0 1 1 0 0,10 14 288 0 0,-7-10-244 0 0,3 6 108 0 0,0-1 1 0 0,14 20 0 0 0,-17-27-318 0 0,0-1 0 0 0,-1 1 0 0 0,1 0 0 0 0,0-1-1 0 0,0 0 1 0 0,0 1 0 0 0,0-1 0 0 0,1-1 0 0 0,-1 1 0 0 0,1 0 0 0 0,-1-1 0 0 0,1 0 0 0 0,6 2 0 0 0,5-1-1308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6.0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77 5529 0 0,'11'5'8400'0'0,"3"0"-4202"0"0,-4-2-3803 0 0,0 1 0 0 0,-1 0 1 0 0,1 1-1 0 0,-1 0 0 0 0,9 6 0 0 0,-6-1-57 0 0,-1 0 0 0 0,0 0 1 0 0,16 21-1 0 0,-23-26-307 0 0,1 1 0 0 0,-2 0 0 0 0,1 0 0 0 0,-1 0 0 0 0,0 0 0 0 0,0 1 0 0 0,0-1 0 0 0,-1 1 1 0 0,0 0-1 0 0,1 9 0 0 0,-3-16-17 0 0,1 1 1 0 0,-1-1-1 0 0,0 1 1 0 0,0-1-1 0 0,0 1 1 0 0,0-1-1 0 0,0 1 1 0 0,0-1-1 0 0,0 1 1 0 0,0-1-1 0 0,0 1 1 0 0,0-1-1 0 0,0 1 1 0 0,0-1-1 0 0,0 1 1 0 0,0-1-1 0 0,-1 1 1 0 0,1-1-1 0 0,0 1 1 0 0,0-1-1 0 0,-1 1 0 0 0,1-1 1 0 0,0 0-1 0 0,0 1 1 0 0,-1-1-1 0 0,1 1 1 0 0,-1-1-1 0 0,1 0 1 0 0,0 1-1 0 0,-1-1 1 0 0,1 0-1 0 0,-1 1 1 0 0,1-1-1 0 0,-1 0 1 0 0,-1 0 16 0 0,1 0 0 0 0,0 0 0 0 0,-1 0 0 0 0,1 0 0 0 0,0-1 0 0 0,-1 1 0 0 0,1 0 0 0 0,0-1 0 0 0,-1 1 0 0 0,1-1 0 0 0,0 0 0 0 0,-2-1 0 0 0,-2-1 43 0 0,0-1 1 0 0,0 0-1 0 0,0 1 0 0 0,1-2 1 0 0,-7-7-1 0 0,8 6-60 0 0,0 0 1 0 0,0-1-1 0 0,0 1 1 0 0,1-1-1 0 0,0 1 1 0 0,1-1-1 0 0,-1 0 1 0 0,1 0-1 0 0,1 0 1 0 0,-1 0-1 0 0,1 0 0 0 0,0 0 1 0 0,2-8-1 0 0,0 0-431 0 0,1 1 0 0 0,0 0-1 0 0,1 1 1 0 0,0-1 0 0 0,11-19-1 0 0,0 2-7242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7.7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47 5985 0 0,'8'0'936'0'0,"-1"0"0"0"0,1 0 0 0 0,0 1 0 0 0,-1 0 0 0 0,1 0 0 0 0,12 5 0 0 0,-16-5-666 0 0,-1 1 0 0 0,0 0 0 0 0,1 0 0 0 0,-1 0-1 0 0,0 1 1 0 0,0-1 0 0 0,0 1 0 0 0,-1-1 0 0 0,1 1-1 0 0,-1 0 1 0 0,1 0 0 0 0,-1 1 0 0 0,0-1 0 0 0,0 0-1 0 0,2 5 1 0 0,5 11-25 0 0,20 38 46 0 0,-27-54-320 0 0,0 0-1 0 0,0 0 1 0 0,0 0-1 0 0,1 0 1 0 0,-1-1-1 0 0,1 1 1 0 0,-1-1-1 0 0,1 1 1 0 0,0-1-1 0 0,0 0 1 0 0,0 0-1 0 0,0 0 0 0 0,7 2 1 0 0,-10-4 9 0 0,1 0 1 0 0,0 0-1 0 0,0 0 1 0 0,0 0-1 0 0,-1 0 1 0 0,1 0-1 0 0,0 0 1 0 0,0-1-1 0 0,0 1 1 0 0,-1 0-1 0 0,1-1 1 0 0,0 1-1 0 0,0 0 1 0 0,-1-1-1 0 0,1 1 0 0 0,0-1 1 0 0,-1 1-1 0 0,1-1 1 0 0,0 1-1 0 0,-1-1 1 0 0,1 1-1 0 0,-1-1 1 0 0,1 0-1 0 0,-1 1 1 0 0,1-1-1 0 0,-1 0 1 0 0,0 1-1 0 0,1-1 1 0 0,-1 0-1 0 0,0 0 0 0 0,1 1 1 0 0,-1-1-1 0 0,0 0 1 0 0,0 0-1 0 0,0 0 1 0 0,0 1-1 0 0,0-2 1 0 0,5-38 476 0 0,-4 32-232 0 0,0 1-41 0 0,0-7 250 0 0,0-1 0 0 0,2 1 0 0 0,0 0-1 0 0,6-19 1 0 0,-8 30-377 0 0,0 0-1 0 0,0 1 1 0 0,1-1-1 0 0,-1 0 0 0 0,1 0 1 0 0,-1 1-1 0 0,1-1 1 0 0,0 1-1 0 0,0 0 1 0 0,0-1-1 0 0,0 1 1 0 0,0 0-1 0 0,1 0 1 0 0,-1 0-1 0 0,1 1 1 0 0,-1-1-1 0 0,1 0 0 0 0,0 1 1 0 0,-1 0-1 0 0,1 0 1 0 0,0-1-1 0 0,0 2 1 0 0,0-1-1 0 0,0 0 1 0 0,0 1-1 0 0,0-1 1 0 0,4 1-1 0 0,-3 0-13 0 0,0 1 0 0 0,-1-1 0 0 0,1 1 0 0 0,0 0-1 0 0,-1 0 1 0 0,1 1 0 0 0,-1-1 0 0 0,1 1 0 0 0,-1 0 0 0 0,0 0 0 0 0,0 0 0 0 0,0 0-1 0 0,0 0 1 0 0,0 1 0 0 0,0-1 0 0 0,3 5 0 0 0,6 7-257 0 0,0 1 0 0 0,10 19 0 0 0,-2-6-1388 0 0,-1-3-5371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8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66 5065 0 0,'-2'-5'396'0'0,"0"-1"1"0"0,0 1-1 0 0,0 0 0 0 0,-1 0 1 0 0,0 0-1 0 0,0 0 0 0 0,-1 1 1 0 0,1-1-1 0 0,-7-6 0 0 0,9 10-245 0 0,0 0-1 0 0,0 1 1 0 0,0-1-1 0 0,0 0 1 0 0,-1 0-1 0 0,1 0 1 0 0,0 1-1 0 0,0-1 1 0 0,0 1-1 0 0,-1-1 1 0 0,1 1-1 0 0,0-1 1 0 0,0 1-1 0 0,-1 0 1 0 0,1 0-1 0 0,0-1 1 0 0,-1 1-1 0 0,1 0 1 0 0,0 0-1 0 0,-1 0 1 0 0,1 0-1 0 0,0 1 1 0 0,-1-1-1 0 0,1 0 1 0 0,0 1-1 0 0,-1-1 1 0 0,1 0-1 0 0,0 1 1 0 0,0 0-1 0 0,0-1 1 0 0,-1 1-1 0 0,1 0 1 0 0,0-1-1 0 0,0 1 1 0 0,0 0-1 0 0,0 0 1 0 0,0 0-1 0 0,0 0 1 0 0,1 0-1 0 0,-1 0 1 0 0,0 0-1 0 0,0 0 1 0 0,1 1-1 0 0,-1-1 1 0 0,0 2-1 0 0,-4 5-19 0 0,1 1 0 0 0,0-1-1 0 0,1 1 1 0 0,0 0-1 0 0,0 0 1 0 0,1 0-1 0 0,0 0 1 0 0,1 0 0 0 0,0 1-1 0 0,1-1 1 0 0,-1 0-1 0 0,2 1 1 0 0,-1-1-1 0 0,1 0 1 0 0,4 16-1 0 0,-3-18-171 0 0,-1-1-1 0 0,2 1 0 0 0,-1 0 1 0 0,1-1-1 0 0,0 0 0 0 0,0 0 1 0 0,0 0-1 0 0,1 0 0 0 0,0 0 1 0 0,0-1-1 0 0,1 1 0 0 0,-1-1 1 0 0,1 0-1 0 0,0-1 0 0 0,1 1 1 0 0,-1-1-1 0 0,1 0 0 0 0,0 0 1 0 0,0-1-1 0 0,0 0 0 0 0,10 4 1 0 0,-2-3-276 0 0,0-1 1 0 0,1 0-1 0 0,-1-1 0 0 0,1-1 1 0 0,0 0-1 0 0,0-1 1 0 0,-1 0-1 0 0,20-4 0 0 0,-26 3 180 0 0,1 0 0 0 0,-1-1-1 0 0,0 0 1 0 0,0 0-1 0 0,0-1 1 0 0,-1 0 0 0 0,1-1-1 0 0,-1 1 1 0 0,1-2-1 0 0,-1 1 1 0 0,0-1 0 0 0,-1 0-1 0 0,1 0 1 0 0,-1-1-1 0 0,0 1 1 0 0,5-8 0 0 0,-9 11 191 0 0,-1 0 1 0 0,0 0 0 0 0,0 0 0 0 0,0 1 0 0 0,0-1 0 0 0,0 0 0 0 0,-1 0 0 0 0,1-1 0 0 0,0 1 0 0 0,-1 0-1 0 0,0 0 1 0 0,1 0 0 0 0,-1 0 0 0 0,0 0 0 0 0,0 0 0 0 0,0-1 0 0 0,-1 1 0 0 0,1 0 0 0 0,-1-4 0 0 0,-1 3 90 0 0,1-1 1 0 0,-1 0-1 0 0,0 1 1 0 0,0-1 0 0 0,0 1-1 0 0,-1 0 1 0 0,1 0 0 0 0,-1 0-1 0 0,1 0 1 0 0,-5-3 0 0 0,-1-1 156 0 0,-1 0 1 0 0,-1 0 0 0 0,1 1-1 0 0,-1 1 1 0 0,0 0-1 0 0,-19-7 1 0 0,17 8-512 0 0,0 1 0 0 0,0 0 0 0 0,0 1 0 0 0,0 0 0 0 0,-1 1 1 0 0,1 1-1 0 0,-1 0 0 0 0,1 0 0 0 0,0 1 0 0 0,-18 4 0 0 0,9 0-5080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8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53 3681 0 0,'1'3'578'0'0,"1"1"1"0"0,-1-1 0 0 0,1 1-1 0 0,-1-1 1 0 0,1 1 0 0 0,0-1-1 0 0,0 0 1 0 0,1 0-1 0 0,-1 0 1 0 0,1 0 0 0 0,-1 0-1 0 0,1-1 1 0 0,0 1 0 0 0,6 4-1 0 0,18 20 2280 0 0,-21-17-2348 0 0,10 13-4 0 0,-1 2 0 0 0,-2 0-1 0 0,0 0 1 0 0,-2 1 0 0 0,10 30 0 0 0,-28-85-61 0 0,1-1 0 0 0,-3-44 0 0 0,9 63-473 0 0,1 1 0 0 0,1-1 0 0 0,0 1 0 0 0,0 0 0 0 0,1 0 0 0 0,0 0 0 0 0,0 0 0 0 0,9-15 0 0 0,-9 19 76 0 0,0-1-1 0 0,1 1 1 0 0,0 0-1 0 0,0 1 1 0 0,1-1-1 0 0,-1 1 1 0 0,1 0-1 0 0,0 0 1 0 0,1 0-1 0 0,-1 1 1 0 0,1-1-1 0 0,0 1 1 0 0,10-5-1 0 0,-13 8 27 0 0,0 1 1 0 0,0-1-1 0 0,1 1 1 0 0,-1 0-1 0 0,0-1 0 0 0,0 1 1 0 0,0 0-1 0 0,0 1 0 0 0,0-1 1 0 0,0 1-1 0 0,0-1 1 0 0,0 1-1 0 0,0 0 0 0 0,0 0 1 0 0,0 0-1 0 0,0 0 1 0 0,-1 1-1 0 0,1-1 0 0 0,0 1 1 0 0,-1 0-1 0 0,1 0 0 0 0,-1-1 1 0 0,0 2-1 0 0,1-1 1 0 0,-1 0-1 0 0,0 0 0 0 0,2 4 1 0 0,8 9-37 0 0,0 1 1 0 0,-2 0 0 0 0,11 19-1 0 0,-15-25 16 0 0,10 24 49 0 0,-13-25-98 0 0,1-1 0 0 0,0 0 0 0 0,0 0 0 0 0,1 0 1 0 0,11 13-1 0 0,-16-20-19 0 0,1-1 0 0 0,-1 0 1 0 0,0 0-1 0 0,0 0 0 0 0,1 1 1 0 0,-1-1-1 0 0,0 0 0 0 0,1 0 1 0 0,-1 0-1 0 0,0 0 0 0 0,0 0 1 0 0,1 0-1 0 0,-1 0 0 0 0,0 0 1 0 0,1 0-1 0 0,-1 1 0 0 0,0-1 1 0 0,1-1-1 0 0,-1 1 0 0 0,0 0 1 0 0,1 0-1 0 0,-1 0 0 0 0,0 0 0 0 0,1 0 1 0 0,-1 0-1 0 0,0 0 0 0 0,1 0 1 0 0,-1 0-1 0 0,0-1 0 0 0,0 1 1 0 0,1 0-1 0 0,-1 0 0 0 0,0 0 1 0 0,0-1-1 0 0,1 1 0 0 0,-1 0 1 0 0,0-1-1 0 0,9-10-2449 0 0,-8 9 2002 0 0,4-6-1235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6.6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67 167 1376 0 0,'-6'-10'697'0'0,"-1"1"0"0"0,1-1 0 0 0,1-1-1 0 0,-1 1 1 0 0,2-1 0 0 0,-7-19 0 0 0,9 22-218 0 0,-4-7 473 0 0,3 9 29 0 0,1-1-1 0 0,0 1 1 0 0,0-1-1 0 0,0 0 1 0 0,-1-13 1412 0 0,10 35-314 0 0,0 0-1864 0 0,0 0 0 0 0,-2 1 0 0 0,0-1 0 0 0,-1 1 1 0 0,4 31-1 0 0,3 92 238 0 0,-9-88-285 0 0,7 120 414 0 0,28 287 820 0 0,-28-356-1225 0 0,-4 1 0 0 0,-12 152-1 0 0,2 91 364 0 0,14-104-394 0 0,9 115-97 0 0,-12 9 542 0 0,-10-266-420 0 0,5 0 0 0 0,19 150 0 0 0,30 219 827 0 0,-36-339-894 0 0,-7-81-183 0 0,-2 1 0 0 0,-4 92-1 0 0,1-106-2452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7.4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39 152 2761 0 0,'-29'-5'3959'0'0,"20"1"-1541"0"0,25 2-1402 0 0,296-25 2153 0 0,-80 3-1825 0 0,578-10 2494 0 0,-529 32-3848 0 0,705-22 2167 0 0,-427-2-2093 0 0,-397 22 120 0 0,319 35 1 0 0,-349-15 310 0 0,135 22-670 0 0,-265-38 133 0 0,10 3-335 0 0,-1-1-1 0 0,1-1 0 0 0,16 0 0 0 0,-24-1-108 0 0,-1 0 0 0 0,1 0-1 0 0,0-1 1 0 0,-1 0 0 0 0,1 0 0 0 0,-1 0-1 0 0,1 0 1 0 0,-1-1 0 0 0,5-1 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8.0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86 456 0 0,'-5'-2'113'0'0,"-1"0"1"0"0,1 0-1 0 0,0-1 0 0 0,0 0 1 0 0,0 0-1 0 0,0 0 0 0 0,0 0 0 0 0,1-1 1 0 0,-1 0-1 0 0,1 0 0 0 0,-4-4 1 0 0,2 1 738 0 0,0 2 1 0 0,-1-1 0 0 0,-14-9-1 0 0,17 13-63 0 0,0 0 0 0 0,-1 0 0 0 0,0 1 0 0 0,1 0 0 0 0,-1 0 0 0 0,-7-1 0 0 0,10 2-476 0 0,1-1 1 0 0,-1 1-1 0 0,1 0 0 0 0,-1 0 0 0 0,1 0 0 0 0,-1 0 1 0 0,1 0-1 0 0,-1 0 0 0 0,1 1 0 0 0,-1-1 0 0 0,1 0 0 0 0,-1 1 1 0 0,1-1-1 0 0,0 1 0 0 0,-1 0 0 0 0,1-1 0 0 0,0 1 1 0 0,-1 0-1 0 0,1 0 0 0 0,0 0 0 0 0,0 0 0 0 0,0 0 0 0 0,0 0 1 0 0,0 0-1 0 0,-1 2 0 0 0,2-3-230 0 0,0 1 1 0 0,0 0-1 0 0,0 0 1 0 0,0-1-1 0 0,0 1 1 0 0,0 0-1 0 0,0 0 0 0 0,1-1 1 0 0,-1 1-1 0 0,0 0 1 0 0,0-1-1 0 0,1 1 0 0 0,-1 0 1 0 0,1 0-1 0 0,-1-1 1 0 0,0 1-1 0 0,1-1 0 0 0,-1 1 1 0 0,1-1-1 0 0,0 1 1 0 0,-1-1-1 0 0,1 1 1 0 0,-1-1-1 0 0,1 1 0 0 0,1 0 1 0 0,23 15 271 0 0,-18-11-110 0 0,14 9-31 0 0,37 17 0 0 0,-45-25-210 0 0,0 0-1 0 0,0 1 1 0 0,-1 0-1 0 0,0 1 1 0 0,-1 0-1 0 0,0 1 1 0 0,0 0 0 0 0,-1 1-1 0 0,13 14 1 0 0,-22-21 16 0 0,1 1 1 0 0,0-1-1 0 0,-1 1 1 0 0,0-1 0 0 0,0 1-1 0 0,0-1 1 0 0,0 1-1 0 0,0 0 1 0 0,-1-1 0 0 0,0 1-1 0 0,1 0 1 0 0,-2 0-1 0 0,1-1 1 0 0,0 1 0 0 0,-1 0-1 0 0,1-1 1 0 0,-1 1-1 0 0,0 0 1 0 0,0-1 0 0 0,-1 1-1 0 0,1-1 1 0 0,-1 1-1 0 0,0-1 1 0 0,0 0-1 0 0,-2 4 1 0 0,-8 10 149 0 0,-1 0 1 0 0,0 0-1 0 0,-19 17 0 0 0,20-21-154 0 0,-95 107 174 0 0,65-65-2608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9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1088 2761 0 0,'-1'-3'12410'0'0,"-7"-13"-11940"0"0,2-1 0 0 0,0 1 1 0 0,0-2-1 0 0,2 1 0 0 0,0 0 0 0 0,1-1 0 0 0,-1-19 0 0 0,1-14 271 0 0,4-67 0 0 0,6-224 782 0 0,1 222-1354 0 0,-3 68-160 0 0,-2-69 1 0 0,-10 68-18 0 0,-1-11-1857 0 0,8 64 1787 0 0,0-1 1 0 0,0 1-1 0 0,0 0 0 0 0,0 0 0 0 0,0-1 0 0 0,0 1 0 0 0,0 0 0 0 0,0-1 0 0 0,0 1 0 0 0,0 0 0 0 0,1-1 0 0 0,-1 1 0 0 0,0 0 1 0 0,0 0-1 0 0,0-1 0 0 0,0 1 0 0 0,0 0 0 0 0,1 0 0 0 0,-1-1 0 0 0,0 1 0 0 0,0 0 0 0 0,0 0 0 0 0,1 0 0 0 0,-1-1 1 0 0,0 1-1 0 0,0 0 0 0 0,1 0 0 0 0,-1 0 0 0 0,0 0 0 0 0,1 0 0 0 0,-1-1 0 0 0,0 1 0 0 0,0 0 0 0 0,1 0 0 0 0,-1 0 1 0 0,0 0-1 0 0,1 0 0 0 0,-1 0 0 0 0,0 0 0 0 0,0 0 0 0 0,1 0 0 0 0,-1 0 0 0 0,0 0 0 0 0,1 0 0 0 0,-1 0 0 0 0,0 1 1 0 0,1-1-1 0 0,-1 0 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9.8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263 112 2745 0 0,'-3'-20'186'0'0,"-6"-31"1837"0"0,-8 11 8491 0 0,-13 88-9889 0 0,-119 176-464 0 0,111-169-320 0 0,37-55 150 0 0,1 1 0 0 0,0 0 0 0 0,-1 0 0 0 0,1-1 0 0 0,-1 1 0 0 0,1 0 0 0 0,-1-1 0 0 0,1 1 0 0 0,-1 0 0 0 0,0-1 0 0 0,1 1 0 0 0,-1-1 0 0 0,0 1 0 0 0,1-1 0 0 0,-1 0 0 0 0,0 1 0 0 0,0-1 0 0 0,1 1 0 0 0,-2-1 0 0 0,-1-10-201 0 0,8-27 124 0 0,0 21 98 0 0,1-1 0 0 0,0 1 0 0 0,1 1 0 0 0,1-1 0 0 0,1 1 0 0 0,10-14 0 0 0,-15 22 142 0 0,1 1 0 0 0,1-1 0 0 0,-1 1 1 0 0,1 0-1 0 0,0 1 0 0 0,0 0 0 0 0,1 0 0 0 0,0 0 0 0 0,-1 1 0 0 0,2 0 0 0 0,-1 0 0 0 0,0 0 0 0 0,1 1 0 0 0,15-4 1 0 0,-20 7 59 0 0,1-1 1 0 0,0 1 0 0 0,0 0 0 0 0,0 0-1 0 0,0 1 1 0 0,0-1 0 0 0,0 1 0 0 0,0 0-1 0 0,0 0 1 0 0,0 0 0 0 0,-1 0 0 0 0,6 3-1 0 0,44 27 530 0 0,-9-4-628 0 0,35 5-1908 0 0,-44-19-5343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2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12 355 4609 0 0,'0'-16'2008'0'0,"-1"-1"0"0"0,0 1 1 0 0,-1 0-1 0 0,-1 0 0 0 0,-1-21 3393 0 0,28 54-4962 0 0,-10-2-360 0 0,0 0 0 0 0,-1 1 0 0 0,-1 0 0 0 0,17 31 0 0 0,31 76 62 0 0,1 1-133 0 0,-44-95-44 0 0,29 36 0 0 0,-39-56 58 0 0,0 0 0 0 0,1-1 1 0 0,1 1-1 0 0,-1-2 0 0 0,2 1 1 0 0,-1-1-1 0 0,16 9 1 0 0,-23-15-7 0 0,-1 0 1 0 0,1-1-1 0 0,-1 1 1 0 0,1 0 0 0 0,0-1-1 0 0,-1 1 1 0 0,1-1-1 0 0,0 0 1 0 0,0 1 0 0 0,0-1-1 0 0,-1 0 1 0 0,1 0 0 0 0,0 0-1 0 0,0 0 1 0 0,-1 0-1 0 0,1-1 1 0 0,0 1 0 0 0,0 0-1 0 0,-1-1 1 0 0,1 0 0 0 0,0 1-1 0 0,-1-1 1 0 0,1 0-1 0 0,0 0 1 0 0,-1 0 0 0 0,1 0-1 0 0,-1 0 1 0 0,0 0 0 0 0,1 0-1 0 0,-1 0 1 0 0,0-1-1 0 0,0 1 1 0 0,1 0 0 0 0,-1-1-1 0 0,1-2 1 0 0,3-6 176 0 0,0 0 0 0 0,0 0 0 0 0,-1 0 0 0 0,5-20 1 0 0,-3 10-182 0 0,13-48 277 0 0,18-125 1 0 0,-5 16-85 0 0,-20 129-435 0 0,12-62 507 0 0,-17 36-3690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2.7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20 10138 0 0,'-19'-19'8726'0'0,"27"25"-7219"0"0,-4-2-1359 0 0,0 1-1 0 0,0-1 1 0 0,0 1-1 0 0,-1 0 1 0 0,0 1-1 0 0,0-1 1 0 0,0 1-1 0 0,0-1 1 0 0,2 10-1 0 0,14 58 214 0 0,-16-58-251 0 0,8 32-195 0 0,27 136 368 0 0,-22-61-2860 0 0,-16-91-944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3.0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6 131 1840 0 0,'0'-1'37'0'0,"-1"1"0"0"0,0-1 0 0 0,1 0 0 0 0,0 1 0 0 0,-1-1 0 0 0,1 0 0 0 0,-1 1 0 0 0,1-1 0 0 0,0 0 0 0 0,0 0 0 0 0,-1 1 0 0 0,1-1 0 0 0,0 0 0 0 0,0 0 0 0 0,0 1 0 0 0,0-1 0 0 0,0 0 0 0 0,0 0 0 0 0,0 0 0 0 0,0 1 0 0 0,0-1-1 0 0,0 0 1 0 0,0 0 0 0 0,1 0 0 0 0,-1 1 0 0 0,1-2 0 0 0,16-22 1410 0 0,-9 17-810 0 0,0 0 0 0 0,1 0 0 0 0,12-7 0 0 0,-5 6 111 0 0,1 0-1 0 0,0 1 1 0 0,0 1-1 0 0,0 1 1 0 0,1 0-1 0 0,0 1 0 0 0,0 1 1 0 0,0 1-1 0 0,1 0 1 0 0,26 2-1 0 0,-35 0-634 0 0,1 0 0 0 0,-1 1 0 0 0,0 1 0 0 0,0 0 0 0 0,1 0 0 0 0,-1 1 0 0 0,0 0 0 0 0,-1 0 0 0 0,1 1 0 0 0,-1 1 0 0 0,0 0 0 0 0,0 0 0 0 0,0 1 0 0 0,0 0 0 0 0,-1 0 0 0 0,0 1-1 0 0,0 0 1 0 0,-1 0 0 0 0,11 15 0 0 0,-13-14-74 0 0,0 0-1 0 0,-1 1 0 0 0,0 0 0 0 0,0-1 0 0 0,-1 1 0 0 0,-1 0 1 0 0,1 0-1 0 0,-1 1 0 0 0,-1-1 0 0 0,0 0 0 0 0,0 1 0 0 0,-1-1 1 0 0,0 1-1 0 0,0-1 0 0 0,-1 1 0 0 0,-1-1 0 0 0,1 0 0 0 0,-2 0 1 0 0,1 0-1 0 0,-1 0 0 0 0,-7 14 0 0 0,5-12-1 0 0,-1 0 1 0 0,0 0-1 0 0,-1-1 0 0 0,0 0 1 0 0,-1 0-1 0 0,0 0 0 0 0,-1-1 0 0 0,0-1 1 0 0,0 1-1 0 0,-1-1 0 0 0,0-1 1 0 0,0 0-1 0 0,-1 0 0 0 0,0-1 0 0 0,-21 8 1 0 0,6-4-761 0 0,-38 8 1 0 0,2-11-4127 0 0,55-8 3706 0 0,1-1-1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3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285 21 3681 0 0,'-1'-1'181'0'0,"1"0"0"0"0,-1 0 0 0 0,1 0 0 0 0,-1 0 0 0 0,0 0 0 0 0,1 0 0 0 0,-1 0 0 0 0,0 0 0 0 0,0 1 0 0 0,0-1 0 0 0,0 0 1 0 0,0 1-1 0 0,0-1 0 0 0,0 0 0 0 0,0 1 0 0 0,0-1 0 0 0,0 1 0 0 0,0-1 0 0 0,0 1 0 0 0,0 0 0 0 0,0-1 0 0 0,0 1 0 0 0,-3 0 0 0 0,-27-5 3422 0 0,21 6-3272 0 0,0 0-1 0 0,0 1 1 0 0,1 0 0 0 0,-1 1-1 0 0,1 0 1 0 0,0 0-1 0 0,0 1 1 0 0,0 0 0 0 0,0 0-1 0 0,0 1 1 0 0,1 0-1 0 0,-14 12 1 0 0,11-8-121 0 0,0 1-1 0 0,0 0 1 0 0,1 0-1 0 0,0 2 1 0 0,1-1 0 0 0,0 1-1 0 0,-13 24 1 0 0,22-35-209 0 0,-1 0 1 0 0,0 1-1 0 0,1-1 1 0 0,0 0-1 0 0,-1 1 1 0 0,1-1-1 0 0,0 1 1 0 0,0-1-1 0 0,0 0 1 0 0,0 1-1 0 0,0-1 1 0 0,0 1-1 0 0,0-1 1 0 0,0 1-1 0 0,0-1 1 0 0,1 0 0 0 0,-1 1-1 0 0,1-1 1 0 0,-1 0-1 0 0,1 1 1 0 0,-1-1-1 0 0,1 0 1 0 0,0 0-1 0 0,0 1 1 0 0,0-1-1 0 0,0 0 1 0 0,-1 0-1 0 0,2 0 1 0 0,-1 0-1 0 0,0 0 1 0 0,0 0-1 0 0,0 0 1 0 0,0-1-1 0 0,0 1 1 0 0,1 0-1 0 0,-1-1 1 0 0,0 1-1 0 0,1 0 1 0 0,1 0-1 0 0,10 4 22 0 0,0-1 0 0 0,0 0 0 0 0,20 3 0 0 0,-7-1-7 0 0,-16-2 77 0 0,1 0 1 0 0,-1 0-1 0 0,0 1 0 0 0,0 0 1 0 0,-1 1-1 0 0,0 0 1 0 0,0 0-1 0 0,0 1 1 0 0,0 0-1 0 0,12 15 0 0 0,-19-19-59 0 0,0-1-1 0 0,1 1 1 0 0,-1 0-1 0 0,0 0 1 0 0,-1 0-1 0 0,1 0 1 0 0,-1 0-1 0 0,1 0 1 0 0,-1 1-1 0 0,0-1 1 0 0,0 1-1 0 0,0-1 1 0 0,-1 0-1 0 0,1 1 1 0 0,-1-1-1 0 0,0 1 1 0 0,0 0-1 0 0,0-1 1 0 0,0 1-1 0 0,-1-1 1 0 0,1 1-1 0 0,-1-1 1 0 0,0 0-1 0 0,0 1 1 0 0,0-1-1 0 0,0 0 1 0 0,-1 1-1 0 0,0-1 1 0 0,1 0-1 0 0,-1 0 1 0 0,0 0-1 0 0,0-1 1 0 0,-1 1-1 0 0,1 0 1 0 0,0-1-1 0 0,-6 5 1 0 0,-2 1 177 0 0,-1-1 0 0 0,0 0 0 0 0,0 0 0 0 0,0-1 1 0 0,-1 0-1 0 0,0-1 0 0 0,0 0 0 0 0,-1-1 0 0 0,1-1 0 0 0,-1 0 0 0 0,0 0 0 0 0,-15 0 1 0 0,5-6-999 0 0,17-1 3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8.1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22 7834 0 0,'-27'-21'11493'0'0,"27"21"-11441"0"0,8 18 908 0 0,121 293 1409 0 0,-103-245-2349 0 0,3-2 0 0 0,2 0 1 0 0,75 109-1 0 0,-105-171-36 0 0,12 17-59 0 0,-1 0-1 0 0,10 24 1 0 0,-19-37-188 0 0,-1 0 0 0 0,0 0 0 0 0,0 0 0 0 0,0 0 0 0 0,-1 0 0 0 0,0 0 1 0 0,0 0-1 0 0,0 0 0 0 0,-1 1 0 0 0,0-1 0 0 0,0 0 0 0 0,-1 0 1 0 0,-1 7-1 0 0,2-12-53 0 0,-1 0 1 0 0,1 1 0 0 0,-1-1 0 0 0,1 0 0 0 0,-1 0-1 0 0,0 0 1 0 0,1 0 0 0 0,-1 0 0 0 0,0 0 0 0 0,0 0-1 0 0,0 0 1 0 0,0 0 0 0 0,-1 1 0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8.3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62 6793 0 0,'0'0'13'0'0,"-1"0"0"0"0,1 1 0 0 0,0-1 0 0 0,0 0 0 0 0,0 0 0 0 0,0 0 0 0 0,0 0 0 0 0,0 0 0 0 0,0 1 0 0 0,0-1 0 0 0,0 0 0 0 0,0 0-1 0 0,1 0 1 0 0,-1 0 0 0 0,0 1 0 0 0,0-1 0 0 0,0 0 0 0 0,0 0 0 0 0,0 0 0 0 0,0 0 0 0 0,0 0 0 0 0,0 0 0 0 0,0 1 0 0 0,0-1 0 0 0,0 0-1 0 0,1 0 1 0 0,-1 0 0 0 0,0 0 0 0 0,0 0 0 0 0,0 0 0 0 0,0 0 0 0 0,0 0 0 0 0,0 0 0 0 0,1 1 0 0 0,-1-1 0 0 0,0 0 0 0 0,0 0 0 0 0,0 0 0 0 0,0 0-1 0 0,0 0 1 0 0,1 0 0 0 0,-1 0 0 0 0,0 0 0 0 0,0 0 0 0 0,0 0 0 0 0,0 0 0 0 0,1 0 0 0 0,-1 0 0 0 0,15 0 384 0 0,14-5 582 0 0,104-30 3641 0 0,-78 14-5118 0 0,-42 15-4129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8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0,'5'9'695'0'0,"0"1"0"0"0,1 0 0 0 0,0-1 0 0 0,1 0 0 0 0,0-1 0 0 0,0 0 0 0 0,1 0 0 0 0,12 10 0 0 0,5 7 520 0 0,3 4-852 0 0,78 86 893 0 0,-89-94-2024 0 0,-1 2 1 0 0,0-1-1 0 0,20 43 1 0 0,-16-26-5073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9.0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 57 1808 0 0,'-45'0'260'0'0,"42"0"27"0"0,1 0 0 0 0,-1-1 0 0 0,1 1 0 0 0,-1-1 0 0 0,1 1 0 0 0,-1-1 0 0 0,1 0 0 0 0,0 0 0 0 0,-1 0 0 0 0,1 0 0 0 0,0 0 0 0 0,0 0 0 0 0,0-1 0 0 0,0 1 0 0 0,-3-4 0 0 0,5 4-134 0 0,0 1 1 0 0,-1-1-1 0 0,1 0 0 0 0,0 0 0 0 0,0 1 1 0 0,1-1-1 0 0,-1 0 0 0 0,0 0 0 0 0,0 1 1 0 0,0-1-1 0 0,0 0 0 0 0,1 0 0 0 0,-1 1 1 0 0,0-1-1 0 0,1 0 0 0 0,-1 1 0 0 0,1-1 1 0 0,-1 0-1 0 0,0 1 0 0 0,1-1 0 0 0,-1 1 1 0 0,1-1-1 0 0,0 1 0 0 0,-1-1 0 0 0,1 1 1 0 0,-1-1-1 0 0,1 1 0 0 0,0-1 0 0 0,-1 1 1 0 0,1 0-1 0 0,0-1 0 0 0,0 1 0 0 0,-1 0 1 0 0,1 0-1 0 0,1-1 0 0 0,27-9 843 0 0,-19 7-712 0 0,1 1-1 0 0,0 0 0 0 0,0 1 0 0 0,-1 0 0 0 0,1 1 0 0 0,0 0 0 0 0,0 1 0 0 0,18 3 0 0 0,-24-2-252 0 0,-1-1 0 0 0,1 1 0 0 0,-1-1 0 0 0,1 1 0 0 0,-1 1 1 0 0,0-1-1 0 0,0 0 0 0 0,0 1 0 0 0,0 0 0 0 0,0 0 0 0 0,-1 0 0 0 0,1 1 0 0 0,-1-1 0 0 0,0 1 0 0 0,0 0 0 0 0,0 0 0 0 0,-1 0 1 0 0,1 0-1 0 0,-1 0 0 0 0,0 0 0 0 0,3 9 0 0 0,-2-4-106 0 0,-1 0-1 0 0,0 1 1 0 0,0-1 0 0 0,-1 0 0 0 0,0 1 0 0 0,-1-1-1 0 0,0 1 1 0 0,0-1 0 0 0,-1 1 0 0 0,0-1 0 0 0,-1 1-1 0 0,0-1 1 0 0,-1 0 0 0 0,1 0 0 0 0,-2 0 0 0 0,1 0-1 0 0,-1 0 1 0 0,-1-1 0 0 0,0 0 0 0 0,0 0-1 0 0,0 0 1 0 0,-1 0 0 0 0,0-1 0 0 0,-1 0 0 0 0,1 0-1 0 0,-2-1 1 0 0,-7 6 0 0 0,6-6-765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9.5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154 0 5529 0 0,'-4'1'256'0'0,"-1"0"-1"0"0,0 0 1 0 0,0 1-1 0 0,0-1 1 0 0,1 1-1 0 0,-1 0 1 0 0,0 0-1 0 0,1 0 1 0 0,0 1-1 0 0,0 0 1 0 0,0 0-1 0 0,0 0 1 0 0,0 0-1 0 0,0 0 1 0 0,1 1-1 0 0,-1 0 1 0 0,1 0-1 0 0,0 0 1 0 0,1 0-1 0 0,-1 0 1 0 0,0 0-1 0 0,1 1 1 0 0,0-1-1 0 0,-3 10 1 0 0,4-10-211 0 0,0-1 1 0 0,0 1 0 0 0,0-1-1 0 0,1 1 1 0 0,-1 0 0 0 0,1 0 0 0 0,0-1-1 0 0,0 1 1 0 0,0 0 0 0 0,0 0-1 0 0,1-1 1 0 0,0 1 0 0 0,-1 0-1 0 0,4 5 1 0 0,-3-6-36 0 0,0 0-1 0 0,1-1 1 0 0,0 1-1 0 0,-1-1 1 0 0,1 0-1 0 0,0 0 1 0 0,0 1-1 0 0,1-1 1 0 0,-1-1 0 0 0,0 1-1 0 0,1 0 1 0 0,-1 0-1 0 0,1-1 1 0 0,-1 0-1 0 0,1 1 1 0 0,0-1 0 0 0,0 0-1 0 0,-1 0 1 0 0,1-1-1 0 0,6 2 1 0 0,33 4-34 0 0,-19-3-16 0 0,38 9 0 0 0,-56-10 78 0 0,0-1-1 0 0,0 1 1 0 0,0 0-1 0 0,0 0 1 0 0,0 1-1 0 0,-1-1 1 0 0,1 1-1 0 0,-1 0 1 0 0,0 0-1 0 0,0 0 1 0 0,0 1-1 0 0,7 7 1 0 0,-10-10 16 0 0,0 1 0 0 0,0-1 1 0 0,-1 0-1 0 0,1 0 0 0 0,0 1 1 0 0,-1-1-1 0 0,1 1 0 0 0,-1-1 1 0 0,1 1-1 0 0,-1-1 1 0 0,0 1-1 0 0,1-1 0 0 0,-1 1 1 0 0,0-1-1 0 0,0 1 0 0 0,0-1 1 0 0,0 1-1 0 0,0-1 0 0 0,-1 1 1 0 0,1-1-1 0 0,0 1 0 0 0,-1-1 1 0 0,0 3-1 0 0,-1-1 127 0 0,0 0 0 0 0,0 0 1 0 0,0 0-1 0 0,0-1 0 0 0,0 1 0 0 0,-1 0 1 0 0,1-1-1 0 0,-1 1 0 0 0,-5 2 1 0 0,-5 4 432 0 0,-1-1 0 0 0,0-1 1 0 0,-20 8-1 0 0,22-11-467 0 0,-77 28 784 0 0,78-29-1098 0 0,0-1 0 0 0,0 0-1 0 0,0 0 1 0 0,-1-1 0 0 0,1 0-1 0 0,-14-2 1 0 0,18 0-731 0 0,1-1-220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0.1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89 5985 0 0,'-8'5'513'0'0,"0"-1"-1"0"0,0-1 1 0 0,-1 1-1 0 0,-15 3 0 0 0,4-1 3126 0 0,151-56 3401 0 0,29-9-8518 0 0,-131 50-4912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4.1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65 10138 0 0,'-2'-3'190'0'0,"0"0"-1"0"0,1 0 1 0 0,0 0-1 0 0,0 0 1 0 0,0-1-1 0 0,0 1 1 0 0,0 0-1 0 0,1-1 1 0 0,-1 1-1 0 0,1 0 1 0 0,0-4-1 0 0,-3-15 915 0 0,17 73 3324 0 0,13 61-3105 0 0,46 538 240 0 0,-37-262-940 0 0,-35-373-684 0 0,4 25-2303 0 0,-1 1-1 0 0,-3 59 1 0 0,-4-77-3797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4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72 10594 0 0,'19'-1'553'0'0,"-1"-1"-1"0"0,0-1 1 0 0,0 0 0 0 0,17-7-1 0 0,21-4 769 0 0,-1 7-87 0 0,1 1 0 0 0,88 4 1 0 0,-96 2-1425 0 0,-35 0 266 0 0,45-1-2250 0 0,-51 0 1178 0 0,0 0 1 0 0,0-1-1 0 0,0 1 0 0 0,0-1 0 0 0,13-5 0 0 0,-6-1 368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4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11058 0 0,'-1'1'266'0'0,"0"0"0"0"0,1 0-1 0 0,-1 0 1 0 0,1 0 0 0 0,-1 0 0 0 0,1 1-1 0 0,-1-1 1 0 0,1 0 0 0 0,0 0-1 0 0,0 0 1 0 0,-1 0 0 0 0,1 1-1 0 0,0-1 1 0 0,0 1 0 0 0,4 33 1498 0 0,-3-28-1158 0 0,0 4-207 0 0,53 313 2925 0 0,-53-318-3375 0 0,5 23-787 0 0,-4-9-3192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5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63 1840 0 0,'0'0'86'0'0,"-1"-1"1"0"0,1 1-1 0 0,-1 0 0 0 0,1 0 0 0 0,-1-1 0 0 0,1 1 0 0 0,-1 0 0 0 0,1-1 0 0 0,0 1 0 0 0,-1 0 0 0 0,1-1 0 0 0,-1 1 1 0 0,1-1-1 0 0,0 1 0 0 0,0-1 0 0 0,-1 1 0 0 0,1-1 0 0 0,0 1 0 0 0,0-1 0 0 0,-1 1 0 0 0,1-1 0 0 0,0 1 0 0 0,0-1 1 0 0,0 1-1 0 0,0-1 0 0 0,0 1 0 0 0,0-1 0 0 0,0 1 0 0 0,0-1 0 0 0,0 1 0 0 0,0-1 0 0 0,0 0 0 0 0,0 0 0 0 0,14-18 2345 0 0,-10 15-1974 0 0,0 1 0 0 0,0 0 1 0 0,0 0-1 0 0,0 0 1 0 0,1 0-1 0 0,-1 1 1 0 0,10-4-1 0 0,-9 6-258 0 0,1 0 0 0 0,-1 0-1 0 0,1 0 1 0 0,-1 0 0 0 0,1 1 0 0 0,0 0-1 0 0,-1 0 1 0 0,0 1 0 0 0,1-1 0 0 0,-1 1 0 0 0,0 1-1 0 0,0-1 1 0 0,0 0 0 0 0,0 1 0 0 0,0 0 0 0 0,-1 1-1 0 0,1-1 1 0 0,6 7 0 0 0,0 0 5 0 0,-1 1 0 0 0,1 0 1 0 0,-1 0-1 0 0,-1 1 0 0 0,13 23 0 0 0,-19-30-159 0 0,-1 1 0 0 0,0-1 0 0 0,0 1 0 0 0,0 0 0 0 0,-1 0 0 0 0,0 0 0 0 0,0 0 0 0 0,0 0 0 0 0,-1 0 0 0 0,0 0 0 0 0,0 0 1 0 0,0 0-1 0 0,-1 0 0 0 0,0 0 0 0 0,0 0 0 0 0,-1 0 0 0 0,0-1 0 0 0,0 1 0 0 0,0 0 0 0 0,0-1 0 0 0,-1 1 0 0 0,-5 7 0 0 0,3-6 14 0 0,0 0 0 0 0,0 0 0 0 0,0 0 0 0 0,-1-1 0 0 0,0 1 1 0 0,0-2-1 0 0,-1 1 0 0 0,0-1 0 0 0,0 0 0 0 0,0 0 0 0 0,0-1 1 0 0,-1 0-1 0 0,0 0 0 0 0,0-1 0 0 0,-13 5 0 0 0,19-8-178 0 0,1 0 0 0 0,-1 1-1 0 0,1-1 1 0 0,0 0 0 0 0,-1 0 0 0 0,1 0-1 0 0,0 0 1 0 0,-1 0 0 0 0,1-1 0 0 0,0 1 0 0 0,-1 0-1 0 0,1 0 1 0 0,0-1 0 0 0,-1 1 0 0 0,1-1-1 0 0,-2-1 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5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8754 0 0,'-9'4'407'0'0,"8"-4"-52"0"0,-1 1 0 0 0,1 0 0 0 0,-1-1 0 0 0,1 1-1 0 0,-1 0 1 0 0,1 0 0 0 0,0 0 0 0 0,0 0 0 0 0,-1 0 0 0 0,1 0 0 0 0,-2 2 0 0 0,3-1-120 0 0,-1 0 0 0 0,1 0 0 0 0,-1 0 0 0 0,1 0 0 0 0,0 0 0 0 0,0 0 0 0 0,0-1 0 0 0,0 1 0 0 0,0 0 0 0 0,0 0 0 0 0,0 0 0 0 0,1 3 1 0 0,0 5-215 0 0,1 0 1 0 0,0-1 0 0 0,1 1-1 0 0,0 0 1 0 0,0-1 0 0 0,6 11 0 0 0,-7-16-13 0 0,1 0 1 0 0,0 0-1 0 0,0 0 1 0 0,0-1-1 0 0,0 1 1 0 0,1-1-1 0 0,-1 0 1 0 0,1 0-1 0 0,0 0 1 0 0,0 0-1 0 0,0-1 1 0 0,0 0-1 0 0,1 0 1 0 0,-1 0-1 0 0,6 2 1 0 0,6 1 121 0 0,-1 1 1 0 0,0 0-1 0 0,0 1 1 0 0,0 1-1 0 0,13 10 0 0 0,-26-16-46 0 0,1 0-1 0 0,-1-1 0 0 0,0 2 0 0 0,0-1 0 0 0,0 0 0 0 0,0 0 0 0 0,0 0 0 0 0,-1 1 0 0 0,1-1 1 0 0,-1 1-1 0 0,1 0 0 0 0,-1-1 0 0 0,0 1 0 0 0,0 0 0 0 0,1 3 0 0 0,-2-3 20 0 0,0 0 0 0 0,0 0 0 0 0,-1 0 0 0 0,1-1-1 0 0,-1 1 1 0 0,1 0 0 0 0,-1-1 0 0 0,0 1 0 0 0,0 0 0 0 0,0-1 0 0 0,0 1-1 0 0,-1-1 1 0 0,1 0 0 0 0,-1 1 0 0 0,1-1 0 0 0,-1 0 0 0 0,0 0-1 0 0,0 0 1 0 0,-3 3 0 0 0,-3 3-8 0 0,-1-1-1 0 0,1 0 1 0 0,-1 0-1 0 0,-18 9 1 0 0,7-6-424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6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58 456 0 0,'0'0'76'0'0,"-1"0"1"0"0,1-1-1 0 0,0 1 0 0 0,-1 0 0 0 0,1 0 0 0 0,-1 0 1 0 0,1 0-1 0 0,-1 0 0 0 0,1 0 0 0 0,-1 0 0 0 0,1 0 1 0 0,0 0-1 0 0,-1 0 0 0 0,1 0 0 0 0,-1 0 0 0 0,1 0 1 0 0,-1 0-1 0 0,1 0 0 0 0,-1 1 0 0 0,1-1 1 0 0,0 0-1 0 0,-1 0 0 0 0,1 0 0 0 0,-1 1 0 0 0,1-1 1 0 0,0 0-1 0 0,-1 0 0 0 0,1 1 0 0 0,0-1 0 0 0,-1 0 1 0 0,1 1-1 0 0,0-1 0 0 0,-1 1 0 0 0,-15 12 1591 0 0,8-6-709 0 0,5-5-507 0 0,0 0 0 0 0,0 0 0 0 0,0 1 0 0 0,1-1 0 0 0,-1 1 0 0 0,1 0 0 0 0,0 0 0 0 0,0 0 0 0 0,0 0 0 0 0,-2 3 0 0 0,4-5-343 0 0,1-1-1 0 0,-1 1 1 0 0,1-1-1 0 0,-1 0 1 0 0,0 1 0 0 0,1-1-1 0 0,-1 0 1 0 0,1 0-1 0 0,-1 1 1 0 0,1-1-1 0 0,-1 0 1 0 0,1 0 0 0 0,-1 0-1 0 0,1 0 1 0 0,-1 0-1 0 0,1 1 1 0 0,-1-1 0 0 0,1 0-1 0 0,-1 0 1 0 0,1 0-1 0 0,-1 0 1 0 0,1 0 0 0 0,-1-1-1 0 0,1 1 1 0 0,-1 0-1 0 0,1 0 1 0 0,-1 0 0 0 0,1 0-1 0 0,-1-1 1 0 0,1 1-1 0 0,-1 0 1 0 0,1 0 0 0 0,-1-1-1 0 0,1 1 1 0 0,-1-1-1 0 0,23-7 886 0 0,55-30 588 0 0,25-10-1306 0 0,-89 43-1093 0 0,-1 1-1 0 0,1 0 1 0 0,18-2 0 0 0,-10 4-4398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7.2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152 123 3225 0 0,'0'-13'230'0'0,"1"5"-110"0"0,0 0-1 0 0,-1-1 0 0 0,-1 1 1 0 0,0 0-1 0 0,0-1 1 0 0,0 1-1 0 0,-1 0 0 0 0,0 0 1 0 0,-6-14-1 0 0,7 21-31 0 0,0 0-1 0 0,0 0 1 0 0,0 0-1 0 0,0 0 1 0 0,0 0-1 0 0,-1 0 1 0 0,1 0-1 0 0,0 0 1 0 0,-1 0-1 0 0,1 1 1 0 0,0-1-1 0 0,-1 0 1 0 0,1 1-1 0 0,-1 0 1 0 0,1-1-1 0 0,-1 1 1 0 0,1 0-1 0 0,-1-1 1 0 0,1 1-1 0 0,-1 0 1 0 0,0 0-1 0 0,1 0 1 0 0,-1 1-1 0 0,1-1 1 0 0,-1 0 0 0 0,1 0-1 0 0,-1 1 1 0 0,1-1-1 0 0,-1 1 1 0 0,1 0-1 0 0,0-1 1 0 0,-1 1-1 0 0,1 0 1 0 0,0 0-1 0 0,-1 0 1 0 0,1 0-1 0 0,-1 1 1 0 0,-4 1 289 0 0,1 1 1 0 0,1 0 0 0 0,-1 0-1 0 0,0 1 1 0 0,1-1-1 0 0,0 1 1 0 0,0 0 0 0 0,-3 6-1 0 0,0 4 86 0 0,0 0-1 0 0,1 1 1 0 0,1 0-1 0 0,1 0 1 0 0,0 0 0 0 0,1 0-1 0 0,1 1 1 0 0,0 29-1 0 0,2-22-277 0 0,1 0-1 0 0,1-1 0 0 0,2 1 1 0 0,0-1-1 0 0,11 36 0 0 0,-12-51-100 0 0,1 0 0 0 0,-1 0-1 0 0,1 0 1 0 0,1 0 0 0 0,-1-1 0 0 0,1 0-1 0 0,0 0 1 0 0,1 0 0 0 0,0-1 0 0 0,0 0-1 0 0,0 0 1 0 0,1 0 0 0 0,0-1 0 0 0,0 0-1 0 0,0 0 1 0 0,1 0 0 0 0,-1-1 0 0 0,1-1-1 0 0,12 5 1 0 0,-13-6-120 0 0,0 0 1 0 0,0-1-1 0 0,0 0 1 0 0,1 0-1 0 0,-1 0 1 0 0,1-1-1 0 0,-1 0 0 0 0,0 0 1 0 0,1-1-1 0 0,7-2 1 0 0,-8 2-329 0 0,0-1 1 0 0,0-1-1 0 0,-1 0 0 0 0,1 1 1 0 0,0-2-1 0 0,-1 1 1 0 0,0-1-1 0 0,0 0 1 0 0,0 0-1 0 0,0-1 0 0 0,5-6 1 0 0,3-5-1117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7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5 4609 0 0,'-6'-5'3515'0'0,"5"5"-3330"0"0,1 0 0 0 0,-6 1 2589 0 0,5 0-2589 0 0,-7 16 3113 0 0,4 25-921 0 0,5-27-2102 0 0,0 1 0 0 0,1-1 0 0 0,1 0 0 0 0,1 0 0 0 0,0 0 0 0 0,11 27 0 0 0,-3-17-178 0 0,0-1 0 0 0,1 0-1 0 0,18 23 1 0 0,-28-43-386 0 0,0 0 0 0 0,1 0 0 0 0,-1 0 0 0 0,1-1 0 0 0,0 0-1 0 0,0 0 1 0 0,0 0 0 0 0,0 0 0 0 0,0-1 0 0 0,1 1 0 0 0,-1-1 0 0 0,1 0 0 0 0,5 1 0 0 0,4 1-5414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7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 6913 0 0,'-15'0'7459'0'0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8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0 4929 0 0,'-72'105'480'0'0,"67"-99"-359"0"0,-18 20 848 0 0,23-26-944 0 0,-1 1-1 0 0,1-1 1 0 0,0 0-1 0 0,-1 1 0 0 0,1-1 1 0 0,-1 1-1 0 0,1-1 1 0 0,0 1-1 0 0,-1-1 0 0 0,1 1 1 0 0,0 0-1 0 0,0-1 1 0 0,0 1-1 0 0,-1-1 1 0 0,1 1-1 0 0,0 0 0 0 0,0-1 1 0 0,0 1-1 0 0,0-1 1 0 0,0 1-1 0 0,0 0 0 0 0,0-1 1 0 0,0 1-1 0 0,0-1 1 0 0,0 1-1 0 0,0 0 0 0 0,1-1 1 0 0,-1 1-1 0 0,0-1 1 0 0,0 1-1 0 0,0 0 1 0 0,1-1-1 0 0,-1 1 0 0 0,0-1 1 0 0,1 1-1 0 0,-1-1 1 0 0,1 1-1 0 0,-1-1 0 0 0,0 0 1 0 0,1 1-1 0 0,3 0 329 0 0,-1 0 1 0 0,0 0-1 0 0,0-1 0 0 0,0 1 0 0 0,1-1 0 0 0,-1 0 1 0 0,0 0-1 0 0,1 0 0 0 0,-1-1 0 0 0,0 1 0 0 0,0-1 1 0 0,0 0-1 0 0,1 0 0 0 0,-1 0 0 0 0,4-2 0 0 0,1 0-46 0 0,1-1-1 0 0,-1 0 0 0 0,0 0 1 0 0,10-8-1 0 0,7-14-1030 0 0,-12 5-3657 0 0,-8 9 252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8.4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11 3225 0 0,'0'-1'84'0'0,"0"0"1"0"0,-1 1-1 0 0,1-1 1 0 0,0 1-1 0 0,0-1 1 0 0,0 1 0 0 0,-1 0-1 0 0,1-1 1 0 0,0 1-1 0 0,-1-1 1 0 0,1 1-1 0 0,0-1 1 0 0,-1 1-1 0 0,1 0 1 0 0,-1-1-1 0 0,1 1 1 0 0,0 0 0 0 0,-1-1-1 0 0,1 1 1 0 0,-1 0-1 0 0,1 0 1 0 0,-1-1-1 0 0,1 1 1 0 0,-1 0-1 0 0,1 0 1 0 0,-1 0-1 0 0,1 0 1 0 0,-1 0 0 0 0,1 0-1 0 0,-1 0 1 0 0,0 0-1 0 0,1 0 1 0 0,-1 0-1 0 0,1 0 1 0 0,-1 0-1 0 0,1 0 1 0 0,-1 0 0 0 0,1 0-1 0 0,-1 0 1 0 0,1 1-1 0 0,-1-1 1 0 0,1 0-1 0 0,-1 0 1 0 0,1 1-1 0 0,-1-1 1 0 0,1 0-1 0 0,0 1 1 0 0,-1-1 0 0 0,1 0-1 0 0,-1 1 1 0 0,1-1-1 0 0,0 1 1 0 0,-1-1-1 0 0,1 0 1 0 0,0 1-1 0 0,0-1 1 0 0,-1 1-1 0 0,1-1 1 0 0,0 1 0 0 0,0-1-1 0 0,0 1 1 0 0,0-1-1 0 0,-1 1 1 0 0,1 0-1 0 0,0-1 1 0 0,0 1-1 0 0,0-1 1 0 0,0 1 0 0 0,1 0-1 0 0,-3 4 495 0 0,1 1 1 0 0,1-1-1 0 0,-1 0 0 0 0,1 1 0 0 0,1 8 1 0 0,4 14 1172 0 0,16 44 1 0 0,2-6-3313 0 0,-14-41-1300 0 0,0-3-2163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8.8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0 118 6913 0 0,'1'-1'129'0'0,"0"1"-1"0"0,0 0 0 0 0,0 0 0 0 0,0-1 0 0 0,-1 1 1 0 0,1 0-1 0 0,0 0 0 0 0,0 0 0 0 0,0 0 0 0 0,0 0 1 0 0,0 0-1 0 0,0 0 0 0 0,-1 0 0 0 0,1 0 0 0 0,0 1 0 0 0,0-1 1 0 0,0 0-1 0 0,0 0 0 0 0,0 1 0 0 0,-1-1 0 0 0,1 1 1 0 0,0-1-1 0 0,0 1 0 0 0,-1-1 0 0 0,1 1 0 0 0,0-1 1 0 0,-1 1-1 0 0,1-1 0 0 0,0 1 0 0 0,-1 0 0 0 0,1 0 0 0 0,0 0 1 0 0,19 24 2339 0 0,17 36-94 0 0,-28-44-2105 0 0,0-1-1 0 0,1 0 0 0 0,1 0 1 0 0,0-1-1 0 0,1-1 0 0 0,0 0 1 0 0,19 16-1 0 0,-34-33-228 0 0,0 1 0 0 0,1-1 0 0 0,-1 0 0 0 0,0 0 0 0 0,1 0 0 0 0,0 0 0 0 0,0-1 0 0 0,0 1 0 0 0,0-1 0 0 0,0 1 0 0 0,1-1 0 0 0,-1 1 0 0 0,1-1 0 0 0,0 0 0 0 0,0 0 0 0 0,0-5 0 0 0,0-1-208 0 0,1 0 1 0 0,0 0-1 0 0,0 0 1 0 0,1 0-1 0 0,0 0 1 0 0,5-15-1 0 0,-2 8-143 0 0,1 0-1 0 0,1 1 1 0 0,1 0-1 0 0,1 0 1 0 0,0 0-1 0 0,0 1 1 0 0,2 1-1 0 0,15-20 0 0 0,0 7-1871 0 0,-12 13-2476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9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3225 0 0,'0'-1'178'0'0,"1"1"1"0"0,-1-1 0 0 0,0 0 0 0 0,0 1-1 0 0,0-1 1 0 0,0 0 0 0 0,1 1 0 0 0,-1-1-1 0 0,0 1 1 0 0,0-1 0 0 0,1 1 0 0 0,-1-1-1 0 0,1 1 1 0 0,-1-1 0 0 0,0 1 0 0 0,1-1-1 0 0,-1 1 1 0 0,1-1 0 0 0,-1 1 0 0 0,1 0-1 0 0,-1-1 1 0 0,1 1 0 0 0,0 0-1 0 0,-1-1 1 0 0,1 1 0 0 0,-1 0 0 0 0,1 0-1 0 0,0-1 1 0 0,-1 1 0 0 0,1 0 0 0 0,-1 0-1 0 0,1 0 1 0 0,0 0 0 0 0,-1 0 0 0 0,1 0-1 0 0,0 0 1 0 0,-1 0 0 0 0,2 0 0 0 0,22 6 3291 0 0,-17-1-3121 0 0,-1-1 1 0 0,0 1 0 0 0,0 0 0 0 0,0 1 0 0 0,-1-1-1 0 0,0 1 1 0 0,0 0 0 0 0,0 1 0 0 0,6 9 0 0 0,3 11 80 0 0,13 33 1 0 0,10 18 68 0 0,-39-83-217 0 0,1 0 0 0 0,-1-1-1 0 0,1 1 1 0 0,0-1 0 0 0,0 0 0 0 0,1 1 0 0 0,0-1-1 0 0,0 0 1 0 0,1-6 0 0 0,6-59-93 0 0,4 9-956 0 0,-1 21-5211 0 0,-2 18-382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9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12483 0 0,'0'0'0'0'0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9.9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0 373 3225 0 0,'18'-16'1064'0'0,"-12"6"-447"0"0,0-1 0 0 0,-1 0 0 0 0,-1 0 0 0 0,0-1 0 0 0,0 1 0 0 0,2-13-1 0 0,-5 18-495 0 0,0 0 1 0 0,0-1-1 0 0,0 1 0 0 0,-1 0 0 0 0,0 0 0 0 0,0 0 0 0 0,-1 0 0 0 0,0 0 0 0 0,0 0 0 0 0,0-1 0 0 0,-1 2 0 0 0,0-1 0 0 0,-4-11 0 0 0,6 17-83 0 0,0 0-1 0 0,0 0 0 0 0,0-1 1 0 0,0 1-1 0 0,0 0 1 0 0,0 0-1 0 0,0 0 0 0 0,0-1 1 0 0,0 1-1 0 0,-1 0 1 0 0,1 0-1 0 0,0 0 0 0 0,0-1 1 0 0,0 1-1 0 0,0 0 1 0 0,0 0-1 0 0,0 0 0 0 0,0 0 1 0 0,0-1-1 0 0,-1 1 0 0 0,1 0 1 0 0,0 0-1 0 0,0 0 1 0 0,0 0-1 0 0,0 0 0 0 0,-1 0 1 0 0,1-1-1 0 0,0 1 1 0 0,0 0-1 0 0,0 0 0 0 0,0 0 1 0 0,-1 0-1 0 0,1 0 1 0 0,0 0-1 0 0,0 0 0 0 0,0 0 1 0 0,-1 0-1 0 0,1 0 1 0 0,0 0-1 0 0,0 0 0 0 0,-1 0 1 0 0,1 0-1 0 0,0 0 1 0 0,0 0-1 0 0,0 0 0 0 0,0 0 1 0 0,-1 0-1 0 0,1 0 0 0 0,-2 13 987 0 0,4 16-475 0 0,-1-21-550 0 0,0 3-142 0 0,1 1 0 0 0,0 0 0 0 0,0-1 0 0 0,2 0 0 0 0,5 16-1 0 0,-7-24 129 0 0,0 1 0 0 0,0-1 0 0 0,0 0 0 0 0,1 0 0 0 0,-1 0 0 0 0,1-1 0 0 0,-1 1-1 0 0,1 0 1 0 0,0-1 0 0 0,0 0 0 0 0,0 0 0 0 0,0 0 0 0 0,1 0 0 0 0,-1 0 0 0 0,1-1-1 0 0,-1 1 1 0 0,1-1 0 0 0,-1 0 0 0 0,1 0 0 0 0,0 0 0 0 0,3 0 0 0 0,-1-1 5 0 0,-1 1-1 0 0,0-1 1 0 0,0 0 0 0 0,0-1 0 0 0,1 1 0 0 0,-1-1 0 0 0,0 0 0 0 0,0 0-1 0 0,0-1 1 0 0,0 1 0 0 0,0-1 0 0 0,0 0 0 0 0,-1 0 0 0 0,1-1 0 0 0,-1 0 0 0 0,1 0-1 0 0,-1 0 1 0 0,0 0 0 0 0,0 0 0 0 0,0-1 0 0 0,-1 0 0 0 0,1 0 0 0 0,-1 0 0 0 0,4-6-1 0 0,6-10 18 0 0,-1 0 0 0 0,-1-1 0 0 0,17-44 0 0 0,-24 54 187 0 0,-3 9-174 0 0,1-4 106 0 0,0 0 0 0 0,1 1 0 0 0,-1-1 0 0 0,1 1 1 0 0,0 0-1 0 0,8-9 0 0 0,-11 13-97 0 0,1 0 1 0 0,0 1-1 0 0,-1-1 1 0 0,1 1-1 0 0,0-1 1 0 0,0 1-1 0 0,0-1 0 0 0,0 1 1 0 0,-1-1-1 0 0,1 1 1 0 0,0 0-1 0 0,0 0 0 0 0,0-1 1 0 0,0 1-1 0 0,0 0 1 0 0,0 0-1 0 0,0 0 1 0 0,0 0-1 0 0,2 0 0 0 0,-1 1 9 0 0,0-1 0 0 0,-1 1 0 0 0,1 0 0 0 0,0 0 0 0 0,0 0 0 0 0,0 0 0 0 0,-1 0 0 0 0,1 0-1 0 0,0 1 1 0 0,-1-1 0 0 0,1 1 0 0 0,2 2 0 0 0,9 12 1193 0 0,21 34-1 0 0,-24-35-952 0 0,0 1-1 0 0,1-2 1 0 0,13 15 0 0 0,-23-28-283 0 0,-1-1 1 0 0,1 1-1 0 0,0 0 1 0 0,-1 0 0 0 0,1 0-1 0 0,0 0 1 0 0,-1-1 0 0 0,1 1-1 0 0,0 0 1 0 0,0-1 0 0 0,0 1-1 0 0,0-1 1 0 0,0 1 0 0 0,-1-1-1 0 0,1 1 1 0 0,0-1-1 0 0,0 1 1 0 0,0-1 0 0 0,0 0-1 0 0,0 0 1 0 0,0 0 0 0 0,0 1-1 0 0,1-1 1 0 0,-1 0 0 0 0,0 0-1 0 0,0 0 1 0 0,0 0 0 0 0,0-1-1 0 0,2 1 1 0 0,-1-2-19 0 0,-1-1-1 0 0,1 1 1 0 0,0 0 0 0 0,-1-1-1 0 0,0 1 1 0 0,1-1 0 0 0,-1 1 0 0 0,0-1-1 0 0,0 0 1 0 0,1-4 0 0 0,18-72-331 0 0,-17 58 290 0 0,2 1 1 0 0,1 0-1 0 0,0 1 0 0 0,12-25 1 0 0,-17 42 73 0 0,0-1 1 0 0,1 1 0 0 0,-1 0 0 0 0,1-1-1 0 0,0 1 1 0 0,-1 0 0 0 0,1 0-1 0 0,0 0 1 0 0,0 1 0 0 0,1-1 0 0 0,-1 0-1 0 0,0 1 1 0 0,0-1 0 0 0,5-1 0 0 0,-6 3 24 0 0,0 0 0 0 0,0-1 0 0 0,1 1 0 0 0,-1 0 0 0 0,0 0 0 0 0,1 0 0 0 0,-1 0 0 0 0,0 0 0 0 0,0 0 0 0 0,1 1 0 0 0,-1-1 0 0 0,0 0 0 0 0,0 1 0 0 0,0-1 0 0 0,1 1 0 0 0,-1-1 0 0 0,0 1 0 0 0,0-1 0 0 0,0 1 0 0 0,0 0 0 0 0,0 0 0 0 0,0-1 0 0 0,0 1 0 0 0,0 0 0 0 0,0 0 0 0 0,-1 0 0 0 0,1 0 0 0 0,0 0 0 0 0,0 0 0 0 0,-1 0 0 0 0,1 0 0 0 0,-1 1 0 0 0,1 0 0 0 0,20 46 1168 0 0,-4-6-1832 0 0,-3-17-4321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0.1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 10594 0 0,'0'-1'58'0'0,"0"1"1"0"0,0-1-1 0 0,0 1 0 0 0,0-1 0 0 0,0 1 0 0 0,0-1 0 0 0,0 1 1 0 0,0-1-1 0 0,0 1 0 0 0,0-1 0 0 0,0 1 0 0 0,0 0 1 0 0,1-1-1 0 0,-1 1 0 0 0,0-1 0 0 0,0 1 0 0 0,1-1 0 0 0,-1 1 1 0 0,0 0-1 0 0,1-1 0 0 0,-1 1 0 0 0,0-1 0 0 0,1 1 0 0 0,-1 0 1 0 0,1 0-1 0 0,-1-1 0 0 0,0 1 0 0 0,1 0 0 0 0,-1 0 0 0 0,1-1 1 0 0,-1 1-1 0 0,1 0 0 0 0,-1 0 0 0 0,1 0 0 0 0,-1 0 0 0 0,1 0 1 0 0,-1 0-1 0 0,1 0 0 0 0,-1 0 0 0 0,1 0 0 0 0,1 0 119 0 0,0 1 0 0 0,0 0 0 0 0,-1 1 0 0 0,1-1-1 0 0,0 0 1 0 0,-1 0 0 0 0,1 1 0 0 0,-1-1 0 0 0,0 1 0 0 0,3 2-1 0 0,25 43 2728 0 0,42 119 287 0 0,-7 3-3854 0 0,-46-121-329 0 0,-8-16 320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0.3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6913 0 0,'3'-5'305'0'0,"-2"3"63"0"0,3-2-296 0 0,0-1-72 0 0,-1 3 0 0 0,1-1 0 0 0,3-1 96 0 0,6-4 0 0 0,7-6 0 0 0,9-1 0 0 0,3-2-96 0 0,-1 3 0 0 0,1 2 0 0 0,-3 2 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1.1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188 3 6913 0 0,'-3'-1'128'0'0,"1"1"-1"0"0,-1-1 1 0 0,0 1-1 0 0,0 0 0 0 0,0 0 1 0 0,1 0-1 0 0,-1 0 1 0 0,0 0-1 0 0,0 0 1 0 0,1 1-1 0 0,-1-1 0 0 0,0 1 1 0 0,1 0-1 0 0,-1 0 1 0 0,-5 2-1 0 0,-36 23 1789 0 0,35-18-1684 0 0,0 1 1 0 0,1 0-1 0 0,0 1 0 0 0,0 0 1 0 0,1 0-1 0 0,1 0 1 0 0,0 1-1 0 0,0 0 1 0 0,1 0-1 0 0,0 1 1 0 0,1-1-1 0 0,1 1 0 0 0,0 0 1 0 0,0 0-1 0 0,1 0 1 0 0,-1 25-1 0 0,3-35-289 0 0,0 1 0 0 0,0 0 0 0 0,1-1 1 0 0,-1 1-1 0 0,0 0 0 0 0,1-1 0 0 0,0 1 0 0 0,0-1 0 0 0,0 1 0 0 0,0-1 0 0 0,0 1 0 0 0,0-1 1 0 0,0 0-1 0 0,1 0 0 0 0,-1 1 0 0 0,1-1 0 0 0,0 0 0 0 0,0 0 0 0 0,0-1 0 0 0,0 1 0 0 0,0 0 1 0 0,0-1-1 0 0,0 1 0 0 0,0-1 0 0 0,1 1 0 0 0,-1-1 0 0 0,0 0 0 0 0,1 0 0 0 0,4 1 0 0 0,-5-2-8 0 0,1 1-1 0 0,0-1 0 0 0,0 0 0 0 0,0-1 0 0 0,-1 1 0 0 0,1 0 0 0 0,0-1 0 0 0,0 1 1 0 0,-1-1-1 0 0,1 0 0 0 0,0 0 0 0 0,-1 0 0 0 0,1 0 0 0 0,-1 0 0 0 0,1-1 0 0 0,-1 1 0 0 0,0-1 1 0 0,1 0-1 0 0,-1 1 0 0 0,0-1 0 0 0,0 0 0 0 0,0 0 0 0 0,0-1 0 0 0,-1 1 0 0 0,1 0 1 0 0,-1 0-1 0 0,3-5 0 0 0,24-53-715 0 0,-21 41 956 0 0,2 1 0 0 0,0 0 0 0 0,22-32-1 0 0,-30 49-103 0 0,0 0 0 0 0,0-1 0 0 0,0 1-1 0 0,0 0 1 0 0,0 0 0 0 0,0-1-1 0 0,0 1 1 0 0,1 0 0 0 0,-1 0-1 0 0,0 0 1 0 0,1 1 0 0 0,-1-1 0 0 0,1 0-1 0 0,-1 0 1 0 0,1 1 0 0 0,-1-1-1 0 0,1 1 1 0 0,-1-1 0 0 0,1 1-1 0 0,0 0 1 0 0,-1 0 0 0 0,4-1 0 0 0,-3 2 40 0 0,0 0-1 0 0,-1-1 1 0 0,1 1 0 0 0,0 0 0 0 0,0 0 0 0 0,-1 0 0 0 0,1 0 0 0 0,0 0 0 0 0,-1 1 0 0 0,0-1-1 0 0,1 0 1 0 0,-1 1 0 0 0,1-1 0 0 0,-1 1 0 0 0,0 0 0 0 0,1 1 0 0 0,5 10 598 0 0,0 1 0 0 0,-1 0 1 0 0,9 28-1 0 0,-12-31-528 0 0,1-2-138 0 0,-1 0 1 0 0,-1 0 0 0 0,1 1-1 0 0,-2-1 1 0 0,1 1 0 0 0,-1-1-1 0 0,-1 1 1 0 0,1-1 0 0 0,-2 1-1 0 0,1-1 1 0 0,-1 1-1 0 0,-1-1 1 0 0,0 1 0 0 0,0-1-1 0 0,-1 0 1 0 0,0 0 0 0 0,-1 0-1 0 0,1 0 1 0 0,-2-1 0 0 0,1 1-1 0 0,-1-1 1 0 0,-1 0 0 0 0,1-1-1 0 0,-1 1 1 0 0,-1-1-1 0 0,1 0 1 0 0,-1 0 0 0 0,-15 10-1 0 0,0-1-1884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1.5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 6913 0 0,'-7'-1'3075'0'0,"-7"6"-1662"0"0,9 0-1237 0 0,0 0 0 0 0,0 1-1 0 0,1-1 1 0 0,-1 1 0 0 0,1 0-1 0 0,0 0 1 0 0,1 0 0 0 0,0 0 0 0 0,0 1-1 0 0,0-1 1 0 0,1 1 0 0 0,0 0-1 0 0,0 0 1 0 0,0 0 0 0 0,1 0 0 0 0,0 0-1 0 0,1 0 1 0 0,-1 0 0 0 0,2 10 0 0 0,-1-10-29 0 0,0 0 0 0 0,0 0 0 0 0,1 0 0 0 0,0 0 1 0 0,1 0-1 0 0,-1 0 0 0 0,1 0 0 0 0,1 0 0 0 0,-1-1 1 0 0,1 1-1 0 0,0-1 0 0 0,1 1 0 0 0,-1-1 1 0 0,1 0-1 0 0,1-1 0 0 0,-1 1 0 0 0,1-1 0 0 0,0 0 1 0 0,7 6-1 0 0,-9-9-140 0 0,0 0 0 0 0,0 0-1 0 0,0 0 1 0 0,0-1 0 0 0,0 1 0 0 0,0-1 0 0 0,1 0 0 0 0,-1 0 0 0 0,0 0-1 0 0,1 0 1 0 0,-1-1 0 0 0,1 1 0 0 0,-1-1 0 0 0,1 0 0 0 0,-1 0 0 0 0,1 0-1 0 0,-1-1 1 0 0,1 1 0 0 0,-1-1 0 0 0,0 0 0 0 0,1 1 0 0 0,-1-2 0 0 0,0 1-1 0 0,1 0 1 0 0,-1-1 0 0 0,0 1 0 0 0,0-1 0 0 0,0 0 0 0 0,-1 0 0 0 0,1 0-1 0 0,0-1 1 0 0,-1 1 0 0 0,1-1 0 0 0,3-4 0 0 0,-2 2 5 0 0,-1 0 0 0 0,0 0 0 0 0,0 0 0 0 0,0 0 0 0 0,-1-1 0 0 0,0 1 0 0 0,0-1 0 0 0,0 0 0 0 0,0 1 0 0 0,-1-1 0 0 0,0 0 0 0 0,-1 0 0 0 0,1 0 0 0 0,-1 0 0 0 0,0 0 0 0 0,0 0 0 0 0,-1 0 0 0 0,0 0 0 0 0,-3-11 0 0 0,1 9-209 0 0,0 0 0 0 0,-1 0 0 0 0,0 1-1 0 0,0-1 1 0 0,-1 1 0 0 0,-10-14 0 0 0,12 19 30 0 0,1-1 1 0 0,-1 0-1 0 0,1 1 0 0 0,-1-1 1 0 0,0 1-1 0 0,0 0 0 0 0,0 0 1 0 0,0 0-1 0 0,0 0 0 0 0,-1 0 1 0 0,1 1-1 0 0,-1 0 1 0 0,1-1-1 0 0,-1 1 0 0 0,1 0 1 0 0,-1 1-1 0 0,0-1 0 0 0,-6 0 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1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3225 0 0,'17'7'7572'0'0,"-15"-5"-7098"0"0,13 21 2908 0 0,6 34-2200 0 0,-17-41-67 0 0,4 8-426 0 0,0 2-2813 0 0,-10-48-610 0 0,-1 10 1758 0 0,1-3-187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2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5 9218 0 0,'-2'-1'816'0'0,"-3"-2"680"0"0,4 3-1688 0 0,1 3-416 0 0,18 19 216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2.4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52 9218 0 0,'2'5'440'0'0,"-1"1"1"0"0,0-1-1 0 0,1 1 0 0 0,0-1 1 0 0,5 9-1 0 0,-1 1 56 0 0,31 114 2165 0 0,-37-135-2693 0 0,0 0 1 0 0,0 0 0 0 0,1 0 0 0 0,0 0 0 0 0,0 0 0 0 0,0 0 0 0 0,4-8 0 0 0,18-52-89 0 0,-17 54 102 0 0,0 0-1 0 0,1 0 0 0 0,0 1 0 0 0,11-12 0 0 0,-15 19 141 0 0,0 0 1 0 0,0 0-1 0 0,0 1 0 0 0,1 0 1 0 0,-1 0-1 0 0,1 0 0 0 0,0 0 1 0 0,0 0-1 0 0,0 1 0 0 0,0 0 1 0 0,1 0-1 0 0,-1 0 0 0 0,1 0 1 0 0,-1 0-1 0 0,6 0 1 0 0,-9 2-33 0 0,1 0 0 0 0,-1 0 0 0 0,0 0 0 0 0,0 1 0 0 0,1-1 0 0 0,-1 0 0 0 0,0 1 0 0 0,0-1 0 0 0,1 1 0 0 0,-1-1 0 0 0,0 1 0 0 0,0-1 0 0 0,0 1 0 0 0,0 0 0 0 0,0 0 0 0 0,0 0 0 0 0,0-1 0 0 0,0 1 0 0 0,0 0 0 0 0,-1 0 0 0 0,1 0 0 0 0,0 0 0 0 0,0 2 0 0 0,17 32 316 0 0,-6-10-2298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3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12 1376 0 0,'-1'-1'165'0'0,"1"0"-1"0"0,-1 0 1 0 0,0 0 0 0 0,-1 1-1 0 0,1-1 1 0 0,0 0-1 0 0,0 0 1 0 0,0 0-1 0 0,0 1 1 0 0,-1-1 0 0 0,1 1-1 0 0,0-1 1 0 0,0 1-1 0 0,-1-1 1 0 0,1 1 0 0 0,0 0-1 0 0,-1 0 1 0 0,1-1-1 0 0,-3 1 1 0 0,2 1 163 0 0,-1 0 1 0 0,1-1-1 0 0,0 1 1 0 0,0 0-1 0 0,0 0 1 0 0,0 0-1 0 0,1 1 1 0 0,-1-1-1 0 0,0 0 1 0 0,0 1-1 0 0,1-1 0 0 0,-3 3 1 0 0,-3 5 104 0 0,0 0 0 0 0,1 0-1 0 0,0 0 1 0 0,1 1 0 0 0,-1 0 0 0 0,2 0 0 0 0,0 0 0 0 0,0 0-1 0 0,1 1 1 0 0,0 0 0 0 0,1 0 0 0 0,0 0 0 0 0,0 0 0 0 0,2 0-1 0 0,-1 0 1 0 0,1 0 0 0 0,3 20 0 0 0,-2-27-438 0 0,1-1 0 0 0,-1 1 0 0 0,1-1 0 0 0,0 0 0 0 0,0 0 0 0 0,0 0 0 0 0,0 0 0 0 0,1 0 0 0 0,4 4 1 0 0,-7-6-26 0 0,1-1 0 0 0,-1 1 0 0 0,1 0 1 0 0,-1-1-1 0 0,1 0 0 0 0,0 1 0 0 0,-1-1 1 0 0,1 1-1 0 0,-1-1 0 0 0,1 0 1 0 0,0 1-1 0 0,-1-1 0 0 0,1 0 0 0 0,0 0 1 0 0,-1 0-1 0 0,1 1 0 0 0,0-1 0 0 0,0 0 1 0 0,-1 0-1 0 0,1 0 0 0 0,0 0 1 0 0,-1 0-1 0 0,1 0 0 0 0,0 0 0 0 0,0-1 1 0 0,-1 1-1 0 0,1 0 0 0 0,0 0 0 0 0,-1 0 1 0 0,1-1-1 0 0,0 1 0 0 0,-1 0 1 0 0,1-1-1 0 0,-1 1 0 0 0,1-1 0 0 0,0 1 1 0 0,-1 0-1 0 0,1-1 0 0 0,-1 1 0 0 0,1-1 1 0 0,-1 0-1 0 0,0 1 0 0 0,1-1 1 0 0,-1 1-1 0 0,1-1 0 0 0,-1 0 0 0 0,0 1 1 0 0,0-1-1 0 0,1 0 0 0 0,-1 1 0 0 0,0-1 1 0 0,0 0-1 0 0,0 1 0 0 0,0-2 1 0 0,5-13 408 0 0,-2 5-77 0 0,0 1-1 0 0,0 0 1 0 0,0 0 0 0 0,1 0-1 0 0,1 1 1 0 0,0-1-1 0 0,0 1 1 0 0,12-15 0 0 0,-17 22-339 0 0,1 1 0 0 0,-1-1 0 0 0,1 0 0 0 0,-1 0 0 0 0,1 1 0 0 0,-1-1 0 0 0,1 1 0 0 0,0-1 0 0 0,-1 0 0 0 0,1 1 0 0 0,0-1 0 0 0,0 1 0 0 0,-1-1 0 0 0,1 1 0 0 0,0 0 0 0 0,0-1 0 0 0,0 1 0 0 0,0 0 0 0 0,-1 0 0 0 0,1 0 0 0 0,0-1 0 0 0,0 1 0 0 0,0 0 1 0 0,0 0-1 0 0,0 0 0 0 0,0 0 0 0 0,0 0 0 0 0,-1 1 0 0 0,1-1 0 0 0,0 0 0 0 0,0 0 0 0 0,0 0 0 0 0,0 1 0 0 0,-1-1 0 0 0,1 1 0 0 0,0-1 0 0 0,0 0 0 0 0,0 1 0 0 0,-1-1 0 0 0,1 1 0 0 0,0 0 0 0 0,0 0 0 0 0,1 1-148 0 0,-1-2 156 0 0,-1 0 1 0 0,0 0 0 0 0,0 0-1 0 0,0 1 1 0 0,1-1 0 0 0,-1 0-1 0 0,0 0 1 0 0,0 0 0 0 0,1 0-1 0 0,-1 0 1 0 0,0 1 0 0 0,1-1-1 0 0,-1 0 1 0 0,0 0 0 0 0,0 0-1 0 0,1 0 1 0 0,-1 0 0 0 0,0 0-1 0 0,1 0 1 0 0,-1 0 0 0 0,0 0 0 0 0,0 0-1 0 0,1 0 1 0 0,-1 0 0 0 0,0 0-1 0 0,0 0 1 0 0,1-1 0 0 0,-1 1-1 0 0,0 0 1 0 0,1 0 0 0 0,-1 0-1 0 0,0 0 1 0 0,0 0 0 0 0,0-1-1 0 0,1 1 1 0 0,-1 0 0 0 0,0 0-1 0 0,0 0 1 0 0,0-1 0 0 0,1 1 0 0 0,-1 0-1 0 0,0-1 1 0 0,11-4-780 0 0,-8 5 1043 0 0,-1 1 1 0 0,0 0-1 0 0,0 0 1 0 0,0 0-1 0 0,0 0 1 0 0,1 0-1 0 0,-1 1 1 0 0,-1-1-1 0 0,1 1 1 0 0,0-1-1 0 0,0 1 1 0 0,0 0-1 0 0,-1-1 1 0 0,1 1-1 0 0,-1 0 1 0 0,0 0-1 0 0,2 3 1 0 0,24 42 242 0 0,-24-42-217 0 0,13 28 205 0 0,-1 0 0 0 0,-2 1 0 0 0,14 54 0 0 0,-22-70-421 0 0,-2 0 1 0 0,0 1 0 0 0,-1-1 0 0 0,-1 1-1 0 0,0-1 1 0 0,-2 1 0 0 0,0-1 0 0 0,-7 34-1 0 0,6-44 32 0 0,0 0 0 0 0,-1 0-1 0 0,-1-1 1 0 0,1 1 0 0 0,-1-1-1 0 0,-1 0 1 0 0,-6 10 0 0 0,9-15-58 0 0,0 1 1 0 0,0-1 0 0 0,0 1 0 0 0,0-1 0 0 0,-1 0 0 0 0,1 0 0 0 0,-1 0 0 0 0,1 0 0 0 0,-1-1 0 0 0,1 1 0 0 0,-1-1 0 0 0,0 1 0 0 0,0-1 0 0 0,0 0 0 0 0,0 0 0 0 0,0 0 0 0 0,0 0 0 0 0,0-1 0 0 0,0 0 0 0 0,0 1 0 0 0,0-1 0 0 0,-5 0 0 0 0,6-1-122 0 0,1 1 1 0 0,-1-1 0 0 0,1 1 0 0 0,-1-1 0 0 0,1 0-1 0 0,-1 0 1 0 0,1 0 0 0 0,0 0 0 0 0,-1 0 0 0 0,1 0-1 0 0,0 0 1 0 0,0 0 0 0 0,0 0 0 0 0,0 0 0 0 0,0-1-1 0 0,0 1 1 0 0,0 0 0 0 0,0-1 0 0 0,0 1 0 0 0,1 0-1 0 0,-1-1 1 0 0,1 1 0 0 0,-1-1 0 0 0,0-2 0 0 0,-2-17-7182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3.6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0 7370 0 0,'-2'1'412'0'0,"0"-1"-1"0"0,0 1 1 0 0,0-1 0 0 0,0 1 0 0 0,0 0 0 0 0,0 0 0 0 0,0 0 0 0 0,0 0 0 0 0,0 1 0 0 0,0-1 0 0 0,1 0 0 0 0,-1 1 0 0 0,1-1 0 0 0,-1 1 0 0 0,1-1 0 0 0,-1 1 0 0 0,-1 3 0 0 0,-19 33 1537 0 0,19-28-1726 0 0,0 1 0 0 0,1 0 1 0 0,0 0-1 0 0,1 0 0 0 0,0 1 0 0 0,1-1 0 0 0,0 0 0 0 0,1 0 0 0 0,0 0 0 0 0,1 1 0 0 0,0-1 1 0 0,0 0-1 0 0,1-1 0 0 0,7 16 0 0 0,5 13 29 0 0,2-2 0 0 0,34 55 1 0 0,41 47-1110 0 0,-74-116-1652 0 0,37 36-1 0 0,-43-47 823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3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1 251 5529 0 0,'2'-6'488'0'0,"2"1"-392"0"0,2-1-96 0 0,-2 2 0 0 0,2 0 480 0 0,3-4 65 0 0,10-6 23 0 0,12-11 0 0 0,7-4-168 0 0,4-3-32 0 0,-5 6-8 0 0,-6 3 0 0 0,-3 6-624 0 0,-3 2-128 0 0,-2 3-24 0 0,-2-2-8 0 0,-1 3 328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4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 8754 0 0,'-2'2'262'0'0,"-1"1"-1"0"0,0 0 1 0 0,1-1 0 0 0,0 1-1 0 0,-1 1 1 0 0,1-1 0 0 0,0 0-1 0 0,1 0 1 0 0,-1 1 0 0 0,1-1-1 0 0,-1 1 1 0 0,1 0 0 0 0,-1 5-1 0 0,-9 53 1843 0 0,10-52-1638 0 0,0-5-226 0 0,0 1-1 0 0,1 0 0 0 0,0 0 1 0 0,0 0-1 0 0,1 0 0 0 0,0-1 1 0 0,0 1-1 0 0,0 0 0 0 0,0 0 1 0 0,1-1-1 0 0,0 1 0 0 0,4 7 1 0 0,-5-11-164 0 0,1 0 0 0 0,-1 0 1 0 0,0 0-1 0 0,1 0 1 0 0,0 0-1 0 0,0-1 1 0 0,-1 1-1 0 0,1 0 0 0 0,0-1 1 0 0,0 1-1 0 0,0-1 1 0 0,0 0-1 0 0,1 0 1 0 0,-1 0-1 0 0,0 0 1 0 0,1 0-1 0 0,-1 0 0 0 0,0 0 1 0 0,1-1-1 0 0,-1 1 1 0 0,1-1-1 0 0,-1 0 1 0 0,1 0-1 0 0,-1 0 0 0 0,1 0 1 0 0,-1 0-1 0 0,0 0 1 0 0,1-1-1 0 0,-1 1 1 0 0,1-1-1 0 0,2-1 0 0 0,-2 2-52 0 0,0-1-1 0 0,-1 0 1 0 0,1 0-1 0 0,-1 0 1 0 0,1 0-1 0 0,-1 0 1 0 0,0-1 0 0 0,1 1-1 0 0,-1-1 1 0 0,0 1-1 0 0,0-1 1 0 0,0 0-1 0 0,0 0 1 0 0,0 0-1 0 0,-1 0 1 0 0,1 0-1 0 0,0 0 1 0 0,-1 0-1 0 0,0-1 1 0 0,1 1-1 0 0,-1 0 1 0 0,0-1-1 0 0,0 0 1 0 0,-1 1-1 0 0,1-1 1 0 0,0 1-1 0 0,-1-1 1 0 0,1 0-1 0 0,-1 1 1 0 0,0-1-1 0 0,0 0 1 0 0,0 1-1 0 0,0-1 1 0 0,-1 0-1 0 0,1 1 1 0 0,-1-1 0 0 0,1 0-1 0 0,-3-4 1 0 0,0-3-24 0 0,-1 0 0 0 0,-1 0 0 0 0,1 1 0 0 0,-2-1 0 0 0,1 1 0 0 0,-1 0 0 0 0,-1 0 0 0 0,-8-10 0 0 0,4 9-459 0 0,2 1-188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4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9674 0 0,'2'-2'524'0'0,"1"0"1"0"0,0 0-1 0 0,0 0 0 0 0,0 0 1 0 0,0 0-1 0 0,1 0 0 0 0,-1 1 0 0 0,0 0 1 0 0,1-1-1 0 0,-1 1 0 0 0,1 1 1 0 0,-1-1-1 0 0,1 0 0 0 0,4 1 0 0 0,-8 4 638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4.8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3 269 10594 0 0,'-1'-1'96'0'0,"1"0"0"0"0,0 0 0 0 0,-1 0 0 0 0,1 0 0 0 0,0 0 1 0 0,0 0-1 0 0,0 0 0 0 0,0 0 0 0 0,0 0 0 0 0,0 0 0 0 0,0 0 0 0 0,0 0 0 0 0,1 0 0 0 0,-1 0 0 0 0,0 0 0 0 0,0 0 0 0 0,1 0 0 0 0,-1 0 0 0 0,1 1 0 0 0,-1-1 0 0 0,1 0 0 0 0,-1 0 0 0 0,1 0 0 0 0,0 0 0 0 0,-1 1 0 0 0,1-1 0 0 0,0 0 0 0 0,-1 1 0 0 0,1-1 0 0 0,0 0 1 0 0,0 1-1 0 0,0-1 0 0 0,0 1 0 0 0,-1 0 0 0 0,1-1 0 0 0,0 1 0 0 0,0-1 0 0 0,0 1 0 0 0,1 0 0 0 0,2-2 177 0 0,0 1 1 0 0,0 0-1 0 0,0 0 1 0 0,-1 0-1 0 0,1 0 1 0 0,0 1-1 0 0,0-1 0 0 0,0 1 1 0 0,4 1-1 0 0,2 1 31 0 0,-1 1 0 0 0,0 0-1 0 0,-1 0 1 0 0,1 1 0 0 0,-1 1-1 0 0,1-1 1 0 0,-1 1 0 0 0,0 1-1 0 0,-1-1 1 0 0,14 14-1 0 0,-6-5 89 0 0,-1 1 0 0 0,-1 1-1 0 0,23 33 1 0 0,-26-26-301 0 0,-9-14 48 0 0,-6-11 535 0 0,1-4-614 0 0,1 0 1 0 0,0 0-1 0 0,1-1 0 0 0,-1 1 0 0 0,1-1 1 0 0,1 1-1 0 0,-1-1 0 0 0,1 0 1 0 0,0 1-1 0 0,0-15 0 0 0,1 17-35 0 0,-1-16-36 0 0,1 0 0 0 0,0 1 0 0 0,2-1 0 0 0,0 1-1 0 0,2-1 1 0 0,10-34 0 0 0,-10 40-385 0 0,2 0 0 0 0,0 0 0 0 0,15-24-1 0 0,-16 30-352 0 0,1 0 0 0 0,0 0 0 0 0,0 1 0 0 0,1 0 0 0 0,0 0-1 0 0,13-9 1 0 0,-3 5-1042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5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1368 0 0,'-1'2'363'0'0,"0"1"-1"0"0,-1-1 0 0 0,1 1 1 0 0,0-1-1 0 0,1 1 1 0 0,-1-1-1 0 0,0 1 0 0 0,1 0 1 0 0,-1-1-1 0 0,1 1 1 0 0,0 0-1 0 0,0-1 0 0 0,0 1 1 0 0,0 0-1 0 0,0 0 1 0 0,1 2-1 0 0,0 2 665 0 0,0 0-1 0 0,0 0 1 0 0,1 0 0 0 0,0-1 0 0 0,4 9 0 0 0,-4-11-800 0 0,0 0-1 0 0,1-1 1 0 0,-1 1 0 0 0,1-1 0 0 0,0 0 0 0 0,0 0 0 0 0,0 0 0 0 0,1 0 0 0 0,-1 0 0 0 0,1-1 0 0 0,-1 1 0 0 0,1-1 0 0 0,0 0 0 0 0,0 0 0 0 0,0-1 0 0 0,0 1 0 0 0,0-1-1 0 0,1 0 1 0 0,-1 0 0 0 0,0 0 0 0 0,0-1 0 0 0,1 1 0 0 0,-1-1 0 0 0,0 0 0 0 0,1 0 0 0 0,-1 0 0 0 0,0-1 0 0 0,1 0 0 0 0,7-2 0 0 0,-11 2-230 0 0,-1 1 0 0 0,1-1 1 0 0,-1 0-1 0 0,1 1 1 0 0,-1-1-1 0 0,1 0 0 0 0,-1 1 1 0 0,0-1-1 0 0,1 0 1 0 0,-1 0-1 0 0,0 0 0 0 0,0 1 1 0 0,0-1-1 0 0,0 0 0 0 0,1 0 1 0 0,-1 1-1 0 0,0-1 1 0 0,0 0-1 0 0,-1 0 0 0 0,1 0 1 0 0,0 0-1 0 0,0 1 1 0 0,0-1-1 0 0,0 0 0 0 0,-1 0 1 0 0,1 1-1 0 0,0-1 0 0 0,-1 0 1 0 0,1 0-1 0 0,0 1 1 0 0,-1-1-1 0 0,1 0 0 0 0,-1 1 1 0 0,1-1-1 0 0,-1 1 1 0 0,0-1-1 0 0,0 0 0 0 0,-23-29-665 0 0,22 29 585 0 0,-25-27-2890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5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1 104 7834 0 0,'1'-1'287'0'0,"1"0"1"0"0,-1 0 0 0 0,1 0-1 0 0,-1 0 1 0 0,1 0 0 0 0,0 1 0 0 0,-1-1-1 0 0,1 1 1 0 0,0-1 0 0 0,0 1-1 0 0,-1-1 1 0 0,1 1 0 0 0,0 0 0 0 0,0 0-1 0 0,0 0 1 0 0,0 0 0 0 0,-1 0-1 0 0,1 1 1 0 0,0-1 0 0 0,2 1-1 0 0,-1 0-4 0 0,0 1 0 0 0,-1-1 0 0 0,1 1-1 0 0,0 0 1 0 0,-1 0 0 0 0,1 0-1 0 0,-1 0 1 0 0,0 0 0 0 0,0 0-1 0 0,4 6 1 0 0,3 5 115 0 0,0 1 1 0 0,-2 0-1 0 0,11 28 0 0 0,-11-26-197 0 0,-5-12-180 0 0,-1-1-1 0 0,1 1 1 0 0,0-1 0 0 0,0 0 0 0 0,0 1 0 0 0,1-1 0 0 0,3 4 0 0 0,-6-7-20 0 0,0 0 0 0 0,1 0 0 0 0,-1 1 1 0 0,0-1-1 0 0,1 0 0 0 0,-1 0 0 0 0,0 0 1 0 0,0 0-1 0 0,1 1 0 0 0,-1-1 0 0 0,0 0 1 0 0,1 0-1 0 0,-1 0 0 0 0,0 0 0 0 0,1 0 1 0 0,-1 0-1 0 0,0 0 0 0 0,1 0 0 0 0,-1 0 1 0 0,0 0-1 0 0,1 0 0 0 0,-1 0 0 0 0,1 0 1 0 0,-1 0-1 0 0,0 0 0 0 0,1 0 0 0 0,-1 0 0 0 0,0-1 1 0 0,0 1-1 0 0,1 0 0 0 0,8-19-10 0 0,-2-43-488 0 0,-7 52 492 0 0,0-1 1 0 0,1 1-1 0 0,0-1 1 0 0,1 1 0 0 0,0 0-1 0 0,1 0 1 0 0,0 0-1 0 0,1 0 1 0 0,7-15-1 0 0,-10 24 16 0 0,-1 0 0 0 0,1 0 0 0 0,-1 0-1 0 0,1 0 1 0 0,-1 0 0 0 0,1 0 0 0 0,0 0-1 0 0,-1 1 1 0 0,1-1 0 0 0,0 0 0 0 0,0 0-1 0 0,0 1 1 0 0,0-1 0 0 0,0 0 0 0 0,0 1-1 0 0,0-1 1 0 0,0 1 0 0 0,0-1 0 0 0,0 1-1 0 0,0 0 1 0 0,0-1 0 0 0,0 1 0 0 0,0 0-1 0 0,0 0 1 0 0,0 0 0 0 0,0 0 0 0 0,0 0-1 0 0,0 0 1 0 0,1 0 0 0 0,-1 0 0 0 0,0 0-1 0 0,0 0 1 0 0,0 1 0 0 0,0-1 0 0 0,0 0-1 0 0,0 1 1 0 0,0-1 0 0 0,2 2 0 0 0,2 2 151 0 0,1 1-1 0 0,-1-1 1 0 0,0 1 0 0 0,0 1 0 0 0,6 8 0 0 0,-9-11-136 0 0,0 1 0 0 0,1-1 0 0 0,0 0 0 0 0,-1 0 0 0 0,1 0 0 0 0,0 0 1 0 0,1 0-1 0 0,-1-1 0 0 0,0 1 0 0 0,7 2 0 0 0,-8-4-46 0 0,1-1 0 0 0,-1 0 0 0 0,0 0 1 0 0,1 0-1 0 0,-1 0 0 0 0,0 0 0 0 0,1-1 0 0 0,-1 1 0 0 0,0-1 1 0 0,0 1-1 0 0,0-1 0 0 0,1 0 0 0 0,-1 0 0 0 0,0 0 0 0 0,0 0 0 0 0,0 0 1 0 0,0 0-1 0 0,0-1 0 0 0,0 1 0 0 0,-1-1 0 0 0,3-2 0 0 0,4-4-155 0 0,-2 0 0 0 0,1-1 1 0 0,8-14-1 0 0,11-15 28 0 0,-25 37 195 0 0,0 0 0 0 0,1 0 1 0 0,-1 0-1 0 0,0 0 0 0 0,0 0 0 0 0,0 0 0 0 0,1 0 0 0 0,-1 0 1 0 0,0 0-1 0 0,1 1 0 0 0,-1-1 0 0 0,1 1 0 0 0,-1-1 0 0 0,1 1 0 0 0,-1-1 1 0 0,1 1-1 0 0,-1 0 0 0 0,1 0 0 0 0,-1-1 0 0 0,1 1 0 0 0,0 1 1 0 0,-1-1-1 0 0,1 0 0 0 0,-1 0 0 0 0,1 0 0 0 0,2 2 0 0 0,1 0-281 0 0,-1 1-1 0 0,1 0 1 0 0,-1 0-1 0 0,0 0 0 0 0,1 0 1 0 0,4 6-1 0 0,3 3-3627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6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229 394 7834 0 0,'-1'-4'394'0'0,"-1"0"0"0"0,1 0 0 0 0,-1 0-1 0 0,0 1 1 0 0,-1-1 0 0 0,1 0 0 0 0,-1 1 0 0 0,1 0 0 0 0,-1-1 0 0 0,0 1 0 0 0,0 0 0 0 0,0 1 0 0 0,-1-1 0 0 0,1 0 0 0 0,-1 1 0 0 0,1 0 0 0 0,-6-2 0 0 0,6 2-191 0 0,0 2-1 0 0,-1-1 1 0 0,1 0 0 0 0,0 1-1 0 0,-1-1 1 0 0,1 1 0 0 0,-1 0-1 0 0,1 0 1 0 0,0 1 0 0 0,-1-1 0 0 0,1 1-1 0 0,0-1 1 0 0,0 1 0 0 0,-1 0-1 0 0,1 0 1 0 0,0 1 0 0 0,0-1-1 0 0,0 1 1 0 0,0-1 0 0 0,0 1-1 0 0,0 0 1 0 0,-3 4 0 0 0,-4 3-109 0 0,1 0 1 0 0,0 1-1 0 0,1 0 0 0 0,0 1 1 0 0,1 0-1 0 0,0 0 0 0 0,0 1 1 0 0,2 0-1 0 0,-1 0 0 0 0,1 0 1 0 0,1 0-1 0 0,0 1 0 0 0,1 0 0 0 0,-3 24 1 0 0,6-35-127 0 0,0 0 1 0 0,0 0-1 0 0,0 0 0 0 0,0 0 1 0 0,0 0-1 0 0,0 0 1 0 0,1-1-1 0 0,-1 1 0 0 0,0 0 1 0 0,1 0-1 0 0,0 0 1 0 0,-1 0-1 0 0,1-1 0 0 0,0 1 1 0 0,0 0-1 0 0,1 1 1 0 0,-1-2-36 0 0,0 0 1 0 0,0-1 0 0 0,0 1 0 0 0,0-1 0 0 0,0 1-1 0 0,0-1 1 0 0,0 1 0 0 0,0-1 0 0 0,0 1 0 0 0,0-1-1 0 0,0 0 1 0 0,0 1 0 0 0,0-1 0 0 0,0 0 0 0 0,0 0 0 0 0,0 0-1 0 0,0 0 1 0 0,0 0 0 0 0,0 0 0 0 0,2-1 0 0 0,1 0-130 0 0,0 0 1 0 0,0 0-1 0 0,0-1 0 0 0,0 1 1 0 0,-1-1-1 0 0,1 0 1 0 0,0 0-1 0 0,-1-1 1 0 0,0 1-1 0 0,0-1 1 0 0,1 0-1 0 0,-2 1 0 0 0,5-5 1 0 0,2-7-225 0 0,0 1 0 0 0,-1-1 0 0 0,0 0 0 0 0,-1-1 1 0 0,-1 0-1 0 0,0 0 0 0 0,-1-1 0 0 0,0 1 0 0 0,3-27 0 0 0,-5 21 200 0 0,-1-1 0 0 0,0 0 0 0 0,-2 0 0 0 0,-1 0-1 0 0,0 0 1 0 0,-8-34 0 0 0,3 30 959 0 0,-2 1 0 0 0,-18-43 0 0 0,21 56 240 0 0,-1 1 0 0 0,-1 0-1 0 0,0 0 1 0 0,-11-13 0 0 0,18 24-924 0 0,-2-3 1260 0 0,2 3-1260 0 0,0 0 0 0 0,0 0 0 0 0,0 0-1 0 0,0-1 1 0 0,-1 1 0 0 0,1 0 0 0 0,0 0 0 0 0,0 0-1 0 0,0 0 1 0 0,0 0 0 0 0,-1 0 0 0 0,1 0 0 0 0,0 0 0 0 0,0 0-1 0 0,-2 2 988 0 0,1-2-987 0 0,3 13 1037 0 0,6 17-698 0 0,12 12-141 0 0,1 0-1 0 0,2-1 0 0 0,33 44 0 0 0,-36-60-888 0 0,1 0 0 0 0,0-1 0 0 0,2-1 0 0 0,1-1 0 0 0,37 28 0 0 0,-37-35-6557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6.5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1 147 2304 0 0,'29'4'6438'0'0,"-23"-1"-5705"0"0,1 0 0 0 0,-1 1-1 0 0,0-1 1 0 0,0 1 0 0 0,0 0 0 0 0,0 1 0 0 0,-1 0 0 0 0,0 0 0 0 0,0 0-1 0 0,8 11 1 0 0,10 9 411 0 0,-22-24-1081 0 0,-1-1 0 0 0,1 1 0 0 0,-1 0 0 0 0,1-1 0 0 0,-1 1 0 0 0,1-1 0 0 0,-1 1 0 0 0,1 0 0 0 0,-1-1 0 0 0,1 0 0 0 0,0 1 0 0 0,-1-1 0 0 0,1 1 1 0 0,0-1-1 0 0,0 0 0 0 0,-1 1 0 0 0,1-1 0 0 0,0 0 0 0 0,0 0 0 0 0,-1 1 0 0 0,1-1 0 0 0,0 0 0 0 0,0 0 0 0 0,0 0 0 0 0,-1 0 0 0 0,1 0 1 0 0,0 0-1 0 0,0 0 0 0 0,0-1 0 0 0,0 0 33 0 0,0 0-1 0 0,0 0 1 0 0,-1 0 0 0 0,1 0 0 0 0,-1 0 0 0 0,1 0 0 0 0,-1 0 0 0 0,1 0-1 0 0,-1-1 1 0 0,0 1 0 0 0,1 0 0 0 0,-1 0 0 0 0,0 0 0 0 0,0-1 0 0 0,0 1-1 0 0,0-2 1 0 0,-6-56 1311 0 0,5 56-1469 0 0,-2-12-94 0 0,1 1 1 0 0,0 0-1 0 0,1-1 1 0 0,1 1-1 0 0,0-1 1 0 0,1 1-1 0 0,4-24 1 0 0,1 19-1194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7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72 3209 0 0,'-1'-1'226'0'0,"0"0"0"0"0,0-1 0 0 0,0 1 0 0 0,0 0 1 0 0,-1 0-1 0 0,1 1 0 0 0,0-1 0 0 0,-1 0 0 0 0,1 0 1 0 0,0 1-1 0 0,-1-1 0 0 0,1 1 0 0 0,-1-1 0 0 0,1 1 0 0 0,-1-1 1 0 0,1 1-1 0 0,-1 0 0 0 0,0 0 0 0 0,1 0 0 0 0,-1 0 1 0 0,1 0-1 0 0,-1 0 0 0 0,1 0 0 0 0,-1 1 0 0 0,1-1 0 0 0,-1 0 1 0 0,1 1-1 0 0,-1-1 0 0 0,1 1 0 0 0,-1 0 0 0 0,1 0 1 0 0,0-1-1 0 0,-1 1 0 0 0,1 0 0 0 0,0 0 0 0 0,0 0 0 0 0,0 0 1 0 0,0 0-1 0 0,0 0 0 0 0,0 1 0 0 0,0-1 0 0 0,0 0 1 0 0,0 0-1 0 0,-1 3 0 0 0,-2 2 292 0 0,1-1 0 0 0,0 1 1 0 0,0 0-1 0 0,0 0 0 0 0,1 0 0 0 0,0 1 1 0 0,0-1-1 0 0,0 0 0 0 0,0 9 0 0 0,1-11-483 0 0,1 1-1 0 0,0-1 0 0 0,1 0 1 0 0,-1 0-1 0 0,1 0 0 0 0,0 1 0 0 0,0-1 1 0 0,0 0-1 0 0,0 0 0 0 0,1 0 1 0 0,-1 0-1 0 0,1-1 0 0 0,0 1 1 0 0,1 0-1 0 0,2 3 0 0 0,-4-6-58 0 0,0 0 0 0 0,0 0 0 0 0,0 0-1 0 0,0 0 1 0 0,1 0 0 0 0,-1 0 0 0 0,0 0-1 0 0,0 0 1 0 0,1-1 0 0 0,-1 1 0 0 0,1-1-1 0 0,-1 1 1 0 0,0-1 0 0 0,1 1 0 0 0,-1-1-1 0 0,1 0 1 0 0,-1 0 0 0 0,2 1 0 0 0,0-2-59 0 0,-1 1 1 0 0,1-1 0 0 0,-1 1 0 0 0,0-1 0 0 0,1 0 0 0 0,-1 0-1 0 0,0 0 1 0 0,0 0 0 0 0,0 0 0 0 0,0 0 0 0 0,0-1 0 0 0,0 1-1 0 0,0-1 1 0 0,3-2 0 0 0,6-9-491 0 0,0 0 0 0 0,-1 0 0 0 0,-1-1 0 0 0,0-1-1 0 0,-1 1 1 0 0,0-2 0 0 0,6-18 0 0 0,8-14 2268 0 0,-21 47-1479 0 0,-1-1 1 0 0,1 1-1 0 0,0-1 0 0 0,0 1 0 0 0,0 0 0 0 0,0-1 1 0 0,0 1-1 0 0,0 0 0 0 0,0 0 0 0 0,1-1 0 0 0,-1 1 1 0 0,2-1-1 0 0,-2 2-123 0 0,0 0 1 0 0,-1-1-1 0 0,1 1 1 0 0,0 0-1 0 0,-1 0 1 0 0,1 0-1 0 0,0 0 1 0 0,-1 0-1 0 0,1 0 0 0 0,0 0 1 0 0,-1 0-1 0 0,1 0 1 0 0,0 0-1 0 0,-1 0 1 0 0,1 0-1 0 0,0 0 1 0 0,-1 0-1 0 0,1 1 1 0 0,0-1-1 0 0,-1 0 1 0 0,2 1-1 0 0,2 2 219 0 0,0 1 0 0 0,0-1 0 0 0,0 1 0 0 0,-1 0 0 0 0,1 0 1 0 0,4 8-1 0 0,-6-8-298 0 0,1-1 1 0 0,-1 1 0 0 0,1-1 0 0 0,0 1-1 0 0,0-1 1 0 0,1 0 0 0 0,-1 0 0 0 0,6 3-1 0 0,-4-4-277 0 0,0 0 0 0 0,0-1 0 0 0,0 0 0 0 0,0 0 0 0 0,0 0 0 0 0,0-1 0 0 0,1 0-1 0 0,-1 0 1 0 0,0 0 0 0 0,0 0 0 0 0,10-3 0 0 0,-13 3 96 0 0,1-1-1 0 0,0 0 1 0 0,-1 0 0 0 0,1 0 0 0 0,-1 0-1 0 0,0 0 1 0 0,1 0 0 0 0,-1-1 0 0 0,0 1-1 0 0,0-1 1 0 0,0 1 0 0 0,0-1 0 0 0,0 0-1 0 0,0 0 1 0 0,0 0 0 0 0,-1 0-1 0 0,1 0 1 0 0,-1-1 0 0 0,1 1 0 0 0,-1 0-1 0 0,0-1 1 0 0,0 1 0 0 0,0-1 0 0 0,1-3-1 0 0,-1 3 331 0 0,0 0 0 0 0,0 1 0 0 0,0-1 0 0 0,0 0 0 0 0,0 0 0 0 0,1 1 0 0 0,-1-1 0 0 0,1 0 0 0 0,0 1 0 0 0,0 0 0 0 0,3-4 0 0 0,-4 5-102 0 0,0 0 0 0 0,-1 1 0 0 0,1-1 0 0 0,0 1 0 0 0,0 0 0 0 0,-1-1 0 0 0,1 1 0 0 0,0-1 0 0 0,0 1 1 0 0,0 0-1 0 0,0 0 0 0 0,0 0 0 0 0,0-1 0 0 0,-1 1 0 0 0,1 0 0 0 0,0 0 0 0 0,0 0 0 0 0,0 0 0 0 0,0 0 1 0 0,0 1-1 0 0,0-1 0 0 0,0 0 0 0 0,-1 0 0 0 0,1 1 0 0 0,0-1 0 0 0,0 0 0 0 0,0 1 0 0 0,0-1 1 0 0,-1 1-1 0 0,1-1 0 0 0,0 1 0 0 0,0-1 0 0 0,-1 1 0 0 0,1-1 0 0 0,-1 1 0 0 0,1 0 0 0 0,0 0 0 0 0,-1-1 1 0 0,1 1-1 0 0,-1 0 0 0 0,1 0 0 0 0,-1-1 0 0 0,1 2 0 0 0,15 21-958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7.3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18 14283 0 0,'-7'-1'632'0'0,"3"-1"136"0"0,0 1-616 0 0,1-1-152 0 0,2 1 0 0 0,1 0 0 0 0,-1 1 176 0 0,-1-2 8 0 0,1 0 0 0 0,1 0 1 0 0,3-1-714 0 0,1 2-143 0 0,4 1-24 0 0,0 1-8 0 0,3 2 592 0 0,-1-1 112 0 0,0-1 0 0 0,-1 0 64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7.7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71 3209 0 0,'4'0'538'0'0,"-1"1"1"0"0,1 0-1 0 0,-1 0 1 0 0,0 0 0 0 0,1 1-1 0 0,-1-1 1 0 0,0 1-1 0 0,0 0 1 0 0,0 0 0 0 0,0 0-1 0 0,0 0 1 0 0,0 0-1 0 0,-1 1 1 0 0,1 0 0 0 0,-1-1-1 0 0,1 1 1 0 0,-1 0-1 0 0,4 6 1 0 0,4 7 1403 0 0,0 1-1 0 0,8 19 1 0 0,-10-15-1165 0 0,-7-17-700 0 0,0 0 0 0 0,1 1 0 0 0,0-1 0 0 0,0 0 0 0 0,0 0 0 0 0,0 0 0 0 0,4 5 0 0 0,-4-11-106 0 0,0 0 0 0 0,0 1 0 0 0,0-1 1 0 0,0 0-1 0 0,-1 0 0 0 0,1 0 0 0 0,-1 0 0 0 0,1 0 0 0 0,-1-1 0 0 0,2-3 0 0 0,25-64-165 0 0,-21 48 56 0 0,17-36 0 0 0,-21 53 126 0 0,0 0 1 0 0,0 0-1 0 0,0 0 0 0 0,1 0 1 0 0,0 1-1 0 0,0-1 0 0 0,0 1 1 0 0,0 0-1 0 0,1 0 0 0 0,-1 0 1 0 0,10-4-1 0 0,-11 7 54 0 0,0-1-1 0 0,0 1 1 0 0,0 0-1 0 0,0 1 0 0 0,0-1 1 0 0,1 1-1 0 0,-1-1 1 0 0,0 1-1 0 0,0 0 1 0 0,1 0-1 0 0,-1 0 1 0 0,0 1-1 0 0,0-1 1 0 0,1 1-1 0 0,-1 0 0 0 0,4 1 1 0 0,53 25 1102 0 0,-27-11-854 0 0,18 1-2197 0 0,-31-13-5270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8.2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75 133 3225 0 0,'-4'-9'288'0'0,"-1"1"-288"0"0,4 3 0 0 0,0 2 0 0 0,-1 0 0 0 0,0-4 0 0 0,-4-5 0 0 0,-2-8 0 0 0,-2 1-472 0 0,1 1-72 0 0,2 5-9 0 0,1 4-7 0 0,2 4 440 0 0,0 3 120 0 0,1 2 0 0 0,0 2 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8.5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16 10594 0 0,'-24'-16'9485'0'0,"22"30"-8419"0"0,5 23-881 0 0,1-1 1 0 0,2 1 0 0 0,1-1-1 0 0,2 0 1 0 0,2 0 0 0 0,1-1-1 0 0,2-1 1 0 0,32 60 0 0 0,-39-84-452 0 0,-1 0 1 0 0,2-1 0 0 0,13 14 0 0 0,-18-20-169 0 0,0 0 0 0 0,1 0 0 0 0,-1 0 0 0 0,1 0 0 0 0,0-1 0 0 0,0 0 0 0 0,0 1 0 0 0,0-2 0 0 0,1 1 0 0 0,-1 0 0 0 0,1-1 0 0 0,4 2 0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8.8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10 187 3225 0 0,'-9'0'838'0'0,"8"-4"-161"0"0,20-13 287 0 0,34-18 36 0 0,-51 34-956 0 0,21-14 77 0 0,76-44 442 0 0,-85 52-386 0 0,1 0-1 0 0,-1 1 0 0 0,1 1 0 0 0,0 0 1 0 0,18-2-1 0 0,-28 6-31 0 0,0 0 1 0 0,0 0-1 0 0,0 1 0 0 0,1 0 1 0 0,-1 0-1 0 0,0 0 1 0 0,0 1-1 0 0,0-1 1 0 0,0 1-1 0 0,1 1 0 0 0,-1-1 1 0 0,-1 1-1 0 0,7 2 1 0 0,-8-2 16 0 0,0 0 0 0 0,-1 0 0 0 0,1 0 0 0 0,-1 1 0 0 0,1-1 1 0 0,-1 1-1 0 0,0-1 0 0 0,0 1 0 0 0,0 0 0 0 0,0 0 0 0 0,0 0 1 0 0,-1 0-1 0 0,1 0 0 0 0,-1 0 0 0 0,0 0 0 0 0,0 1 0 0 0,0-1 0 0 0,0 0 1 0 0,-1 1-1 0 0,1 6 0 0 0,0-7-60 0 0,0 14 316 0 0,1 0-1 0 0,1 0 1 0 0,0-1-1 0 0,9 25 1 0 0,-11-38-385 0 0,0-1 0 0 0,0 1 0 0 0,0 0 1 0 0,1-1-1 0 0,-1 1 0 0 0,0 0 0 0 0,1-1 0 0 0,0 0 0 0 0,-1 1 1 0 0,1-1-1 0 0,0 0 0 0 0,0 0 0 0 0,0 0 0 0 0,1 0 0 0 0,-1 0 0 0 0,0-1 1 0 0,1 1-1 0 0,-1-1 0 0 0,1 1 0 0 0,0-1 0 0 0,-1 0 0 0 0,1 0 0 0 0,0 0 1 0 0,-1-1-1 0 0,1 1 0 0 0,0 0 0 0 0,0-1 0 0 0,0 0 0 0 0,0 0 0 0 0,0 0 1 0 0,0 0-1 0 0,0 0 0 0 0,-1-1 0 0 0,1 1 0 0 0,3-1 0 0 0,-3 0 7 0 0,0 0-1 0 0,1 0 1 0 0,-1 0-1 0 0,0-1 0 0 0,0 1 1 0 0,0-1-1 0 0,0 0 1 0 0,0 1-1 0 0,-1-1 1 0 0,1-1-1 0 0,-1 1 0 0 0,1 0 1 0 0,-1 0-1 0 0,0-1 1 0 0,1 0-1 0 0,-1 1 1 0 0,-1-1-1 0 0,4-4 0 0 0,-4 2 88 0 0,1 0-1 0 0,0 1 0 0 0,-1-1 0 0 0,0 0 1 0 0,0 0-1 0 0,-1 0 0 0 0,1 0 0 0 0,-1 0 1 0 0,0 0-1 0 0,0 0 0 0 0,-2-7 1 0 0,0 3 39 0 0,0 0 0 0 0,0 0 0 0 0,-1 0 1 0 0,0 0-1 0 0,-1 0 0 0 0,1 1 1 0 0,-2 0-1 0 0,1 0 0 0 0,-1 0 1 0 0,-1 0-1 0 0,1 1 0 0 0,-14-13 1 0 0,17 17-225 0 0,-1 1 0 0 0,1 0-1 0 0,-1 0 1 0 0,0 0 0 0 0,1 0 0 0 0,-1 1 0 0 0,0-1 0 0 0,0 1 0 0 0,0 0 0 0 0,0-1 0 0 0,0 1 0 0 0,-1 1 0 0 0,1-1 0 0 0,-5 0 0 0 0,-1 3-904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13.6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17052 0 0,'0'6'1664'0'0,"0"-5"-1480"0"0,0 0-184 0 0,-1 1 0 0 0,-2 2-1080 0 0,1-4 672 0 0,-3-2 296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6.1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6 10594 0 0,'0'-1'76'0'0,"0"1"1"0"0,-1-1-1 0 0,1 1 0 0 0,-1 0 0 0 0,1-1 1 0 0,0 1-1 0 0,-1 0 0 0 0,1-1 0 0 0,-1 1 0 0 0,1 0 1 0 0,0 0-1 0 0,-1-1 0 0 0,1 1 0 0 0,-1 0 0 0 0,1 0 1 0 0,-1 0-1 0 0,1 0 0 0 0,-1 0 0 0 0,1 0 0 0 0,-1-1 1 0 0,1 1-1 0 0,-1 0 0 0 0,1 1 0 0 0,-1-1 1 0 0,1 0-1 0 0,-1 0 0 0 0,1 0 0 0 0,-1 0 0 0 0,1 0 1 0 0,-1 0-1 0 0,1 1 0 0 0,-1-1 0 0 0,1 0 0 0 0,-1 0 1 0 0,1 0-1 0 0,0 1 0 0 0,-1 0 0 0 0,-21 8 1006 0 0,12-4-807 0 0,0 1-1 0 0,0 1 1 0 0,1 0-1 0 0,0 0 1 0 0,0 0-1 0 0,1 2 1 0 0,0-1-1 0 0,0 1 1 0 0,-9 14-1 0 0,14-20-239 0 0,1 0 0 0 0,0 0 0 0 0,0 0 0 0 0,0 1 0 0 0,1-1 0 0 0,-1 0 0 0 0,1 1 0 0 0,0-1 0 0 0,0 1 0 0 0,0-1 0 0 0,0 1 0 0 0,1 0 0 0 0,0-1 0 0 0,-1 1 0 0 0,1 0 0 0 0,1 0 0 0 0,-1-1 1 0 0,0 1-1 0 0,1 0 0 0 0,0-1 0 0 0,0 1 0 0 0,0-1 0 0 0,0 1 0 0 0,0-1 0 0 0,1 1 0 0 0,0-1 0 0 0,-1 0 0 0 0,1 0 0 0 0,0 0 0 0 0,1 0 0 0 0,-1 0 0 0 0,0 0 0 0 0,5 3 0 0 0,4 2 4 0 0,1 0 0 0 0,0-1-1 0 0,0 0 1 0 0,1-1 0 0 0,0 0 0 0 0,0-1 0 0 0,0-1-1 0 0,1 0 1 0 0,0-1 0 0 0,14 2 0 0 0,-10-2 13 0 0,1 2 0 0 0,-1 0 1 0 0,0 1-1 0 0,29 14 0 0 0,-45-19-51 0 0,0 0 0 0 0,0 0 1 0 0,0 0-1 0 0,0 1 0 0 0,0-1 0 0 0,-1 1 0 0 0,1-1 1 0 0,-1 1-1 0 0,1 0 0 0 0,-1 0 0 0 0,0-1 0 0 0,1 1 1 0 0,-1 0-1 0 0,0 0 0 0 0,0 0 0 0 0,0 1 0 0 0,-1-1 1 0 0,1 0-1 0 0,0 0 0 0 0,-1 0 0 0 0,1 1 0 0 0,-1-1 0 0 0,0 0 1 0 0,0 0-1 0 0,0 1 0 0 0,0-1 0 0 0,0 0 0 0 0,-1 0 1 0 0,1 1-1 0 0,0-1 0 0 0,-1 0 0 0 0,0 0 0 0 0,1 0 1 0 0,-1 0-1 0 0,0 0 0 0 0,0 0 0 0 0,-2 3 0 0 0,-6 9-4 0 0,1 0-1 0 0,-2 0 1 0 0,0-1-1 0 0,-13 14 0 0 0,10-13-35 0 0,-18 23-2608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6.5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1 103 6913 0 0,'5'-10'419'0'0,"11"-17"-236"0"0,-15 26-44 0 0,0 0-1 0 0,-1 0 1 0 0,1 0 0 0 0,0 0-1 0 0,0 0 1 0 0,0 0 0 0 0,0 0-1 0 0,0 0 1 0 0,0 1 0 0 0,0-1 0 0 0,0 0-1 0 0,0 0 1 0 0,0 1 0 0 0,0-1-1 0 0,1 1 1 0 0,-1-1 0 0 0,2 0-1 0 0,-2 4 177 0 0,0-1 0 0 0,0 1-1 0 0,-1-1 1 0 0,1 1-1 0 0,-1-1 1 0 0,1 1-1 0 0,-1 0 1 0 0,0-1-1 0 0,0 1 1 0 0,0-1 0 0 0,0 1-1 0 0,-1 4 1 0 0,1-5-88 0 0,-1 8 52 0 0,2-1 0 0 0,-1 1 0 0 0,1 0 0 0 0,0 0 0 0 0,1-1 0 0 0,0 1 0 0 0,1-1 0 0 0,0 1 0 0 0,0-1 0 0 0,1 0 0 0 0,1 0 0 0 0,8 13-1 0 0,-10-17-208 0 0,0-1 0 0 0,1 0 0 0 0,-1 0 0 0 0,1 0 0 0 0,0 0-1 0 0,0-1 1 0 0,1 1 0 0 0,-1-1 0 0 0,1 0 0 0 0,0 0 0 0 0,-1-1-1 0 0,1 1 1 0 0,0-1 0 0 0,1 0 0 0 0,-1-1 0 0 0,0 1 0 0 0,0-1-1 0 0,1 0 1 0 0,-1 0 0 0 0,1-1 0 0 0,-1 0 0 0 0,1 0 0 0 0,-1 0-1 0 0,7-1 1 0 0,-6 0-9 0 0,-1-1-1 0 0,0 1 1 0 0,0-1 0 0 0,0 0-1 0 0,0-1 1 0 0,0 1-1 0 0,0-1 1 0 0,-1 0 0 0 0,1 0-1 0 0,-1 0 1 0 0,0-1-1 0 0,0 0 1 0 0,0 1 0 0 0,0-1-1 0 0,0-1 1 0 0,-1 1 0 0 0,0 0-1 0 0,0-1 1 0 0,4-8-1 0 0,-4 8-35 0 0,-1-1 0 0 0,1 1 0 0 0,-1 0-1 0 0,-1-1 1 0 0,1 0 0 0 0,-1 1 0 0 0,1-1 0 0 0,-2 0-1 0 0,1 0 1 0 0,-1 0 0 0 0,0 1 0 0 0,0-1 0 0 0,0 0-1 0 0,-1 0 1 0 0,0 0 0 0 0,0 1 0 0 0,0-1-1 0 0,-3-7 1 0 0,0 6-2 0 0,0 1-1 0 0,0-1 1 0 0,0 1 0 0 0,-1 0-1 0 0,1 0 1 0 0,-2 0-1 0 0,1 0 1 0 0,-1 1-1 0 0,1 0 1 0 0,-1 0 0 0 0,-1 1-1 0 0,-9-6 1 0 0,12 7-207 0 0,-1 1 0 0 0,1 0 1 0 0,-1 0-1 0 0,0 0 0 0 0,0 1 1 0 0,0 0-1 0 0,0 0 0 0 0,0 0 0 0 0,0 0 1 0 0,0 1-1 0 0,0 0 0 0 0,0 0 1 0 0,0 0-1 0 0,0 1 0 0 0,-1 0 0 0 0,1 0 1 0 0,0 0-1 0 0,1 0 0 0 0,-10 4 1 0 0,2 2-984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7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5065 0 0,'12'-28'15134'0'0,"1"43"-14421"0"0,12 21 439 0 0,-10-13-954 0 0,1 0 1 0 0,27 28 0 0 0,-39-46-176 0 0,0-1 1 0 0,1 0 0 0 0,0 0-1 0 0,0 0 1 0 0,0 0 0 0 0,0-1-1 0 0,0 0 1 0 0,1 0 0 0 0,-1 0-1 0 0,1-1 1 0 0,0 1 0 0 0,0-2 0 0 0,0 1-1 0 0,0-1 1 0 0,0 1 0 0 0,8-1-1 0 0,-11-1-19 0 0,-1 0 0 0 0,1 0 0 0 0,0-1-1 0 0,-1 0 1 0 0,1 1 0 0 0,-1-1 0 0 0,1 0-1 0 0,-1 0 1 0 0,1 0 0 0 0,-1 0 0 0 0,1-1-1 0 0,-1 1 1 0 0,0-1 0 0 0,0 1 0 0 0,0-1 0 0 0,0 0-1 0 0,0 0 1 0 0,0 0 0 0 0,0 0 0 0 0,-1 0-1 0 0,1 0 1 0 0,-1 0 0 0 0,1 0 0 0 0,-1-1-1 0 0,0 1 1 0 0,0-1 0 0 0,0 1 0 0 0,0-1-1 0 0,0-3 1 0 0,3-9 18 0 0,-1-1 0 0 0,-1 1 0 0 0,1-31 0 0 0,-1 18-95 0 0,0 15 373 0 0,-1 8-310 0 0,0 0 0 0 0,-1 0 0 0 0,1 0 0 0 0,-1 0 0 0 0,0 0 0 0 0,-1 0 0 0 0,1 0 0 0 0,-1-1 0 0 0,-1-4 0 0 0,26 64-114 0 0,-16-34 36 0 0,1-1 0 0 0,1 1 0 0 0,1-1 0 0 0,25 34 0 0 0,14 9-2783 0 0,-37-45 1856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8.0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2 159 6913 0 0,'-1'-1'303'0'0,"1"1"-243"0"0,0 0 1 0 0,0 0-1 0 0,0-1 1 0 0,0 1-1 0 0,0 0 1 0 0,0 0-1 0 0,0 0 1 0 0,-1 0-1 0 0,1-1 0 0 0,0 1 1 0 0,0 0-1 0 0,0 0 1 0 0,0 0-1 0 0,0 0 1 0 0,0-1-1 0 0,0 1 1 0 0,0 0-1 0 0,0 0 1 0 0,0 0-1 0 0,0-1 1 0 0,0 1-1 0 0,0 0 0 0 0,0 0 1 0 0,1 0-1 0 0,-1 0 1 0 0,0-1-1 0 0,0 1 1 0 0,0 0-1 0 0,0 0 1 0 0,0 0-1 0 0,1-1 243 0 0,-1 1-243 0 0,0 0 0 0 0,0 0 1 0 0,0 0-1 0 0,0-1 1 0 0,1 1-1 0 0,-1 0 1 0 0,0 0-1 0 0,0 0 1 0 0,16-5 1396 0 0,18 2-36 0 0,-27 3-1191 0 0,0 1 0 0 0,0 0 0 0 0,0 0 1 0 0,0 1-1 0 0,0 0 0 0 0,0 1 1 0 0,-1-1-1 0 0,1 1 0 0 0,-1 0 0 0 0,0 1 1 0 0,1-1-1 0 0,-2 1 0 0 0,1 1 0 0 0,0-1 1 0 0,-1 1-1 0 0,0 0 0 0 0,0 0 0 0 0,0 0 1 0 0,-1 1-1 0 0,0 0 0 0 0,3 7 3873 0 0,-31-49-3138 0 0,21 28-922 0 0,0 1 0 0 0,1-1 0 0 0,0 0 0 0 0,0 0 0 0 0,1-1-1 0 0,0 1 1 0 0,0 0 0 0 0,2-14 0 0 0,0 10-703 0 0,0 1 0 0 0,1 0 0 0 0,1 0 0 0 0,0-1 0 0 0,8-17 0 0 0,-3 11-6313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8.3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164 4 3225 0 0,'-4'-1'481'0'0,"-1"0"0"0"0,1 0 0 0 0,-1 1-1 0 0,1 0 1 0 0,-1 0 0 0 0,1 0 0 0 0,-1 0 0 0 0,0 0 0 0 0,1 1 0 0 0,-1 0 0 0 0,1 0 0 0 0,0 0 0 0 0,-1 1 0 0 0,1 0 0 0 0,0 0 0 0 0,0 0 0 0 0,-7 4 0 0 0,5-2-48 0 0,1 1 0 0 0,-1 0 0 0 0,1 0 0 0 0,0 0 1 0 0,0 1-1 0 0,0-1 0 0 0,1 1 0 0 0,0 0 0 0 0,0 1 0 0 0,-4 10 0 0 0,4-8-143 0 0,0 0-1 0 0,1 0 0 0 0,1 1 0 0 0,-1-1 1 0 0,1 1-1 0 0,1 0 0 0 0,-1 17 1 0 0,2-21-190 0 0,0 1 1 0 0,1-1-1 0 0,0 0 1 0 0,0 0-1 0 0,0 0 1 0 0,0 0-1 0 0,1 0 1 0 0,0 0-1 0 0,1-1 1 0 0,-1 1-1 0 0,1 0 1 0 0,4 6-1 0 0,-4-9-147 0 0,0 1-1 0 0,1 0 1 0 0,-1-1-1 0 0,1 0 1 0 0,0 0-1 0 0,0 0 1 0 0,0 0-1 0 0,0-1 1 0 0,0 1-1 0 0,1-1 1 0 0,-1 0 0 0 0,1 0-1 0 0,-1-1 1 0 0,1 1-1 0 0,0-1 1 0 0,-1 0-1 0 0,1 0 1 0 0,0-1-1 0 0,0 1 1 0 0,0-1 0 0 0,0 0-1 0 0,-1-1 1 0 0,1 1-1 0 0,0-1 1 0 0,0 0-1 0 0,0 0 1 0 0,-1 0-1 0 0,1-1 1 0 0,0 0-1 0 0,6-3 1 0 0,10-6-1273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8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14 227 5065 0 0,'0'1'207'0'0,"-1"0"-1"0"0,1 0 0 0 0,0 0 1 0 0,0 0-1 0 0,-1 1 1 0 0,1-1-1 0 0,0 0 1 0 0,0 0-1 0 0,0 0 1 0 0,0 1-1 0 0,0-1 1 0 0,0 0-1 0 0,1 0 1 0 0,-1 0-1 0 0,0 1 1 0 0,1-1-1 0 0,-1 0 0 0 0,0 0 1 0 0,1 0-1 0 0,0 0 1 0 0,-1 0-1 0 0,1 0 1 0 0,0 0-1 0 0,-1 0 1 0 0,1 0-1 0 0,0 0 1 0 0,0 0-1 0 0,0 0 1 0 0,0-1-1 0 0,0 1 1 0 0,1 1-1 0 0,-1-2 5 0 0,1 0 1 0 0,-1 1-1 0 0,1-1 0 0 0,-1 0 0 0 0,1 0 1 0 0,0 0-1 0 0,-1 0 0 0 0,1 0 1 0 0,-1 0-1 0 0,1 0 0 0 0,-1 0 0 0 0,1-1 1 0 0,0 1-1 0 0,-1-1 0 0 0,1 1 1 0 0,-1-1-1 0 0,0 0 0 0 0,1 1 1 0 0,-1-1-1 0 0,0 0 0 0 0,1 0 0 0 0,-1 0 1 0 0,0 0-1 0 0,2-2 0 0 0,3-3-68 0 0,-1 0 1 0 0,0-1-1 0 0,0 1 0 0 0,0-1 0 0 0,-1 0 0 0 0,0-1 0 0 0,0 1 0 0 0,-1-1 1 0 0,0 1-1 0 0,0-1 0 0 0,-1 0 0 0 0,0 0 0 0 0,2-17 0 0 0,-4 19-66 0 0,1 0-1 0 0,-1 0 0 0 0,0 0 1 0 0,0 0-1 0 0,-1-1 0 0 0,1 1 0 0 0,-1 0 1 0 0,-1 0-1 0 0,1 0 0 0 0,-1 0 1 0 0,0 1-1 0 0,-1-1 0 0 0,1 0 1 0 0,-1 1-1 0 0,0 0 0 0 0,-1-1 0 0 0,1 1 1 0 0,-1 0-1 0 0,-6-6 0 0 0,9 10-77 0 0,0 0 1 0 0,0 0-1 0 0,0 0 0 0 0,0 0 0 0 0,0 0 0 0 0,0 1 0 0 0,0-1 0 0 0,-1 0 0 0 0,1 0 0 0 0,0 1 0 0 0,0-1 0 0 0,-1 1 0 0 0,1-1 0 0 0,-1 1 0 0 0,1 0 0 0 0,0-1 1 0 0,-1 1-1 0 0,1 0 0 0 0,-1 0 0 0 0,1 0 0 0 0,-1 0 0 0 0,1 0 0 0 0,0 0 0 0 0,-1 1 0 0 0,-1-1 0 0 0,1 2-2 0 0,0-1-1 0 0,0 0 1 0 0,0 1 0 0 0,1-1-1 0 0,-1 1 1 0 0,0-1-1 0 0,1 1 1 0 0,-1 0-1 0 0,1 0 1 0 0,0-1 0 0 0,-1 1-1 0 0,1 0 1 0 0,0 0-1 0 0,-1 3 1 0 0,-2 5-6 0 0,0 1 0 0 0,1-1-1 0 0,1 1 1 0 0,-1 0 0 0 0,0 15 0 0 0,3-18 31 0 0,0 1 1 0 0,0-1 0 0 0,1 0-1 0 0,0 0 1 0 0,0 0 0 0 0,1 0-1 0 0,0 0 1 0 0,0 0 0 0 0,1 0-1 0 0,0 0 1 0 0,1-1 0 0 0,-1 0-1 0 0,1 0 1 0 0,1 0-1 0 0,0 0 1 0 0,-1 0 0 0 0,2-1-1 0 0,-1 0 1 0 0,1 0 0 0 0,12 9-1 0 0,-7-7-377 0 0,1 0 0 0 0,0-1 0 0 0,0 0 0 0 0,1-1 0 0 0,-1-1-1 0 0,2 0 1 0 0,-1 0 0 0 0,0-1 0 0 0,1-1 0 0 0,0-1 0 0 0,21 2 0 0 0,-3-2-5747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9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39 252 11522 0 0,'-38'-126'9290'0'0,"67"184"-7666"0"0,-4-11-1669 0 0,88 242 124 0 0,-69-166-27 0 0,74 144-1 0 0,-103-239-34 0 0,2-2-1 0 0,0 0 1 0 0,2 0 0 0 0,42 43 0 0 0,-48-56-11 0 0,1 0 0 0 0,1-1 0 0 0,0 0 0 0 0,1-2 0 0 0,0 1 1 0 0,1-2-1 0 0,0 0 0 0 0,0-1 0 0 0,25 7 0 0 0,-40-14 0 0 0,0-1-1 0 0,0 1 0 0 0,0-1 1 0 0,0 0-1 0 0,0 1 0 0 0,1-1 1 0 0,-1 0-1 0 0,0 0 0 0 0,0-1 1 0 0,0 1-1 0 0,0 0 0 0 0,0-1 1 0 0,0 1-1 0 0,0-1 1 0 0,0 0-1 0 0,0 1 0 0 0,0-1 1 0 0,0 0-1 0 0,-1 0 0 0 0,1-1 1 0 0,0 1-1 0 0,-1 0 0 0 0,1 0 1 0 0,0-1-1 0 0,-1 1 0 0 0,0-1 1 0 0,1 1-1 0 0,-1-1 1 0 0,0 0-1 0 0,0 0 0 0 0,0 1 1 0 0,0-1-1 0 0,0 0 0 0 0,0 0 1 0 0,0-2-1 0 0,4-9 122 0 0,-1 1 1 0 0,-1-1-1 0 0,0-1 0 0 0,1-18 1 0 0,-2 16-88 0 0,33-505 978 0 0,-30 357-949 0 0,-8-119-275 0 0,1 225-118 0 0,3 31-253 0 0,-1 27 528 0 0,0-1 1 0 0,0 1 0 0 0,0-1-1 0 0,0 1 1 0 0,0-1 0 0 0,0 1-1 0 0,0 0 1 0 0,1-1 0 0 0,-1 1-1 0 0,0-1 1 0 0,0 1 0 0 0,0-1-1 0 0,0 1 1 0 0,1 0 0 0 0,-1-1-1 0 0,0 1 1 0 0,0 0 0 0 0,1-1-1 0 0,-1 1 1 0 0,0 0 0 0 0,0-1-1 0 0,1 1 1 0 0,-1 0 0 0 0,0-1-1 0 0,1 1 1 0 0,-1 0 0 0 0,1 0-1 0 0,-1-1 1 0 0,0 1 0 0 0,1 0-1 0 0,-1 0 1 0 0,1 0 0 0 0,-1 0-1 0 0,0 0 1 0 0,1 0 0 0 0,-1 0-1 0 0,1 0 1 0 0,-1 0 0 0 0,1 0-1 0 0,-1 0 1 0 0,1 0 0 0 0,-1 0-1 0 0,0 0 1 0 0,1 0 0 0 0,-1 0-1 0 0,1 0 1 0 0,-1 0 0 0 0,0 0-1 0 0,1 1 1 0 0,-1-1 0 0 0,1 0-1 0 0,0 1 1 0 0,7 5-1490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0.0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23 9674 0 0,'0'-1'189'0'0,"-1"0"-1"0"0,1 0 1 0 0,0 0-1 0 0,0 0 1 0 0,0 0 0 0 0,-1 0-1 0 0,1 0 1 0 0,0 0-1 0 0,0 0 1 0 0,1 0 0 0 0,-1 0-1 0 0,0 0 1 0 0,0 0-1 0 0,0 0 1 0 0,1 0 0 0 0,-1 0-1 0 0,0 0 1 0 0,1 0-1 0 0,-1 0 1 0 0,1 0 0 0 0,0-1-1 0 0,0 2-57 0 0,-1 0-1 0 0,1 0 1 0 0,0 0-1 0 0,-1 1 1 0 0,1-1 0 0 0,0 0-1 0 0,-1 0 1 0 0,1 1-1 0 0,-1-1 1 0 0,1 0-1 0 0,0 0 1 0 0,-1 1 0 0 0,1-1-1 0 0,-1 1 1 0 0,1-1-1 0 0,-1 1 1 0 0,1-1-1 0 0,-1 1 1 0 0,1-1 0 0 0,-1 1-1 0 0,0-1 1 0 0,1 1-1 0 0,-1-1 1 0 0,0 1-1 0 0,1 0 1 0 0,-1-1-1 0 0,0 1 1 0 0,0 0 0 0 0,1-1-1 0 0,-1 1 1 0 0,0 0-1 0 0,0 0 1 0 0,12 34 903 0 0,-1 1 1 0 0,-2-1-1 0 0,6 51 1 0 0,15 60-772 0 0,-5-63-4571 0 0,-21-64-2419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0.3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62 4609 0 0,'1'-3'137'0'0,"0"1"0"0"0,0 0 0 0 0,0 0 1 0 0,0-1-1 0 0,1 1 0 0 0,-1 0 0 0 0,1 0 0 0 0,0 0 0 0 0,0 0 0 0 0,0 1 1 0 0,-1-1-1 0 0,1 0 0 0 0,1 1 0 0 0,-1 0 0 0 0,0-1 0 0 0,0 1 0 0 0,1 0 0 0 0,-1 0 1 0 0,0 0-1 0 0,5-1 0 0 0,57-13 2732 0 0,-55 13-2511 0 0,8-1 205 0 0,0 1 0 0 0,0 0 1 0 0,0 1-1 0 0,0 1 1 0 0,0 1-1 0 0,0 0 1 0 0,0 1-1 0 0,21 6 1 0 0,-33-7-429 0 0,0 0 1 0 0,0 1 0 0 0,0 0-1 0 0,0 0 1 0 0,0 1 0 0 0,-1-1-1 0 0,1 1 1 0 0,-1 0 0 0 0,0 0-1 0 0,0 0 1 0 0,0 1 0 0 0,0-1-1 0 0,-1 1 1 0 0,1 0 0 0 0,-1 0-1 0 0,0 0 1 0 0,0 1 0 0 0,-1-1-1 0 0,1 1 1 0 0,-1-1 0 0 0,0 1-1 0 0,0 0 1 0 0,0 0 0 0 0,-1 0-1 0 0,0 0 1 0 0,0 0 0 0 0,0 0-1 0 0,0 1 1 0 0,-1-1 0 0 0,-1 10-1 0 0,0-2 51 0 0,0 0 0 0 0,-1-1 0 0 0,-1 1 0 0 0,0-1 0 0 0,-1 1 0 0 0,0-1 0 0 0,-1 0 0 0 0,0-1 0 0 0,-1 1 0 0 0,-1-1 0 0 0,1 0 0 0 0,-15 16 0 0 0,4-7-452 0 0,-32 31-1 0 0,-22 8-3762 0 0,63-53 2400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0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9 920 0 0,'-7'-8'6723'0'0,"6"8"-6577"0"0,-16 9 3539 0 0,-13 21-517 0 0,21-19-2642 0 0,1 1-1 0 0,0 1 1 0 0,1 0 0 0 0,0 0 0 0 0,1 0 0 0 0,0 1 0 0 0,-6 26 0 0 0,11-35-484 0 0,0 1 0 0 0,0 0 0 0 0,1 0 0 0 0,0-1 0 0 0,0 1 0 0 0,0 0 0 0 0,0 0 0 0 0,1 0 0 0 0,0-1 0 0 0,0 1 0 0 0,1 0 0 0 0,0-1 0 0 0,0 1 0 0 0,0-1 0 0 0,0 0 0 0 0,1 0 0 0 0,0 0 0 0 0,0 0 0 0 0,1 0 0 0 0,-1 0 0 0 0,1-1 0 0 0,5 6 0 0 0,7 3-25 0 0,1-1 1 0 0,0 0 0 0 0,0-1-1 0 0,1-1 1 0 0,26 10-1 0 0,-19-8 83 0 0,46 29 0 0 0,-70-41-95 0 0,1 1 0 0 0,-1 0 0 0 0,0 0 0 0 0,0 0 0 0 0,0-1 0 0 0,0 1 0 0 0,0 0 0 0 0,0 1 0 0 0,0-1 0 0 0,0 0 0 0 0,-1 0 0 0 0,1 0 0 0 0,0 0 0 0 0,-1 1 0 0 0,1-1 0 0 0,-1 0 0 0 0,1 0-1 0 0,-1 1 1 0 0,0-1 0 0 0,1 1 0 0 0,-1-1 0 0 0,0 0 0 0 0,0 3 0 0 0,0-1 43 0 0,-1-1 0 0 0,0 0 0 0 0,0 0-1 0 0,0 1 1 0 0,0-1 0 0 0,0 0 0 0 0,0 0-1 0 0,0 0 1 0 0,-1 0 0 0 0,1-1 0 0 0,0 1 0 0 0,-1 0-1 0 0,-2 1 1 0 0,-6 6 280 0 0,-1 0 0 0 0,-1-2-1 0 0,-21 13 1 0 0,30-19-310 0 0,-39 18-292 0 0,13-9-5331 0 0,6-3-1423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1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29 167 12443 0 0,'-22'-17'5329'0'0,"15"11"-2220"0"0,16 17-1729 0 0,97 111-1106 0 0,90 111 148 0 0,-61-44-422 0 0,-134-187 1 0 0,35 42 149 0 0,-35-42-143 0 0,1 0-1 0 0,-1-1 1 0 0,1 1-1 0 0,0 0 1 0 0,0-1-1 0 0,-1 1 1 0 0,1-1-1 0 0,0 0 1 0 0,0 0-1 0 0,0 0 1 0 0,1 0-1 0 0,-1 0 1 0 0,0 0-1 0 0,0 0 1 0 0,1-1-1 0 0,-1 1 1 0 0,0-1-1 0 0,0 0 1 0 0,1 1-1 0 0,2-1 1 0 0,-3-1 3 0 0,-1 0 0 0 0,1 0 1 0 0,0 0-1 0 0,-1 0 0 0 0,1 0 0 0 0,-1 0 0 0 0,0 0 1 0 0,1 0-1 0 0,-1 0 0 0 0,0-1 0 0 0,0 1 1 0 0,1-1-1 0 0,-1 1 0 0 0,0-1 0 0 0,-1 1 0 0 0,1-1 1 0 0,0 0-1 0 0,0 1 0 0 0,-1-1 0 0 0,1 0 1 0 0,-1 0-1 0 0,1 1 0 0 0,-1-5 0 0 0,4-48 226 0 0,-4 40-197 0 0,-3-199 411 0 0,-1 141-739 0 0,4-1 1 0 0,15-132-1 0 0,-14 196-121 0 0,1 0 0 0 0,0 0-1 0 0,0 0 1 0 0,1 0 0 0 0,0 1 0 0 0,1-1-1 0 0,0 1 1 0 0,0 0 0 0 0,9-12 0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2.6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29 5985 0 0,'-4'0'556'0'0,"1"-1"1"0"0,-1 1-1 0 0,0 1 0 0 0,0-1 0 0 0,1 1 0 0 0,-1-1 0 0 0,1 1 1 0 0,-1 0-1 0 0,0 0 0 0 0,1 0 0 0 0,-1 1 0 0 0,-2 1 1 0 0,4-2-286 0 0,1 0 1 0 0,0 0 0 0 0,0 0 0 0 0,0 1 0 0 0,0-1-1 0 0,0 0 1 0 0,1 0 0 0 0,-1 1 0 0 0,0-1 0 0 0,1 0-1 0 0,-1 1 1 0 0,0-1 0 0 0,1 0 0 0 0,0 1 0 0 0,-1-1-1 0 0,1 2 1 0 0,0 23 12 0 0,2-17-209 0 0,-1-1 1 0 0,2 1 0 0 0,-1-1-1 0 0,1 0 1 0 0,1 0-1 0 0,-1 0 1 0 0,1 0-1 0 0,1-1 1 0 0,-1 1-1 0 0,1-1 1 0 0,1 0 0 0 0,-1-1-1 0 0,1 1 1 0 0,0-1-1 0 0,1 0 1 0 0,-1-1-1 0 0,1 1 1 0 0,0-2-1 0 0,1 1 1 0 0,-1-1 0 0 0,1 1-1 0 0,0-2 1 0 0,0 0-1 0 0,0 0 1 0 0,9 2-1 0 0,-16-4-39 0 0,0-1-1 0 0,0 0 0 0 0,0 0 1 0 0,0 0-1 0 0,1 0 1 0 0,-1 0-1 0 0,0 0 0 0 0,0 0 1 0 0,0-1-1 0 0,0 1 1 0 0,1 0-1 0 0,-1-1 0 0 0,0 1 1 0 0,0-1-1 0 0,0 1 1 0 0,0-1-1 0 0,0 1 0 0 0,0-1 1 0 0,0 0-1 0 0,0 1 1 0 0,0-1-1 0 0,0 0 0 0 0,0-1 1 0 0,1 0 0 0 0,-1 0 0 0 0,1-1 0 0 0,-1 1 0 0 0,0 0 0 0 0,0-1 0 0 0,0 1 0 0 0,0-1 0 0 0,-1 1 0 0 0,1-1 0 0 0,0-2-1 0 0,0-6 29 0 0,-1 0-1 0 0,0 0 0 0 0,0 0 1 0 0,-3-11-1 0 0,2 12 9 0 0,-1 0 0 0 0,-1-1 0 0 0,0 1 0 0 0,-1 1 1 0 0,1-1-1 0 0,-11-17 0 0 0,11 22-271 0 0,1 0 0 0 0,-2 1 0 0 0,1 0 0 0 0,0-1 0 0 0,-1 1 0 0 0,1 0 0 0 0,-1 1 0 0 0,0-1 0 0 0,-1 1 0 0 0,1 0 0 0 0,0 0 0 0 0,-1 0 0 0 0,0 0 0 0 0,0 1 0 0 0,-5-3 0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3.2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10138 0 0,'0'-6'670'0'0,"1"1"0"0"0,-1-1-1 0 0,1 1 1 0 0,0-1 0 0 0,0 1 0 0 0,1 0 0 0 0,0-1-1 0 0,3-6 1 0 0,-4 14-394 0 0,0-1-1 0 0,0 1 0 0 0,1-1 1 0 0,-1 1-1 0 0,0 0 1 0 0,-1-1-1 0 0,1 1 1 0 0,0 0-1 0 0,0 0 1 0 0,0 2-1 0 0,46 178 3423 0 0,-29-105-5163 0 0,2-1-4251 0 0,-10-43-1043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4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45 11979 0 0,'-2'-4'668'0'0,"-9"-37"7853"0"0,21 58-7636 0 0,32 70-280 0 0,-10-19-1343 0 0,80 126 1 0 0,-97-174-690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4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1 325 5985 0 0,'0'0'31'0'0,"0"-1"-1"0"0,0 1 0 0 0,0-1 0 0 0,0 1 1 0 0,-1-1-1 0 0,1 1 0 0 0,0-1 1 0 0,0 1-1 0 0,0-1 0 0 0,0 1 0 0 0,0-1 1 0 0,0 1-1 0 0,0-1 0 0 0,0 1 1 0 0,1-1-1 0 0,-1 1 0 0 0,0-1 0 0 0,0 1 1 0 0,0-1-1 0 0,0 1 0 0 0,1-1 1 0 0,-1 1-1 0 0,0 0 0 0 0,1-1 0 0 0,-1 1 1 0 0,0-1-1 0 0,1 1 0 0 0,-1 0 1 0 0,0-1-1 0 0,1 1 0 0 0,-1 0 1 0 0,0-1-1 0 0,1 1 0 0 0,-1 0 0 0 0,1 0 1 0 0,-1-1-1 0 0,1 1 0 0 0,22-19 404 0 0,-20 17-348 0 0,48-35 1475 0 0,102-55-1 0 0,-99 62 789 0 0,101-73 0 0 0,-130 80-1915 0 0,-23 21-424 0 0,-15 14-14 0 0,6-5 104 0 0,1-1-1 0 0,1 1 1 0 0,0 0-1 0 0,0 1 1 0 0,0-1-1 0 0,1 1 1 0 0,0 0-1 0 0,0 0 0 0 0,1 1 1 0 0,0-1-1 0 0,0 1 1 0 0,1-1-1 0 0,1 1 1 0 0,-2 10-1 0 0,2-12-57 0 0,1 0 0 0 0,-1 0 0 0 0,1 0-1 0 0,0 1 1 0 0,1-1 0 0 0,0 0 0 0 0,0 0 0 0 0,1 0-1 0 0,0 0 1 0 0,0 0 0 0 0,0-1 0 0 0,1 1-1 0 0,0-1 1 0 0,0 1 0 0 0,1-1 0 0 0,0 0 0 0 0,0 0-1 0 0,6 6 1 0 0,-9-10-62 0 0,0-1-1 0 0,1 1 1 0 0,0-1-1 0 0,-1 1 0 0 0,1-1 1 0 0,0 0-1 0 0,0 1 1 0 0,-1-1-1 0 0,1 0 1 0 0,0 0-1 0 0,0-1 1 0 0,0 1-1 0 0,0 0 1 0 0,1-1-1 0 0,-1 1 0 0 0,0-1 1 0 0,0 1-1 0 0,0-1 1 0 0,0 0-1 0 0,1 0 1 0 0,2 0-1 0 0,-2-1-27 0 0,-1 0 1 0 0,1 0-1 0 0,0-1 0 0 0,-1 1 0 0 0,1 0 1 0 0,-1-1-1 0 0,0 1 0 0 0,1-1 0 0 0,-1 0 1 0 0,0 0-1 0 0,0 0 0 0 0,0 0 0 0 0,0 0 1 0 0,2-4-1 0 0,2-3-106 0 0,0-2-1 0 0,0 1 1 0 0,-1-1 0 0 0,-1 0-1 0 0,1 0 1 0 0,3-18 0 0 0,-5 12-39 0 0,-1 0 1 0 0,0-21 0 0 0,-1 22 1234 0 0,0 0-1 0 0,5-25 1 0 0,0 49 2109 0 0,14 14-2850 0 0,-12-14 40 0 0,24 28-677 0 0,58 51 0 0 0,-71-72-1539 0 0,0-1 0 0 0,40 22 0 0 0,-36-25 1369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5.2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159 8 10138 0 0,'-2'-1'233'0'0,"1"0"0"0"0,0 0 0 0 0,-1 1 0 0 0,1-1 0 0 0,-1 0 0 0 0,0 1 0 0 0,1-1 0 0 0,-1 1-1 0 0,1 0 1 0 0,-1-1 0 0 0,0 1 0 0 0,1 0 0 0 0,-1 0 0 0 0,0 0 0 0 0,1 0 0 0 0,-1 0 0 0 0,0 0 0 0 0,1 1 0 0 0,-1-1 0 0 0,0 0 0 0 0,1 1 0 0 0,-1-1-1 0 0,1 1 1 0 0,-1 0 0 0 0,1-1 0 0 0,-1 1 0 0 0,1 0 0 0 0,-1 0 0 0 0,1 0 0 0 0,0 0 0 0 0,0 0 0 0 0,-1 1 0 0 0,0 0 0 0 0,-4 4-53 0 0,-1 0 0 0 0,1 0 0 0 0,1 0-1 0 0,-1 1 1 0 0,-5 8 0 0 0,2 2-180 0 0,0 1-1 0 0,0-1 1 0 0,2 1-1 0 0,0 0 1 0 0,1 1-1 0 0,1 0 1 0 0,1 0-1 0 0,0 0 1 0 0,0 30-1 0 0,3-49-9 0 0,1 0 0 0 0,0 0 0 0 0,0 1 1 0 0,0-1-1 0 0,0 0 0 0 0,0 0 0 0 0,0 1 0 0 0,0-1 0 0 0,0 0 0 0 0,0 0 0 0 0,0 1 1 0 0,0-1-1 0 0,0 0 0 0 0,0 0 0 0 0,0 1 0 0 0,1-1 0 0 0,-1 0 0 0 0,0 0 0 0 0,0 1 0 0 0,0-1 1 0 0,0 0-1 0 0,0 0 0 0 0,0 0 0 0 0,1 1 0 0 0,-1-1 0 0 0,0 0 0 0 0,0 0 0 0 0,0 0 1 0 0,1 1-1 0 0,-1-1 0 0 0,0 0 0 0 0,0 0 0 0 0,0 0 0 0 0,1 0 0 0 0,-1 0 0 0 0,0 0 1 0 0,0 0-1 0 0,1 0 0 0 0,-1 1 0 0 0,0-1 0 0 0,12-6-913 0 0,7-15-726 0 0,-10 8 1175 0 0,-2-1-1 0 0,10-20 0 0 0,-13 24 642 0 0,0 0 0 0 0,1 1 0 0 0,0-1 0 0 0,1 1 0 0 0,0 0 0 0 0,1 1 0 0 0,10-12 0 0 0,-16 20-65 0 0,-1-1-1 0 0,1 1 0 0 0,0 0 0 0 0,0-1 1 0 0,0 1-1 0 0,-1 0 0 0 0,1 0 0 0 0,0 0 0 0 0,0 0 1 0 0,0 0-1 0 0,0 0 0 0 0,0 0 0 0 0,0 0 0 0 0,-1 0 1 0 0,1 0-1 0 0,0 0 0 0 0,0 0 0 0 0,0 1 1 0 0,0-1-1 0 0,-1 0 0 0 0,1 0 0 0 0,0 1 0 0 0,0-1 1 0 0,0 1-1 0 0,-1-1 0 0 0,1 1 0 0 0,0-1 0 0 0,-1 1 1 0 0,1 0-1 0 0,0-1 0 0 0,-1 1 0 0 0,1 0 1 0 0,-1-1-1 0 0,1 2 0 0 0,22 29 893 0 0,-19-26-718 0 0,9 16-79 0 0,0 0 0 0 0,-2 1-1 0 0,0 1 1 0 0,-2 0 0 0 0,0 0-1 0 0,-1 1 1 0 0,7 42 0 0 0,-13-53-176 0 0,0 0 0 0 0,0 0-1 0 0,-2 0 1 0 0,0 0 0 0 0,0 0 0 0 0,-1 0 0 0 0,0 0 0 0 0,-2-1 0 0 0,1 1 0 0 0,-1 0 0 0 0,-1-1-1 0 0,0 0 1 0 0,-1 0 0 0 0,-1 0 0 0 0,1 0 0 0 0,-13 16 0 0 0,15-23-169 0 0,0-1-1 0 0,-1 0 1 0 0,0 0 0 0 0,0 0 0 0 0,0-1-1 0 0,0 1 1 0 0,0-1 0 0 0,-1 0 0 0 0,0 0 0 0 0,1-1-1 0 0,-1 0 1 0 0,-6 3 0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61 203 4145 0 0,'7'-9'448'0'0,"0"1"0"0"0,-1-1 0 0 0,0 0 0 0 0,-1-1 0 0 0,1 0 0 0 0,-2 1 1 0 0,0-1-1 0 0,0-1 0 0 0,0 1 0 0 0,-2-1 0 0 0,1 1 0 0 0,-1-1 0 0 0,1-22 0 0 0,-3 31-471 0 0,0 0 1 0 0,0 0-1 0 0,0 0 0 0 0,-1 0 0 0 0,1 0 0 0 0,0 0 1 0 0,-1 1-1 0 0,1-1 0 0 0,-1 0 0 0 0,0 0 1 0 0,0 0-1 0 0,0 0 0 0 0,0 1 0 0 0,0-1 0 0 0,0 0 1 0 0,0 1-1 0 0,0-1 0 0 0,-1 1 0 0 0,-1-3 0 0 0,1 3 59 0 0,1 1-1 0 0,-1-1 0 0 0,1 1 1 0 0,-1-1-1 0 0,1 1 0 0 0,-1-1 0 0 0,0 1 1 0 0,1 0-1 0 0,-1 0 0 0 0,1 0 0 0 0,-1 0 1 0 0,0 0-1 0 0,1 0 0 0 0,-1 0 0 0 0,1 0 1 0 0,-1 1-1 0 0,0-1 0 0 0,-2 2 0 0 0,-1-1 209 0 0,1 1 0 0 0,0 1 0 0 0,0-1 0 0 0,0 1 0 0 0,0-1 0 0 0,0 1 0 0 0,0 0 0 0 0,0 1 0 0 0,1-1 0 0 0,0 0 0 0 0,0 1 0 0 0,0 0 0 0 0,0 0 0 0 0,-4 8 0 0 0,3-3 127 0 0,1 0-1 0 0,1 0 0 0 0,0 0 0 0 0,0 1 0 0 0,1-1 1 0 0,0 1-1 0 0,0-1 0 0 0,1 1 0 0 0,1-1 0 0 0,0 1 1 0 0,0-1-1 0 0,0 0 0 0 0,1 1 0 0 0,1-1 0 0 0,0 0 1 0 0,0 0-1 0 0,0 0 0 0 0,1-1 0 0 0,10 17 0 0 0,-10-19-343 0 0,0-1-1 0 0,0 1 1 0 0,0-1 0 0 0,1 0-1 0 0,-1 0 1 0 0,1 0-1 0 0,0-1 1 0 0,1 0 0 0 0,-1 0-1 0 0,1 0 1 0 0,0-1-1 0 0,0 1 1 0 0,0-1 0 0 0,0-1-1 0 0,0 1 1 0 0,1-1-1 0 0,-1 0 1 0 0,1-1 0 0 0,0 0-1 0 0,-1 0 1 0 0,1 0-1 0 0,0-1 1 0 0,0 1 0 0 0,-1-2-1 0 0,1 1 1 0 0,0-1-1 0 0,0 0 1 0 0,8-3-1 0 0,10-4-1754 0 0,3-4-5736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6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39 12443 0 0,'-15'-18'1531'0'0,"14"17"-1401"0"0,1 1-1 0 0,-1 0 1 0 0,1-1-1 0 0,0 1 1 0 0,-1-1-1 0 0,1 1 1 0 0,0-1-1 0 0,0 1 1 0 0,-1-1-1 0 0,1 1 1 0 0,0-1-1 0 0,0 1 1 0 0,0-1-1 0 0,0 0 1 0 0,-1 1-1 0 0,1-1 1 0 0,0 1-1 0 0,0-1 1 0 0,0 1 0 0 0,0-1-1 0 0,0 0 1 0 0,1 1-1 0 0,-1-1 1 0 0,0 1-1 0 0,0-1 1 0 0,0 1-1 0 0,0-1 1 0 0,1 1-1 0 0,-1-1 1 0 0,0 1-1 0 0,0-1 1 0 0,1 1-1 0 0,-1-1 1 0 0,0 1-1 0 0,1-1 1 0 0,-1 1-1 0 0,1 0 1 0 0,-1-1-1 0 0,1 0 1 0 0,1 5 167 0 0,1 1 0 0 0,-1-1 0 0 0,0 0 0 0 0,0 0 0 0 0,0 1 1 0 0,1 5-1 0 0,-3-10-239 0 0,47 164 1288 0 0,-38-121-1309 0 0,3 0 0 0 0,1-1 0 0 0,2-1 0 0 0,38 74 0 0 0,-51-112-13 0 0,0 1 0 0 0,0-1 0 0 0,1 1 1 0 0,-1-1-1 0 0,1 0 0 0 0,-1 0 1 0 0,1 0-1 0 0,0-1 0 0 0,1 1 0 0 0,4 3 1 0 0,-6-6-12 0 0,-1 1 1 0 0,0-1 0 0 0,1 0-1 0 0,-1 1 1 0 0,0-1-1 0 0,1 0 1 0 0,-1 0 0 0 0,1 0-1 0 0,-1 0 1 0 0,0 0-1 0 0,1-1 1 0 0,-1 1 0 0 0,0 0-1 0 0,1-1 1 0 0,-1 1-1 0 0,0-1 1 0 0,1 1 0 0 0,-1-1-1 0 0,0 0 1 0 0,0 1-1 0 0,0-1 1 0 0,0 0-1 0 0,1 0 1 0 0,-1 0 0 0 0,0 0-1 0 0,0 0 1 0 0,-1 0-1 0 0,1 0 1 0 0,0 0 0 0 0,0 0-1 0 0,0 0 1 0 0,-1-1-1 0 0,1-1 1 0 0,7-9-247 0 0,-1-1 0 0 0,0 0-1 0 0,5-17 1 0 0,-3 7-730 0 0,1 0-266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6.3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1 203 5065 0 0,'0'1'272'0'0,"1"1"0"0"0,0-1 0 0 0,0 0-1 0 0,0 1 1 0 0,0-1 0 0 0,0 0 0 0 0,0 0 0 0 0,0 0-1 0 0,0 1 1 0 0,1-1 0 0 0,-1-1 0 0 0,0 1 0 0 0,1 0-1 0 0,2 1 1 0 0,-4-2-108 0 0,1 0-1 0 0,0 0 0 0 0,0 0 0 0 0,-1-1 0 0 0,1 1 1 0 0,0 0-1 0 0,-1-1 0 0 0,1 1 0 0 0,0 0 0 0 0,-1-1 1 0 0,1 1-1 0 0,-1-1 0 0 0,1 1 0 0 0,-1-1 0 0 0,1 1 1 0 0,-1-1-1 0 0,1 1 0 0 0,-1-1 0 0 0,1 0 1 0 0,-1 1-1 0 0,0-1 0 0 0,1 0 0 0 0,-1 1 0 0 0,0-1 1 0 0,0 0-1 0 0,1 1 0 0 0,-1-1 0 0 0,0 0 0 0 0,0 0 1 0 0,0 1-1 0 0,0-1 0 0 0,0 0 0 0 0,0 1 0 0 0,0-1 1 0 0,0-1-1 0 0,2-20 142 0 0,0 1 0 0 0,-2 0 0 0 0,0-1-1 0 0,-1 1 1 0 0,-2 0 0 0 0,0 0 0 0 0,-8-29 0 0 0,10 49-351 0 0,1 5 180 0 0,2 16 451 0 0,7 28 329 0 0,-8-43-853 0 0,1 0 1 0 0,0 0-1 0 0,0 0 0 0 0,0-1 1 0 0,0 1-1 0 0,1-1 0 0 0,0 0 1 0 0,0 1-1 0 0,0-1 1 0 0,0-1-1 0 0,1 1 0 0 0,0 0 1 0 0,-1-1-1 0 0,1 0 0 0 0,0 0 1 0 0,1 0-1 0 0,7 4 0 0 0,-4-3-107 0 0,0-2 0 0 0,0 1 0 0 0,1-1 0 0 0,-1 0 0 0 0,1 0 0 0 0,-1-1 0 0 0,1 0 0 0 0,0-1 0 0 0,15-1 0 0 0,-3-1-622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6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12 4609 0 0,'-20'-6'562'0'0,"-34"0"11979"0"0,52 25-6816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7.3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14 3225 0 0,'-1'-2'528'0'0,"-1"1"0"0"0,1 0 0 0 0,-1 0 0 0 0,0 0 0 0 0,1 0 0 0 0,-1 0 0 0 0,0 0 0 0 0,0 0 0 0 0,0 0 0 0 0,0 1 0 0 0,0-1 0 0 0,0 1 0 0 0,-2-1 0 0 0,3 1-357 0 0,1 0 1 0 0,-1 0-1 0 0,1 0 0 0 0,-1 0 0 0 0,1 0 0 0 0,-1 0 0 0 0,0 0 1 0 0,1 0-1 0 0,-1 0 0 0 0,1 0 0 0 0,-1 1 0 0 0,1-1 0 0 0,-1 0 1 0 0,1 0-1 0 0,-1 1 0 0 0,1-1 0 0 0,-1 0 0 0 0,1 0 0 0 0,0 1 0 0 0,-2 0 343 0 0,2-1-343 0 0,0 1 0 0 0,-1-1 0 0 0,1 1 1 0 0,0-1-1 0 0,0 0 0 0 0,-1 1 0 0 0,1-1 0 0 0,0 1 0 0 0,0-1 1 0 0,0 1-1 0 0,-1 0 0 0 0,1-1 0 0 0,0 1 0 0 0,0-1 0 0 0,0 1 0 0 0,0-1 1 0 0,0 1-1 0 0,0-1 0 0 0,0 1 0 0 0,0-1 0 0 0,0 1 0 0 0,1-1 1 0 0,-1 1-1 0 0,0-1 0 0 0,0 2 0 0 0,47 168 3792 0 0,-18-76-3461 0 0,-28-90-520 0 0,14 53-621 0 0,3 0-1 0 0,28 60 1 0 0,-35-96-7107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7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1 166 8754 0 0,'0'-2'449'0'0,"0"-1"0"0"0,1 1 1 0 0,0-1-1 0 0,-1 1 0 0 0,1 0 1 0 0,0-1-1 0 0,0 1 0 0 0,0 0 1 0 0,2-3-1 0 0,26-33 1195 0 0,-27 35-1510 0 0,5-5-235 0 0,0 1 1 0 0,1 0-1 0 0,0 0 1 0 0,1 0-1 0 0,-1 1 1 0 0,1 0-1 0 0,0 1 1 0 0,0 0-1 0 0,11-4 1 0 0,-2 3-1314 0 0,0 0 1 0 0,0 1-1 0 0,0 0 1 0 0,22-1-1 0 0,-14 3 767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7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29 154 6449 0 0,'-1'0'325'0'0,"0"0"-1"0"0,0 0 1 0 0,0 0-1 0 0,0 1 1 0 0,0-1-1 0 0,0 0 1 0 0,0 0-1 0 0,0 1 1 0 0,0-1-1 0 0,0 0 1 0 0,0 1-1 0 0,0-1 1 0 0,0 1-1 0 0,0 0 1 0 0,0-1-1 0 0,1 1 1 0 0,-1 0-1 0 0,0-1 1 0 0,0 1-1 0 0,1 0 1 0 0,-1 0 0 0 0,0 0-1 0 0,1-1 1 0 0,-1 1-1 0 0,1 0 1 0 0,-1 2-1 0 0,-1 0 123 0 0,1 1 1 0 0,1 0-1 0 0,-1-1 1 0 0,0 1-1 0 0,1 0 1 0 0,0-1-1 0 0,0 1 0 0 0,0 4 1 0 0,1 5 123 0 0,1 1 0 0 0,1 0 0 0 0,6 20 0 0 0,-5-22-423 0 0,1 0 0 0 0,0 0 0 0 0,1-1 0 0 0,8 12-1 0 0,-12-20-117 0 0,-1 0 0 0 0,1 0 0 0 0,0 0 0 0 0,1 0 0 0 0,-1-1 0 0 0,0 1 0 0 0,1-1 0 0 0,0 1 0 0 0,-1-1 0 0 0,1 0 0 0 0,0 0 0 0 0,0 0 0 0 0,0-1 0 0 0,1 1 0 0 0,-1-1 0 0 0,0 0 0 0 0,0 1 0 0 0,1-1 0 0 0,5 0 0 0 0,-7-1-27 0 0,-1 0-1 0 0,1-1 1 0 0,-1 0 0 0 0,1 1-1 0 0,-1-1 1 0 0,1 0 0 0 0,-1 0 0 0 0,0 0-1 0 0,1 0 1 0 0,-1 0 0 0 0,0 0 0 0 0,0 0-1 0 0,0 0 1 0 0,0 0 0 0 0,0 0-1 0 0,0-1 1 0 0,0 1 0 0 0,0 0 0 0 0,0-1-1 0 0,-1 1 1 0 0,1-1 0 0 0,-1 1-1 0 0,1-1 1 0 0,0-1 0 0 0,9-40 65 0 0,-10 3-251 0 0,-1 32 126 0 0,1 1 0 0 0,0-1-1 0 0,0 1 1 0 0,1-1 0 0 0,-1 1-1 0 0,2-1 1 0 0,-1 1 0 0 0,1-1-1 0 0,0 1 1 0 0,4-9-1 0 0,-5 15 52 0 0,0 0 0 0 0,0 0 0 0 0,0 1-1 0 0,0-1 1 0 0,0 0 0 0 0,0 1 0 0 0,0-1 0 0 0,0 1-1 0 0,0-1 1 0 0,0 1 0 0 0,0 0 0 0 0,1-1-1 0 0,-1 1 1 0 0,0 0 0 0 0,0 0 0 0 0,0 0-1 0 0,0 0 1 0 0,1 0 0 0 0,-1 0 0 0 0,0 0 0 0 0,0 0-1 0 0,0 0 1 0 0,0 1 0 0 0,1-1 0 0 0,-1 0-1 0 0,0 1 1 0 0,0-1 0 0 0,1 1 0 0 0,39 18-27 0 0,-28-11 41 0 0,-4-4 51 0 0,0-1 0 0 0,0 1 1 0 0,0-1-1 0 0,1-1 0 0 0,-1 0 0 0 0,1 0 0 0 0,0-1 0 0 0,-1 0 1 0 0,1-1-1 0 0,13 0 0 0 0,-20-1-35 0 0,1 1 1 0 0,0-1-1 0 0,-1 0 1 0 0,1 0-1 0 0,-1-1 1 0 0,0 1-1 0 0,1-1 0 0 0,-1 1 1 0 0,0-1-1 0 0,0 0 1 0 0,0 0-1 0 0,0-1 1 0 0,0 1-1 0 0,0-1 0 0 0,-1 1 1 0 0,1-1-1 0 0,-1 0 1 0 0,0 0-1 0 0,0 0 1 0 0,0 0-1 0 0,0 0 0 0 0,0 0 1 0 0,-1-1-1 0 0,1 1 1 0 0,-1-1-1 0 0,0 1 1 0 0,0-1-1 0 0,0 1 0 0 0,-1-1 1 0 0,1-5-1 0 0,0-2 21 0 0,-1 1 0 0 0,0-1-1 0 0,-1 0 1 0 0,-4-20-1 0 0,3 22-654 0 0,1 0 0 0 0,0 0 0 0 0,0 0-1 0 0,1-1 1 0 0,0 1 0 0 0,2-17-1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8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15 199 456 0 0,'0'3'1731'0'0,"4"-29"8577"0"0,1 1-7445 0 0,-3 9-845 0 0,0 1-1277 0 0,-1 0 0 0 0,0-1 1 0 0,-1 1-1 0 0,-1-1 0 0 0,0 1 1 0 0,-4-20-1 0 0,5 35-740 0 0,0 0 0 0 0,0-1 1 0 0,0 1-1 0 0,0 0 0 0 0,0 0 1 0 0,0-1-1 0 0,0 1 0 0 0,-1 0 0 0 0,1-1 1 0 0,0 1-1 0 0,0 0 0 0 0,0 0 1 0 0,0-1-1 0 0,0 1 0 0 0,0 0 0 0 0,0 0 1 0 0,-1-1-1 0 0,1 1 0 0 0,0 0 1 0 0,0 0-1 0 0,0 0 0 0 0,0-1 0 0 0,-1 1 1 0 0,1 0-1 0 0,0 0 0 0 0,0 0 1 0 0,-1 0-1 0 0,1-1 0 0 0,0 1 0 0 0,0 0 1 0 0,-1 0-1 0 0,1 0 0 0 0,0 0 1 0 0,0 0-1 0 0,-1 0 0 0 0,1 0 0 0 0,0 0 1 0 0,-1 0-1 0 0,1 0 0 0 0,0 0 1 0 0,-1 0-1 0 0,-6 12 45 0 0,0 21-2 0 0,7-26-54 0 0,0-1-1 0 0,1 0 1 0 0,0 1 0 0 0,1-1 0 0 0,-1 0 0 0 0,1 0 0 0 0,0 0-1 0 0,1 0 1 0 0,-1 0 0 0 0,1 0 0 0 0,0-1 0 0 0,1 1-1 0 0,-1-1 1 0 0,1 0 0 0 0,0 0 0 0 0,1 0 0 0 0,-1-1 0 0 0,1 1-1 0 0,5 3 1 0 0,-6-5-2 0 0,1 0-1 0 0,-1 0 0 0 0,1 0 1 0 0,-1-1-1 0 0,1 0 1 0 0,0 0-1 0 0,0 0 1 0 0,0-1-1 0 0,0 1 0 0 0,0-1 1 0 0,0 0-1 0 0,1-1 1 0 0,-1 1-1 0 0,0-1 1 0 0,0 0-1 0 0,1 0 0 0 0,-1-1 1 0 0,0 0-1 0 0,0 0 1 0 0,0 0-1 0 0,1 0 1 0 0,-1-1-1 0 0,7-3 0 0 0,13-9-2770 0 0,-1 0 0 0 0,43-36-1 0 0,-2 2-4757 0 0,-51 39 7326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8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77 204 3225 0 0,'-5'-15'9857'0'0,"6"13"-9445"0"0,1-25 2527 0 0,-1 21-1930 0 0,0-10-230 0 0,-1 0-1 0 0,-1 0 1 0 0,-2-17-1 0 0,2 29-730 0 0,1 0 0 0 0,-1 0-1 0 0,0 0 1 0 0,0 0 0 0 0,0 0 0 0 0,-1 0-1 0 0,1 0 1 0 0,-1 0 0 0 0,0 0-1 0 0,0 1 1 0 0,-1-1 0 0 0,1 1 0 0 0,-1-1-1 0 0,1 1 1 0 0,-1 0 0 0 0,0 0 0 0 0,-4-2-1 0 0,7 4-45 0 0,-1 1-1 0 0,0-1 0 0 0,1 1 0 0 0,-1 0 1 0 0,1-1-1 0 0,-1 1 0 0 0,0 0 1 0 0,1-1-1 0 0,-1 1 0 0 0,0 0 0 0 0,0 0 1 0 0,1 0-1 0 0,-1 0 0 0 0,0 0 1 0 0,1 0-1 0 0,-1 0 0 0 0,0 0 0 0 0,0 0 1 0 0,1 0-1 0 0,-1 0 0 0 0,0 0 1 0 0,1 1-1 0 0,-1-1 0 0 0,0 0 0 0 0,1 0 1 0 0,-1 1-1 0 0,0-1 0 0 0,0 1 1 0 0,-1 0 7 0 0,1 1 1 0 0,0-1 0 0 0,0 1 0 0 0,0-1 0 0 0,0 1 0 0 0,1-1 0 0 0,-1 1 0 0 0,0 0 0 0 0,0-1 0 0 0,1 1 0 0 0,-1 2-1 0 0,-1 5 36 0 0,1-1 0 0 0,0 1 0 0 0,1 16 0 0 0,0-18-12 0 0,0 0 0 0 0,1 0 0 0 0,1 0 0 0 0,-1 0 0 0 0,1 0 0 0 0,0 0 0 0 0,0-1 0 0 0,1 1 0 0 0,0-1 0 0 0,0 1 0 0 0,1-1 0 0 0,0 0 0 0 0,0 0 0 0 0,0 0 0 0 0,0-1 0 0 0,1 0-1 0 0,0 0 1 0 0,0 0 0 0 0,1 0 0 0 0,-1-1 0 0 0,1 0 0 0 0,0 0 0 0 0,0 0 0 0 0,1-1 0 0 0,-1 0 0 0 0,9 3 0 0 0,-8-4-253 0 0,0-1 1 0 0,0 1-1 0 0,0-1 0 0 0,0 0 0 0 0,0-1 1 0 0,1 0-1 0 0,-1 0 0 0 0,0 0 1 0 0,0-1-1 0 0,10-2 0 0 0,-2-1-1312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9.1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 2304 0 0,'0'-2'475'0'0,"0"0"-1"0"0,0 0 0 0 0,0 0 0 0 0,0 1 1 0 0,0-1-1 0 0,1 0 0 0 0,-1 0 0 0 0,0 1 1 0 0,1-1-1 0 0,0 0 0 0 0,-1 0 0 0 0,1 1 0 0 0,0-1 1 0 0,0 1-1 0 0,0-1 0 0 0,0 1 0 0 0,0-1 1 0 0,0 1-1 0 0,0 0 0 0 0,1-1 0 0 0,-1 1 1 0 0,0 0-1 0 0,1 0 0 0 0,-1 0 0 0 0,1 0 0 0 0,-1 0 1 0 0,1 0-1 0 0,0 0 0 0 0,3 0 0 0 0,-3 0-203 0 0,1 1 0 0 0,-1 0 0 0 0,1-1-1 0 0,-1 1 1 0 0,1 0 0 0 0,-1 1-1 0 0,1-1 1 0 0,-1 0 0 0 0,1 1 0 0 0,-1-1-1 0 0,1 1 1 0 0,-1 0 0 0 0,0 0 0 0 0,1 0-1 0 0,-1 0 1 0 0,0 0 0 0 0,0 0 0 0 0,0 1-1 0 0,0-1 1 0 0,3 4 0 0 0,4 2-180 0 0,-1 0 1 0 0,-1 0 0 0 0,1 1-1 0 0,-2 1 1 0 0,1-1-1 0 0,-1 1 1 0 0,0 0 0 0 0,0 0-1 0 0,-1 1 1 0 0,-1 0-1 0 0,0 0 1 0 0,0 0 0 0 0,-1 0-1 0 0,0 0 1 0 0,2 17-1 0 0,-4-18-77 0 0,3 13 52 0 0,-1-24-115 0 0,1-14-123 0 0,-2 4 64 0 0,2-12-31 0 0,14-42-1 0 0,-17 60 146 0 0,2 0-1 0 0,-1 1 1 0 0,0-1 0 0 0,1 1-1 0 0,0 0 1 0 0,1 0-1 0 0,-1 0 1 0 0,1 0-1 0 0,0 0 1 0 0,0 1-1 0 0,0 0 1 0 0,10-7-1 0 0,-13 10 20 0 0,0 0 0 0 0,0 1 0 0 0,1-1 0 0 0,-1 1 0 0 0,0 0 0 0 0,1-1 0 0 0,-1 1 1 0 0,1 0-1 0 0,-1 0 0 0 0,0 0 0 0 0,1 0 0 0 0,-1 0 0 0 0,0 0 0 0 0,1 0 0 0 0,-1 0 0 0 0,1 1 0 0 0,-1-1 0 0 0,0 0 0 0 0,0 1 0 0 0,1-1 0 0 0,-1 1 0 0 0,0 0 0 0 0,0-1 0 0 0,1 1 0 0 0,-1 0 0 0 0,1 1 0 0 0,34 31 390 0 0,-8-6-25 0 0,-19-23-460 0 0,0 1 1 0 0,-1-2 0 0 0,2 1 0 0 0,-1-1 0 0 0,0-1-1 0 0,0 0 1 0 0,1 0 0 0 0,-1-1 0 0 0,19 1 0 0 0,-4-3-309 0 0,0 0 1 0 0,43-9-1 0 0,-32 2 357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9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0 216 1376 0 0,'23'-19'5819'0'0,"-8"4"-4075"0"0,-1 0 0 0 0,0-1 0 0 0,-1-1 0 0 0,-1 0 0 0 0,13-23-1 0 0,-24 39-1662 0 0,-1 0 0 0 0,1-1 0 0 0,0 1 0 0 0,-1-1-1 0 0,1 1 1 0 0,-1-1 0 0 0,1 1 0 0 0,-1-1 0 0 0,1 1-1 0 0,-1-1 1 0 0,0 0 0 0 0,0 1 0 0 0,0-1 0 0 0,0 1-1 0 0,0-1 1 0 0,0 0 0 0 0,-1 1 0 0 0,1-1 0 0 0,-1 1-1 0 0,1-1 1 0 0,-1 1 0 0 0,1-1 0 0 0,-1 1 0 0 0,0-1-1 0 0,1 1 1 0 0,-1-1 0 0 0,0 1 0 0 0,0 0 0 0 0,0 0-1 0 0,0-1 1 0 0,0 1 0 0 0,-1 0 0 0 0,1 0 0 0 0,0 0-1 0 0,0 0 1 0 0,-1 0 0 0 0,-1 0 0 0 0,-3-3-28 0 0,1 1 1 0 0,-1 1-1 0 0,-1-1 1 0 0,1 1-1 0 0,0 0 1 0 0,0 0-1 0 0,-10-1 1 0 0,6 2-879 0 0,-1-1-255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1.7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247 391 6913 0 0,'-3'-2'211'0'0,"0"0"0"0"0,0 0 0 0 0,0 1-1 0 0,0-1 1 0 0,0 1 0 0 0,0 0-1 0 0,0 0 1 0 0,0 0 0 0 0,0 0 0 0 0,-1 0-1 0 0,1 1 1 0 0,0-1 0 0 0,-5 1-1 0 0,-42 1 2584 0 0,43 0-2696 0 0,1-1 0 0 0,0 1 0 0 0,0 1-1 0 0,0-1 1 0 0,0 1 0 0 0,0 0 0 0 0,0 1 0 0 0,0-1-1 0 0,0 1 1 0 0,1 0 0 0 0,0 0 0 0 0,-1 1-1 0 0,1 0 1 0 0,0 0 0 0 0,-7 8 0 0 0,6-5 175 0 0,1 0 0 0 0,0 0 0 0 0,1 1 0 0 0,0-1-1 0 0,0 1 1 0 0,0 0 0 0 0,1 0 0 0 0,0 1 0 0 0,1-1 0 0 0,-3 13 0 0 0,3-3 111 0 0,0 0 1 0 0,1-1-1 0 0,1 1 1 0 0,1 0-1 0 0,0 0 1 0 0,2 0-1 0 0,0 0 0 0 0,0-1 1 0 0,2 1-1 0 0,10 25 1 0 0,-13-37-442 0 0,0-1 0 0 0,1 0 1 0 0,0 0-1 0 0,0 0 1 0 0,0-1-1 0 0,0 1 0 0 0,1-1 1 0 0,0 1-1 0 0,0-1 0 0 0,0 0 1 0 0,0-1-1 0 0,1 1 1 0 0,-1-1-1 0 0,10 5 0 0 0,-11-6 6 0 0,1-1 0 0 0,-1 0 0 0 0,1 0 0 0 0,-1-1 0 0 0,1 1 0 0 0,-1-1 0 0 0,1 0 0 0 0,-1 0 0 0 0,1 0 0 0 0,-1 0 0 0 0,1 0 0 0 0,-1-1 0 0 0,1 0 0 0 0,-1 0 0 0 0,1 0 0 0 0,-1 0 0 0 0,1 0 0 0 0,-1-1 0 0 0,0 1 0 0 0,0-1 0 0 0,0 0 0 0 0,0 0 0 0 0,0 0 0 0 0,4-4 0 0 0,3-4-593 0 0,0 0 1 0 0,-1 0-1 0 0,0-1 0 0 0,-1 0 0 0 0,0-1 1 0 0,-1 0-1 0 0,0 0 0 0 0,-1 0 0 0 0,-1-1 0 0 0,8-22 1 0 0,-4 1-605 0 0,0 0 0 0 0,-2-1 1 0 0,2-36-1 0 0,-7 40 772 0 0,-2 0 1 0 0,0 0-1 0 0,-2-1 0 0 0,-2 1 0 0 0,-1 0 0 0 0,-1 1 0 0 0,-11-34 1 0 0,4 25 2375 0 0,-2 0 1 0 0,-32-58-1 0 0,37 80 3162 0 0,15 29-681 0 0,15 29-1537 0 0,170 376-872 0 0,-184-401-2043 0 0,54 133 274 0 0,-49-127-752 0 0,1 0 0 0 0,0-1 0 0 0,1-1 1 0 0,24 29-1 0 0,-19-32-1766 0 0,-2-6-4526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31 10594 0 0,'-3'0'2930'0'0,"7"5"-1060"0"0,17 13-330 0 0,33 18-398 0 0,-22-20-352 0 0,-2 3-1 0 0,0 1 1 0 0,0 0 0 0 0,35 35 0 0 0,-69-60-714 0 0,0 0 1 0 0,0-1 0 0 0,1 0-1 0 0,0 0 1 0 0,0 0-1 0 0,0 0 1 0 0,1 0 0 0 0,0-1-1 0 0,0 1 1 0 0,0-1 0 0 0,0-8-1 0 0,-1-1-641 0 0,2 0 1 0 0,0-1-1 0 0,1 1 0 0 0,2-20 0 0 0,3-2-6728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6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87 4609 0 0,'-9'-28'1020'0'0,"-2"-10"2490"0"0,10 37-3257 0 0,1 0-1 0 0,-1-1 1 0 0,0 1-1 0 0,1 0 1 0 0,-1 0-1 0 0,0 0 1 0 0,0 0 0 0 0,1 0-1 0 0,-1 0 1 0 0,0 0-1 0 0,0 0 1 0 0,0 0-1 0 0,0 0 1 0 0,0 0-1 0 0,-1 1 1 0 0,1-1-1 0 0,0 0 1 0 0,0 1-1 0 0,0-1 1 0 0,-1 1 0 0 0,-1-1-1 0 0,2 1-75 0 0,-1 0-1 0 0,1 1 1 0 0,-1-1 0 0 0,1 1-1 0 0,-1 0 1 0 0,1-1-1 0 0,0 1 1 0 0,0 0 0 0 0,-1 0-1 0 0,1 0 1 0 0,0 0 0 0 0,0 0-1 0 0,0 0 1 0 0,0 0-1 0 0,0 0 1 0 0,0 0 0 0 0,0 1-1 0 0,0-1 1 0 0,1 0-1 0 0,-2 2 1 0 0,-14 29 1390 0 0,9-10-1361 0 0,0 1-1 0 0,2 0 1 0 0,1-1 0 0 0,1 2 0 0 0,1-1 0 0 0,1 0-1 0 0,0 0 1 0 0,2 1 0 0 0,7 41 0 0 0,-7-60-245 0 0,0-1 1 0 0,0 1 0 0 0,1-1-1 0 0,-1 1 1 0 0,1-1 0 0 0,0 0-1 0 0,0 0 1 0 0,0 0 0 0 0,1 0-1 0 0,-1 0 1 0 0,1 0 0 0 0,0-1-1 0 0,4 4 1 0 0,-6-6-16 0 0,0 0 0 0 0,1 1 0 0 0,0-2 0 0 0,-1 1 0 0 0,1 0-1 0 0,-1 0 1 0 0,1 0 0 0 0,0-1 0 0 0,0 1 0 0 0,-1-1 0 0 0,1 1 0 0 0,0-1 0 0 0,0 0 0 0 0,0 0 0 0 0,-1 0 0 0 0,1 0 0 0 0,0 0 0 0 0,0 0 0 0 0,0 0 0 0 0,0 0-1 0 0,-1-1 1 0 0,1 1 0 0 0,0-1 0 0 0,0 1 0 0 0,-1-1 0 0 0,1 0 0 0 0,-1 0 0 0 0,1 0 0 0 0,0 0 0 0 0,-1 0 0 0 0,1 0 0 0 0,-1 0 0 0 0,0 0 0 0 0,1-1 0 0 0,0-1 0 0 0,4-3-191 0 0,0 0 1 0 0,-1 0 0 0 0,0-1 0 0 0,-1 0 0 0 0,1 0-1 0 0,-1 0 1 0 0,-1-1 0 0 0,1 1 0 0 0,-1-1 0 0 0,0 0 0 0 0,-1 0-1 0 0,0 0 1 0 0,1-12 0 0 0,1-10-93 0 0,-2-1 0 0 0,-3-39 0 0 0,0 26 2833 0 0,3 50-2105 0 0,0-1 1 0 0,1 1-1 0 0,-1-1 0 0 0,1 0 1 0 0,0 0-1 0 0,0 0 0 0 0,1 0 1 0 0,-1 0-1 0 0,9 7 1 0 0,-4-2-35 0 0,1 1-212 0 0,1 0 0 0 0,0-1 0 0 0,0 0 0 0 0,22 15 0 0 0,-28-23-190 0 0,-1 1-1 0 0,1-1 0 0 0,0 1 0 0 0,0-1 0 0 0,0 0 0 0 0,1-1 0 0 0,-1 1 1 0 0,0-1-1 0 0,1 0 0 0 0,-1 0 0 0 0,0 0 0 0 0,1 0 0 0 0,0-1 0 0 0,-1 0 1 0 0,1 0-1 0 0,-1 0 0 0 0,1 0 0 0 0,-1-1 0 0 0,6-1 0 0 0,-5-1-520 0 0,0 0 0 0 0,-1-1 1 0 0,1 1-1 0 0,-1-1 0 0 0,1 0 0 0 0,-1 0 0 0 0,-1-1 0 0 0,1 0 0 0 0,0 1 0 0 0,-1-1 0 0 0,0 0 0 0 0,0 0 1 0 0,2-6-1 0 0,7-10-2771 0 0,-1 4 723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2304 0 0,'5'26'14078'0'0,"11"15"-10489"0"0,-4-12-2317 0 0,39 101 643 0 0,-43-111-2403 0 0,2 0 1 0 0,1-1-1 0 0,0 0 1 0 0,22 26-1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9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14283 0 0,'-3'0'1552'0'0,"4"1"-1320"0"0,1 0 24 0 0,-1 2 1 0 0,2 1-1 0 0,1 3-416 0 0,0-1-88 0 0,1 2-9 0 0,1-1-7 0 0,0 0 264 0 0,-1 1 0 0 0,2 0 0 0 0,1-1 64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3.3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2 108 3225 0 0,'-1'-1'317'0'0,"1"-1"0"0"0,0 1 0 0 0,0-1 0 0 0,0 1 0 0 0,0-1 0 0 0,0 1 0 0 0,0-1 0 0 0,0 1 0 0 0,0-1 0 0 0,0 1 0 0 0,1-1 0 0 0,-1 1 0 0 0,1-1 0 0 0,-1 1 0 0 0,1 0 0 0 0,-1-1 0 0 0,1 1 0 0 0,0 0 0 0 0,0-1 0 0 0,0 1 0 0 0,0 0 0 0 0,0 0 0 0 0,0 0 0 0 0,1-2 0 0 0,-1 3-156 0 0,0-1 1 0 0,0 0 0 0 0,0 1 0 0 0,0-1 0 0 0,-1 0-1 0 0,1 1 1 0 0,0-1 0 0 0,0 1 0 0 0,0-1-1 0 0,0 1 1 0 0,1 0 0 0 0,-1 0 0 0 0,0-1 0 0 0,0 1-1 0 0,0 0 1 0 0,0 0 0 0 0,0 0 0 0 0,0 0 0 0 0,0 0-1 0 0,0 0 1 0 0,0 0 0 0 0,1 0 0 0 0,-1 1-1 0 0,0-1 1 0 0,0 0 0 0 0,0 1 0 0 0,0-1 0 0 0,0 1-1 0 0,0-1 1 0 0,0 1 0 0 0,0-1 0 0 0,-1 1-1 0 0,3 1 1 0 0,9 10 386 0 0,-1 1 0 0 0,11 15-1 0 0,-16-19-249 0 0,0-1 0 0 0,1 1-1 0 0,0-2 1 0 0,0 1 0 0 0,1-1-1 0 0,0 0 1 0 0,0 0 0 0 0,16 9-1 0 0,-24-16-306 0 0,1 0 0 0 0,-1 0 0 0 0,1 0 0 0 0,-1 0 0 0 0,1 0 0 0 0,0 0-1 0 0,-1 0 1 0 0,1 0 0 0 0,-1 0 0 0 0,1 0 0 0 0,-1 0 0 0 0,1 0-1 0 0,0 0 1 0 0,-1-1 0 0 0,1 1 0 0 0,-1 0 0 0 0,1 0 0 0 0,-1-1-1 0 0,1 1 1 0 0,-1 0 0 0 0,1-1 0 0 0,-1 1 0 0 0,0 0 0 0 0,1-1-1 0 0,-1 1 1 0 0,1-1 0 0 0,-1 1 0 0 0,0-1 0 0 0,1 1 0 0 0,-1-1 0 0 0,0 1-1 0 0,0-1 1 0 0,1 1 0 0 0,-1-1 0 0 0,0 1 0 0 0,0-1 0 0 0,0 1-1 0 0,0-1 1 0 0,0 1 0 0 0,0-1 0 0 0,0-1 0 0 0,7-32-602 0 0,-5 23 480 0 0,1-4 26 0 0,-1 2 85 0 0,1 0 1 0 0,0-1-1 0 0,1 1 0 0 0,0 1 0 0 0,9-19 1 0 0,-11 29 97 0 0,-1 0 0 0 0,0 0 0 0 0,1 0 0 0 0,-1 0 0 0 0,1 0 0 0 0,0 0 1 0 0,0 0-1 0 0,0 0 0 0 0,0 0 0 0 0,0 1 0 0 0,0-1 0 0 0,0 1 0 0 0,0 0 0 0 0,1-1 0 0 0,-1 1 1 0 0,0 0-1 0 0,1 1 0 0 0,-1-1 0 0 0,1 0 0 0 0,-1 1 0 0 0,1-1 0 0 0,-1 1 0 0 0,1 0 1 0 0,0-1-1 0 0,-1 1 0 0 0,1 1 0 0 0,-1-1 0 0 0,1 0 0 0 0,0 1 0 0 0,-1-1 0 0 0,1 1 0 0 0,-1 0 1 0 0,0 0-1 0 0,5 2 0 0 0,20 10 153 0 0,10 3 17 0 0,-10-12-6560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4.2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155 31 14283 0 0,'-4'1'180'0'0,"1"0"-1"0"0,0-1 1 0 0,0 1-1 0 0,0 0 1 0 0,0 1-1 0 0,0-1 1 0 0,0 0-1 0 0,0 1 1 0 0,0 0-1 0 0,0 0 1 0 0,1-1-1 0 0,-5 5 1 0 0,-26 28 1031 0 0,24-22-1055 0 0,1 1-1 0 0,0 0 1 0 0,1 0 0 0 0,1 1 0 0 0,0 0 0 0 0,0 0-1 0 0,2 0 1 0 0,-4 19 0 0 0,2-6-55 0 0,2 1 0 0 0,0 0 1 0 0,2 43-1 0 0,2-60-85 0 0,1-1 0 0 0,0 1 0 0 0,1-1 1 0 0,0 1-1 0 0,1-1 0 0 0,0 0 0 0 0,7 15 0 0 0,-9-22-37 0 0,0-1-1 0 0,0 1 1 0 0,0-1-1 0 0,1 0 1 0 0,-1 0-1 0 0,1 0 1 0 0,-1 0-1 0 0,1 0 1 0 0,0 0-1 0 0,-1 0 1 0 0,1 0 0 0 0,0 0-1 0 0,0-1 1 0 0,0 1-1 0 0,1-1 1 0 0,-1 0-1 0 0,0 0 1 0 0,1 0-1 0 0,-1 0 1 0 0,0 0-1 0 0,1 0 1 0 0,-1 0-1 0 0,1-1 1 0 0,-1 1-1 0 0,1-1 1 0 0,0 0-1 0 0,-1 0 1 0 0,1 0-1 0 0,-1 0 1 0 0,1 0-1 0 0,-1 0 1 0 0,1-1-1 0 0,0 1 1 0 0,-1-1-1 0 0,1 0 1 0 0,2-1-1 0 0,0-1-137 0 0,-1 0 0 0 0,0 1 0 0 0,1-2 0 0 0,-1 1 0 0 0,0 0 0 0 0,0-1 0 0 0,-1 0 0 0 0,1 0 0 0 0,-1 0 0 0 0,0 0 0 0 0,0-1 0 0 0,0 1 0 0 0,-1-1 0 0 0,1 0 0 0 0,1-7 0 0 0,3-7 57 0 0,0 0-1 0 0,6-32 1 0 0,-9 22 231 0 0,-1 0 0 0 0,-1-42 0 0 0,0 3 922 0 0,-2 68-946 0 0,0-1 0 0 0,0 0 0 0 0,0 0 0 0 0,0 1 0 0 0,0-1 0 0 0,0 0 0 0 0,0 1 0 0 0,0-1 0 0 0,0 0 0 0 0,0 0 0 0 0,1 1 0 0 0,-1-1 0 0 0,0 0 0 0 0,0 1 0 0 0,1-1 0 0 0,-1 1 0 0 0,0-1 0 0 0,1 0 1 0 0,-1 1-1 0 0,1-1 0 0 0,-1 1 0 0 0,1-1 0 0 0,-1 1 0 0 0,1-1 0 0 0,-1 1 0 0 0,1-1 0 0 0,1 0 0 0 0,-1 1-41 0 0,0 0 1 0 0,0 1 0 0 0,0-1-1 0 0,0 0 1 0 0,0 0-1 0 0,0 1 1 0 0,0-1-1 0 0,0 1 1 0 0,-1-1 0 0 0,1 1-1 0 0,0-1 1 0 0,0 1-1 0 0,0-1 1 0 0,0 1-1 0 0,-1 0 1 0 0,1-1 0 0 0,1 2-1 0 0,35 45 174 0 0,-29-36 134 0 0,0-1-286 0 0,4 6 19 0 0,26 25 1 0 0,-34-37-104 0 0,1 0 0 0 0,-1-1 0 0 0,1 1 0 0 0,0-1 0 0 0,-1 0 0 0 0,2-1 0 0 0,-1 1 1 0 0,0-1-1 0 0,0 0 0 0 0,12 3 0 0 0,-16-5 0 0 0,1 0 0 0 0,-1 0 0 0 0,1 0 0 0 0,0 0 0 0 0,-1 0 0 0 0,1-1 0 0 0,-1 1 0 0 0,1 0 1 0 0,-1-1-1 0 0,1 1 0 0 0,-1-1 0 0 0,1 0 0 0 0,-1 1 0 0 0,1-1 0 0 0,-1 0 0 0 0,0 0 0 0 0,1 0 0 0 0,-1 0 0 0 0,0 0 0 0 0,0 0 1 0 0,0 0-1 0 0,0 0 0 0 0,0-1 0 0 0,0 1 0 0 0,0 0 0 0 0,0 0 0 0 0,0-1 0 0 0,-1 1 0 0 0,1-1 0 0 0,-1 1 0 0 0,2-3 0 0 0,1-7-48 0 0,1 0-1 0 0,-2 0 0 0 0,3-17 0 0 0,-3 13 56 0 0,0 4 3 0 0,1 1 0 0 0,-1-1 0 0 0,2 1 0 0 0,-1 0 0 0 0,1 0 0 0 0,10-17 0 0 0,-13 25-5 0 0,0 1-1 0 0,1-1 1 0 0,-1 0-1 0 0,0 1 1 0 0,1-1-1 0 0,-1 1 1 0 0,1 0-1 0 0,-1 0 1 0 0,1-1-1 0 0,0 1 1 0 0,0 0-1 0 0,-1 0 1 0 0,1 1 0 0 0,0-1-1 0 0,0 0 1 0 0,0 1-1 0 0,3-2 1 0 0,-3 2-3 0 0,1 1 1 0 0,0-1 0 0 0,-1 0 0 0 0,1 1 0 0 0,0-1 0 0 0,-1 1-1 0 0,1 0 1 0 0,0 0 0 0 0,-1 0 0 0 0,1 0 0 0 0,-1 0 0 0 0,0 0 0 0 0,1 1-1 0 0,-1-1 1 0 0,0 1 0 0 0,3 3 0 0 0,11 10 143 0 0,12 11-128 0 0,-27-24-19 0 0,0-1 0 0 0,1 0 1 0 0,-1 0-1 0 0,0-1 0 0 0,1 1 0 0 0,-1 0 0 0 0,1 0 0 0 0,0-1 0 0 0,-1 1 0 0 0,1-1 0 0 0,-1 1 0 0 0,1-1 0 0 0,0 0 1 0 0,-1 1-1 0 0,1-1 0 0 0,0 0 0 0 0,1 0 0 0 0,-1-1-6 0 0,-1 0 1 0 0,1 0-1 0 0,0 0 1 0 0,-1 0-1 0 0,0-1 1 0 0,1 1-1 0 0,-1 0 1 0 0,0-1 0 0 0,1 1-1 0 0,-1 0 1 0 0,0-1-1 0 0,0 0 1 0 0,0 1-1 0 0,1-4 1 0 0,13-27-3 0 0,-14 29-4 0 0,3-6-128 0 0,1-4 24 0 0,1 0-1 0 0,0 0 1 0 0,12-17-1 0 0,-17 28 124 0 0,0 0-1 0 0,1 0 1 0 0,-1 1-1 0 0,0-1 0 0 0,1 0 1 0 0,-1 0-1 0 0,1 1 0 0 0,-1-1 1 0 0,1 1-1 0 0,0 0 1 0 0,0-1-1 0 0,0 1 0 0 0,0 0 1 0 0,0 0-1 0 0,0 0 1 0 0,0 0-1 0 0,0 0 0 0 0,0 1 1 0 0,0-1-1 0 0,0 1 0 0 0,1-1 1 0 0,-1 1-1 0 0,0 0 1 0 0,0 0-1 0 0,1 0 0 0 0,-1 0 1 0 0,0 0-1 0 0,0 0 0 0 0,4 2 1 0 0,-3-1 34 0 0,0 1 0 0 0,0-1 0 0 0,0 1 1 0 0,0 0-1 0 0,-1 0 0 0 0,1 1 0 0 0,-1-1 1 0 0,5 5-1 0 0,-6-5-52 0 0,1 0 1 0 0,0 0 0 0 0,0 0-1 0 0,-1 0 1 0 0,1-1-1 0 0,0 1 1 0 0,1 0 0 0 0,-1-1-1 0 0,0 0 1 0 0,0 1-1 0 0,0-1 1 0 0,1 0 0 0 0,-1 0-1 0 0,1-1 1 0 0,-1 1-1 0 0,1 0 1 0 0,-1-1 0 0 0,6 1-1 0 0,18-6-1018 0 0,-11 0-10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4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154 426 3209 0 0,'1'-2'189'0'0,"-1"0"1"0"0,1 0 0 0 0,-1 0 0 0 0,0-1-1 0 0,0 1 1 0 0,0 0 0 0 0,0 0 0 0 0,0 0-1 0 0,-1-1 1 0 0,1 1 0 0 0,-1 0-1 0 0,1 0 1 0 0,-2-2 0 0 0,1 2 309 0 0,1 0 1 0 0,-1 0-1 0 0,-1 0 1 0 0,1 1-1 0 0,0-1 1 0 0,0 1-1 0 0,-1-1 0 0 0,1 0 1 0 0,-1 1-1 0 0,1 0 1 0 0,-1-1-1 0 0,1 1 1 0 0,-1 0-1 0 0,0 0 1 0 0,0 0-1 0 0,0 0 0 0 0,0 0 1 0 0,1 1-1 0 0,-1-1 1 0 0,0 0-1 0 0,0 1 1 0 0,0 0-1 0 0,0-1 0 0 0,-1 1 1 0 0,1 0-1 0 0,0 0 1 0 0,0 0-1 0 0,0 0 1 0 0,0 0-1 0 0,0 1 0 0 0,-3 0 1 0 0,3 0-473 0 0,0-1 1 0 0,0 1-1 0 0,0 0 0 0 0,0 0 1 0 0,0 1-1 0 0,0-1 0 0 0,1 0 0 0 0,-1 1 1 0 0,0-1-1 0 0,-2 4 0 0 0,0 1 21 0 0,0 0 0 0 0,0 0 0 0 0,1 1 0 0 0,0-1 0 0 0,0 1 0 0 0,0 0-1 0 0,1 0 1 0 0,0 0 0 0 0,1 0 0 0 0,-1 0 0 0 0,1 0 0 0 0,1 1-1 0 0,-1-1 1 0 0,2 12 0 0 0,-1-14-26 0 0,0 0 0 0 0,1 0-1 0 0,-1-1 1 0 0,1 1 0 0 0,0 0 0 0 0,1 0-1 0 0,-1-1 1 0 0,1 1 0 0 0,0-1 0 0 0,0 1-1 0 0,0-1 1 0 0,0 0 0 0 0,1 1-1 0 0,0-1 1 0 0,0-1 0 0 0,0 1 0 0 0,0 0-1 0 0,1-1 1 0 0,-1 0 0 0 0,1 1 0 0 0,0-1-1 0 0,6 3 1 0 0,-8-5-43 0 0,-1 0 0 0 0,1-1 0 0 0,-1 0 0 0 0,0 1 0 0 0,1-1 1 0 0,-1 0-1 0 0,1 1 0 0 0,-1-1 0 0 0,1 0 0 0 0,-1 0 0 0 0,0 0 0 0 0,1-1 0 0 0,-1 1 0 0 0,1 0 0 0 0,-1 0 0 0 0,1-1 0 0 0,-1 1 1 0 0,0-1-1 0 0,1 1 0 0 0,-1-1 0 0 0,0 0 0 0 0,0 1 0 0 0,1-1 0 0 0,-1 0 0 0 0,0 0 0 0 0,0 0 0 0 0,0 0 0 0 0,0 0 0 0 0,0 0 1 0 0,0 0-1 0 0,0 0 0 0 0,0-1 0 0 0,0 1 0 0 0,-1 0 0 0 0,1 0 0 0 0,-1-1 0 0 0,2-1 0 0 0,2-8-275 0 0,0 1 0 0 0,0-1 0 0 0,3-20 0 0 0,-5 21 169 0 0,3-16-655 0 0,-1 1-1 0 0,-2-1 1 0 0,0 0-1 0 0,-2-1 0 0 0,0 1 1 0 0,-2 0-1 0 0,-10-48 1 0 0,7 53 781 0 0,0 1 0 0 0,-1 0 1 0 0,-1 0-1 0 0,-1 1 0 0 0,-1 0 1 0 0,-1 0-1 0 0,0 1 0 0 0,-2 1 1 0 0,1-1-1 0 0,-20-19 0 0 0,9 20 1235 0 0,22 17-1097 0 0,-1 0 1 0 0,1 0 0 0 0,-1-1 0 0 0,0 1-1 0 0,1 0 1 0 0,-1 0 0 0 0,0 0 0 0 0,1 0 0 0 0,-1 0-1 0 0,1 0 1 0 0,-1 0 0 0 0,0 0 0 0 0,1 0-1 0 0,-1 0 1 0 0,0 0 0 0 0,1 0 0 0 0,-1 0-1 0 0,0 1 1 0 0,1-1 0 0 0,-1 0 0 0 0,1 0-1 0 0,-2 1 1 0 0,1 1 46 0 0,0 0-1 0 0,-1 0 1 0 0,1 0-1 0 0,0 0 1 0 0,0 0-1 0 0,0 0 0 0 0,0 0 1 0 0,1 0-1 0 0,-1 1 1 0 0,0-1-1 0 0,1 0 1 0 0,0 0-1 0 0,-1 1 1 0 0,1-1-1 0 0,0 0 1 0 0,0 1-1 0 0,1 2 1 0 0,0 15-61 0 0,1 0 1 0 0,1 0 0 0 0,0 0-1 0 0,2 0 1 0 0,0-1 0 0 0,1 1-1 0 0,9 17 1 0 0,71 131 1085 0 0,-49-100-1034 0 0,-4-2-88 0 0,-17-32-50 0 0,2 0 1 0 0,43 61-1 0 0,-39-69-500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5.4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191 1 10594 0 0,'-25'11'4901'0'0,"10"2"-4510"0"0,0 0 0 0 0,1 1 0 0 0,1 0-1 0 0,0 1 1 0 0,1 0 0 0 0,1 1 0 0 0,0 0-1 0 0,1 1 1 0 0,1 0 0 0 0,0 1 0 0 0,1 0-1 0 0,2 0 1 0 0,-1 1 0 0 0,-4 28 0 0 0,10-42-369 0 0,1 0 1 0 0,-1 0 0 0 0,2-1 0 0 0,-1 1 0 0 0,0 0 0 0 0,1 0 0 0 0,0-1-1 0 0,0 1 1 0 0,0 0 0 0 0,0-1 0 0 0,1 1 0 0 0,0-1 0 0 0,0 0 0 0 0,0 0-1 0 0,1 1 1 0 0,-1-1 0 0 0,1-1 0 0 0,0 1 0 0 0,0 0 0 0 0,0-1 0 0 0,0 1-1 0 0,1-1 1 0 0,0 0 0 0 0,5 4 0 0 0,10 6 100 0 0,1-1 0 0 0,0-1 0 0 0,38 15 0 0 0,-45-20-114 0 0,39 11-30 0 0,-43-15 17 0 0,1 1 1 0 0,-1-1-1 0 0,0 1 0 0 0,0 1 0 0 0,-1 0 0 0 0,1 0 0 0 0,-1 1 0 0 0,1 0 0 0 0,-2 0 0 0 0,1 1 0 0 0,7 7 0 0 0,-14-12 6 0 0,0 1-1 0 0,-1-1 1 0 0,1 1 0 0 0,0-1 0 0 0,-1 1 0 0 0,0 0 0 0 0,1-1 0 0 0,-1 1-1 0 0,0-1 1 0 0,0 1 0 0 0,0 0 0 0 0,0-1 0 0 0,0 1 0 0 0,0 0 0 0 0,-1-1-1 0 0,1 1 1 0 0,0-1 0 0 0,-1 1 0 0 0,1-1 0 0 0,-1 1 0 0 0,0-1 0 0 0,1 1-1 0 0,-1-1 1 0 0,0 1 0 0 0,0-1 0 0 0,0 0 0 0 0,0 1 0 0 0,0-1-1 0 0,0 0 1 0 0,0 0 0 0 0,-3 2 0 0 0,-6 6-40 0 0,1 0 1 0 0,-20 12-1 0 0,25-18 52 0 0,-72 47-3484 0 0,59-38 2239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5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48 11979 0 0,'0'20'1353'0'0,"0"-1"0"0"0,2 0 1 0 0,0 0-1 0 0,2 0 1 0 0,10 36-1 0 0,-12-49-1274 0 0,0-1 1 0 0,0 1-1 0 0,0-1 0 0 0,1 0 0 0 0,0 0 0 0 0,0 0 0 0 0,0 0 1 0 0,1-1-1 0 0,0 1 0 0 0,-1-1 0 0 0,2 0 0 0 0,-1 0 0 0 0,0 0 0 0 0,1 0 1 0 0,0-1-1 0 0,0 0 0 0 0,0 0 0 0 0,0 0 0 0 0,0-1 0 0 0,0 0 0 0 0,1 0 1 0 0,-1 0-1 0 0,1 0 0 0 0,8 0 0 0 0,-12-2-63 0 0,0 1 0 0 0,-1-1-1 0 0,1 0 1 0 0,0 0 0 0 0,0 0 0 0 0,0 0-1 0 0,0-1 1 0 0,0 1 0 0 0,0 0 0 0 0,-1-1-1 0 0,1 1 1 0 0,0-1 0 0 0,0 0 0 0 0,0 0-1 0 0,-1 1 1 0 0,1-1 0 0 0,-1 0 0 0 0,1-1-1 0 0,0 1 1 0 0,-1 0 0 0 0,0 0 0 0 0,3-3-1 0 0,-2 1 6 0 0,0-1 0 0 0,0 1-1 0 0,0-1 1 0 0,0 1-1 0 0,-1-1 1 0 0,0 0 0 0 0,0 0-1 0 0,0 0 1 0 0,0 0 0 0 0,0-5-1 0 0,0-5-10 0 0,0 0-1 0 0,-1 0 1 0 0,-1 0 0 0 0,-1 1-1 0 0,-3-19 1 0 0,3 25-50 0 0,0-1 1 0 0,-1 1 0 0 0,0 0-1 0 0,0 0 1 0 0,0 0-1 0 0,-1 0 1 0 0,0 0-1 0 0,0 1 1 0 0,-1-1-1 0 0,0 1 1 0 0,0 1-1 0 0,0-1 1 0 0,-1 1 0 0 0,0-1-1 0 0,-8-4 1 0 0,8 6-587 0 0,0 0 0 0 0,-1 1 0 0 0,1 0 0 0 0,-1 0 0 0 0,1 1 0 0 0,-9-2 0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6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13363 0 0,'-2'8'5488'0'0,"1"27"-3070"0"0,4-15-2202 0 0,1-1 1 0 0,1 1 0 0 0,0-1-1 0 0,1 0 1 0 0,2 0 0 0 0,0-1 0 0 0,0 0-1 0 0,2 0 1 0 0,0-1 0 0 0,1 0-1 0 0,26 29 1 0 0,-37-45-223 0 0,2 1 0 0 0,-1-1-1 0 0,0 0 1 0 0,0 1 0 0 0,0-1 0 0 0,1 0-1 0 0,-1 0 1 0 0,0 0 0 0 0,1 0 0 0 0,-1 0 0 0 0,1 0-1 0 0,0 0 1 0 0,-1 0 0 0 0,1-1 0 0 0,0 1-1 0 0,-1-1 1 0 0,1 1 0 0 0,0-1 0 0 0,-1 0-1 0 0,1 1 1 0 0,0-1 0 0 0,0 0 0 0 0,0 0-1 0 0,-1 0 1 0 0,1-1 0 0 0,0 1 0 0 0,0 0 0 0 0,-1-1-1 0 0,1 1 1 0 0,2-2 0 0 0,-1 0-52 0 0,-1 0-1 0 0,0-1 1 0 0,1 1 0 0 0,-1-1 0 0 0,0 1 0 0 0,0-1 0 0 0,0 0-1 0 0,-1 0 1 0 0,1 0 0 0 0,-1 0 0 0 0,1 0 0 0 0,-1-1-1 0 0,0 1 1 0 0,0 0 0 0 0,0-5 0 0 0,2-7-244 0 0,-2-1-1 0 0,1 1 1 0 0,-2-1-1 0 0,0 0 1 0 0,-1 1 0 0 0,-3-20-1 0 0,0 0-393 0 0,4 35 736 0 0,0-1 0 0 0,0 0 0 0 0,0 1 0 0 0,-1-1 0 0 0,1 1-1 0 0,0-1 1 0 0,0 0 0 0 0,0 0 0 0 0,0 1 0 0 0,0-1 0 0 0,0 0 0 0 0,0 1 0 0 0,1-1-1 0 0,-1 0 1 0 0,0 1 0 0 0,0-1 0 0 0,0 0 0 0 0,1 1 0 0 0,-1-1 0 0 0,0 1-1 0 0,1-1 1 0 0,-1 1 0 0 0,0-1 0 0 0,1 0 0 0 0,-1 1 0 0 0,1-1 0 0 0,-1 1-1 0 0,1-1 1 0 0,0 1 17 0 0,0 0-1 0 0,0 0 1 0 0,0 0-1 0 0,0 1 1 0 0,0-1-1 0 0,0 0 1 0 0,0 1-1 0 0,0-1 1 0 0,0 0-1 0 0,0 1 1 0 0,0-1-1 0 0,-1 1 1 0 0,1 0-1 0 0,0-1 1 0 0,0 1-1 0 0,1 1 1 0 0,35 40 1012 0 0,-31-35-1030 0 0,3 3-5 0 0,1 0 0 0 0,0-1 1 0 0,0 0-1 0 0,1-1 0 0 0,0 0 0 0 0,0 0 0 0 0,1-1 1 0 0,21 9-1 0 0,-25-13-482 0 0,0-1 1 0 0,0 1-1 0 0,0-2 0 0 0,0 1 1 0 0,12 0-1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6.5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21 132 9674 0 0,'-20'-13'11637'0'0,"29"19"-10725"0"0,42 37 88 0 0,59 43-543 0 0,-99-78-443 0 0,-3-4-5 0 0,0 2 0 0 0,-1-1-1 0 0,0 1 1 0 0,0 0 0 0 0,11 13-1 0 0,-25-31 67 0 0,0-1 0 0 0,1 1 0 0 0,1-1 0 0 0,0 0-1 0 0,1 0 1 0 0,0 0 0 0 0,1-1 0 0 0,0 1 0 0 0,1-1-1 0 0,0-18 1 0 0,1 20-424 0 0,2 0-1 0 0,-1-1 0 0 0,2 1 0 0 0,0 0 1 0 0,0 0-1 0 0,1 0 0 0 0,5-15 0 0 0,7-6-7506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8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16 2761 0 0,'-1'-2'380'0'0,"0"1"1"0"0,-1 0 0 0 0,1-1 0 0 0,-1 1-1 0 0,1 0 1 0 0,-1 0 0 0 0,0 0-1 0 0,1 0 1 0 0,-1 0 0 0 0,0 1 0 0 0,1-1-1 0 0,-1 0 1 0 0,0 1 0 0 0,0-1 0 0 0,0 1-1 0 0,0 0 1 0 0,0-1 0 0 0,0 1 0 0 0,1 0-1 0 0,-1 0 1 0 0,0 0 0 0 0,-3 1 0 0 0,2 0-22 0 0,0 0 1 0 0,0 1 0 0 0,0-1 0 0 0,0 1 0 0 0,0-1-1 0 0,0 1 1 0 0,0 0 0 0 0,1 0 0 0 0,-1 0 0 0 0,0 1-1 0 0,-3 4 1 0 0,-1 1 150 0 0,1 1 1 0 0,0 0-1 0 0,0 0 0 0 0,1 0 0 0 0,0 1 0 0 0,1-1 0 0 0,-4 15 0 0 0,4-10-175 0 0,1 0-1 0 0,1 1 1 0 0,0-1-1 0 0,1 1 1 0 0,0 0 0 0 0,1-1-1 0 0,5 29 1 0 0,-5-39-301 0 0,1 0-1 0 0,0 1 1 0 0,1-1 0 0 0,-1 0 0 0 0,1 0 0 0 0,0 0 0 0 0,0 0 0 0 0,0 0 0 0 0,1 0 0 0 0,-1-1 0 0 0,1 1-1 0 0,0-1 1 0 0,3 4 0 0 0,-3-5-35 0 0,0 0 0 0 0,0 0 0 0 0,0-1 0 0 0,0 1 0 0 0,0-1 0 0 0,1 1 0 0 0,-1-1 0 0 0,1 0 0 0 0,-1 0 0 0 0,0-1 0 0 0,1 1 0 0 0,-1-1 0 0 0,1 1 0 0 0,0-1 0 0 0,-1 0 0 0 0,1-1 0 0 0,-1 1 0 0 0,7-2 0 0 0,0 0-217 0 0,-1 0 0 0 0,1-1 0 0 0,-1-1 1 0 0,1 1-1 0 0,9-6 0 0 0,5-6-3528 0 0,41-30 1 0 0,-53 36 2535 0 0,12-8 357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8.4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1 353 4145 0 0,'5'6'4440'0'0,"-5"-6"-4344"0"0,13-7 2754 0 0,7-12 133 0 0,-11 7-2612 0 0,-2 0-1 0 0,0-1 1 0 0,0 0 0 0 0,-1 0 0 0 0,0-1-1 0 0,-2 0 1 0 0,1 0 0 0 0,-2 0 0 0 0,4-24 0 0 0,-6 26-640 0 0,0 0 0 0 0,0-1 1 0 0,-1 1-1 0 0,-1 0 0 0 0,0 0 1 0 0,-1-1-1 0 0,0 1 0 0 0,-1 0 1 0 0,0 1-1 0 0,-1-1 1 0 0,-9-20-1 0 0,13 31 258 0 0,0 1 0 0 0,0 0-1 0 0,0-1 1 0 0,0 1 0 0 0,0-1 0 0 0,0 1 0 0 0,-1-1 0 0 0,1 1 0 0 0,0-1-1 0 0,0 1 1 0 0,0 0 0 0 0,-1-1 0 0 0,1 1 0 0 0,0 0 0 0 0,-1-1 0 0 0,1 1-1 0 0,0 0 1 0 0,-1-1 0 0 0,1 1 0 0 0,0 0 0 0 0,-1-1 0 0 0,1 1-1 0 0,-1 0 1 0 0,1 0 0 0 0,0 0 0 0 0,-1-1 0 0 0,1 1 0 0 0,-1 0 0 0 0,1 0-1 0 0,-1 0 1 0 0,1 0 0 0 0,-1 0 0 0 0,1 0 0 0 0,-1 0 0 0 0,1 0 0 0 0,0 0-1 0 0,-2 0 1 0 0,-6 18 433 0 0,3 32 1056 0 0,5-50-1459 0 0,-2 29 587 0 0,2 0 0 0 0,1 1 0 0 0,2-1-1 0 0,0 0 1 0 0,2 0 0 0 0,13 42 0 0 0,-14-60-504 0 0,0 0 0 0 0,1-1 0 0 0,0 1 0 0 0,1-1 0 0 0,0-1-1 0 0,0 1 1 0 0,1-1 0 0 0,13 14 0 0 0,-15-18-211 0 0,1 0 1 0 0,0 0-1 0 0,1-1 0 0 0,-1 0 0 0 0,1 0 0 0 0,-1 0 0 0 0,1-1 1 0 0,0 0-1 0 0,1 0 0 0 0,-1-1 0 0 0,0 0 0 0 0,1 0 1 0 0,-1-1-1 0 0,10 1 0 0 0,9-2-7099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8.4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35 5985 0 0,'-12'-35'12749'0'0,"15"54"-9128"0"0,78 526-2875 0 0,-79-516-794 0 0,-2-18-42 0 0,0 1 0 0 0,1-1 1 0 0,1 1-1 0 0,0-1 0 0 0,0 1 0 0 0,1-1 0 0 0,8 20 0 0 0,-11-31 17 0 0,0 0 0 0 0,0 0 0 0 0,0 0 0 0 0,0 1 0 0 0,0-1 0 0 0,0 0 0 0 0,0 0 0 0 0,1 1 0 0 0,-1-1 0 0 0,0 0 0 0 0,0 0 0 0 0,0 0 0 0 0,0 0 0 0 0,0 1 0 0 0,1-1-366 0 0,0 1 366 0 0,-1-1 0 0 0,0 0 0 0 0,0 0 0 0 0,0 0 0 0 0,1 0 0 0 0,-1 0 0 0 0,0 0 0 0 0,0 0 0 0 0,0 0 0 0 0,1 0 0 0 0,-1 0 0 0 0,0 0 0 0 0,0 0 0 0 0,1 0 0 0 0,-1 0 0 0 0,0 0 0 0 0,0 0 0 0 0,0 0 0 0 0,1 0 0 0 0,-1 0 0 0 0,0 0 0 0 0,0 0-1 0 0,0 0 1 0 0,1 0 0 0 0,-1-1 0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8.6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23 101 7114 0 0,'-1'1'48'0'0,"0"-1"1"0"0,0 0 0 0 0,0 0-1 0 0,0 1 1 0 0,0-1 0 0 0,0 0 0 0 0,0 0-1 0 0,0 0 1 0 0,0 0 0 0 0,0 0 0 0 0,0 0-1 0 0,0 0 1 0 0,0 0 0 0 0,0-1 0 0 0,0 1-1 0 0,0 0 1 0 0,0-1 0 0 0,0 1 0 0 0,0 0-1 0 0,-1-2 1 0 0,2 1 56 0 0,0 1 0 0 0,0-1 0 0 0,0 0 0 0 0,0 1 1 0 0,1-1-1 0 0,-1 0 0 0 0,0 1 0 0 0,1-1 0 0 0,-1 0 0 0 0,0 1 0 0 0,1-1 0 0 0,-1 1 0 0 0,1-1 0 0 0,-1 1 1 0 0,0-1-1 0 0,1 1 0 0 0,0-1 0 0 0,-1 1 0 0 0,1-1 0 0 0,0 0 0 0 0,40-25 2754 0 0,-38 24-2759 0 0,86-38 3320 0 0,-79 36-3801 0 0,1 1 1 0 0,-1 0 0 0 0,1 1-1 0 0,0 0 1 0 0,0 0 0 0 0,20 1-1 0 0,-15 2-4797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8.8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78 11058 0 0,'-1'0'58'0'0,"1"1"-1"0"0,0-1 0 0 0,-1 0 1 0 0,1 0-1 0 0,0 1 0 0 0,0-1 0 0 0,-1 0 1 0 0,1 1-1 0 0,0-1 0 0 0,0 1 1 0 0,0-1-1 0 0,-1 0 0 0 0,1 1 1 0 0,0-1-1 0 0,0 0 0 0 0,0 1 0 0 0,0-1 1 0 0,0 1-1 0 0,0-1 0 0 0,0 1 1 0 0,0-1-1 0 0,0 0 0 0 0,0 1 1 0 0,0-1-1 0 0,0 1 0 0 0,0-1 1 0 0,0 0-1 0 0,0 1 0 0 0,0-1 0 0 0,1 1 1 0 0,-1-1-1 0 0,0 0 0 0 0,0 1 1 0 0,0-1-1 0 0,1 0 0 0 0,-1 1 1 0 0,0-1-1 0 0,1 0 0 0 0,-1 1 0 0 0,0-1 1 0 0,0 0-1 0 0,1 1 0 0 0,0-1 1 0 0,23 0 1811 0 0,31-16 594 0 0,10-16-1799 0 0,11-5-3534 0 0,-54 29-2874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0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99 920 0 0,'5'-12'390'0'0,"-2"5"-263"0"0,-1 0 0 0 0,1 0 0 0 0,-1 0 0 0 0,1-15-1 0 0,0-15 16025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46 2761 0 0,'2'-18'6926'0'0,"-2"16"-6369"0"0,1 0 1 0 0,-1 0 0 0 0,0 0-1 0 0,0 0 1 0 0,0 0-1 0 0,0 0 1 0 0,0 0 0 0 0,0 1-1 0 0,-1-1 1 0 0,1 0-1 0 0,0 0 1 0 0,-2-2 0 0 0,22 78 2284 0 0,9 85 1 0 0,-16-88-2043 0 0,15 132-2714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3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4609 0 0,'3'-2'567'0'0,"0"0"0"0"0,-1 1 1 0 0,1 0-1 0 0,0-1 0 0 0,0 1 0 0 0,0 0 1 0 0,0 0-1 0 0,0 1 0 0 0,0-1 0 0 0,0 1 1 0 0,0 0-1 0 0,0-1 0 0 0,0 1 0 0 0,0 0 1 0 0,5 1-1 0 0,2 0 290 0 0,-1 0 1 0 0,1 1-1 0 0,15 5 0 0 0,-18-5-632 0 0,0 1-1 0 0,-1-1 1 0 0,1 2-1 0 0,-1-1 0 0 0,0 1 1 0 0,1 0-1 0 0,-2 0 1 0 0,1 1-1 0 0,-1-1 1 0 0,1 1-1 0 0,-1 1 0 0 0,0-1 1 0 0,-1 1-1 0 0,0 0 1 0 0,0 0-1 0 0,0 0 1 0 0,0 0-1 0 0,-1 1 0 0 0,0-1 1 0 0,3 14-1 0 0,-4-12-170 0 0,0 0 0 0 0,-1 0-1 0 0,0 1 1 0 0,-1-1 0 0 0,0 1-1 0 0,0-1 1 0 0,-1 0-1 0 0,0 1 1 0 0,0-1 0 0 0,-1 0-1 0 0,0 0 1 0 0,-1 0 0 0 0,0 0-1 0 0,0 0 1 0 0,0 0 0 0 0,-1-1-1 0 0,-7 11 1 0 0,4-7-230 0 0,-1-1-1 0 0,0 1 1 0 0,0-2 0 0 0,-1 1 0 0 0,0-1 0 0 0,0-1 0 0 0,-1 1-1 0 0,-20 11 1 0 0,18-14-1227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7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159 10 3681 0 0,'13'-9'2189'0'0,"-19"10"-404"0"0,2 1-1197 0 0,-15 10 872 0 0,0 0 0 0 0,1 1 1 0 0,-17 15-1 0 0,31-24-1117 0 0,-1 0 0 0 0,1 1 1 0 0,0 0-1 0 0,0-1 1 0 0,0 1-1 0 0,1 1 1 0 0,-1-1-1 0 0,1 0 0 0 0,1 1 1 0 0,-1-1-1 0 0,1 1 1 0 0,0 0-1 0 0,0 0 0 0 0,1 0 1 0 0,-1 0-1 0 0,0 11 1 0 0,3-14-312 0 0,-1 1 0 0 0,0-1 1 0 0,1 0-1 0 0,0 0 1 0 0,0 0-1 0 0,0 0 1 0 0,0 1-1 0 0,0-1 1 0 0,0-1-1 0 0,1 1 0 0 0,0 0 1 0 0,-1 0-1 0 0,1 0 1 0 0,0-1-1 0 0,0 1 1 0 0,1-1-1 0 0,-1 0 0 0 0,0 0 1 0 0,1 0-1 0 0,0 0 1 0 0,-1 0-1 0 0,5 2 1 0 0,7 4-32 0 0,1-1 1 0 0,-1-1 0 0 0,24 7 0 0 0,6 3 121 0 0,-41-15-107 0 0,0 1 1 0 0,-1-1 0 0 0,1 0-1 0 0,-1 1 1 0 0,1-1-1 0 0,-1 1 1 0 0,0 0 0 0 0,0 0-1 0 0,0 0 1 0 0,1 0-1 0 0,-2 0 1 0 0,1 0 0 0 0,0 0-1 0 0,0 1 1 0 0,-1-1-1 0 0,1 1 1 0 0,-1-1 0 0 0,0 1-1 0 0,0 0 1 0 0,0-1-1 0 0,0 1 1 0 0,0 0 0 0 0,-1 0-1 0 0,1-1 1 0 0,-1 5-1 0 0,0-2 40 0 0,-1 0 0 0 0,0 0 0 0 0,0 0 0 0 0,0 0 0 0 0,-1-1 0 0 0,0 1 0 0 0,0 0 0 0 0,0-1 0 0 0,0 0 0 0 0,-1 1 0 0 0,1-1 0 0 0,-1 0 0 0 0,0 0 0 0 0,-5 4 0 0 0,0 0 10 0 0,0 0 0 0 0,-1-1 0 0 0,1 0 0 0 0,-1-1 0 0 0,-1 0 0 0 0,1 0 0 0 0,-14 5 0 0 0,18-9-374 0 0,0 1 0 0 0,0-1 0 0 0,0-1 1 0 0,0 1-1 0 0,-1-1 0 0 0,1 0 0 0 0,0 0 0 0 0,-1 0 0 0 0,1-1 1 0 0,0 0-1 0 0,-1 0 0 0 0,1 0 0 0 0,-1-1 0 0 0,1 0 0 0 0,0 0 1 0 0,-10-3-1 0 0,14 4 135 0 0,0-1 1 0 0,0 1 0 0 0,1-1-1 0 0,-1 1 1 0 0,0 0 0 0 0,1-1-1 0 0,-1 0 1 0 0,0 1 0 0 0,1-1-1 0 0,-1 1 1 0 0,0-1 0 0 0,1 0-1 0 0,-1 1 1 0 0,1-1 0 0 0,0 0-1 0 0,-1 0 1 0 0,1 1 0 0 0,-1-1-1 0 0,1 0 1 0 0,0 0 0 0 0,-1-1-1 0 0,1-10-540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9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93 10138 0 0,'7'-24'10924'0'0,"10"0"-8814"0"0,-11 18-2853 0 0,1-1-1 0 0,-1 2 0 0 0,1-1 0 0 0,15-9 0 0 0,-13 10-1009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2.1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72 6449 0 0,'-2'3'1502'0'0,"1"-2"-1201"0"0,1-1-1 0 0,0 1 0 0 0,-1 0 1 0 0,1 0-1 0 0,0-1 1 0 0,0 1-1 0 0,0 0 0 0 0,0 0 1 0 0,0-1-1 0 0,0 1 1 0 0,0 0-1 0 0,0 0 0 0 0,0 0 1 0 0,0-1-1 0 0,0 1 1 0 0,0 0-1 0 0,1 1 0 0 0,0-2-151 0 0,-1 1 0 0 0,1-1 0 0 0,-1 0 0 0 0,1 0 1 0 0,-1 1-1 0 0,1-1 0 0 0,-1 0 0 0 0,1 0 0 0 0,0 1 0 0 0,-1-1 0 0 0,1 0 0 0 0,0 0 0 0 0,-1 0 0 0 0,1 0 0 0 0,-1 0 0 0 0,1 0 0 0 0,0 0 0 0 0,-1 0 0 0 0,1 0 0 0 0,0 0 0 0 0,0-1 0 0 0,3 0-136 0 0,1 0-1 0 0,-1 0 1 0 0,0-1-1 0 0,0 0 1 0 0,0 0-1 0 0,7-4 1 0 0,7-8-2826 0 0,29-29-1 0 0,-27 23 2254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2.6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110 9 11979 0 0,'0'-1'139'0'0,"-1"1"1"0"0,0-1 0 0 0,1 0 0 0 0,-1 1 0 0 0,0-1 0 0 0,0 1 0 0 0,0-1 0 0 0,1 1 0 0 0,-1-1 0 0 0,0 1 0 0 0,0-1-1 0 0,0 1 1 0 0,0 0 0 0 0,0 0 0 0 0,0-1 0 0 0,0 1 0 0 0,0 0 0 0 0,1 0 0 0 0,-1 0 0 0 0,0 0 0 0 0,0 0 0 0 0,0 0-1 0 0,0 0 1 0 0,0 0 0 0 0,0 1 0 0 0,-1-1 0 0 0,0 1 38 0 0,-1 1-1 0 0,1-1 1 0 0,0 0 0 0 0,0 1-1 0 0,1-1 1 0 0,-1 1 0 0 0,0-1-1 0 0,0 1 1 0 0,1 0 0 0 0,-3 3 0 0 0,-1 3 187 0 0,0 0 0 0 0,0 1 1 0 0,1 0-1 0 0,-5 13 1 0 0,0 6-153 0 0,2 0 0 0 0,1 0 1 0 0,1 0-1 0 0,1 1 1 0 0,2-1-1 0 0,0 1 1 0 0,4 30-1 0 0,-1-43-214 0 0,1 0-1 0 0,0 0 0 0 0,1 0 1 0 0,1-1-1 0 0,1 1 0 0 0,0-1 1 0 0,1 0-1 0 0,0 0 0 0 0,1-1 1 0 0,1 0-1 0 0,1 0 0 0 0,-1-1 1 0 0,2 0-1 0 0,13 14 1 0 0,-14-19 21 0 0,0-1 1 0 0,0 0 0 0 0,1 0 0 0 0,0-1 0 0 0,1 0 0 0 0,0-1 0 0 0,-1 0 0 0 0,1 0 0 0 0,1-1 0 0 0,-1-1 0 0 0,1 0 0 0 0,-1-1 0 0 0,1 0 0 0 0,20 1 0 0 0,-23-3 61 0 0,0 1 0 0 0,1-2 1 0 0,-1 1-1 0 0,0-1 0 0 0,0-1 0 0 0,0 0 1 0 0,0 0-1 0 0,0-1 0 0 0,0 0 1 0 0,0 0-1 0 0,-1-1 0 0 0,1 0 1 0 0,-1-1-1 0 0,0 1 0 0 0,-1-2 1 0 0,1 1-1 0 0,-1-1 0 0 0,0 0 1 0 0,7-8-1 0 0,-9 7-27 0 0,-1 0 0 0 0,0 0 0 0 0,0 0-1 0 0,0 0 1 0 0,-1 0 0 0 0,0-1 0 0 0,-1 1 0 0 0,0-1 0 0 0,0 0 0 0 0,0 0-1 0 0,-1 0 1 0 0,0 0 0 0 0,-1 0 0 0 0,0 0 0 0 0,0 0 0 0 0,-1 0 0 0 0,0 0-1 0 0,0 0 1 0 0,0 0 0 0 0,-5-10 0 0 0,-4-15 49 0 0,-2 1 0 0 0,-2 0 0 0 0,-24-42-1 0 0,29 57-86 0 0,-47-78-1861 0 0,34 65-6362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5.0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34 277 4145 0 0,'-2'-4'595'0'0,"-1"-1"1"0"0,1 1-1 0 0,-1-1 1 0 0,1 0-1 0 0,1 0 1 0 0,-1 1-1 0 0,1-1 1 0 0,0 0-1 0 0,0 0 1 0 0,-1-10-1 0 0,-6-23 2870 0 0,7 37-3214 0 0,0 0 1 0 0,1 0-1 0 0,-1-1 0 0 0,1 1 0 0 0,-1 0 0 0 0,1 0 0 0 0,-1-1 0 0 0,1 1 0 0 0,0 0 0 0 0,0 0 0 0 0,-1-1 0 0 0,1 1 0 0 0,0 0 1 0 0,0-1-1 0 0,0 1 0 0 0,0 0 0 0 0,1-1 0 0 0,-1 0 0 0 0,1 2-120 0 0,0 0 0 0 0,0 0-1 0 0,-1 0 1 0 0,1 0 0 0 0,0 0 0 0 0,0 0-1 0 0,0 0 1 0 0,-1 1 0 0 0,1-1 0 0 0,0 0-1 0 0,-1 1 1 0 0,1-1 0 0 0,0 1 0 0 0,-1-1-1 0 0,1 0 1 0 0,0 1 0 0 0,-1 0 0 0 0,1-1-1 0 0,-1 1 1 0 0,2 0 0 0 0,36 40 714 0 0,10 28-800 0 0,-4 2 0 0 0,66 141 0 0 0,-66-122-33 0 0,-39-79-2 0 0,-3-7 13 0 0,0 1 0 0 0,0 0-1 0 0,0 0 1 0 0,1-1 0 0 0,-1 0-1 0 0,1 1 1 0 0,0-1 0 0 0,1 0-1 0 0,-1 0 1 0 0,1-1 0 0 0,-1 1 0 0 0,1-1-1 0 0,8 6 1 0 0,-11-10 4 0 0,-1 1 0 0 0,1 0-1 0 0,0 0 1 0 0,0 0 0 0 0,0 0 0 0 0,0-1 0 0 0,0 1 0 0 0,-1 0 0 0 0,1-1-1 0 0,0 1 1 0 0,0-1 0 0 0,-1 1 0 0 0,1-1 0 0 0,0 1 0 0 0,-1-1 0 0 0,1 0-1 0 0,0 1 1 0 0,-1-1 0 0 0,1 0 0 0 0,-1 1 0 0 0,1-1 0 0 0,-1 0 0 0 0,0 1-1 0 0,1-1 1 0 0,-1 0 0 0 0,1 0 0 0 0,-1 0 0 0 0,0 0 0 0 0,0 0 0 0 0,11-31 183 0 0,-10 29-145 0 0,50-216 628 0 0,4-12-743 0 0,-39 173-124 0 0,-8 26-744 0 0,2 0 1 0 0,19-44-1 0 0,-14 61-570 0 0,-15 15 1481 0 0,0 0 0 0 0,1-1 0 0 0,-1 1 1 0 0,0 0-1 0 0,1 0 0 0 0,-1 0 0 0 0,0 0 0 0 0,1 0 1 0 0,-1 0-1 0 0,0 0 0 0 0,1 0 0 0 0,-1 0 1 0 0,1 0-1 0 0,-1 0 0 0 0,0 0 0 0 0,0 0 0 0 0,1 1 1 0 0,-1-1-1 0 0,0 0 0 0 0,1 0 0 0 0,-1 0 0 0 0,0 0 1 0 0,1 1-1 0 0,-1-1 0 0 0,0 0 0 0 0,0 0 1 0 0,1 0-1 0 0,-1 1 0 0 0,0-1 0 0 0,0 0 0 0 0,1 0 1 0 0,-1 1-1 0 0,0-1 0 0 0,0 0 0 0 0,0 1 0 0 0,0-1 1 0 0,0 0-1 0 0,1 1 0 0 0,-1-1 0 0 0,0 0 1 0 0,0 1-1 0 0,0-1 0 0 0,0 0 0 0 0,0 1 0 0 0,0-1 1 0 0,0 0-1 0 0,0 1 0 0 0,0-1 0 0 0,0 0 0 0 0,0 1 1 0 0,0-1-1 0 0,0 0 0 0 0,-1 1 0 0 0,1-1 1 0 0,0 0-1 0 0,0 1 0 0 0,-1 12 60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6.0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61 11058 0 0,'15'-9'5972'0'0,"16"-9"-2284"0"0,9-1-4353 0 0,5 6-4186 0 0,-41 12 3743 0 0,1 1-1 0 0,0-1 0 0 0,0 1 1 0 0,-1 0-1 0 0,1 0 1 0 0,0 1-1 0 0,5 1 0 0 0,-2-1 889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6.2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33 9674 0 0,'-7'8'424'0'0,"3"-4"96"0"0,1 0-416 0 0,2-1-104 0 0,0-2 0 0 0,1 1 0 0 0,0 0 1113 0 0,1 1-505 0 0,2-2 8 0 0,1-1-104 0 0,1-1-16 0 0,5-3-8 0 0,0-3 0 0 0,2-1-1992 0 0,3-3-393 0 0,2-3-87 0 0,0-1-8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6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 35 12443 0 0,'-21'-19'2820'0'0,"3"3"984"0"0,17 16-3729 0 0,0 0-1 0 0,0 0 1 0 0,0 0-1 0 0,1 1 0 0 0,-1-1 1 0 0,0 0-1 0 0,0 0 1 0 0,0 0-1 0 0,1 1 1 0 0,-1-1-1 0 0,0 0 1 0 0,0 1-1 0 0,1-1 1 0 0,-1 0-1 0 0,0 1 0 0 0,1-1 1 0 0,-1 1-1 0 0,0 0 1 0 0,1-1-1 0 0,-1 1 1 0 0,1-1-1 0 0,-1 1 1 0 0,1 0-1 0 0,-1-1 1 0 0,1 1-1 0 0,0 0 0 0 0,-1 0 1 0 0,1-1-1 0 0,0 1 1 0 0,-1 1-1 0 0,-6 13 35 0 0,0 0 0 0 0,1 0 0 0 0,0 1-1 0 0,2 0 1 0 0,0 0 0 0 0,0 0 0 0 0,2 0 0 0 0,0 1-1 0 0,0 0 1 0 0,2-1 0 0 0,2 23 0 0 0,-1-21-110 0 0,1-1 0 0 0,1 0 0 0 0,1 0-1 0 0,0 0 1 0 0,1-1 0 0 0,1 0 0 0 0,1 0 0 0 0,0 0 0 0 0,1 0 0 0 0,18 25 0 0 0,-17-30-7 0 0,1 0 0 0 0,0 0 1 0 0,1-1-1 0 0,0-1 0 0 0,1 0 0 0 0,0-1 0 0 0,18 10 1 0 0,-24-14 14 0 0,1 0 1 0 0,0 0 0 0 0,1-1 0 0 0,-1-1-1 0 0,0 1 1 0 0,1-1 0 0 0,-1 0-1 0 0,1-1 1 0 0,0 0 0 0 0,0 0 0 0 0,0-1-1 0 0,-1 0 1 0 0,1 0 0 0 0,0-1-1 0 0,9-1 1 0 0,-13 1 5 0 0,1-1-1 0 0,-1 1 0 0 0,-1-1 0 0 0,1 0 1 0 0,0 0-1 0 0,0 0 0 0 0,-1-1 1 0 0,1 1-1 0 0,-1-1 0 0 0,0 0 1 0 0,0 0-1 0 0,0 0 0 0 0,0 0 1 0 0,0-1-1 0 0,2-3 0 0 0,-1 0 46 0 0,-1 0 0 0 0,0 0 0 0 0,0 0-1 0 0,0 0 1 0 0,-1-1 0 0 0,0 1 0 0 0,2-14-1 0 0,-2-6 220 0 0,-1 0 0 0 0,-2 1 0 0 0,-5-46 0 0 0,4 56-157 0 0,-1 1 1 0 0,-1-1-1 0 0,0 1 0 0 0,0 0 0 0 0,-2 0 1 0 0,0 0-1 0 0,-15-26 0 0 0,15 31-213 0 0,0 1 0 0 0,-1 0 0 0 0,0 0 1 0 0,-1 1-1 0 0,0 0 0 0 0,0 1 0 0 0,0 0 0 0 0,-1 0 0 0 0,0 0 0 0 0,0 1 1 0 0,-1 1-1 0 0,-12-6 0 0 0,7 5-378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0.1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242 27 5417 0 0,'0'-2'464'0'0,"0"0"0"0"0,0 1 1 0 0,0-1-1 0 0,0 1 0 0 0,0-1 0 0 0,0 0 0 0 0,0 1 0 0 0,-1-1 0 0 0,1 1 0 0 0,-1-1 1 0 0,1 1-1 0 0,-1-1 0 0 0,-1-1 0 0 0,1 2-300 0 0,0 1 1 0 0,1 0-1 0 0,-1-1 0 0 0,0 1 1 0 0,0 0-1 0 0,0 0 0 0 0,0 0 1 0 0,0 0-1 0 0,0 0 0 0 0,1 0 1 0 0,-1 0-1 0 0,0 0 0 0 0,0 0 1 0 0,0 1-1 0 0,0-1 0 0 0,0 0 1 0 0,1 0-1 0 0,-1 1 0 0 0,0-1 1 0 0,0 1-1 0 0,0-1 0 0 0,1 0 1 0 0,-1 1-1 0 0,0 0 1 0 0,1-1-1 0 0,-1 1 0 0 0,0-1 1 0 0,0 2-1 0 0,-18 14 144 0 0,0 0 0 0 0,2 1 0 0 0,0 0 0 0 0,1 2 0 0 0,0 0 0 0 0,2 1 0 0 0,0 0 0 0 0,2 1 0 0 0,0 1 0 0 0,1 0 0 0 0,2 0 0 0 0,0 1 0 0 0,1 0 0 0 0,-9 48 0 0 0,16-65-318 0 0,0 0 1 0 0,1 0 0 0 0,0 0 0 0 0,0 0 0 0 0,1 0 0 0 0,-1 0 0 0 0,1 0 0 0 0,0 0 0 0 0,1 0 0 0 0,0 0 0 0 0,0 0 0 0 0,0 0 0 0 0,0-1 0 0 0,1 1-1 0 0,0-1 1 0 0,0 0 0 0 0,1 0 0 0 0,4 6 0 0 0,-5-8 0 0 0,0 0 0 0 0,0 0 0 0 0,1-1 0 0 0,-1 1 0 0 0,1-1 0 0 0,0 0 0 0 0,0 0 0 0 0,0 0 0 0 0,0 0 0 0 0,0 0 0 0 0,0-1 0 0 0,0 0 0 0 0,1 0 0 0 0,-1 0 0 0 0,0 0 0 0 0,1-1 0 0 0,-1 0 0 0 0,0 0 0 0 0,1 0 0 0 0,-1 0 0 0 0,1-1 0 0 0,-1 0 0 0 0,0 1 0 0 0,1-2 0 0 0,6-2 0 0 0,-2 1-42 0 0,0-1 1 0 0,0-1 0 0 0,0 1-1 0 0,-1-2 1 0 0,0 1-1 0 0,0-1 1 0 0,-1 0-1 0 0,1 0 1 0 0,-1-1-1 0 0,-1 0 1 0 0,1-1 0 0 0,10-15-1 0 0,-15 20 44 0 0,0-1 0 0 0,0 1-1 0 0,0-1 1 0 0,-1 1 0 0 0,1-1-1 0 0,-1 1 1 0 0,0-1 0 0 0,0 0 0 0 0,0 0-1 0 0,0 0 1 0 0,-1 1 0 0 0,0-1-1 0 0,0 0 1 0 0,0 0 0 0 0,0 0 0 0 0,0 0-1 0 0,-1 0 1 0 0,0 0 0 0 0,1 1-1 0 0,-2-1 1 0 0,1 0 0 0 0,0 0-1 0 0,-1 1 1 0 0,1-1 0 0 0,-1 1 0 0 0,0 0-1 0 0,0-1 1 0 0,-1 1 0 0 0,1 0-1 0 0,-1 0 1 0 0,1 0 0 0 0,-1 1 0 0 0,0-1-1 0 0,-6-3 1 0 0,9 5 7 0 0,-1 1-1 0 0,0-1 1 0 0,0 1 0 0 0,0-1 0 0 0,0 1 0 0 0,1-1-1 0 0,-1 1 1 0 0,0-1 0 0 0,0 0 0 0 0,1 1-1 0 0,-1-1 1 0 0,1 0 0 0 0,-1 1 0 0 0,1-1 0 0 0,-1 0-1 0 0,1 0 1 0 0,-1 0 0 0 0,1 0 0 0 0,-1 0-1 0 0,1 1 1 0 0,0-1 0 0 0,0 0 0 0 0,-1 0-1 0 0,1 0 1 0 0,0 0 0 0 0,0 0 0 0 0,0 0 0 0 0,0 0-1 0 0,0 0 1 0 0,0 0 0 0 0,1 0 0 0 0,-1-2-1 0 0,2 1-5 0 0,1-1 0 0 0,-1 1 0 0 0,1-1 0 0 0,-1 1 0 0 0,1 0 0 0 0,0 0 0 0 0,0 0 0 0 0,4-2 0 0 0,-7 4 4 0 0,21-12-13 0 0,0 0 0 0 0,43-16 0 0 0,-55 25 12 0 0,1 0 0 0 0,-1 0 0 0 0,1 1 0 0 0,-1 0 0 0 0,1 1 0 0 0,0 0 0 0 0,0 0 0 0 0,0 1 0 0 0,17 2 0 0 0,-24-2 17 0 0,0 1 1 0 0,-1 0-1 0 0,1 0 0 0 0,0 0 0 0 0,-1 0 1 0 0,1 0-1 0 0,-1 1 0 0 0,1-1 0 0 0,-1 1 0 0 0,0 0 1 0 0,0-1-1 0 0,0 1 0 0 0,1 0 0 0 0,-2 0 1 0 0,1 0-1 0 0,0 1 0 0 0,0-1 0 0 0,-1 0 1 0 0,1 1-1 0 0,-1-1 0 0 0,0 1 0 0 0,0-1 0 0 0,0 1 1 0 0,0 0-1 0 0,0-1 0 0 0,0 1 0 0 0,-1 0 1 0 0,1 5-1 0 0,0 8 108 0 0,-1 0 0 0 0,0 0 0 0 0,-1 0 0 0 0,-4 19 0 0 0,0 15-51 0 0,6-35-796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0.5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124 97 3225 0 0,'2'-4'316'0'0,"0"0"0"0"0,0-1 1 0 0,0 1-1 0 0,0-1 0 0 0,-1 1 0 0 0,1-1 1 0 0,-1 0-1 0 0,0 1 0 0 0,-1-1 1 0 0,1 0-1 0 0,-1 0 0 0 0,0 0 0 0 0,0 1 1 0 0,-1-1-1 0 0,1 0 0 0 0,-1 0 1 0 0,-3-8-1 0 0,4 13-209 0 0,0 0 1 0 0,0-1-1 0 0,0 1 1 0 0,0 0-1 0 0,-1-1 1 0 0,1 1-1 0 0,0 0 1 0 0,0 0-1 0 0,-1-1 1 0 0,1 1-1 0 0,0 0 1 0 0,-1 0-1 0 0,1-1 1 0 0,0 1-1 0 0,-1 0 1 0 0,1 0-1 0 0,0 0 1 0 0,-1 0-1 0 0,1 0 1 0 0,0-1-1 0 0,-1 1 1 0 0,1 0-1 0 0,-1 0 1 0 0,1 0-1 0 0,0 0 1 0 0,-1 0-1 0 0,1 0 1 0 0,0 0-1 0 0,-1 0 1 0 0,1 0-1 0 0,-1 0 1 0 0,1 1-1 0 0,-1-1 1 0 0,-14 9 2039 0 0,-9 15 182 0 0,10-8-1434 0 0,-32 43 1085 0 0,43-55-1866 0 0,0 1 0 0 0,0-1 1 0 0,1 1-1 0 0,0 0 0 0 0,0 0 0 0 0,0 0 1 0 0,0 0-1 0 0,1 0 0 0 0,-1 0 0 0 0,0 10 1 0 0,3-13-108 0 0,-1 0 0 0 0,0-1 0 0 0,1 1 1 0 0,0-1-1 0 0,-1 1 0 0 0,1 0 1 0 0,0-1-1 0 0,0 1 0 0 0,-1-1 1 0 0,1 0-1 0 0,0 1 0 0 0,1-1 1 0 0,-1 0-1 0 0,0 0 0 0 0,0 0 1 0 0,0 1-1 0 0,1-1 0 0 0,-1 0 1 0 0,1-1-1 0 0,-1 1 0 0 0,1 0 0 0 0,-1 0 1 0 0,1-1-1 0 0,-1 1 0 0 0,3 0 1 0 0,47 12 97 0 0,-41-11-75 0 0,2 1-21 0 0,1 0 1 0 0,-1 0-1 0 0,0 1 0 0 0,-1 1 1 0 0,1 0-1 0 0,11 7 0 0 0,-21-11-5 0 0,0 0 0 0 0,1 1 1 0 0,-1-1-1 0 0,0 1 0 0 0,0 0 0 0 0,-1 0 0 0 0,1-1 0 0 0,0 1 0 0 0,-1 0 0 0 0,1 1 0 0 0,-1-1 0 0 0,1 0 0 0 0,-1 0 0 0 0,0 0 0 0 0,0 1 0 0 0,0-1 0 0 0,0 1 0 0 0,0-1 0 0 0,-1 1 0 0 0,1-1 0 0 0,-1 1 0 0 0,0-1 0 0 0,0 1 0 0 0,0 0 0 0 0,0-1 0 0 0,0 1 0 0 0,0-1 0 0 0,-1 1 0 0 0,1-1 0 0 0,-1 1 0 0 0,1-1 0 0 0,-1 1 0 0 0,0-1 1 0 0,0 1-1 0 0,0-1 0 0 0,-3 4 0 0 0,0-1-24 0 0,0 1-1 0 0,0 0 1 0 0,0-1 0 0 0,-1 0 0 0 0,0 0 0 0 0,0 0 0 0 0,0 0 0 0 0,-1-1 0 0 0,0 0-1 0 0,0 0 1 0 0,0 0 0 0 0,0-1 0 0 0,0 0 0 0 0,-1 0 0 0 0,1-1 0 0 0,-1 0 0 0 0,0 0 0 0 0,0 0-1 0 0,1-1 1 0 0,-1 0 0 0 0,0 0 0 0 0,0-1 0 0 0,-8 0 0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3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173 68 3225 0 0,'-8'-10'1427'0'0,"3"3"65"0"0,0 0 0 0 0,-1 0 0 0 0,0 1-1 0 0,0 0 1 0 0,0 0 0 0 0,-11-7 0 0 0,15 12-1234 0 0,1 0-1 0 0,-1 1 1 0 0,1-1 0 0 0,-1 0-1 0 0,0 1 1 0 0,1-1 0 0 0,-1 1 0 0 0,1 0-1 0 0,-1-1 1 0 0,0 1 0 0 0,1 0-1 0 0,-1 0 1 0 0,0 0 0 0 0,1 0 0 0 0,-1 1-1 0 0,-2-1 1 0 0,2 1-118 0 0,-1 0 0 0 0,1 0 0 0 0,0 1 0 0 0,0-1 0 0 0,-1 0 0 0 0,1 1 0 0 0,0 0 0 0 0,0-1 0 0 0,1 1 0 0 0,-1 0 0 0 0,0 0 0 0 0,1 0 1 0 0,-4 4-1 0 0,-2 7 7 0 0,0 0 0 0 0,0 1 0 0 0,2 0 1 0 0,-1 0-1 0 0,2 0 0 0 0,0 0 0 0 0,0 1 1 0 0,2 0-1 0 0,-2 18 0 0 0,2-4-149 0 0,1 0-1 0 0,2 0 1 0 0,7 53 0 0 0,-6-72-4 0 0,0 0 0 0 0,1 0 0 0 0,0 0 0 0 0,1-1 0 0 0,0 1 0 0 0,0-1 0 0 0,1 0 0 0 0,0 0 0 0 0,0 0 0 0 0,1-1 0 0 0,0 0 0 0 0,1 0 0 0 0,0 0 0 0 0,0-1 0 0 0,14 11 0 0 0,-15-14 4 0 0,0 0 0 0 0,0-1 0 0 0,0 1-1 0 0,0-2 1 0 0,1 1 0 0 0,-1-1 0 0 0,1 0 0 0 0,0 0-1 0 0,-1 0 1 0 0,1-1 0 0 0,0 0 0 0 0,0-1 0 0 0,0 1-1 0 0,0-1 1 0 0,0-1 0 0 0,0 1 0 0 0,-1-1-1 0 0,1-1 1 0 0,0 1 0 0 0,0-1 0 0 0,-1 0 0 0 0,1 0-1 0 0,-1-1 1 0 0,8-4 0 0 0,-5 2-3 0 0,0 0 0 0 0,-1-1-1 0 0,1 0 1 0 0,-1 0 0 0 0,0-1 0 0 0,-1 0 0 0 0,0 0 0 0 0,0-1-1 0 0,0 0 1 0 0,-1 0 0 0 0,0 0 0 0 0,-1-1 0 0 0,8-16 0 0 0,-10 17 23 0 0,0 0 0 0 0,0 0 0 0 0,-1 0 1 0 0,0 0-1 0 0,-1-1 0 0 0,0 1 0 0 0,0 0 0 0 0,-1-1 1 0 0,0 1-1 0 0,0-1 0 0 0,-1 1 0 0 0,0-1 0 0 0,0 1 1 0 0,-1 0-1 0 0,0-1 0 0 0,-7-14 0 0 0,4 10-85 0 0,-1 1 0 0 0,-1 0 0 0 0,0 0 0 0 0,0 0-1 0 0,-1 1 1 0 0,-1 0 0 0 0,0 0 0 0 0,0 1 0 0 0,-1 0-1 0 0,-1 1 1 0 0,1 0 0 0 0,-1 0 0 0 0,-1 1 0 0 0,0 1 0 0 0,0 0-1 0 0,0 1 1 0 0,-1 0 0 0 0,0 1 0 0 0,0 0 0 0 0,0 1-1 0 0,-1 0 1 0 0,1 2 0 0 0,-22-3 0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17972 0 0,'1'3'320'0'0,"1"1"1"0"0,-1-1-1 0 0,1 1 0 0 0,-1-1 1 0 0,1 1-1 0 0,0-1 1 0 0,4 4-1 0 0,5 12 543 0 0,7 30-324 0 0,-2 1 0 0 0,-3 0-1 0 0,14 98 1 0 0,9 41 329 0 0,-29-160-1420 0 0,-5-17-584 0 0,0-1 0 0 0,1 0 0 0 0,1 0-1 0 0,0-1 1 0 0,8 17 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4 181 5985 0 0,'-1'-3'234'0'0,"0"1"0"0"0,1 0 0 0 0,0-1 0 0 0,-1 1 1 0 0,1-1-1 0 0,0 1 0 0 0,0-1 0 0 0,0 1 0 0 0,0-1 0 0 0,1 1 0 0 0,-1-1 0 0 0,1 1 0 0 0,-1-1 0 0 0,1 1 0 0 0,0-1 0 0 0,0 1 0 0 0,1-3 0 0 0,22-41 3011 0 0,-20 39-2676 0 0,0 0 0 0 0,1 0 0 0 0,0 1 0 0 0,0 0 0 0 0,1 0 0 0 0,0 0 0 0 0,9-7 0 0 0,-9 9-607 0 0,0 0 0 0 0,0 0 0 0 0,0 1 0 0 0,1 0 0 0 0,7-3-1 0 0,3 1-6277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1 160 6449 0 0,'30'-23'5980'0'0,"34"-18"-5417"0"0,-30 21-770 0 0,63-38-3713 0 0,-72 40 2609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1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0 2304 0 0,'-2'1'411'0'0,"1"0"0"0"0,-1 0 0 0 0,0 0 0 0 0,0 0 0 0 0,1 0 0 0 0,-1 0 0 0 0,1 0 0 0 0,-1 1-1 0 0,1-1 1 0 0,-1 1 0 0 0,1-1 0 0 0,0 1 0 0 0,0-1 0 0 0,0 1 0 0 0,0 0 0 0 0,0-1-1 0 0,0 1 1 0 0,0 0 0 0 0,0 0 0 0 0,1 0 0 0 0,-1 0 0 0 0,1-1 0 0 0,-1 1 0 0 0,1 0-1 0 0,0 0 1 0 0,0 0 0 0 0,0 0 0 0 0,0 3 0 0 0,0 10 1069 0 0,0 0 0 0 0,4 23-1 0 0,-4-31-1086 0 0,2 11 121 0 0,25 174 2796 0 0,-19-152-4171 0 0,1-1-1 0 0,25 67 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3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1 231 6449 0 0,'0'-9'351'0'0,"0"0"0"0"0,1 0 0 0 0,0 0-1 0 0,1 0 1 0 0,0 0 0 0 0,0 0 0 0 0,1 0 0 0 0,0 0-1 0 0,0 1 1 0 0,1-1 0 0 0,1 1 0 0 0,-1 0-1 0 0,11-13 1 0 0,-9 12-116 0 0,0 1-1 0 0,1 0 1 0 0,0 0-1 0 0,1 0 1 0 0,0 1-1 0 0,0 0 0 0 0,0 1 1 0 0,1-1-1 0 0,0 2 1 0 0,0-1-1 0 0,18-6 1 0 0,-25 11-303 0 0,0 0 1 0 0,0 1-1 0 0,0-1 1 0 0,1 1 0 0 0,-1-1-1 0 0,0 1 1 0 0,0 0-1 0 0,1 0 1 0 0,-1 0 0 0 0,0 0-1 0 0,1 0 1 0 0,-1 0-1 0 0,0 1 1 0 0,0-1 0 0 0,1 1-1 0 0,-1-1 1 0 0,0 1-1 0 0,0 0 1 0 0,0 0 0 0 0,0 0-1 0 0,0 0 1 0 0,0 0-1 0 0,0 1 1 0 0,0-1 0 0 0,0 1-1 0 0,-1-1 1 0 0,1 1-1 0 0,-1 0 1 0 0,1-1 0 0 0,-1 1-1 0 0,1 0 1 0 0,-1 0-1 0 0,0 0 1 0 0,0 0-1 0 0,0 0 1 0 0,0 0 0 0 0,0 0-1 0 0,-1 1 1 0 0,1-1-1 0 0,-1 0 1 0 0,1 0 0 0 0,-1 1-1 0 0,0-1 1 0 0,0 0-1 0 0,0 4 1 0 0,-2 11 52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4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0 220 2304 0 0,'37'-13'6937'0'0,"43"-36"-2786"0"0,-2-6-3420 0 0,42-28-4759 0 0,-88 63 2503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150 14 3225 0 0,'0'0'68'0'0,"0"-1"1"0"0,0 1-1 0 0,0-1 1 0 0,-1 0-1 0 0,1 1 1 0 0,0-1-1 0 0,0 1 1 0 0,0-1-1 0 0,0 1 1 0 0,0-1-1 0 0,-1 1 1 0 0,1-1-1 0 0,0 1 1 0 0,-1-1-1 0 0,1 1 1 0 0,0-1-1 0 0,-1 1 1 0 0,1-1-1 0 0,0 1 1 0 0,-1-1 0 0 0,1 1-1 0 0,-1 0 1 0 0,1-1-1 0 0,-1 1 1 0 0,1 0-1 0 0,-1 0 1 0 0,1-1-1 0 0,-1 1 1 0 0,1 0-1 0 0,-1 0 1 0 0,1 0-1 0 0,-2-1 1 0 0,-25 3 2952 0 0,-25 17 2019 0 0,48-17-4802 0 0,0 0 0 0 0,0 0-1 0 0,1 0 1 0 0,-1 1 0 0 0,1-1 0 0 0,0 1 0 0 0,0 0 0 0 0,-1 0-1 0 0,2 0 1 0 0,-1 0 0 0 0,0 0 0 0 0,1 1 0 0 0,-1-1 0 0 0,1 1 0 0 0,0 0-1 0 0,0-1 1 0 0,1 1 0 0 0,-1 0 0 0 0,1 0 0 0 0,-2 7 0 0 0,3-6-160 0 0,0-1 0 0 0,0 0 0 0 0,0 1 1 0 0,0-1-1 0 0,1 0 0 0 0,0 0 0 0 0,0 1 1 0 0,0-1-1 0 0,0 0 0 0 0,1 0 1 0 0,0 0-1 0 0,0 0 0 0 0,0-1 0 0 0,0 1 1 0 0,0 0-1 0 0,1-1 0 0 0,-1 1 0 0 0,1-1 1 0 0,6 6-1 0 0,21 19 249 0 0,60 60 574 0 0,-81-77-834 0 0,0 1 0 0 0,0 0 0 0 0,-1 0 0 0 0,0 1 0 0 0,-1-1 1 0 0,7 20-1 0 0,-13-28-56 0 0,0 0 0 0 0,0 0 0 0 0,0-1 0 0 0,-1 1 0 0 0,1 0 0 0 0,-1 0 0 0 0,0 0 0 0 0,-1 0 0 0 0,1 0 0 0 0,-1 0 0 0 0,1 0 1 0 0,-1 0-1 0 0,0-1 0 0 0,-1 1 0 0 0,1 0 0 0 0,-1-1 0 0 0,1 1 0 0 0,-1-1 0 0 0,0 1 0 0 0,-1-1 0 0 0,1 0 0 0 0,0 0 0 0 0,-1 0 0 0 0,0 0 0 0 0,1 0 1 0 0,-1 0-1 0 0,0-1 0 0 0,-4 3 0 0 0,4-3-43 0 0,-1 0 0 0 0,1 1 0 0 0,0-1 0 0 0,-1 0 0 0 0,0-1-1 0 0,0 1 1 0 0,1-1 0 0 0,-1 1 0 0 0,0-1 0 0 0,0 0 0 0 0,0-1 0 0 0,0 1 0 0 0,0-1 0 0 0,0 1 0 0 0,-1-1 0 0 0,1-1 0 0 0,0 1 0 0 0,0 0 0 0 0,0-1 0 0 0,0 0 0 0 0,0 0 0 0 0,0 0 0 0 0,0 0 0 0 0,1-1 0 0 0,-1 0 0 0 0,-6-4 0 0 0,-2-4-1057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5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10138 0 0,'7'33'8015'0'0,"0"-8"-6440"0"0,-2 27 64 0 0,0 76 0 0 0,0 20-1499 0 0,-3-127-379 0 0,1 0-1 0 0,2 0 1 0 0,0 0 0 0 0,14 37 0 0 0,-12-42-5093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5.6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0 224 4145 0 0,'15'-12'435'0'0,"0"0"0"0"0,1 2 1 0 0,0 0-1 0 0,1 0 0 0 0,0 2 0 0 0,20-8 1 0 0,0-1-290 0 0,249-108-1917 0 0,-271 121 1563 0 0,-15 4 254 0 0,1 0 1 0 0,-1 0-1 0 0,0 0 1 0 0,0 0-1 0 0,0 1 1 0 0,0-1-1 0 0,0 0 1 0 0,1 0-1 0 0,-1 0 1 0 0,0 0-1 0 0,0 0 1 0 0,0 0 0 0 0,0 0-1 0 0,0 0 1 0 0,0 1-1 0 0,0-1 1 0 0,1 0-1 0 0,-1 0 1 0 0,0 0-1 0 0,0 0 1 0 0,0 0-1 0 0,0 0 1 0 0,0 1-1 0 0,0-1 1 0 0,0 0-1 0 0,0 0 1 0 0,0 0-1 0 0,0 0 1 0 0,0 1-1 0 0,0-1 1 0 0,0 0-1 0 0,0 0 1 0 0,0 0-1 0 0,0 0 1 0 0,0 0-1 0 0,0 1 1 0 0,0-1-1 0 0,0 0 1 0 0,0 0-1 0 0,0 0 1 0 0,0 0 0 0 0,0 0-1 0 0,0 1 1 0 0,-17 24 6386 0 0,6-9-3970 0 0,1 3-1034 0 0,0 0 0 0 0,2 0 0 0 0,-12 40 0 0 0,17-48-1298 0 0,1 0 0 0 0,0 0 0 0 0,0 1 0 0 0,2-1 0 0 0,-1 1 0 0 0,1-1 0 0 0,1 1 0 0 0,4 21 0 0 0,-5-32-136 0 0,0 0 1 0 0,0 0-1 0 0,0 0 1 0 0,0 0-1 0 0,0 0 1 0 0,1 0-1 0 0,-1 0 1 0 0,0 0-1 0 0,1 0 1 0 0,-1 0-1 0 0,0 0 1 0 0,1 0-1 0 0,-1-1 1 0 0,1 1-1 0 0,0 0 1 0 0,-1 0-1 0 0,1 0 1 0 0,0-1-1 0 0,-1 1 1 0 0,1 0-1 0 0,0-1 1 0 0,0 1-1 0 0,0-1 1 0 0,-1 1-1 0 0,1-1 1 0 0,0 1-1 0 0,0-1 1 0 0,1 1-1 0 0,0-1-38 0 0,-1-1-1 0 0,1 1 0 0 0,-1-1 1 0 0,1 1-1 0 0,-1-1 1 0 0,1 1-1 0 0,-1-1 1 0 0,0 0-1 0 0,1 0 1 0 0,-1 1-1 0 0,0-1 1 0 0,0 0-1 0 0,1 0 0 0 0,-1 0 1 0 0,2-3-1 0 0,3-4-184 0 0,1 0 1 0 0,-1-1-1 0 0,0 0 0 0 0,5-10 0 0 0,7-27-12 0 0,-13 31 595 0 0,1 0 0 0 0,13-22 0 0 0,-19 36-332 0 0,0 1-1 0 0,0-1 0 0 0,1 1 0 0 0,-1 0 0 0 0,0-1 0 0 0,0 1 0 0 0,0 0 0 0 0,1-1 1 0 0,-1 1-1 0 0,0 0 0 0 0,0 0 0 0 0,1-1 0 0 0,-1 1 0 0 0,0 0 0 0 0,1 0 1 0 0,-1-1-1 0 0,0 1 0 0 0,1 0 0 0 0,-1 0 0 0 0,0 0 0 0 0,1-1 0 0 0,-1 1 1 0 0,1 0-1 0 0,-1 0 0 0 0,0 0 0 0 0,1 0 0 0 0,-1 0 0 0 0,1 0 0 0 0,-1 0 1 0 0,0 0-1 0 0,1 0 0 0 0,7 11 354 0 0,2 23-99 0 0,-9-30-220 0 0,2 11-141 0 0,1 7 167 0 0,2 1 0 0 0,0-1 1 0 0,2 0-1 0 0,19 41 1 0 0,-24-58-253 0 0,-1-1 0 0 0,1 1 0 0 0,0-1 0 0 0,1 0 0 0 0,-1 0 0 0 0,1 0 0 0 0,-1 0 0 0 0,1-1 0 0 0,0 1 0 0 0,1-1 0 0 0,-1 0 0 0 0,0 0 0 0 0,1-1 0 0 0,0 1 0 0 0,0-1 0 0 0,-1 0 0 0 0,1 0 0 0 0,0-1 0 0 0,1 0 0 0 0,-1 1 0 0 0,0-2-1 0 0,0 1 1 0 0,0-1 0 0 0,1 1 0 0 0,-1-1 0 0 0,0-1 0 0 0,1 1 0 0 0,4-2 0 0 0,-4 1-255 0 0,1-1 0 0 0,-1 0 0 0 0,0 0 0 0 0,0 0 0 0 0,0-1 0 0 0,-1 0 0 0 0,1 0 0 0 0,5-5 0 0 0,21-14-278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5.9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 7370 0 0,'-1'7'6737'0'0,"6"13"-3312"0"0,12 32-1199 0 0,-11-37-1157 0 0,-4-10-898 0 0,54 154 2709 0 0,-32-97-3149 0 0,59 105 0 0 0,-79-161 265 0 0,12 25-1761 0 0,-16-30 1449 0 0,1 1 0 0 0,0 0 0 0 0,-1-1 0 0 0,1 1 0 0 0,-1 0 0 0 0,0 0 0 0 0,1 0 0 0 0,-1-1 0 0 0,0 1-1 0 0,0 0 1 0 0,0 0 0 0 0,0 0 0 0 0,-1-1 0 0 0,1 1 0 0 0,-1 3 0 0 0,-6 5-1859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6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2 150 5009 0 0,'0'0'12'0'0,"0"0"-1"0"0,0 0 1 0 0,0 0-1 0 0,0 0 1 0 0,-1 0 0 0 0,1-1-1 0 0,0 1 1 0 0,0 0-1 0 0,0 0 1 0 0,0 0 0 0 0,0 0-1 0 0,0 0 1 0 0,0-1-1 0 0,0 1 1 0 0,0 0-1 0 0,0 0 1 0 0,0 0 0 0 0,0 0-1 0 0,0-1 1 0 0,0 1-1 0 0,0 0 1 0 0,0 0 0 0 0,0 0-1 0 0,0 0 1 0 0,0-1-1 0 0,0 1 1 0 0,0 0 0 0 0,0 0-1 0 0,0 0 1 0 0,0 0-1 0 0,0 0 1 0 0,0-1 0 0 0,0 1-1 0 0,0 0 1 0 0,0 0-1 0 0,0 0 1 0 0,0 0-1 0 0,1 0 1 0 0,-1-1 0 0 0,0 1-1 0 0,0 0 1 0 0,0 0-1 0 0,0 0 1 0 0,0 0 0 0 0,0 0-1 0 0,1 0 1 0 0,-1 0-1 0 0,0 0 1 0 0,0 0 0 0 0,0 0-1 0 0,0-1 1 0 0,1 1-1 0 0,-1 0 1 0 0,16-11 2158 0 0,19-9 2221 0 0,-8 4-1236 0 0,28-22 0 0 0,-22 16-3433 0 0,1 0-4198 0 0,-10 8-1418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6.4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0 10138 0 0,'-2'2'146'0'0,"1"-1"0"0"0,-1 0 0 0 0,0 1 0 0 0,0 0 0 0 0,1-1 0 0 0,-1 1 0 0 0,1 0 0 0 0,-1 0 0 0 0,1 0 0 0 0,0 0 0 0 0,0 0 0 0 0,0 0 0 0 0,0 0 0 0 0,0 0 0 0 0,0 1 0 0 0,1-1 0 0 0,-1 0 0 0 0,1 0 0 0 0,-1 1 0 0 0,1-1 0 0 0,0 0 0 0 0,0 1 0 0 0,0-1 0 0 0,0 0 0 0 0,1 1 0 0 0,-1-1 0 0 0,0 0 0 0 0,1 0 0 0 0,1 4 0 0 0,-1-2 179 0 0,0 1 1 0 0,0-1 0 0 0,0 0 0 0 0,1 0-1 0 0,-1 0 1 0 0,1 0 0 0 0,0-1-1 0 0,0 1 1 0 0,1 0 0 0 0,-1-1 0 0 0,1 1-1 0 0,0-1 1 0 0,0 0 0 0 0,0 0-1 0 0,0 0 1 0 0,0 0 0 0 0,1-1-1 0 0,4 4 1 0 0,-5-5-242 0 0,-1 0 0 0 0,1 0 0 0 0,0 0 0 0 0,-1 0 0 0 0,1 0 0 0 0,0-1 0 0 0,0 1 0 0 0,-1-1 0 0 0,1 0 0 0 0,0 0 0 0 0,0 0 0 0 0,0 0 0 0 0,-1 0 0 0 0,1-1 0 0 0,0 1-1 0 0,0-1 1 0 0,-1 0 0 0 0,1 0 0 0 0,0 0 0 0 0,-1 0 0 0 0,1 0 0 0 0,-1 0 0 0 0,1-1 0 0 0,-1 1 0 0 0,0-1 0 0 0,1 0 0 0 0,-1 0 0 0 0,4-4 0 0 0,10-14 41 0 0,-13 16-112 0 0,0 0 0 0 0,0 0 0 0 0,0 0 0 0 0,0 0 0 0 0,1 1 0 0 0,0 0 0 0 0,-1-1 1 0 0,6-1-1 0 0,-9 4-12 0 0,0 1-1 0 0,0 0 1 0 0,0 0 0 0 0,0 0 0 0 0,0 0 0 0 0,0 0 0 0 0,0 0 0 0 0,1 0 0 0 0,-1 0-1 0 0,0 0 1 0 0,0 0 0 0 0,0 0 0 0 0,0 0 0 0 0,0 0 0 0 0,0 0 0 0 0,0 0 0 0 0,1 0-1 0 0,-1 0 1 0 0,0 0 0 0 0,0 0 0 0 0,0 0 0 0 0,0 0 0 0 0,0 0 0 0 0,0 0 0 0 0,0 0 0 0 0,1 1-1 0 0,-1-1 1 0 0,0 0 0 0 0,0 0 0 0 0,0 0 0 0 0,0 0 0 0 0,0 0 0 0 0,0 0 0 0 0,0 0-1 0 0,0 0 1 0 0,0 0 0 0 0,0 0 0 0 0,0 1 0 0 0,0-1 0 0 0,1 0 0 0 0,-1 0 0 0 0,0 0-1 0 0,0 0 1 0 0,0 0 0 0 0,0 0 0 0 0,0 0 0 0 0,0 1 0 0 0,0-1 0 0 0,0 0 0 0 0,0 0-1 0 0,0 0 1 0 0,0 0 0 0 0,0 0 0 0 0,-1 12 65 0 0,-5 10 90 0 0,4-18-150 0 0,-3 6 49 0 0,1 1 0 0 0,1-1-1 0 0,-1 1 1 0 0,2 0 0 0 0,-1 0 0 0 0,0 12 0 0 0,3-21-42 0 0,0 0 0 0 0,0 0 0 0 0,1 0 0 0 0,-1 0 0 0 0,0 0 0 0 0,1 0 1 0 0,-1 0-1 0 0,1 0 0 0 0,0 0 0 0 0,-1-1 0 0 0,1 1 0 0 0,0 0 1 0 0,0 0-1 0 0,0-1 0 0 0,0 1 0 0 0,3 2 0 0 0,-2-2-7 0 0,1 0 1 0 0,-1-1-1 0 0,0 1 0 0 0,1-1 0 0 0,-1 0 0 0 0,1 0 1 0 0,0 0-1 0 0,-1 0 0 0 0,1 0 0 0 0,0-1 0 0 0,0 1 0 0 0,-1-1 1 0 0,1 0-1 0 0,0 0 0 0 0,4 0 0 0 0,2 0-165 0 0,0-2-1 0 0,0 1 1 0 0,0-1-1 0 0,0 0 0 0 0,-1-1 1 0 0,1 1-1 0 0,-1-2 1 0 0,1 1-1 0 0,-1-2 1 0 0,0 1-1 0 0,-1-1 1 0 0,1 0-1 0 0,7-7 0 0 0,6-5-7792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7.1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0 357 1376 0 0,'9'-12'9590'0'0,"22"-19"-8233"0"0,2 0-188 0 0,-21 17-860 0 0,0 1-1 0 0,-1-2 1 0 0,-1 1-1 0 0,0-1 1 0 0,-1-1 0 0 0,9-21-1 0 0,-15 30-430 0 0,0 1 1 0 0,-1-1-1 0 0,0 1 1 0 0,0-1-1 0 0,-1 0 0 0 0,1 0 1 0 0,-1 0-1 0 0,-1 0 1 0 0,0 0-1 0 0,0 1 1 0 0,0-1-1 0 0,-1 0 0 0 0,0 0 1 0 0,0 0-1 0 0,0 0 1 0 0,-1 0-1 0 0,0 1 0 0 0,-1-1 1 0 0,-3-7-1 0 0,6 13 104 0 0,-1 0 0 0 0,1 0-1 0 0,-1 0 1 0 0,1 0 0 0 0,-1 1 0 0 0,1-1-1 0 0,-1 0 1 0 0,0 0 0 0 0,1 0 0 0 0,-1 1-1 0 0,0-1 1 0 0,0 0 0 0 0,1 1 0 0 0,-1-1 0 0 0,0 1-1 0 0,0-1 1 0 0,0 1 0 0 0,0-1 0 0 0,0 1-1 0 0,0 0 1 0 0,0-1 0 0 0,0 1 0 0 0,0 0-1 0 0,0 0 1 0 0,0 0 0 0 0,-1 0 0 0 0,1 0 29 0 0,-1 1 0 0 0,1-1 0 0 0,-1 1 0 0 0,1 0-1 0 0,0-1 1 0 0,-1 1 0 0 0,1 0 0 0 0,0 0 0 0 0,-1 0 0 0 0,1 0 0 0 0,0 0 0 0 0,0 0 0 0 0,0 0 0 0 0,-2 3 0 0 0,-3 5 194 0 0,0 0-1 0 0,1 1 1 0 0,-7 15-1 0 0,11-23-184 0 0,-7 18 422 0 0,0 0 1 0 0,1 0 0 0 0,1 1 0 0 0,1 0 0 0 0,-3 36 0 0 0,7-50-228 0 0,0-1 0 0 0,1 1 1 0 0,0-1-1 0 0,0 1 1 0 0,1-1-1 0 0,0 1 1 0 0,0-1-1 0 0,0 1 0 0 0,1-1 1 0 0,0 0-1 0 0,0 0 1 0 0,1 0-1 0 0,-1 0 0 0 0,1 0 1 0 0,1-1-1 0 0,-1 1 1 0 0,1-1-1 0 0,0 0 1 0 0,0 0-1 0 0,0 0 0 0 0,1 0 1 0 0,0-1-1 0 0,5 5 1 0 0,-5-7-194 0 0,-1 0 1 0 0,1 1-1 0 0,-1-2 1 0 0,1 1 0 0 0,0-1-1 0 0,0 1 1 0 0,-1-1 0 0 0,1 0-1 0 0,0-1 1 0 0,0 1 0 0 0,0-1-1 0 0,0 0 1 0 0,0-1-1 0 0,9-1 1 0 0,0 0-558 0 0,1-2 0 0 0,-1 0 0 0 0,23-10 0 0 0,7-6-6586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1.6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33 195 456 0 0,'-33'-8'11371'0'0,"38"21"-9163"0"0,-3-10-2079 0 0,-1-1-1 0 0,1 0 1 0 0,-1 0-1 0 0,1 0 1 0 0,0-1-1 0 0,0 1 1 0 0,-1 0-1 0 0,1-1 1 0 0,0 1-1 0 0,1-1 1 0 0,-1 1-1 0 0,0-1 1 0 0,0 0-1 0 0,1 0 1 0 0,-1 0-1 0 0,0 0 1 0 0,1-1-1 0 0,-1 1 1 0 0,5 0-1 0 0,4 1 552 0 0,1-1 0 0 0,22-1-1 0 0,-19-1-112 0 0,273-22 1161 0 0,-130 6-1332 0 0,116 8 282 0 0,-23-5-152 0 0,-77 2-372 0 0,-136 10-132 0 0,169-13 300 0 0,-100 5-226 0 0,129 5 1 0 0,-201 5-87 0 0,179-14 171 0 0,-45 0-37 0 0,65-2-101 0 0,132-2 42 0 0,-293 17 1 0 0,114-17 1 0 0,46-2 60 0 0,4 10 64 0 0,-214 8-206 0 0,-7 2-5 0 0,-13 1-1 0 0,0-1 0 0 0,0 0 0 0 0,1 0 1 0 0,-1 0-1 0 0,0 0 0 0 0,0 0 1 0 0,0-1-1 0 0,0 1 0 0 0,0-1 0 0 0,0 0 1 0 0,0 0-1 0 0,0 0 0 0 0,3-2 1 0 0,-5 2-355 0 0,0-2 953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2.3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 36 5065 0 0,'-85'-36'12725'0'0,"117"54"-8243"0"0,7 4-4805 0 0,22 3 323 0 0,132 67 242 0 0,-191-91-235 0 0,0 0 0 0 0,1 0-1 0 0,-1 0 1 0 0,0 0 0 0 0,0 1-1 0 0,-1-1 1 0 0,1 1-1 0 0,0-1 1 0 0,0 1 0 0 0,-1-1-1 0 0,1 1 1 0 0,-1 0 0 0 0,1 0-1 0 0,-1 0 1 0 0,0 0-1 0 0,0 0 1 0 0,0 0 0 0 0,0 0-1 0 0,0 1 1 0 0,0-1 0 0 0,-1 0-1 0 0,1 0 1 0 0,-1 1 0 0 0,1-1-1 0 0,-1 0 1 0 0,0 1-1 0 0,0 2 1 0 0,-2 2 64 0 0,0 0 0 0 0,-1 0 0 0 0,1 0 0 0 0,-2 0 0 0 0,1-1 0 0 0,-1 0 0 0 0,-6 9 0 0 0,10-14-54 0 0,-20 27 146 0 0,-2-1 0 0 0,-1-1-1 0 0,-35 32 1 0 0,-37 42 317 0 0,76-75-449 0 0,10-13-161 0 0,0 0 0 0 0,-1 0-1 0 0,-1-1 1 0 0,-15 13 0 0 0,24-22-402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3.1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1522 1 6913 0 0,'-8'3'5794'0'0,"-14"8"-1704"0"0,-43 23-1427 0 0,15 1-1976 0 0,1 2-1 0 0,2 3 1 0 0,2 1-1 0 0,-67 80 1 0 0,42-39-541 0 0,-190 207 49 0 0,19-10-183 0 0,25 20-13 0 0,204-282 1 0 0,-54 80 207 0 0,5 4 0 0 0,4 2 0 0 0,-44 111 0 0 0,92-189-290 0 0,8-19-169 0 0,-1 0 1 0 0,-1 1-1 0 0,1-1 0 0 0,-1 0 0 0 0,0 0 1 0 0,-1-1-1 0 0,1 1 0 0 0,-7 7 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3.6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45 101 2304 0 0,'-5'-5'503'0'0,"1"0"0"0"0,-1-1 0 0 0,1 1 0 0 0,1-1 0 0 0,-1 0 0 0 0,1 0-1 0 0,-5-11 1 0 0,6 11 1288 0 0,1 1 0 0 0,-1 0 0 0 0,1-1-1 0 0,0 1 1 0 0,1-1 0 0 0,-1-5 0 0 0,2 38-680 0 0,1 0 0 0 0,2 0 0 0 0,10 38 0 0 0,29 81-1701 0 0,-36-122 897 0 0,-4-15-288 0 0,1 1 1 0 0,-1-1 0 0 0,2 0 0 0 0,-1 0-1 0 0,1-1 1 0 0,0 0 0 0 0,1 1 0 0 0,0-2 0 0 0,0 1-1 0 0,1-1 1 0 0,0 0 0 0 0,14 11 0 0 0,-14-13 23 0 0,0-1 1 0 0,0 0 0 0 0,0 0 0 0 0,1-1 0 0 0,-1 0-1 0 0,1-1 1 0 0,0 0 0 0 0,0 0 0 0 0,0 0-1 0 0,0-1 1 0 0,0 0 0 0 0,0-1 0 0 0,0 1 0 0 0,0-2-1 0 0,16-1 1 0 0,-5-2 55 0 0,0-1-1 0 0,0 0 1 0 0,-1-1-1 0 0,0-1 1 0 0,0-1-1 0 0,30-18 1 0 0,94-73-113 0 0,-111 76-191 0 0,-24 17-964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31.6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21 4897 0 0,'2'1'187'0'0,"6"-5"-429"0"0,11-11-343 0 0,-19 13 329 0 0,0 1 168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4.8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3894 1840 0 0,'-9'29'2632'0'0,"16"-2"7459"0"0,-9-25-10481 0 0,-15 11 2243 0 0,12-16-243 0 0,8-12-1086 0 0,-2 11-413 0 0,0 0 0 0 0,-1 0 0 0 0,0 0 0 0 0,0 1 1 0 0,0-1-1 0 0,0 0 0 0 0,0 0 0 0 0,-1 1 0 0 0,-1-6 0 0 0,1 5-18 0 0,0-1-1 0 0,1 0 0 0 0,-1 1 1 0 0,1-1-1 0 0,0 0 0 0 0,0-5 1 0 0,137-518 2338 0 0,-116 446-2273 0 0,18-155 0 0 0,-22 116 38 0 0,-3 15-101 0 0,-7 43-87 0 0,21-83 1 0 0,121-331-81 0 0,-130 430 92 0 0,30-55-1 0 0,3-5 6 0 0,-7 11-25 0 0,5 2 0 0 0,3 2 0 0 0,5 3 0 0 0,81-97 0 0 0,-101 139 0 0 0,2 1 0 0 0,1 2 0 0 0,3 3 0 0 0,1 1 0 0 0,87-58 0 0 0,-80 62-21 0 0,-2-2-1 0 0,61-61 1 0 0,-82 75 13 0 0,0 0 0 0 0,1 2 0 0 0,48-26 1 0 0,106-45-26 0 0,-179 91 33 0 0,189-94 0 0 0,-123 64 0 0 0,2 3 0 0 0,0 3 0 0 0,79-17 0 0 0,3-8 0 0 0,2-1 0 0 0,-66 30 0 0 0,170-48 0 0 0,-190 52-13 0 0,0 2-1 0 0,0 4 1 0 0,87-4-1 0 0,-27 4 4 0 0,62-18 10 0 0,60-5 0 0 0,-139 28-18 0 0,61-5-90 0 0,-131 2-4244 0 0,-38 9 2965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6.2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19 398 456 0 0,'-3'-4'893'0'0,"0"-1"-1"0"0,1 0 0 0 0,0 0 1 0 0,0 0-1 0 0,1 0 1 0 0,-1 0-1 0 0,0-8 0 0 0,1 10-253 0 0,1 1 0 0 0,0-1-1 0 0,0 1 1 0 0,0-1 0 0 0,0 1-1 0 0,0-1 1 0 0,0 1 0 0 0,1 0-1 0 0,-1-1 1 0 0,1 1 0 0 0,1-3-1 0 0,-2 4-599 0 0,0 0 0 0 0,1 1 0 0 0,-1-1 0 0 0,0 1 0 0 0,1-1 0 0 0,-1 0 0 0 0,0 1 0 0 0,1-1 0 0 0,-1 1 0 0 0,1-1 0 0 0,-1 1 0 0 0,1-1 0 0 0,-1 1 0 0 0,1-1 0 0 0,0 1 0 0 0,-1 0 0 0 0,1-1 0 0 0,-1 1 0 0 0,1 0 0 0 0,0-1 0 0 0,-1 1 0 0 0,1 0 0 0 0,0 0 0 0 0,-1 0-1 0 0,1-1 1 0 0,0 1 0 0 0,0 0 0 0 0,-1 0 0 0 0,1 0 0 0 0,1 1 0 0 0,0-1 151 0 0,0 1 0 0 0,0 0 0 0 0,0 0 1 0 0,-1 0-1 0 0,1 0 0 0 0,0 0 0 0 0,-1 0 0 0 0,1 0 0 0 0,0 0 0 0 0,2 4 0 0 0,27 37 2673 0 0,-16-18-2893 0 0,0-1 0 0 0,2 0 0 0 0,1-1 0 0 0,29 28 1 0 0,-41-44 23 0 0,0 0 0 0 0,0-1 1 0 0,0 0-1 0 0,1 0 0 0 0,0-1 1 0 0,0 0-1 0 0,0 0 0 0 0,0-1 1 0 0,1 0-1 0 0,-1 0 0 0 0,1 0 1 0 0,0-1-1 0 0,0-1 0 0 0,0 1 1 0 0,0-1-1 0 0,0 0 0 0 0,0-1 1 0 0,0 0-1 0 0,0 0 0 0 0,9-2 1 0 0,-12 0 57 0 0,1 0 1 0 0,-2 0-1 0 0,1 0 0 0 0,0-1 1 0 0,0 1-1 0 0,-1-1 1 0 0,1 0-1 0 0,-1-1 1 0 0,0 1-1 0 0,0-1 1 0 0,0 0-1 0 0,-1 0 1 0 0,1 0-1 0 0,-1 0 1 0 0,0-1-1 0 0,0 1 1 0 0,0-1-1 0 0,-1 0 1 0 0,0 0-1 0 0,0 0 1 0 0,0 0-1 0 0,1-7 1 0 0,4-14 63 0 0,-1 0 0 0 0,-1 0 0 0 0,2-30 1 0 0,-7 49-105 0 0,6-148 272 0 0,0 2-1254 0 0,-5 141-130 0 0,2 4-307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7.3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166 76 4249 0 0,'-3'-8'917'0'0,"0"0"0"0"0,0 1 0 0 0,-1-1-1 0 0,0 1 1 0 0,0-1 0 0 0,-6-7 0 0 0,9 14-768 0 0,0 0 1 0 0,0 0-1 0 0,0 0 0 0 0,0 0 1 0 0,0 0-1 0 0,0 0 0 0 0,0 0 1 0 0,0 0-1 0 0,0 0 0 0 0,-1 0 1 0 0,1 1-1 0 0,0-1 0 0 0,-1 1 0 0 0,1-1 1 0 0,0 1-1 0 0,-1-1 0 0 0,1 1 1 0 0,-1 0-1 0 0,1 0 0 0 0,0-1 1 0 0,-1 1-1 0 0,1 0 0 0 0,-1 0 1 0 0,1 1-1 0 0,-1-1 0 0 0,1 0 1 0 0,-1 0-1 0 0,1 1 0 0 0,0-1 1 0 0,-1 1-1 0 0,1-1 0 0 0,0 1 1 0 0,-1-1-1 0 0,1 1 0 0 0,0 0 1 0 0,0 0-1 0 0,0 0 0 0 0,-1 0 0 0 0,1-1 1 0 0,0 2-1 0 0,0-1 0 0 0,0 0 1 0 0,1 0-1 0 0,-2 2 0 0 0,-8 10 42 0 0,1 0-1 0 0,0 1 0 0 0,1 0 0 0 0,1 1 0 0 0,0 0 0 0 0,1 0 0 0 0,1 0 1 0 0,0 1-1 0 0,1-1 0 0 0,1 1 0 0 0,-2 23 0 0 0,5-32-206 0 0,0 1 0 0 0,0 0 0 0 0,1-1-1 0 0,0 1 1 0 0,1-1 0 0 0,0 1 0 0 0,0-1-1 0 0,0 0 1 0 0,1 0 0 0 0,0 0 0 0 0,1 0-1 0 0,-1 0 1 0 0,1-1 0 0 0,6 8 0 0 0,-7-10 2 0 0,0 0 0 0 0,1 0 0 0 0,-1 0 1 0 0,1 0-1 0 0,0 0 0 0 0,0-1 0 0 0,0 0 0 0 0,1 0 1 0 0,-1 0-1 0 0,1 0 0 0 0,0-1 0 0 0,0 1 1 0 0,0-1-1 0 0,0-1 0 0 0,0 1 0 0 0,0-1 0 0 0,0 0 1 0 0,1 0-1 0 0,-1 0 0 0 0,0-1 0 0 0,6 1 0 0 0,-8-2-16 0 0,0 1-1 0 0,0-1 1 0 0,0 0 0 0 0,0 0-1 0 0,-1 0 1 0 0,1 0-1 0 0,0-1 1 0 0,-1 1-1 0 0,1-1 1 0 0,-1 1-1 0 0,1-1 1 0 0,-1 0-1 0 0,0 0 1 0 0,2-2-1 0 0,-3 3 46 0 0,0 0 0 0 0,0 0 0 0 0,0 0-1 0 0,0 0 1 0 0,-1 0 0 0 0,1 0-1 0 0,-1 0 1 0 0,1 0 0 0 0,0 0-1 0 0,-1 0 1 0 0,0 0 0 0 0,1-1-1 0 0,-1 1 1 0 0,0 0 0 0 0,0 0 0 0 0,1 0-1 0 0,-1 0 1 0 0,0-1 0 0 0,0 1-1 0 0,0 0 1 0 0,0 0 0 0 0,-1-1-1 0 0,1 1 1 0 0,0 0 0 0 0,0 0-1 0 0,-1 0 1 0 0,1 0 0 0 0,-1-1 0 0 0,1 1-1 0 0,-1 0 1 0 0,1 0 0 0 0,-1 0-1 0 0,0 0 1 0 0,0 0 0 0 0,1 0-1 0 0,-2-1 1 0 0,1 2-4 0 0,1 0-38 0 0,0 0-1 0 0,0-1 1 0 0,0 1 0 0 0,0 0-1 0 0,0 0 1 0 0,0 0 0 0 0,0 0-1 0 0,0 0 1 0 0,0-1 0 0 0,0 1-1 0 0,0 0 1 0 0,-1 0-1 0 0,1 0 1 0 0,0 0 0 0 0,1-1-1 0 0,-1 1 1 0 0,0 0 0 0 0,0 0-1 0 0,0 0 1 0 0,0 0 0 0 0,0-1-1 0 0,0 1 1 0 0,0 0 0 0 0,0 0-1 0 0,0 0 1 0 0,0 0-1 0 0,0-1 1 0 0,0 1 0 0 0,0 0-1 0 0,0 0 1 0 0,1 0 0 0 0,-1 0-1 0 0,0 0 1 0 0,0 0 0 0 0,0 0-1 0 0,0-1 1 0 0,0 1-1 0 0,0 0 1 0 0,1 0 0 0 0,-1 0-1 0 0,0 0 1 0 0,0 0 0 0 0,0 0-1 0 0,0 0 1 0 0,1 0 0 0 0,-1 0-1 0 0,0 0 1 0 0,0 0 0 0 0,0 0-1 0 0,0 0 1 0 0,1 0-1 0 0,-1 0 1 0 0,4-3 33 0 0,30-26-55 0 0,-32 28 45 0 0,0 0 0 0 0,-1-1 0 0 0,1 1 1 0 0,-1-1-1 0 0,1 1 0 0 0,-1-1 1 0 0,0 0-1 0 0,0 0 0 0 0,1 0 0 0 0,-1 0 1 0 0,-1 0-1 0 0,1 0 0 0 0,0 0 0 0 0,0 0 1 0 0,-1 0-1 0 0,1 0 0 0 0,0-4 0 0 0,-2 6-5 0 0,1-1 0 0 0,-1 0 0 0 0,1 0 0 0 0,-1 0-1 0 0,1 0 1 0 0,-1 0 0 0 0,1 1 0 0 0,-1-1 0 0 0,0 0-1 0 0,1 0 1 0 0,-1 1 0 0 0,0-1 0 0 0,1 1-1 0 0,-1-1 1 0 0,0 0 0 0 0,0 1 0 0 0,0 0 0 0 0,0-1-1 0 0,0 1 1 0 0,0-1 0 0 0,1 1 0 0 0,-1 0 0 0 0,0 0-1 0 0,0-1 1 0 0,0 1 0 0 0,0 0 0 0 0,0 0-1 0 0,0 0 1 0 0,0 0 0 0 0,0 0 0 0 0,0 0 0 0 0,0 1-1 0 0,0-1 1 0 0,-2 1 0 0 0,-14-3-102 0 0,42-15 738 0 0,5-1-348 0 0,-18 9-149 0 0,1 1 0 0 0,0 0 0 0 0,1 1 0 0 0,0 1 0 0 0,0 0 0 0 0,0 1 0 0 0,1 0 0 0 0,24-4 0 0 0,-36 9-95 0 0,-1 0-1 0 0,0 0 0 0 0,0 1 1 0 0,0-1-1 0 0,1 1 0 0 0,-1 0 1 0 0,0 0-1 0 0,0-1 0 0 0,0 1 1 0 0,0 1-1 0 0,0-1 0 0 0,0 0 1 0 0,-1 0-1 0 0,1 1 0 0 0,0-1 1 0 0,-1 1-1 0 0,1-1 0 0 0,-1 1 1 0 0,1 0-1 0 0,-1-1 0 0 0,0 1 1 0 0,0 0-1 0 0,1 0 0 0 0,-1 0 1 0 0,-1 0-1 0 0,1 0 0 0 0,0 0 1 0 0,0 1-1 0 0,-1-1 0 0 0,1 0 1 0 0,-1 3-1 0 0,3 10 127 0 0,0 0 0 0 0,-2 1 0 0 0,1 19-1 0 0,-2-28-118 0 0,-1 41 80 0 0,0-33-743 0 0,1 0 0 0 0,0 0 0 0 0,1 0 0 0 0,5 21 1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7.6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106 57 4145 0 0,'1'-3'-231'0'0,"10"-37"3493"0"0,-11 39-3115 0 0,0 1 1 0 0,0-1-1 0 0,0 1 0 0 0,0-1 0 0 0,0 0 1 0 0,0 1-1 0 0,0-1 0 0 0,0 1 0 0 0,0-1 0 0 0,-1 1 1 0 0,1-1-1 0 0,0 1 0 0 0,0-1 0 0 0,0 1 1 0 0,-1-1-1 0 0,1 1 0 0 0,0-1 0 0 0,0 1 1 0 0,-1-1-1 0 0,1 1 0 0 0,-1 0 0 0 0,1-1 1 0 0,0 1-1 0 0,-2-1 0 0 0,1 1 45 0 0,0-1-1 0 0,0 1 1 0 0,0 0 0 0 0,0 0-1 0 0,-1 0 1 0 0,1 0 0 0 0,0 0-1 0 0,0 0 1 0 0,0 1 0 0 0,0-1-1 0 0,-1 0 1 0 0,1 1 0 0 0,0-1-1 0 0,0 1 1 0 0,0-1 0 0 0,0 1-1 0 0,-1 0 1 0 0,-6 3 141 0 0,1 1 1 0 0,0 0-1 0 0,1 0 1 0 0,-1 1-1 0 0,1-1 0 0 0,0 1 1 0 0,0 1-1 0 0,1-1 1 0 0,0 1-1 0 0,0 0 1 0 0,0 0-1 0 0,1 1 0 0 0,0-1 1 0 0,-4 14-1 0 0,7-20-316 0 0,1 0 1 0 0,0 1-1 0 0,0-1 1 0 0,0 0-1 0 0,0 0 0 0 0,0 0 1 0 0,0 0-1 0 0,0 0 0 0 0,0 0 1 0 0,1 1-1 0 0,-1-1 0 0 0,0 0 1 0 0,1 0-1 0 0,-1 0 1 0 0,0 0-1 0 0,1 0 0 0 0,0 0 1 0 0,-1 0-1 0 0,1 0 0 0 0,-1 0 1 0 0,1 0-1 0 0,0-1 0 0 0,0 1 1 0 0,0 0-1 0 0,-1 0 0 0 0,1-1 1 0 0,0 1-1 0 0,0 0 1 0 0,0-1-1 0 0,0 1 0 0 0,0-1 1 0 0,0 1-1 0 0,0-1 0 0 0,0 0 1 0 0,0 1-1 0 0,1-1 0 0 0,-1 0 1 0 0,0 0-1 0 0,0 0 0 0 0,1 1 1 0 0,9 0 23 0 0,0 1 0 0 0,-1-1 0 0 0,15-1 0 0 0,-13 0 62 0 0,16 1-68 0 0,39 6 0 0 0,-60-6-23 0 0,0 1 0 0 0,1 0 0 0 0,-1 0 0 0 0,0 0 1 0 0,0 1-1 0 0,0 0 0 0 0,-1 0 0 0 0,1 1 0 0 0,-1 0 0 0 0,10 7 0 0 0,-15-10 1 0 0,1 1-1 0 0,-1-1 1 0 0,0 1 0 0 0,0-1 0 0 0,1 1 0 0 0,-1-1-1 0 0,0 1 1 0 0,0 0 0 0 0,-1 0 0 0 0,1-1 0 0 0,0 1 0 0 0,-1 0-1 0 0,1 0 1 0 0,-1 0 0 0 0,1 0 0 0 0,-1 0 0 0 0,0 0 0 0 0,0 0-1 0 0,0 2 1 0 0,-1 0 7 0 0,1 0-1 0 0,-1 0 0 0 0,0 0 1 0 0,0 0-1 0 0,-1 0 1 0 0,1-1-1 0 0,-1 1 1 0 0,-4 6-1 0 0,-2 1-39 0 0,0 0-1 0 0,-1-1 1 0 0,0 0-1 0 0,-17 14 1 0 0,7-9-787 0 0,0 0-1 0 0,-1-2 1 0 0,-26 14-1 0 0,30-20-730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7.8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57 1376 0 0,'8'-11'3753'0'0,"-4"5"-1360"0"0,0-1 1 0 0,1 1-1 0 0,-1 1 0 0 0,9-8 0 0 0,6 4-407 0 0,-18 9-2217 0 0,0 0 1 0 0,0 0-1 0 0,0 0 1 0 0,0 1-1 0 0,1-1 1 0 0,-1 0-1 0 0,0 0 1 0 0,0 1 0 0 0,0-1-1 0 0,0 1 1 0 0,0-1-1 0 0,0 1 1 0 0,0-1-1 0 0,-1 1 1 0 0,1 0-1 0 0,0-1 1 0 0,0 1-1 0 0,1 1 1 0 0,8 18-5541 0 0,-2 16 4418 0 0,-8-28 1353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8.0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53 1376 0 0,'0'31'13545'0'0,"17"-41"-13912"0"0,12-10-1686 0 0,41-21 0 0 0,-48 29 1943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8.3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65 10138 0 0,'0'-4'473'0'0,"0"0"1"0"0,0 0-1 0 0,0 0 0 0 0,1 1 1 0 0,0-1-1 0 0,0 0 0 0 0,0 0 0 0 0,0 1 1 0 0,3-6-1 0 0,-4 7-288 0 0,1 1-1 0 0,-1 0 1 0 0,0 0 0 0 0,1 0-1 0 0,-1 0 1 0 0,1 0 0 0 0,0 0 0 0 0,-1 0-1 0 0,1 0 1 0 0,0 0 0 0 0,-1 0-1 0 0,1 0 1 0 0,0 0 0 0 0,0 1-1 0 0,0-1 1 0 0,0 0 0 0 0,0 0-1 0 0,0 1 1 0 0,0-1 0 0 0,0 1 0 0 0,0-1-1 0 0,0 1 1 0 0,0-1 0 0 0,0 1-1 0 0,0 0 1 0 0,1 0 0 0 0,-1-1-1 0 0,0 1 1 0 0,0 0 0 0 0,0 0-1 0 0,1 0 1 0 0,-1 0 0 0 0,0 0 0 0 0,2 1-1 0 0,-2 0-113 0 0,1 0 0 0 0,-1 0-1 0 0,0 0 1 0 0,0 0-1 0 0,0 0 1 0 0,0 0 0 0 0,0 0-1 0 0,0 0 1 0 0,0 1 0 0 0,0-1-1 0 0,-1 0 1 0 0,1 1 0 0 0,-1-1-1 0 0,1 0 1 0 0,0 1 0 0 0,-1-1-1 0 0,0 1 1 0 0,1-1 0 0 0,-1 4-1 0 0,2 33 25 0 0,-1-30 26 0 0,-1 72-154 0 0,8 88 471 0 0,-6-148-940 0 0,2-1 1 0 0,0 1 0 0 0,1-1 0 0 0,1 0 0 0 0,1-1-1 0 0,14 29 1 0 0,-11-31-6708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8.5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29 5985 0 0,'-17'-23'8959'0'0,"19"17"-7864"0"0,34 8-11633 0 0,-28-1 10358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9.0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0 242 3225 0 0,'3'-16'680'0'0,"0"0"1"0"0,2 1 0 0 0,-1-1-1 0 0,2 1 1 0 0,0 0 0 0 0,1 1-1 0 0,0-1 1 0 0,1 1 0 0 0,0 1-1 0 0,2-1 1 0 0,-1 2 0 0 0,2-1 0 0 0,-1 1-1 0 0,20-16 1 0 0,-28 27-546 0 0,0-1 0 0 0,0 1 1 0 0,0 0-1 0 0,0 0 0 0 0,0-1 0 0 0,0 1 1 0 0,0 1-1 0 0,0-1 0 0 0,1 0 1 0 0,-1 0-1 0 0,0 1 0 0 0,1 0 0 0 0,-1-1 1 0 0,4 1-1 0 0,-5 0-95 0 0,-1 0 1 0 0,1 0-1 0 0,-1 0 1 0 0,1 1-1 0 0,-1-1 1 0 0,1 0-1 0 0,-1 0 1 0 0,1 1-1 0 0,-1-1 1 0 0,1 0 0 0 0,-1 0-1 0 0,1 1 1 0 0,-1-1-1 0 0,0 0 1 0 0,1 1-1 0 0,-1-1 1 0 0,0 1-1 0 0,1-1 1 0 0,-1 1-1 0 0,0-1 1 0 0,1 1-1 0 0,-1-1 1 0 0,1 1-1 0 0,-1 1-7 0 0,0 0 0 0 0,0-1 0 0 0,1 1 0 0 0,-1 0 0 0 0,0-1 0 0 0,0 1 0 0 0,-1 0 0 0 0,1-1 0 0 0,0 1 0 0 0,0-1 0 0 0,-2 4 0 0 0,-41 107-358 0 0,31-86-37 0 0,2-1 0 0 0,0 2 0 0 0,2-1 0 0 0,-10 56-1 0 0,18-77 354 0 0,0 0-1 0 0,0 0 0 0 0,0 0 0 0 0,1 0 1 0 0,-1 0-1 0 0,1 1 0 0 0,1-1 1 0 0,-1-1-1 0 0,1 1 0 0 0,0 0 0 0 0,0 0 1 0 0,0 0-1 0 0,0-1 0 0 0,1 0 0 0 0,0 1 1 0 0,0-1-1 0 0,0 0 0 0 0,0 0 0 0 0,1 0 1 0 0,0-1-1 0 0,-1 1 0 0 0,1-1 0 0 0,1 0 1 0 0,-1 0-1 0 0,0-1 0 0 0,1 1 0 0 0,-1-1 1 0 0,7 3-1 0 0,-5-3 144 0 0,0 0 0 0 0,1 0 0 0 0,-1 0 0 0 0,0-1 0 0 0,1 0-1 0 0,-1 0 1 0 0,1-1 0 0 0,-1 1 0 0 0,1-1 0 0 0,-1-1 0 0 0,0 1 0 0 0,1-1 0 0 0,-1 0 0 0 0,1-1 0 0 0,-1 0 0 0 0,0 0 0 0 0,0 0 0 0 0,0 0 0 0 0,0-1 0 0 0,0 0 0 0 0,-1 0-1 0 0,8-6 1 0 0,-11 7 12 0 0,1 0-1 0 0,-1 0 1 0 0,1-1-1 0 0,-1 1 1 0 0,0-1 0 0 0,0 1-1 0 0,0-1 1 0 0,-1 0-1 0 0,1 1 1 0 0,0-1-1 0 0,-1 0 1 0 0,0 0-1 0 0,0 0 1 0 0,0 0-1 0 0,0-1 1 0 0,0 1-1 0 0,0 0 1 0 0,-1-6-1 0 0,0 4-19 0 0,0 0 0 0 0,-1 0 0 0 0,0 0 0 0 0,0 0 0 0 0,-1 1 0 0 0,1-1 0 0 0,-1 0 0 0 0,0 1 0 0 0,0-1 0 0 0,-1 1 0 0 0,-3-6 1 0 0,-3-2-73 0 0,-1 0 1 0 0,-1 0-1 0 0,0 1 1 0 0,0 0 0 0 0,-1 1-1 0 0,-24-16 1 0 0,-76-40-4733 0 0,92 53-1796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9.5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35 293 3681 0 0,'-1'-2'291'0'0,"0"0"0"0"0,0 1 0 0 0,0-1 0 0 0,0 0 0 0 0,-1 0-1 0 0,1 1 1 0 0,0-1 0 0 0,-1 1 0 0 0,1-1 0 0 0,-1 1 0 0 0,-2-2 0 0 0,-12-14 6640 0 0,20 26-5585 0 0,1 0-1 0 0,1-1 1 0 0,10 13-1 0 0,-12-16-1219 0 0,1 0-1 0 0,-1 0 1 0 0,1-1-1 0 0,0 0 1 0 0,0 0-1 0 0,1 0 0 0 0,-1-1 1 0 0,1 0-1 0 0,0 0 1 0 0,0 0-1 0 0,0-1 1 0 0,0 0-1 0 0,0 0 1 0 0,1 0-1 0 0,-1-1 0 0 0,1 0 1 0 0,-1 0-1 0 0,12 0 1 0 0,-15-1-69 0 0,0 0 1 0 0,0 0 0 0 0,0 0-1 0 0,0-1 1 0 0,0 1 0 0 0,1-1-1 0 0,-1 1 1 0 0,0-1 0 0 0,0 0-1 0 0,-1 0 1 0 0,1 0 0 0 0,0-1-1 0 0,0 1 1 0 0,0-1 0 0 0,-1 0-1 0 0,1 1 1 0 0,4-5 0 0 0,-5 3-18 0 0,0 0 0 0 0,-1 0 0 0 0,1 0 0 0 0,-1 0 0 0 0,0 0 0 0 0,0 0 0 0 0,0 0 1 0 0,0-1-1 0 0,0 1 0 0 0,-1 0 0 0 0,1 0 0 0 0,-1-1 0 0 0,0 1 0 0 0,0 0 1 0 0,0-1-1 0 0,0 1 0 0 0,-2-4 0 0 0,-14-85 506 0 0,-2-5-1342 0 0,17 83-1411 0 0,0-1 0 0 0,2-21 0 0 0,2 14-5005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50.5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66 264 5065 0 0,'3'-10'731'0'0,"-1"0"1"0"0,-1 0-1 0 0,0 0 0 0 0,0-1 1 0 0,-1-16-1 0 0,-1 21-183 0 0,1 0 0 0 0,-1-1 0 0 0,0 1 0 0 0,-1 0 0 0 0,1 0 0 0 0,-1 0 0 0 0,-1 0 0 0 0,1 0 0 0 0,-1 0 0 0 0,-4-7 0 0 0,7 12-391 0 0,-1 0 0 0 0,0 0 1 0 0,0 0-1 0 0,1 0 1 0 0,-1 0-1 0 0,0 0 1 0 0,0 0-1 0 0,0 0 0 0 0,0 1 1 0 0,0-1-1 0 0,0 0 1 0 0,0 0-1 0 0,-1 1 1 0 0,1-1-1 0 0,0 1 0 0 0,0-1 1 0 0,0 1-1 0 0,-3-1 1 0 0,3 1-74 0 0,0 0 0 0 0,0 0 0 0 0,1 1 0 0 0,-1-1 0 0 0,0 0 0 0 0,0 0 1 0 0,0 1-1 0 0,1-1 0 0 0,-1 1 0 0 0,0-1 0 0 0,0 1 0 0 0,1-1 0 0 0,-1 1 0 0 0,0-1 1 0 0,1 1-1 0 0,-1-1 0 0 0,1 1 0 0 0,-1 0 0 0 0,1-1 0 0 0,-1 1 0 0 0,0 1 0 0 0,-1 2 47 0 0,0 0 0 0 0,0 0 0 0 0,0 1 0 0 0,1-1 0 0 0,0 1 0 0 0,0-1 0 0 0,0 1 0 0 0,-1 7 0 0 0,2-2-98 0 0,0 0 0 0 0,1 0 0 0 0,0 1 0 0 0,1-1 0 0 0,0 0 0 0 0,0 0 0 0 0,1 0 0 0 0,0-1 0 0 0,1 1 0 0 0,0-1 0 0 0,0 0 0 0 0,1 0 0 0 0,0 0 1 0 0,1 0-1 0 0,0-1 0 0 0,9 9 0 0 0,-7-8-62 0 0,1-1 0 0 0,0 0 0 0 0,1 0 0 0 0,0-1 1 0 0,0 0-1 0 0,1-1 0 0 0,-1 0 0 0 0,1-1 0 0 0,1 0 1 0 0,-1-1-1 0 0,1 0 0 0 0,-1-1 0 0 0,18 3 0 0 0,-25-5-14 0 0,0 0 0 0 0,1-1 0 0 0,-1 1 0 0 0,0-1 0 0 0,1 0 0 0 0,-1 0 0 0 0,1-1 0 0 0,-1 1 0 0 0,0-1 0 0 0,1 0 0 0 0,-1 0 0 0 0,0-1 0 0 0,0 1 0 0 0,0-1 0 0 0,0 0 0 0 0,0 0 0 0 0,0 0 0 0 0,0 0-1 0 0,-1-1 1 0 0,1 0 0 0 0,-1 0 0 0 0,0 0 0 0 0,0 0 0 0 0,0 0 0 0 0,0 0 0 0 0,0-1 0 0 0,-1 1 0 0 0,1-1 0 0 0,-1 0 0 0 0,0 0 0 0 0,0 0 0 0 0,2-8 0 0 0,-1 2 78 0 0,-1 0 0 0 0,0 0 0 0 0,0 0 0 0 0,-1 0 0 0 0,0-1 0 0 0,-1 1 0 0 0,0-1 0 0 0,0 1 0 0 0,-1 0 0 0 0,-1-1 0 0 0,0 1 0 0 0,-6-19 0 0 0,1 10 193 0 0,-1 0 0 0 0,-1 1 0 0 0,0 0 0 0 0,-1 0 0 0 0,-19-23 0 0 0,25 36-231 0 0,-1-1-1 0 0,0 1 1 0 0,-1 0 0 0 0,1 0-1 0 0,-1 0 1 0 0,0 1 0 0 0,0 0-1 0 0,-8-4 1 0 0,10 7-122 0 0,0-1-1 0 0,0 1 1 0 0,0-1 0 0 0,0 1 0 0 0,0 1-1 0 0,0-1 1 0 0,-1 0 0 0 0,1 1 0 0 0,0 0 0 0 0,0 0-1 0 0,0 0 1 0 0,-1 1 0 0 0,1-1 0 0 0,0 1-1 0 0,-5 2 1 0 0,-4 2-4817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50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 6449 0 0,'-1'10'4853'0'0,"1"13"-2233"0"0,0 8-541 0 0,-6 50 1 0 0,3-47-1594 0 0,0 52 1 0 0,4-77-768 0 0,-1 1 1 0 0,2-1 0 0 0,-1 0 0 0 0,1 0 0 0 0,1 0-1 0 0,-1 0 1 0 0,2-1 0 0 0,-1 1 0 0 0,1-1 0 0 0,6 11-1 0 0,-1-7-1047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51.2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0 382 2761 0 0,'2'-11'1204'0'0,"1"0"1"0"0,0 0 0 0 0,0 0-1 0 0,7-13 1 0 0,-9 20-565 0 0,1 0-1 0 0,0 0 1 0 0,0 0-1 0 0,1 0 1 0 0,-1 1 0 0 0,1-1-1 0 0,0 1 1 0 0,0-1-1 0 0,0 1 1 0 0,0 0 0 0 0,1 0-1 0 0,-1 0 1 0 0,7-3-1 0 0,-9 6-503 0 0,1-1 0 0 0,0 1 0 0 0,0 0 0 0 0,0-1 0 0 0,-1 1-1 0 0,1 0 1 0 0,0 0 0 0 0,0 0 0 0 0,0 1 0 0 0,0-1 0 0 0,-1 0-1 0 0,1 1 1 0 0,0-1 0 0 0,0 1 0 0 0,-1-1 0 0 0,1 1 0 0 0,0 0-1 0 0,-1 0 1 0 0,1 0 0 0 0,1 1 0 0 0,34 28 553 0 0,-21-16-478 0 0,6 2-89 0 0,1 0 0 0 0,0-2 0 0 0,33 16 0 0 0,-45-25-79 0 0,-1-1-1 0 0,1 0 0 0 0,-1-1 0 0 0,1 0 0 0 0,0 0 1 0 0,0-1-1 0 0,1-1 0 0 0,-1 0 0 0 0,0 0 0 0 0,21-2 0 0 0,-31 1-25 0 0,0-1-1 0 0,0 1 1 0 0,0-1-1 0 0,0 1 1 0 0,0-1-1 0 0,0 1 1 0 0,0-1-1 0 0,0 1 1 0 0,0-1-1 0 0,0 0 1 0 0,0 0-1 0 0,0 1 1 0 0,-1-1-1 0 0,1 0 1 0 0,0 0-1 0 0,-1 0 1 0 0,1 0-1 0 0,0 0 1 0 0,-1 0-1 0 0,1 0 1 0 0,-1 0-1 0 0,0 0 1 0 0,1 0-1 0 0,-1 0 0 0 0,0 0 1 0 0,0-1-1 0 0,1 1 1 0 0,-1 0-1 0 0,0 0 1 0 0,0 0-1 0 0,0 0 1 0 0,-1-3-1 0 0,-6-43 528 0 0,5 34-406 0 0,-11-54-43 0 0,-9-69 657 0 0,14 45-7858 0 0,8 62-374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3.6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42 5985 0 0,'-3'-15'463'0'0,"3"-12"9492"0"0,3 47-7875 0 0,76 642 1824 0 0,-4-44-3750 0 0,-74-606-255 0 0,3 36 274 0 0,-4-45-321 0 0,0 0 1 0 0,0 1-1 0 0,0-1 0 0 0,-1 0 1 0 0,1 0-1 0 0,-1 0 0 0 0,0 0 0 0 0,0 0 1 0 0,0 0-1 0 0,0 0 0 0 0,-3 4 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4.1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44 1464 0 0,'-25'-43'11966'0'0,"59"63"-10787"0"0,0-1 0 0 0,41 14 0 0 0,16 9-260 0 0,218 112-82 0 0,-205-107-856 0 0,112 32-1 0 0,-172-66 29 0 0,-8-3-27 0 0,0 2 0 0 0,-1 1-1 0 0,34 18 1 0 0,-68-31 18 0 0,-1 1-1 0 0,1-1 1 0 0,0 0 0 0 0,0 1-1 0 0,0-1 1 0 0,-1 1 0 0 0,1-1-1 0 0,0 1 1 0 0,-1-1 0 0 0,1 1-1 0 0,0-1 1 0 0,-1 1 0 0 0,1 0-1 0 0,-1 0 1 0 0,1-1 0 0 0,-1 1-1 0 0,1 0 1 0 0,-1 0-1 0 0,1-1 1 0 0,-1 1 0 0 0,0 0-1 0 0,1 0 1 0 0,-1 0 0 0 0,0-1-1 0 0,0 1 1 0 0,0 0 0 0 0,0 0-1 0 0,0 0 1 0 0,0 0 0 0 0,0 0-1 0 0,0 1 1 0 0,-1 0-7 0 0,0 0 0 0 0,0 0-1 0 0,0 0 1 0 0,-1 0 0 0 0,1-1 0 0 0,-1 1-1 0 0,1-1 1 0 0,-1 1 0 0 0,1-1 0 0 0,-1 1 0 0 0,0-1-1 0 0,-3 2 1 0 0,-8 4 52 0 0,0 0 0 0 0,-25 8 1 0 0,-38 16 120 0 0,1 2 0 0 0,2 4 0 0 0,2 3 0 0 0,1 3 1 0 0,2 3-1 0 0,3 3 0 0 0,-97 94 0 0 0,91-81-1205 0 0,39-35-14 0 0,0 2 1 0 0,-28 34-1 0 0,55-57-70 0 0,4-2-134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4.5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51 9674 0 0,'0'-7'324'0'0,"0"2"431"0"0,0 1 0 0 0,0 0 1 0 0,0 0-1 0 0,-1 0 0 0 0,1 0 1 0 0,-1 0-1 0 0,0 0 0 0 0,-2-7 1 0 0,2 34 2753 0 0,0 0-3236 0 0,64 508 1610 0 0,-45-423-1883 0 0,4-1 0 0 0,5-2 0 0 0,4 0 0 0 0,54 120 0 0 0,64 180-1877 0 0,-148-401 2027 0 0,1 1-906 0 0,-1 0 0 0 0,1 0 0 0 0,0 0 0 0 0,0-1 0 0 0,5 8 0 0 0,-7-11 547 0 0,1-1 1 0 0,-1 1 0 0 0,1 0 0 0 0,0 0 0 0 0,0 0 0 0 0,0-1 0 0 0,-1 1-1 0 0,1 0 1 0 0,0-1 0 0 0,0 1 0 0 0,0-1 0 0 0,0 1 0 0 0,0-1 0 0 0,0 1-1 0 0,0-1 1 0 0,0 0 0 0 0,0 1 0 0 0,0-1 0 0 0,0 0 0 0 0,0 0-1 0 0,1 0 1 0 0,-1 0 0 0 0,0 0 0 0 0,0 0 0 0 0,0 0 0 0 0,0 0 0 0 0,0 0-1 0 0,0-1 1 0 0,0 1 0 0 0,0 0 0 0 0,0-1 0 0 0,2 0 0 0 0,7-4 17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4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30 106 5985 0 0,'-2'0'176'0'0,"0"0"-1"0"0,-1-1 0 0 0,1 0 1 0 0,0 0-1 0 0,0 1 0 0 0,0-1 1 0 0,0 0-1 0 0,0-1 0 0 0,0 1 0 0 0,0 0 1 0 0,-3-3-1 0 0,4-5 1567 0 0,14 0-403 0 0,16 0-739 0 0,1 2 0 0 0,0 0 0 0 0,0 2 0 0 0,43-1 0 0 0,-13 0 28 0 0,581-29 3915 0 0,1 52-3288 0 0,-596-14-1425 0 0,91 2 155 0 0,-48-9-3207 0 0,-71 2-3069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5.4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1775 37 5985 0 0,'5'0'295'0'0,"0"-1"-1"0"0,-1 1 0 0 0,1-1 1 0 0,-1-1-1 0 0,1 1 0 0 0,-1 0 1 0 0,0-1-1 0 0,0 0 1 0 0,0 0-1 0 0,6-4 0 0 0,-10 6-243 0 0,0-1 0 0 0,0 1 0 0 0,0-1 0 0 0,0 1 0 0 0,0 0 0 0 0,0-1 0 0 0,0 1 0 0 0,0-1 0 0 0,0 1 0 0 0,0 0 0 0 0,0-1 0 0 0,0 1 0 0 0,0-1 0 0 0,0 1 0 0 0,0 0 0 0 0,-1-1 0 0 0,1 1 0 0 0,0-1 0 0 0,0 1 0 0 0,0 0 0 0 0,-1-1 0 0 0,1 1 0 0 0,0 0 0 0 0,0-1 0 0 0,-1 1 0 0 0,1 0 0 0 0,0 0 0 0 0,-1-1 0 0 0,1 1 0 0 0,0 0 0 0 0,-1 0 0 0 0,1-1 0 0 0,0 1 0 0 0,-1 0 0 0 0,1 0 0 0 0,-1 0-1 0 0,1 0 1 0 0,0 0 0 0 0,-1-1 0 0 0,1 1 0 0 0,-1 0 0 0 0,1 0 0 0 0,0 0 0 0 0,-1 0 0 0 0,0 0 0 0 0,-21-5 1353 0 0,-26 5-87 0 0,0 3 1 0 0,1 1-1 0 0,-50 12 1 0 0,-16 1-46 0 0,-690 55 2044 0 0,790-72-3313 0 0,-483 19 161 0 0,476-19-160 0 0,5-1-322 0 0,-1 1 0 0 0,1 1 0 0 0,0 0 0 0 0,-1 1 0 0 0,-17 5 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1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9674 0 0,'3'13'5898'0'0,"1"8"-4301"0"0,5 21-1222 0 0,18 149 861 0 0,-10-52-1420 0 0,50 189-1 0 0,-62-310-644 0 0,1 0-1 0 0,1 0 1 0 0,0-1 0 0 0,1 0 0 0 0,18 27 0 0 0,-11-25-4237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4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99 7370 0 0,'-1'-2'45'0'0,"1"1"0"0"0,-1-1 0 0 0,1 0 0 0 0,0 1 0 0 0,-1-1 0 0 0,1 0 0 0 0,0 1 0 0 0,0-1 0 0 0,0 0 0 0 0,0 1 0 0 0,1-1 0 0 0,-1 0 0 0 0,0 1 0 0 0,1-1 0 0 0,-1 0 0 0 0,1 1 0 0 0,-1-1 0 0 0,1 1 0 0 0,2-4 0 0 0,0 3 77 0 0,0-1 0 0 0,0 1 0 0 0,0 0 0 0 0,1-1 0 0 0,-1 2 0 0 0,1-1 0 0 0,6-2 0 0 0,-9 3-101 0 0,16-6 815 0 0,1-1 0 0 0,-1 2 0 0 0,1 1-1 0 0,1 0 1 0 0,-1 1 0 0 0,35-3-1 0 0,-45 7-685 0 0,0 0-1 0 0,0 0 1 0 0,0 1-1 0 0,-1 0 1 0 0,1 1-1 0 0,0-1 1 0 0,-1 1-1 0 0,1 1 1 0 0,-1 0-1 0 0,0 0 0 0 0,1 0 1 0 0,-1 1-1 0 0,-1 0 1 0 0,1 0-1 0 0,-1 1 1 0 0,1-1-1 0 0,-1 1 1 0 0,-1 1-1 0 0,7 6 1 0 0,-2 1-112 0 0,-1 1 0 0 0,0-1 0 0 0,-1 1 0 0 0,-1 1 1 0 0,0 0-1 0 0,-1 0 0 0 0,-1 0 0 0 0,0 0 0 0 0,-1 1 1 0 0,0 0-1 0 0,-2 0 0 0 0,0 0 0 0 0,0 0 1 0 0,-2 1-1 0 0,0-1 0 0 0,-1 0 0 0 0,0 0 0 0 0,-7 28 1 0 0,5-27-139 0 0,-2 1 0 0 0,0-1 0 0 0,0-1 0 0 0,-2 1 0 0 0,0-1 0 0 0,-1 0 0 0 0,-1 0 0 0 0,0-1 0 0 0,-1 0 1 0 0,0-1-1 0 0,-1 0 0 0 0,-1-1 0 0 0,0 0 0 0 0,-1-1 0 0 0,-1 0 0 0 0,1-1 0 0 0,-17 9 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9674 0 0,'6'5'370'0'0,"-1"1"0"0"0,1-1 0 0 0,-1 1-1 0 0,0 0 1 0 0,0 0 0 0 0,-1 0 0 0 0,0 1 0 0 0,0-1 0 0 0,5 14-1 0 0,-3-10-23 0 0,3 8 111 0 0,-1 1 0 0 0,-1 0 1 0 0,0 0-1 0 0,-2 0 1 0 0,0 1-1 0 0,4 33 1 0 0,-3 65-5039 0 0,-5-114 4581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8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67 8754 0 0,'-10'-14'384'0'0,"4"7"88"0"0,2-1-376 0 0,0 3-96 0 0,2 1 0 0 0,2 1 0 0 0,0 0 184 0 0,-1-1 16 0 0,1-2 8 0 0,-2 0 0 0 0,2 1-208 0 0,3 3-152 0 0,0 5 24 0 0,1 4 8 0 0,1 5 120 0 0,-3 3 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7.1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58 5529 0 0,'-1'0'42'0'0,"0"1"0"0"0,0 0 0 0 0,0-1 0 0 0,0 1 0 0 0,0 0 0 0 0,0-1 0 0 0,1 1 0 0 0,-1 0 0 0 0,0 0 0 0 0,0 0 0 0 0,1 0 0 0 0,-1 0 0 0 0,0 0 0 0 0,1 0 0 0 0,-1 0 0 0 0,1 0 0 0 0,-1 0-1 0 0,1 0 1 0 0,0 0 0 0 0,-1 0 0 0 0,1 0 0 0 0,0 2 0 0 0,-9 35 528 0 0,7-27-110 0 0,-1 2 156 0 0,0 0 0 0 0,1 0 0 0 0,0 0 0 0 0,1 0 0 0 0,1 24 0 0 0,0-33-500 0 0,1-1 1 0 0,-1 0 0 0 0,1 1 0 0 0,0-1-1 0 0,0 0 1 0 0,0 0 0 0 0,1 1 0 0 0,-1-1-1 0 0,1 0 1 0 0,-1 0 0 0 0,1 0 0 0 0,0-1-1 0 0,0 1 1 0 0,0 0 0 0 0,1-1 0 0 0,-1 1-1 0 0,1-1 1 0 0,-1 0 0 0 0,1 0 0 0 0,0 0-1 0 0,0 0 1 0 0,0 0 0 0 0,0-1-1 0 0,0 1 1 0 0,0-1 0 0 0,0 0 0 0 0,7 2-1 0 0,-1-2 116 0 0,1 0 0 0 0,-1-1 0 0 0,1 0 0 0 0,-1 0 0 0 0,1-1 0 0 0,-1 0 0 0 0,1-1 0 0 0,-1 0 0 0 0,0 0 0 0 0,0-1 0 0 0,0 0 0 0 0,0-1 0 0 0,0 0 0 0 0,-1 0 0 0 0,1-1 0 0 0,-1 0 0 0 0,0 0 0 0 0,13-13 0 0 0,-16 13-144 0 0,1 0 0 0 0,-1 0 0 0 0,-1 0 0 0 0,1-1 0 0 0,-1 0 1 0 0,0 0-1 0 0,0 0 0 0 0,-1 0 0 0 0,0-1 0 0 0,0 1 0 0 0,3-11 0 0 0,-5 12-32 0 0,0 0 0 0 0,0 0-1 0 0,-1 0 1 0 0,1 0 0 0 0,-1 1 0 0 0,-1-1-1 0 0,1 0 1 0 0,-1 0 0 0 0,1 0 0 0 0,-1 0-1 0 0,-1 1 1 0 0,1-1 0 0 0,-1 0 0 0 0,0 1-1 0 0,0-1 1 0 0,0 1 0 0 0,0 0 0 0 0,-4-5-1 0 0,1 3-63 0 0,0 0 0 0 0,0 1 0 0 0,0-1 0 0 0,-1 1-1 0 0,0 0 1 0 0,0 1 0 0 0,-1-1 0 0 0,1 1 0 0 0,-1 0-1 0 0,0 1 1 0 0,0 0 0 0 0,0 0 0 0 0,0 0-1 0 0,0 1 1 0 0,-1 0 0 0 0,-9-1 0 0 0,8 2-337 0 0,0 0 0 0 0,0 0 1 0 0,1 1-1 0 0,-1 0 0 0 0,0 1 1 0 0,0 0-1 0 0,1 0 0 0 0,-15 5 0 0 0,21-6 25 0 0,-1 1 0 0 0,1 0 0 0 0,-1 1 0 0 0,1-1 0 0 0,0 0 0 0 0,-1 1 0 0 0,1-1 0 0 0,-3 4 0 0 0,-4 3-1151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7.5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252 433 2761 0 0,'0'-1'114'0'0,"-1"-1"-1"0"0,1 0 1 0 0,-1 0 0 0 0,1 1 0 0 0,-1-1 0 0 0,0 0 0 0 0,1 1 0 0 0,-1-1 0 0 0,0 1 0 0 0,0-1 0 0 0,0 1 0 0 0,0-1-1 0 0,0 1 1 0 0,0 0 0 0 0,-1-1 0 0 0,1 1 0 0 0,0 0 0 0 0,-1 0 0 0 0,1 0 0 0 0,-1 0 0 0 0,1 0 0 0 0,-1 0 0 0 0,1 1 0 0 0,-1-1-1 0 0,0 0 1 0 0,1 1 0 0 0,-1-1 0 0 0,0 1 0 0 0,0 0 0 0 0,1 0 0 0 0,-1-1 0 0 0,0 1 0 0 0,-3 1 0 0 0,-4-2 511 0 0,0 1 1 0 0,0 0-1 0 0,0 1 0 0 0,0 0 1 0 0,-13 3-1 0 0,12-1-308 0 0,1 0-1 0 0,0 1 1 0 0,0 0-1 0 0,1 1 0 0 0,-1 0 1 0 0,1 0-1 0 0,0 1 1 0 0,0 0-1 0 0,1 1 1 0 0,0-1-1 0 0,0 1 0 0 0,-9 13 1 0 0,13-17-293 0 0,1 0 0 0 0,-1 0 0 0 0,1 0 1 0 0,0 1-1 0 0,0 0 0 0 0,0-1 0 0 0,0 1 1 0 0,1 0-1 0 0,0 0 0 0 0,-1 0 0 0 0,2 0 1 0 0,-1 0-1 0 0,0 0 0 0 0,1 0 0 0 0,-1 0 0 0 0,1 0 1 0 0,0 0-1 0 0,1 0 0 0 0,-1 0 0 0 0,1 0 1 0 0,0 0-1 0 0,-1 0 0 0 0,2 0 0 0 0,-1 0 0 0 0,0 0 1 0 0,1 0-1 0 0,0-1 0 0 0,0 1 0 0 0,0-1 1 0 0,0 1-1 0 0,1-1 0 0 0,3 4 0 0 0,-3-4-33 0 0,0 0 0 0 0,0 0 1 0 0,0-1-1 0 0,0 1 0 0 0,1-1 0 0 0,-1 0 0 0 0,1 0 0 0 0,-1 0 0 0 0,1 0 0 0 0,0-1 0 0 0,0 1 1 0 0,0-1-1 0 0,0 0 0 0 0,0-1 0 0 0,6 2 0 0 0,-3-2-122 0 0,-1 0 1 0 0,1-1-1 0 0,0 1 0 0 0,-1-1 0 0 0,1-1 1 0 0,-1 1-1 0 0,0-1 0 0 0,1 0 0 0 0,6-3 1 0 0,-4 0-123 0 0,0 1 0 0 0,-1-1 0 0 0,1-1 0 0 0,-1 1 0 0 0,0-2 0 0 0,0 1 0 0 0,-1-1 0 0 0,0 0 0 0 0,0 0 0 0 0,0-1 0 0 0,-1 0 0 0 0,8-14 0 0 0,-8 9 116 0 0,-1 0-1 0 0,-1-1 1 0 0,0 1 0 0 0,-1-1 0 0 0,0 0 0 0 0,-1 0-1 0 0,-1 0 1 0 0,0 0 0 0 0,-1 0 0 0 0,-1 0-1 0 0,-2-19 1 0 0,-6-18 1176 0 0,-26-86 0 0 0,25 101-503 0 0,5 18-46 0 0,-12-39 1066 0 0,16 53-1308 0 0,-1 1-1 0 0,0-1 1 0 0,1 0 0 0 0,-1 1 0 0 0,-1-1 0 0 0,1 1-1 0 0,0 0 1 0 0,-1 0 0 0 0,0 0 0 0 0,1 0 0 0 0,-7-4 0 0 0,9 7-164 0 0,0-1 0 0 0,-1 1 0 0 0,1 0 0 0 0,-1-1 0 0 0,1 1 0 0 0,-1 0 0 0 0,1-1 0 0 0,-1 1 0 0 0,0 0 0 0 0,1 0 0 0 0,-1 0 0 0 0,1-1 0 0 0,-1 1 0 0 0,0 0 0 0 0,1 0 0 0 0,-1 0 0 0 0,1 0 0 0 0,-1 0 0 0 0,0 0 0 0 0,1 0 0 0 0,-1 0 0 0 0,1 0 1 0 0,-1 1-1 0 0,0-1 0 0 0,1 0 0 0 0,-1 0 0 0 0,1 0 0 0 0,-1 1 0 0 0,1-1 0 0 0,-1 0 0 0 0,1 1 0 0 0,-1-1 0 0 0,0 1 0 0 0,0 1 41 0 0,0 0-1 0 0,0-1 1 0 0,0 1 0 0 0,0 0-1 0 0,0 0 1 0 0,1 0-1 0 0,-1-1 1 0 0,1 1 0 0 0,-1 0-1 0 0,1 4 1 0 0,-1 45 673 0 0,13 9-689 0 0,2 0-1 0 0,3-1 1 0 0,32 77 0 0 0,-10-29-1222 0 0,-23-60-3962 0 0,0-2-1720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7.9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1 454 7834 0 0,'15'-2'693'0'0,"0"-1"0"0"0,0 0 1 0 0,0-1-1 0 0,-1-1 0 0 0,1 0 1 0 0,-1-1-1 0 0,0 0 0 0 0,-1-1 1 0 0,21-15-1 0 0,-23 15-539 0 0,-1-1-1 0 0,1-1 0 0 0,-2 0 1 0 0,1-1-1 0 0,-1 1 1 0 0,-1-2-1 0 0,1 1 1 0 0,-2-1-1 0 0,0-1 0 0 0,0 1 1 0 0,7-18-1 0 0,-7 10-123 0 0,0 0-1 0 0,-1 0 1 0 0,-1-1 0 0 0,0 0-1 0 0,-2 0 1 0 0,2-37 0 0 0,-5 53 69 0 0,0-1 1 0 0,0 0-1 0 0,-1 0 0 0 0,1 0 1 0 0,-1 1-1 0 0,0-1 1 0 0,0 0-1 0 0,-1 1 1 0 0,1-1-1 0 0,-1 1 1 0 0,0 0-1 0 0,-3-5 1 0 0,4 8-35 0 0,0-1-1 0 0,0 1 1 0 0,0 0 0 0 0,-1-1 0 0 0,1 1 0 0 0,0 0 0 0 0,-1 0 0 0 0,1 0 0 0 0,-1 0 0 0 0,0 1 0 0 0,1-1 0 0 0,-1 0 0 0 0,0 1 0 0 0,1-1 0 0 0,-1 1 0 0 0,0-1 0 0 0,0 1 0 0 0,1 0 0 0 0,-1 0-1 0 0,0 0 1 0 0,0 0 0 0 0,0 0 0 0 0,1 0 0 0 0,-1 0 0 0 0,0 0 0 0 0,0 1 0 0 0,1-1 0 0 0,-1 1 0 0 0,0 0 0 0 0,1-1 0 0 0,-1 1 0 0 0,0 0 0 0 0,1 0 0 0 0,-3 1 0 0 0,-5 4 39 0 0,-1 1 1 0 0,1-1-1 0 0,1 1 1 0 0,-1 1-1 0 0,1-1 1 0 0,0 1-1 0 0,1 1 1 0 0,-9 12-1 0 0,5-4-107 0 0,0 0-1 0 0,1 0 1 0 0,-13 35 0 0 0,20-44-5 0 0,0 0 1 0 0,0 0-1 0 0,1 0 1 0 0,0 1-1 0 0,0-1 1 0 0,1 1-1 0 0,0 0 1 0 0,0-1 0 0 0,1 1-1 0 0,1 0 1 0 0,-1-1-1 0 0,1 1 1 0 0,1-1-1 0 0,0 1 1 0 0,0-1 0 0 0,0 1-1 0 0,1-1 1 0 0,0 0-1 0 0,1 0 1 0 0,0 0-1 0 0,0-1 1 0 0,1 0 0 0 0,0 1-1 0 0,0-1 1 0 0,0-1-1 0 0,1 1 1 0 0,0-1-1 0 0,0 0 1 0 0,1 0-1 0 0,0-1 1 0 0,0 0 0 0 0,15 8-1 0 0,-7-5-632 0 0,1 0 0 0 0,0-2 0 0 0,30 9 0 0 0,-10-7-6068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9.2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867 2 13827 0 0,'-3'-1'2524'0'0,"1"8"-1562"0"0,0 10-214 0 0,10 65-430 0 0,4-1 0 0 0,23 83-1 0 0,-16-83-508 0 0,1 5-983 0 0,3-1 1 0 0,41 94-1 0 0,-60-168 1058 0 0,15 40-238 0 0,-18-49 351 0 0,-1 0 0 0 0,1 0 0 0 0,-1 0 0 0 0,1 0 0 0 0,-1 0 0 0 0,0-1 0 0 0,0 1 0 0 0,0 0 0 0 0,0 0 0 0 0,0 0 0 0 0,-1 0 0 0 0,1 0 0 0 0,0 0 0 0 0,-1 0 0 0 0,1-1 0 0 0,-1 1 0 0 0,0 0 0 0 0,0 0 0 0 0,1-1 0 0 0,-1 1 0 0 0,0 0 0 0 0,-3 2 0 0 0,2-3 8 0 0,0 0 0 0 0,0 0 0 0 0,0 0 1 0 0,0 0-1 0 0,0-1 0 0 0,0 1 0 0 0,0-1 0 0 0,-1 1 0 0 0,1-1 0 0 0,0 0 0 0 0,0 0 0 0 0,-1 0 0 0 0,1 0 0 0 0,0 0 1 0 0,0 0-1 0 0,-4-1 0 0 0,-37-10 52 0 0,37 9-53 0 0,-53-13 513 0 0,-1 2 0 0 0,-120-9 0 0 0,-124 15 1892 0 0,267 7-2148 0 0,-12 2-172 0 0,1 2 0 0 0,0 3 0 0 0,1 1 0 0 0,-76 24 1 0 0,111-28-1824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9.7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 3225 0 0,'-5'20'10017'0'0,"6"-19"-9683"0"0,3 19 1588 0 0,44 194 3348 0 0,9 106-4090 0 0,-16-80-785 0 0,-26-134-223 0 0,2 129 0 0 0,-13-137-141 0 0,-2-67-43 0 0,9 44 0 0 0,-9-64-54 0 0,0-1 0 0 0,1 0 0 0 0,0-1 0 0 0,1 1 0 0 0,0-1 0 0 0,0 1 0 0 0,1-1 1 0 0,7 10-1 0 0,-10-18 42 0 0,-1 0 0 0 0,0 0 0 0 0,1-1 1 0 0,-1 1-1 0 0,0 0 0 0 0,1 0 0 0 0,-1-1 0 0 0,1 1 1 0 0,-1-1-1 0 0,1 1 0 0 0,0-1 0 0 0,-1 0 0 0 0,1 0 1 0 0,-1 0-1 0 0,1 0 0 0 0,0 0 0 0 0,-1 0 0 0 0,1 0 1 0 0,-1 0-1 0 0,1 0 0 0 0,-1-1 0 0 0,1 1 0 0 0,2-2 1 0 0,44-16-46 0 0,-35 13 77 0 0,18-6 61 0 0,0 1 1 0 0,1 2-1 0 0,0 1 1 0 0,58-5-1 0 0,133 13 0 0 0,-55 1-129 0 0,-56-6-2796 0 0,-76 3-4046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0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11058 0 0,'5'67'7230'0'0,"12"35"-3675"0"0,-2-22-2828 0 0,168 938 1063 0 0,-177-974-1775 0 0,-1 1-1 0 0,-3 68 1 0 0,-2-110-59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0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0 456 0 0,'12'14'18523'0'0,"-3"-2"-16266"0"0,30 45-1899 0 0,-21-17-42 0 0,-1 1 0 0 0,-2 1 0 0 0,17 80 0 0 0,7 133 252 0 0,-30-172-1643 0 0,4 0-1 0 0,44 152 1 0 0,-48-210-281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1.0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2356 70 5985 0 0,'6'-4'439'0'0,"-1"0"-1"0"0,1-1 0 0 0,-1 1 1 0 0,0-1-1 0 0,0 0 0 0 0,-1 0 0 0 0,1-1 1 0 0,6-10-1 0 0,-11 16-410 0 0,0-1 0 0 0,0 0-1 0 0,0 1 1 0 0,0-1 0 0 0,-1 1-1 0 0,1-1 1 0 0,0 0 0 0 0,0 1 0 0 0,0-1-1 0 0,0 1 1 0 0,-1-1 0 0 0,1 1-1 0 0,0-1 1 0 0,-1 1 0 0 0,1-1 0 0 0,0 1-1 0 0,-1-1 1 0 0,1 1 0 0 0,-1-1-1 0 0,1 1 1 0 0,-1-1 0 0 0,1 1 0 0 0,-1 0-1 0 0,1-1 1 0 0,-1 1 0 0 0,1 0-1 0 0,-1 0 1 0 0,1-1 0 0 0,-1 1 0 0 0,0 0-1 0 0,1 0 1 0 0,-1 0 0 0 0,1 0-1 0 0,-1 0 1 0 0,0-1 0 0 0,1 1 0 0 0,-1 0-1 0 0,1 0 1 0 0,-1 1 0 0 0,0-1-1 0 0,-32-2 1729 0 0,29 2-1543 0 0,-270 14 6926 0 0,112-3-5994 0 0,-964 10 349 0 0,495-23-1462 0 0,493 11-3362 0 0,116-7-3782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3.0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0 144 6913 0 0,'341'-81'2593'0'0,"-100"29"-1249"0"0,-217 46-1344 0 0,-4 1 0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3.3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1 6449 0 0,'-11'4'4579'0'0,"25"15"-3051"0"0,2 9-855 0 0,-1 0 0 0 0,-1 2 1 0 0,-2 0-1 0 0,-1 0 0 0 0,8 37 0 0 0,7 19-272 0 0,52 111-1300 0 0,-69-176-227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3.6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0 139 8754 0 0,'0'0'673'0'0,"24"10"450"0"0,6 6-603 0 0,-2 0 0 0 0,0 2-1 0 0,-1 2 1 0 0,0 0 0 0 0,23 24-1 0 0,-36-24 2803 0 0,-16-25-1832 0 0,0-2-1091 0 0,-4-9-11 0 0,2-2 1 0 0,0 1-1 0 0,1 0 1 0 0,-2-23 0 0 0,5 25-839 0 0,0-1 0 0 0,1 0 1 0 0,1 0-1 0 0,0 0 1 0 0,1 0-1 0 0,1 1 1 0 0,1 0-1 0 0,7-19 1 0 0,-1 10-948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4.3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132 1 2304 0 0,'-4'9'5278'0'0,"3"-9"-5132"0"0,-13 11 649 0 0,12-9-703 0 0,-7 6 135 0 0,0 1-1 0 0,0 1 0 0 0,1-1 1 0 0,0 1-1 0 0,1 1 0 0 0,0 0 1 0 0,1 0-1 0 0,0 0 1 0 0,-5 13-1 0 0,5-8-11 0 0,0 1 0 0 0,1 0 0 0 0,1 0 0 0 0,0 0 0 0 0,-1 33 0 0 0,4-47-171 0 0,1 1 0 0 0,0-1 0 0 0,1 1 0 0 0,-1-1-1 0 0,0 1 1 0 0,1-1 0 0 0,0 0 0 0 0,0 1 0 0 0,0-1 0 0 0,0 0-1 0 0,0 0 1 0 0,1 1 0 0 0,0-1 0 0 0,-1 0 0 0 0,1-1-1 0 0,4 6 1 0 0,-4-6-54 0 0,0-1-1 0 0,-1 0 1 0 0,1 0-1 0 0,-1 0 1 0 0,1 0-1 0 0,0 0 1 0 0,0-1-1 0 0,0 1 1 0 0,-1-1-1 0 0,1 1 1 0 0,0-1-1 0 0,0 1 1 0 0,0-1-1 0 0,0 0 1 0 0,0 0-1 0 0,0 0 1 0 0,0 0 0 0 0,0 0-1 0 0,0-1 1 0 0,0 1-1 0 0,-1 0 1 0 0,1-1-1 0 0,0 0 1 0 0,0 1-1 0 0,0-1 1 0 0,0 0-1 0 0,-1 0 1 0 0,1 0-1 0 0,-1 0 1 0 0,1 0-1 0 0,1-2 1 0 0,4-1 61 0 0,-1-1 0 0 0,1 0 1 0 0,-1-1-1 0 0,-1 1 0 0 0,1-1 1 0 0,-1 0-1 0 0,0-1 0 0 0,0 1 1 0 0,-1-1-1 0 0,4-8 0 0 0,0-4 375 0 0,0 0-1 0 0,7-30 0 0 0,-1 1 247 0 0,-14 58-446 0 0,1 0 0 0 0,0 0 0 0 0,0 0 0 0 0,1 0 0 0 0,5 16 1 0 0,-4-19-198 0 0,0 0-1 0 0,0-1 1 0 0,0 1 0 0 0,1-1 0 0 0,0 1 0 0 0,1-1 0 0 0,-1 0 0 0 0,1-1 0 0 0,11 11 0 0 0,-14-14-26 0 0,1 1 0 0 0,0-1 0 0 0,0 0-1 0 0,0 0 1 0 0,0 0 0 0 0,0 0 0 0 0,0-1-1 0 0,0 1 1 0 0,1-1 0 0 0,-1 0 0 0 0,0 0 0 0 0,1 0-1 0 0,-1 0 1 0 0,1-1 0 0 0,-1 1 0 0 0,1-1-1 0 0,-1 0 1 0 0,1 0 0 0 0,-1 0 0 0 0,1-1-1 0 0,0 1 1 0 0,5-2 0 0 0,-6 1-5 0 0,-1 0-1 0 0,0-1 1 0 0,0 1 0 0 0,0 0-1 0 0,0-1 1 0 0,0 1 0 0 0,0-1-1 0 0,0 1 1 0 0,-1-1 0 0 0,1 0-1 0 0,0 0 1 0 0,-1 0 0 0 0,0 0-1 0 0,1 0 1 0 0,-1 0 0 0 0,0 0-1 0 0,1-3 1 0 0,11-45 41 0 0,-12 44-35 0 0,-1 0-1 0 0,1 0 1 0 0,1 1-1 0 0,-1-1 1 0 0,1 1 0 0 0,0-1-1 0 0,0 1 1 0 0,1 0-1 0 0,-1 0 1 0 0,1 0-1 0 0,4-5 1 0 0,-6 9-1 0 0,0 1 1 0 0,0-1-1 0 0,-1 1 1 0 0,1-1 0 0 0,0 1-1 0 0,0-1 1 0 0,0 1-1 0 0,0 0 1 0 0,0-1-1 0 0,0 1 1 0 0,0 0-1 0 0,0 0 1 0 0,0 0-1 0 0,1 0 1 0 0,-1 0-1 0 0,0 0 1 0 0,0 0-1 0 0,0 0 1 0 0,0 0-1 0 0,0 0 1 0 0,0 1-1 0 0,0-1 1 0 0,0 0-1 0 0,0 1 1 0 0,0-1-1 0 0,0 1 1 0 0,-1-1-1 0 0,1 1 1 0 0,0 0-1 0 0,0-1 1 0 0,0 1-1 0 0,0 0 1 0 0,-1-1-1 0 0,1 1 1 0 0,0 0-1 0 0,-1 0 1 0 0,2 1-1 0 0,28 40 171 0 0,-24-34-121 0 0,0 0 13 0 0,-1 0-1 0 0,1-1 1 0 0,1 0 0 0 0,0 0 0 0 0,0 0-1 0 0,0-1 1 0 0,13 8 0 0 0,-18-12-66 0 0,-1-1 1 0 0,1 0-1 0 0,0 0 1 0 0,0-1 0 0 0,-1 1-1 0 0,1 0 1 0 0,0 0-1 0 0,0-1 1 0 0,0 1 0 0 0,0-1-1 0 0,0 0 1 0 0,0 0-1 0 0,0 1 1 0 0,0-1 0 0 0,0-1-1 0 0,0 1 1 0 0,0 0-1 0 0,0 0 1 0 0,0-1 0 0 0,0 1-1 0 0,0-1 1 0 0,0 1-1 0 0,0-1 1 0 0,-1 0 0 0 0,1 0-1 0 0,0 0 1 0 0,0 0-1 0 0,-1 0 1 0 0,1 0 0 0 0,-1 0-1 0 0,1-1 1 0 0,-1 1-1 0 0,1-1 1 0 0,-1 1 0 0 0,0-1-1 0 0,0 1 1 0 0,1-1-1 0 0,-1 0 1 0 0,0 0 0 0 0,-1 1-1 0 0,2-4 1 0 0,0 2 11 0 0,13-28 333 0 0,25-36 0 0 0,-35 59-309 0 0,0 1 0 0 0,1 0 0 0 0,0 0 1 0 0,0 0-1 0 0,1 1 0 0 0,0 0 0 0 0,0 0 0 0 0,0 0 1 0 0,1 1-1 0 0,8-4 0 0 0,-14 8-35 0 0,0 1 1 0 0,0-1-1 0 0,-1 1 0 0 0,1-1 1 0 0,0 1-1 0 0,0 0 0 0 0,0 0 1 0 0,0 0-1 0 0,0 0 0 0 0,0 0 0 0 0,0 1 1 0 0,-1-1-1 0 0,1 1 0 0 0,0-1 1 0 0,0 1-1 0 0,0-1 0 0 0,-1 1 1 0 0,1 0-1 0 0,0 0 0 0 0,-1 0 1 0 0,1 0-1 0 0,0 0 0 0 0,-1 0 1 0 0,1 0-1 0 0,-1 1 0 0 0,0-1 0 0 0,0 1 1 0 0,3 2-1 0 0,4 7 26 0 0,0-1 1 0 0,-1 2-1 0 0,8 13 0 0 0,-4-6-221 0 0,7 9-1834 0 0,-8-14-4059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4.6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189 37 2761 0 0,'0'0'-35'0'0,"9"-30"1520"0"0,-9 30-1422 0 0,0-1 0 0 0,0 1 0 0 0,0 0 0 0 0,0 0-1 0 0,0-1 1 0 0,0 1 0 0 0,0 0 0 0 0,0-1 0 0 0,0 1 0 0 0,-1 0-1 0 0,1 0 1 0 0,0-1 0 0 0,0 1 0 0 0,0 0 0 0 0,0 0-1 0 0,0-1 1 0 0,-1 1 0 0 0,1 0 0 0 0,0 0 0 0 0,0 0 0 0 0,0 0-1 0 0,-1-1 1 0 0,1 1 0 0 0,0 0 0 0 0,0 0 0 0 0,-1 0 0 0 0,1 0-1 0 0,0 0 1 0 0,-1-1 0 0 0,1 1 0 0 0,0 0 0 0 0,-1 0-1 0 0,-18 5 1929 0 0,2 4-1414 0 0,0 0 0 0 0,1 1 0 0 0,0 1 0 0 0,1 1 0 0 0,1 0 0 0 0,-1 1 0 0 0,2 0 0 0 0,-23 29 0 0 0,34-40-549 0 0,1-1 0 0 0,0 1 1 0 0,0 0-1 0 0,0-1 0 0 0,0 1 0 0 0,0 0 0 0 0,0 0 0 0 0,0 0 0 0 0,0 0 1 0 0,1 0-1 0 0,-1 0 0 0 0,1 0 0 0 0,-1 0 0 0 0,1 0 0 0 0,0 0 0 0 0,0 0 1 0 0,0 0-1 0 0,0 0 0 0 0,0 0 0 0 0,0 0 0 0 0,1 0 0 0 0,-1 0 0 0 0,0 0 0 0 0,2 2 1 0 0,0-1-16 0 0,0-1 0 0 0,-1 0 0 0 0,1 0 1 0 0,1 0-1 0 0,-1 0 0 0 0,0 0 1 0 0,0 0-1 0 0,1-1 0 0 0,-1 1 0 0 0,1-1 1 0 0,-1 1-1 0 0,1-1 0 0 0,0 0 0 0 0,5 1 1 0 0,9 3-37 0 0,0-2 1 0 0,0 0 0 0 0,0-2-1 0 0,26 1 1 0 0,-29-3-91 0 0,-11 0 76 0 0,1 1 0 0 0,-1-1 0 0 0,0 1 0 0 0,1 0 0 0 0,-1 0-1 0 0,0 0 1 0 0,1 1 0 0 0,-1-1 0 0 0,0 1 0 0 0,5 1 0 0 0,-12 1 9 0 0,1 1 0 0 0,-1-1 1 0 0,0-1-1 0 0,0 1 0 0 0,0-1 1 0 0,-7 4-1 0 0,-25 13-590 0 0,-8 3-593 0 0,14-8-2797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4.9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77 2304 0 0,'25'-43'1722'0'0,"-22"39"-1140"0"0,0 0 0 0 0,0 1-1 0 0,1-1 1 0 0,-1 1 0 0 0,1 0 0 0 0,0-1-1 0 0,0 2 1 0 0,5-4 0 0 0,-8 6-430 0 0,-1 0 1 0 0,1 0-1 0 0,0 0 1 0 0,0 1-1 0 0,-1-1 1 0 0,1 0-1 0 0,0 1 0 0 0,-1-1 1 0 0,1 1-1 0 0,0-1 1 0 0,-1 1-1 0 0,1-1 1 0 0,0 1-1 0 0,-1-1 1 0 0,1 1-1 0 0,-1 0 0 0 0,1-1 1 0 0,-1 1-1 0 0,0 0 1 0 0,1-1-1 0 0,-1 1 1 0 0,1 0-1 0 0,-1 0 0 0 0,0 1 1 0 0,13 24 1370 0 0,-12-23-1124 0 0,60 147 3512 0 0,-14 2-5688 0 0,-43-137-2448 0 0,0-2-1325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0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9 6449 0 0,'-7'-6'577'0'0,"5"3"-465"0"0,-8 5 3728 0 0,7 2-3640 0 0,-1 1-200 0 0,1 1 0 0 0,0 1 0 0 0,2 2-976 0 0,1-1-240 0 0,0-1-40 0 0,4-3-17 0 0,0-1 985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3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77 0 6449 0 0,'-22'33'1267'0'0,"11"-19"-348"0"0,7-8-698 0 0,0 0-1 0 0,1 0 0 0 0,-1 0 1 0 0,1 0-1 0 0,0 0 0 0 0,1 1 1 0 0,0-1-1 0 0,0 1 1 0 0,-1 7-1 0 0,2-10-147 0 0,1-1 0 0 0,1 1 1 0 0,-1-1-1 0 0,0 0 0 0 0,1 1 0 0 0,0-1 1 0 0,0 1-1 0 0,0-1 0 0 0,0 0 1 0 0,0 0-1 0 0,1 0 0 0 0,-1 1 0 0 0,1-1 1 0 0,0-1-1 0 0,0 1 0 0 0,0 0 0 0 0,0 0 1 0 0,1-1-1 0 0,-1 1 0 0 0,4 2 0 0 0,9 7 333 0 0,-9-7-194 0 0,-1 0-1 0 0,1 0 0 0 0,-1 1 0 0 0,0-1 1 0 0,0 1-1 0 0,7 11 0 0 0,-11-16-188 0 0,-1 1-1 0 0,1-1 0 0 0,-1 0 0 0 0,1 1 1 0 0,-1-1-1 0 0,0 1 0 0 0,1-1 1 0 0,-1 1-1 0 0,0-1 0 0 0,0 0 0 0 0,0 1 1 0 0,0-1-1 0 0,0 1 0 0 0,0-1 0 0 0,-1 1 1 0 0,0 1-1 0 0,0 0-36 0 0,0-1 0 0 0,0 0 1 0 0,0 0-1 0 0,-1 0 0 0 0,1 0 0 0 0,-1 0 1 0 0,0-1-1 0 0,1 1 0 0 0,-1 0 0 0 0,0-1 1 0 0,0 1-1 0 0,0-1 0 0 0,-3 2 0 0 0,-4 3-306 0 0,0-1 0 0 0,-1 0 0 0 0,1-1 0 0 0,-21 7 0 0 0,17-8-341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5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12 3225 0 0,'2'-1'153'0'0,"1"-1"0"0"0,-1 1 0 0 0,1 0 0 0 0,0 0 0 0 0,-1 0 0 0 0,1 0 0 0 0,0 0 0 0 0,-1 0 0 0 0,1 1 0 0 0,0-1 0 0 0,0 1 0 0 0,0 0 0 0 0,5 0 0 0 0,-5 1 295 0 0,1 0 0 0 0,-1 1-1 0 0,0-1 1 0 0,0 1 0 0 0,1-1 0 0 0,-1 1-1 0 0,-1 0 1 0 0,1 0 0 0 0,0 1-1 0 0,0-1 1 0 0,2 3 0 0 0,5 6 436 0 0,0 0 0 0 0,-1 1 0 0 0,0 0 0 0 0,-1 1 0 0 0,-1-1 0 0 0,0 1 1 0 0,-1 1-1 0 0,0-1 0 0 0,7 26 0 0 0,-3 0-393 0 0,-1 1 1 0 0,4 54-1 0 0,-6 33-1779 0 0,-6-42-2348 0 0,-1-80 3258 0 0,0 22-1140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7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74 6449 0 0,'0'0'29'0'0,"-1"0"1"0"0,1-1-1 0 0,0 1 0 0 0,0 0 0 0 0,0-1 0 0 0,0 1 0 0 0,-1 0 0 0 0,1-1 0 0 0,0 1 0 0 0,0 0 0 0 0,0-1 0 0 0,0 1 0 0 0,0 0 1 0 0,0-1-1 0 0,0 1 0 0 0,0 0 0 0 0,0-1 0 0 0,0 1 0 0 0,0 0 0 0 0,0-1 0 0 0,0 1 0 0 0,0 0 0 0 0,0-1 0 0 0,0 1 0 0 0,0 0 0 0 0,1-1 1 0 0,-1 1-1 0 0,0 0 0 0 0,0 0 0 0 0,0-1 0 0 0,1 1 0 0 0,-1 0 0 0 0,0-1 0 0 0,16-8 805 0 0,30-4 712 0 0,-28 8-618 0 0,4-3-1023 0 0,1 1 0 0 0,0 1 0 0 0,1 1 0 0 0,0 1 0 0 0,0 1 0 0 0,-1 1 0 0 0,41 2 0 0 0,-44 2 95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6.0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17 2304 0 0,'-3'-2'416'0'0,"-1"0"0"0"0,0 0 0 0 0,1 0-1 0 0,-1 1 1 0 0,0-1 0 0 0,0 1-1 0 0,0 0 1 0 0,0 0 0 0 0,0 0-1 0 0,0 0 1 0 0,0 1 0 0 0,-1 0-1 0 0,-4 0 1 0 0,8 0-314 0 0,0 0-1 0 0,-1 0 1 0 0,1 0-1 0 0,0 0 1 0 0,0 0-1 0 0,-1 1 1 0 0,1-1-1 0 0,0 0 1 0 0,0 1-1 0 0,-1-1 1 0 0,1 1-1 0 0,0-1 1 0 0,0 1-1 0 0,0 0 1 0 0,0-1-1 0 0,0 1 1 0 0,0 0-1 0 0,0 0 1 0 0,0 0-1 0 0,0 0 1 0 0,0 0-1 0 0,0 0 1 0 0,1 0-1 0 0,-1 0 1 0 0,0 0-1 0 0,1 0 1 0 0,-1 0-1 0 0,1 0 1 0 0,-1 1-1 0 0,1-1 1 0 0,-1 0-1 0 0,1 0 1 0 0,0 1-1 0 0,0-1 1 0 0,0 0-1 0 0,0 1 1 0 0,-1-1-1 0 0,2 0 1 0 0,-1 0-1 0 0,0 1 1 0 0,0-1-1 0 0,0 0 1 0 0,1 0-1 0 0,-1 1 1 0 0,1 1-1 0 0,1 1 18 0 0,0-1 0 0 0,0 1 0 0 0,0-1 0 0 0,0 0 0 0 0,0 1 0 0 0,1-1 0 0 0,0 0 0 0 0,-1-1 0 0 0,1 1 0 0 0,0 0 0 0 0,0-1 0 0 0,1 1 0 0 0,-1-1 0 0 0,0 0 0 0 0,1 0 0 0 0,-1 0 0 0 0,1-1 0 0 0,0 1 0 0 0,6 0 0 0 0,7 4 269 0 0,0-2 0 0 0,35 5 0 0 0,-47-8-400 0 0,31 2 102 0 0,-34-3-131 0 0,0 0-1 0 0,0 0 1 0 0,0-1 0 0 0,0 1-1 0 0,0 0 1 0 0,0-1 0 0 0,0 1 0 0 0,0-1-1 0 0,0 1 1 0 0,0-1 0 0 0,0 0-1 0 0,0 0 1 0 0,-1 0 0 0 0,4-2-1 0 0,-5 2 0 0 0,1 0 0 0 0,-1 0-1 0 0,1-1 1 0 0,-1 1 0 0 0,0 0-1 0 0,1 0 1 0 0,-1 0 0 0 0,0-1 0 0 0,0 1-1 0 0,0 0 1 0 0,0 0 0 0 0,0 0-1 0 0,0-1 1 0 0,0 1 0 0 0,-1 0-1 0 0,1 0 1 0 0,0 0 0 0 0,-1-1-1 0 0,1 1 1 0 0,-1 0 0 0 0,1 0-1 0 0,-2-1 1 0 0,-12-26-1694 0 0,14 28 1658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6.3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0 217 3225 0 0,'16'2'1406'0'0,"0"1"1"0"0,-1 0 0 0 0,0 1 0 0 0,0 1-1 0 0,24 10 1 0 0,-35-13-860 0 0,-2-1-107 0 0,23 9 1384 0 0,-24-10-1645 0 0,-1 0 0 0 0,1 1-1 0 0,0-1 1 0 0,0 0 0 0 0,0 1 0 0 0,-1-1 0 0 0,1 0-1 0 0,0 1 1 0 0,-1-1 0 0 0,1 1 0 0 0,0-1-1 0 0,-1 1 1 0 0,1 0 0 0 0,0-1 0 0 0,-1 1 0 0 0,1-1-1 0 0,-1 1 1 0 0,1 0 0 0 0,-1 0 0 0 0,0-1-1 0 0,1 1 1 0 0,-1 1 0 0 0,0-2-97 0 0,0 0 1 0 0,-1 1-1 0 0,1-1 0 0 0,-1 0 1 0 0,1 0-1 0 0,-1 0 0 0 0,1 0 1 0 0,0 0-1 0 0,-1 0 0 0 0,1 0 1 0 0,-1 0-1 0 0,1 0 0 0 0,-1 0 0 0 0,1 0 1 0 0,-1 0-1 0 0,1 0 0 0 0,-1 0 1 0 0,1 0-1 0 0,-1 0 0 0 0,1 0 1 0 0,0 0-1 0 0,-1-1 0 0 0,1 1 1 0 0,-1 0-1 0 0,1 0 0 0 0,0-1 1 0 0,-1 1-1 0 0,1 0 0 0 0,-1 0 1 0 0,1-1-1 0 0,0 1 0 0 0,0 0 1 0 0,-1-1-1 0 0,1 1 0 0 0,0-1 0 0 0,-1 1 1 0 0,1 0-1 0 0,0-1 0 0 0,0 1 1 0 0,0-1-1 0 0,-1 0 0 0 0,-12-18 545 0 0,11 8-509 0 0,0 0 0 0 0,0 0 0 0 0,1-1 1 0 0,1 1-1 0 0,0 0 0 0 0,0-1 0 0 0,1 1 1 0 0,3-12-1 0 0,0 0-850 0 0,2 0 0 0 0,16-41 1 0 0,-11 38-7015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6.5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1 17052 0 0,'-6'7'1512'0'0,"3"-3"-1208"0"0,0 2-240 0 0,2-2-64 0 0,1-3 0 0 0,3-2-64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22.9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94 565 1840 0 0,'-14'-128'436'0'0,"12"94"-196"0"0,-1 1 0 0 0,-13-56 1 0 0,16 88-217 0 0,0 0 0 0 0,0 0 0 0 0,-1 0 1 0 0,1 0-1 0 0,0 1 0 0 0,0-1 0 0 0,0 0 1 0 0,-1 0-1 0 0,1 1 0 0 0,0-1 0 0 0,-1 0 1 0 0,1 0-1 0 0,-1 1 0 0 0,1-1 1 0 0,-1 0-1 0 0,1 1 0 0 0,-1-1 0 0 0,1 1 1 0 0,-1-1-1 0 0,1 1 0 0 0,-1-1 0 0 0,0 1 1 0 0,1-1-1 0 0,-1 1 0 0 0,0-1 0 0 0,-1 1 1 0 0,2 0 20 0 0,-1 0-1 0 0,0 1 1 0 0,0-1 0 0 0,0 1 0 0 0,1-1 0 0 0,-1 1 0 0 0,0-1 0 0 0,0 1 0 0 0,1-1 0 0 0,-1 1 0 0 0,1 0 0 0 0,-1 0 0 0 0,0-1-1 0 0,1 1 1 0 0,-1 0 0 0 0,1 0 0 0 0,0-1 0 0 0,-1 3 0 0 0,-16 42 950 0 0,8 27-657 0 0,2 0 0 0 0,6 131-1 0 0,3-95-201 0 0,-1 2 0 0 0,19 139 0 0 0,-19-244-135 0 0,0 5 7 0 0,0 0 0 0 0,1 0 0 0 0,0 0 0 0 0,1 0 0 0 0,0-1 0 0 0,1 1 0 0 0,6 12-1 0 0,-10-22-7 0 0,0 1 0 0 0,0-1 0 0 0,1 0-1 0 0,-1 1 1 0 0,0-1 0 0 0,0 0-1 0 0,0 1 1 0 0,1-1 0 0 0,-1 0 0 0 0,0 1-1 0 0,0-1 1 0 0,1 0 0 0 0,-1 0-1 0 0,0 1 1 0 0,1-1 0 0 0,-1 0-1 0 0,0 0 1 0 0,1 0 0 0 0,-1 1 0 0 0,1-1-1 0 0,-1 0 1 0 0,0 0 0 0 0,1 0-1 0 0,-1 0 1 0 0,1 0 0 0 0,-1 0 0 0 0,0 0-1 0 0,1 0 1 0 0,-1 0 0 0 0,1 0-1 0 0,-1 0 1 0 0,0 0 0 0 0,1 0-1 0 0,-1 0 1 0 0,1 0 0 0 0,-1 0 0 0 0,1-1-1 0 0,10-14-24 0 0,0-23-11 0 0,48-492 1658 0 0,-37 274-751 0 0,5 63-459 0 0,-20 161-375 0 0,1 1-1 0 0,2 0 1 0 0,26-59 0 0 0,-31 70 827 0 0,-11 29-243 0 0,2 3-537 0 0,0 0-1 0 0,0 1 0 0 0,1-1 1 0 0,1 1-1 0 0,0 0 0 0 0,0 0 1 0 0,1 0-1 0 0,2 18 0 0 0,-2-3-64 0 0,-3 584-95 0 0,5-357 56 0 0,56 447 12 0 0,-55-681 8 0 0,-1-6-10 0 0,-1-11 7 0 0,0 0 0 0 0,0 0 0 0 0,0 0 0 0 0,0 0 0 0 0,1 0-1 0 0,0 0 1 0 0,0 0 0 0 0,0 0 0 0 0,0 0 0 0 0,0-1 0 0 0,1 1 0 0 0,0 0-1 0 0,3 5 1 0 0,-5-9 3 0 0,1 0-1 0 0,-1-1 1 0 0,1 1-1 0 0,-1 0 0 0 0,1 0 1 0 0,-1 0-1 0 0,1 0 1 0 0,-1-1-1 0 0,1 1 0 0 0,-1 0 1 0 0,1 0-1 0 0,-1-1 1 0 0,0 1-1 0 0,1 0 1 0 0,-1-1-1 0 0,1 1 0 0 0,-1 0 1 0 0,0-1-1 0 0,1 1 1 0 0,-1-1-1 0 0,0 1 1 0 0,0-1-1 0 0,1 1 0 0 0,-1-1 1 0 0,0 1-1 0 0,0 0 1 0 0,0-1-1 0 0,0 1 1 0 0,1-1-1 0 0,-1 0 0 0 0,0 0 1 0 0,6-17-264 0 0,0-17 3 0 0,-2 1 0 0 0,-1 0 1 0 0,-1-40-1 0 0,-1 25 134 0 0,-11-561-859 0 0,1 334 1029 0 0,9 202-158 0 0,1 33 89 0 0,-2-1 0 0 0,-2 1 0 0 0,-15-80 0 0 0,18 119 48 0 0,-1-1 0 0 0,0 0-1 0 0,0 1 1 0 0,1-1 0 0 0,-2 0 0 0 0,1 1-1 0 0,0-1 1 0 0,0 1 0 0 0,-1 0-1 0 0,1-1 1 0 0,-1 1 0 0 0,0 0 0 0 0,0 0-1 0 0,0 0 1 0 0,0 0 0 0 0,0 0-1 0 0,0 1 1 0 0,0-1 0 0 0,-1 1-1 0 0,1-1 1 0 0,0 1 0 0 0,-1 0 0 0 0,1 0-1 0 0,-5-2 1 0 0,4 3 45 0 0,0 0 0 0 0,1 1 1 0 0,-1-1-1 0 0,0 0 0 0 0,1 1 0 0 0,-1-1 1 0 0,0 1-1 0 0,1 0 0 0 0,-1 0 0 0 0,1 0 1 0 0,-1 0-1 0 0,1 1 0 0 0,0-1 0 0 0,-1 1 1 0 0,1-1-1 0 0,0 1 0 0 0,0 0 0 0 0,0 0 1 0 0,0 0-1 0 0,0 0 0 0 0,0 0 1 0 0,1 0-1 0 0,-1 0 0 0 0,1 1 0 0 0,-2 2 1 0 0,-5 10 77 0 0,0 1 1 0 0,0 0 0 0 0,2 1 0 0 0,0 0 0 0 0,1 0 0 0 0,-5 31 0 0 0,-6 111-32 0 0,14-117-73 0 0,-35 775-218 0 0,21-379 98 0 0,6-234 110 0 0,-6 179 129 0 0,26-1-11 0 0,-7-347-11 0 0,2 1 1 0 0,1 0 0 0 0,12 34 0 0 0,-18-68-131 0 0,1-1 1 0 0,-1 1 0 0 0,0-1 0 0 0,1 1-1 0 0,0 0 1 0 0,-1-1 0 0 0,1 1 0 0 0,0-1-1 0 0,0 0 1 0 0,-1 1 0 0 0,1-1 0 0 0,0 0 0 0 0,0 1-1 0 0,1-1 1 0 0,-1 0 0 0 0,0 0 0 0 0,0 0-1 0 0,1 0 1 0 0,0 1 0 0 0,-1-2 4 0 0,0 0 1 0 0,0 0-1 0 0,0 0 1 0 0,0 0-1 0 0,0 0 1 0 0,-1-1-1 0 0,1 1 1 0 0,0 0-1 0 0,0 0 0 0 0,0-1 1 0 0,0 1-1 0 0,-1 0 1 0 0,1-1-1 0 0,0 1 1 0 0,0-1-1 0 0,-1 1 1 0 0,1-1-1 0 0,0 1 1 0 0,-1-1-1 0 0,1 0 1 0 0,0 1-1 0 0,-1-1 0 0 0,1 0 1 0 0,0 0-1 0 0,3-6 55 0 0,0 1 0 0 0,0-1-1 0 0,-1 0 1 0 0,1 0 0 0 0,-2 0-1 0 0,4-10 1 0 0,12-73-686 0 0,11-150-1 0 0,-14 94 168 0 0,65-756-1670 0 0,-20 65 1793 0 0,-58 816 272 0 0,0 7-63 0 0,-1 0 0 0 0,0-23 0 0 0,-1 37 104 0 0,0 0 0 0 0,0 0 1 0 0,0 0-1 0 0,0-1 0 0 0,0 1 1 0 0,0 0-1 0 0,0 0 0 0 0,0 0 1 0 0,0-1-1 0 0,0 1 0 0 0,0 0 1 0 0,0 0-1 0 0,0 0 0 0 0,0-1 0 0 0,0 1 1 0 0,0 0-1 0 0,0 0 0 0 0,0-1 1 0 0,0 1-1 0 0,0 0 0 0 0,0 0 1 0 0,0 0-1 0 0,-1-1 0 0 0,1 1 1 0 0,0 0-1 0 0,0 0 0 0 0,0 0 1 0 0,0 0-1 0 0,0-1 0 0 0,-1 1 0 0 0,1 0 1 0 0,0 0-1 0 0,0 0 0 0 0,0 0 1 0 0,0 0-1 0 0,-1 0 0 0 0,1 0 1 0 0,0-1-1 0 0,0 1 0 0 0,0 0 1 0 0,-1 0-1 0 0,1 0 0 0 0,0 0 1 0 0,0 0-1 0 0,-1 0 0 0 0,1 0 1 0 0,0 0-1 0 0,0 0 0 0 0,0 0 0 0 0,-1 0 1 0 0,-9 12-109 0 0,-5 18 208 0 0,4 3 37 0 0,1 1-1 0 0,3 0 1 0 0,-6 47-1 0 0,0 109 85 0 0,12-163-182 0 0,-3 127 30 0 0,7 1-1 0 0,7-1 1 0 0,6-1 0 0 0,39 160-1 0 0,-47-275-46 0 0,-2-7 12 0 0,1 0 0 0 0,2 0 0 0 0,22 52 0 0 0,-31-81-13 0 0,1-1 1 0 0,-1 1-1 0 0,1-1 1 0 0,-1 0-1 0 0,1 1 1 0 0,0-1-1 0 0,0 0 1 0 0,0 0-1 0 0,0 1 1 0 0,0-1-1 0 0,0 0 1 0 0,0 0-1 0 0,0 0 1 0 0,0 0-1 0 0,0 0 1 0 0,0-1-1 0 0,1 1 1 0 0,-1 0-1 0 0,0 0 1 0 0,1-1-1 0 0,-1 1 1 0 0,0-1-1 0 0,3 1 1 0 0,-3-1 12 0 0,0-1 0 0 0,1 1 1 0 0,-1-1-1 0 0,0 1 0 0 0,1-1 1 0 0,-1 1-1 0 0,0-1 0 0 0,0 0 1 0 0,0 0-1 0 0,1 1 1 0 0,-1-1-1 0 0,0 0 0 0 0,0 0 1 0 0,0 0-1 0 0,0 0 0 0 0,-1 0 1 0 0,1-1-1 0 0,0 1 1 0 0,0-1-1 0 0,5-8 144 0 0,-1 0 0 0 0,-1 0 0 0 0,0 0 0 0 0,5-20-1 0 0,3-26 141 0 0,-3-1 0 0 0,3-108 0 0 0,-17-119-140 0 0,1 190-50 0 0,-31-680 275 0 0,17 419-510 0 0,15 289 142 0 0,-7-100-81 0 0,7 138 149 0 0,-2-1-1 0 0,-1 1 1 0 0,-15-45 0 0 0,5 39 282 0 0,16 33-311 0 0,-1 0 0 0 0,1 0 0 0 0,-1 0 0 0 0,0 0 0 0 0,1 0 0 0 0,-1 0 0 0 0,0 0 1 0 0,1 0-1 0 0,-1 0 0 0 0,0 0 0 0 0,0 0 0 0 0,0 0 0 0 0,0 1 0 0 0,0-1 0 0 0,0 0 0 0 0,0 1 0 0 0,0-1 0 0 0,0 1 1 0 0,0-1-1 0 0,0 1 0 0 0,0-1 0 0 0,-1 1 0 0 0,1 0 0 0 0,0 0 0 0 0,0-1 0 0 0,0 1 0 0 0,-2 0 0 0 0,2 1-5 0 0,0 0 1 0 0,0 0-1 0 0,0 0 0 0 0,0-1 0 0 0,0 1 0 0 0,0 0 0 0 0,0 0 0 0 0,0 1 0 0 0,0-1 1 0 0,0 0-1 0 0,1 0 0 0 0,-1 0 0 0 0,0 1 0 0 0,1-1 0 0 0,-1 0 0 0 0,1 0 1 0 0,-1 3-1 0 0,-6 27 294 0 0,6-26-276 0 0,-43 362 345 0 0,27 6-762 0 0,9-154 303 0 0,-82 823-68 0 0,20-206 56 0 0,69-821 42 0 0,-2 21-48 0 0,1-17-32 0 0,0 0 0 0 0,2 0 1 0 0,0 1-1 0 0,1-1 1 0 0,7 36-1 0 0,-8-55 55 0 0,0 1 0 0 0,0 0-1 0 0,0-1 1 0 0,0 1 0 0 0,0 0-1 0 0,0-1 1 0 0,0 1 0 0 0,1-1-1 0 0,-1 1 1 0 0,0 0 0 0 0,0-1 0 0 0,1 1-1 0 0,-1-1 1 0 0,0 1 0 0 0,1-1-1 0 0,-1 1 1 0 0,1-1 0 0 0,-1 1 0 0 0,0-1-1 0 0,1 1 1 0 0,-1-1 0 0 0,1 0-1 0 0,0 1 1 0 0,-1-1 0 0 0,1 0 0 0 0,-1 1-1 0 0,1-1 1 0 0,0 0 0 0 0,0 0-21 0 0,0 0 0 0 0,0-1 0 0 0,-1 1 0 0 0,1-1 0 0 0,0 1 0 0 0,0-1 0 0 0,-1 1 0 0 0,1-1 0 0 0,0 1 0 0 0,-1-1 1 0 0,1 0-1 0 0,-1 1 0 0 0,1-1 0 0 0,-1 0 0 0 0,1 0 0 0 0,-1 1 0 0 0,1-2 0 0 0,14-37-1228 0 0,7-65-219 0 0,-6-2-1 0 0,5-138 1 0 0,-19 217 1293 0 0,23-483-1542 0 0,-7 97 1257 0 0,-6-499 395 0 0,-15 836 477 0 0,-3-1 0 0 0,-3 2 0 0 0,-4-1 0 0 0,-26-87 0 0 0,36 155-230 0 0,0-1 0 0 0,0 1 0 0 0,-1 0 0 0 0,-1 0 0 0 0,-8-12 0 0 0,13 19-96 0 0,-1 0 0 0 0,0 0 0 0 0,0 0-1 0 0,1 0 1 0 0,-1 0 0 0 0,0 1 0 0 0,0-1 0 0 0,0 0 0 0 0,0 1 0 0 0,0-1-1 0 0,0 0 1 0 0,0 1 0 0 0,0-1 0 0 0,0 1 0 0 0,-1 0 0 0 0,1-1-1 0 0,0 1 1 0 0,0 0 0 0 0,0 0 0 0 0,-2-1 0 0 0,1 2 21 0 0,0 0 0 0 0,1-1 0 0 0,0 1 0 0 0,-1 0 0 0 0,1 0 1 0 0,-1 0-1 0 0,1 0 0 0 0,0 0 0 0 0,0 0 0 0 0,-1 0 0 0 0,1 0 0 0 0,0 0 0 0 0,0 1 0 0 0,0-1 1 0 0,0 0-1 0 0,1 1 0 0 0,-1-1 0 0 0,0 1 0 0 0,0-1 0 0 0,0 3 0 0 0,-5 10 273 0 0,1 1-1 0 0,0 0 0 0 0,1 0 1 0 0,1 0-1 0 0,-3 30 0 0 0,3 81-74 0 0,3-98-249 0 0,29 618 376 0 0,-19-487-354 0 0,0 0-1104 0 0,42 225 0 0 0,-37-320-3124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23.1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48 0 11979 0 0,'-11'30'528'0'0,"5"-18"112"0"0,1-1-512 0 0,0-1-128 0 0,3-2 0 0 0,0-2 0 0 0,1 2 224 0 0,-2 5 24 0 0,-3 4 0 0 0,2 4 0 0 0,1-4-632 0 0,3-4-128 0 0,2-5-32 0 0,0-3 0 0 0,6-5 456 0 0,-3-3 88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0.2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5 428 5529 0 0,'0'0'21'0'0,"0"1"-1"0"0,0-1 1 0 0,0 0-1 0 0,1 0 0 0 0,-1 0 1 0 0,0 0-1 0 0,0 0 1 0 0,0 1-1 0 0,0-1 1 0 0,0 0-1 0 0,0 0 1 0 0,1 0-1 0 0,-1 0 1 0 0,0 1-1 0 0,0-1 1 0 0,0 0-1 0 0,0 0 0 0 0,0 0 1 0 0,0 1-1 0 0,0-1 1 0 0,0 0-1 0 0,0 0 1 0 0,0 0-1 0 0,0 1 1 0 0,0-1-1 0 0,0 0 1 0 0,0 0-1 0 0,0 0 1 0 0,0 1-1 0 0,0-1 0 0 0,0 0 1 0 0,0 0-1 0 0,0 0 1 0 0,0 1-1 0 0,-1-1 1 0 0,1 0-1 0 0,0 0 1 0 0,0 0-1 0 0,0 0 1 0 0,0 1-1 0 0,0-1 1 0 0,-1 0-1 0 0,1 0 0 0 0,0 0 1 0 0,0 0-1 0 0,0 0 1 0 0,0 1-1 0 0,-1-1 1 0 0,1 0-1 0 0,0 0 1 0 0,0 0-1 0 0,0 0 1 0 0,-1 0-1 0 0,1 0 1 0 0,0 0-1 0 0,0 0 0 0 0,0 0 1 0 0,-1 0-1 0 0,1 0 1 0 0,0 0-1 0 0,0 0 1 0 0,0 0-1 0 0,-1 0 1 0 0,1 0 366 0 0,4-1-22 0 0,61-15 1931 0 0,0-3-1 0 0,111-49 1 0 0,49-36-180 0 0,44-18 182 0 0,-186 86-2313 0 0,-42 17-21 0 0,75-24-1 0 0,-100 38-493 0 0,-7 2-2791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0.6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22 5985 0 0,'-1'0'180'0'0,"0"0"1"0"0,0 0-1 0 0,0-1 0 0 0,0 1 0 0 0,0 0 0 0 0,0 0 0 0 0,0-1 0 0 0,0 1 0 0 0,0-1 1 0 0,0 1-1 0 0,0-1 0 0 0,0 1 0 0 0,0-1 0 0 0,0 0 0 0 0,1 1 0 0 0,-1-1 0 0 0,0 0 1 0 0,0 0-1 0 0,0-8 3217 0 0,13 6-2051 0 0,10 3-856 0 0,0 1 0 0 0,0 0 0 0 0,0 2 0 0 0,-1 1 0 0 0,22 6 0 0 0,-37-8-470 0 0,0 0 0 0 0,-1-1 0 0 0,1 2 0 0 0,-1-1 0 0 0,0 1 0 0 0,1 0 0 0 0,-1 0 0 0 0,0 0 0 0 0,-1 1 0 0 0,1-1 0 0 0,-1 1 1 0 0,1 0-1 0 0,-1 1 0 0 0,0-1 0 0 0,-1 1 0 0 0,1 0 0 0 0,-1-1 0 0 0,0 2 0 0 0,0-1 0 0 0,-1 0 0 0 0,1 1 0 0 0,-1-1 0 0 0,2 9 0 0 0,-3-8-8 0 0,-1 0 0 0 0,0-1 0 0 0,0 1 1 0 0,0 0-1 0 0,-1 0 0 0 0,0-1 0 0 0,0 1 0 0 0,0 0 1 0 0,-1-1-1 0 0,-2 8 0 0 0,-29 56 197 0 0,16-38-168 0 0,14-25-51 0 0,-46 108-3524 0 0,42-91-1796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1.0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 14 5065 0 0,'-1'-2'238'0'0,"0"1"0"0"0,0 0 0 0 0,-1 0 0 0 0,1 0 0 0 0,0 0 0 0 0,0 0 0 0 0,-1 1 0 0 0,1-1 0 0 0,0 0-1 0 0,-1 0 1 0 0,1 1 0 0 0,0-1 0 0 0,-1 1 0 0 0,1 0 0 0 0,-1-1 0 0 0,1 1 0 0 0,-1 0 0 0 0,1 0 0 0 0,-1 0 0 0 0,1 0 0 0 0,-1 0 0 0 0,-2 0 0 0 0,1 1-25 0 0,1 0 1 0 0,0 0 0 0 0,-1 0 0 0 0,1 0-1 0 0,0 1 1 0 0,0-1 0 0 0,0 1-1 0 0,0-1 1 0 0,0 1 0 0 0,1 0 0 0 0,-1 0-1 0 0,-2 3 1 0 0,-1 2 69 0 0,1-1 0 0 0,-1 1 0 0 0,2 1 0 0 0,-1-1 0 0 0,1 0 1 0 0,0 1-1 0 0,-2 11 0 0 0,2-4-146 0 0,2 1 0 0 0,0 0 1 0 0,0-1-1 0 0,2 1 1 0 0,0 0-1 0 0,0-1 0 0 0,2 1 1 0 0,0-1-1 0 0,0 0 1 0 0,2 0-1 0 0,7 18 0 0 0,-7-21-79 0 0,1 1 0 0 0,0-2 0 0 0,1 1 0 0 0,1-1 0 0 0,0 0 0 0 0,0 0 0 0 0,1-1-1 0 0,0 0 1 0 0,0-1 0 0 0,2 0 0 0 0,-1 0 0 0 0,1-1 0 0 0,17 10 0 0 0,-22-15-211 0 0,0 0 0 0 0,0 0 1 0 0,1-1-1 0 0,-1 0 0 0 0,1 0 0 0 0,-1-1 1 0 0,1 1-1 0 0,11 0 0 0 0,-14-2-285 0 0,0 0-1 0 0,0-1 1 0 0,0 1-1 0 0,1-1 1 0 0,-1 0-1 0 0,0 0 1 0 0,0 0-1 0 0,0 0 0 0 0,5-3 1 0 0,5-4-4224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1.3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73 5065 0 0,'2'7'7446'0'0,"13"52"-3200"0"0,-13-51-4093 0 0,0-1 0 0 0,1 1 1 0 0,1-1-1 0 0,-1 1 1 0 0,1-1-1 0 0,8 12 0 0 0,-8-15-114 0 0,0 0 0 0 0,1 0 0 0 0,-1-1-1 0 0,1 1 1 0 0,-1-1 0 0 0,1 0-1 0 0,0-1 1 0 0,0 1 0 0 0,0-1-1 0 0,1 0 1 0 0,-1 0 0 0 0,0 0-1 0 0,1-1 1 0 0,0 0 0 0 0,-1 0-1 0 0,11 0 1 0 0,-13-1-17 0 0,1 0 0 0 0,-1 0 0 0 0,0-1 0 0 0,1 1 0 0 0,-1-1 0 0 0,0 0 0 0 0,0 0 0 0 0,1 0 0 0 0,-1 0 0 0 0,0 0 0 0 0,0-1 0 0 0,0 1 0 0 0,0-1 0 0 0,-1 0 0 0 0,1 0 0 0 0,0 0 0 0 0,-1 0 0 0 0,1-1 0 0 0,-1 1 0 0 0,0-1 0 0 0,0 1 0 0 0,0-1 0 0 0,0 0 0 0 0,0 0 0 0 0,-1 0 0 0 0,1 0 0 0 0,-1 0 0 0 0,0 0 0 0 0,2-4 0 0 0,-2 0-26 0 0,1 0 0 0 0,-1 0-1 0 0,0-1 1 0 0,0 1 0 0 0,-1-1 0 0 0,0 1-1 0 0,-1-1 1 0 0,1 1 0 0 0,-1 0 0 0 0,-1-1-1 0 0,1 1 1 0 0,-1 0 0 0 0,-1 0 0 0 0,1 0-1 0 0,-7-12 1 0 0,7 15-4 0 0,-1 0-1 0 0,1 0 0 0 0,-1 0 1 0 0,0 1-1 0 0,0-1 0 0 0,0 1 1 0 0,0-1-1 0 0,-1 1 0 0 0,1 0 1 0 0,-1 0-1 0 0,0 1 0 0 0,0-1 1 0 0,0 1-1 0 0,0 0 1 0 0,0 0-1 0 0,-1 0 0 0 0,1 1 1 0 0,-1-1-1 0 0,1 1 0 0 0,-1 0 1 0 0,1 1-1 0 0,-1-1 0 0 0,0 1 1 0 0,1-1-1 0 0,-1 1 0 0 0,-6 1 1 0 0,-6 3-939 0 0,1 2-3334 0 0,1 1-1576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1.7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1 141 7370 0 0,'21'4'3506'0'0,"-12"1"-2877"0"0,0 0 0 0 0,0 1 0 0 0,-1 0 1 0 0,0 0-1 0 0,0 1 0 0 0,0 0 1 0 0,10 13-1 0 0,-11-12-329 0 0,0 0 1 0 0,1-1 0 0 0,-1 0-1 0 0,2 0 1 0 0,-1-1-1 0 0,1 0 1 0 0,13 7 0 0 0,-18-15-349 0 0,-5-8 81 0 0,-8-18 76 0 0,5 17-141 0 0,0-2-21 0 0,1 0 0 0 0,0-1-1 0 0,1 0 1 0 0,1 1 0 0 0,0-1-1 0 0,1 0 1 0 0,0 0 0 0 0,1 1-1 0 0,1-1 1 0 0,0 0-1 0 0,1 1 1 0 0,9-27 0 0 0,-12 40 71 0 0,0-1 1 0 0,0 0 0 0 0,0 0-1 0 0,1 0 1 0 0,-1 1 0 0 0,0-1 0 0 0,1 0-1 0 0,-1 1 1 0 0,1-1 0 0 0,-1 0-1 0 0,1 1 1 0 0,-1-1 0 0 0,1 0-1 0 0,-1 1 1 0 0,1-1 0 0 0,0 1-1 0 0,-1-1 1 0 0,1 1 0 0 0,0-1-1 0 0,0 1 1 0 0,-1 0 0 0 0,1-1-1 0 0,0 1 1 0 0,0 0 0 0 0,-1 0-1 0 0,1-1 1 0 0,0 1 0 0 0,0 0-1 0 0,0 0 1 0 0,-1 0 0 0 0,1 0-1 0 0,0 0 1 0 0,0 0 0 0 0,0 0-1 0 0,0 0 1 0 0,-1 1 0 0 0,1-1 0 0 0,0 0-1 0 0,0 0 1 0 0,-1 1 0 0 0,1-1-1 0 0,0 0 1 0 0,0 1 0 0 0,-1-1-1 0 0,1 1 1 0 0,0-1 0 0 0,-1 1-1 0 0,1-1 1 0 0,0 1 0 0 0,-1-1-1 0 0,1 1 1 0 0,-1 0 0 0 0,1-1-1 0 0,-1 1 1 0 0,0 0 0 0 0,1 1-1 0 0,7 7 386 0 0,-1 1 0 0 0,-1 0 1 0 0,7 14-1 0 0,-4-8-133 0 0,9 13-1590 0 0,1 0 1 0 0,2-2-1 0 0,27 28 0 0 0,-36-43 281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2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22 10594 0 0,'0'-1'192'0'0,"-1"0"0"0"0,1 0 1 0 0,0 0-1 0 0,0 0 0 0 0,0 0 0 0 0,0 0 0 0 0,0 0 0 0 0,1 1 0 0 0,-1-1 0 0 0,0 0 0 0 0,0 0 1 0 0,0 0-1 0 0,1 0 0 0 0,-1 0 0 0 0,1 1 0 0 0,-1-1 0 0 0,0 0 0 0 0,1 0 0 0 0,-1 1 0 0 0,1-1 0 0 0,0 0 1 0 0,-1 0-1 0 0,2 0 0 0 0,-1 1-31 0 0,0-1 0 0 0,0 1 0 0 0,0 0 1 0 0,-1 0-1 0 0,1 0 0 0 0,0 1 0 0 0,0-1 1 0 0,0 0-1 0 0,0 0 0 0 0,-1 0 0 0 0,1 1 0 0 0,0-1 1 0 0,0 0-1 0 0,0 1 0 0 0,-1-1 0 0 0,1 0 1 0 0,0 1-1 0 0,-1-1 0 0 0,2 2 0 0 0,4 3 278 0 0,0 0 0 0 0,-1 0 0 0 0,0 0 0 0 0,7 10 0 0 0,10 20-6 0 0,-1 1 0 0 0,28 68-1 0 0,13 24 219 0 0,-44-96-1086 0 0,29 46-3949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2.2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2 210 2761 0 0,'0'-3'234'0'0,"-1"1"1"0"0,1-1-1 0 0,0 1 1 0 0,0-1-1 0 0,0 0 1 0 0,0 1 0 0 0,1-1-1 0 0,-1 0 1 0 0,1 1-1 0 0,0-1 1 0 0,0 1-1 0 0,0-1 1 0 0,0 1 0 0 0,1-3-1 0 0,18-34 2201 0 0,-14 28-2042 0 0,1 1 0 0 0,0 0 0 0 0,1 1 0 0 0,-1 0 0 0 0,2 0 0 0 0,-1 0 0 0 0,2 1 0 0 0,-1 0 0 0 0,1 1 0 0 0,0 0 1 0 0,0 1-1 0 0,1 0 0 0 0,0 0 0 0 0,13-4 0 0 0,-10 6-480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2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3 142 6913 0 0,'-1'-1'81'0'0,"1"0"-1"0"0,0 1 1 0 0,-1-1-1 0 0,1 0 1 0 0,0 0-1 0 0,0 0 0 0 0,-1 1 1 0 0,1-1-1 0 0,0 0 1 0 0,0 0-1 0 0,0 0 1 0 0,0 0-1 0 0,0 1 0 0 0,0-1 1 0 0,0 0-1 0 0,1 0 1 0 0,-1 0-1 0 0,0 0 1 0 0,0 1-1 0 0,1-1 0 0 0,-1 0 1 0 0,0 0-1 0 0,1 1 1 0 0,-1-1-1 0 0,1 0 0 0 0,-1 1 1 0 0,1-1-1 0 0,-1 0 1 0 0,1 1-1 0 0,-1-1 1 0 0,2 0-1 0 0,21-18 3112 0 0,-17 18-2865 0 0,0-1 0 0 0,0 1 1 0 0,0 1-1 0 0,1-1 0 0 0,-1 1 1 0 0,0 0-1 0 0,0 0 0 0 0,1 1 0 0 0,-1 0 1 0 0,0 0-1 0 0,0 0 0 0 0,0 1 1 0 0,0 0-1 0 0,0 0 0 0 0,7 4 1 0 0,-7-3-192 0 0,0 0 1 0 0,0 0 0 0 0,0 0 0 0 0,-1 1 0 0 0,1 0 0 0 0,-1 0 0 0 0,0 0 0 0 0,0 1 0 0 0,-1-1 0 0 0,1 1 0 0 0,-1 0 0 0 0,0 1 0 0 0,0-1 0 0 0,4 9 0 0 0,-8-7-19 0 0,-9-14-54 0 0,-7-15 72 0 0,11 11-245 0 0,1 0 0 0 0,1 0 0 0 0,0-1 0 0 0,0 1 0 0 0,-2-23 0 0 0,5 28-687 0 0,0-1 0 0 0,0 1 0 0 0,1 0 0 0 0,0-1 0 0 0,0 1 0 0 0,0 0 0 0 0,3-10-1 0 0,0 7-962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1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66 8290 0 0,'-5'11'4078'0'0,"-1"13"-2820"0"0,5-15-966 0 0,0 0 0 0 0,1 0 0 0 0,0 1 1 0 0,1-1-1 0 0,0 0 0 0 0,0 0 0 0 0,1 0 1 0 0,0-1-1 0 0,1 1 0 0 0,0 0 1 0 0,7 13-1 0 0,-9-18-230 0 0,1 0 1 0 0,0-1-1 0 0,0 0 0 0 0,1 1 1 0 0,-1-1-1 0 0,1 0 0 0 0,-1 0 1 0 0,1 0-1 0 0,0-1 1 0 0,0 1-1 0 0,0-1 0 0 0,1 0 1 0 0,-1 1-1 0 0,1-1 0 0 0,-1-1 1 0 0,1 1-1 0 0,-1 0 1 0 0,1-1-1 0 0,0 0 0 0 0,0 0 1 0 0,0 0-1 0 0,0 0 0 0 0,0-1 1 0 0,0 0-1 0 0,-1 1 1 0 0,1-1-1 0 0,0-1 0 0 0,0 1 1 0 0,5-1-1 0 0,-6 0-24 0 0,0 0 1 0 0,0 0-1 0 0,0-1 0 0 0,0 1 1 0 0,0-1-1 0 0,0 1 0 0 0,0-1 1 0 0,0 0-1 0 0,-1 0 0 0 0,1 0 1 0 0,-1 0-1 0 0,1-1 0 0 0,-1 1 1 0 0,0-1-1 0 0,0 0 0 0 0,0 1 0 0 0,0-1 1 0 0,0 0-1 0 0,-1 0 0 0 0,0 0 1 0 0,1 0-1 0 0,-1 0 0 0 0,0-1 1 0 0,0 1-1 0 0,-1 0 0 0 0,1 0 1 0 0,-1-1-1 0 0,1 1 0 0 0,-1-4 1 0 0,0-3-90 0 0,1 1 0 0 0,-2 0 0 0 0,1-1 0 0 0,-1 1 0 0 0,-1-1 0 0 0,1 1 0 0 0,-2 0 0 0 0,1 0 0 0 0,-5-11 0 0 0,3 12-270 0 0,0-1-1 0 0,-1 0 0 0 0,1 1 1 0 0,-2 0-1 0 0,1 0 0 0 0,-1 0 1 0 0,0 1-1 0 0,-1 0 0 0 0,-7-7 1 0 0,3 7-800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3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 11058 0 0,'0'0'77'0'0,"1"-1"0"0"0,-1 1 1 0 0,0 0-1 0 0,0 0 0 0 0,1 0 0 0 0,-1-1 0 0 0,0 1 0 0 0,0 0 0 0 0,1 0 0 0 0,-1 0 0 0 0,0 0 0 0 0,1 0 0 0 0,-1 0 0 0 0,0-1 0 0 0,1 1 0 0 0,-1 0 0 0 0,0 0 0 0 0,1 0 0 0 0,-1 0 0 0 0,0 0 1 0 0,1 0-1 0 0,-1 0 0 0 0,0 1 0 0 0,1-1 0 0 0,-1 0 0 0 0,0 0 0 0 0,0 0 0 0 0,1 0 0 0 0,-1 0 0 0 0,0 0 0 0 0,1 0 0 0 0,-1 1 0 0 0,0-1 0 0 0,1 0 0 0 0,10 14 1800 0 0,7 25 332 0 0,-15-32-1766 0 0,84 172 4227 0 0,-55-121-6271 0 0,1-1-3858 0 0,-23-40-1369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5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10138 0 0,'35'55'5180'0'0,"-4"-11"-2774"0"0,47 53 1 0 0,7-13-8172 0 0,-61-64-391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9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32 326 8754 0 0,'37'-67'3795'0'0,"-29"48"-3591"0"0,-1 0 0 0 0,0-1 0 0 0,-2 1-1 0 0,0-1 1 0 0,-1-1 0 0 0,-1 1 0 0 0,-1-1 0 0 0,-1 1-1 0 0,-2-35 1 0 0,1 54-183 0 0,0 0 0 0 0,0 0 0 0 0,0 0-1 0 0,0 0 1 0 0,0 0 0 0 0,0 0 0 0 0,-1 0 0 0 0,1 0 0 0 0,0 0-1 0 0,-1 0 1 0 0,1 0 0 0 0,0 0 0 0 0,-1 0 0 0 0,1 0 0 0 0,-1 0-1 0 0,1 0 1 0 0,-1 1 0 0 0,0-1 0 0 0,1 0 0 0 0,-1 0 0 0 0,0 1-1 0 0,1-1 1 0 0,-1 0 0 0 0,0 1 0 0 0,0-1 0 0 0,0 1 0 0 0,-1-1-1 0 0,1 1 43 0 0,0 0-1 0 0,-1 0 1 0 0,1 0-1 0 0,0 1 1 0 0,-1-1-1 0 0,1 0 1 0 0,0 1-1 0 0,0-1 1 0 0,-1 1-1 0 0,1 0 1 0 0,0-1-1 0 0,0 1 1 0 0,0 0-1 0 0,0 0 1 0 0,0 0-1 0 0,0-1 1 0 0,-1 3-1 0 0,-6 5 370 0 0,0 1-1 0 0,1 0 1 0 0,-8 12-1 0 0,10-14-316 0 0,1 1-1 0 0,0-1 1 0 0,0 1-1 0 0,1-1 1 0 0,-1 1-1 0 0,2 0 1 0 0,-1 0-1 0 0,1 0 1 0 0,0 1-1 0 0,0 10 1 0 0,2-13-116 0 0,0 0 0 0 0,1 0 0 0 0,0-1 1 0 0,0 1-1 0 0,0 0 0 0 0,1-1 0 0 0,0 1 1 0 0,0-1-1 0 0,0 0 0 0 0,0 1 1 0 0,1-1-1 0 0,0 0 0 0 0,0-1 0 0 0,1 1 1 0 0,-1 0-1 0 0,5 4 0 0 0,-1-2-263 0 0,-1-1 1 0 0,1 1-1 0 0,1-1 1 0 0,8 6-1 0 0,-13-10-19 0 0,0 0 1 0 0,-1-1-1 0 0,1 1 0 0 0,0-1 0 0 0,1 0 1 0 0,-1 1-1 0 0,0-1 0 0 0,0-1 1 0 0,0 1-1 0 0,1 0 0 0 0,-1-1 1 0 0,0 0-1 0 0,1 0 0 0 0,-1 0 1 0 0,5-1-1 0 0,8-2-1189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4.2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97 380 4145 0 0,'0'-1'70'0'0,"0"0"0"0"0,0 0 0 0 0,0 1 0 0 0,0-1 0 0 0,0 0 0 0 0,-1 0 0 0 0,1 0 0 0 0,0 1 1 0 0,0-1-1 0 0,-1 0 0 0 0,1 0 0 0 0,0 1 0 0 0,-1-1 0 0 0,1 0 0 0 0,-1 0 0 0 0,1 1 0 0 0,-1-1 0 0 0,0 1 0 0 0,1-1 0 0 0,-1 0 0 0 0,1 1 1 0 0,-1-1-1 0 0,0 1 0 0 0,1 0 0 0 0,-1-1 0 0 0,0 1 0 0 0,0-1 0 0 0,-1 1 0 0 0,1 0 125 0 0,-1 0 1 0 0,1 0-1 0 0,-1 1 0 0 0,1-1 0 0 0,0 1 0 0 0,-1-1 1 0 0,1 1-1 0 0,0-1 0 0 0,-1 1 0 0 0,1 0 1 0 0,0 0-1 0 0,0-1 0 0 0,0 1 0 0 0,0 0 1 0 0,-1 1-1 0 0,-4 4 625 0 0,0 1 1 0 0,0-1-1 0 0,1 1 0 0 0,-7 13 1 0 0,7-10-594 0 0,1-1 1 0 0,0 1 0 0 0,1 1-1 0 0,0-1 1 0 0,1 0 0 0 0,0 1-1 0 0,0-1 1 0 0,1 16-1 0 0,0-22-218 0 0,1 0-1 0 0,0 0 1 0 0,1 0-1 0 0,-1 0 1 0 0,1 0 0 0 0,-1 0-1 0 0,1 0 1 0 0,0 0-1 0 0,0-1 1 0 0,1 1-1 0 0,-1 0 1 0 0,1 0-1 0 0,0-1 1 0 0,0 1-1 0 0,0-1 1 0 0,1 0-1 0 0,-1 0 1 0 0,1 1-1 0 0,0-2 1 0 0,-1 1 0 0 0,1 0-1 0 0,1 0 1 0 0,-1-1-1 0 0,7 4 1 0 0,-8-5-64 0 0,0 0-1 0 0,-1 0 1 0 0,1 0 0 0 0,0-1 0 0 0,0 1 0 0 0,0-1 0 0 0,1 0 0 0 0,-1 1 0 0 0,0-1 0 0 0,0 0 0 0 0,0 0-1 0 0,0 0 1 0 0,0 0 0 0 0,0-1 0 0 0,0 1 0 0 0,0-1 0 0 0,0 1 0 0 0,0-1 0 0 0,0 0 0 0 0,0 1-1 0 0,2-3 1 0 0,0 1-232 0 0,-1 0 0 0 0,0-1-1 0 0,0 0 1 0 0,-1 1 0 0 0,1-1-1 0 0,0 0 1 0 0,-1-1-1 0 0,0 1 1 0 0,1 0 0 0 0,1-6-1 0 0,1-1-476 0 0,-1 0 0 0 0,0 0 0 0 0,-1 0 1 0 0,0 0-1 0 0,-1 0 0 0 0,0-1 0 0 0,0-16 0 0 0,-4-8 188 0 0,-3 2-1 0 0,0-1 1 0 0,-2 0 0 0 0,-17-46 0 0 0,4 7 2275 0 0,9 31-488 0 0,6 16 306 0 0,-2 1 0 0 0,0 0-1 0 0,-14-29 1 0 0,8 38 1195 0 0,13 16-2586 0 0,0 0 0 0 0,-1 0 0 0 0,1 0-1 0 0,0 0 1 0 0,-1 0 0 0 0,1 0-1 0 0,0 0 1 0 0,-1 0 0 0 0,1 0 0 0 0,0 0-1 0 0,-1 0 1 0 0,1 0 0 0 0,0 0-1 0 0,-1 0 1 0 0,1 0 0 0 0,-1 0-1 0 0,1 0 1 0 0,0 0 0 0 0,-3 2 1257 0 0,2-1-1258 0 0,0 1 136 0 0,0 0-1 0 0,0 0 1 0 0,0 0-1 0 0,0 0 0 0 0,0 0 1 0 0,1 0-1 0 0,-1 0 1 0 0,1 0-1 0 0,-1 0 1 0 0,1 1-1 0 0,0-1 0 0 0,0 0 1 0 0,0 4-1 0 0,1 9-149 0 0,2 0 0 0 0,0-1-1 0 0,0 1 1 0 0,1-1-1 0 0,1 0 1 0 0,1 0 0 0 0,0 0-1 0 0,0-1 1 0 0,1 0-1 0 0,1 0 1 0 0,9 12 0 0 0,8 7-116 0 0,2-1 1 0 0,53 50-1 0 0,46 25-22 0 0,-73-63-576 0 0,-18-12-79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5.2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2 6913 0 0,'-19'-2'7079'0'0,"24"11"-6158"0"0,16 35 167 0 0,-15-29-894 0 0,0-1 0 0 0,1 0 0 0 0,1 0 0 0 0,0 0 0 0 0,1-1 0 0 0,1-1 0 0 0,0 1-1 0 0,14 13 1 0 0,-13-16-138 0 0,0-1-1 0 0,1 0 0 0 0,0-1 1 0 0,0 0-1 0 0,1-1 0 0 0,0 0 1 0 0,0-1-1 0 0,1 0 0 0 0,0-1 0 0 0,0-1 1 0 0,0 0-1 0 0,17 2 0 0 0,-29-6-38 0 0,1-1-1 0 0,0 1 0 0 0,0 0 0 0 0,-1-1 1 0 0,1 1-1 0 0,0-1 0 0 0,-1 0 1 0 0,1 0-1 0 0,-1 0 0 0 0,1 0 1 0 0,-1-1-1 0 0,0 1 0 0 0,1-1 0 0 0,-1 1 1 0 0,0-1-1 0 0,0 0 0 0 0,0 0 1 0 0,0 0-1 0 0,0 0 0 0 0,-1 0 0 0 0,1 0 1 0 0,-1 0-1 0 0,1-1 0 0 0,-1 1 1 0 0,0 0-1 0 0,0-1 0 0 0,0 1 1 0 0,0-1-1 0 0,0 0 0 0 0,1-4 0 0 0,0-1-136 0 0,0-1 0 0 0,-1 1 0 0 0,0-1 0 0 0,0 1 0 0 0,-1-1 0 0 0,0 1 0 0 0,-1-1 0 0 0,-2-14 0 0 0,0 11-862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5.7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0 130 11979 0 0,'7'6'5514'0'0,"4"9"-3395"0"0,0-1-1559 0 0,5 6 57 0 0,0 0 0 0 0,23 20 0 0 0,-33-35-715 0 0,1 1 1 0 0,-1-1-1 0 0,1-1 1 0 0,0 1-1 0 0,0-1 1 0 0,1 0-1 0 0,-1-1 0 0 0,1 0 1 0 0,0 0-1 0 0,15 3 1 0 0,-21-6-36 0 0,-1 0 1 0 0,1 0 0 0 0,-1 0-1 0 0,1 0 1 0 0,0-1 0 0 0,-1 1-1 0 0,1 0 1 0 0,-1-1-1 0 0,1 0 1 0 0,-1 1 0 0 0,1-1-1 0 0,-1 0 1 0 0,1 0-1 0 0,-1 0 1 0 0,0 1 0 0 0,1-1-1 0 0,-1-1 1 0 0,0 1 0 0 0,0 0-1 0 0,0 0 1 0 0,0 0-1 0 0,0-1 1 0 0,0 1 0 0 0,0 0-1 0 0,0-1 1 0 0,-1 1-1 0 0,1-1 1 0 0,0 1 0 0 0,-1-1-1 0 0,1 1 1 0 0,-1-4-1 0 0,4-7-534 0 0,-1 0-1 0 0,-1 0 1 0 0,2-13-1 0 0,-3 17 204 0 0,0-9-334 0 0,0 0 1 0 0,-2 0-1 0 0,0 1 1 0 0,0-1-1 0 0,-7-26 0 0 0,0-2 1591 0 0,8 44-622 0 0,0 0 0 0 0,0 0 1 0 0,0 0-1 0 0,0 0 0 0 0,0 1 0 0 0,0-1 1 0 0,0 0-1 0 0,0 0 0 0 0,0 0 0 0 0,0 0 0 0 0,0 1 1 0 0,0-1-1 0 0,1 0 0 0 0,-1 0 0 0 0,0 1 0 0 0,0-1 1 0 0,1 0-1 0 0,-1 0 0 0 0,2-1 0 0 0,-2 2-33 0 0,0 0 0 0 0,1 0 0 0 0,-1-1 0 0 0,1 1 0 0 0,-1 0 0 0 0,1 0 0 0 0,-1 0 0 0 0,1-1 0 0 0,-1 1 0 0 0,1 0 0 0 0,-1 0 0 0 0,1 0 0 0 0,0 0 0 0 0,-1 0 0 0 0,1 0 0 0 0,-1 0 0 0 0,1 0 0 0 0,-1 0 0 0 0,1 1 0 0 0,-1-1 0 0 0,1 0 0 0 0,0 0 0 0 0,1 1 111 0 0,0 0 0 0 0,0 0 0 0 0,0 0-1 0 0,0 1 1 0 0,0-1 0 0 0,0 0 0 0 0,0 1 0 0 0,-1-1 0 0 0,1 1-1 0 0,0 0 1 0 0,-1 0 0 0 0,3 2 0 0 0,107 219 1758 0 0,-97-181-4256 0 0,-10-20-4701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6.3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11522 0 0,'18'33'5147'0'0,"90"100"-350"0"0,-40-53-3890 0 0,-27-28-819 0 0,21 23-1251 0 0,54 89 0 0 0,-108-148-1103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6.7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6 475 3225 0 0,'-1'-1'50'0'0,"0"-1"0"0"0,0 1 0 0 0,1-1 0 0 0,-1 1 0 0 0,1 0 0 0 0,0-1 0 0 0,-1 1 0 0 0,1-1 0 0 0,0 1 0 0 0,0-1 0 0 0,0 1 0 0 0,0-1 1 0 0,0 1-1 0 0,0-1 0 0 0,0 0 0 0 0,0 1 0 0 0,1-1 0 0 0,-1 1 0 0 0,0 0 0 0 0,1-1 0 0 0,-1 1 0 0 0,1-1 0 0 0,0 1 0 0 0,0 0 0 0 0,-1-1 0 0 0,1 1 0 0 0,2-2 1 0 0,32-38 1641 0 0,-24 30-1255 0 0,199-228 6514 0 0,-201 228-6698 0 0,-1 0 113 0 0,1 1-1 0 0,0 1 1 0 0,1 0-1 0 0,17-14 1 0 0,-25 22-258 0 0,1-1 0 0 0,-1 1 0 0 0,0 0 0 0 0,0 0 0 0 0,1-1 0 0 0,-1 2 0 0 0,1-1 0 0 0,-1 0 0 0 0,1 0 0 0 0,-1 1 0 0 0,1-1-1 0 0,-1 1 1 0 0,1 0 0 0 0,-1 0 0 0 0,1 0 0 0 0,0 0 0 0 0,-1 0 0 0 0,1 1 0 0 0,-1-1 0 0 0,1 1 0 0 0,-1 0 0 0 0,1-1 0 0 0,-1 1 0 0 0,1 0 0 0 0,-1 0 0 0 0,0 1 0 0 0,0-1 0 0 0,1 0 0 0 0,3 4 0 0 0,10 12 288 0 0,0 0 1 0 0,-1 1-1 0 0,-1 0 0 0 0,-1 1 1 0 0,20 39-1 0 0,27 36 404 0 0,-54-85-781 0 0,15 15-209 0 0,-11-23 70 0 0,-1-16 67 0 0,0-25 66 0 0,5-45 1 0 0,-10 54 0 0 0,1 0 0 0 0,2 0-1 0 0,11-32 1 0 0,-17 60 10 0 0,0 0 0 0 0,0 0-1 0 0,0 0 1 0 0,1 0-1 0 0,0 0 1 0 0,-1 0-1 0 0,1 0 1 0 0,0 0 0 0 0,0 1-1 0 0,0-1 1 0 0,1 1-1 0 0,-1 0 1 0 0,0-1-1 0 0,1 1 1 0 0,0 0 0 0 0,-1 0-1 0 0,5-1 1 0 0,-4 2-5 0 0,0 0-1 0 0,0 1 1 0 0,0 0 0 0 0,0-1 0 0 0,0 1 0 0 0,0 1 0 0 0,0-1 0 0 0,-1 0-1 0 0,1 1 1 0 0,0-1 0 0 0,0 1 0 0 0,0 0 0 0 0,0 0 0 0 0,0 0 0 0 0,-1 0-1 0 0,1 0 1 0 0,-1 1 0 0 0,1-1 0 0 0,3 4 0 0 0,0-1 15 0 0,56 32 637 0 0,-17-18-3271 0 0,-25-13-4951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7.0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149 290 6449 0 0,'0'-41'2341'0'0,"-2"-69"1313"0"0,1 95-3184 0 0,-1 1 0 0 0,0 0 1 0 0,-1 0-1 0 0,-1 0 1 0 0,-7-19-1 0 0,10 30-402 0 0,0 1 1 0 0,-1-1-1 0 0,1 1 0 0 0,0 0 1 0 0,0 0-1 0 0,-1 0 0 0 0,0 0 1 0 0,1 0-1 0 0,-1 0 1 0 0,0 0-1 0 0,0 0 0 0 0,0 1 1 0 0,-3-3-1 0 0,4 3-11 0 0,-1 1-1 0 0,1-1 0 0 0,-1 1 1 0 0,1-1-1 0 0,0 1 1 0 0,-1 0-1 0 0,1 0 1 0 0,-1-1-1 0 0,1 1 1 0 0,0 0-1 0 0,-1 0 1 0 0,1 1-1 0 0,-1-1 1 0 0,1 0-1 0 0,-1 0 1 0 0,1 1-1 0 0,0-1 1 0 0,-2 1-1 0 0,-1 1 67 0 0,0 0-1 0 0,1 1 0 0 0,-1-1 1 0 0,1 1-1 0 0,0-1 1 0 0,0 1-1 0 0,0 0 0 0 0,0 1 1 0 0,0-1-1 0 0,1 0 1 0 0,-1 1-1 0 0,1-1 0 0 0,0 1 1 0 0,-3 6-1 0 0,1 0 49 0 0,0 0-1 0 0,0 0 1 0 0,1 1 0 0 0,1-1-1 0 0,0 1 1 0 0,0 0-1 0 0,1-1 1 0 0,0 1 0 0 0,1 0-1 0 0,0 0 1 0 0,1 0-1 0 0,3 18 1 0 0,-2-22-123 0 0,0 0 0 0 0,0 0-1 0 0,1-1 1 0 0,0 1 0 0 0,0 0 0 0 0,1-1 0 0 0,0 0-1 0 0,0 0 1 0 0,0 0 0 0 0,1-1 0 0 0,0 1 0 0 0,0-1-1 0 0,0 0 1 0 0,0 0 0 0 0,1-1 0 0 0,0 0 0 0 0,0 0-1 0 0,0 0 1 0 0,14 5 0 0 0,-7-4-91 0 0,1 0 0 0 0,0-1-1 0 0,0 0 1 0 0,0-1 0 0 0,1-1 0 0 0,-1-1 0 0 0,22 0-1 0 0,23-6-3112 0 0,-39 1-3725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7.7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184 1 6913 0 0,'-3'0'216'0'0,"0"0"0"0"0,0 0-1 0 0,0 0 1 0 0,0 0-1 0 0,0 1 1 0 0,0-1 0 0 0,0 1-1 0 0,0 0 1 0 0,0 0-1 0 0,0 0 1 0 0,0 0-1 0 0,0 1 1 0 0,1-1 0 0 0,-1 1-1 0 0,0 0 1 0 0,-3 3-1 0 0,-5 4 308 0 0,0 0 0 0 0,1 2 0 0 0,1-1 0 0 0,-1 1 0 0 0,2 0 0 0 0,-1 1 0 0 0,2 0 0 0 0,-1 1 0 0 0,2-1 0 0 0,-7 17 1 0 0,7-13-203 0 0,1 0 1 0 0,0 0 0 0 0,1 0 0 0 0,1 0 0 0 0,0 1 0 0 0,1-1-1 0 0,1 1 1 0 0,2 26 0 0 0,-1-40-265 0 0,1 0 0 0 0,-1 0 0 0 0,1 0 1 0 0,0 0-1 0 0,0 0 0 0 0,0 0 0 0 0,1 0 0 0 0,-1-1 0 0 0,1 1 0 0 0,-1-1 0 0 0,1 1 1 0 0,0-1-1 0 0,0 1 0 0 0,0-1 0 0 0,0 0 0 0 0,3 2 0 0 0,-4-3-85 0 0,0 0 1 0 0,0-1-1 0 0,0 1 0 0 0,0 0 1 0 0,0-1-1 0 0,0 0 0 0 0,0 1 0 0 0,0-1 1 0 0,0 0-1 0 0,1 1 0 0 0,-1-1 0 0 0,0 0 1 0 0,0 0-1 0 0,0 0 0 0 0,0 0 0 0 0,1 0 1 0 0,-1 0-1 0 0,0 0 0 0 0,0 0 0 0 0,0-1 1 0 0,0 1-1 0 0,0 0 0 0 0,1-1 0 0 0,-1 1 1 0 0,0-1-1 0 0,0 1 0 0 0,0-1 1 0 0,0 0-1 0 0,0 1 0 0 0,0-1 0 0 0,-1 0 1 0 0,1 0-1 0 0,0 1 0 0 0,0-1 0 0 0,0 0 1 0 0,-1 0-1 0 0,1 0 0 0 0,0 0 0 0 0,-1 0 1 0 0,1 0-1 0 0,-1 0 0 0 0,1 0 0 0 0,-1-2 1 0 0,8-15-232 0 0,-1 1 0 0 0,-1-1 0 0 0,-1 0 0 0 0,-1-1 0 0 0,0 1 0 0 0,1-23 0 0 0,-2 16 574 0 0,1 1 0 0 0,12-39 0 0 0,-15 60-248 0 0,-1 0 1 0 0,1 0-1 0 0,1 0 1 0 0,-1 0-1 0 0,0 0 1 0 0,1 0-1 0 0,0 0 1 0 0,-1 0-1 0 0,1 1 1 0 0,0-1-1 0 0,1 1 1 0 0,-1-1-1 0 0,0 1 1 0 0,1 0 0 0 0,-1 0-1 0 0,1 0 1 0 0,0 0-1 0 0,-1 0 1 0 0,1 0-1 0 0,0 1 1 0 0,0 0-1 0 0,0-1 1 0 0,0 1-1 0 0,1 0 1 0 0,-1 1-1 0 0,0-1 1 0 0,0 0-1 0 0,0 1 1 0 0,1 0 0 0 0,-1 0-1 0 0,0 0 1 0 0,1 0-1 0 0,-1 0 1 0 0,0 1-1 0 0,0-1 1 0 0,1 1-1 0 0,-1 0 1 0 0,0 0-1 0 0,0 0 1 0 0,4 2-1 0 0,5 3 82 0 0,1 0-1 0 0,-1 1 0 0 0,0 0 0 0 0,-1 1 0 0 0,0 0 0 0 0,0 1 0 0 0,-1 0 1 0 0,13 14-1 0 0,-13-12-114 0 0,-1 1 0 0 0,0-1 0 0 0,-1 2 0 0 0,0-1 0 0 0,-1 1 0 0 0,0 0 0 0 0,7 21 0 0 0,-13-29-26 0 0,1-1 0 0 0,-1 1 1 0 0,0-1-1 0 0,0 1 0 0 0,-1 0 1 0 0,1 0-1 0 0,-1-1 0 0 0,0 1 0 0 0,-1 0 1 0 0,1-1-1 0 0,-1 1 0 0 0,0 0 1 0 0,0-1-1 0 0,0 1 0 0 0,0-1 1 0 0,-1 1-1 0 0,0-1 0 0 0,0 1 0 0 0,0-1 1 0 0,0 0-1 0 0,-1 0 0 0 0,0 0 1 0 0,0-1-1 0 0,0 1 0 0 0,0-1 1 0 0,-6 6-1 0 0,-1-2-259 0 0,0-1-1 0 0,0 0 1 0 0,0 0-1 0 0,-1-1 1 0 0,0 0 0 0 0,-14 4-1 0 0,10-4-310 0 0,1 0-1 0 0,-21 12 0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142 28 6913 0 0,'0'-1'196'0'0,"-1"-1"0"0"0,1 1 0 0 0,-1-1-1 0 0,0 0 1 0 0,0 1 0 0 0,0 0-1 0 0,0-1 1 0 0,0 1 0 0 0,0-1-1 0 0,0 1 1 0 0,-1 0 0 0 0,1 0 0 0 0,0 0-1 0 0,-1 0 1 0 0,1 0 0 0 0,-1 0-1 0 0,1 0 1 0 0,-1 0 0 0 0,1 1-1 0 0,-1-1 1 0 0,0 0 0 0 0,1 1 0 0 0,-1 0-1 0 0,0-1 1 0 0,0 1 0 0 0,1 0-1 0 0,-1 0 1 0 0,0 0 0 0 0,1 0-1 0 0,-1 0 1 0 0,0 0 0 0 0,0 0 0 0 0,1 1-1 0 0,-1-1 1 0 0,0 1 0 0 0,1-1-1 0 0,-1 1 1 0 0,0 0 0 0 0,1-1-1 0 0,-1 1 1 0 0,1 0 0 0 0,-2 1 0 0 0,-2 2 244 0 0,-1 0 0 0 0,1 0 0 0 0,0 0 1 0 0,0 1-1 0 0,1 0 0 0 0,0 0 0 0 0,0 0 0 0 0,0 0 1 0 0,-6 12-1 0 0,5-7-94 0 0,1 1 0 0 0,0 0 0 0 0,0 1 0 0 0,1-1 0 0 0,1 0 0 0 0,-2 21 0 0 0,3-28-326 0 0,1-1-1 0 0,-1 0 1 0 0,1 1 0 0 0,0-1-1 0 0,0 0 1 0 0,1 1 0 0 0,-1-1-1 0 0,1 0 1 0 0,-1 0-1 0 0,1 1 1 0 0,0-1 0 0 0,0 0-1 0 0,1 0 1 0 0,-1 0 0 0 0,1 0-1 0 0,-1 0 1 0 0,1 0-1 0 0,0 0 1 0 0,0-1 0 0 0,0 1-1 0 0,0-1 1 0 0,1 1-1 0 0,-1-1 1 0 0,1 0 0 0 0,0 0-1 0 0,-1 0 1 0 0,1 0 0 0 0,4 1-1 0 0,-6-2-26 0 0,0-1 0 0 0,1 1 0 0 0,-1-1 0 0 0,0 0-1 0 0,0 0 1 0 0,1 0 0 0 0,-1 0 0 0 0,0 0 0 0 0,0 0 0 0 0,1 0 0 0 0,-1 0-1 0 0,0 0 1 0 0,0 0 0 0 0,1-1 0 0 0,-1 1 0 0 0,0 0 0 0 0,0-1 0 0 0,0 1-1 0 0,1-1 1 0 0,-1 1 0 0 0,0-1 0 0 0,0 0 0 0 0,1-1 0 0 0,1 0-33 0 0,-1-1 1 0 0,1 0 0 0 0,-1 1 0 0 0,0-1 0 0 0,0 0-1 0 0,0 0 1 0 0,0 0 0 0 0,1-5 0 0 0,2-4-202 0 0,-2 1 0 0 0,1 0 0 0 0,-1-1 1 0 0,1-14-1 0 0,-3-3 27 0 0,2-18-11 0 0,-2 45 268 0 0,-1-1 1 0 0,0 1-1 0 0,1 0 1 0 0,0 0-1 0 0,0 0 1 0 0,0 0-1 0 0,-1 0 1 0 0,2 0-1 0 0,-1 0 0 0 0,0 0 1 0 0,0 0-1 0 0,1 0 1 0 0,-1 0-1 0 0,1 1 1 0 0,-1-1-1 0 0,5-2 1 0 0,-5 3 1 0 0,0 1 1 0 0,1-1 0 0 0,-1 1-1 0 0,1-1 1 0 0,-1 1-1 0 0,1 0 1 0 0,-1-1 0 0 0,1 1-1 0 0,-1 0 1 0 0,1 0-1 0 0,-1 0 1 0 0,1 0-1 0 0,-1 0 1 0 0,1 1 0 0 0,-1-1-1 0 0,1 0 1 0 0,-1 1-1 0 0,0-1 1 0 0,1 1 0 0 0,-1-1-1 0 0,1 1 1 0 0,0 1-1 0 0,35 23 271 0 0,-6-4-249 0 0,-27-20-116 0 0,0 0-1 0 0,0 0 1 0 0,0 0 0 0 0,0 0-1 0 0,0-1 1 0 0,0 1 0 0 0,0-1-1 0 0,1 0 1 0 0,-1 0 0 0 0,0-1-1 0 0,0 1 1 0 0,5-2 0 0 0,29-13-3827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3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81 920 0 0,'-4'-5'-190'0'0,"-1"0"1199"0"0,1 0 0 0 0,0-1 0 0 0,0 1-1 0 0,0-1 1 0 0,1 0 0 0 0,0 0 0 0 0,0 0-1 0 0,0 0 1 0 0,1 0 0 0 0,-1-13 2367 0 0,3 19-3319 0 0,1 0 1 0 0,-1 0 0 0 0,0 0 0 0 0,0 0-1 0 0,0 0 1 0 0,0 0 0 0 0,0 0 0 0 0,1 0-1 0 0,-1 0 1 0 0,0 0 0 0 0,0 0 0 0 0,0 0 115 0 0,1 0-116 0 0,10 8 1390 0 0,9 12-34 0 0,63 69 1890 0 0,-59-68-3238 0 0,0-1 0 0 0,1-2 0 0 0,49 30 1 0 0,18 7-2802 0 0,-76-45-4090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5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21 165 5985 0 0,'-1'0'157'0'0,"1"0"-1"0"0,-1 0 0 0 0,1 1 0 0 0,-1-1 0 0 0,0 0 1 0 0,1 0-1 0 0,-1 0 0 0 0,1 0 0 0 0,-1 1 1 0 0,0-1-1 0 0,1 0 0 0 0,-1 0 0 0 0,1 0 1 0 0,-1 0-1 0 0,0-1 0 0 0,1 1 0 0 0,-1 0 1 0 0,1 0-1 0 0,-1 0 0 0 0,0 0 0 0 0,1-1 0 0 0,-1 1 1 0 0,1 0-1 0 0,-1 0 0 0 0,1-1 0 0 0,-1 1 1 0 0,1-1-1 0 0,-1 1 0 0 0,1 0 0 0 0,-1-1 1 0 0,1 1-1 0 0,0-1 0 0 0,-1 1 0 0 0,1-1 0 0 0,0 1 1 0 0,-1-2-1 0 0,1 1 46 0 0,0-1-1 0 0,1 0 1 0 0,-1 0-1 0 0,0 1 1 0 0,1-1-1 0 0,-1 0 1 0 0,1 1 0 0 0,0-1-1 0 0,0 1 1 0 0,0-1-1 0 0,-1 0 1 0 0,3-1 0 0 0,38-45 1170 0 0,-22 32-1686 0 0,0 0 0 0 0,1 2-1 0 0,23-13 1 0 0,-20 14-4922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8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1 190 2304 0 0,'0'1'16'0'0,"0"-1"-1"0"0,0 1 1 0 0,0 0-1 0 0,0-1 0 0 0,-1 1 1 0 0,1 0-1 0 0,0 0 0 0 0,0-1 1 0 0,1 1-1 0 0,-1 0 0 0 0,0-1 1 0 0,0 1-1 0 0,0 0 0 0 0,0 0 1 0 0,1-1-1 0 0,-1 1 0 0 0,0 0 1 0 0,0-1-1 0 0,1 1 0 0 0,-1-1 1 0 0,1 1-1 0 0,-1 0 0 0 0,1-1 1 0 0,-1 1-1 0 0,1-1 0 0 0,-1 1 1 0 0,1-1-1 0 0,-1 1 0 0 0,1-1 1 0 0,-1 0-1 0 0,1 1 0 0 0,0-1 1 0 0,-1 0-1 0 0,1 1 0 0 0,0-1 1 0 0,-1 0-1 0 0,1 0 1 0 0,0 0-1 0 0,-1 0 0 0 0,2 1 1 0 0,0-2 120 0 0,0 1 0 0 0,0-1 0 0 0,0 0 0 0 0,0 1 1 0 0,-1-1-1 0 0,1 0 0 0 0,0 0 0 0 0,0 0 1 0 0,-1-1-1 0 0,1 1 0 0 0,-1 0 0 0 0,1-1 1 0 0,-1 1-1 0 0,3-3 0 0 0,0-2 138 0 0,-1 0-1 0 0,1 0 1 0 0,-1 0-1 0 0,0-1 1 0 0,0 1-1 0 0,-1-1 1 0 0,0 1-1 0 0,0-1 1 0 0,0 0-1 0 0,-1 0 1 0 0,0 0 0 0 0,-1 0-1 0 0,1 0 1 0 0,-1 0-1 0 0,-1 0 1 0 0,1 0-1 0 0,-1 0 1 0 0,-1 0-1 0 0,1 1 1 0 0,-1-1-1 0 0,0 0 1 0 0,0 0-1 0 0,-1 1 1 0 0,0 0 0 0 0,0-1-1 0 0,-7-7 1 0 0,10 13-196 0 0,0 1 1 0 0,0-1-1 0 0,-1 1 1 0 0,1-1-1 0 0,0 1 0 0 0,0 0 1 0 0,-1-1-1 0 0,1 1 1 0 0,-1 0-1 0 0,1-1 1 0 0,0 1-1 0 0,-1 0 1 0 0,1 0-1 0 0,-1-1 1 0 0,1 1-1 0 0,0 0 1 0 0,-1 0-1 0 0,1 0 1 0 0,-1-1-1 0 0,1 1 0 0 0,-1 0 1 0 0,1 0-1 0 0,-1 0 1 0 0,1 0-1 0 0,-1 0 1 0 0,1 0-1 0 0,-1 0 1 0 0,1 0-1 0 0,-1 0 1 0 0,1 0-1 0 0,-1 0 1 0 0,1 1-1 0 0,-1-1 1 0 0,1 0-1 0 0,-1 0 1 0 0,-8 18 1834 0 0,3 24 243 0 0,6-32-1923 0 0,1 0-1 0 0,-1 0 1 0 0,2 0 0 0 0,-1 0-1 0 0,1 0 1 0 0,1-1-1 0 0,0 1 1 0 0,0-1-1 0 0,1 0 1 0 0,0 0-1 0 0,0 0 1 0 0,1 0-1 0 0,7 8 1 0 0,-8-12-260 0 0,0 0 0 0 0,0-1-1 0 0,1 0 1 0 0,0 1 0 0 0,0-2 0 0 0,0 1 0 0 0,0-1 0 0 0,1 1 0 0 0,-1-1 0 0 0,1-1 0 0 0,0 1 0 0 0,0-1 0 0 0,0 0-1 0 0,0 0 1 0 0,0-1 0 0 0,0 0 0 0 0,1 0 0 0 0,-1 0 0 0 0,0-1 0 0 0,0 0 0 0 0,11-1 0 0 0,8-3-5260 0 0,1 0-1853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9.5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 8290 0 0,'10'-3'9248'0'0,"-10"2"-9080"0"0,11 23 1363 0 0,-1 29-862 0 0,4 57 0 0 0,-4-27-613 0 0,35 394 582 0 0,-40-201-377 0 0,16 216 402 0 0,24 86-369 0 0,-42-513-304 0 0,13 145 65 0 0,5 122 58 0 0,-22-164-85 0 0,22 459 192 0 0,10-297-182 0 0,-7-78-12 0 0,-10-38 755 0 0,-8-99-461 0 0,2-36-165 0 0,-8-77-234 0 0,-1-4-1387 0 0,-1-15 731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9.9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49 4145 0 0,'-27'3'14807'0'0,"53"7"-12651"0"0,15 7-1895 0 0,-39-17-261 0 0,0 1 1 0 0,0-1-1 0 0,0 1 0 0 0,0-1 0 0 0,0 1 0 0 0,0-1 1 0 0,0 0-1 0 0,0 0 0 0 0,0 0 0 0 0,0 0 1 0 0,0-1-1 0 0,0 1 0 0 0,0 0 0 0 0,-1-1 0 0 0,5-1 1 0 0,-5 2 13 0 0,0-1 1 0 0,0 0 0 0 0,0 0 0 0 0,-1 0 0 0 0,1-1-1 0 0,0 1 1 0 0,0 0 0 0 0,-1 0 0 0 0,1 0 0 0 0,0 0 0 0 0,-1-1-1 0 0,1 1 1 0 0,-1 0 0 0 0,0-1 0 0 0,1 1 0 0 0,-1 0-1 0 0,0-1 1 0 0,0 1 0 0 0,0 0 0 0 0,0-1 0 0 0,0 1-1 0 0,0 0 1 0 0,0-1 0 0 0,-1 1 0 0 0,1 0 0 0 0,0-1 0 0 0,-1 1-1 0 0,1 0 1 0 0,-1 0 0 0 0,1-1 0 0 0,-1 1 0 0 0,0 0-1 0 0,1 0 1 0 0,-1 0 0 0 0,0 0 0 0 0,-1-2 0 0 0,0 1 15 0 0,1 0 1 0 0,-1-1-1 0 0,1 1 0 0 0,-1 0 1 0 0,0 0-1 0 0,0 0 1 0 0,0 0-1 0 0,0 0 1 0 0,0 1-1 0 0,0-1 1 0 0,0 1-1 0 0,-1-1 1 0 0,1 1-1 0 0,-1 0 0 0 0,1 0 1 0 0,-1 0-1 0 0,-3-1 1 0 0,5 2-80 0 0,0 0-1 0 0,1 1 1 0 0,-1-1 0 0 0,1 0 0 0 0,-1 1 0 0 0,1-1-1 0 0,-1 1 1 0 0,1-1 0 0 0,-1 0 0 0 0,1 1-1 0 0,0-1 1 0 0,-1 1 0 0 0,1-1 0 0 0,-1 1 0 0 0,1 0-1 0 0,0-1 1 0 0,0 1 0 0 0,-1-1 0 0 0,1 1-1 0 0,0-1 1 0 0,0 1 0 0 0,0 0 0 0 0,0-1 0 0 0,0 1-1 0 0,-1 0 1 0 0,1-1 0 0 0,0 1 0 0 0,1 0 0 0 0,-1-1-1 0 0,0 2 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0.6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82 111 1376 0 0,'-3'-5'576'0'0,"0"1"0"0"0,-1-1 0 0 0,1 1 0 0 0,-1 0 0 0 0,0 0 0 0 0,0 1 0 0 0,-4-4 0 0 0,7 6-401 0 0,0 0-1 0 0,0 0 1 0 0,-1 0-1 0 0,1 0 1 0 0,0 0 0 0 0,0 0-1 0 0,-1 0 1 0 0,1 1-1 0 0,0-1 1 0 0,-1 1 0 0 0,1-1-1 0 0,-1 1 1 0 0,1-1 0 0 0,0 1-1 0 0,-1 0 1 0 0,1-1-1 0 0,-1 1 1 0 0,1 0 0 0 0,-1 0-1 0 0,1 0 1 0 0,-1 1 0 0 0,1-1-1 0 0,-1 0 1 0 0,1 0-1 0 0,-1 1 1 0 0,1-1 0 0 0,-1 1-1 0 0,1-1 1 0 0,0 1 0 0 0,-1 0-1 0 0,-1 1 1 0 0,2-1 20 0 0,1 0 0 0 0,0 0 1 0 0,-1 0-1 0 0,1-1 0 0 0,0 1 1 0 0,0 0-1 0 0,-1 0 0 0 0,1 0 1 0 0,0 0-1 0 0,0 0 0 0 0,0 0 1 0 0,0 0-1 0 0,0 0 0 0 0,0 0 1 0 0,1 0-1 0 0,-1 0 0 0 0,0 0 1 0 0,0 0-1 0 0,1-1 0 0 0,0 3 1 0 0,11 24 773 0 0,-6-16-608 0 0,-5-7-315 0 0,9 21 153 0 0,-10-24-195 0 0,0-1 0 0 0,0 1 0 0 0,0 0 0 0 0,1-1 0 0 0,-1 1 0 0 0,0 0 0 0 0,0-1 0 0 0,1 1 0 0 0,-1-1 0 0 0,1 1 0 0 0,-1 0 0 0 0,0-1 0 0 0,1 1 0 0 0,-1-1-1 0 0,1 1 1 0 0,-1-1 0 0 0,1 0 0 0 0,0 1 0 0 0,-1-1 0 0 0,1 1 0 0 0,-1-1 0 0 0,1 0 0 0 0,0 0 0 0 0,-1 1 0 0 0,1-1 0 0 0,1 0 0 0 0,-1-4 53 0 0,0 0-1 0 0,0 0 1 0 0,-1-1 0 0 0,1 1 0 0 0,-1-1 0 0 0,0 1-1 0 0,0 0 1 0 0,0-1 0 0 0,-2-4 0 0 0,2 0 96 0 0,-1 1-1 0 0,0-1 1 0 0,-1 0 0 0 0,0 0 0 0 0,0 1-1 0 0,-1-1 1 0 0,0 1 0 0 0,0 0 0 0 0,-1 0-1 0 0,0 0 1 0 0,-1 0 0 0 0,-10-13 0 0 0,35 45 582 0 0,-17-19-863 0 0,0-1 1 0 0,1 1 0 0 0,-1-1-1 0 0,1 0 1 0 0,0 0-1 0 0,0 0 1 0 0,0-1 0 0 0,0 1-1 0 0,1-1 1 0 0,0 0-1 0 0,7 4 1 0 0,-7-7-449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1.1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 7834 0 0,'3'-3'8976'0'0,"6"21"-6886"0"0,7 30-1709 0 0,-3-17-62 0 0,1 0-1 0 0,1 0 0 0 0,2-2 0 0 0,33 46 0 0 0,-30-48-847 0 0,-2 1 0 0 0,0 0 0 0 0,-2 2 0 0 0,21 53 0 0 0,-36-79 60 0 0,0-1 0 0 0,0 0 1 0 0,0 1-1 0 0,-1-1 0 0 0,1 1 1 0 0,-1 0-1 0 0,0-1 0 0 0,0 1 1 0 0,0-1-1 0 0,0 1 0 0 0,-1 3 1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1.4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26 207 4609 0 0,'-4'-8'368'0'0,"1"1"1"0"0,-1-1-1 0 0,1 1 0 0 0,0-1 1 0 0,1 0-1 0 0,0 0 0 0 0,0 0 1 0 0,1-1-1 0 0,0 1 0 0 0,1 0 1 0 0,-1 0-1 0 0,2-1 0 0 0,-1 1 1 0 0,3-12-1 0 0,-2 16-176 0 0,0 0-1 0 0,0 1 1 0 0,0-1 0 0 0,1 0-1 0 0,-1 0 1 0 0,1 1 0 0 0,0-1-1 0 0,0 1 1 0 0,0 0 0 0 0,1 0-1 0 0,-1-1 1 0 0,1 1 0 0 0,0 1-1 0 0,0-1 1 0 0,0 0 0 0 0,0 1-1 0 0,0-1 1 0 0,0 1 0 0 0,1 0-1 0 0,-1 0 1 0 0,1 1 0 0 0,0-1-1 0 0,-1 1 1 0 0,1-1 0 0 0,0 1-1 0 0,0 0 1 0 0,0 1 0 0 0,0-1-1 0 0,0 1 1 0 0,0-1 0 0 0,6 2-1 0 0,2-1 3 0 0,0 2 0 0 0,0 0-1 0 0,-1 0 1 0 0,1 1-1 0 0,-1 0 1 0 0,1 1 0 0 0,-1 0-1 0 0,0 1 1 0 0,-1 0 0 0 0,1 1-1 0 0,-1 0 1 0 0,0 1-1 0 0,11 10 1 0 0,-9-7-159 0 0,-1 0 0 0 0,1 1 0 0 0,-2 0-1 0 0,0 1 1 0 0,0 1 0 0 0,-1-1 0 0 0,-1 2 0 0 0,0-1 0 0 0,10 24 0 0 0,-14-28 57 0 0,-1 1 0 0 0,-1-1 0 0 0,1 1-1 0 0,-2 0 1 0 0,1 0 0 0 0,-1-1 0 0 0,-1 1 0 0 0,0 0 0 0 0,0 0 0 0 0,-1 0 0 0 0,0 0 0 0 0,-1 0 0 0 0,0 0 0 0 0,-5 11 0 0 0,5-13-163 0 0,-2 0 0 0 0,1-1 0 0 0,-1 0 0 0 0,0 0 0 0 0,-1 0 0 0 0,0 0 0 0 0,0-1 1 0 0,0 1-1 0 0,-10 7 0 0 0,9-8-631 0 0,-1-1 1 0 0,0-1-1 0 0,0 1 1 0 0,0-1-1 0 0,0 0 0 0 0,-10 3 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2.2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 39 5065 0 0,'1'-2'185'0'0,"-1"0"-1"0"0,0 0 1 0 0,0 0 0 0 0,0 0-1 0 0,0 0 1 0 0,-1 0 0 0 0,1 0-1 0 0,0 0 1 0 0,-1 0 0 0 0,1 0-1 0 0,-1 0 1 0 0,0 0 0 0 0,0 0-1 0 0,0 0 1 0 0,0 1 0 0 0,0-1-1 0 0,-2-2 1 0 0,3 4-156 0 0,-1 0 1 0 0,1-1-1 0 0,-1 1 0 0 0,1 0 1 0 0,-1 0-1 0 0,1 0 0 0 0,-1 0 1 0 0,1 0-1 0 0,-1-1 0 0 0,1 1 1 0 0,-1 0-1 0 0,1 0 1 0 0,-1 0-1 0 0,1 0 0 0 0,-1 0 1 0 0,0 1-1 0 0,1-1 0 0 0,-1 0 1 0 0,1 0-1 0 0,-1 0 0 0 0,1 0 1 0 0,-1 1-1 0 0,-18 14 536 0 0,6 2-6 0 0,1 2 1 0 0,1 0-1 0 0,0 0 1 0 0,1 1 0 0 0,1 0-1 0 0,-9 33 1 0 0,12-37 149 0 0,6-15-678 0 0,-1 1 0 0 0,1-1 1 0 0,0 0-1 0 0,0 1 0 0 0,-1-1 0 0 0,1 0 1 0 0,0 1-1 0 0,0-1 0 0 0,0 1 0 0 0,0-1 0 0 0,1 0 1 0 0,-1 1-1 0 0,0-1 0 0 0,0 1 0 0 0,1-1 0 0 0,-1 0 1 0 0,1 0-1 0 0,0 1 0 0 0,-1-1 0 0 0,1 0 0 0 0,0 0 1 0 0,-1 0-1 0 0,1 1 0 0 0,0-1 0 0 0,0 0 0 0 0,0 0 1 0 0,0 0-1 0 0,0 0 0 0 0,0-1 0 0 0,0 1 0 0 0,1 0 1 0 0,-1 0-1 0 0,0-1 0 0 0,0 1 0 0 0,1-1 1 0 0,-1 1-1 0 0,0-1 0 0 0,1 1 0 0 0,-1-1 0 0 0,0 0 1 0 0,3 0-1 0 0,7 3-94 0 0,0-1 0 0 0,1 0 0 0 0,20-1 0 0 0,-25-1 136 0 0,46 1-401 0 0,57 4-62 0 0,-97-3 333 0 0,0 0 0 0 0,-1 1 1 0 0,1 0-1 0 0,-1 1 1 0 0,0 1-1 0 0,18 8 0 0 0,-29-12 58 0 0,0-1 0 0 0,-1 0 0 0 0,1 1 0 0 0,0-1 0 0 0,-1 1 0 0 0,1-1 0 0 0,-1 1 0 0 0,1 0 0 0 0,0-1 0 0 0,-1 1 0 0 0,1 0 0 0 0,-1-1 0 0 0,0 1 0 0 0,1 0 0 0 0,-1-1 0 0 0,0 1 0 0 0,1 0 0 0 0,-1 0 0 0 0,0-1 0 0 0,0 1 0 0 0,0 0 0 0 0,1 0 0 0 0,-1 0 0 0 0,0-1 0 0 0,0 1 0 0 0,0 1 0 0 0,-10 23 143 0 0,-26 19 769 0 0,35-43-852 0 0,-15 15 517 0 0,-1-1 0 0 0,0-1 0 0 0,-2-1 0 0 0,1 0 0 0 0,-2-2 0 0 0,1 0 0 0 0,-2-1 1 0 0,1-1-1 0 0,-42 12 0 0 0,55-19-750 0 0,0-1 1 0 0,0 0-1 0 0,0 0 1 0 0,0-1-1 0 0,0 1 1 0 0,0-2-1 0 0,-14-1 1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6.4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36 10594 0 0,'-1'0'57'0'0,"1"0"0"0"0,-1 0-1 0 0,1 0 1 0 0,-1 0 0 0 0,1 0-1 0 0,-1 0 1 0 0,0 0 0 0 0,1 0 0 0 0,-1 1-1 0 0,1-1 1 0 0,-1 0 0 0 0,1 0-1 0 0,-1 1 1 0 0,1-1 0 0 0,-1 0-1 0 0,1 1 1 0 0,0-1 0 0 0,-1 0 0 0 0,1 1-1 0 0,-1-1 1 0 0,1 1 0 0 0,0-1-1 0 0,-1 1 1 0 0,1-1 0 0 0,0 1-1 0 0,0-1 1 0 0,-1 1 0 0 0,1-1 0 0 0,0 1-1 0 0,0-1 1 0 0,0 1 0 0 0,0-1-1 0 0,0 1 1 0 0,0 0 0 0 0,-1-1-1 0 0,1 1 1 0 0,0-1 0 0 0,1 1 0 0 0,-1-1-1 0 0,0 1 1 0 0,0-1 0 0 0,0 1-1 0 0,0 0 1 0 0,0-1 0 0 0,0 1-1 0 0,1-1 1 0 0,-1 1 0 0 0,0-1-1 0 0,1 1 1 0 0,-1-1 0 0 0,0 0 0 0 0,1 1-1 0 0,-1-1 1 0 0,1 1 0 0 0,17 29 1575 0 0,-17-29-1672 0 0,12 19 798 0 0,-8-12-423 0 0,-1-1 1 0 0,1 0-1 0 0,0 0 1 0 0,1 0-1 0 0,0-1 1 0 0,0 0-1 0 0,0 0 1 0 0,1-1-1 0 0,8 7 0 0 0,-15-13-330 0 0,1 1 0 0 0,0-1-1 0 0,-1 0 1 0 0,1 1 0 0 0,-1-1 0 0 0,1 1-1 0 0,-1-1 1 0 0,1 0 0 0 0,-1 1-1 0 0,1-1 1 0 0,-1 0 0 0 0,1 0-1 0 0,-1 1 1 0 0,0-1 0 0 0,0 0-1 0 0,1 0 1 0 0,-1 0 0 0 0,0 1-1 0 0,0-1 1 0 0,0 0 0 0 0,0 0-1 0 0,0 0 1 0 0,0 0 0 0 0,0-1-1 0 0,3-23 209 0 0,-4 13-138 0 0,-1 1 0 0 0,0-1 0 0 0,0 1 0 0 0,-6-15 1 0 0,6 22-57 0 0,1 0 1 0 0,-1 0 0 0 0,0 0 0 0 0,0 0 0 0 0,0 0 0 0 0,0 0 0 0 0,-1 1-1 0 0,1-1 1 0 0,-1 1 0 0 0,0 0 0 0 0,0 0 0 0 0,0 0 0 0 0,-1 0 0 0 0,-5-4-1 0 0,8 7-19 0 0,1 0-1 0 0,-1 0 1 0 0,0 0-1 0 0,1-1 1 0 0,-1 1-1 0 0,0 0 0 0 0,0 0 1 0 0,1 0-1 0 0,-1 0 1 0 0,0 0-1 0 0,1 1 1 0 0,-1-1-1 0 0,0 0 1 0 0,1 0-1 0 0,-1 0 0 0 0,0 0 1 0 0,1 1-1 0 0,-1-1 1 0 0,1 0-1 0 0,-1 1 1 0 0,0-1-1 0 0,1 1 1 0 0,-1-1-1 0 0,1 0 0 0 0,-1 1 1 0 0,1-1-1 0 0,-1 1 1 0 0,1 0-1 0 0,-1-1 1 0 0,1 1-1 0 0,0-1 0 0 0,-1 1 1 0 0,1-1-1 0 0,0 1 1 0 0,0 0-1 0 0,-1-1 1 0 0,1 1-1 0 0,0 0 1 0 0,0-1-1 0 0,0 1 0 0 0,0 0 1 0 0,0 0-1 0 0,0-1 1 0 0,0 2-1 0 0,-5 35-48 0 0,5-34 43 0 0,0 4-16 0 0,0-1 0 0 0,0 1-1 0 0,1 0 1 0 0,0 0 0 0 0,0-1 0 0 0,3 8-1 0 0,-4-12 20 0 0,0-1-1 0 0,1 0 0 0 0,-1 1 1 0 0,1-1-1 0 0,-1 1 0 0 0,1-1 1 0 0,0 0-1 0 0,-1 0 0 0 0,1 1 1 0 0,0-1-1 0 0,0 0 0 0 0,0 0 1 0 0,0 0-1 0 0,0 0 0 0 0,0 0 1 0 0,0 0-1 0 0,0 0 0 0 0,1 0 1 0 0,-1-1-1 0 0,0 1 0 0 0,0 0 1 0 0,1-1-1 0 0,-1 1 0 0 0,1-1 1 0 0,-1 1-1 0 0,0-1 0 0 0,1 0 1 0 0,-1 1-1 0 0,1-1 0 0 0,-1 0 1 0 0,1 0-1 0 0,-1 0 0 0 0,0 0 1 0 0,1 0-1 0 0,1-1 0 0 0,-1 0 44 0 0,1 0-1 0 0,-1 0 1 0 0,1 0 0 0 0,-1 0-1 0 0,0 0 1 0 0,0-1 0 0 0,0 1-1 0 0,1-1 1 0 0,-1 0-1 0 0,-1 0 1 0 0,1 1 0 0 0,0-1-1 0 0,0 0 1 0 0,-1-1-1 0 0,1 1 1 0 0,-1 0 0 0 0,0 0-1 0 0,1-1 1 0 0,-1 1-1 0 0,0-1 1 0 0,-1 1 0 0 0,1-1-1 0 0,0 1 1 0 0,-1-1-1 0 0,1 1 1 0 0,-1-1 0 0 0,0-3-1 0 0,1-1 87 0 0,-1 0-1 0 0,0 0 0 0 0,0 0 1 0 0,0 0-1 0 0,-1 0 1 0 0,0 0-1 0 0,-1 0 1 0 0,-4-13-1 0 0,6 20-129 0 0,0 0-1 0 0,0-1 1 0 0,0 1-1 0 0,0-1 1 0 0,-1 1-1 0 0,1-1 1 0 0,0 1-1 0 0,0 0 1 0 0,0-1-1 0 0,0 1 1 0 0,-1-1-1 0 0,1 1 1 0 0,0 0-1 0 0,0-1 1 0 0,-1 1-1 0 0,1 0 1 0 0,0-1-1 0 0,-1 1 1 0 0,1 0-1 0 0,0-1 1 0 0,-1 1-1 0 0,1 0 1 0 0,-1 0-1 0 0,1 0 1 0 0,0-1-1 0 0,-1 1 1 0 0,1 0-1 0 0,-1 0 1 0 0,1 0 0 0 0,-1 0-1 0 0,1 0 1 0 0,0 0-1 0 0,-1 0 1 0 0,1 0-1 0 0,-1 0 1 0 0,1 0-1 0 0,-1 0 1 0 0,1 0-1 0 0,-1 0 1 0 0,1 0-1 0 0,-1 0 1 0 0,0 1-65 0 0,0 0 0 0 0,1-1 0 0 0,-1 1 0 0 0,0 0 0 0 0,1 0 1 0 0,-1 0-1 0 0,0-1 0 0 0,1 1 0 0 0,-1 0 0 0 0,1 0 0 0 0,-1 0 0 0 0,1 0 1 0 0,0 0-1 0 0,-1 0 0 0 0,1 0 0 0 0,0 2 0 0 0,-3 10-498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5.5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33 125 656 0 0,'1'-1'377'0'0,"0"0"0"0"0,5-3 1883 0 0,-6 3-1883 0 0,1 0-1 0 0,0 0 1 0 0,-1 0 0 0 0,1 0 0 0 0,-1 0-1 0 0,1 0 1 0 0,-1 0 0 0 0,1 0-1 0 0,-1 0 1 0 0,0 0 0 0 0,1-1 0 0 0,-1 1-1 0 0,0 0 1 0 0,0 0 0 0 0,0 0 0 0 0,0 0-1 0 0,0-1 1 0 0,0 0 0 0 0,-1-11 1334 0 0,3 31 5251 0 0,4 15-5323 0 0,6-1-2205 0 0,-11-31 581 0 0,-1 0 1 0 0,1 0 0 0 0,0-1-1 0 0,-1 1 1 0 0,1 0-1 0 0,0 0 1 0 0,0 0-1 0 0,-1 0 1 0 0,1-1 0 0 0,0 1-1 0 0,0 0 1 0 0,0-1-1 0 0,0 1 1 0 0,0-1-1 0 0,0 1 1 0 0,0-1 0 0 0,0 0-1 0 0,0 1 1 0 0,0-1-1 0 0,0 0 1 0 0,2 1-1 0 0,-1-2 9 0 0,-1 1-1 0 0,1-1 0 0 0,-1 1 0 0 0,1-1 1 0 0,-1 1-1 0 0,1-1 0 0 0,-1 0 0 0 0,1 0 0 0 0,-1 0 1 0 0,0 0-1 0 0,1 0 0 0 0,-1 0 0 0 0,0 0 0 0 0,0 0 1 0 0,0-1-1 0 0,0 1 0 0 0,0 0 0 0 0,0-1 0 0 0,0 1 1 0 0,-1-1-1 0 0,1 1 0 0 0,0-1 0 0 0,-1 1 1 0 0,1-1-1 0 0,-1 1 0 0 0,1-1 0 0 0,-1 1 0 0 0,0-4 1 0 0,2-2 74 0 0,-1 0 1 0 0,0 0-1 0 0,-1-1 1 0 0,0 1-1 0 0,0-8 1 0 0,-1 10-91 0 0,-1 0 1 0 0,1 0-1 0 0,-1 1 0 0 0,0-1 1 0 0,0 1-1 0 0,-1-1 1 0 0,1 1-1 0 0,-1 0 0 0 0,0 0 1 0 0,0 0-1 0 0,0 0 1 0 0,-1 1-1 0 0,1-1 0 0 0,-6-3 1 0 0,8 6-7 0 0,0 0 0 0 0,-1-1 0 0 0,1 1 0 0 0,0 0 0 0 0,-1 0 0 0 0,1 0 0 0 0,-1 1 1 0 0,0-1-1 0 0,1 0 0 0 0,-1 1 0 0 0,0-1 0 0 0,1 1 0 0 0,-1-1 0 0 0,0 1 0 0 0,1 0 0 0 0,-1-1 0 0 0,0 1 0 0 0,0 0 1 0 0,1 0-1 0 0,-1 1 0 0 0,0-1 0 0 0,0 0 0 0 0,1 0 0 0 0,-1 1 0 0 0,0-1 0 0 0,0 1 0 0 0,1 0 0 0 0,-1-1 0 0 0,1 1 1 0 0,-1 0-1 0 0,1 0 0 0 0,-1 0 0 0 0,1 0 0 0 0,-1 0 0 0 0,1 0 0 0 0,0 1 0 0 0,0-1 0 0 0,-1 0 0 0 0,1 1 1 0 0,0-1-1 0 0,0 1 0 0 0,-1 1 0 0 0,1 0-9 0 0,-1 0 1 0 0,1-1 0 0 0,-1 1-1 0 0,1 0 1 0 0,0 0 0 0 0,0 0-1 0 0,0 0 1 0 0,1 0-1 0 0,-1 0 1 0 0,1 0 0 0 0,-1 0-1 0 0,1 0 1 0 0,0 0 0 0 0,0 0-1 0 0,1 0 1 0 0,-1 0-1 0 0,1 0 1 0 0,-1 0 0 0 0,1 0-1 0 0,0 0 1 0 0,0 0 0 0 0,0-1-1 0 0,0 1 1 0 0,1 0-1 0 0,-1-1 1 0 0,1 1 0 0 0,0 0-1 0 0,-1-1 1 0 0,1 0 0 0 0,0 1-1 0 0,1-1 1 0 0,-1 0-1 0 0,0 0 1 0 0,1 0 0 0 0,-1-1-1 0 0,1 1 1 0 0,-1 0 0 0 0,1-1-1 0 0,0 0 1 0 0,-1 1-1 0 0,1-1 1 0 0,0 0 0 0 0,0-1-1 0 0,0 1 1 0 0,0 0 0 0 0,0-1-1 0 0,0 0 1 0 0,0 0-1 0 0,0 0 1 0 0,0 0 0 0 0,0 0-1 0 0,0 0 1 0 0,0-1 0 0 0,0 1-1 0 0,0-1 1 0 0,0 0-1 0 0,0 0 1 0 0,5-2 0 0 0,-2-1 42 0 0,0 1 0 0 0,-1 0 1 0 0,1-1-1 0 0,-1 0 0 0 0,1 0 1 0 0,-1-1-1 0 0,0 0 0 0 0,-1 1 1 0 0,1-2-1 0 0,-1 1 0 0 0,5-8 1 0 0,-8 11-33 0 0,1 0 1 0 0,-1 1 0 0 0,0-1-1 0 0,0 0 1 0 0,-1 0 0 0 0,1 0-1 0 0,0 1 1 0 0,0-1 0 0 0,-1 0-1 0 0,1 0 1 0 0,-1 0 0 0 0,0 0-1 0 0,0 0 1 0 0,0 0 0 0 0,0 0-1 0 0,0 0 1 0 0,0-1 0 0 0,0 1-1 0 0,0 0 1 0 0,-1 0 0 0 0,1 0-1 0 0,-1 1 1 0 0,0-1 0 0 0,1 0-1 0 0,-1 0 1 0 0,0 0 0 0 0,0 0-1 0 0,0 1 1 0 0,0-1 0 0 0,-1 0-1 0 0,1 1 1 0 0,0-1 0 0 0,-1 1-1 0 0,1-1 1 0 0,-1 1 0 0 0,1 0-1 0 0,-1 0 1 0 0,0 0 0 0 0,0 0-1 0 0,1 0 1 0 0,-4-1 0 0 0,4 1-41 0 0,-1 0 0 0 0,0 0 0 0 0,1 1-1 0 0,-1-1 1 0 0,0 1 0 0 0,0-1 0 0 0,0 1 0 0 0,1 0 0 0 0,-1 0 0 0 0,0 0 0 0 0,0 0 0 0 0,0 0 0 0 0,0 0 0 0 0,0 0 0 0 0,1 1-1 0 0,-1-1 1 0 0,0 0 0 0 0,0 1 0 0 0,1 0 0 0 0,-1-1 0 0 0,-2 2 0 0 0,-11 11-5880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7.4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1 8290 0 0,'-14'2'1013'0'0,"12"6"1388"0"0,18 13 1858 0 0,-11-15-4216 0 0,14 18 1050 0 0,-1 0 0 0 0,-1 1-1 0 0,24 49 1 0 0,29 90-816 0 0,-9-19-4558 0 0,-46-109-1043 0 0,-13-28 3445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7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10 157 5065 0 0,'-2'-6'458'0'0,"0"0"-1"0"0,1 1 1 0 0,-1-1-1 0 0,1 0 1 0 0,1 0 0 0 0,-1 0-1 0 0,1 0 1 0 0,0 0-1 0 0,0 0 1 0 0,2-10 0 0 0,-1 12-141 0 0,0 0 1 0 0,0 1 0 0 0,1-1 0 0 0,-1 1 0 0 0,1-1 0 0 0,-1 1 0 0 0,1 0 0 0 0,0 0-1 0 0,0 0 1 0 0,1 0 0 0 0,-1 0 0 0 0,1 0 0 0 0,-1 1 0 0 0,1-1 0 0 0,0 1 0 0 0,0-1-1 0 0,0 1 1 0 0,6-3 0 0 0,-2 2-69 0 0,1-1 1 0 0,1 1-1 0 0,-1 0 0 0 0,0 1 0 0 0,1 0 0 0 0,-1 0 1 0 0,1 1-1 0 0,0 0 0 0 0,0 1 0 0 0,-1-1 1 0 0,1 2-1 0 0,0-1 0 0 0,-1 1 0 0 0,1 1 0 0 0,0 0 1 0 0,9 3-1 0 0,-12-3-181 0 0,1 0 0 0 0,-1 1 0 0 0,0 0 0 0 0,0 0 1 0 0,0 0-1 0 0,-1 1 0 0 0,1 0 0 0 0,-1 0 0 0 0,0 1 0 0 0,0-1 0 0 0,0 1 1 0 0,0 0-1 0 0,-1 0 0 0 0,0 1 0 0 0,0-1 0 0 0,-1 1 0 0 0,1 0 0 0 0,-1 0 1 0 0,0 0-1 0 0,-1 0 0 0 0,3 9 0 0 0,-2 1 3 0 0,0 0 1 0 0,-1 0-1 0 0,-1-1 1 0 0,-1 1-1 0 0,0 0 1 0 0,-1 0-1 0 0,0 0 1 0 0,-1 0-1 0 0,-5 16 1 0 0,-20 54-1022 0 0,-7-5-4979 0 0,23-59-827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8.5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 21 4609 0 0,'1'-1'234'0'0,"0"0"-1"0"0,0 0 1 0 0,0 0 0 0 0,0 0-1 0 0,0 0 1 0 0,-1-1-1 0 0,1 1 1 0 0,0 0 0 0 0,-1-1-1 0 0,1 1 1 0 0,-1-1 0 0 0,-2-4 2181 0 0,-10 15-767 0 0,1 4-355 0 0,-1 0 0 0 0,2 0 0 0 0,-17 27 0 0 0,20-27-894 0 0,0 0 1 0 0,1 0 0 0 0,1 0 0 0 0,0 1 0 0 0,0-1-1 0 0,1 1 1 0 0,1 1 0 0 0,-2 20 0 0 0,5-32-390 0 0,0 0-1 0 0,1 1 1 0 0,-1-1 0 0 0,1 1 0 0 0,-1-1 0 0 0,1 0 0 0 0,0 0 0 0 0,0 1 0 0 0,1-1 0 0 0,-1 0 0 0 0,1 0 0 0 0,-1 0-1 0 0,1 0 1 0 0,0 0 0 0 0,0-1 0 0 0,1 1 0 0 0,-1-1 0 0 0,0 1 0 0 0,1-1 0 0 0,-1 0 0 0 0,1 0 0 0 0,0 0 0 0 0,4 3-1 0 0,9 3 45 0 0,0 0-1 0 0,0 0 0 0 0,26 7 0 0 0,1 1-65 0 0,-35-13-19 0 0,0 1 0 0 0,-1 0 0 0 0,1 1 0 0 0,-1-1-1 0 0,0 2 1 0 0,0-1 0 0 0,-1 1 0 0 0,0 0 0 0 0,10 11 0 0 0,-14-14 27 0 0,0 0 0 0 0,0 0 1 0 0,-1 0-1 0 0,1 0 1 0 0,-1 1-1 0 0,1-1 1 0 0,-1 0-1 0 0,0 1 1 0 0,0-1-1 0 0,-1 1 1 0 0,1-1-1 0 0,-1 1 0 0 0,0-1 1 0 0,0 1-1 0 0,0-1 1 0 0,0 1-1 0 0,-1-1 1 0 0,1 1-1 0 0,-1-1 1 0 0,0 1-1 0 0,0-1 1 0 0,0 0-1 0 0,0 1 0 0 0,-1-1 1 0 0,-3 6-1 0 0,-2 1 162 0 0,0 0 0 0 0,-1 0 1 0 0,0 0-1 0 0,-1-1 0 0 0,0 0 0 0 0,0-1 0 0 0,-1 0 0 0 0,0-1 0 0 0,-21 12 0 0 0,26-16-195 0 0,0 1 0 0 0,-1-2 0 0 0,0 1-1 0 0,1-1 1 0 0,-1 1 0 0 0,0-1 0 0 0,0-1 0 0 0,0 0 0 0 0,-1 1-1 0 0,1-2 1 0 0,0 1 0 0 0,0-1 0 0 0,-1 0 0 0 0,1 0-1 0 0,0-1 1 0 0,0 1 0 0 0,-1-2 0 0 0,1 1 0 0 0,0 0 0 0 0,0-1-1 0 0,-8-4 1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7.6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194 73 3225 0 0,'-10'-1'700'0'0,"-1"0"0"0"0,1-1 0 0 0,-14-4 0 0 0,16 4-203 0 0,1 0-1 0 0,0 0 0 0 0,-1 1 0 0 0,1 0 0 0 0,-1 0 1 0 0,0 1-1 0 0,-7 0 0 0 0,13 1-346 0 0,-1 0 0 0 0,0-1 1 0 0,1 1-1 0 0,-1 0 0 0 0,1 1 0 0 0,0-1 0 0 0,-1 0 0 0 0,1 1 1 0 0,0-1-1 0 0,0 1 0 0 0,0-1 0 0 0,0 1 0 0 0,0 0 1 0 0,0 0-1 0 0,0 0 0 0 0,1 0 0 0 0,-1 0 0 0 0,1 1 0 0 0,-1-1 1 0 0,1 0-1 0 0,0 1 0 0 0,0-1 0 0 0,0 1 0 0 0,-1 4 1 0 0,-5 21 272 0 0,1 1 0 0 0,2 0 0 0 0,1 0 0 0 0,1 0 0 0 0,1 0 0 0 0,5 38 1 0 0,-4-54-413 0 0,2 0 1 0 0,0 0-1 0 0,0 0 1 0 0,1-1 0 0 0,0 0-1 0 0,1 1 1 0 0,1-1-1 0 0,0 0 1 0 0,1-1-1 0 0,0 0 1 0 0,8 12 0 0 0,-10-18-9 0 0,0 0 0 0 0,0 0 0 0 0,1-1 0 0 0,-1 1 0 0 0,1-1 0 0 0,0 0 0 0 0,1-1 0 0 0,-1 1 0 0 0,1-1 0 0 0,-1 0 0 0 0,1 0 0 0 0,0 0 0 0 0,0-1 0 0 0,0 0 0 0 0,1 0 0 0 0,-1-1 0 0 0,0 0 0 0 0,1 0 0 0 0,-1 0 0 0 0,1-1 1 0 0,-1 0-1 0 0,1 0 0 0 0,10-2 0 0 0,-9 0 31 0 0,0 0 0 0 0,0 0-1 0 0,-1-1 1 0 0,1 1 0 0 0,0-2 0 0 0,-1 1 0 0 0,0-1 0 0 0,0 0 0 0 0,0-1 0 0 0,-1 0 0 0 0,1 0 0 0 0,-1 0 0 0 0,0-1 0 0 0,-1 0 0 0 0,1 0 0 0 0,-1 0 0 0 0,0-1 0 0 0,-1 1 0 0 0,0-1 0 0 0,6-12 0 0 0,-5 8 34 0 0,0-1 0 0 0,0 0 0 0 0,-1-1 0 0 0,-1 1-1 0 0,0-1 1 0 0,-1 1 0 0 0,0-1 0 0 0,-1 0 0 0 0,0 0 0 0 0,-1 0 0 0 0,0 0 0 0 0,-3-15 0 0 0,-1 6 171 0 0,-2 1 0 0 0,0 0 0 0 0,-1 0 0 0 0,-1 1 0 0 0,-1 0-1 0 0,0 0 1 0 0,-13-18 0 0 0,16 30-222 0 0,1 0 0 0 0,-2 0 0 0 0,1 1 1 0 0,-1 0-1 0 0,0 0 0 0 0,-1 1 0 0 0,-15-11 0 0 0,18 14-132 0 0,0 0 1 0 0,-1 0-1 0 0,1 1 1 0 0,-1 0-1 0 0,0 0 0 0 0,1 0 1 0 0,-1 1-1 0 0,0 0 1 0 0,0 0-1 0 0,0 0 1 0 0,0 1-1 0 0,0 0 1 0 0,-12 1-1 0 0,3 3-1099 0 0,3 1-269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7.9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37 6449 0 0,'25'-33'3999'0'0,"-25"33"-3882"0"0,1-1 0 0 0,-1 1-1 0 0,0 0 1 0 0,1 0 0 0 0,-1-1 0 0 0,1 1-1 0 0,-1 0 1 0 0,0 0 0 0 0,1-1 0 0 0,-1 1-1 0 0,1 0 1 0 0,-1 0 0 0 0,1 0 0 0 0,-1 0-1 0 0,0-1 1 0 0,1 1 0 0 0,-1 0-1 0 0,1 0 1 0 0,-1 0 0 0 0,1 0 0 0 0,-1 0-1 0 0,1 0 1 0 0,-1 0 0 0 0,1 0 0 0 0,-1 1-1 0 0,1-1 1 0 0,0 0 0 0 0,-1 1-18 0 0,1 0 0 0 0,0 0 0 0 0,-1 0-1 0 0,1 0 1 0 0,0 0 0 0 0,-1 0 0 0 0,1 0 0 0 0,-1 0 0 0 0,1 0 0 0 0,-1 0 0 0 0,0 1 0 0 0,0-1-1 0 0,1 0 1 0 0,-1 0 0 0 0,0 0 0 0 0,0 2 0 0 0,2 49 1137 0 0,-5 61 1 0 0,1 34-1168 0 0,4-109-228 0 0,2 35-193 0 0,7-29-3347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8.2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6 486 4145 0 0,'-3'-18'692'0'0,"1"-1"0"0"0,1-27-1 0 0,1 39-56 0 0,1 0-1 0 0,0 0 0 0 0,0 0 0 0 0,0 0 1 0 0,1 0-1 0 0,0 1 0 0 0,0-1 0 0 0,1 0 0 0 0,6-10 1 0 0,-9 16-510 0 0,0 1 0 0 0,1-1 0 0 0,-1 1 0 0 0,0-1 0 0 0,1 1 0 0 0,-1-1 0 0 0,1 1 0 0 0,-1 0 0 0 0,1-1 0 0 0,-1 1 0 0 0,1-1 0 0 0,-1 1 0 0 0,1 0 0 0 0,-1-1 0 0 0,1 1 0 0 0,-1 0 0 0 0,1 0 0 0 0,0 0 0 0 0,-1-1 0 0 0,1 1 0 0 0,-1 0 0 0 0,1 0 0 0 0,0 0 0 0 0,-1 0 0 0 0,1 0 0 0 0,0 0 0 0 0,0 0 0 0 0,18 11 1787 0 0,14 30-542 0 0,-28-34-1103 0 0,7 8-129 0 0,0-1-1 0 0,1 0 0 0 0,1-1 1 0 0,0-1-1 0 0,1 0 1 0 0,0 0-1 0 0,24 12 1 0 0,-30-18-53 0 0,1-1 1 0 0,0-1 0 0 0,0 0-1 0 0,0 0 1 0 0,0-1 0 0 0,1 0-1 0 0,0 0 1 0 0,-1-2 0 0 0,1 1-1 0 0,0-1 1 0 0,0-1 0 0 0,0 0-1 0 0,-1 0 1 0 0,16-3 0 0 0,-22 2-44 0 0,0-1 1 0 0,0 1 0 0 0,0-1 0 0 0,0 0-1 0 0,0 0 1 0 0,0 0 0 0 0,0-1-1 0 0,-1 1 1 0 0,1-1 0 0 0,-1 0 0 0 0,0 0-1 0 0,1 0 1 0 0,-2 0 0 0 0,1-1 0 0 0,0 1-1 0 0,-1-1 1 0 0,1 0 0 0 0,-1 0-1 0 0,0 0 1 0 0,0 0 0 0 0,-1 0 0 0 0,1 0-1 0 0,-1 0 1 0 0,0 0 0 0 0,0-1-1 0 0,1-7 1 0 0,0-11 53 0 0,0-1-1 0 0,-2 0 1 0 0,-4-42-1 0 0,3 46-13 0 0,0 13-98 0 0,-2-116 96 0 0,3 109-167 0 0,1 1 1 0 0,1-1-1 0 0,0 1 0 0 0,1 0 0 0 0,0 0 0 0 0,1 0 0 0 0,7-14 1 0 0,6 2-2354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3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152 3 10594 0 0,'-2'-1'190'0'0,"1"0"-1"0"0,-1 1 1 0 0,0 0-1 0 0,0-1 1 0 0,0 1-1 0 0,1 0 1 0 0,-1 0-1 0 0,0 0 0 0 0,0 0 1 0 0,0 0-1 0 0,0 1 1 0 0,1-1-1 0 0,-1 0 1 0 0,0 1-1 0 0,0 0 1 0 0,1-1-1 0 0,-1 1 1 0 0,0 0-1 0 0,1 0 1 0 0,-1 0-1 0 0,1 0 0 0 0,-1 0 1 0 0,1 0-1 0 0,-1 0 1 0 0,1 0-1 0 0,0 1 1 0 0,0-1-1 0 0,-2 3 1 0 0,-3 3 8 0 0,0 0 0 0 0,1 0-1 0 0,0 1 1 0 0,-6 13 0 0 0,-2 10-162 0 0,1 0 0 0 0,1 1-1 0 0,2 0 1 0 0,1 1 0 0 0,2 0-1 0 0,1 1 1 0 0,-1 49 0 0 0,6-74-37 0 0,1 0 1 0 0,0 0 0 0 0,0 0 0 0 0,0 0 0 0 0,1 0-1 0 0,1 0 1 0 0,-1 0 0 0 0,2-1 0 0 0,-1 0-1 0 0,1 1 1 0 0,0-1 0 0 0,1 0 0 0 0,0-1-1 0 0,0 1 1 0 0,0-1 0 0 0,9 8 0 0 0,-9-10 0 0 0,1-1-1 0 0,-1 1 1 0 0,1-1 0 0 0,-1-1 0 0 0,1 1 0 0 0,0-1-1 0 0,0 0 1 0 0,1-1 0 0 0,-1 1 0 0 0,1-1 0 0 0,-1-1 0 0 0,1 1-1 0 0,0-1 1 0 0,-1 0 0 0 0,1 0 0 0 0,0-1 0 0 0,0 0 0 0 0,0 0-1 0 0,-1-1 1 0 0,1 0 0 0 0,0 0 0 0 0,8-3 0 0 0,-4 1 6 0 0,0-1 1 0 0,0 0-1 0 0,-1-1 1 0 0,0 0-1 0 0,0 0 1 0 0,0-1-1 0 0,-1 0 1 0 0,1-1-1 0 0,-2 0 1 0 0,1-1-1 0 0,-1 0 1 0 0,0 0-1 0 0,0-1 1 0 0,-1 1-1 0 0,-1-2 1 0 0,10-15-1 0 0,-12 17 5 0 0,0 1 0 0 0,-1-1 0 0 0,0 0-1 0 0,0-1 1 0 0,-1 1 0 0 0,0 0-1 0 0,-1-1 1 0 0,1 1 0 0 0,-2-1 0 0 0,1 1-1 0 0,-1-1 1 0 0,0 1 0 0 0,-1-1 0 0 0,0 1-1 0 0,-1-1 1 0 0,1 1 0 0 0,-2 0-1 0 0,1-1 1 0 0,-1 1 0 0 0,0 0 0 0 0,-1 1-1 0 0,-6-12 1 0 0,3 9 91 0 0,0 0 1 0 0,-1 0-1 0 0,0 0 0 0 0,-1 1 0 0 0,0 0 0 0 0,0 1 1 0 0,-1 0-1 0 0,0 0 0 0 0,0 1 0 0 0,-1 1 1 0 0,0 0-1 0 0,-14-6 0 0 0,19 9-259 0 0,1 1 0 0 0,-1 0 0 0 0,0 1 1 0 0,1-1-1 0 0,-1 1 0 0 0,0 1 0 0 0,0-1 0 0 0,0 1 0 0 0,0 0 0 0 0,0 0 1 0 0,0 0-1 0 0,0 1 0 0 0,1 0 0 0 0,-1 0 0 0 0,0 0 0 0 0,0 1 0 0 0,1 0 0 0 0,-1 0 1 0 0,1 1-1 0 0,0-1 0 0 0,-1 1 0 0 0,1 0 0 0 0,1 1 0 0 0,-1-1 0 0 0,0 1 1 0 0,1 0-1 0 0,-8 8 0 0 0,-1 6-1018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6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0 3681 0 0,'-2'3'13985'0'0,"49"169"-10695"0"0,-28-109-3048 0 0,4-1 0 0 0,35 71 0 0 0,-30-67-558 0 0,-19-37-3177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7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1 193 8754 0 0,'1'-5'253'0'0,"0"0"-1"0"0,1 0 1 0 0,0 0 0 0 0,0 0 0 0 0,0 0-1 0 0,1 1 1 0 0,0-1 0 0 0,0 1 0 0 0,0-1-1 0 0,0 1 1 0 0,1 0 0 0 0,6-6 0 0 0,8-5 1225 0 0,29-21 1 0 0,-36 27-1401 0 0,0 1-70 0 0,1 0 0 0 0,-1 0 0 0 0,1 2 0 0 0,1-1 0 0 0,-1 1 0 0 0,1 1 0 0 0,0 0 0 0 0,0 1 0 0 0,1 0 0 0 0,18-2 0 0 0,-18 7-392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9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1 182 6913 0 0,'0'0'159'0'0,"1"1"-1"0"0,0-1 0 0 0,0 1 0 0 0,0-1 0 0 0,-1 0 0 0 0,1 0 0 0 0,0 1 1 0 0,0-1-1 0 0,0 0 0 0 0,0 0 0 0 0,0 0 0 0 0,-1 0 0 0 0,1 0 1 0 0,0 0-1 0 0,0 0 0 0 0,0 0 0 0 0,0-1 0 0 0,0 1 0 0 0,-1 0 0 0 0,1 0 1 0 0,0-1-1 0 0,1 1 0 0 0,22-7 1343 0 0,-8 0-1122 0 0,0 0 0 0 0,-1-2 0 0 0,0 1 0 0 0,26-20 1 0 0,51-51-4370 0 0,-82 70 3314 0 0,19-19-988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4.1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0 6913 0 0,'-1'1'108'0'0,"1"-1"-1"0"0,-1 0 0 0 0,1 1 0 0 0,-1-1 0 0 0,1 0 1 0 0,0 1-1 0 0,-1-1 0 0 0,1 1 0 0 0,-1-1 0 0 0,1 1 1 0 0,0-1-1 0 0,-1 1 0 0 0,1-1 0 0 0,0 1 0 0 0,0-1 1 0 0,-1 1-1 0 0,1-1 0 0 0,0 1 0 0 0,0-1 0 0 0,0 1 1 0 0,0 0-1 0 0,0-1 0 0 0,0 1 0 0 0,-1-1 0 0 0,2 1 0 0 0,-1 0 1 0 0,0 0-1 0 0,-4 23 1312 0 0,2 18 138 0 0,2 0-1 0 0,1-1 0 0 0,13 75 0 0 0,-4-69-1976 0 0,1-1 0 0 0,2-1 0 0 0,21 48 0 0 0,-26-76-5313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4.3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1 133 4609 0 0,'0'-4'405'0'0,"0"-1"-1"0"0,0 1 1 0 0,0 0-1 0 0,0-1 1 0 0,1 1-1 0 0,0 0 1 0 0,0-1 0 0 0,0 1-1 0 0,0 0 1 0 0,1 0-1 0 0,-1 0 1 0 0,1 0-1 0 0,0 0 1 0 0,1 0-1 0 0,-1 1 1 0 0,1-1 0 0 0,-1 1-1 0 0,1-1 1 0 0,0 1-1 0 0,0 0 1 0 0,0 0-1 0 0,5-3 1 0 0,-2 1-448 0 0,0 1-1 0 0,1-1 1 0 0,0 1-1 0 0,0 1 1 0 0,0-1-1 0 0,0 1 1 0 0,0 0-1 0 0,1 1 1 0 0,-1-1-1 0 0,1 2 1 0 0,13-3-1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4.4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9 110 6913 0 0,'-3'5'74'0'0,"-3"8"1826"0"0,16-16-599 0 0,72-40 3413 0 0,12-4-4114 0 0,-79 41-1588 0 0,-1 0 0 0 0,1 2 1 0 0,0 0-1 0 0,30-4 1 0 0,-8 3-2685 0 0,-22 4 2989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4.5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50 347 9218 0 0,'-3'-8'676'0'0,"0"0"0"0"0,-1 0 0 0 0,0 0-1 0 0,0 0 1 0 0,0 1 0 0 0,-1 0 0 0 0,-1 0 0 0 0,-10-12 0 0 0,30 42 2822 0 0,7 11-3262 0 0,169 202 478 0 0,-132-172-616 0 0,99 86-1 0 0,-133-128 49 0 0,2-2 0 0 0,0 0 0 0 0,1-2 0 0 0,1-1 0 0 0,56 26 0 0 0,-82-42-85 0 0,1-1-1 0 0,-1 1 0 0 0,0 0 1 0 0,0-1-1 0 0,1 1 0 0 0,-1-1 1 0 0,0 0-1 0 0,0 0 0 0 0,1 0 1 0 0,-1 0-1 0 0,0 0 0 0 0,1 0 1 0 0,-1 0-1 0 0,0-1 0 0 0,0 0 1 0 0,1 1-1 0 0,-1-1 0 0 0,0 0 1 0 0,0 0-1 0 0,0 0 0 0 0,0 0 1 0 0,2-2-1 0 0,-1 1 3 0 0,0-1 1 0 0,0 0-1 0 0,-1-1 0 0 0,1 1 0 0 0,-1 0 1 0 0,0-1-1 0 0,0 1 0 0 0,0-1 1 0 0,0 1-1 0 0,-1-1 0 0 0,2-6 0 0 0,2-10 77 0 0,-2 1-1 0 0,0 0 1 0 0,-1-1 0 0 0,-1-20-1 0 0,-14-276 665 0 0,0-23-1765 0 0,13 337 938 0 0,0-7-221 0 0,0 0-1 0 0,1 0 1 0 0,0 0-1 0 0,1 1 1 0 0,-1-1-1 0 0,6-14 1 0 0,-1 13-878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5.2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170 154 9218 0 0,'-1'-2'131'0'0,"0"0"0"0"0,0 0 1 0 0,0 1-1 0 0,0-1 0 0 0,0 1 0 0 0,-1-1 0 0 0,1 1 1 0 0,0-1-1 0 0,-1 1 0 0 0,1 0 0 0 0,-1-1 0 0 0,0 1 1 0 0,1 0-1 0 0,-1 0 0 0 0,0 0 0 0 0,1 1 0 0 0,-1-1 1 0 0,0 0-1 0 0,0 1 0 0 0,0-1 0 0 0,0 1 0 0 0,0-1 1 0 0,0 1-1 0 0,0 0 0 0 0,0 0 0 0 0,0 0 0 0 0,0 0 1 0 0,0 0-1 0 0,1 0 0 0 0,-1 1 0 0 0,0-1 0 0 0,0 1 1 0 0,0-1-1 0 0,0 1 0 0 0,0 0 0 0 0,1 0 0 0 0,-4 1 1 0 0,0 1 123 0 0,0 0 1 0 0,0 0 0 0 0,0 0-1 0 0,0 1 1 0 0,0-1 0 0 0,1 1-1 0 0,0 1 1 0 0,-1-1 0 0 0,2 0-1 0 0,-1 1 1 0 0,-5 8 0 0 0,2 3-120 0 0,-1 0 1 0 0,2 1-1 0 0,1 0 0 0 0,0 0 1 0 0,1 1-1 0 0,0-1 1 0 0,2 1-1 0 0,0 0 1 0 0,1 0-1 0 0,1 0 0 0 0,3 31 1 0 0,-1-39-134 0 0,0 0-1 0 0,0 0 1 0 0,1 0 0 0 0,0 0 0 0 0,1 0-1 0 0,0-1 1 0 0,0 1 0 0 0,1-1 0 0 0,9 13-1 0 0,-9-16-4 0 0,0 0-1 0 0,0-1 0 0 0,1 0 1 0 0,-1 0-1 0 0,1 0 0 0 0,0-1 1 0 0,0 1-1 0 0,1-1 0 0 0,-1-1 1 0 0,1 1-1 0 0,0-1 0 0 0,0-1 0 0 0,0 1 1 0 0,10 1-1 0 0,-6-2-13 0 0,0-1-1 0 0,0 0 1 0 0,1-1 0 0 0,-1 0-1 0 0,0 0 1 0 0,1-2 0 0 0,-1 1-1 0 0,0-1 1 0 0,0-1 0 0 0,0 0-1 0 0,0-1 1 0 0,-1 0 0 0 0,1 0-1 0 0,-1-1 1 0 0,0-1-1 0 0,0 1 1 0 0,-1-2 0 0 0,1 1-1 0 0,-2-1 1 0 0,1-1 0 0 0,-1 0-1 0 0,0 0 1 0 0,0 0 0 0 0,-1-1-1 0 0,0 0 1 0 0,9-17 0 0 0,-15 23 0 0 0,1-1 1 0 0,-1 0 0 0 0,1 0 0 0 0,-1 0-1 0 0,0 0 1 0 0,-1 0 0 0 0,1 0 0 0 0,-1 0-1 0 0,0-1 1 0 0,0 1 0 0 0,0 0 0 0 0,0 0 0 0 0,-1 0-1 0 0,0 0 1 0 0,1 0 0 0 0,-2 0 0 0 0,1 0-1 0 0,0 0 1 0 0,-3-5 0 0 0,-3-3-95 0 0,-1 0 1 0 0,0 0 0 0 0,-1 1-1 0 0,-13-14 1 0 0,14 17 97 0 0,0-1 0 0 0,1 1 0 0 0,0-1 0 0 0,1 0 0 0 0,0-1 1 0 0,0 0-1 0 0,-6-16 0 0 0,10 20 13 0 0,1 0 1 0 0,0 0 0 0 0,0 0-1 0 0,1 0 1 0 0,0 0-1 0 0,0-1 1 0 0,0 1 0 0 0,1 0-1 0 0,0 0 1 0 0,0 0 0 0 0,1 0-1 0 0,-1 0 1 0 0,1 0-1 0 0,1 0 1 0 0,-1 0 0 0 0,1 1-1 0 0,0-1 1 0 0,0 1 0 0 0,1 0-1 0 0,-1 0 1 0 0,1 0-1 0 0,0 0 1 0 0,9-7 0 0 0,-4 4 98 0 0,2-1 1 0 0,-1 1 0 0 0,1 0 0 0 0,0 1-1 0 0,0 1 1 0 0,1 0 0 0 0,0 0-1 0 0,0 1 1 0 0,0 1 0 0 0,20-5 0 0 0,-29 8-48 0 0,1 0 0 0 0,-1 1-1 0 0,0-1 1 0 0,1 1 0 0 0,-1 0 0 0 0,1 0 0 0 0,-1 1 0 0 0,1-1 0 0 0,-1 1 0 0 0,1 0 0 0 0,-1-1 0 0 0,0 1 0 0 0,1 1 0 0 0,-1-1 0 0 0,0 0 0 0 0,0 1 0 0 0,6 4 0 0 0,-4-3 34 0 0,-1 2 0 0 0,1-1 0 0 0,-1 1 1 0 0,0-1-1 0 0,0 1 0 0 0,-1 0 1 0 0,0 0-1 0 0,1 1 0 0 0,2 7 0 0 0,3 9 256 0 0,-2 1-1 0 0,0 0 1 0 0,7 48-1 0 0,-10-43-532 0 0,4 29 761 0 0,-7-54-1392 0 0,0 0 0 0 0,0 1 0 0 0,0-1 0 0 0,1 0 0 0 0,-1 0 0 0 0,1 0 0 0 0,3 5 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5.5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124 53 3681 0 0,'4'-9'36'0'0,"8"-19"1681"0"0,-12 13 2408 0 0,0 15-3922 0 0,-1 0-1 0 0,1 0 0 0 0,-1 0 0 0 0,0 0 0 0 0,1 0 1 0 0,-1 0-1 0 0,0 0 0 0 0,1 0 0 0 0,-1 0 1 0 0,1 0-1 0 0,-1 1 0 0 0,0-1 0 0 0,1 0 1 0 0,-1 0-1 0 0,1 1 0 0 0,-1-1 0 0 0,1 0 0 0 0,-1 1 1 0 0,0 0 403 0 0,0 0-403 0 0,1-1-1 0 0,0 1 0 0 0,-1-1 0 0 0,1 1 0 0 0,0-1 1 0 0,-1 2-1 0 0,-14 16 1174 0 0,-49 82 1865 0 0,56-84-2988 0 0,0-1 0 0 0,1 1-1 0 0,1 0 1 0 0,-8 32 0 0 0,13-45-240 0 0,1 0 0 0 0,-1 0 0 0 0,1 0 0 0 0,-1 0 0 0 0,1 0 0 0 0,0 0 0 0 0,0 0 0 0 0,1 0 0 0 0,-1 0 0 0 0,0 0 0 0 0,1-1 0 0 0,0 1-1 0 0,0 0 1 0 0,0 0 0 0 0,0 0 0 0 0,0-1 0 0 0,0 1 0 0 0,1 0 0 0 0,-1-1 0 0 0,1 0 0 0 0,0 1 0 0 0,4 3 0 0 0,-2-3-39 0 0,0 0 0 0 0,0-1 0 0 0,0 1 0 0 0,0-1-1 0 0,1 0 1 0 0,-1-1 0 0 0,1 1 0 0 0,-1-1 0 0 0,1 0-1 0 0,0 0 1 0 0,-1 0 0 0 0,1-1 0 0 0,7 1 0 0 0,55-4-241 0 0,14 1-231 0 0,-73 2 468 0 0,-1 1 0 0 0,1 0 1 0 0,-1 0-1 0 0,0 1 0 0 0,0 0 0 0 0,0 0 1 0 0,0 1-1 0 0,10 4 0 0 0,-15-5 47 0 0,1-1-1 0 0,-1 0 1 0 0,0 1-1 0 0,0 0 0 0 0,1 0 1 0 0,-1-1-1 0 0,-1 1 1 0 0,1 0-1 0 0,0 1 0 0 0,0-1 1 0 0,-1 0-1 0 0,1 0 1 0 0,-1 1-1 0 0,0-1 0 0 0,1 1 1 0 0,-1-1-1 0 0,0 1 1 0 0,-1 0-1 0 0,2 2 0 0 0,-2 0 51 0 0,0-1-1 0 0,1 1 0 0 0,-2 0 0 0 0,1-1 0 0 0,0 1 1 0 0,-1 0-1 0 0,0-1 0 0 0,0 1 0 0 0,0-1 0 0 0,-3 7 1 0 0,-3 4 119 0 0,-1-1 1 0 0,0 0 0 0 0,-1 0-1 0 0,0 0 1 0 0,-15 15 0 0 0,-48 47 116 0 0,38-47-6654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6.4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135 10 9218 0 0,'-16'-3'1253'0'0,"0"0"1"0"0,0 1-1 0 0,1 1 0 0 0,-1 1 1 0 0,-27 2-1 0 0,31 3 1184 0 0,22 1-605 0 0,-9-6-1692 0 0,3 1-10 0 0,22 10-31 0 0,1 0 0 0 0,-1 2 1 0 0,-1 1-1 0 0,-1 1 1 0 0,40 32-1 0 0,-28-21 55 0 0,61 35 0 0 0,-39-34-134 0 0,1-3 0 0 0,1-3 0 0 0,1-2 1 0 0,0-3-1 0 0,1-2 0 0 0,103 8 0 0 0,-160-21 15 0 0,-1-1 1 0 0,1 1-1 0 0,0 0 0 0 0,0 0 0 0 0,-1 0 0 0 0,1 1 1 0 0,8 3-1 0 0,-12-4-24 0 0,-1-1 0 0 0,1 0 1 0 0,-1 1-1 0 0,1-1 0 0 0,-1 0 0 0 0,1 1 1 0 0,-1-1-1 0 0,1 1 0 0 0,-1-1 0 0 0,0 1 0 0 0,1 0 1 0 0,-1-1-1 0 0,0 1 0 0 0,1-1 0 0 0,-1 1 1 0 0,0-1-1 0 0,0 1 0 0 0,0 0 0 0 0,0-1 1 0 0,1 1-1 0 0,-1 0 0 0 0,0-1 0 0 0,0 1 1 0 0,0 0-1 0 0,-1 1 15 0 0,1 0 0 0 0,-1-1-1 0 0,0 1 1 0 0,1 0 0 0 0,-1-1 0 0 0,0 1 0 0 0,0-1 0 0 0,0 1 0 0 0,0-1-1 0 0,0 1 1 0 0,-1-1 0 0 0,-1 3 0 0 0,-46 44 179 0 0,3 3 1 0 0,-47 67-1 0 0,-92 186 779 0 0,183-301-1455 0 0,-10 23 1489 0 0,9-12-2592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6.9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98 213 10594 0 0,'-8'1'271'0'0,"0"0"0"0"0,1 1-1 0 0,0 1 1 0 0,-1-1 0 0 0,1 1-1 0 0,0 0 1 0 0,1 1 0 0 0,-13 7-1 0 0,18-10-134 0 0,-1 0 0 0 0,1 0-1 0 0,-1 0 1 0 0,1 0 0 0 0,0 1-1 0 0,-1-1 1 0 0,1 0 0 0 0,0 1-1 0 0,0-1 1 0 0,0 1 0 0 0,0-1-1 0 0,0 1 1 0 0,0 0 0 0 0,1-1-1 0 0,-1 1 1 0 0,1 0 0 0 0,-1 0-1 0 0,1-1 1 0 0,-1 1 0 0 0,1 0-1 0 0,0 0 1 0 0,0-1 0 0 0,0 1-1 0 0,0 0 1 0 0,0 0 0 0 0,0 0-1 0 0,1-1 1 0 0,-1 1 0 0 0,0 0-1 0 0,1 0 1 0 0,0-1 0 0 0,-1 1-1 0 0,1 0 1 0 0,0-1 0 0 0,0 1-1 0 0,0-1 1 0 0,0 1 0 0 0,0-1-1 0 0,0 1 1 0 0,0-1 0 0 0,0 0-1 0 0,3 3 1 0 0,121 119 2669 0 0,-49-56-2623 0 0,3-3 1 0 0,92 56 0 0 0,-145-104-91 0 0,1-1 1 0 0,1 0 0 0 0,1-2-1 0 0,-1-2 1 0 0,57 15 0 0 0,-84-25-66 0 0,0-1 0 0 0,0 1 1 0 0,1-1-1 0 0,-1 0 0 0 0,0 1 0 0 0,0-1 1 0 0,1 0-1 0 0,-1 0 0 0 0,0 0 0 0 0,0 0 0 0 0,1 0 1 0 0,-1 0-1 0 0,0 0 0 0 0,0-1 0 0 0,1 1 1 0 0,-1 0-1 0 0,0-1 0 0 0,0 1 0 0 0,0-1 1 0 0,0 1-1 0 0,1-1 0 0 0,-1 1 0 0 0,0-1 1 0 0,0 0-1 0 0,0 1 0 0 0,0-1 0 0 0,0 0 1 0 0,-1 0-1 0 0,1 0 0 0 0,0 0 0 0 0,0 0 1 0 0,-1 0-1 0 0,1 0 0 0 0,0 0 0 0 0,-1 0 0 0 0,1 0 1 0 0,-1-1-1 0 0,1 1 0 0 0,-1-2 0 0 0,1-4 134 0 0,0-1 0 0 0,-1 0 0 0 0,0 1 0 0 0,0-1 0 0 0,-3-13 0 0 0,1-9 144 0 0,15-581-658 0 0,-13 597-40 0 0,3-33-2929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7.4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38 320 8754 0 0,'-13'7'1133'0'0,"11"-6"-751"0"0,0 1 0 0 0,0-1 0 0 0,-1 0 0 0 0,1 0 0 0 0,0 0 0 0 0,0 0-1 0 0,-1-1 1 0 0,-4 2 0 0 0,35-27 4379 0 0,138-93-907 0 0,-32 21-3390 0 0,8 10-3839 0 0,-124 77-3546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7.6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9218 0 0,'1'2'697'0'0,"1"1"-1"0"0,-1 0 1 0 0,0-1 0 0 0,1 1-1 0 0,-1-1 1 0 0,1 1-1 0 0,0-1 1 0 0,3 3 0 0 0,-2 0 632 0 0,7 11 145 0 0,0 1 1 0 0,-2 1-1 0 0,11 28 0 0 0,-13-27-1420 0 0,2-1-1 0 0,0 0 0 0 0,17 27 1 0 0,-8-21-132 0 0,32 33 1 0 0,2-12-3399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7.9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0 7370 0 0,'-6'9'5942'0'0,"6"-9"-5804"0"0,7 22 3198 0 0,16 17-87 0 0,69 123-301 0 0,-70-118-3164 0 0,2-2-1 0 0,1-1 0 0 0,2 0 0 0 0,43 47 0 0 0,-59-75-1692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8.2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2 7834 0 0,'-1'0'115'0'0,"1"-1"0"0"0,0 1 0 0 0,-1 0 0 0 0,1 0 0 0 0,0 0 0 0 0,-1 0 0 0 0,1 0 0 0 0,0-1 0 0 0,-1 1-1 0 0,1 0 1 0 0,0 0 0 0 0,-1 0 0 0 0,1 0 0 0 0,-1 0 0 0 0,1 0 0 0 0,0 0 0 0 0,-1 0 0 0 0,1 0 0 0 0,0 0 0 0 0,-1 0 0 0 0,1 1 0 0 0,0-1 0 0 0,-1 0 0 0 0,1 0 0 0 0,0 0 0 0 0,-1 0 0 0 0,1 1 0 0 0,0-1 0 0 0,-1 0 0 0 0,1 0 0 0 0,0 1 115 0 0,-1-1-115 0 0,1 0 0 0 0,0 1 0 0 0,0-1 0 0 0,-1 0 0 0 0,1 0 0 0 0,0 1 0 0 0,0-1 0 0 0,0 0 0 0 0,0 1 0 0 0,-1 0 0 0 0,8 18 3274 0 0,18 21-454 0 0,46 57-1604 0 0,63 116 0 0 0,-103-164-2492 0 0,-10-17-4144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8.3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0 159 5985 0 0,'28'-16'5942'0'0,"-3"2"-3879"0"0,51-23 1994 0 0,77-40-3117 0 0,-126 62-7708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0.2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34 335 10594 0 0,'-26'-25'2660'0'0,"18"9"-627"0"0,8 15-1965 0 0,0 1 1 0 0,1-1-1 0 0,-1 1 1 0 0,0-1-1 0 0,0 1 0 0 0,0-1 1 0 0,0 1-1 0 0,1 0 1 0 0,-1-1-1 0 0,0 1 1 0 0,0-1-1 0 0,1 1 1 0 0,-1 0-1 0 0,0-1 1 0 0,1 1-1 0 0,-1 0 1 0 0,0-1-1 0 0,1 1 0 0 0,-1 0 1 0 0,1 0-1 0 0,-1-1 1 0 0,1 1-1 0 0,-1 0 1 0 0,0 0-1 0 0,1 0 1 0 0,-1-1-1 0 0,1 1 1 0 0,-1 0-1 0 0,1 0 1 0 0,-1 0-1 0 0,1 0 0 0 0,-1 0 1 0 0,2 0-1 0 0,0 0 27 0 0,0 0-1 0 0,0 1 1 0 0,0-1-1 0 0,1 0 1 0 0,-1 1-1 0 0,0-1 0 0 0,0 1 1 0 0,0 0-1 0 0,0 0 1 0 0,0 0-1 0 0,0 0 1 0 0,0 0-1 0 0,0 0 0 0 0,0 1 1 0 0,0-1-1 0 0,2 3 1 0 0,29 31 473 0 0,-24-25-372 0 0,56 61 142 0 0,72 100 0 0 0,-133-164-344 0 0,9 11 19 0 0,-7-19-29 0 0,-2-10-44 0 0,5-121-341 0 0,6-44 381 0 0,-12 155 0 0 0,25-110 427 0 0,-25 117-238 0 0,2 0 0 0 0,0 0 0 0 0,1 0 0 0 0,0 1 0 0 0,1 0-1 0 0,15-22 1 0 0,-21 33-140 0 0,0 0-1 0 0,0 1 1 0 0,1-1 0 0 0,-1 1-1 0 0,1-1 1 0 0,-1 1-1 0 0,1 0 1 0 0,-1 0-1 0 0,1-1 1 0 0,0 1-1 0 0,0 0 1 0 0,0 0 0 0 0,-1 1-1 0 0,1-1 1 0 0,0 0-1 0 0,0 1 1 0 0,0-1-1 0 0,0 1 1 0 0,0-1 0 0 0,0 1-1 0 0,0 0 1 0 0,3 0-1 0 0,-2 1-5 0 0,0-1 0 0 0,0 1 0 0 0,0 0 0 0 0,0 1 0 0 0,0-1 0 0 0,0 0 0 0 0,0 1 0 0 0,0 0 0 0 0,-1-1 0 0 0,1 1 0 0 0,-1 0 0 0 0,5 5 0 0 0,5 6 2 0 0,0 1 0 0 0,-1 1 0 0 0,-1-1 0 0 0,8 18 0 0 0,-14-25-12 0 0,57 111 130 0 0,4 9-114 0 0,2-23-385 0 0,-38-60-6310 0 0,-18-27-211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0.7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0 11979 0 0,'0'0'41'0'0,"-1"0"1"0"0,1 0 0 0 0,0 0 0 0 0,-1 0 0 0 0,1 0 0 0 0,0 0-1 0 0,-1 0 1 0 0,1 1 0 0 0,0-1 0 0 0,-1 0 0 0 0,1 0-1 0 0,0 0 1 0 0,-1 0 0 0 0,1 0 0 0 0,0 1 0 0 0,-1-1 0 0 0,1 0-1 0 0,0 0 1 0 0,0 1 0 0 0,-1-1 0 0 0,1 0 0 0 0,0 0 0 0 0,0 1-1 0 0,-1-1 1 0 0,1 0 0 0 0,0 1 0 0 0,0-1 0 0 0,0 0 0 0 0,0 1-1 0 0,0-1 1 0 0,-1 1 0 0 0,2 16 527 0 0,15 27-277 0 0,-9-27 154 0 0,201 536 4772 0 0,164 332-4386 0 0,-349-837-775 0 0,27 84 0 0 0,-42-104-1129 0 0,-2 0 0 0 0,0 0 0 0 0,-2 1 0 0 0,2 48 1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2.1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 1995 5065 0 0,'-10'-7'227'0'0,"1"1"-1"0"0,0-1 1 0 0,0-1-1 0 0,0 0 1 0 0,1 0-1 0 0,0-1 1 0 0,-7-10 0 0 0,12 16-71 0 0,1-1 0 0 0,-1-1 0 0 0,1 1 0 0 0,-1 0 0 0 0,1 0 0 0 0,1-1 0 0 0,-1 0 0 0 0,1 1 0 0 0,0-1 1 0 0,0 0-1 0 0,0 1 0 0 0,0-1 0 0 0,1 0 0 0 0,0 0 0 0 0,0 0 0 0 0,0 0 0 0 0,1 1 0 0 0,-1-1 0 0 0,3-8 0 0 0,-1 9 19 0 0,0 0 0 0 0,0 1 0 0 0,0-1 0 0 0,1 1 0 0 0,-1 0-1 0 0,1-1 1 0 0,-1 1 0 0 0,1 0 0 0 0,0 1 0 0 0,1-1 0 0 0,-1 0-1 0 0,7-3 1 0 0,51-26 892 0 0,-40 22-771 0 0,194-87 1244 0 0,243-75 1 0 0,57 20 990 0 0,58-15-1588 0 0,-182 50-825 0 0,217-44-150 0 0,-3 13-32 0 0,-564 138 65 0 0,754-167 61 0 0,10 47-5 0 0,96 10 7 0 0,-707 93-64 0 0,100-17 0 0 0,-197 26 8 0 0,357-78 128 0 0,-438 92-145 0 0,190-45 261 0 0,-165 41-793 0 0,1 3 1 0 0,0 1-1 0 0,43 3 0 0 0,-44 0 113 0 0,-1-1-1 0 0,53-11 1 0 0,3 1-2473 0 0,-90 11 2840 0 0,0 0 0 0 0,-1 1 0 0 0,1 0 0 0 0,0 1 0 0 0,-1-1 0 0 0,1 1 0 0 0,0 0-1 0 0,7 3 1 0 0,-9-2 408 0 0,1 0-1 0 0,-1 1 0 0 0,0-1 1 0 0,0 1-1 0 0,-1 0 0 0 0,1 0 1 0 0,0 0-1 0 0,-1 1 0 0 0,0-1 1 0 0,0 1-1 0 0,0 0 0 0 0,0-1 1 0 0,-1 2-1 0 0,1-1 0 0 0,3 8 0 0 0,38 77 1439 0 0,134 249-866 0 0,-75-165-833 0 0,229 402 117 0 0,-320-552-168 0 0,249 515 477 0 0,-258-530-518 0 0,0-1 0 0 0,0 1 0 0 0,-1 0 0 0 0,0 0 0 0 0,-1 0 1 0 0,1 0-1 0 0,-1 0 0 0 0,-1 0 0 0 0,0 0 0 0 0,-1 8 0 0 0,0-11 3 0 0,0-1 1 0 0,0 0-1 0 0,0 0 0 0 0,-1 1 0 0 0,0-1 1 0 0,0 0-1 0 0,0-1 0 0 0,0 1 0 0 0,-1 0 1 0 0,0-1-1 0 0,0 1 0 0 0,1-1 0 0 0,-2 0 0 0 0,1 0 1 0 0,0 0-1 0 0,-1 0 0 0 0,1-1 0 0 0,-1 1 1 0 0,-8 3-1 0 0,-16 8 15 0 0,0-2-1 0 0,-2 0 1 0 0,1-2 0 0 0,-51 10 0 0 0,-129 12 85 0 0,75-14-69 0 0,-834 194-414 0 0,592-121 260 0 0,-192 30-484 0 0,489-105 508 0 0,-373 84-10 0 0,-609 173-272 0 0,436-123 79 0 0,53-25-55 0 0,439-93 263 0 0,-232 61-23 0 0,85-21 490 0 0,-86 27-820 0 0,151-37 149 0 0,-103 38 98 0 0,228-68 1030 0 0,-1-3 0 0 0,-156 27 1 0 0,178-46 337 0 0,64-11-1021 0 0,6-2-375 0 0,11-2-2149 0 0,-11 4 1844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3.5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71 10594 0 0,'-2'-11'1630'0'0,"3"-22"2105"0"0,-1 31-3529 0 0,0 1 1 0 0,0-1 0 0 0,0 1-1 0 0,1 0 1 0 0,-1-1 0 0 0,1 1-1 0 0,-1-1 1 0 0,1 1 0 0 0,-1 0 0 0 0,1-1-1 0 0,0 1 1 0 0,0 0 0 0 0,0-1-1 0 0,0 1 1 0 0,0 0 0 0 0,0 0-1 0 0,1-1 1 0 0,0 1-146 0 0,-1 1 0 0 0,0 0 1 0 0,1 0-1 0 0,-1-1 0 0 0,0 1 0 0 0,1 0 0 0 0,-1 0 0 0 0,0 1 0 0 0,1-1 0 0 0,-1 0 1 0 0,0 0-1 0 0,1 1 0 0 0,-1-1 0 0 0,0 0 0 0 0,0 1 0 0 0,1-1 0 0 0,-1 1 1 0 0,0 0-1 0 0,0-1 0 0 0,0 1 0 0 0,0 0 0 0 0,0 0 0 0 0,0 0 0 0 0,0 0 0 0 0,2 1 1 0 0,8 9 131 0 0,1 1 1 0 0,-2-1-1 0 0,1 2 1 0 0,-1-1-1 0 0,13 25 1 0 0,36 78 55 0 0,-32-57-288 0 0,31 70-2635 0 0,-57-118-231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3.7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0 330 2304 0 0,'0'-10'337'0'0,"1"0"0"0"0,-1 0 0 0 0,2 0 0 0 0,0 0 0 0 0,0 0 0 0 0,0 0 0 0 0,1 1 0 0 0,1-1 0 0 0,7-16 0 0 0,-4 10 46 0 0,2-4 377 0 0,0 0-1 0 0,0 1 1 0 0,2 0-1 0 0,1 0 1 0 0,14-16-1 0 0,-22 29-440 0 0,0 1-1 0 0,0 0 0 0 0,1 0 1 0 0,0 0-1 0 0,0 1 1 0 0,0 0-1 0 0,0 0 1 0 0,1 0-1 0 0,0 1 0 0 0,-1-1 1 0 0,1 1-1 0 0,1 1 1 0 0,-1-1-1 0 0,0 1 1 0 0,1 0-1 0 0,-1 1 0 0 0,1-1 1 0 0,-1 1-1 0 0,1 0 1 0 0,10 1-1 0 0,-15 0-255 0 0,1 0 0 0 0,-1 0 0 0 0,1 1 0 0 0,-1-1 0 0 0,1 1 0 0 0,-1 0 0 0 0,1 0 0 0 0,-1 0 0 0 0,0 0 0 0 0,1 0 0 0 0,-1 0 0 0 0,0 0 0 0 0,0 1 0 0 0,0-1 0 0 0,0 1 0 0 0,0 0 0 0 0,0 0 0 0 0,0-1 0 0 0,-1 1 0 0 0,1 0 0 0 0,1 3 0 0 0,-1-1-41 0 0,-1 0 0 0 0,1 0 0 0 0,-1 0 0 0 0,0 0 0 0 0,0 0 0 0 0,0 1 0 0 0,-1-1 0 0 0,1 0 0 0 0,-1 0 0 0 0,0 1 0 0 0,-1 6 0 0 0,-1 4-32 0 0,-1-1 0 0 0,0 1-1 0 0,-1-1 1 0 0,-1 0-1 0 0,0 0 1 0 0,-9 17 0 0 0,6-15-90 0 0,-1-1-1 0 0,0 0 1 0 0,-1 0 0 0 0,0-1 0 0 0,-1 0 0 0 0,-1 0-1 0 0,-26 22 1 0 0,27-30-789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4.7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46 575 11979 0 0,'-15'-16'3142'0'0,"-15"-13"2480"0"0,94 66-3352 0 0,67 76-1848 0 0,-90-75-375 0 0,0-2 0 0 0,69 44 0 0 0,-102-75-46 0 0,39 24 33 0 0,74 33-1 0 0,-105-55-28 0 0,-1-1 0 0 0,1-1 0 0 0,0 0 0 0 0,0-2 0 0 0,0 1 0 0 0,1-2-1 0 0,-1 0 1 0 0,1-1 0 0 0,24-2 0 0 0,-35 0 36 0 0,-1 1 0 0 0,1-1 0 0 0,0 0 0 0 0,-1-1 0 0 0,1 0 0 0 0,-1 0 0 0 0,1 0 0 0 0,-1 0 1 0 0,0-1-1 0 0,0 0 0 0 0,0 0 0 0 0,0 0 0 0 0,0-1 0 0 0,-1 1 0 0 0,0-1 0 0 0,1 0 0 0 0,-1 0 0 0 0,-1-1 0 0 0,1 1 0 0 0,-1-1 0 0 0,0 0 0 0 0,5-9 0 0 0,-3 2 68 0 0,-1 0 0 0 0,0 0 0 0 0,-1-1 0 0 0,0 1-1 0 0,-1-1 1 0 0,0 0 0 0 0,-1 0 0 0 0,-1 0 0 0 0,-1-14-1 0 0,-31-339 783 0 0,29 346-907 0 0,-12-132-198 0 0,15 132-28 0 0,0 0 0 0 0,1 0-1 0 0,1 0 1 0 0,1 1 0 0 0,8-31 0 0 0,-10 47 94 0 0,0-1-1 0 0,0 1 0 0 0,0 0 0 0 0,0 0 1 0 0,1 0-1 0 0,0 0 0 0 0,0 0 1 0 0,-1 1-1 0 0,1-1 0 0 0,1 0 0 0 0,-1 1 1 0 0,0 0-1 0 0,1-1 0 0 0,-1 1 0 0 0,1 0 1 0 0,0 0-1 0 0,0 1 0 0 0,-1-1 0 0 0,1 0 1 0 0,1 1-1 0 0,-1 0 0 0 0,4-2 1 0 0,15 0-7642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5.5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51 37 6449 0 0,'0'-37'14247'0'0,"-11"50"-13305"0"0,5-3-897 0 0,1 0-1 0 0,0 1 1 0 0,0 0 0 0 0,1-1-1 0 0,1 1 1 0 0,-1 1 0 0 0,2-1 0 0 0,0 0-1 0 0,0 1 1 0 0,1-1 0 0 0,1 14-1 0 0,0 4 46 0 0,1 0 0 0 0,2 0-1 0 0,8 35 1 0 0,-8-50-113 0 0,1 0 0 0 0,0-1 0 0 0,1 0 0 0 0,1 0 0 0 0,0 0 1 0 0,0-1-1 0 0,1 1 0 0 0,1-2 0 0 0,0 1 0 0 0,19 20 0 0 0,-21-26 6 0 0,1 0-1 0 0,-1-1 0 0 0,1 1 1 0 0,0-1-1 0 0,1-1 1 0 0,-1 1-1 0 0,1-1 1 0 0,0 0-1 0 0,0-1 0 0 0,0 0 1 0 0,0 0-1 0 0,0-1 1 0 0,1 0-1 0 0,-1 0 1 0 0,1-1-1 0 0,0 0 1 0 0,-1-1-1 0 0,18-1 0 0 0,-22 0 7 0 0,1 0-1 0 0,-1-1 1 0 0,1 0-1 0 0,-1 0 1 0 0,1 0-1 0 0,-1 0 1 0 0,0 0-1 0 0,0-1 1 0 0,0 0-1 0 0,-1 0 1 0 0,1 0-1 0 0,0 0 1 0 0,-1-1-1 0 0,0 1 1 0 0,0-1-1 0 0,0 0 1 0 0,0 0-1 0 0,-1 0 1 0 0,0 0-1 0 0,1 0 0 0 0,1-6 1 0 0,-2 5 36 0 0,0 1 0 0 0,0-1 0 0 0,-1 0 0 0 0,1 1 0 0 0,-1-1 0 0 0,0 0 1 0 0,0 0-1 0 0,-1 0 0 0 0,1 0 0 0 0,-1 0 0 0 0,0 0 0 0 0,-1 0 0 0 0,1 0 0 0 0,-1 0 0 0 0,0 1 0 0 0,0-1 0 0 0,-1 0 0 0 0,1 0 1 0 0,-1 1-1 0 0,-3-7 0 0 0,1 7-34 0 0,1 0 0 0 0,-1 0 0 0 0,0 0 0 0 0,0 1 0 0 0,-1 0 1 0 0,1 0-1 0 0,-1 0 0 0 0,1 1 0 0 0,-1-1 0 0 0,0 1 0 0 0,0 0 1 0 0,-6-1-1 0 0,5 1-70 0 0,1 0 0 0 0,0 0 0 0 0,-1 0 0 0 0,1-1 0 0 0,0 1 0 0 0,1-1 0 0 0,-1-1 0 0 0,0 1 0 0 0,-6-7 1 0 0,11 9 75 0 0,-1 0 0 0 0,0 0 1 0 0,0 0-1 0 0,1-1 1 0 0,-1 1-1 0 0,1 0 1 0 0,-1-1-1 0 0,1 1 0 0 0,-1 0 1 0 0,1-1-1 0 0,0 1 1 0 0,0 0-1 0 0,0-1 1 0 0,0 1-1 0 0,0-1 0 0 0,0 1 1 0 0,0 0-1 0 0,0-1 1 0 0,1 1-1 0 0,-1-1 1 0 0,0 1-1 0 0,1 0 1 0 0,-1-1-1 0 0,1 1 0 0 0,-1 0 1 0 0,1 0-1 0 0,0-1 1 0 0,0 1-1 0 0,0 0 1 0 0,-1 0-1 0 0,1 0 0 0 0,0 0 1 0 0,0 0-1 0 0,0 0 1 0 0,0 0-1 0 0,1 0 1 0 0,-1 1-1 0 0,2-2 0 0 0,3-3-14 0 0,1 1 0 0 0,0 0 0 0 0,0 0-1 0 0,0 0 1 0 0,11-3 0 0 0,-9 4 62 0 0,1 0 1 0 0,-1 1 0 0 0,1 0-1 0 0,0 1 1 0 0,0 0 0 0 0,0 1 0 0 0,0 0-1 0 0,0 0 1 0 0,0 1 0 0 0,0 1-1 0 0,0-1 1 0 0,-1 2 0 0 0,1-1 0 0 0,0 1-1 0 0,-1 1 1 0 0,0-1 0 0 0,0 2-1 0 0,0-1 1 0 0,15 11 0 0 0,-13-6 14 0 0,0 0 0 0 0,-1 0 1 0 0,1 1-1 0 0,-2 0 0 0 0,0 1 0 0 0,0 0 1 0 0,-1 1-1 0 0,0-1 0 0 0,-1 1 0 0 0,0 1 0 0 0,-1 0 1 0 0,-1 0-1 0 0,7 19 0 0 0,-8-14-111 0 0,-3-14-367 0 0,-1 1 1 0 0,2 0-1 0 0,-1-1 1 0 0,0 1-1 0 0,1-1 0 0 0,0 1 1 0 0,0-1-1 0 0,0 0 0 0 0,5 6 1 0 0,1-3-982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5.9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 7 10138 0 0,'0'0'103'0'0,"-1"-1"-1"0"0,1 1 1 0 0,0 0-1 0 0,0-1 1 0 0,-1 1-1 0 0,1-1 1 0 0,0 1-1 0 0,-1 0 1 0 0,1-1-1 0 0,0 1 1 0 0,-1 0-1 0 0,1-1 1 0 0,-1 1 0 0 0,1 0-1 0 0,-1-1 1 0 0,1 1-1 0 0,0 0 1 0 0,-1 0-1 0 0,1 0 1 0 0,-1 0-1 0 0,1-1 1 0 0,-1 1-1 0 0,1 0 1 0 0,-1 0-1 0 0,1 0 1 0 0,-1 0-1 0 0,1 0 1 0 0,-1 0-1 0 0,1 0 1 0 0,-1 0-1 0 0,1 0 1 0 0,-2 1-1 0 0,-18 10 1576 0 0,-12 24-125 0 0,22-19-1200 0 0,0 1 0 0 0,1 0 0 0 0,-7 19 0 0 0,13-30-292 0 0,1 0 0 0 0,0 0 0 0 0,0 0 1 0 0,1 0-1 0 0,0 0 0 0 0,0 0 0 0 0,0 0 0 0 0,1 0 0 0 0,0 0 0 0 0,0 1 1 0 0,1-1-1 0 0,0 0 0 0 0,2 10 0 0 0,-2-13-53 0 0,1 0 1 0 0,-1 0-1 0 0,1 0 0 0 0,0 0 1 0 0,0 0-1 0 0,0 0 0 0 0,1-1 1 0 0,-1 1-1 0 0,1-1 0 0 0,-1 0 1 0 0,1 1-1 0 0,0-1 0 0 0,0-1 1 0 0,-1 1-1 0 0,2 0 0 0 0,-1-1 1 0 0,0 1-1 0 0,0-1 0 0 0,6 2 1 0 0,7 1 62 0 0,1-1 0 0 0,32 3 0 0 0,-7-1-67 0 0,-26-2-14 0 0,0 0-1 0 0,-1 2 1 0 0,24 8 0 0 0,-35-11 17 0 0,0 0 1 0 0,0 0 0 0 0,-1 0 0 0 0,1 1-1 0 0,-1-1 1 0 0,0 1 0 0 0,0 0 0 0 0,5 5-1 0 0,-7-7 17 0 0,0 1-1 0 0,0 0 1 0 0,0-1-1 0 0,0 1 1 0 0,0 0-1 0 0,0 0 0 0 0,0 0 1 0 0,-1 0-1 0 0,1 0 1 0 0,-1 0-1 0 0,1 0 1 0 0,-1 0-1 0 0,0 0 0 0 0,0 0 1 0 0,0 0-1 0 0,0 0 1 0 0,0 0-1 0 0,-1 3 1 0 0,0-1 84 0 0,-1 0 1 0 0,0 0-1 0 0,1 0 1 0 0,-1-1-1 0 0,-1 1 1 0 0,1-1-1 0 0,0 0 1 0 0,-1 1-1 0 0,0-1 1 0 0,0 0-1 0 0,0-1 1 0 0,0 1-1 0 0,0 0 1 0 0,-6 3-1 0 0,-3 1 135 0 0,1 0 0 0 0,-1-1 0 0 0,-15 6 0 0 0,17-8-584 0 0,-1 0 1 0 0,1-1-1 0 0,-1 0 0 0 0,0-1 1 0 0,0 0-1 0 0,-15 0 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6.7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188 32 5985 0 0,'4'-32'15288'0'0,"-41"164"-14148"0"0,-7 18-1024 0 0,0-34-6 0 0,-18 55 176 0 0,61-169-269 0 0,1 0 0 0 0,-1 0-1 0 0,0 0 1 0 0,1 1 0 0 0,-1-1 0 0 0,1 0 0 0 0,0 0 0 0 0,0 1 0 0 0,0-1-1 0 0,0 0 1 0 0,0 0 0 0 0,0 1 0 0 0,1-1 0 0 0,-1 0 0 0 0,1 0 0 0 0,0 0-1 0 0,-1 0 1 0 0,1 0 0 0 0,0 0 0 0 0,0 0 0 0 0,0 0 0 0 0,0 0-1 0 0,1 0 1 0 0,-1 0 0 0 0,1 0 0 0 0,-1-1 0 0 0,3 3 0 0 0,1-1 2 0 0,-1-1 0 0 0,1 1 0 0 0,0-1 0 0 0,0 0 1 0 0,0 0-1 0 0,0-1 0 0 0,0 0 0 0 0,0 0 0 0 0,0 0 1 0 0,10 0-1 0 0,195 1 212 0 0,-68-3-209 0 0,-91 0 110 0 0,-1-1-1 0 0,69-13 1 0 0,-114 15 173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7.3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25 519 11058 0 0,'-20'-35'2153'0'0,"16"9"5228"0"0,31 39-5392 0 0,-5 0-1949 0 0,-1 2 1 0 0,-1 0-1 0 0,0 1 0 0 0,-1 1 1 0 0,-1 1-1 0 0,18 23 1 0 0,7 5 76 0 0,9 8-86 0 0,113 105 102 0 0,-145-143-122 0 0,0 0 0 0 0,2-2-1 0 0,-1 0 1 0 0,2-2 0 0 0,0 0 0 0 0,45 15 0 0 0,-64-25 12 0 0,0-1 0 0 0,0 0 0 0 0,0 0 0 0 0,0 0 0 0 0,0-1 1 0 0,1 1-1 0 0,-1-1 0 0 0,0 0 0 0 0,0 0 0 0 0,5-1 0 0 0,-8 1-13 0 0,1-1 0 0 0,-1 0-1 0 0,0 1 1 0 0,0-1 0 0 0,1 0 0 0 0,-1 0 0 0 0,0 1 0 0 0,0-1-1 0 0,0 0 1 0 0,0 0 0 0 0,0 0 0 0 0,0-1 0 0 0,0 1-1 0 0,0 0 1 0 0,0 0 0 0 0,0 0 0 0 0,-1-1 0 0 0,1 1-1 0 0,0 0 1 0 0,-1-1 0 0 0,1 1 0 0 0,-1-1 0 0 0,0 1 0 0 0,1 0-1 0 0,-1-1 1 0 0,0 1 0 0 0,0-1 0 0 0,0 1 0 0 0,0-1-1 0 0,0 1 1 0 0,0-2 0 0 0,-13-226 1550 0 0,0-18-1127 0 0,14 222-505 0 0,-7-401-1513 0 0,6 425 1529 0 0,-1 1 0 0 0,1-1 0 0 0,0 1-1 0 0,0-1 1 0 0,0 1 0 0 0,0-1 0 0 0,0 1 0 0 0,0-1-1 0 0,0 1 1 0 0,0-1 0 0 0,0 1 0 0 0,0-1-1 0 0,1 1 1 0 0,-1-1 0 0 0,0 1 0 0 0,0-1 0 0 0,0 1-1 0 0,1-1 1 0 0,-1 1 0 0 0,0-1 0 0 0,0 1 0 0 0,1-1-1 0 0,-1 1 1 0 0,0 0 0 0 0,1-1 0 0 0,-1 1 0 0 0,1 0-1 0 0,-1-1 1 0 0,0 1 0 0 0,1 0 0 0 0,-1-1 0 0 0,1 1-1 0 0,-1 0 1 0 0,1 0 0 0 0,-1 0 0 0 0,1-1 0 0 0,-1 1-1 0 0,1 0 1 0 0,-1 0 0 0 0,1 0 0 0 0,-1 0-1 0 0,1 0 1 0 0,-1 0 0 0 0,1 0 0 0 0,-1 0 0 0 0,1 0-1 0 0,0 0 1 0 0,9 3-751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7.6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103 210 4609 0 0,'-19'0'147'0'0,"10"1"504"0"0,0-1 0 0 0,0 0 0 0 0,0 0 0 0 0,0-1 0 0 0,0 0 0 0 0,-15-5 0 0 0,24 6-526 0 0,-1 0 1 0 0,1-1 0 0 0,-1 1 0 0 0,1 0-1 0 0,0 0 1 0 0,-1-1 0 0 0,1 1 0 0 0,0 0-1 0 0,0-1 1 0 0,-1 1 0 0 0,1 0 0 0 0,0-1-1 0 0,0 1 1 0 0,-1 0 0 0 0,1-1 0 0 0,0 1-1 0 0,0-1 1 0 0,0 1 0 0 0,-1 0 0 0 0,1-1-1 0 0,0 1 1 0 0,0-1 0 0 0,0 1 0 0 0,0-1-1 0 0,0 1 1 0 0,0 0 0 0 0,0-1 0 0 0,0 1-1 0 0,0-1 1 0 0,0 1 0 0 0,0-1 0 0 0,1 1 0 0 0,-1 0-1 0 0,0-1 1 0 0,0 1 0 0 0,0-1 0 0 0,0 1-1 0 0,1 0 1 0 0,-1-1 0 0 0,0 1 0 0 0,0 0-1 0 0,1-1 1 0 0,-1 1 0 0 0,0 0 0 0 0,1-1-1 0 0,-1 1 1 0 0,0 0 0 0 0,1-1 0 0 0,-1 1-1 0 0,0 0 1 0 0,1 0 0 0 0,-1 0 0 0 0,1-1-1 0 0,25-18 2043 0 0,-23 17-1620 0 0,19-12 591 0 0,1 0 1 0 0,40-16-1 0 0,111-27-215 0 0,-135 45-875 0 0,26-12-472 0 0,-38 13-6075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7.9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5985 0 0,'14'3'8736'0'0,"-1"6"-3335"0"0,13 21-1776 0 0,15 43-5270 0 0,-36-63 2732 0 0,61 145-526 0 0,-45-100-1283 0 0,31 59-1 0 0,-40-95-564 0 0,2-1-4064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8.2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35 14283 0 0,'-1'-2'269'0'0,"1"-1"-1"0"0,0 1 1 0 0,1 0-1 0 0,-1-1 1 0 0,0 1-1 0 0,1 0 1 0 0,-1 0-1 0 0,1-1 1 0 0,0 1-1 0 0,-1 0 1 0 0,1 0-1 0 0,2-3 1 0 0,-3 5-162 0 0,0 0 0 0 0,1-1 0 0 0,-1 1-1 0 0,0 0 1 0 0,0 0 0 0 0,1 0 0 0 0,-1-1 0 0 0,0 1 0 0 0,1 0 0 0 0,-1 0 0 0 0,0 0-1 0 0,1 0 1 0 0,-1-1 0 0 0,1 1 0 0 0,-1 0 0 0 0,0 0 0 0 0,1 0 0 0 0,-1 0 0 0 0,0 0-1 0 0,1 0 1 0 0,-1 0 0 0 0,0 0 0 0 0,1 0 0 0 0,-1 0 0 0 0,1 0 0 0 0,-1 0-1 0 0,1 1 1 0 0,14 12 1454 0 0,5 16-1085 0 0,28 55 0 0 0,-37-62-725 0 0,1 0-1 0 0,1-1 1 0 0,1 0 0 0 0,1-1 0 0 0,25 26-1 0 0,-11-18-3164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8.4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6913 0 0,'30'25'8476'0'0,"113"150"-1539"0"0,-18 12-11893 0 0,-116-171-1468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8.6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1 167 10594 0 0,'57'-39'3962'0'0,"-14"7"-2872"0"0,15-10-2374 0 0,1 2-3311 0 0,-37 26 2566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9.8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5980 9 6913 0 0,'-29'-9'15560'0'0,"32"21"-16246"0"0,62 206 1116 0 0,47 137 150 0 0,123 181-428 0 0,-122-300-152 0 0,62 113 0 0 0,45 53 197 0 0,-186-336-98 0 0,8 14 165 0 0,-65-84 550 0 0,9 3-777 0 0,0-1 1 0 0,0 2-1 0 0,0 0 1 0 0,0 0 0 0 0,0 1-1 0 0,0 1 1 0 0,-18 5 0 0 0,-8 0 23 0 0,-85 14-361 0 0,-171 52-1 0 0,-115 62-69 0 0,388-127 432 0 0,-603 211-433 0 0,166-48 131 0 0,-54 31-195 0 0,-28 11-156 0 0,-294 122 270 0 0,668-263 160 0 0,-250 96 314 0 0,-138 26-48 0 0,423-152-361 0 0,-659 173 871 0 0,723-198-459 0 0,-131 52 0 0 0,42-12 66 0 0,68-25-335 0 0,-68 17 124 0 0,139-45-969 0 0,-1 0 1 0 0,0-2 0 0 0,1 0 0 0 0,-1-1 0 0 0,0-1 0 0 0,-28-4 0 0 0,32 2-5015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40.5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21 3225 0 0,'-9'-10'-92'0'0,"-4"0"1387"0"0,13 10-1206 0 0,-1 1 0 0 0,1-1 1 0 0,0 1-1 0 0,-1-1 1 0 0,1 1-1 0 0,-1-1 0 0 0,1 1 1 0 0,0 0-1 0 0,-1-1 1 0 0,1 1-1 0 0,0 0 0 0 0,0-1 1 0 0,0 1-1 0 0,-1 0 1 0 0,1-1-1 0 0,0 1 0 0 0,0 0 1 0 0,0-1-1 0 0,0 1 1 0 0,0 0-1 0 0,0-1 1 0 0,0 1-1 0 0,0 0 0 0 0,1-1 1 0 0,-1 2-1 0 0,1 26 2343 0 0,1-1 0 0 0,9 43-1 0 0,20 54 1515 0 0,-4-12-2778 0 0,-11-38-899 0 0,3 0 0 0 0,3-2 0 0 0,4 0 0 0 0,57 115 0 0 0,52 92-115 0 0,-7-10-2 0 0,-92-207-145 0 0,71 96 0 0 0,60 45 190 0 0,-103-119 134 0 0,-4 2 0 0 0,66 125 0 0 0,-75-122 119 0 0,-35-61-294 0 0,19 46 0 0 0,-30-61-15 0 0,-1-1 0 0 0,0 1 0 0 0,-1 0 0 0 0,0 1 0 0 0,-1-1 0 0 0,1 20 0 0 0,-2-24 84 0 0,-1-9-250 0 0,0 0 0 0 0,0 0 0 0 0,0 0-1 0 0,0 0 1 0 0,0 0 0 0 0,0-1 0 0 0,0 1 0 0 0,0 0 0 0 0,0 0-1 0 0,0 0 1 0 0,0 0 0 0 0,0 0 0 0 0,0 0 0 0 0,1 0-1 0 0,-1 0 1 0 0,0 0 0 0 0,0-1 0 0 0,0 1 0 0 0,0 0 0 0 0,0 0-1 0 0,0 0 1 0 0,0 0 0 0 0,0 0 0 0 0,0 0 0 0 0,1 0-1 0 0,-1 0 1 0 0,0 0 0 0 0,0 0 0 0 0,0 0 0 0 0,0 0 0 0 0,0 0-1 0 0,0 0 1 0 0,0 0 0 0 0,0 0 0 0 0,1 0 0 0 0,-1 0-1 0 0,0 0 1 0 0,0 0 0 0 0,0 0 0 0 0,0 0 0 0 0,0 0 0 0 0,0 0-1 0 0,0 0 1 0 0,1 0 0 0 0,-1 0 0 0 0,0 0 0 0 0,0 0 0 0 0,0 0-1 0 0,0 0 1 0 0,0 0 0 0 0,0 0 0 0 0,0 0 0 0 0,0 1-1 0 0,0-1 1 0 0,0 0 0 0 0,1 0 0 0 0,-1 0 0 0 0,0 0 0 0 0,0 0-1 0 0,0 0 1 0 0,0 0 0 0 0,0 0 0 0 0,0 0 0 0 0,0 1-1 0 0,0-1 1 0 0,0 0 0 0 0,0 0 0 0 0,0 0 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2.0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16 183 3225 0 0,'-2'-16'478'0'0,"1"0"0"0"0,0 0 1 0 0,1 0-1 0 0,2-16 0 0 0,0 13 819 0 0,-2-1-1 0 0,-1-19 1 0 0,-2 31 1708 0 0,-2 14-557 0 0,-1 13-563 0 0,10 305 1298 0 0,3-162-2535 0 0,1 51-42 0 0,0 99-430 0 0,-6-294-1240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2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77 5985 0 0,'5'7'6466'0'0,"21"22"-4699"0"0,-6-7-762 0 0,148 189 2247 0 0,-98-126-2667 0 0,47 51 272 0 0,-99-119-601 0 0,0 1 0 0 0,1-2 0 0 0,1 0 0 0 0,42 24 0 0 0,-61-39-227 0 0,0-1 1 0 0,1 1 0 0 0,-1-1-1 0 0,0 1 1 0 0,0-1 0 0 0,1 0-1 0 0,-1 1 1 0 0,0-1 0 0 0,1 0 0 0 0,-1 0-1 0 0,0 0 1 0 0,1 0 0 0 0,-1 0-1 0 0,0 0 1 0 0,1 0 0 0 0,-1 0 0 0 0,0-1-1 0 0,1 1 1 0 0,-1 0 0 0 0,0-1-1 0 0,1 0 1 0 0,-1 1 0 0 0,0-1 0 0 0,0 1-1 0 0,0-1 1 0 0,0 0 0 0 0,0 0-1 0 0,0 0 1 0 0,0 0 0 0 0,0 0-1 0 0,0 0 1 0 0,0 0 0 0 0,0 0 0 0 0,0 0-1 0 0,-1 0 1 0 0,1 0 0 0 0,0 0-1 0 0,-1-1 1 0 0,1 1 0 0 0,-1 0 0 0 0,1 0-1 0 0,-1-3 1 0 0,5-9 14 0 0,-2 0 0 0 0,0 0 0 0 0,3-20 0 0 0,-4 18 63 0 0,22-195 124 0 0,-19 140-1051 0 0,3 1-1 0 0,25-103 1 0 0,-15 128-2874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2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7 14283 0 0,'-19'3'956'0'0,"15"-1"-1544"0"0,14 0-723 0 0,11-2 2322 0 0,-1 0-1 0 0,1-1 1 0 0,22-5 0 0 0,12-1-1226 0 0,1 7-4461 0 0,-36 3-694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3.6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378 76 10594 0 0,'-6'-10'130'0'0,"-2"1"1"0"0,1-1-1 0 0,-11-8 0 0 0,14 15 51 0 0,1 0 0 0 0,-1 0 0 0 0,0 0-1 0 0,0 1 1 0 0,0 0 0 0 0,0 0 0 0 0,-1 0 0 0 0,1 0 0 0 0,0 1 0 0 0,-1 0 0 0 0,-6-2-1 0 0,5 2 80 0 0,-1 1 0 0 0,0-1-1 0 0,0 1 1 0 0,0 0-1 0 0,0 1 1 0 0,0-1-1 0 0,1 1 1 0 0,-1 1-1 0 0,0-1 1 0 0,0 1-1 0 0,1 0 1 0 0,-1 1-1 0 0,1 0 1 0 0,-6 3-1 0 0,3 0-57 0 0,0 0-1 0 0,0 1 0 0 0,1-1 0 0 0,0 2 1 0 0,0-1-1 0 0,1 1 0 0 0,0 0 1 0 0,-7 12-1 0 0,0 2-87 0 0,2 0 0 0 0,0 1 0 0 0,2 0 0 0 0,1 1 0 0 0,0 0 0 0 0,-8 46 0 0 0,11-41-130 0 0,2 0 1 0 0,0 59-1 0 0,4-75-1 0 0,1-1 1 0 0,0 1-1 0 0,0-1 1 0 0,2 1-1 0 0,0-1 1 0 0,0 0 0 0 0,1 0-1 0 0,0 0 1 0 0,10 17-1 0 0,-11-23 1 0 0,1-1 0 0 0,-1 0 0 0 0,1 0 0 0 0,0-1 0 0 0,1 1 1 0 0,-1-1-1 0 0,1 0 0 0 0,0 0 0 0 0,0 0 0 0 0,0-1 0 0 0,0 0 0 0 0,1 0 0 0 0,0 0 0 0 0,10 3 0 0 0,-7-3-56 0 0,1-1 1 0 0,-1-1-1 0 0,0 1 1 0 0,1-1-1 0 0,-1-1 1 0 0,1 0-1 0 0,-1-1 0 0 0,1 1 1 0 0,9-3-1 0 0,-1-1-92 0 0,-1-1 0 0 0,1 0 0 0 0,-1-2 0 0 0,0 1 0 0 0,-1-2 0 0 0,0 0 0 0 0,0-1 0 0 0,0-1 0 0 0,23-20 0 0 0,-27 19 62 0 0,-2-1-1 0 0,1 0 1 0 0,-1 0-1 0 0,-1-1 1 0 0,-1-1-1 0 0,0 1 1 0 0,0-2 0 0 0,-1 1-1 0 0,9-30 1 0 0,0-10 209 0 0,11-83 0 0 0,-14 68 258 0 0,-11 58-209 0 0,0 6 47 0 0,-1-1 1 0 0,1 0 0 0 0,-2 0-1 0 0,1 1 1 0 0,0-1-1 0 0,-1 0 1 0 0,-1 0-1 0 0,-1-8 1042 0 0,2 14-1209 0 0,-1 0 0 0 0,1 0 0 0 0,0 0 0 0 0,0 0 0 0 0,0 0 0 0 0,0 0 0 0 0,0 0-1 0 0,0 0 1 0 0,0 0 0 0 0,-2 0 575 0 0,2 0-575 0 0,2 17 1130 0 0,74 170-761 0 0,-6-20-150 0 0,-57-131-247 0 0,15 44 35 0 0,-24-72-39 0 0,0 0 0 0 0,0-1-1 0 0,1 1 1 0 0,0-1-1 0 0,0 1 1 0 0,1-1-1 0 0,6 6 1 0 0,-11-12-14 0 0,0 1 0 0 0,1-1-1 0 0,-1 0 1 0 0,0 0 0 0 0,1 0 0 0 0,-1 0 0 0 0,1 0 0 0 0,0 0 0 0 0,-1 0 0 0 0,1 0-1 0 0,0 0 1 0 0,-1-1 0 0 0,1 1 0 0 0,0-1 0 0 0,0 1 0 0 0,0-1 0 0 0,-1 0 0 0 0,4 0 0 0 0,-4 0-12 0 0,0 0 0 0 0,0-1 1 0 0,0 1-1 0 0,1-1 1 0 0,-1 0-1 0 0,0 1 1 0 0,0-1-1 0 0,0 0 1 0 0,0 1-1 0 0,0-1 1 0 0,0 0-1 0 0,0 0 1 0 0,0 0-1 0 0,0 0 1 0 0,-1 0-1 0 0,1 0 1 0 0,0 0-1 0 0,-1 0 1 0 0,2-3-1 0 0,2-6-117 0 0,-1 0 1 0 0,0 0-1 0 0,0-1 0 0 0,2-20 0 0 0,-3 15 169 0 0,31-131-298 0 0,-26 127 256 0 0,0 0 1 0 0,1 0-1 0 0,1 1 1 0 0,1 0-1 0 0,13-19 0 0 0,-21 34 45 0 0,1 1-1 0 0,-1 0 0 0 0,1 0 1 0 0,-1 0-1 0 0,1 0 0 0 0,0 1 1 0 0,0-1-1 0 0,0 1 0 0 0,0-1 1 0 0,1 1-1 0 0,-1 0 0 0 0,1 1 1 0 0,-1-1-1 0 0,7-2 0 0 0,-8 4 6 0 0,0 0 0 0 0,0 0 1 0 0,0 0-1 0 0,1 0 0 0 0,-1 0 0 0 0,0 0 0 0 0,0 1 0 0 0,0-1 0 0 0,0 1 0 0 0,1-1 0 0 0,-1 1 0 0 0,0 0 0 0 0,0 0 0 0 0,0 0 0 0 0,0 0 0 0 0,-1 0 0 0 0,1 0 0 0 0,0 0 0 0 0,0 1 0 0 0,-1-1 0 0 0,1 1 1 0 0,-1-1-1 0 0,1 1 0 0 0,-1 0 0 0 0,1 0 0 0 0,1 3 0 0 0,46 74-203 0 0,21 28-1627 0 0,-59-94 17 0 0,0 0 0 0 0,1 0-1 0 0,14 10 1 0 0,-2-5-3978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4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360 39 6449 0 0,'-4'-4'317'0'0,"1"0"-1"0"0,-2 1 1 0 0,1-1-1 0 0,0 1 0 0 0,-1 1 1 0 0,1-1-1 0 0,-1 0 0 0 0,0 1 1 0 0,1 0-1 0 0,-1 0 1 0 0,-1 1-1 0 0,1-1 0 0 0,0 1 1 0 0,0 0-1 0 0,0 0 0 0 0,-1 1 1 0 0,1 0-1 0 0,0 0 1 0 0,0 0-1 0 0,-1 0 0 0 0,1 1 1 0 0,0 0-1 0 0,0 0 0 0 0,-1 0 1 0 0,-5 3-1 0 0,1 1 5 0 0,-1-1 0 0 0,1 1 0 0 0,1 1 0 0 0,-1 0 1 0 0,1 1-1 0 0,0-1 0 0 0,1 2 0 0 0,-1-1 0 0 0,1 1 0 0 0,1 0 0 0 0,-7 10 0 0 0,-4 7-61 0 0,2 0 0 0 0,0 0-1 0 0,-11 29 1 0 0,20-39-157 0 0,1-1-1 0 0,1 1 1 0 0,0 1 0 0 0,1-1-1 0 0,1 1 1 0 0,1 0 0 0 0,-2 22-1 0 0,4-34-152 0 0,0-1 0 0 0,0 1 0 0 0,1-1 0 0 0,-1 0 0 0 0,1 1 0 0 0,-1-1 0 0 0,1 0 0 0 0,0 0 0 0 0,1 0 0 0 0,-1 1 0 0 0,0-1 0 0 0,1 0 0 0 0,0-1 0 0 0,-1 1 0 0 0,1 0 0 0 0,0 0-1 0 0,1-1 1 0 0,-1 1 0 0 0,0-1 0 0 0,1 0 0 0 0,-1 0 0 0 0,1 0 0 0 0,4 3 0 0 0,-5-4-2 0 0,1 0 0 0 0,0 0 0 0 0,0 0 0 0 0,0-1 0 0 0,0 1-1 0 0,-1-1 1 0 0,1 1 0 0 0,0-1 0 0 0,0 0 0 0 0,0 0 0 0 0,0-1 0 0 0,0 1 0 0 0,0 0-1 0 0,0-1 1 0 0,0 0 0 0 0,-1 0 0 0 0,1 0 0 0 0,0 0 0 0 0,0 0 0 0 0,-1 0 0 0 0,1-1 0 0 0,-1 1-1 0 0,1-1 1 0 0,-1 0 0 0 0,0 1 0 0 0,0-1 0 0 0,3-3 0 0 0,4-5-173 0 0,0 0 0 0 0,-1-1 0 0 0,0 0 0 0 0,-1 0 0 0 0,0-1 0 0 0,-1 0 0 0 0,0 0 0 0 0,-1-1 0 0 0,6-20 0 0 0,1-12 464 0 0,8-64 1 0 0,-17 93-91 0 0,-3 8 218 0 0,1-1 0 0 0,1 1 1 0 0,0 0-1 0 0,0-1 0 0 0,1 1 0 0 0,0 0 1 0 0,4-8-1 0 0,-2 15 853 0 0,0 9-739 0 0,2 13-236 0 0,-7-19-148 0 0,19 67 347 0 0,-12-38-435 0 0,2 0 1 0 0,0 0 0 0 0,26 51-1 0 0,-30-72-468 0 0,1 0 0 0 0,1-1 0 0 0,0 0 0 0 0,0 0 0 0 0,16 15 0 0 0,-15-18-309 0 0,0 1 1 0 0,1-1-1 0 0,0-1 1 0 0,0 1-1 0 0,0-1 1 0 0,1-1-1 0 0,13 5 1 0 0,3-2-4162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4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 5985 0 0,'1'-1'78'0'0,"-1"0"-1"0"0,0 0 0 0 0,0 1 0 0 0,1-1 1 0 0,-1 0-1 0 0,0 1 0 0 0,1-1 0 0 0,-1 0 1 0 0,0 1-1 0 0,1-1 0 0 0,-1 0 0 0 0,1 1 1 0 0,-1-1-1 0 0,1 1 0 0 0,0-1 0 0 0,-1 1 1 0 0,1-1-1 0 0,0 1 0 0 0,-1-1 0 0 0,1 1 1 0 0,0 0-1 0 0,-1-1 0 0 0,1 1 0 0 0,0 0 1 0 0,0-1-1 0 0,-1 1 0 0 0,1 0 0 0 0,0 0 1 0 0,0 0-1 0 0,-1 0 0 0 0,1 0 0 0 0,0 0 1 0 0,0 0-1 0 0,0 0 0 0 0,-1 0 0 0 0,1 0 1 0 0,0 0-1 0 0,0 1 0 0 0,-1-1 0 0 0,2 1 1 0 0,2-1 397 0 0,0 1 0 0 0,-1 0 1 0 0,1 0-1 0 0,-1 0 0 0 0,0 1 1 0 0,1-1-1 0 0,-1 1 1 0 0,4 2-1 0 0,0 3 85 0 0,0 0 0 0 0,-1 1 0 0 0,0 0 0 0 0,0 0 0 0 0,-1 0 1 0 0,0 1-1 0 0,0 0 0 0 0,-1 0 0 0 0,0 0 0 0 0,5 19 0 0 0,0 10 357 0 0,8 54-1 0 0,-15-75-786 0 0,0 17-46 0 0,-2-29-44 0 0,3-16-19 0 0,-1-2-20 0 0,7-32-69 0 0,2 1 0 0 0,2 0 0 0 0,31-71 0 0 0,-43 113 81 0 0,-1 0 1 0 0,1 1 0 0 0,0-1-1 0 0,-1 0 1 0 0,1 1 0 0 0,0-1-1 0 0,0 1 1 0 0,0-1 0 0 0,0 1-1 0 0,1 0 1 0 0,-1-1 0 0 0,0 1-1 0 0,0 0 1 0 0,1 0 0 0 0,-1 0-1 0 0,1 0 1 0 0,-1 0 0 0 0,1 0-1 0 0,-1 0 1 0 0,1 1 0 0 0,0-1-1 0 0,-1 0 1 0 0,1 1 0 0 0,0 0-1 0 0,0-1 1 0 0,-1 1 0 0 0,1 0-1 0 0,2 0 1 0 0,1 1 50 0 0,-1 0-1 0 0,1 1 1 0 0,-1 0-1 0 0,1 0 1 0 0,-1 0-1 0 0,0 0 1 0 0,0 1 0 0 0,0 0-1 0 0,5 4 1 0 0,5 5-48 0 0,0 1 0 0 0,-1 1 1 0 0,-1 0-1 0 0,0 0 0 0 0,-1 1 0 0 0,0 1 1 0 0,-1-1-1 0 0,-1 2 0 0 0,-1-1 0 0 0,0 1 1 0 0,-1 1-1 0 0,-1-1 0 0 0,0 1 0 0 0,-2 1 1 0 0,4 23-1 0 0,-8-40-57 0 0,1 3-45 0 0,0 0-1 0 0,-1 0 1 0 0,1 0-1 0 0,-1 0 1 0 0,0 0 0 0 0,-1 0-1 0 0,-1 9 1 0 0,-2-48-2850 0 0,3 6 2160 0 0,1-1 0 0 0,7-43 0 0 0,-6 63 779 0 0,0-1 1 0 0,2 0-1 0 0,-1 1 0 0 0,1-1 0 0 0,0 1 1 0 0,1 0-1 0 0,0 0 0 0 0,1 0 0 0 0,-1 1 1 0 0,13-16-1 0 0,-16 22-4 0 0,1 1 0 0 0,-1-1 0 0 0,1 1 0 0 0,-1-1 0 0 0,1 1 0 0 0,-1 0 0 0 0,1 0 0 0 0,0 0 0 0 0,-1 0 0 0 0,1 0 0 0 0,0 0 0 0 0,0 1 0 0 0,0-1 0 0 0,0 0 1 0 0,0 1-1 0 0,0 0 0 0 0,0-1 0 0 0,0 1 0 0 0,0 0 0 0 0,0 0 0 0 0,0 0 0 0 0,0 0 0 0 0,0 0 0 0 0,2 1 0 0 0,-2 0-176 0 0,1 0-1 0 0,0 0 1 0 0,0 1-1 0 0,0-1 1 0 0,-1 1 0 0 0,1 0-1 0 0,-1 0 1 0 0,1 0 0 0 0,-1 0-1 0 0,0 0 1 0 0,1 0-1 0 0,-1 1 1 0 0,0-1 0 0 0,2 4-1 0 0,4 7-4960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5.8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2304 0 0,'0'-1'349'0'0,"0"0"0"0"0,0 0-1 0 0,0 0 1 0 0,0 0-1 0 0,0 0 1 0 0,0-1-1 0 0,0 1 1 0 0,0 0-1 0 0,0 0 1 0 0,0 0 0 0 0,1 0-1 0 0,-1 0 1 0 0,0 0-1 0 0,1 0 1 0 0,-1 0-1 0 0,1 0 1 0 0,-1 0-1 0 0,1 0 1 0 0,0 0-1 0 0,-1 0 1 0 0,2-1 0 0 0,-1 2-120 0 0,0 0 1 0 0,0 0-1 0 0,-1 0 1 0 0,1 0 0 0 0,0 0-1 0 0,0 0 1 0 0,-1 0-1 0 0,1 1 1 0 0,0-1 0 0 0,0 0-1 0 0,-1 0 1 0 0,1 1-1 0 0,0-1 1 0 0,-1 1-1 0 0,1-1 1 0 0,0 0 0 0 0,-1 1-1 0 0,1-1 1 0 0,-1 1-1 0 0,1 0 1 0 0,-1-1 0 0 0,2 2-1 0 0,3 5 589 0 0,1 0 0 0 0,-1 0-1 0 0,9 16 1 0 0,-1 5-421 0 0,-2 1 0 0 0,-1 1 0 0 0,-1-1 0 0 0,-1 2 0 0 0,-2-1 0 0 0,-1 1 1 0 0,1 35-1 0 0,-1-78-333 0 0,7-32-61 0 0,6-22-6 0 0,-15 57-5 0 0,39-103 308 0 0,-36 98-272 0 0,1 0 0 0 0,0 0 0 0 0,1 0 0 0 0,1 1 0 0 0,15-18 0 0 0,-23 30-16 0 0,0 0-1 0 0,-1 0 1 0 0,1 0 0 0 0,0 0 0 0 0,0 0 0 0 0,0 0 0 0 0,0 0 0 0 0,0 1 0 0 0,0-1-1 0 0,0 0 1 0 0,0 0 0 0 0,0 1 0 0 0,0-1 0 0 0,0 1 0 0 0,0-1 0 0 0,1 1-1 0 0,-1-1 1 0 0,0 1 0 0 0,0 0 0 0 0,1-1 0 0 0,-1 1 0 0 0,0 0 0 0 0,1 0 0 0 0,-1 0-1 0 0,0 0 1 0 0,0 0 0 0 0,1 0 0 0 0,-1 1 0 0 0,0-1 0 0 0,0 0 0 0 0,1 1-1 0 0,-1-1 1 0 0,0 0 0 0 0,0 1 0 0 0,0 0 0 0 0,1-1 0 0 0,-1 1 0 0 0,0 0 0 0 0,0-1-1 0 0,0 1 1 0 0,0 0 0 0 0,0 0 0 0 0,-1 0 0 0 0,3 2 0 0 0,2 5 128 0 0,1 1 0 0 0,-1 0 0 0 0,-1 0 1 0 0,8 19-1 0 0,-1-2-407 0 0,1-3-437 0 0,24 31 1 0 0,-13-24-5437 0 0,-6-12-592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6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0 190 3681 0 0,'14'4'7173'0'0,"-12"-3"-6876"0"0,0 0 0 0 0,0-1 0 0 0,0 1 0 0 0,0 0 1 0 0,0-1-1 0 0,0 1 0 0 0,0-1 0 0 0,0 0 0 0 0,0 0 0 0 0,0 0 1 0 0,1 0-1 0 0,-1 0 0 0 0,0 0 0 0 0,3-1 0 0 0,-1 0-213 0 0,1-1 1 0 0,0 0-1 0 0,-1 0 0 0 0,1 0 0 0 0,-1-1 1 0 0,0 1-1 0 0,0-1 0 0 0,0 0 0 0 0,0 0 0 0 0,0-1 1 0 0,-1 1-1 0 0,1-1 0 0 0,-1 1 0 0 0,0-1 0 0 0,0 0 1 0 0,0-1-1 0 0,-1 1 0 0 0,1 0 0 0 0,-1-1 0 0 0,0 1 1 0 0,-1-1-1 0 0,1 0 0 0 0,-1 1 0 0 0,0-1 0 0 0,0 0 1 0 0,0 0-1 0 0,-1 0 0 0 0,1 0 0 0 0,-1 0 0 0 0,0 0 1 0 0,-1 0-1 0 0,1 0 0 0 0,-1 0 0 0 0,0 0 0 0 0,-1 1 1 0 0,1-1-1 0 0,-1 0 0 0 0,1 1 0 0 0,-2-1 0 0 0,1 1 1 0 0,0-1-1 0 0,-6-6 0 0 0,8 10-36 0 0,-1 0 0 0 0,0-1 0 0 0,-1 1 0 0 0,1 0 0 0 0,0 0 0 0 0,0-1 0 0 0,0 1 0 0 0,-1 0-1 0 0,1 0 1 0 0,-1 0 0 0 0,1 0 0 0 0,-1 1 0 0 0,1-1 0 0 0,-1 0 0 0 0,1 1 0 0 0,-1-1 0 0 0,0 1 0 0 0,1-1 0 0 0,-1 1 0 0 0,0 0 0 0 0,1 0 0 0 0,-1 0 0 0 0,0 0 0 0 0,1 0-1 0 0,-1 0 1 0 0,0 0 0 0 0,0 0 0 0 0,1 1 0 0 0,-1-1 0 0 0,1 1 0 0 0,-1-1 0 0 0,0 1 0 0 0,1 0 0 0 0,-1 0 0 0 0,1-1 0 0 0,-1 1 0 0 0,1 0 0 0 0,0 0 0 0 0,-1 0-1 0 0,1 1 1 0 0,0-1 0 0 0,0 0 0 0 0,0 0 0 0 0,0 1 0 0 0,-2 1 0 0 0,-1 3-45 0 0,0 0 1 0 0,0 0-1 0 0,0 0 0 0 0,0 1 0 0 0,1-1 1 0 0,0 1-1 0 0,1 0 0 0 0,-1 0 1 0 0,-1 10-1 0 0,3-8-90 0 0,0-1-1 0 0,1 1 1 0 0,0 0-1 0 0,1 0 1 0 0,0-1 0 0 0,0 1-1 0 0,0-1 1 0 0,1 1 0 0 0,1-1-1 0 0,-1 1 1 0 0,2-1 0 0 0,-1 0-1 0 0,1 0 1 0 0,0-1 0 0 0,0 1-1 0 0,1-1 1 0 0,0 0 0 0 0,1 0-1 0 0,10 11 1 0 0,-8-11-295 0 0,-1-1 1 0 0,1 1-1 0 0,0-2 1 0 0,1 1-1 0 0,-1-1 1 0 0,1 0-1 0 0,0-1 1 0 0,0 0-1 0 0,0 0 1 0 0,1-1 0 0 0,-1 0-1 0 0,1-1 1 0 0,0 0-1 0 0,0-1 1 0 0,0 0-1 0 0,0 0 1 0 0,11-1-1 0 0,-10-1-260 0 0,-1 0 0 0 0,1 0 0 0 0,0-1 0 0 0,-1-1 0 0 0,1 0 0 0 0,-1 0-1 0 0,0-1 1 0 0,0 0 0 0 0,0-1 0 0 0,14-8 0 0 0,2-6 470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6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13 3225 0 0,'-1'-1'60'0'0,"1"0"1"0"0,-1 0-1 0 0,1 0 1 0 0,-1 0-1 0 0,0 1 1 0 0,0-1-1 0 0,1 0 1 0 0,-1 0-1 0 0,0 0 1 0 0,0 1-1 0 0,0-1 1 0 0,0 0-1 0 0,0 1 0 0 0,0-1 1 0 0,-1 0-1 0 0,1 1 106 0 0,1 0 0 0 0,-1 0 0 0 0,1 0-1 0 0,-1 0 1 0 0,1 0 0 0 0,-7 5 2817 0 0,7-5-2818 0 0,-1 1 1 0 0,-11 34 6016 0 0,11-31-6522 0 0,-3 15 1176 0 0,0 1 0 0 0,2-1 0 0 0,1 1 0 0 0,1 34 0 0 0,15 77 819 0 0,-1-63-980 0 0,4-1 1 0 0,38 96 0 0 0,-1-5-1108 0 0,-30-45-2349 0 0,-23-101 2336 0 0,4 17-674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7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49 6913 0 0,'-11'4'1812'0'0,"-15"11"8396"0"0,56-14-6965 0 0,-10 0-3001 0 0,26-6-410 0 0,0-2-1 0 0,-1-2 0 0 0,53-19 1 0 0,-23 8-7422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7.3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2 2361 0 0,'-16'23'7554'0'0,"16"-23"-7313"0"0,1 1 0 0 0,0-1 0 0 0,-1 0 0 0 0,1 1 0 0 0,-1-1 0 0 0,1 0 0 0 0,0 0 0 0 0,-1 0 0 0 0,1 1 0 0 0,0-1 0 0 0,0 0 1 0 0,-1 0-1 0 0,1 0 0 0 0,0 0 0 0 0,-1 0 0 0 0,1 0 0 0 0,0 0 0 0 0,0 0 0 0 0,-1-1 0 0 0,1 1 0 0 0,0 0 0 0 0,0 0 0 0 0,48-7 4217 0 0,-23 3-3454 0 0,42-2 1 0 0,-66 6-999 0 0,23 0-93 0 0,0 0 0 0 0,35-7 0 0 0,-50 5-427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0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16 6449 0 0,'-12'-15'11806'0'0,"10"28"-11645"0"0,-9 138 384 0 0,-3 111 1059 0 0,15-225-1450 0 0,1-1 1 0 0,2 0 0 0 0,1 0-1 0 0,2 0 1 0 0,12 38 0 0 0,-13-55-650 0 0,17 34 1 0 0,-20-49 384 0 0,-1 1-1 0 0,1-1 1 0 0,-1 0-1 0 0,1 1 1 0 0,1-1-1 0 0,-1-1 1 0 0,0 1-1 0 0,1 0 1 0 0,0-1-1 0 0,0 0 1 0 0,0 0-1 0 0,0 0 1 0 0,5 2-1 0 0,-8-4-95 0 0,0-1 1 0 0,0 1-1 0 0,0-1 0 0 0,0 0 0 0 0,0 0 0 0 0,1 1 0 0 0,-1-1 0 0 0,0 0 0 0 0,0 0 1 0 0,0 0-1 0 0,0 0 0 0 0,0 0 0 0 0,0 0 0 0 0,1-1 0 0 0,0 1 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0.7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1 242 456 0 0,'0'-8'554'0'0,"1"0"0"0"0,0 0 0 0 0,0 0 0 0 0,5-13 1 0 0,-5 19-215 0 0,-1-1 0 0 0,1 0 0 0 0,0 1 0 0 0,0-1 0 0 0,0 1 0 0 0,1 0 0 0 0,-1-1 0 0 0,0 1 0 0 0,1 0 0 0 0,0 0 0 0 0,-1 0 0 0 0,1 0 0 0 0,0 0 0 0 0,0 0 0 0 0,0 1 0 0 0,0-1 0 0 0,4-2 0 0 0,-4 4-83 0 0,0 0 1 0 0,0 0-1 0 0,0 0 0 0 0,-1 0 0 0 0,1 0 0 0 0,0 0 0 0 0,0 1 0 0 0,0-1 0 0 0,-1 0 0 0 0,1 1 0 0 0,0-1 1 0 0,0 1-1 0 0,-1 0 0 0 0,1 0 0 0 0,-1 0 0 0 0,1 0 0 0 0,0 0 0 0 0,-1 0 0 0 0,0 0 0 0 0,1 0 0 0 0,0 2 0 0 0,31 32 1425 0 0,-27-28-1266 0 0,120 167 1689 0 0,-2-4-339 0 0,-117-161-1617 0 0,2 0-1 0 0,-1 0 0 0 0,1-1 0 0 0,1 0 0 0 0,15 10 0 0 0,-23-17-129 0 0,-1 0 1 0 0,0 0-1 0 0,1 0 0 0 0,-1 0 1 0 0,1 0-1 0 0,-1 0 1 0 0,1-1-1 0 0,0 1 1 0 0,-1-1-1 0 0,1 1 0 0 0,0-1 1 0 0,-1 0-1 0 0,1 1 1 0 0,0-1-1 0 0,-1 0 1 0 0,1 0-1 0 0,0 0 0 0 0,0 0 1 0 0,-1-1-1 0 0,1 1 1 0 0,0 0-1 0 0,-1-1 1 0 0,1 1-1 0 0,0-1 0 0 0,-1 1 1 0 0,1-1-1 0 0,-1 0 1 0 0,1 0-1 0 0,-1 0 1 0 0,1 0-1 0 0,-1 0 1 0 0,0 0-1 0 0,1 0 0 0 0,-1 0 1 0 0,0 0-1 0 0,0-1 1 0 0,0 1-1 0 0,0-1 1 0 0,0 1-1 0 0,0-1 0 0 0,0 1 1 0 0,0-1-1 0 0,-1 1 1 0 0,1-1-1 0 0,-1 1 1 0 0,1-1-1 0 0,-1 0 0 0 0,1-3 1 0 0,3-17 94 0 0,-1 0 0 0 0,0-1-1 0 0,-2 1 1 0 0,-1-1 0 0 0,-3-35 0 0 0,-1-15 11 0 0,3 22-733 0 0,2 0 1 0 0,3 0-1 0 0,1 0 1 0 0,17-64-1 0 0,-16 96-4492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1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6 14283 0 0,'0'-1'-34'0'0,"-1"1"0"0"0,1-1 0 0 0,-1 1 0 0 0,1-1 0 0 0,-1 1 0 0 0,0-1 0 0 0,1 1 0 0 0,-1 0 0 0 0,0-1 1 0 0,1 1-1 0 0,-1 0 0 0 0,0 0 0 0 0,1 0 0 0 0,-1-1 0 0 0,0 1 0 0 0,0 0 0 0 0,1 0 0 0 0,-1 0 0 0 0,0 0 0 0 0,0 0 0 0 0,1 0 0 0 0,-1 0 0 0 0,0 1 0 0 0,0-1 0 0 0,1 0 0 0 0,-1 0 0 0 0,0 1 0 0 0,1-1 0 0 0,-1 0 0 0 0,-1 1 0 0 0,1 1 130 0 0,-1-1-1 0 0,1 1 0 0 0,-1 0 1 0 0,1-1-1 0 0,-1 1 0 0 0,1 0 1 0 0,0 0-1 0 0,0 0 0 0 0,0 0 1 0 0,-1 3-1 0 0,-3 9 655 0 0,1 0 1 0 0,-3 22-1 0 0,7-34-804 0 0,-19 134 1734 0 0,-2 167 0 0 0,20-270-1654 0 0,1 0 0 0 0,6 39 1 0 0,-4-61-454 0 0,0 0 0 0 0,0-1 0 0 0,1 0 0 0 0,0 0 0 0 0,1 0 0 0 0,0 0 0 0 0,1 0 0 0 0,0-1 0 0 0,0 1 0 0 0,13 14 0 0 0,-5-11-3538 0 0,1-4-911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1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22 153 6913 0 0,'-4'-9'599'0'0,"0"0"0"0"0,1 0 0 0 0,0-1-1 0 0,-3-17 1 0 0,5 24-315 0 0,1 0 1 0 0,0 0-1 0 0,0 0 1 0 0,0 0-1 0 0,0 0 0 0 0,0 0 1 0 0,1 0-1 0 0,-1 0 1 0 0,2-4-1 0 0,-1 6-162 0 0,-1 0 0 0 0,1 0 0 0 0,-1 0 0 0 0,1 0 0 0 0,-1 0 0 0 0,1 0 1 0 0,0 0-1 0 0,0 0 0 0 0,0 0 0 0 0,-1 0 0 0 0,1 0 0 0 0,0 1 0 0 0,0-1 0 0 0,0 0 0 0 0,0 1 0 0 0,0-1 0 0 0,0 0 0 0 0,1 1 0 0 0,-1-1 0 0 0,0 1 0 0 0,0 0 1 0 0,0-1-1 0 0,2 1 0 0 0,0 0 4 0 0,-1 0 1 0 0,1 0 0 0 0,0 0 0 0 0,0 1 0 0 0,0-1-1 0 0,0 1 1 0 0,-1-1 0 0 0,1 1 0 0 0,0 0 0 0 0,-1 0-1 0 0,1 0 1 0 0,0 1 0 0 0,-1-1 0 0 0,0 1 0 0 0,1-1-1 0 0,-1 1 1 0 0,0 0 0 0 0,0 0 0 0 0,0 0 0 0 0,0 0-1 0 0,2 3 1 0 0,6 7 277 0 0,0 0 0 0 0,12 22 1 0 0,-16-23-172 0 0,40 64 109 0 0,-14-21 75 0 0,59 76 1 0 0,-75-109-399 0 0,23 25 99 0 0,-36-43-108 0 0,-1 0 0 0 0,1-1 0 0 0,1 1 0 0 0,-1-1-1 0 0,0 0 1 0 0,1 1 0 0 0,-1-1 0 0 0,1-1 0 0 0,0 1 0 0 0,-1-1 0 0 0,7 2 0 0 0,-8-3-1 0 0,-1 0-1 0 0,1 0 1 0 0,0 0 0 0 0,-1 0 0 0 0,1 0 0 0 0,0-1 0 0 0,-1 1 0 0 0,1-1 0 0 0,0 1 0 0 0,-1-1 0 0 0,1 0 0 0 0,-1 0 0 0 0,1 0 0 0 0,-1 0 0 0 0,1 0 0 0 0,-1 0 0 0 0,0 0 0 0 0,1 0-1 0 0,-1 0 1 0 0,0-1 0 0 0,0 1 0 0 0,0 0 0 0 0,0-1 0 0 0,0 1 0 0 0,0-1 0 0 0,0 1 0 0 0,0-3 0 0 0,20-51 231 0 0,-19 47-154 0 0,11-44-130 0 0,-2-1 0 0 0,5-75 0 0 0,-1 3-15 0 0,-15 122 101 0 0,1 0 0 0 0,0 0 0 0 0,0 0-1 0 0,0 0 1 0 0,0 0 0 0 0,0 0 0 0 0,0 0 0 0 0,1 1 0 0 0,-1-1 0 0 0,4-3 0 0 0,-5 6-23 0 0,0-1 0 0 0,0 1 0 0 0,1 0 0 0 0,-1 0 0 0 0,0-1 0 0 0,1 1 0 0 0,-1 0 0 0 0,0 0 0 0 0,1-1 0 0 0,-1 1 1 0 0,1 0-1 0 0,-1 0 0 0 0,0 0 0 0 0,1 0 0 0 0,-1-1 0 0 0,1 1 0 0 0,-1 0 0 0 0,0 0 0 0 0,1 0 0 0 0,-1 0 1 0 0,1 0-1 0 0,-1 0 0 0 0,1 0 0 0 0,-1 0 0 0 0,0 1 0 0 0,1-1 0 0 0,0 0 0 0 0,0 1-12 0 0,0 0 0 0 0,0-1 0 0 0,0 1 0 0 0,0 0-1 0 0,0 0 1 0 0,0 0 0 0 0,0 0 0 0 0,-1 0 0 0 0,1 1 0 0 0,0-1-1 0 0,-1 0 1 0 0,1 0 0 0 0,0 3 0 0 0,12 33 47 0 0,-2 0-1 0 0,10 54 1 0 0,-14-51-141 0 0,3 0 1 0 0,15 42-1 0 0,8-13-839 0 0,-8-26-5281 0 0,-7-16-504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1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125 68 11058 0 0,'-4'-4'572'0'0,"1"0"-1"0"0,-1 0 1 0 0,0 1 0 0 0,0 0-1 0 0,0 0 1 0 0,0 0-1 0 0,-1 0 1 0 0,-5-2-1 0 0,9 5-393 0 0,0 0 1 0 0,0-1-1 0 0,0 1 0 0 0,0 0 1 0 0,0 0-1 0 0,0 0 0 0 0,0 0 1 0 0,0 0-1 0 0,0 0 0 0 0,0 0 1 0 0,0 0-1 0 0,0 1 0 0 0,0-1 0 0 0,0 0 1 0 0,1 1-1 0 0,-1-1 0 0 0,0 0 1 0 0,-2 2-1 0 0,2-1-124 0 0,-1 1 0 0 0,0-1 0 0 0,0 1 1 0 0,1 0-1 0 0,-1 0 0 0 0,1 0 0 0 0,-1 0 0 0 0,1 0 0 0 0,0 0 0 0 0,-2 4 1 0 0,-5 14-14 0 0,0 0 0 0 0,1 1 1 0 0,1-1-1 0 0,1 1 0 0 0,1 1 1 0 0,1-1-1 0 0,1 1 0 0 0,0-1 1 0 0,2 1-1 0 0,1-1 0 0 0,0 1 1 0 0,2-1-1 0 0,7 31 0 0 0,-7-42-94 0 0,1-1-1 0 0,0 0 1 0 0,0 0-1 0 0,1 0 1 0 0,0 0-1 0 0,1-1 1 0 0,0 0-1 0 0,0 0 1 0 0,0 0-1 0 0,1-1 1 0 0,1 0-1 0 0,-1 0 1 0 0,1-1-1 0 0,12 8 1 0 0,-15-11 23 0 0,0-1 0 0 0,0 1 0 0 0,0-1 0 0 0,0 0 1 0 0,0 0-1 0 0,1-1 0 0 0,-1 0 0 0 0,1 0 0 0 0,-1 0 0 0 0,1 0 0 0 0,0-1 0 0 0,-1 0 1 0 0,1 0-1 0 0,-1 0 0 0 0,1-1 0 0 0,-1 0 0 0 0,1 0 0 0 0,-1-1 0 0 0,1 1 0 0 0,-1-1 1 0 0,0 0-1 0 0,0 0 0 0 0,0-1 0 0 0,0 0 0 0 0,0 0 0 0 0,0 0 0 0 0,4-4 0 0 0,0-1 85 0 0,-1 0-1 0 0,-1 0 0 0 0,1-1 0 0 0,-1 0 1 0 0,-1 0-1 0 0,0 0 0 0 0,0-1 0 0 0,-1 0 0 0 0,0 0 1 0 0,0-1-1 0 0,-1 1 0 0 0,-1-1 0 0 0,0 0 0 0 0,0 0 1 0 0,-1 0-1 0 0,-1 0 0 0 0,0 0 0 0 0,0-1 1 0 0,-1 1-1 0 0,-1 0 0 0 0,-2-19 0 0 0,1 15 52 0 0,-1 0 1 0 0,0 0-1 0 0,-1 0 0 0 0,-1 0 0 0 0,0 0 1 0 0,-1 1-1 0 0,-1 0 0 0 0,0 0 0 0 0,-1 1 1 0 0,0 0-1 0 0,-1 0 0 0 0,0 1 0 0 0,-1 0 1 0 0,-1 1-1 0 0,-16-15 0 0 0,22 22-199 0 0,-1 0 0 0 0,0 1 0 0 0,0-1 1 0 0,0 1-1 0 0,0 0 0 0 0,-12-4 0 0 0,15 7-154 0 0,0-1 0 0 0,0 0 0 0 0,0 1 0 0 0,-1-1-1 0 0,1 1 1 0 0,0 0 0 0 0,0 0 0 0 0,-1 0 0 0 0,1 0 0 0 0,0 1 0 0 0,0-1 0 0 0,-1 1 0 0 0,1 0 0 0 0,0 0-1 0 0,-6 3 1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2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185 65 4145 0 0,'2'-1'329'0'0,"-1"-1"0"0"0,1 1 0 0 0,-1-1 0 0 0,1 0 0 0 0,-1 0 0 0 0,0 0 0 0 0,0 0 1 0 0,0 0-1 0 0,0 0 0 0 0,0 0 0 0 0,0 0 0 0 0,0 0 0 0 0,-1 0 0 0 0,1 0 0 0 0,-1-1 0 0 0,0 1 0 0 0,1 0 0 0 0,-1 0 0 0 0,0-1 1 0 0,0 1-1 0 0,-1 0 0 0 0,1-3 0 0 0,-1 4-148 0 0,1 0 1 0 0,0 1-1 0 0,-1-1 0 0 0,1 0 1 0 0,-1 0-1 0 0,1 0 0 0 0,-1 1 1 0 0,1-1-1 0 0,-1 0 1 0 0,0 0-1 0 0,1 1 0 0 0,-1-1 1 0 0,0 1-1 0 0,1-1 0 0 0,-1 1 1 0 0,0-1-1 0 0,0 1 1 0 0,0-1-1 0 0,1 1 0 0 0,-1-1 1 0 0,-1 1-1 0 0,0 0-48 0 0,0-1 0 0 0,-1 1 0 0 0,1 0 1 0 0,0 0-1 0 0,0 0 0 0 0,0 0 0 0 0,0 0 0 0 0,0 1 0 0 0,-1-1 0 0 0,1 1 0 0 0,0-1 0 0 0,-3 3 0 0 0,-6 1 20 0 0,1 2 0 0 0,-1 0-1 0 0,1 0 1 0 0,1 0 0 0 0,-1 1-1 0 0,1 1 1 0 0,0 0-1 0 0,1 0 1 0 0,0 0 0 0 0,0 1-1 0 0,1 0 1 0 0,-12 20-1 0 0,16-23-80 0 0,-1 0 0 0 0,1 1 0 0 0,0-1-1 0 0,0 1 1 0 0,1-1 0 0 0,0 1 0 0 0,0 0-1 0 0,0 0 1 0 0,1 0 0 0 0,0 0 0 0 0,1 0-1 0 0,0 1 1 0 0,0-1 0 0 0,0 0 0 0 0,1 0-1 0 0,0 0 1 0 0,0 0 0 0 0,1 0 0 0 0,0 0-1 0 0,0 0 1 0 0,0-1 0 0 0,5 8 0 0 0,4 3-109 0 0,1-1 1 0 0,1-1 0 0 0,0 0 0 0 0,1-1 0 0 0,1 0-1 0 0,0-1 1 0 0,33 21 0 0 0,-28-20-7 0 0,-1 0 0 0 0,0 1 0 0 0,-1 1 0 0 0,27 32 0 0 0,-44-46 45 0 0,1 0-1 0 0,-1 0 0 0 0,1 0 1 0 0,-1 0-1 0 0,0 1 0 0 0,0-1 1 0 0,0 0-1 0 0,0 1 0 0 0,0-1 1 0 0,0 1-1 0 0,-1-1 0 0 0,1 1 1 0 0,-1-1-1 0 0,0 1 0 0 0,0-1 0 0 0,0 1 1 0 0,0-1-1 0 0,0 1 0 0 0,0-1 1 0 0,-2 4-1 0 0,1-2 19 0 0,-1 0 0 0 0,0 0 0 0 0,0 0 0 0 0,0-1 0 0 0,0 1 0 0 0,0-1 0 0 0,-1 0 0 0 0,0 0 0 0 0,0 1 0 0 0,0-2 0 0 0,-4 5 0 0 0,-8 3 138 0 0,0 0 0 0 0,0-1-1 0 0,-1 0 1 0 0,-28 10 0 0 0,-15 2-76 0 0,31-15-292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3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10594 0 0,'0'1'83'0'0,"0"-1"0"0"0,0 1 0 0 0,0-1 0 0 0,0 0 0 0 0,0 1-1 0 0,0-1 1 0 0,0 0 0 0 0,0 1 0 0 0,0-1 0 0 0,0 0 0 0 0,-1 1-1 0 0,1-1 1 0 0,0 0 0 0 0,0 1 0 0 0,0-1 0 0 0,-1 0 0 0 0,1 1 0 0 0,0-1-1 0 0,0 0 1 0 0,-1 0 0 0 0,1 1 0 0 0,0-1 0 0 0,0 0 0 0 0,-1 0 0 0 0,1 0-1 0 0,0 1 1 0 0,-1-1 0 0 0,1 0 0 0 0,0 0 0 0 0,-1 0 0 0 0,1 0-1 0 0,0 0 1 0 0,-1 0 0 0 0,1 0 0 0 0,0 0 0 0 0,-1 0 0 0 0,1 0 0 0 0,-1 0-1 0 0,1 0 1 0 0,0 0 0 0 0,-1 0 0 0 0,1 0 0 0 0,0 0 0 0 0,-1 0 0 0 0,1 0-1 0 0,0 0 1 0 0,-1 0 0 0 0,1-1 0 0 0,0 1 0 0 0,-1 0 0 0 0,1 0 0 0 0,0 0-1 0 0,-1-1 1 0 0,1 1 0 0 0,0 0 0 0 0,0 0 0 0 0,-1-1 0 0 0,1 1-1 0 0,0 0 1 0 0,0 0 0 0 0,0-1 0 0 0,-1 1 0 0 0,1-1 0 0 0,12 87 305 0 0,3-1 0 0 0,3-1 0 0 0,48 130 0 0 0,15-31-1594 0 0,-48-113-2420 0 0,-29-57 1206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3.4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8 446 1376 0 0,'-4'-26'315'0'0,"2"-1"-1"0"0,0 1 1 0 0,2-1-1 0 0,1 0 1 0 0,1 1 0 0 0,12-52-1 0 0,-10 61 184 0 0,2 1 0 0 0,0-1 0 0 0,1 1 0 0 0,0 1 0 0 0,1-1 0 0 0,1 1 0 0 0,1 0 0 0 0,13-15-1 0 0,-20 26-297 0 0,1 0-1 0 0,0-1 0 0 0,0 1 0 0 0,0 1 0 0 0,0-1 1 0 0,1 1-1 0 0,-1 0 0 0 0,1 0 0 0 0,0 0 0 0 0,0 0 1 0 0,0 1-1 0 0,1 0 0 0 0,-1 0 0 0 0,0 1 0 0 0,1-1 0 0 0,-1 1 1 0 0,1 0-1 0 0,0 1 0 0 0,-1-1 0 0 0,1 1 0 0 0,0 0 1 0 0,-1 0-1 0 0,1 1 0 0 0,-1 0 0 0 0,1 0 0 0 0,-1 0 0 0 0,1 1 1 0 0,-1-1-1 0 0,7 4 0 0 0,-7-2-82 0 0,0-1 0 0 0,0 1-1 0 0,0 0 1 0 0,-1 0 0 0 0,1 0 0 0 0,-1 1-1 0 0,0-1 1 0 0,0 1 0 0 0,0 0 0 0 0,-1 0 0 0 0,1 1-1 0 0,-1-1 1 0 0,0 1 0 0 0,0-1 0 0 0,3 8 0 0 0,-3-4 11 0 0,-1 0 0 0 0,1 0 0 0 0,-1 0 1 0 0,-1 0-1 0 0,1 1 0 0 0,-1-1 1 0 0,-1 1-1 0 0,0-1 0 0 0,-1 11 1 0 0,-1-2 82 0 0,-1 0 0 0 0,0 0 0 0 0,-1 0 0 0 0,-1-1 1 0 0,-1 1-1 0 0,-1-1 0 0 0,0-1 0 0 0,0 1 1 0 0,-14 18-1 0 0,-47 53 1206 0 0,27-47-2231 0 0,-3-10-5212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3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5985 0 0,'89'-4'9004'0'0,"43"-14"-7767"0"0,-36 5-3879 0 0,-61 10 2253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4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214 187 8754 0 0,'-6'-2'154'0'0,"0"0"0"0"0,0 0 1 0 0,0 1-1 0 0,0-1 0 0 0,-1 1 0 0 0,1 1 1 0 0,0-1-1 0 0,-1 1 0 0 0,1 0 0 0 0,-1 1 1 0 0,1-1-1 0 0,0 1 0 0 0,0 1 0 0 0,-1-1 1 0 0,1 1-1 0 0,0 0 0 0 0,0 0 0 0 0,1 1 1 0 0,-1 0-1 0 0,0 0 0 0 0,1 0 0 0 0,0 0 1 0 0,-1 1-1 0 0,1 0 0 0 0,1 0 1 0 0,-1 1-1 0 0,1-1 0 0 0,-1 1 0 0 0,-3 6 1 0 0,3-2-85 0 0,0 1 1 0 0,0 0 0 0 0,1 0 0 0 0,0 0 0 0 0,0 1 0 0 0,1 0 0 0 0,1-1 0 0 0,0 1 0 0 0,1 0 0 0 0,-1 0 0 0 0,2 0 0 0 0,0 0-1 0 0,1 13 1 0 0,1-9-58 0 0,-1-1-1 0 0,2 0 1 0 0,0 0-1 0 0,1 0 1 0 0,0 0-1 0 0,1-1 1 0 0,0 0-1 0 0,1 0 1 0 0,13 21-1 0 0,-13-27-12 0 0,-1 0-1 0 0,1 0 1 0 0,0 0 0 0 0,1-1-1 0 0,-1 0 1 0 0,1-1 0 0 0,1 1-1 0 0,-1-1 1 0 0,1-1 0 0 0,-1 1-1 0 0,2-1 1 0 0,-1-1 0 0 0,0 0-1 0 0,0 0 1 0 0,1 0 0 0 0,0-1-1 0 0,0 0 1 0 0,-1-1 0 0 0,1 0-1 0 0,0 0 1 0 0,10-1 0 0 0,-9-1-33 0 0,0 0 0 0 0,0 0 1 0 0,-1-1-1 0 0,1 0 0 0 0,-1 0 1 0 0,1-1-1 0 0,-1-1 1 0 0,0 1-1 0 0,0-2 0 0 0,-1 1 1 0 0,1-1-1 0 0,-1 0 0 0 0,0-1 1 0 0,0 0-1 0 0,-1 0 0 0 0,1-1 1 0 0,-2 0-1 0 0,1 0 1 0 0,6-9-1 0 0,-2-2 52 0 0,0 1 0 0 0,-1-2 0 0 0,-1 1 0 0 0,0-2 0 0 0,-2 1 0 0 0,0-1-1 0 0,5-27 1 0 0,-2-11 514 0 0,3-76 0 0 0,-13 133-528 0 0,3-32 404 0 0,0 4 457 0 0,-1 1 1 0 0,-2-1-1 0 0,-3-32 1 0 0,15 120 2417 0 0,35 100-3307 0 0,-43-143-46 0 0,2-1 1 0 0,0 0-1 0 0,0 0 1 0 0,2-1-1 0 0,-1 0 1 0 0,2 0-1 0 0,0-1 0 0 0,1 0 1 0 0,0 0-1 0 0,1-1 1 0 0,0-1-1 0 0,1 0 1 0 0,0 0-1 0 0,1-1 1 0 0,0-1-1 0 0,0 0 1 0 0,23 11-1 0 0,-34-19 22 0 0,-1-1 0 0 0,1 1 0 0 0,0-1 0 0 0,-1 1 0 0 0,1-1-1 0 0,-1 0 1 0 0,1 1 0 0 0,0-1 0 0 0,-1 0 0 0 0,1 0 0 0 0,0 0 0 0 0,-1-1 0 0 0,1 1-1 0 0,0 0 1 0 0,-1 0 0 0 0,1-1 0 0 0,-1 1 0 0 0,1-1 0 0 0,0 0 0 0 0,-1 1 0 0 0,1-1 0 0 0,-1 0-1 0 0,0 0 1 0 0,1 0 0 0 0,-1 0 0 0 0,0 0 0 0 0,0 0 0 0 0,1 0 0 0 0,-1 0 0 0 0,0-1-1 0 0,0 1 1 0 0,0 0 0 0 0,0-1 0 0 0,-1 1 0 0 0,1-1 0 0 0,0 1 0 0 0,0-1 0 0 0,0-1 0 0 0,3-9 8 0 0,1 0 0 0 0,-2 0 1 0 0,0-1-1 0 0,2-13 1 0 0,-1 8 29 0 0,-1 2 34 0 0,23-81 241 0 0,-23 88-219 0 0,1 0 0 0 0,0 0 0 0 0,0 0 0 0 0,1 0 0 0 0,0 1 1 0 0,0 0-1 0 0,1 0 0 0 0,7-7 0 0 0,-12 14-26 0 0,-1 0 1 0 0,1 0-1 0 0,0 0 1 0 0,0 1 0 0 0,0-1-1 0 0,0 1 1 0 0,0-1-1 0 0,0 0 1 0 0,0 1-1 0 0,0-1 1 0 0,0 1-1 0 0,0 0 1 0 0,0-1 0 0 0,0 1-1 0 0,0 0 1 0 0,0 0-1 0 0,0 0 1 0 0,0 0-1 0 0,0 0 1 0 0,0 0-1 0 0,0 0 1 0 0,0 0-1 0 0,0 0 1 0 0,1 0 0 0 0,-1 0-1 0 0,0 1 1 0 0,0-1-1 0 0,0 0 1 0 0,0 1-1 0 0,0-1 1 0 0,0 1-1 0 0,0-1 1 0 0,-1 1-1 0 0,1 0 1 0 0,0-1 0 0 0,0 1-1 0 0,0 0 1 0 0,0 0-1 0 0,-1-1 1 0 0,1 1-1 0 0,0 0 1 0 0,-1 0-1 0 0,2 2 1 0 0,3 5 116 0 0,1 1 0 0 0,-2-1 0 0 0,8 19 0 0 0,-7-16-80 0 0,11 23-504 0 0,38 57 0 0 0,-39-70-639 0 0,1 0 1 0 0,1-2 0 0 0,28 27-1 0 0,-15-21-535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4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221 99 3225 0 0,'-6'-12'497'0'0,"1"1"569"0"0,0 1 1 0 0,-1 0-1 0 0,0 0 1 0 0,0 0-1 0 0,-9-9 1 0 0,13 17-917 0 0,1 1 0 0 0,0 0 0 0 0,0-1 1 0 0,-1 1-1 0 0,1 0 0 0 0,-1 0 1 0 0,1 0-1 0 0,-1 0 0 0 0,0 0 1 0 0,1 0-1 0 0,-1 1 0 0 0,0-1 0 0 0,1 0 1 0 0,-1 1-1 0 0,0 0 0 0 0,0-1 1 0 0,0 1-1 0 0,0 0 0 0 0,1 0 1 0 0,-1 0-1 0 0,0 0 0 0 0,0 0 1 0 0,0 0-1 0 0,0 0 0 0 0,1 1 0 0 0,-1-1 1 0 0,0 1-1 0 0,0-1 0 0 0,1 1 1 0 0,-1 0-1 0 0,0 0 0 0 0,1 0 1 0 0,-1 0-1 0 0,0 0 0 0 0,1 0 1 0 0,0 0-1 0 0,-1 0 0 0 0,1 0 0 0 0,-2 3 1 0 0,-6 5 82 0 0,1 1 0 0 0,1 0 0 0 0,0 0 0 0 0,0 0 0 0 0,1 1 0 0 0,-8 19 0 0 0,1 0 76 0 0,-10 43 1 0 0,20-61-257 0 0,0 0 1 0 0,1 0 0 0 0,1 0-1 0 0,0 0 1 0 0,0 0 0 0 0,1 1-1 0 0,1-1 1 0 0,3 17 0 0 0,-4-25-114 0 0,1 0 0 0 0,0 0 0 0 0,0 0 0 0 0,0-1 0 0 0,1 1 0 0 0,-1 0 0 0 0,1-1 1 0 0,0 1-1 0 0,0-1 0 0 0,0 0 0 0 0,0 0 0 0 0,0 0 0 0 0,1 0 0 0 0,0 0 0 0 0,-1 0 0 0 0,1-1 0 0 0,0 1 1 0 0,0-1-1 0 0,1 0 0 0 0,-1 0 0 0 0,0 0 0 0 0,1 0 0 0 0,-1 0 0 0 0,1-1 0 0 0,-1 0 0 0 0,1 1 1 0 0,0-1-1 0 0,0-1 0 0 0,0 1 0 0 0,5 0 0 0 0,-5-1-135 0 0,1-1 1 0 0,-1 0-1 0 0,0 0 1 0 0,1 0-1 0 0,-1 0 1 0 0,0-1-1 0 0,0 1 1 0 0,0-1-1 0 0,0 0 1 0 0,0 0-1 0 0,0-1 1 0 0,-1 1-1 0 0,1-1 1 0 0,-1 0-1 0 0,1 0 0 0 0,-1 0 1 0 0,0 0-1 0 0,0-1 1 0 0,-1 1-1 0 0,1-1 1 0 0,3-6-1 0 0,4-6-4 0 0,-1-1 0 0 0,0 0 0 0 0,9-29 0 0 0,-2-10 995 0 0,-13 42-10 0 0,1 1 0 0 0,0-1 0 0 0,0 1-1 0 0,2-1 1 0 0,11-20 0 0 0,-17 33-749 0 0,1 1 1 0 0,-1 0-1 0 0,0-1 1 0 0,0 1-1 0 0,1 0 1 0 0,-1-1-1 0 0,0 1 1 0 0,0 0-1 0 0,1-1 1 0 0,-1 1-1 0 0,0 0 0 0 0,1-1 1 0 0,-1 1-1 0 0,1 0 1 0 0,-1 0-1 0 0,0 0 1 0 0,1-1-1 0 0,-1 1 1 0 0,1 0-1 0 0,-1 0 1 0 0,0 0-1 0 0,1 0 1 0 0,-1 0-1 0 0,1 0 1 0 0,-1 0-1 0 0,1 0 1 0 0,-1 0-1 0 0,1 0 1 0 0,-1 0-1 0 0,0 0 1 0 0,1 0-1 0 0,-1 0 1 0 0,1 0-1 0 0,-1 0 1 0 0,0 1-1 0 0,1-1 0 0 0,-1 0 1 0 0,1 0-1 0 0,-1 1 1 0 0,0-1-1 0 0,1 0 1 0 0,-1 0-1 0 0,0 1 1 0 0,1-1-1 0 0,-1 0 1 0 0,0 1-1 0 0,1-1 1 0 0,-1 0-1 0 0,0 1 1 0 0,0-1-1 0 0,0 0 1 0 0,1 1-1 0 0,-1-1 1 0 0,0 1-1 0 0,0-1 1 0 0,0 1-1 0 0,0-1 1 0 0,0 1-1 0 0,14 35 144 0 0,-9-23-46 0 0,0-1-297 0 0,1-1 0 0 0,0 0 0 0 0,1 0-1 0 0,0 0 1 0 0,13 13 0 0 0,-12-15-742 0 0,1-1 0 0 0,0 0 0 0 0,13 9 0 0 0,1-3-4812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5.2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52 5985 0 0,'1'-1'157'0'0,"0"0"1"0"0,0 1-1 0 0,0-1 0 0 0,1 0 0 0 0,-1 0 0 0 0,0 1 0 0 0,1-1 0 0 0,-1 1 1 0 0,1-1-1 0 0,-1 1 0 0 0,1 0 0 0 0,-1 0 0 0 0,0-1 0 0 0,1 1 0 0 0,-1 0 0 0 0,1 0 1 0 0,-1 0-1 0 0,1 1 0 0 0,-1-1 0 0 0,1 0 0 0 0,-1 0 0 0 0,1 1 0 0 0,-1-1 1 0 0,2 1-1 0 0,0 1 156 0 0,1 0-1 0 0,-1 1 1 0 0,0-1 0 0 0,0 0 0 0 0,0 1 0 0 0,0 0 0 0 0,-1-1 0 0 0,1 1 0 0 0,2 4-1 0 0,5 8 517 0 0,-2-1 0 0 0,1 2 0 0 0,6 17 0 0 0,-15-33-825 0 0,23 65 1300 0 0,-15-40-791 0 0,16 32 0 0 0,-23-80-847 0 0,2 0 0 0 0,6-30 0 0 0,-9 53 320 0 0,5-23-126 0 0,0-1 1 0 0,1 1-1 0 0,2 1 1 0 0,0-1-1 0 0,1 1 1 0 0,19-32 0 0 0,-27 54 234 0 0,-1-1 0 0 0,0 0 1 0 0,1 1-1 0 0,-1-1 0 0 0,1 0 1 0 0,-1 1-1 0 0,1-1 0 0 0,-1 1 1 0 0,1-1-1 0 0,-1 1 0 0 0,1-1 1 0 0,-1 1-1 0 0,1-1 0 0 0,0 1 1 0 0,-1-1-1 0 0,1 1 0 0 0,0 0 1 0 0,0 0-1 0 0,-1-1 0 0 0,1 1 1 0 0,0 0-1 0 0,0 0 0 0 0,-1 0 1 0 0,1-1-1 0 0,0 1 0 0 0,0 0 1 0 0,1 1-1 0 0,-1-1-5 0 0,0 1 1 0 0,1-1-1 0 0,-1 1 0 0 0,0 0 1 0 0,0 0-1 0 0,0 0 0 0 0,1 0 1 0 0,-1 0-1 0 0,0 0 0 0 0,0 0 1 0 0,-1 0-1 0 0,1 0 0 0 0,0 0 1 0 0,1 2-1 0 0,4 9 160 0 0,-1-1-1 0 0,9 24 1 0 0,-10-22-38 0 0,16 34 90 0 0,27 46-1 0 0,-37-76-943 0 0,0-1-1 0 0,2 0 0 0 0,-1-1 0 0 0,2 0 1 0 0,0-1-1 0 0,16 14 0 0 0,-21-22-342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5.7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51 4609 0 0,'1'-1'210'0'0,"-1"-1"0"0"0,1 1 0 0 0,0 0-1 0 0,0 0 1 0 0,0 0 0 0 0,0 0 0 0 0,0 0 0 0 0,0 0 0 0 0,0 0-1 0 0,0 1 1 0 0,0-1 0 0 0,1 0 0 0 0,-1 1 0 0 0,0-1 0 0 0,0 0-1 0 0,1 1 1 0 0,-1 0 0 0 0,0-1 0 0 0,1 1 0 0 0,-1 0 0 0 0,1-1 0 0 0,-1 1-1 0 0,3 0 1 0 0,-1 1 127 0 0,0-1-1 0 0,0 1 1 0 0,-1 0-1 0 0,1 0 1 0 0,0 0-1 0 0,-1 0 1 0 0,1 1 0 0 0,-1-1-1 0 0,1 1 1 0 0,-1-1-1 0 0,3 3 1 0 0,2 2 278 0 0,0 0-1 0 0,-1 1 1 0 0,0-1 0 0 0,0 2 0 0 0,-1-1 0 0 0,8 12 0 0 0,-5-1-225 0 0,-1 0 0 0 0,-1 1-1 0 0,5 21 1 0 0,14 39-165 0 0,-14-150-2197 0 0,-7 51 1541 0 0,2 1-1 0 0,0-1 1 0 0,1 2 0 0 0,13-26-1 0 0,-16 37 561 0 0,0 0 0 0 0,0 0 0 0 0,0 1 0 0 0,1-1-1 0 0,0 1 1 0 0,0 0 0 0 0,1 0 0 0 0,-1 1 0 0 0,1 0 0 0 0,1 0-1 0 0,-1 0 1 0 0,1 1 0 0 0,0-1 0 0 0,7-2 0 0 0,-12 6 15 0 0,1 1 0 0 0,-1-1 0 0 0,0 1-1 0 0,1 0 1 0 0,-1-1 0 0 0,1 1 0 0 0,-1 0 0 0 0,1 1 0 0 0,-1-1 0 0 0,1 0 0 0 0,-1 1 0 0 0,1-1 0 0 0,-1 1 0 0 0,0 0 0 0 0,1 0 0 0 0,-1 0 0 0 0,0 0 0 0 0,1 0 0 0 0,-1 0-1 0 0,0 1 1 0 0,0-1 0 0 0,0 1 0 0 0,3 3 0 0 0,5 5-32 0 0,-1 0 0 0 0,0 1-1 0 0,10 14 1 0 0,0 1-514 0 0,26 27-1194 0 0,-28-34 497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6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68 631 3225 0 0,'4'-16'738'0'0,"0"-1"0"0"0,2 1 0 0 0,9-19 0 0 0,-7 15 400 0 0,0 0-1 0 0,5-21 0 0 0,-12 35-799 0 0,0 0 1 0 0,0 1-1 0 0,0-1 0 0 0,-1 0 0 0 0,0 0 0 0 0,0 1 1 0 0,0-1-1 0 0,-1 0 0 0 0,0 0 0 0 0,0 1 0 0 0,0-1 0 0 0,-3-6 1 0 0,3 10-232 0 0,1 0 1 0 0,-1-1 0 0 0,0 1 0 0 0,0 0-1 0 0,0 0 1 0 0,-1 0 0 0 0,1 0 0 0 0,0 0-1 0 0,-1 0 1 0 0,0 0 0 0 0,1 0-1 0 0,-1 1 1 0 0,0-1 0 0 0,0 1 0 0 0,0-1-1 0 0,0 1 1 0 0,0 0 0 0 0,0-1 0 0 0,0 1-1 0 0,0 0 1 0 0,-1 1 0 0 0,1-1 0 0 0,0 0-1 0 0,-1 0 1 0 0,1 1 0 0 0,0 0 0 0 0,-1-1-1 0 0,1 1 1 0 0,-1 0 0 0 0,1 0-1 0 0,0 0 1 0 0,-1 1 0 0 0,1-1 0 0 0,-1 1-1 0 0,1-1 1 0 0,0 1 0 0 0,-1 0 0 0 0,1-1-1 0 0,0 1 1 0 0,0 0 0 0 0,0 1 0 0 0,0-1-1 0 0,0 0 1 0 0,0 1 0 0 0,0-1 0 0 0,0 1-1 0 0,0-1 1 0 0,0 1 0 0 0,1 0 0 0 0,-1 0-1 0 0,1 0 1 0 0,0 0 0 0 0,-1 0-1 0 0,1 0 1 0 0,-1 4 0 0 0,-1 0-86 0 0,0 0 0 0 0,1 1 0 0 0,0 0 0 0 0,0 0 0 0 0,0-1 0 0 0,1 1 0 0 0,0 0 0 0 0,1 0 0 0 0,-1 0 0 0 0,1 0-1 0 0,1 0 1 0 0,-1 0 0 0 0,1 0 0 0 0,0 0 0 0 0,1 0 0 0 0,0 0 0 0 0,0 0 0 0 0,0-1 0 0 0,5 8 0 0 0,-5-10-56 0 0,0 0 0 0 0,0 0 0 0 0,0 0 0 0 0,1-1 0 0 0,0 0 0 0 0,0 1 1 0 0,0-1-1 0 0,0 0 0 0 0,0 0 0 0 0,0 0 0 0 0,1-1 0 0 0,-1 1 0 0 0,1-1 0 0 0,0 0 0 0 0,0 0 0 0 0,0 0 0 0 0,0-1 0 0 0,0 1 0 0 0,0-1 0 0 0,0 0 0 0 0,1 0 0 0 0,-1 0 1 0 0,0-1-1 0 0,1 0 0 0 0,-1 1 0 0 0,1-1 0 0 0,-1-1 0 0 0,0 1 0 0 0,1-1 0 0 0,-1 0 0 0 0,8-2 0 0 0,-3-1-198 0 0,0 1-1 0 0,0-2 0 0 0,-1 1 1 0 0,1-1-1 0 0,-1-1 1 0 0,0 1-1 0 0,-1-1 1 0 0,1-1-1 0 0,-1 1 1 0 0,-1-1-1 0 0,10-12 1 0 0,-4 4-83 0 0,-1-1 0 0 0,-1 0 0 0 0,0-1 0 0 0,13-33 0 0 0,-17 32 245 0 0,-1 0-1 0 0,-1 0 1 0 0,0-1-1 0 0,-1 0 1 0 0,-1 1-1 0 0,-1-1 1 0 0,-3-35-1 0 0,0 26 650 0 0,-2 0 0 0 0,-1 1 0 0 0,-1-1 0 0 0,-16-42 0 0 0,22 69-453 0 0,0 0 0 0 0,0 0 0 0 0,-1 0 0 0 0,1 0 0 0 0,0 0 0 0 0,0 0 0 0 0,-1 0 0 0 0,1 0 0 0 0,-1 0 0 0 0,1 0-1 0 0,-1 0 1 0 0,1 0 0 0 0,-1 1 0 0 0,0-1 0 0 0,1 0 0 0 0,-1 0 0 0 0,0 1 0 0 0,1-1 0 0 0,-1 0 0 0 0,0 1 0 0 0,0-1 0 0 0,0 1 0 0 0,0-1-1 0 0,-1 0 1 0 0,1 2-37 0 0,0 0-1 0 0,1 0 0 0 0,-1-1 0 0 0,0 1 1 0 0,1 0-1 0 0,-1 0 0 0 0,1 0 0 0 0,-1 0 1 0 0,1 0-1 0 0,-1 0 0 0 0,1 0 0 0 0,-1 0 1 0 0,1 1-1 0 0,0-1 0 0 0,0 0 0 0 0,0 0 1 0 0,-1 1-1 0 0,-4 59 538 0 0,6-28-537 0 0,1 1 0 0 0,1-1 0 0 0,2-1 1 0 0,2 1-1 0 0,0-1 0 0 0,2 0 0 0 0,2-1 0 0 0,25 53 1 0 0,13 10-1539 0 0,85 120 0 0 0,-77-127-2332 0 0,-38-57 1711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6.5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54 10594 0 0,'21'-8'3356'0'0,"0"-2"-2923"0"0,0 1 0 0 0,1 1 0 0 0,43-9 0 0 0,-58 16-776 0 0,0 1 0 0 0,0 0 0 0 0,0 0 0 0 0,0 0 0 0 0,0 1 0 0 0,0 0 0 0 0,-1 0 0 0 0,1 1 0 0 0,0 0 0 0 0,-1 0 0 0 0,1 1 0 0 0,-1-1 0 0 0,0 1 0 0 0,0 1 0 0 0,11 6 0 0 0,-8-2 343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6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48 7834 0 0,'-12'4'3640'0'0,"16"-7"-2631"0"0,4 0-257 0 0,15-6-464 0 0,-9 3 0 0 0,4 1-1776 0 0,3-2-361 0 0,4 0-71 0 0,1-4-9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7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0,'2'20'3575'0'0,"35"151"1955"0"0,-23-97-5156 0 0,3-1-1 0 0,3-1 1 0 0,44 104-1 0 0,-45-137-523 0 0,1 3-864 0 0,-7-14-4683 0 0,-6-8-1266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7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58 5985 0 0,'7'-6'272'0'0,"1"0"0"0"0,-1 1 0 0 0,1 0-1 0 0,0 0 1 0 0,0 1 0 0 0,1 0-1 0 0,-1 0 1 0 0,1 1 0 0 0,0 0 0 0 0,-1 1-1 0 0,1 0 1 0 0,19-2 0 0 0,5 1 927 0 0,1 2 0 0 0,38 3 0 0 0,-66-1-983 0 0,21 0 826 0 0,45 8 0 0 0,-66-8-856 0 0,-1 1-1 0 0,1-1 1 0 0,0 1-1 0 0,0 0 1 0 0,0 0-1 0 0,-1 1 1 0 0,0-1-1 0 0,1 1 1 0 0,-1 1-1 0 0,0-1 0 0 0,0 1 1 0 0,-1 0-1 0 0,8 7 1 0 0,-11-10-118 0 0,0 1 1 0 0,-1-1-1 0 0,1 1 1 0 0,-1-1-1 0 0,1 1 1 0 0,-1-1-1 0 0,0 1 1 0 0,1 0-1 0 0,-1-1 1 0 0,0 1-1 0 0,0 0 1 0 0,0-1-1 0 0,0 1 1 0 0,0 0-1 0 0,-1-1 1 0 0,1 1-1 0 0,0-1 1 0 0,-1 1-1 0 0,1 0 1 0 0,-1-1-1 0 0,0 1 1 0 0,1-1-1 0 0,-1 1 1 0 0,0-1-1 0 0,0 0 1 0 0,0 1-1 0 0,0-1 1 0 0,0 0-1 0 0,0 0 1 0 0,0 0-1 0 0,-1 1 1 0 0,1-1-1 0 0,-2 1 1 0 0,-7 6 300 0 0,0 1 1 0 0,-22 12-1 0 0,28-18-264 0 0,-52 27-972 0 0,29-16-4581 0 0,7-3-1101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7.6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 9674 0 0,'-13'-12'10745'0'0,"17"15"-10300"0"0,0 1-356 0 0,0 0 0 0 0,-1 0 0 0 0,0 0-1 0 0,0 1 1 0 0,0-1 0 0 0,-1 1 0 0 0,1-1-1 0 0,-1 1 1 0 0,0 0 0 0 0,0 0-1 0 0,-1 0 1 0 0,0 0 0 0 0,0 1 0 0 0,1 7-1 0 0,10 107 628 0 0,-9-71-715 0 0,2-1 0 0 0,2 0 0 0 0,3-1 0 0 0,25 78 0 0 0,-19-78-3158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8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62 197 4809 0 0,'-16'-9'221'0'0,"-13"-8"433"0"0,12 3 2655 0 0,34 32-1745 0 0,1-1 1 0 0,1-1 0 0 0,0-1 0 0 0,1 0 0 0 0,40 21-1 0 0,-52-32-1473 0 0,0-1 0 0 0,0 0 0 0 0,0 0 0 0 0,1 0 0 0 0,-1-1 0 0 0,1-1-1 0 0,0 0 1 0 0,-1 0 0 0 0,1 0 0 0 0,0-1 0 0 0,0 0 0 0 0,0-1 0 0 0,-1 0 0 0 0,1 0-1 0 0,0-1 1 0 0,-1 0 0 0 0,1-1 0 0 0,-1 0 0 0 0,0 0 0 0 0,8-5 0 0 0,-5 2-68 0 0,0-1 0 0 0,-1 0 0 0 0,0 0 0 0 0,0-1 0 0 0,-1-1 0 0 0,0 1 0 0 0,0-2 0 0 0,-1 1 0 0 0,9-15 0 0 0,4-9 391 0 0,26-58 1 0 0,-28 51 289 0 0,-18 40-671 0 0,-1-1-1 0 0,0 0 1 0 0,1 0 0 0 0,-1 1 0 0 0,0-1 0 0 0,1 0 0 0 0,-1 1 0 0 0,1-1-1 0 0,-1 1 1 0 0,1-1 0 0 0,-1 1 0 0 0,1-1 0 0 0,-1 1 0 0 0,1-1 0 0 0,0 1-1 0 0,-1-1 1 0 0,1 1 0 0 0,0 0 0 0 0,-1-1 0 0 0,1 1 0 0 0,0 0 0 0 0,-1 0-1 0 0,1-1 1 0 0,0 1 0 0 0,0 0 0 0 0,-1 0 0 0 0,2 0 0 0 0,0 0-6 0 0,-1 1 0 0 0,1-1 0 0 0,-1 1 0 0 0,1-1 0 0 0,-1 1 0 0 0,1 0 0 0 0,-1 0 1 0 0,0 0-1 0 0,0 0 0 0 0,1 0 0 0 0,-1 0 0 0 0,2 2 0 0 0,5 6-14 0 0,-1 1 0 0 0,13 20 0 0 0,-14-20 63 0 0,4 5-169 0 0,98 143 349 0 0,-25-60-4263 0 0,-67-80-3138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8.4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21 7834 0 0,'-2'0'323'0'0,"1"1"1"0"0,-1-1 0 0 0,0 1 0 0 0,1 0-1 0 0,-1 0 1 0 0,0-1 0 0 0,1 1-1 0 0,-1 0 1 0 0,1 0 0 0 0,-1 0 0 0 0,1 1-1 0 0,0-1 1 0 0,0 0 0 0 0,-1 1-1 0 0,1-1 1 0 0,0 0 0 0 0,0 1 0 0 0,0-1-1 0 0,0 1 1 0 0,0 0 0 0 0,1-1-1 0 0,-1 1 1 0 0,0 2 0 0 0,-13 39 2222 0 0,11-31-2237 0 0,1 1-1 0 0,0-1 1 0 0,1 1-1 0 0,0-1 1 0 0,1 1-1 0 0,1 0 1 0 0,0-1-1 0 0,0 1 1 0 0,1-1-1 0 0,1 1 1 0 0,0-1-1 0 0,1 0 1 0 0,10 23-1 0 0,-9-26-285 0 0,0-1 0 0 0,0 1 0 0 0,1-1 0 0 0,1 0 0 0 0,-1 0 0 0 0,1-1 0 0 0,0 0 0 0 0,1 0 0 0 0,0-1 0 0 0,0 0 0 0 0,0 0 0 0 0,1-1 0 0 0,0 0 0 0 0,0 0 0 0 0,0-1 0 0 0,0 0 0 0 0,19 4 0 0 0,-14-5-20 0 0,-1 0-1 0 0,1-1 1 0 0,-1-1 0 0 0,1 0-1 0 0,-1-1 1 0 0,1-1-1 0 0,0 0 1 0 0,14-3 0 0 0,-22 3-11 0 0,0-1 0 0 0,1 1 1 0 0,-1-1-1 0 0,0 0 0 0 0,-1-1 0 0 0,1 1 1 0 0,0-1-1 0 0,-1 0 0 0 0,1 0 1 0 0,-1-1-1 0 0,0 0 0 0 0,0 0 1 0 0,-1 0-1 0 0,1 0 0 0 0,-1-1 0 0 0,0 0 1 0 0,0 0-1 0 0,0 0 0 0 0,4-9 1 0 0,-5 6-2 0 0,-1 1 1 0 0,0-1 0 0 0,-1 1-1 0 0,0-1 1 0 0,0 0 0 0 0,-1 1-1 0 0,1-1 1 0 0,-2 0 0 0 0,1 0 0 0 0,-1 1-1 0 0,0-1 1 0 0,-1 0 0 0 0,-3-10-1 0 0,-3-6-31 0 0,-1-1 0 0 0,-20-38 0 0 0,22 49 61 0 0,-1 0 0 0 0,-17-23 0 0 0,-2 11-1397 0 0,23 23 366 0 0,0 1 0 0 0,0-1 0 0 0,0 1 0 0 0,0 0 0 0 0,-10-3 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8.8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37 456 0 0,'21'-31'12151'0'0,"-15"25"-10262"0"0,-23 23 3041 0 0,-19 42-3545 0 0,33-54-1332 0 0,0 0 0 0 0,1 1 0 0 0,-1 0 0 0 0,1 0 0 0 0,0-1 0 0 0,1 1 0 0 0,0 0 0 0 0,-1 0 0 0 0,2 1 0 0 0,-1-1 0 0 0,1 0 0 0 0,0 0 0 0 0,0 0 0 0 0,1 0 0 0 0,0 0 0 0 0,0 0 1 0 0,0 0-1 0 0,1 0 0 0 0,0 0 0 0 0,0 0 0 0 0,0 0 0 0 0,1-1 0 0 0,0 1 0 0 0,0-1 0 0 0,8 10 0 0 0,6 6-46 0 0,2 0-1 0 0,0-2 1 0 0,2 0 0 0 0,34 25 0 0 0,-8-6 235 0 0,-44-36-242 0 0,-1 0 0 0 0,1 0 0 0 0,-1 0 1 0 0,0 0-1 0 0,0 1 0 0 0,0-1 0 0 0,0 1 0 0 0,0-1 0 0 0,0 1 0 0 0,-1 0 0 0 0,1 0 0 0 0,-1 0 1 0 0,0 0-1 0 0,2 6 0 0 0,-3-7 5 0 0,0 0 0 0 0,-1 0 1 0 0,1 1-1 0 0,0-1 0 0 0,-1 0 1 0 0,0 0-1 0 0,1 0 0 0 0,-1 0 1 0 0,0 0-1 0 0,0 0 0 0 0,0 0 1 0 0,0 0-1 0 0,-1 0 0 0 0,1-1 1 0 0,0 1-1 0 0,-1 0 0 0 0,1-1 1 0 0,-1 1-1 0 0,0-1 0 0 0,0 1 1 0 0,1-1-1 0 0,-4 2 0 0 0,-11 6-20 0 0,0 0 0 0 0,0-2-1 0 0,-1 0 1 0 0,0 0 0 0 0,0-2-1 0 0,-1 0 1 0 0,0-1 0 0 0,-30 3 0 0 0,24-3-1041 0 0,1 1-6626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7:01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 4513 0 0,'-3'3'518'0'0,"0"1"1"0"0,-1-1-1 0 0,0 0 1 0 0,1 0-1 0 0,-1 0 0 0 0,0 0 1 0 0,0 0-1 0 0,-1-1 1 0 0,1 0-1 0 0,-1 0 0 0 0,1 0 1 0 0,-1-1-1 0 0,-5 2 1613 0 0,13-2-1966 0 0,-1 0 0 0 0,1 1 0 0 0,-1-1 0 0 0,1 0 0 0 0,-1-1 0 0 0,1 1 0 0 0,0 0 0 0 0,-1-1 0 0 0,1 1 0 0 0,0-1 0 0 0,3 0 0 0 0,11 0-45 0 0,-1 0 0 0 0,0-2 0 0 0,1 1-1 0 0,21-7 1 0 0,15-1-388 0 0,2 4-2971 0 0,-38 3-1390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7:01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3225 0 0,'7'-1'8420'0'0,"12"3"-8185"0"0,-1 0 0 0 0,0 1-1 0 0,1 1 1 0 0,-1 1 0 0 0,32 12-1 0 0,-16-3-1966 0 0,-13-9 837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7:02.1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1376 0 0,'28'6'8367'0'0,"-19"-3"-7837"0"0,0 0-1 0 0,0-1 1 0 0,1-1-1 0 0,-1 1 1 0 0,17-1-1 0 0,89-16-568 0 0,-96 15-4600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0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43 178 1840 0 0,'-29'-21'2787'0'0,"28"20"-2576"0"0,0 0 0 0 0,0 0 0 0 0,0 0 0 0 0,0 0-1 0 0,0 0 1 0 0,0-1 0 0 0,0 1 0 0 0,0 0-1 0 0,1 0 1 0 0,-1-1 0 0 0,0 1 0 0 0,1-1 0 0 0,-1 1-1 0 0,1-1 1 0 0,-1 1 0 0 0,1 0 0 0 0,0-1-1 0 0,0 1 1 0 0,0-1 0 0 0,0 1 0 0 0,0-1 0 0 0,0-1-1 0 0,1 2-95 0 0,-1 1 0 0 0,1 0 0 0 0,0 0 1 0 0,-1 0-1 0 0,1-1 0 0 0,0 1 0 0 0,-1 0 0 0 0,1 0 0 0 0,0 0 0 0 0,-1 0 0 0 0,1 0 0 0 0,0 0 0 0 0,-1 0 0 0 0,1 0 0 0 0,0 1 0 0 0,-1-1 0 0 0,1 0 0 0 0,0 0 0 0 0,-1 0 0 0 0,1 1 0 0 0,0-1 0 0 0,-1 0 0 0 0,1 1 0 0 0,-1-1 0 0 0,1 1 0 0 0,-1-1 0 0 0,1 1 0 0 0,19 11 903 0 0,-19-12-970 0 0,20 17 779 0 0,0 0-1 0 0,-1 2 1 0 0,19 21 0 0 0,-5-4-262 0 0,22 22 92 0 0,49 69 0 0 0,-103-125-631 0 0,0 1 1 0 0,-1-1-1 0 0,1 0 0 0 0,0 0 1 0 0,1 0-1 0 0,-1 0 0 0 0,0-1 1 0 0,0 1-1 0 0,1 0 0 0 0,-1-1 1 0 0,5 2-1 0 0,-7-3-21 0 0,0 0 0 0 0,1 0 0 0 0,-1 0 0 0 0,0 0 0 0 0,0 0 0 0 0,1 0 0 0 0,-1 1 0 0 0,0-2 0 0 0,0 1 0 0 0,1 0 0 0 0,-1 0 0 0 0,0 0 0 0 0,1 0 0 0 0,-1 0 0 0 0,0 0 0 0 0,0 0 0 0 0,1 0 1 0 0,-1 0-1 0 0,0 0 0 0 0,0-1 0 0 0,1 1 0 0 0,-1 0 0 0 0,0 0 0 0 0,0 0 0 0 0,0 0 0 0 0,1-1 0 0 0,-1 1 0 0 0,0 0 0 0 0,0 0 0 0 0,0-1 0 0 0,1 1 0 0 0,-1 0 0 0 0,0 0 0 0 0,0-1 0 0 0,0 1 0 0 0,0 0 0 0 0,-2-22 77 0 0,-14-26-118 0 0,-28-59-1 0 0,30 77 30 0 0,1-1 0 0 0,1 0 0 0 0,2 0 0 0 0,1-1 0 0 0,-8-54 0 0 0,16 84 41 0 0,1 1-1 0 0,-1-1 0 0 0,1 0 0 0 0,0 0 0 0 0,0 0 1 0 0,0 0-1 0 0,0 0 0 0 0,0 0 0 0 0,0 1 0 0 0,1-1 0 0 0,-1 0 1 0 0,0 0-1 0 0,1 0 0 0 0,0 0 0 0 0,-1 1 0 0 0,1-1 1 0 0,0 0-1 0 0,0 1 0 0 0,0-1 0 0 0,0 0 0 0 0,0 1 1 0 0,0 0-1 0 0,1-1 0 0 0,-1 1 0 0 0,0 0 0 0 0,1-1 0 0 0,-1 1 1 0 0,1 0-1 0 0,-1 0 0 0 0,1 0 0 0 0,0 0 0 0 0,-1 0 1 0 0,1 1-1 0 0,0-1 0 0 0,0 0 0 0 0,0 1 0 0 0,-1 0 0 0 0,1-1 1 0 0,0 1-1 0 0,0 0 0 0 0,0 0 0 0 0,0 0 0 0 0,0 0 1 0 0,0 0-1 0 0,2 1 0 0 0,4 0 58 0 0,0 0 0 0 0,0 1 1 0 0,0 0-1 0 0,0 1 0 0 0,-1 0 1 0 0,1 0-1 0 0,-1 0 0 0 0,0 1 0 0 0,9 6 1 0 0,1 4 1 0 0,-2 0 1 0 0,0 1 0 0 0,0 1-1 0 0,14 21 1 0 0,-18-22-205 0 0,2 0 1 0 0,0 0-1 0 0,0-1 0 0 0,1-1 0 0 0,18 14 1 0 0,-28-25-564 0 0,1 1 1 0 0,-1 0 0 0 0,1-1-1 0 0,-1 0 1 0 0,1 0 0 0 0,8 2 0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0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81 409 4145 0 0,'0'2'134'0'0,"0"-1"-1"0"0,1 1 1 0 0,-1-1 0 0 0,1 1-1 0 0,-1-1 1 0 0,1 1 0 0 0,-1-1-1 0 0,1 1 1 0 0,0-1 0 0 0,0 0-1 0 0,0 1 1 0 0,0-1 0 0 0,0 0-1 0 0,0 0 1 0 0,0 0 0 0 0,0 1-1 0 0,0-1 1 0 0,0 0 0 0 0,1-1-1 0 0,-1 1 1 0 0,0 0 0 0 0,1 0-1 0 0,-1 0 1 0 0,1-1 0 0 0,-1 1-1 0 0,0-1 1 0 0,3 1 0 0 0,-3-1-14 0 0,0 0 0 0 0,1-1 0 0 0,-1 1 0 0 0,1 0 0 0 0,-1-1 0 0 0,1 1 0 0 0,-1-1 0 0 0,0 0 0 0 0,0 1 0 0 0,1-1 0 0 0,-1 0 0 0 0,0 0 0 0 0,0 0 0 0 0,0 0 0 0 0,0 0 0 0 0,0 0 1 0 0,0 0-1 0 0,0 0 0 0 0,0 0 0 0 0,0 0 0 0 0,0 0 0 0 0,0-1 0 0 0,-1 1 0 0 0,1 0 0 0 0,-1-1 0 0 0,1 1 0 0 0,-1 0 0 0 0,1-3 0 0 0,3-11 200 0 0,-1-1 0 0 0,0 1-1 0 0,-1 0 1 0 0,-1-1 0 0 0,0 1 0 0 0,-1-1-1 0 0,-1 1 1 0 0,0-1 0 0 0,-1 1 0 0 0,-8-29-1 0 0,1 15 36 0 0,-1 0 0 0 0,-1 0-1 0 0,-1 1 1 0 0,-26-41 0 0 0,37 67-324 0 0,-1-1 1 0 0,0 0-1 0 0,0 1 1 0 0,0 0 0 0 0,0-1-1 0 0,-1 1 1 0 0,1 0 0 0 0,-1 0-1 0 0,1 1 1 0 0,-1-1-1 0 0,0 0 1 0 0,-3-1 0 0 0,5 3-18 0 0,1 0 0 0 0,-1-1 0 0 0,0 1 0 0 0,0 0 0 0 0,1 0 0 0 0,-1 0 0 0 0,0 0 0 0 0,0 0 0 0 0,0 0 0 0 0,1 0 0 0 0,-1 0 0 0 0,0 0 0 0 0,0 0 0 0 0,1 0 0 0 0,-1 0 0 0 0,0 1 0 0 0,0-1 0 0 0,1 0 0 0 0,-1 1 0 0 0,-1 0 0 0 0,1 0-2 0 0,0 0 0 0 0,0 0 1 0 0,0 0-1 0 0,1 0 0 0 0,-1 0 0 0 0,0 0 0 0 0,1 0 0 0 0,-1 0 0 0 0,0 1 1 0 0,1-1-1 0 0,0 0 0 0 0,-1 0 0 0 0,1 1 0 0 0,0-1 0 0 0,-1 0 1 0 0,1 3-1 0 0,0 4-54 0 0,0 0 1 0 0,1 0-1 0 0,-1 0 1 0 0,2-1-1 0 0,-1 1 1 0 0,1 0-1 0 0,0-1 1 0 0,1 1-1 0 0,4 9 1 0 0,3 5-385 0 0,23 36 1 0 0,-24-45-31 0 0,0 0 1 0 0,1-1-1 0 0,0 0 0 0 0,1-1 1 0 0,0 0-1 0 0,1-1 0 0 0,0 0 1 0 0,1-1-1 0 0,20 12 0 0 0,-5-8-3947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1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0 3225 0 0,'-3'1'278'0'0,"0"-1"1"0"0,0 1-1 0 0,0 0 1 0 0,0 0-1 0 0,0 0 1 0 0,0 1-1 0 0,0-1 1 0 0,0 1-1 0 0,0-1 1 0 0,1 1-1 0 0,-1 0 1 0 0,0 0-1 0 0,1 0 1 0 0,0 0-1 0 0,0 1 1 0 0,-1-1-1 0 0,1 1 1 0 0,1-1-1 0 0,-1 1 1 0 0,0 0-1 0 0,1 0 1 0 0,-1-1-1 0 0,1 1 1 0 0,-1 4 0 0 0,-5 9 407 0 0,1 0 1 0 0,0 0-1 0 0,2 1 1 0 0,0-1-1 0 0,1 1 1 0 0,0 0-1 0 0,0 28 1 0 0,3-29-506 0 0,1 0-1 0 0,0 0 1 0 0,1 0 0 0 0,0 0 0 0 0,1-1 0 0 0,1 1 0 0 0,1-1 0 0 0,8 21 0 0 0,-11-33-200 0 0,-1-1 1 0 0,1 1 0 0 0,-1-1-1 0 0,1 1 1 0 0,0-1 0 0 0,0 1-1 0 0,0-1 1 0 0,0 0 0 0 0,0 0-1 0 0,1 0 1 0 0,-1 0 0 0 0,1 0-1 0 0,-1 0 1 0 0,1-1 0 0 0,-1 1-1 0 0,1-1 1 0 0,0 0 0 0 0,0 0-1 0 0,3 1 1 0 0,-4-2-58 0 0,0 0 0 0 0,0 0 0 0 0,0 0 1 0 0,-1 0-1 0 0,1 0 0 0 0,0 0 0 0 0,0-1 0 0 0,0 1 1 0 0,-1-1-1 0 0,1 1 0 0 0,0-1 0 0 0,0 0 0 0 0,-1 1 1 0 0,1-1-1 0 0,-1 0 0 0 0,1 0 0 0 0,-1 0 0 0 0,1 0 0 0 0,-1-1 1 0 0,1 1-1 0 0,-1 0 0 0 0,0-1 0 0 0,0 1 0 0 0,0-1 1 0 0,0 1-1 0 0,0-1 0 0 0,0 1 0 0 0,0-1 0 0 0,0 0 1 0 0,0 1-1 0 0,-1-1 0 0 0,1-3 0 0 0,3-6-268 0 0,-1 0 1 0 0,0 0-1 0 0,-1 0 0 0 0,0-1 1 0 0,-1 1-1 0 0,-1-1 0 0 0,0-11 0 0 0,-2-9 851 0 0,-9-37 0 0 0,6 40 466 0 0,1 0 0 0 0,-1-30 0 0 0,5 57-896 0 0,0 1-1 0 0,0-1 1 0 0,0 1 0 0 0,0-1-1 0 0,0 0 1 0 0,0 1 0 0 0,0-1 0 0 0,1 1-1 0 0,-1-1 1 0 0,0 1 0 0 0,1 0-1 0 0,-1-1 1 0 0,1 1 0 0 0,0-1-1 0 0,-1 1 1 0 0,1 0 0 0 0,0-1 0 0 0,1-1-1 0 0,-1 3-22 0 0,0 0 0 0 0,-1 0 0 0 0,1 0 0 0 0,0 0 0 0 0,0-1 0 0 0,-1 1 0 0 0,1 0 0 0 0,0 0 1 0 0,-1 0-1 0 0,1 1 0 0 0,0-1 0 0 0,0 0 0 0 0,-1 0 0 0 0,1 0 0 0 0,0 0 0 0 0,-1 1 0 0 0,1-1 0 0 0,0 0 0 0 0,-1 1 0 0 0,1-1 0 0 0,0 0 0 0 0,-1 1 0 0 0,1-1 0 0 0,-1 1 0 0 0,2 0 0 0 0,3 4 217 0 0,1 1 0 0 0,-1-1-1 0 0,-1 1 1 0 0,1 0 0 0 0,6 13-1 0 0,4 10 114 0 0,-2 1 1 0 0,-2 1-1 0 0,0 0 0 0 0,6 34 0 0 0,-6-5-507 0 0,6 77-1 0 0,-12-47-1982 0 0,-4-30-3138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1.8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165 0 10594 0 0,'-28'2'1229'0'0,"24"-2"-1120"0"0,-1-1-1 0 0,1 2 0 0 0,-1-1 1 0 0,1 0-1 0 0,0 1 0 0 0,-1 0 0 0 0,1 0 1 0 0,0 0-1 0 0,-1 1 0 0 0,1-1 1 0 0,-7 5-1 0 0,5-1 161 0 0,0 0-1 0 0,0 0 1 0 0,0 0 0 0 0,1 1 0 0 0,0 0 0 0 0,0 0-1 0 0,1 0 1 0 0,0 0 0 0 0,0 1 0 0 0,0 0 0 0 0,1 0-1 0 0,0 0 1 0 0,0 0 0 0 0,0 0 0 0 0,1 1-1 0 0,-2 14 1 0 0,2-12-170 0 0,1 0-1 0 0,0 0 1 0 0,1 0-1 0 0,0 0 1 0 0,0 1 0 0 0,1-1-1 0 0,1 0 1 0 0,-1 0-1 0 0,2 0 1 0 0,-1 0-1 0 0,1-1 1 0 0,7 14-1 0 0,-10-21-133 0 0,1 0-1 0 0,0 0 0 0 0,0 0 0 0 0,0-1 0 0 0,0 1 0 0 0,0 0 0 0 0,0-1 1 0 0,0 1-1 0 0,1-1 0 0 0,-1 0 0 0 0,1 1 0 0 0,-1-1 0 0 0,1 0 0 0 0,-1 0 1 0 0,1 0-1 0 0,0 0 0 0 0,-1 0 0 0 0,1 0 0 0 0,0 0 0 0 0,0 0 0 0 0,0-1 1 0 0,-1 1-1 0 0,1-1 0 0 0,0 0 0 0 0,0 1 0 0 0,0-1 0 0 0,0 0 0 0 0,0 0 1 0 0,0 0-1 0 0,0 0 0 0 0,0-1 0 0 0,0 1 0 0 0,0 0 0 0 0,0-1 0 0 0,0 1 0 0 0,-1-1 1 0 0,1 0-1 0 0,0 0 0 0 0,0 0 0 0 0,-1 0 0 0 0,1 0 0 0 0,0 0 0 0 0,2-2 1 0 0,2-2-342 0 0,0 0 1 0 0,0-1-1 0 0,0 0 1 0 0,-1 0-1 0 0,0 0 1 0 0,0 0-1 0 0,0-1 1 0 0,-1 1-1 0 0,5-13 1 0 0,-3 5 304 0 0,-1-1 1 0 0,-1 1-1 0 0,0-1 1 0 0,-1-1-1 0 0,0 1 0 0 0,-2 0 1 0 0,1-1-1 0 0,-3-27 1 0 0,16 66 4217 0 0,6 23-3364 0 0,-14-26-378 0 0,2-1 0 0 0,16 29 0 0 0,-23-45-561 0 0,1 1-1 0 0,-1 0 0 0 0,1 0 0 0 0,-1-1 0 0 0,1 0 1 0 0,0 1-1 0 0,0-1 0 0 0,1 0 0 0 0,-1-1 0 0 0,1 1 1 0 0,-1 0-1 0 0,1-1 0 0 0,0 0 0 0 0,0 0 0 0 0,0 0 1 0 0,0-1-1 0 0,0 1 0 0 0,0-1 0 0 0,7 2 0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0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14 9674 0 0,'-13'-13'1333'0'0,"10"21"1212"0"0,11 30 478 0 0,-8-36-3136 0 0,53 171 4303 0 0,-29-107-3458 0 0,62 116 1 0 0,-69-154-959 0 0,1 0 0 0 0,1-1 0 0 0,1-1 0 0 0,1-1-1 0 0,29 26 1 0 0,-25-29-1130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1 111 5065 0 0,'0'-2'108'0'0,"0"1"-1"0"0,0 0 1 0 0,0 0-1 0 0,0 0 1 0 0,0 0 0 0 0,0 0-1 0 0,1 0 1 0 0,-1 0-1 0 0,1 0 1 0 0,-1 0 0 0 0,1 0-1 0 0,-1 0 1 0 0,1 0-1 0 0,-1 0 1 0 0,1 0 0 0 0,0 1-1 0 0,-1-1 1 0 0,1 0-1 0 0,1-1 1 0 0,16-18 862 0 0,-10 14-733 0 0,-1 0 0 0 0,1 0 0 0 0,0 0 0 0 0,1 1 0 0 0,-1 0 0 0 0,1 1 0 0 0,0 0 0 0 0,0 0 0 0 0,13-3 0 0 0,51-7-1661 0 0,-57 11-1916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4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53 2240 0 0,'13'-16'1364'0'0,"-9"11"-398"0"0,-1 1 0 0 0,0 0 0 0 0,1 0 0 0 0,0 0 0 0 0,0 0 0 0 0,6-4 0 0 0,-9 7-836 0 0,0 1 1 0 0,0 0-1 0 0,0-1 0 0 0,0 1 1 0 0,0-1-1 0 0,0 1 0 0 0,0 0 1 0 0,0 0-1 0 0,0 0 0 0 0,1-1 0 0 0,-1 1 1 0 0,0 0-1 0 0,0 1 0 0 0,0-1 1 0 0,0 0-1 0 0,0 0 0 0 0,0 0 1 0 0,0 1-1 0 0,0-1 0 0 0,1 0 0 0 0,-1 1 1 0 0,0-1-1 0 0,0 1 0 0 0,0-1 1 0 0,-1 1-1 0 0,1 0 0 0 0,0-1 1 0 0,0 1-1 0 0,0 0 0 0 0,0 0 0 0 0,-1-1 1 0 0,1 1-1 0 0,0 0 0 0 0,0 0 1 0 0,-1 0-1 0 0,2 2 0 0 0,5 8 866 0 0,0 1 1 0 0,-1-1-1 0 0,0 2 0 0 0,7 19 0 0 0,5 24-1522 0 0,-1-3-5560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7834 0 0,'18'-33'6314'0'0,"-17"33"-6226"0"0,0 0-1 0 0,-1 0 0 0 0,1 0 1 0 0,0 0-1 0 0,0 0 0 0 0,-1 0 0 0 0,1 0 1 0 0,0 0-1 0 0,0 0 0 0 0,-1 0 1 0 0,1 1-1 0 0,0-1 0 0 0,0 0 1 0 0,-1 0-1 0 0,1 1 0 0 0,0-1 0 0 0,-1 0 1 0 0,1 1-1 0 0,0-1 0 0 0,-1 1 1 0 0,1-1-1 0 0,-1 1 0 0 0,1-1 0 0 0,-1 1 1 0 0,1-1-1 0 0,-1 1 0 0 0,1 0 1 0 0,0 0-1 0 0,15 23-201 0 0,-13-18-430 0 0,25 36-2333 0 0,-12-19 1374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9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0 198 10594 0 0,'9'7'951'0'0,"1"-1"-1"0"0,0 0 0 0 0,0 0 0 0 0,0-1 1 0 0,1 0-1 0 0,-1-1 0 0 0,1 0 1 0 0,17 3-1 0 0,-1 2 482 0 0,-17-5-1152 0 0,-1 0-1 0 0,0 0 0 0 0,12 9 1 0 0,19 9 54 0 0,-57-69 263 0 0,5 19-1012 0 0,2-2 0 0 0,0 0 1 0 0,3 0-1 0 0,0 0 1 0 0,-2-35-1 0 0,6 22-6890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3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22 311 2761 0 0,'5'5'121'0'0,"1"0"1"0"0,0 0-1 0 0,-1-1 1 0 0,2 1-1 0 0,-1-1 1 0 0,0-1-1 0 0,1 1 1 0 0,0-1-1 0 0,9 3 1 0 0,-14-5-27 0 0,0 0 1 0 0,0-1 0 0 0,1 1 0 0 0,-1 0 0 0 0,1-1 0 0 0,-1 0 0 0 0,0 1-1 0 0,1-1 1 0 0,-1 0 0 0 0,1 0 0 0 0,-1 0 0 0 0,1-1 0 0 0,-1 1 0 0 0,0-1-1 0 0,1 1 1 0 0,-1-1 0 0 0,0 0 0 0 0,1 0 0 0 0,-1 0 0 0 0,0 0-1 0 0,0 0 1 0 0,0 0 0 0 0,0-1 0 0 0,0 1 0 0 0,0-1 0 0 0,0 1 0 0 0,0-1-1 0 0,-1 0 1 0 0,1 1 0 0 0,0-1 0 0 0,1-4 0 0 0,-1 1 71 0 0,0-1 0 0 0,0 1 0 0 0,0-1-1 0 0,-1 1 1 0 0,0-1 0 0 0,-1 0 0 0 0,1 1 0 0 0,-1-1 0 0 0,0 0 0 0 0,0 1 0 0 0,-1-1 0 0 0,1 0 0 0 0,-1 1-1 0 0,-3-8 1 0 0,-2-10 155 0 0,-2 1 0 0 0,-10-23 0 0 0,18 43-302 0 0,-38-75 379 0 0,34 70-330 0 0,0-1 0 0 0,0 2 0 0 0,-1-1 0 0 0,0 0 0 0 0,-1 1 0 0 0,0 0 0 0 0,0 0 0 0 0,-7-5 0 0 0,12 10-3 0 0,0 0 0 0 0,0 1 0 0 0,0-1 0 0 0,0 0 0 0 0,0 1 0 0 0,1-1 0 0 0,-1 1 0 0 0,-1 0 0 0 0,1-1 1 0 0,0 1-1 0 0,0 0 0 0 0,0-1 0 0 0,0 1 0 0 0,0 0 0 0 0,0 0 0 0 0,0 0 0 0 0,0 0 0 0 0,0 0 0 0 0,0 0 0 0 0,0 0 0 0 0,-1 0 0 0 0,1 1 0 0 0,0-1 1 0 0,0 0-1 0 0,0 1 0 0 0,-2 0 0 0 0,2 0 117 0 0,0 0 0 0 0,0 1 1 0 0,-1-1-1 0 0,1 1 0 0 0,0-1 0 0 0,0 1 1 0 0,0-1-1 0 0,1 1 0 0 0,-1-1 1 0 0,0 1-1 0 0,1 0 0 0 0,-1 0 0 0 0,1-1 1 0 0,-1 4-1 0 0,0 0 159 0 0,0 0 1 0 0,0 1-1 0 0,1-1 0 0 0,0 0 1 0 0,0 0-1 0 0,1 1 0 0 0,-1-1 1 0 0,1 0-1 0 0,0 0 1 0 0,4 9-1 0 0,-3-10-281 0 0,0-1 0 0 0,1 1 0 0 0,0-1 0 0 0,0 0 0 0 0,0 0 1 0 0,0 0-1 0 0,0 0 0 0 0,0 0 0 0 0,1-1 0 0 0,-1 1 0 0 0,1-1 0 0 0,0 0 0 0 0,0 0 0 0 0,0-1 0 0 0,0 1 1 0 0,0-1-1 0 0,0 0 0 0 0,0 0 0 0 0,5 1 0 0 0,38 0-1106 0 0,-2-6-4197 0 0,-10-2-1110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3.8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97 351 10138 0 0,'-12'11'2631'0'0,"37"-47"1205"0"0,-20 21-3831 0 0,-1-1 1 0 0,-1 0-1 0 0,0 0 1 0 0,-1-1-1 0 0,-1 1 0 0 0,0 0 1 0 0,-1-1-1 0 0,-1 1 1 0 0,-1 0-1 0 0,0-1 0 0 0,-1 1 1 0 0,0 0-1 0 0,-2 1 1 0 0,0-1-1 0 0,-1 1 0 0 0,-13-27 1 0 0,18 40-49 0 0,0 0 0 0 0,0 0 0 0 0,-1 0-1 0 0,1 0 1 0 0,0 1 0 0 0,-1-1 0 0 0,1 0 0 0 0,-1 1 0 0 0,0-1 0 0 0,1 1 0 0 0,-1-1 0 0 0,0 1-1 0 0,0 0 1 0 0,0 0 0 0 0,-2-1 0 0 0,3 2 16 0 0,-1-1 0 0 0,1 1-1 0 0,0 0 1 0 0,0 0 0 0 0,0 0 0 0 0,-1 0-1 0 0,1 0 1 0 0,0 0 0 0 0,0 0 0 0 0,0 0 0 0 0,-1 1-1 0 0,1-1 1 0 0,0 0 0 0 0,0 1 0 0 0,0-1-1 0 0,0 1 1 0 0,0-1 0 0 0,0 1 0 0 0,0 0-1 0 0,-2 0 1 0 0,0 2 38 0 0,1 0 1 0 0,-1 0-1 0 0,1 0 0 0 0,0 0 0 0 0,-1 0 0 0 0,1 0 0 0 0,1 1 1 0 0,-1-1-1 0 0,0 1 0 0 0,1-1 0 0 0,0 1 0 0 0,0-1 0 0 0,0 1 1 0 0,0 0-1 0 0,0 7 0 0 0,0 0 58 0 0,0 0-1 0 0,2 1 1 0 0,-1-1-1 0 0,1 0 1 0 0,1 0-1 0 0,0 0 1 0 0,6 17-1 0 0,-6-22-78 0 0,1 1 0 0 0,0-1 0 0 0,0 0-1 0 0,1 0 1 0 0,0-1 0 0 0,0 1 0 0 0,0-1 0 0 0,0 0-1 0 0,1 0 1 0 0,0 0 0 0 0,0-1 0 0 0,0 1 0 0 0,12 6-1 0 0,-2-4-26 0 0,0 0-1 0 0,0 0 1 0 0,1-2-1 0 0,0 0 0 0 0,0 0 1 0 0,0-2-1 0 0,0 0 0 0 0,1-1 1 0 0,0 0-1 0 0,-1-2 0 0 0,1 0 1 0 0,0 0-1 0 0,-1-2 1 0 0,1 0-1 0 0,-1-1 0 0 0,0 0 1 0 0,18-7-1 0 0,-16 1-1632 0 0,-2-3-3376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4.1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1 920 0 0,'-1'0'207'0'0,"-1"1"-1"0"0,1 0 1 0 0,0-1 0 0 0,0 1-1 0 0,-1 0 1 0 0,1 0-1 0 0,0 0 1 0 0,0 0-1 0 0,0 0 1 0 0,0 0 0 0 0,0 0-1 0 0,1 0 1 0 0,-1 1-1 0 0,0-1 1 0 0,0 0-1 0 0,1 0 1 0 0,-1 2 0 0 0,-10 24 3796 0 0,10-13-2862 0 0,1-1-1 0 0,0 0 1 0 0,1 1 0 0 0,0-1 0 0 0,1 0 0 0 0,1 0 0 0 0,6 22-1 0 0,5 5 170 0 0,20 41-1 0 0,110 199 1111 0 0,-33-102-4489 0 0,-93-151-5378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4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1 345 9218 0 0,'0'0'17'0'0,"0"0"-1"0"0,0 0 1 0 0,0 0 0 0 0,0 0-1 0 0,0 0 1 0 0,0 0 0 0 0,0 0-1 0 0,0 0 1 0 0,0 0-1 0 0,0 0 1 0 0,0 1 0 0 0,0-1-1 0 0,0 0 1 0 0,0 0 0 0 0,0 0-1 0 0,0 0 1 0 0,0 0 0 0 0,0 0-1 0 0,0 0 1 0 0,0 0 0 0 0,0 1-1 0 0,0-1 1 0 0,0 0 0 0 0,0 0-1 0 0,0 0 1 0 0,0 0 0 0 0,0 0-1 0 0,0 0 1 0 0,0 0-1 0 0,0 0 1 0 0,0 0 0 0 0,0 1-1 0 0,0-1 1 0 0,0 0 0 0 0,0 0-1 0 0,0 0 1 0 0,0 0 0 0 0,0 0-1 0 0,0 0 1 0 0,1 0 0 0 0,-1 0-1 0 0,0 0 1 0 0,0 0 0 0 0,0 0-1 0 0,0 0 1 0 0,0 0 0 0 0,0 0-1 0 0,0 0 1 0 0,0 0-1 0 0,0 0 1 0 0,1 0 0 0 0,-1 0-1 0 0,0 0 1 0 0,0 0 0 0 0,0 0-1 0 0,0 0 1 0 0,0 0 0 0 0,0 0-1 0 0,0 0 1 0 0,0 0 0 0 0,1 0-1 0 0,-1 0 1 0 0,0 0 0 0 0,0 0-1 0 0,0 0 1 0 0,0 0 0 0 0,0 0-1 0 0,0 0 1 0 0,12-7 953 0 0,10-11 317 0 0,-11 6-470 0 0,-1-1 0 0 0,0 0-1 0 0,-1-1 1 0 0,0 0 0 0 0,-1-1 0 0 0,0 0-1 0 0,10-30 1 0 0,-15 37-821 0 0,-1 1 0 0 0,0-1 0 0 0,0 1-1 0 0,-1-1 1 0 0,0 0 0 0 0,0 1 0 0 0,-1-1 0 0 0,0 0 0 0 0,0 0-1 0 0,-1 0 1 0 0,0 1 0 0 0,0-1 0 0 0,-1 0 0 0 0,0 1 0 0 0,0-1-1 0 0,-1 1 1 0 0,0 0 0 0 0,0 0 0 0 0,-5-8 0 0 0,7 13-14 0 0,0 1 1 0 0,0-1-1 0 0,-1 1 0 0 0,1-1 1 0 0,0 1-1 0 0,0-1 1 0 0,-1 1-1 0 0,1 0 0 0 0,-1 0 1 0 0,1 0-1 0 0,-1 0 1 0 0,0 0-1 0 0,1 0 0 0 0,-1 0 1 0 0,0 0-1 0 0,0 1 1 0 0,0-1-1 0 0,1 1 0 0 0,-1-1 1 0 0,0 1-1 0 0,0 0 1 0 0,0 0-1 0 0,0-1 0 0 0,0 1 1 0 0,0 1-1 0 0,0-1 1 0 0,0 0-1 0 0,1 0 0 0 0,-1 1 1 0 0,0-1-1 0 0,0 1 1 0 0,0 0-1 0 0,0-1 0 0 0,-2 2 1 0 0,2 0 12 0 0,-1 0 0 0 0,1 0 0 0 0,-1 0-1 0 0,1 0 1 0 0,0 0 0 0 0,0 0 0 0 0,0 0 0 0 0,0 1 0 0 0,0-1 0 0 0,0 1 0 0 0,1-1 0 0 0,-1 1 0 0 0,1 0 0 0 0,-1 0-1 0 0,1 0 1 0 0,0 0 0 0 0,0 0 0 0 0,1 0 0 0 0,-1 0 0 0 0,0 5 0 0 0,1 1 41 0 0,1 0-1 0 0,0 0 1 0 0,0 0-1 0 0,1 0 1 0 0,0-1 0 0 0,0 1-1 0 0,1-1 1 0 0,0 1 0 0 0,1-1-1 0 0,-1 0 1 0 0,2 0 0 0 0,-1 0-1 0 0,1-1 1 0 0,0 0 0 0 0,1 0-1 0 0,0 0 1 0 0,0 0-1 0 0,0-1 1 0 0,1 0 0 0 0,0 0-1 0 0,0-1 1 0 0,13 7 0 0 0,-8-4-367 0 0,1-1 0 0 0,1-1 0 0 0,-1 0 0 0 0,1 0 0 0 0,0-2 0 0 0,0 0 0 0 0,1 0 0 0 0,-1-1 0 0 0,1-1 0 0 0,-1-1 0 0 0,1 0 0 0 0,0-1 0 0 0,15-1 0 0 0,-7-3-5077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5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1 6913 0 0,'-3'0'300'0'0,"0"0"0"0"0,0 0 0 0 0,0 0 0 0 0,0 1 0 0 0,-1-1 0 0 0,1 1 0 0 0,0 0 0 0 0,0 0 0 0 0,0 0 0 0 0,0 0 0 0 0,0 0 0 0 0,1 1 0 0 0,-1-1 0 0 0,0 1 0 0 0,0 0 0 0 0,1 0 0 0 0,-1 0 0 0 0,1 0 0 0 0,0 0 0 0 0,-3 4 0 0 0,2-2 71 0 0,1 1 0 0 0,-1-1-1 0 0,1 1 1 0 0,0-1 0 0 0,1 1 0 0 0,-1 0 0 0 0,1 0-1 0 0,0 0 1 0 0,0 0 0 0 0,0 0 0 0 0,1 9 0 0 0,0 0-24 0 0,1-1 1 0 0,0 1 0 0 0,2-1 0 0 0,-1 1-1 0 0,1-1 1 0 0,1 0 0 0 0,1 0 0 0 0,9 20-1 0 0,-10-26-250 0 0,0 0-1 0 0,1 0 0 0 0,0 0 0 0 0,0 0 0 0 0,0-1 1 0 0,1 0-1 0 0,0-1 0 0 0,1 1 0 0 0,-1-1 0 0 0,12 7 1 0 0,27 10-883 0 0,4-4-4777 0 0,-29-11-1097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5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1 175 8290 0 0,'0'1'113'0'0,"0"-1"-1"0"0,0 1 1 0 0,0-1 0 0 0,0 1 0 0 0,0-1 0 0 0,0 1 0 0 0,1-1 0 0 0,-1 1-1 0 0,0-1 1 0 0,0 1 0 0 0,0-1 0 0 0,1 1 0 0 0,-1-1 0 0 0,0 1 0 0 0,1-1-1 0 0,-1 1 1 0 0,1-1 0 0 0,-1 1 0 0 0,0-1 0 0 0,1 0 0 0 0,-1 1 0 0 0,1-1-1 0 0,-1 0 1 0 0,1 1 0 0 0,-1-1 0 0 0,1 0 0 0 0,-1 0 0 0 0,1 0 0 0 0,-1 1-1 0 0,1-1 1 0 0,-1 0 0 0 0,1 0 0 0 0,-1 0 0 0 0,2 0 0 0 0,25 8 2689 0 0,-21-7-1991 0 0,31 9 1084 0 0,0 1 0 0 0,49 23 0 0 0,-95-39-1743 0 0,0 0-1 0 0,1 0 1 0 0,0-1 0 0 0,0 0-1 0 0,1 0 1 0 0,-1-1 0 0 0,1 0-1 0 0,1 0 1 0 0,-1 0 0 0 0,1-1 0 0 0,1 0-1 0 0,-1-1 1 0 0,1 1 0 0 0,-3-10-1 0 0,-9-32-1950 0 0,9-4-3494 0 0,7 18-1890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6.9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7834 0 0,'0'3'4239'0'0,"5"16"-2021"0"0,66 130 3177 0 0,-20-45-4545 0 0,-28-57-730 0 0,2-2 0 0 0,3-1-1 0 0,63 80 1 0 0,-8-24-3379 0 0,-61-75-3247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7.2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11 152 6913 0 0,'-1'-1'83'0'0,"0"0"0"0"0,0 0 0 0 0,0 0 0 0 0,0 0 0 0 0,1 0 0 0 0,-1 0 0 0 0,0-1 0 0 0,1 1 0 0 0,-1 0 0 0 0,0 0 0 0 0,1-1 0 0 0,0 1 0 0 0,-1 0 0 0 0,1-1 0 0 0,0 1 0 0 0,-1 0 0 0 0,1-1 0 0 0,0 1 0 0 0,0 0 0 0 0,0-1 0 0 0,0 1 0 0 0,1-2 0 0 0,0 0 190 0 0,0-1 0 0 0,0 1 0 0 0,1-1 0 0 0,0 1 0 0 0,-1 0-1 0 0,1 0 1 0 0,4-5 0 0 0,-1 1 249 0 0,0 1 1 0 0,1 0-1 0 0,0 0 1 0 0,0 0-1 0 0,0 0 1 0 0,1 1-1 0 0,0 0 0 0 0,0 1 1 0 0,0-1-1 0 0,1 1 1 0 0,-1 1-1 0 0,17-6 1 0 0,-7 4-347 0 0,1 1 0 0 0,0 1 0 0 0,-1 1 0 0 0,1 1 0 0 0,20 0 0 0 0,-21 1-4758 0 0,0-3-1551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7.5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0 408 456 0 0,'4'-5'5707'0'0,"-3"3"-5094"0"0,0 1 1 0 0,0-1-1 0 0,1 0 1 0 0,-1 0 0 0 0,1 1-1 0 0,-1-1 1 0 0,1 1-1 0 0,0-1 1 0 0,-1 1-1 0 0,1 0 1 0 0,0 0-1 0 0,0 0 1 0 0,3-2-1 0 0,1 1 95 0 0,1 0 0 0 0,-1 1 0 0 0,0 0 0 0 0,1 0-1 0 0,-1 0 1 0 0,1 1 0 0 0,-1 0 0 0 0,1 0-1 0 0,11 2 1 0 0,-2 1-315 0 0,-1 2 0 0 0,25 10-1 0 0,-28-10-219 0 0,1 0 45 0 0,-19-10-100 0 0,-2-1-91 0 0,1-1 0 0 0,-1 1 0 0 0,1-2-1 0 0,1 1 1 0 0,-1-1 0 0 0,1 1 0 0 0,1-2 0 0 0,-1 1-1 0 0,1-1 1 0 0,1 1 0 0 0,0-1 0 0 0,0-1 0 0 0,1 1 0 0 0,0 0-1 0 0,0-1 1 0 0,-1-11 0 0 0,-2-13-370 0 0,2 0 1 0 0,1-1-1 0 0,2-42 0 0 0,3 41-1612 0 0,1 0-5529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7.9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5985 0 0,'-1'0'183'0'0,"0"1"0"0"0,0-1 0 0 0,0 0 0 0 0,0 0 0 0 0,0 1 0 0 0,0-1 0 0 0,0 1 0 0 0,0-1-1 0 0,0 1 1 0 0,0-1 0 0 0,0 1 0 0 0,0 0 0 0 0,0-1 0 0 0,0 1 0 0 0,1 0 0 0 0,-1 0 0 0 0,0 0 0 0 0,0 0 0 0 0,0 1-1 0 0,0 0 191 0 0,1 0 0 0 0,-1 0 0 0 0,1 1-1 0 0,0-1 1 0 0,0 0 0 0 0,0 0 0 0 0,0 1-1 0 0,0-1 1 0 0,1 4 0 0 0,1 5-19 0 0,0-1 1 0 0,1 0-1 0 0,0 1 0 0 0,0-2 0 0 0,2 1 1 0 0,-1 0-1 0 0,1-1 0 0 0,0 1 1 0 0,1-1-1 0 0,13 15 0 0 0,-16-20-359 0 0,0 0-1 0 0,1 0 1 0 0,-1 0-1 0 0,1 0 0 0 0,0-1 1 0 0,1 1-1 0 0,-1-1 0 0 0,0 0 1 0 0,1-1-1 0 0,0 1 0 0 0,-1-1 1 0 0,1 0-1 0 0,0 0 0 0 0,0 0 1 0 0,1-1-1 0 0,-1 1 1 0 0,0-1-1 0 0,0-1 0 0 0,1 1 1 0 0,-1-1-1 0 0,0 0 0 0 0,1 0 1 0 0,5-1-1 0 0,-9 1-29 0 0,-1-1 0 0 0,1 1 0 0 0,-1-1 0 0 0,1 1 0 0 0,-1-1 1 0 0,1 0-1 0 0,-1 1 0 0 0,1-1 0 0 0,-1 0 0 0 0,0 0 0 0 0,1 0 0 0 0,-1 0 0 0 0,0 0 0 0 0,0 0 0 0 0,0 0 0 0 0,0-1 1 0 0,0 1-1 0 0,0 0 0 0 0,0-1 0 0 0,0 1 0 0 0,0-3 0 0 0,0 1-50 0 0,0 0 1 0 0,0 0-1 0 0,-1 0 0 0 0,0 0 0 0 0,1 0 1 0 0,-1 0-1 0 0,0 0 0 0 0,0 0 1 0 0,-1 0-1 0 0,0-5 0 0 0,-1-2-396 0 0,-1 1 0 0 0,0-1 0 0 0,-1 1 0 0 0,0 0 0 0 0,-10-16 0 0 0,5 10-581 0 0,-2 1-125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8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4 220 5985 0 0,'0'-1'203'0'0,"-1"1"0"0"0,1-1 0 0 0,0 0 0 0 0,-1 1-1 0 0,1-1 1 0 0,0 0 0 0 0,-1 0 0 0 0,1 1 0 0 0,0-1-1 0 0,0 0 1 0 0,-1 0 0 0 0,1 1 0 0 0,0-1 0 0 0,0 0 0 0 0,0 0-1 0 0,0 0 1 0 0,0 1 0 0 0,0-1 0 0 0,1 0 0 0 0,-1 0-1 0 0,0 0 1 0 0,0 1 0 0 0,1-1 0 0 0,-1 0 0 0 0,0 0 0 0 0,1 1-1 0 0,-1-1 1 0 0,0 0 0 0 0,1 1 0 0 0,-1-1 0 0 0,1 1-1 0 0,-1-1 1 0 0,1 0 0 0 0,0 1 0 0 0,-1-1 0 0 0,1 1 0 0 0,-1-1-1 0 0,1 1 1 0 0,0 0 0 0 0,-1-1 0 0 0,1 1 0 0 0,0 0-1 0 0,0-1 1 0 0,-1 1 0 0 0,1 0 0 0 0,0 0 0 0 0,0 0 0 0 0,0-1-1 0 0,-1 1 1 0 0,1 0 0 0 0,0 0 0 0 0,0 0 0 0 0,0 0-1 0 0,-1 1 1 0 0,1-1 0 0 0,0 0 0 0 0,0 0 0 0 0,-1 0 0 0 0,1 1-1 0 0,0-1 1 0 0,1 1 0 0 0,35 36 2587 0 0,-32-31-2718 0 0,-1-1 1 0 0,1 0-1 0 0,0 1 1 0 0,1-2-1 0 0,-1 1 0 0 0,1-1 1 0 0,0 1-1 0 0,0-1 1 0 0,9 4-1 0 0,-18-50-1702 0 0,0 14 1340 0 0,-3-68-122 0 0,6 87 418 0 0,0 1 0 0 0,1 0 1 0 0,0-1-1 0 0,0 1 1 0 0,1 0-1 0 0,0 0 0 0 0,1 0 1 0 0,0 0-1 0 0,3-8 1 0 0,-5 15 31 0 0,0-1 1 0 0,0 0-1 0 0,0 1 1 0 0,0-1-1 0 0,1 1 1 0 0,-1-1-1 0 0,0 1 1 0 0,1-1-1 0 0,-1 1 1 0 0,1 0-1 0 0,-1 0 1 0 0,1 0-1 0 0,-1 0 1 0 0,1 0-1 0 0,0 0 1 0 0,0 0 0 0 0,-1 0-1 0 0,1 1 1 0 0,0-1-1 0 0,0 1 1 0 0,0-1-1 0 0,0 1 1 0 0,0 0-1 0 0,0 0 1 0 0,0 0-1 0 0,-1 0 1 0 0,1 0-1 0 0,0 0 1 0 0,0 0-1 0 0,0 1 1 0 0,0-1-1 0 0,0 1 1 0 0,0-1-1 0 0,0 1 1 0 0,-1 0 0 0 0,4 1-1 0 0,6 4 198 0 0,1 1-1 0 0,-1 0 1 0 0,-1 1-1 0 0,15 13 1 0 0,-5-4-160 0 0,-8-8-449 0 0,1 0 1 0 0,0-1 0 0 0,19 9-1 0 0,-13-9-7139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4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35 6913 0 0,'0'-1'176'0'0,"0"0"0"0"0,0-1-1 0 0,0 1 1 0 0,0 0-1 0 0,0-1 1 0 0,0 1-1 0 0,-1-1 1 0 0,1 1-1 0 0,0 0 1 0 0,-1-1-1 0 0,1 1 1 0 0,-1 0-1 0 0,1 0 1 0 0,-1-1-1 0 0,1 1 1 0 0,-1 0-1 0 0,0 0 1 0 0,0 0-1 0 0,0 0 1 0 0,0 0-1 0 0,1 0 1 0 0,-1 0-1 0 0,-1 0 1 0 0,1 0-1 0 0,0 0 1 0 0,0 0-1 0 0,0 1 1 0 0,-3-2 0 0 0,3 2-72 0 0,0 0 0 0 0,-1 0 0 0 0,1 0 0 0 0,0 0 1 0 0,-1 0-1 0 0,1 1 0 0 0,-1-1 0 0 0,1 0 0 0 0,0 1 1 0 0,0-1-1 0 0,-1 1 0 0 0,1-1 0 0 0,0 1 1 0 0,0 0-1 0 0,-1-1 0 0 0,1 1 0 0 0,0 0 0 0 0,0 0 1 0 0,0 0-1 0 0,0 0 0 0 0,0 0 0 0 0,0 0 1 0 0,1 0-1 0 0,-1 0 0 0 0,0 0 0 0 0,0 1 0 0 0,1-1 1 0 0,-1 2-1 0 0,-5 8 214 0 0,1 1 0 0 0,1 0 1 0 0,0 0-1 0 0,1 0 0 0 0,0 0 0 0 0,1 1 0 0 0,1-1 1 0 0,-1 14-1 0 0,1-19-264 0 0,1-1 0 0 0,0 1 0 0 0,1 0 0 0 0,-1 0 1 0 0,1 0-1 0 0,1 0 0 0 0,-1-1 0 0 0,1 1 0 0 0,0 0 0 0 0,1-1 0 0 0,-1 0 0 0 0,1 1 1 0 0,1-1-1 0 0,-1 0 0 0 0,9 10 0 0 0,-7-11-83 0 0,0-1-1 0 0,0-1 1 0 0,0 1 0 0 0,0-1 0 0 0,0 0-1 0 0,1 0 1 0 0,0 0 0 0 0,0-1 0 0 0,-1 0-1 0 0,1 0 1 0 0,0 0 0 0 0,9 0 0 0 0,9 1-531 0 0,48-1 1 0 0,-54-2 268 0 0,0 0 1 0 0,0 1-1 0 0,33 6 0 0 0,-47-6 261 0 0,0 0 0 0 0,0 0 1 0 0,0 1-1 0 0,0-1 0 0 0,0 1 0 0 0,0 0 0 0 0,-1 0 0 0 0,1 0 0 0 0,-1 0 1 0 0,0 1-1 0 0,1-1 0 0 0,-1 1 0 0 0,0 0 0 0 0,0 0 0 0 0,-1 0 0 0 0,1 0 1 0 0,-1 0-1 0 0,3 4 0 0 0,-4-2 46 0 0,1 0 0 0 0,-1-1 1 0 0,0 1-1 0 0,0 0 0 0 0,0 0 1 0 0,-1-1-1 0 0,1 1 0 0 0,-1 0 0 0 0,0 0 1 0 0,-1 0-1 0 0,1 0 0 0 0,-1-1 1 0 0,0 1-1 0 0,0 0 0 0 0,-3 4 0 0 0,0 4 177 0 0,-1 0 0 0 0,0-1 0 0 0,-1 0-1 0 0,-1 0 1 0 0,0 0 0 0 0,0-1 0 0 0,-1 0-1 0 0,-1 0 1 0 0,1-1 0 0 0,-2 0 0 0 0,0-1-1 0 0,0 0 1 0 0,0 0 0 0 0,-1-1 0 0 0,0-1-1 0 0,-1 1 1 0 0,0-2 0 0 0,0 0 0 0 0,0 0-1 0 0,-1-1 1 0 0,0-1 0 0 0,0 0 0 0 0,0-1-1 0 0,0 0 1 0 0,-1-1 0 0 0,1-1 0 0 0,-1 0-1 0 0,1 0 1 0 0,-16-2 0 0 0,17-1-861 0 0,1-2-206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6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763 43 4609 0 0,'-11'-6'300'0'0,"0"0"-1"0"0,0 0 1 0 0,-1 1 0 0 0,0 1 0 0 0,0 0 0 0 0,0 1-1 0 0,-1 0 1 0 0,1 1 0 0 0,-1 0 0 0 0,1 1-1 0 0,-1 0 1 0 0,-13 2 0 0 0,-1 1 191 0 0,1 1-1 0 0,-1 1 1 0 0,1 1 0 0 0,0 1-1 0 0,1 2 1 0 0,0 0 0 0 0,-41 21 0 0 0,31-11-32 0 0,0 2 0 0 0,2 1 0 0 0,0 1 0 0 0,-44 41 0 0 0,65-52-254 0 0,0 1 1 0 0,1 0-1 0 0,1 1 0 0 0,0 0 0 0 0,0 1 1 0 0,1 0-1 0 0,1 0 0 0 0,1 1 0 0 0,0 0 1 0 0,-9 30-1 0 0,10-20-89 0 0,1 0 1 0 0,1 0 0 0 0,2 0-1 0 0,0 0 1 0 0,1 0 0 0 0,5 39-1 0 0,-1-25-126 0 0,2-1 0 0 0,1 1 0 0 0,2-2 0 0 0,1 1 0 0 0,3-1 0 0 0,1 0 1 0 0,1-1-1 0 0,2-1 0 0 0,2-1 0 0 0,28 43 0 0 0,19 11 316 0 0,46 69 268 0 0,-98-137-542 0 0,1 0-1 0 0,1 0 1 0 0,1-1 0 0 0,0-1-1 0 0,1-1 1 0 0,1 0 0 0 0,1-2-1 0 0,0 0 1 0 0,1-1 0 0 0,32 17-1 0 0,-37-23-42 0 0,1-1 0 0 0,-1-1 0 0 0,2-1-1 0 0,-1 0 1 0 0,0-1 0 0 0,1-1-1 0 0,0 0 1 0 0,0-1 0 0 0,0-1 0 0 0,0-1-1 0 0,0 0 1 0 0,0-1 0 0 0,-1-1 0 0 0,1 0-1 0 0,30-10 1 0 0,-11 0 24 0 0,0-2 1 0 0,-1-2-1 0 0,-1-1 0 0 0,0-2 0 0 0,-2-1 1 0 0,35-27-1 0 0,-28 16 207 0 0,-2-2 0 0 0,-1-2 0 0 0,-2-1-1 0 0,38-51 1 0 0,-60 69-132 0 0,-1-1 0 0 0,-1 0 0 0 0,-1-1 0 0 0,0 0 0 0 0,-2 0 0 0 0,0-1 0 0 0,-1 0 0 0 0,-1 0-1 0 0,-2 0 1 0 0,2-23 0 0 0,0-34 286 0 0,-6-107-1 0 0,0 179-374 0 0,0-28 163 0 0,-1 1 0 0 0,-14-62 1 0 0,13 82-96 0 0,-1 1 1 0 0,0 0 0 0 0,-1 0 0 0 0,0 0-1 0 0,-1 0 1 0 0,-1 1 0 0 0,1 0 0 0 0,-2 0-1 0 0,0 1 1 0 0,-13-15 0 0 0,-29-18 163 0 0,-1 1 0 0 0,-110-66-1 0 0,111 76-229 0 0,34 22 12 0 0,0 0-1 0 0,-1 1 0 0 0,0 1 1 0 0,0 1-1 0 0,-22-6 0 0 0,28 10-176 0 0,0 1 0 0 0,-1 0 0 0 0,1 1 0 0 0,-1 0-1 0 0,0 1 1 0 0,1 0 0 0 0,-1 0 0 0 0,0 2-1 0 0,-17 3 1 0 0,0 3-753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5.1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5065 0 0,'3'9'13306'0'0,"26"11"-12266"0"0,9 9-415 0 0,-27-17-317 0 0,0 1 0 0 0,-1 0 0 0 0,0 1 0 0 0,-1 0 0 0 0,-1 0-1 0 0,0 1 1 0 0,9 26 0 0 0,0 10-17 0 0,11 55 0 0 0,-17-60-209 0 0,29 78 0 0 0,-34-108-189 0 0,-1 0 1 0 0,4 20-1 0 0,-4-14-1015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5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83 110 3681 0 0,'-18'-4'128'0'0,"7"2"691"0"0,1-1 0 0 0,0 1 0 0 0,0-2 0 0 0,-14-11 4061 0 0,24 14-4792 0 0,11-6 1560 0 0,12-5-647 0 0,-22 12-925 0 0,25-11 873 0 0,1 0 0 0 0,1 2 0 0 0,0 1 0 0 0,0 1 0 0 0,38-5 0 0 0,-55 11-875 0 0,0 1 0 0 0,0 0-1 0 0,0 0 1 0 0,0 1 0 0 0,0 0 0 0 0,-1 1-1 0 0,1 0 1 0 0,0 1 0 0 0,-1 0-1 0 0,0 1 1 0 0,0 0 0 0 0,0 0 0 0 0,0 1-1 0 0,0 1 1 0 0,-1 0 0 0 0,0 0 0 0 0,10 9-1 0 0,-7-4-60 0 0,-1 0 0 0 0,-1 1 0 0 0,0 0 0 0 0,0 1 0 0 0,-2 0-1 0 0,1 0 1 0 0,-2 1 0 0 0,0 0 0 0 0,0 0 0 0 0,-1 0 0 0 0,7 31 0 0 0,-10-35 26 0 0,-1 0 0 0 0,-1 0 0 0 0,0 1 0 0 0,-1-1 0 0 0,0 0 0 0 0,0 0 0 0 0,-1 0 0 0 0,0 0 0 0 0,-1 0 1 0 0,0 0-1 0 0,0 0 0 0 0,-1 0 0 0 0,-1-1 0 0 0,0 1 0 0 0,0-1 0 0 0,0 0 0 0 0,-2 0 0 0 0,1 0 0 0 0,-9 10 1 0 0,5-9-105 0 0,0 0 0 0 0,-1-1 1 0 0,0 0-1 0 0,-1 0 0 0 0,1-1 1 0 0,-22 12-1 0 0,-15 1-7212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8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593 70 6913 0 0,'-22'-9'964'0'0,"-15"-7"641"0"0,-1 3 1 0 0,-41-10-1 0 0,66 20-1295 0 0,0 1-1 0 0,0 0 1 0 0,0 1 0 0 0,-1 1-1 0 0,1 0 1 0 0,0 1 0 0 0,-1 0-1 0 0,1 1 1 0 0,0 0 0 0 0,-15 6-1 0 0,8-2 39 0 0,0 2 0 0 0,1 0-1 0 0,0 1 1 0 0,1 1 0 0 0,0 0-1 0 0,1 2 1 0 0,-25 20 0 0 0,35-26-267 0 0,-1 2 0 0 0,1-1 0 0 0,0 1 0 0 0,1 0 0 0 0,-1 1 1 0 0,2-1-1 0 0,-1 1 0 0 0,1 0 0 0 0,1 1 0 0 0,0-1 0 0 0,0 1 1 0 0,1 0-1 0 0,0 0 0 0 0,0 0 0 0 0,1 0 0 0 0,-1 19 0 0 0,3 9-61 0 0,2 0 0 0 0,2 0 1 0 0,1-1-1 0 0,2 1 0 0 0,22 67 0 0 0,0-27 68 0 0,60 119-1 0 0,-46-118-87 0 0,71 97 0 0 0,-94-149 15 0 0,2 0-1 0 0,0-2 0 0 0,2 0 0 0 0,1-2 0 0 0,1-1 0 0 0,0-1 1 0 0,58 35-1 0 0,-70-49-88 0 0,0 0 1 0 0,1-1-1 0 0,-1-1 0 0 0,1 0 1 0 0,0-1-1 0 0,0-1 1 0 0,1 0-1 0 0,-1-1 0 0 0,1-1 1 0 0,-1 0-1 0 0,1-1 0 0 0,-1-1 1 0 0,1 0-1 0 0,-1-1 1 0 0,1-1-1 0 0,-1-1 0 0 0,0 0 1 0 0,0 0-1 0 0,-1-2 1 0 0,1 0-1 0 0,-1 0 0 0 0,0-1 1 0 0,-1-1-1 0 0,0 0 1 0 0,14-12-1 0 0,17-16-16 0 0,-2-1 0 0 0,-1-2 1 0 0,-3-2-1 0 0,50-67 0 0 0,-69 80 427 0 0,-1 0 0 0 0,-1-1 0 0 0,-2 0 0 0 0,-1-2 0 0 0,-1 1 0 0 0,-2-2-1 0 0,-1 0 1 0 0,11-61 0 0 0,-17 66-211 0 0,-1 0-1 0 0,-2 0 1 0 0,0-1-1 0 0,-2 1 1 0 0,-6-37 0 0 0,3 45-20 0 0,-1-1 1 0 0,0 1 0 0 0,-2 0-1 0 0,0 1 1 0 0,-1-1 0 0 0,-1 1 0 0 0,0 1-1 0 0,-14-18 1 0 0,-2-3 118 0 0,-3 2 0 0 0,-56-59 0 0 0,72 83-188 0 0,-1 1-1 0 0,-1 0 1 0 0,1 1-1 0 0,-2 1 1 0 0,1 0 0 0 0,-1 1-1 0 0,0 1 1 0 0,-1 0-1 0 0,0 1 1 0 0,-30-7-1 0 0,11 6-25 0 0,-1 2 0 0 0,1 2 1 0 0,-1 0-1 0 0,-68 6 0 0 0,84-1-193 0 0,0 1 1 0 0,0 0 0 0 0,1 2 0 0 0,-1 0 0 0 0,1 1 0 0 0,0 1 0 0 0,1 1 0 0 0,0 0 0 0 0,0 2 0 0 0,-22 14 0 0 0,20-6-1773 0 0,2 2-5395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4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0 743 5065 0 0,'1'-7'249'0'0,"1"0"-1"0"0,-1-1 1 0 0,1 1 0 0 0,1 0-1 0 0,-1 0 1 0 0,1 0-1 0 0,4-6 1 0 0,4-12 287 0 0,24-56 1520 0 0,4 2 1 0 0,3 1 0 0 0,73-100 0 0 0,-80 132-1197 0 0,54-57 0 0 0,3 14-5513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4.7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6449 0 0,'0'0'499'0'0,"1"27"1680"0"0,2 3-961 0 0,2 0 0 0 0,14 48 0 0 0,-16-67-936 0 0,1 0-1 0 0,0 0 1 0 0,1 0-1 0 0,0-1 1 0 0,1 1-1 0 0,0-1 1 0 0,0-1 0 0 0,1 1-1 0 0,17 16 1 0 0,-21-22-227 0 0,1-1 0 0 0,1 0 0 0 0,-1 0 1 0 0,0 0-1 0 0,1-1 0 0 0,-1 1 1 0 0,1-1-1 0 0,0 0 0 0 0,0 0 0 0 0,0-1 1 0 0,0 0-1 0 0,0 0 0 0 0,0 0 0 0 0,0 0 1 0 0,0-1-1 0 0,1 0 0 0 0,-1 0 1 0 0,0 0-1 0 0,0 0 0 0 0,0-1 0 0 0,0 0 1 0 0,1 0-1 0 0,-1-1 0 0 0,-1 1 0 0 0,1-1 1 0 0,0 0-1 0 0,0 0 0 0 0,-1-1 1 0 0,1 1-1 0 0,-1-1 0 0 0,0 0 0 0 0,1 0 1 0 0,-2-1-1 0 0,1 1 0 0 0,5-7 0 0 0,35-38-2794 0 0,-20 20-2754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5.1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29 11979 0 0,'-5'-5'168'0'0,"-25"-17"2960"0"0,30 22-3055 0 0,0-1 0 0 0,-1 1-1 0 0,1 0 1 0 0,0 0-1 0 0,-1 0 1 0 0,1 0 0 0 0,0 0-1 0 0,-1 0 1 0 0,1-1-1 0 0,0 1 1 0 0,-1 0 0 0 0,1 0-1 0 0,0 0 1 0 0,-1 0 0 0 0,1 0-1 0 0,0 0 1 0 0,-1 1-1 0 0,1-1 1 0 0,0 0 0 0 0,-1 0-1 0 0,1 0 1 0 0,0 0-1 0 0,-1 0 1 0 0,1 0 0 0 0,0 1-1 0 0,-1-1 1 0 0,1 0-1 0 0,0 0 1 0 0,0 0 0 0 0,-1 1-1 0 0,0 19 2038 0 0,8 24-1684 0 0,1 0-1 0 0,3-1 0 0 0,1 0 1 0 0,2 0-1 0 0,21 40 1 0 0,-31-74-564 0 0,2 0 0 0 0,0-1 1 0 0,0 1-1 0 0,0-1 0 0 0,1 0 1 0 0,0-1-1 0 0,15 12 0 0 0,-17-14-313 0 0,1-1-1 0 0,-1-1 1 0 0,1 1-1 0 0,0-1 1 0 0,0 0-1 0 0,0-1 1 0 0,1 1-1 0 0,-1-1 1 0 0,1 0-1 0 0,-1-1 0 0 0,1 0 1 0 0,-1 0-1 0 0,8 0 1 0 0,-12-1 275 0 0,-1 0 0 0 0,1 0 1 0 0,-1 0-1 0 0,1 0 0 0 0,-1-1 1 0 0,0 1-1 0 0,1-1 0 0 0,-1 1 0 0 0,1-1 1 0 0,-1 0-1 0 0,0 1 0 0 0,0-1 1 0 0,1 0-1 0 0,-1 0 0 0 0,0 0 0 0 0,0 0 1 0 0,0 0-1 0 0,0 0 0 0 0,0 0 1 0 0,0 0-1 0 0,0 0 0 0 0,0-1 0 0 0,-1 1 1 0 0,1 0-1 0 0,0-1 0 0 0,-1 1 1 0 0,1 0-1 0 0,-1-1 0 0 0,1 1 0 0 0,-1-1 1 0 0,0 1-1 0 0,0-1 0 0 0,1 1 1 0 0,-1-1-1 0 0,0 1 0 0 0,-1-3 0 0 0,0-7-2943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5.4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116 526 3225 0 0,'-78'-116'2883'0'0,"41"59"1987"0"0,58 72 1333 0 0,74 33-4085 0 0,-79-42-1987 0 0,-1-1 0 0 0,1 0 0 0 0,0-1 0 0 0,0-1 0 0 0,1-1 0 0 0,30 2 0 0 0,-40-4-57 0 0,1 0 1 0 0,-1-1-1 0 0,0 1 1 0 0,1-1-1 0 0,-1-1 1 0 0,0 0-1 0 0,1 0 1 0 0,-1 0-1 0 0,0-1 1 0 0,-1 0-1 0 0,1 0 1 0 0,0 0-1 0 0,-1-1 1 0 0,0 0-1 0 0,0-1 1 0 0,0 1-1 0 0,8-8 1 0 0,-11 7-23 0 0,1 0 0 0 0,-1 0 1 0 0,0 0-1 0 0,-1 0 1 0 0,1-1-1 0 0,-1 1 0 0 0,0-1 1 0 0,0 1-1 0 0,-1-1 0 0 0,1 0 1 0 0,-1 1-1 0 0,-1-1 1 0 0,1 0-1 0 0,-1 0 0 0 0,0 0 1 0 0,0 0-1 0 0,-1 0 1 0 0,1 1-1 0 0,-1-1 0 0 0,-1 0 1 0 0,-2-8-1 0 0,-5-13 19 0 0,-1 1 0 0 0,-2 0 0 0 0,-17-31 0 0 0,6 14-111 0 0,6 4-667 0 0,7 13-5133 0 0,4 7-1212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6.0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247 185 8290 0 0,'-7'-2'201'0'0,"0"2"0"0"0,0-1 0 0 0,0 1 0 0 0,1 0 0 0 0,-1 0 0 0 0,0 1 0 0 0,0-1 1 0 0,0 2-1 0 0,1-1 0 0 0,-1 1 0 0 0,0 0 0 0 0,1 0 0 0 0,0 1 0 0 0,-1 0 0 0 0,1 0 0 0 0,0 0 0 0 0,1 1 0 0 0,-1 0 1 0 0,1 0-1 0 0,-1 1 0 0 0,1-1 0 0 0,0 1 0 0 0,1 0 0 0 0,-1 0 0 0 0,1 1 0 0 0,0-1 0 0 0,0 1 0 0 0,1 0 1 0 0,0 0-1 0 0,0 1 0 0 0,0-1 0 0 0,1 0 0 0 0,0 1 0 0 0,0-1 0 0 0,1 1 0 0 0,-1 0 0 0 0,1 13 0 0 0,1-7-83 0 0,0 1 0 0 0,1 0-1 0 0,1-1 1 0 0,0 0-1 0 0,1 1 1 0 0,1-1-1 0 0,0 0 1 0 0,1-1 0 0 0,0 1-1 0 0,0-1 1 0 0,15 23-1 0 0,-16-30-75 0 0,0 0 0 0 0,0 1 0 0 0,0-1 0 0 0,1-1 0 0 0,0 1 0 0 0,0-1 0 0 0,0 0 0 0 0,0 0 0 0 0,1 0 0 0 0,-1-1 0 0 0,11 5 0 0 0,-12-6-53 0 0,1-1-1 0 0,0 0 0 0 0,0 0 0 0 0,0 0 0 0 0,0 0 0 0 0,0-1 1 0 0,0 0-1 0 0,0 0 0 0 0,0 0 0 0 0,0-1 0 0 0,0 1 0 0 0,0-1 0 0 0,-1-1 1 0 0,1 1-1 0 0,0-1 0 0 0,9-3 0 0 0,-10 3-25 0 0,0 0 0 0 0,0-1 0 0 0,0 1 0 0 0,0-1 0 0 0,0 0 1 0 0,0 0-1 0 0,-1 0 0 0 0,1 0 0 0 0,-1 0 0 0 0,0-1 0 0 0,0 0 0 0 0,0 1 0 0 0,-1-1 0 0 0,1 0 0 0 0,-1-1 0 0 0,2-4 0 0 0,-1 2 24 0 0,-2 0 0 0 0,1 0 0 0 0,-1 0 0 0 0,0 0 0 0 0,0 0 0 0 0,-1 0 0 0 0,0 0 0 0 0,0 0 0 0 0,-2-13 0 0 0,-3 0 188 0 0,0 0-1 0 0,-1 1 0 0 0,-1 0 0 0 0,0 0 0 0 0,-2 1 0 0 0,-16-27 1 0 0,0 9-153 0 0,-3 1 1 0 0,-1 1 0 0 0,-1 1-1 0 0,-1 2 1 0 0,-51-39 0 0 0,80 68-149 0 0,-1-1 0 0 0,0 1 0 0 0,0 0 0 0 0,0 0 0 0 0,0 0 0 0 0,0 0 0 0 0,0 0 1 0 0,0 1-1 0 0,-1 0 0 0 0,1-1 0 0 0,0 1 0 0 0,-6-1 0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6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3201 0 0,'-19'0'13860'0'0,"11"6"-11132"0"0,33 19-9674 0 0,-14-2 7668 0 0,1 0-1 0 0,1-1 1 0 0,1 0 0 0 0,1-1 0 0 0,1-1-1 0 0,1-1 1 0 0,22 21 0 0 0,-8-13-1076 0 0,2-1 1 0 0,0-2-1 0 0,64 35 0 0 0,-76-48-5846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6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49 10138 0 0,'-2'2'139'0'0,"0"1"0"0"0,1 0 1 0 0,-1 0-1 0 0,1 0 0 0 0,-1 1 0 0 0,1-1 0 0 0,0 0 0 0 0,1 0 1 0 0,-1 1-1 0 0,1-1 0 0 0,-1 0 0 0 0,1 1 0 0 0,0-1 0 0 0,0 1 0 0 0,0-1 1 0 0,1 0-1 0 0,-1 1 0 0 0,1-1 0 0 0,0 0 0 0 0,0 1 0 0 0,0-1 1 0 0,0 0-1 0 0,1 0 0 0 0,-1 0 0 0 0,1 0 0 0 0,-1 0 0 0 0,1 0 0 0 0,0 0 1 0 0,1-1-1 0 0,1 3 0 0 0,1 0 42 0 0,0-1 1 0 0,0 0-1 0 0,0 0 0 0 0,0-1 1 0 0,1 1-1 0 0,-1-1 0 0 0,1 0 0 0 0,0-1 1 0 0,0 1-1 0 0,0-1 0 0 0,0-1 1 0 0,1 1-1 0 0,-1-1 0 0 0,13 1 1 0 0,-12-2-33 0 0,1 0 1 0 0,-1 0 0 0 0,0-1-1 0 0,0 0 1 0 0,1-1 0 0 0,-1 0-1 0 0,0 0 1 0 0,0 0-1 0 0,8-5 1 0 0,-13 6-139 0 0,-1 0 0 0 0,1 0 0 0 0,-1 0 0 0 0,1 0 0 0 0,-1 0 0 0 0,0 0 0 0 0,1 0 0 0 0,-1 0 0 0 0,0-1 0 0 0,0 1 0 0 0,0 0 0 0 0,0-1 0 0 0,0 1 0 0 0,0-1 0 0 0,-1 1 0 0 0,1-1 0 0 0,0 0 0 0 0,0-1 0 0 0,-1 1-14 0 0,0 0 0 0 0,0 0 0 0 0,0 0 0 0 0,-1-1 0 0 0,1 1 0 0 0,-1 0 0 0 0,1 0 0 0 0,-1 0 1 0 0,0 0-1 0 0,1 1 0 0 0,-1-1 0 0 0,0 0 0 0 0,0 0 0 0 0,0 0 0 0 0,-1 1 0 0 0,1-1 0 0 0,0 1 0 0 0,-1-1 1 0 0,-1-1-1 0 0,-8-8-26 0 0,-1 0 0 0 0,0 1 1 0 0,-1 0-1 0 0,0 1 0 0 0,0 1 1 0 0,-1 0-1 0 0,0 1 0 0 0,0 0 1 0 0,-1 1-1 0 0,0 1 0 0 0,0 0 1 0 0,0 1-1 0 0,-24-3 0 0 0,25 7-1579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1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2761 0 0,'1'0'247'0'0,"0"0"1"0"0,0-1-1 0 0,-1 1 1 0 0,1 0 0 0 0,0 0-1 0 0,0-1 1 0 0,0 1-1 0 0,-1 0 1 0 0,1 0-1 0 0,0 0 1 0 0,0 0 0 0 0,0 0-1 0 0,-1 0 1 0 0,1 0-1 0 0,0 0 1 0 0,0 0 0 0 0,0 0-1 0 0,0 1 1 0 0,-1-1-1 0 0,1 0 1 0 0,0 1 0 0 0,0-1-1 0 0,-1 0 1 0 0,1 1-1 0 0,0-1 1 0 0,-1 1 0 0 0,1-1-1 0 0,0 1 1 0 0,0 0-1 0 0,26 23 2828 0 0,-18-16-1952 0 0,63 56 3129 0 0,-4 4-4285 0 0,-49-49-1079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3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18 6913 0 0,'-1'0'31'0'0,"1"0"-1"0"0,0-1 0 0 0,-1 1 1 0 0,1 0-1 0 0,0 0 0 0 0,0-1 0 0 0,-1 1 1 0 0,1-1-1 0 0,0 1 0 0 0,0 0 1 0 0,0-1-1 0 0,-1 1 0 0 0,1 0 0 0 0,0-1 1 0 0,0 1-1 0 0,0-1 0 0 0,0 1 0 0 0,0-1 1 0 0,0 1-1 0 0,0 0 0 0 0,0-1 1 0 0,0 1-1 0 0,0-1 0 0 0,0 1 0 0 0,0 0 1 0 0,0-1-1 0 0,0 1 0 0 0,1-1 0 0 0,-1 1 1 0 0,0 0-1 0 0,0-1 0 0 0,0 1 1 0 0,1-1-1 0 0,-1 1 0 0 0,0 0 0 0 0,0-1 1 0 0,1 1-1 0 0,17-3 1908 0 0,-12 3-1381 0 0,-1 1 0 0 0,1 0 1 0 0,-1 0-1 0 0,1 1 0 0 0,6 2 1 0 0,-7-1-345 0 0,0 0 0 0 0,0 0 0 0 0,-1 1 1 0 0,0 0-1 0 0,0-1 0 0 0,0 1 1 0 0,0 1-1 0 0,0-1 0 0 0,-1 1 1 0 0,0-1-1 0 0,0 1 0 0 0,0 0 0 0 0,-1 0 1 0 0,1 0-1 0 0,-1 0 0 0 0,-1 1 1 0 0,1-1-1 0 0,1 6 0 0 0,-1 1-347 0 0,-1-1-1 0 0,0 1 0 0 0,-1-1 1 0 0,0 1-1 0 0,0-1 0 0 0,-1 1 0 0 0,-5 20 1 0 0,0-11-864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5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10594 0 0,'3'0'142'0'0,"-1"1"-1"0"0,1 0 1 0 0,-1 0-1 0 0,1 0 0 0 0,-1 0 1 0 0,0 1-1 0 0,1-1 1 0 0,-1 1-1 0 0,0-1 1 0 0,0 1-1 0 0,0 0 1 0 0,0-1-1 0 0,0 1 0 0 0,-1 0 1 0 0,1 1-1 0 0,0-1 1 0 0,-1 0-1 0 0,0 0 1 0 0,1 1-1 0 0,0 2 1 0 0,4 7 605 0 0,0 0 0 0 0,6 22 0 0 0,-4-11-216 0 0,22 80-5282 0 0,-30-99 4766 0 0,0-4 58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6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46 4145 0 0,'-19'-18'554'0'0,"11"13"838"0"0,0 0-1 0 0,-1 0 0 0 0,1 1 0 0 0,-11-4 1 0 0,67 37-3094 0 0,-34-23 1702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8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1 221 5065 0 0,'3'-6'611'0'0,"1"-1"-1"0"0,0 1 1 0 0,0 0-1 0 0,1 0 1 0 0,-1 1 0 0 0,1 0-1 0 0,1-1 1 0 0,6-4-1 0 0,-11 9-439 0 0,0 0-1 0 0,0 0 0 0 0,1 0 1 0 0,-1 0-1 0 0,0 0 1 0 0,1 0-1 0 0,-1 1 0 0 0,1-1 1 0 0,-1 0-1 0 0,1 1 1 0 0,-1-1-1 0 0,1 1 0 0 0,0 0 1 0 0,-1 0-1 0 0,1-1 1 0 0,0 1-1 0 0,-1 0 0 0 0,1 0 1 0 0,-1 0-1 0 0,1 1 1 0 0,0-1-1 0 0,-1 0 0 0 0,1 1 1 0 0,-1-1-1 0 0,1 1 1 0 0,-1-1-1 0 0,1 1 0 0 0,-1 0 1 0 0,1-1-1 0 0,-1 1 0 0 0,1 0 1 0 0,-1 0-1 0 0,0 0 1 0 0,0 0-1 0 0,1 0 0 0 0,-1 1 1 0 0,0-1-1 0 0,0 0 1 0 0,0 0-1 0 0,1 3 0 0 0,19 32 1681 0 0,-13-21-1455 0 0,1 0-1 0 0,11 16 1 0 0,-17-28-373 0 0,0 0 0 0 0,-1 0 0 0 0,1 0 0 0 0,0 0 0 0 0,1 0 0 0 0,-1-1 0 0 0,0 1 0 0 0,1-1 0 0 0,-1 0 0 0 0,1 0 0 0 0,0 0 0 0 0,-1-1-1 0 0,1 1 1 0 0,5 0 0 0 0,-9-2-28 0 0,1 0 0 0 0,-1 0 0 0 0,1 0 0 0 0,0 0 0 0 0,-1-1-1 0 0,1 1 1 0 0,-1 0 0 0 0,1 0 0 0 0,-1-1 0 0 0,1 1 0 0 0,-1 0-1 0 0,1-1 1 0 0,-1 1 0 0 0,1 0 0 0 0,-1-1 0 0 0,1 1-1 0 0,-1-1 1 0 0,1 1 0 0 0,-1-1 0 0 0,0 1 0 0 0,1-1 0 0 0,-1 1-1 0 0,0-1 1 0 0,0 1 0 0 0,1-1 0 0 0,-1 0 0 0 0,0 1 0 0 0,0-1-1 0 0,0 1 1 0 0,0-1 0 0 0,1 0 0 0 0,-1 1 0 0 0,0-2-1 0 0,3-26-35 0 0,-3 23-47 0 0,3-27-40 0 0,10-76-1017 0 0,-11 96 1030 0 0,0 1 1 0 0,2 0-1 0 0,-1-1 1 0 0,1 1-1 0 0,1 1 1 0 0,12-22-1 0 0,-17 31 120 0 0,0 0 0 0 0,1 0 0 0 0,0 0 0 0 0,-1 0-1 0 0,1 0 1 0 0,0 0 0 0 0,-1 0 0 0 0,1 0 0 0 0,0 0 0 0 0,0 0 0 0 0,0 1 0 0 0,0-1 0 0 0,0 0 0 0 0,0 0 0 0 0,0 1-1 0 0,0-1 1 0 0,0 1 0 0 0,0-1 0 0 0,0 1 0 0 0,1-1 0 0 0,-1 1 0 0 0,0 0 0 0 0,0-1 0 0 0,0 1 0 0 0,1 0 0 0 0,-1 0-1 0 0,0 0 1 0 0,0 0 0 0 0,0 0 0 0 0,1 0 0 0 0,-1 0 0 0 0,0 1 0 0 0,0-1 0 0 0,0 0 0 0 0,1 1 0 0 0,0 0-1 0 0,3 2 15 0 0,0 1 0 0 0,-1-1 0 0 0,1 1 0 0 0,-1 0 0 0 0,0 1 0 0 0,5 7 0 0 0,13 12-252 0 0,-4-8-2627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8.4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22 3225 0 0,'-1'-2'110'0'0,"-1"0"0"0"0,1 1 0 0 0,0-1 0 0 0,-1 1 0 0 0,1-1 0 0 0,-1 1 1 0 0,1 0-1 0 0,-1-1 0 0 0,0 1 0 0 0,0 0 0 0 0,0 0 0 0 0,1 0 0 0 0,-1 0 0 0 0,0 1 1 0 0,0-1-1 0 0,0 0 0 0 0,0 1 0 0 0,-3-1 0 0 0,3 2 74 0 0,0-1-1 0 0,0 1 1 0 0,0 0-1 0 0,0-1 1 0 0,0 1-1 0 0,0 0 1 0 0,1 0-1 0 0,-1 0 1 0 0,0 0-1 0 0,1 1 1 0 0,-1-1-1 0 0,1 0 1 0 0,-1 1 0 0 0,1-1-1 0 0,0 1 1 0 0,0-1-1 0 0,-1 1 1 0 0,1 0-1 0 0,0-1 1 0 0,-1 4-1 0 0,-4 7 320 0 0,0 0 1 0 0,1 0-1 0 0,1 1 0 0 0,0-1 0 0 0,0 1 0 0 0,1 0 0 0 0,-2 26 1 0 0,5-34-472 0 0,-1 1 0 0 0,1 0 1 0 0,0 0-1 0 0,0-1 0 0 0,0 1 0 0 0,1 0 1 0 0,0 0-1 0 0,0-1 0 0 0,0 1 1 0 0,1 0-1 0 0,0-1 0 0 0,0 0 1 0 0,0 1-1 0 0,1-1 0 0 0,0 0 0 0 0,0 0 1 0 0,0 0-1 0 0,1-1 0 0 0,-1 1 1 0 0,7 5-1 0 0,-9-9-87 0 0,1 0 0 0 0,0 1 0 0 0,1-1 0 0 0,-1 0 0 0 0,0 0 0 0 0,0 0 0 0 0,0-1 0 0 0,1 1 0 0 0,-1 0 1 0 0,0-1-1 0 0,0 0 0 0 0,1 1 0 0 0,-1-1 0 0 0,1 0 0 0 0,-1 0 0 0 0,0 0 0 0 0,1-1 0 0 0,-1 1 0 0 0,0 0 0 0 0,1-1 0 0 0,-1 0 0 0 0,0 1 0 0 0,0-1 0 0 0,0 0 0 0 0,1 0 0 0 0,-1 0 0 0 0,0-1 1 0 0,0 1-1 0 0,-1 0 0 0 0,1-1 0 0 0,0 1 0 0 0,0-1 0 0 0,1-2 0 0 0,8-6 25 0 0,-1-2 1 0 0,-1 1-1 0 0,0-1 0 0 0,8-15 1 0 0,-8 13 201 0 0,-3 5-109 0 0,1-2 159 0 0,0 0 0 0 0,1 0 0 0 0,0 1 0 0 0,1 0 0 0 0,13-11 0 0 0,-20 19-138 0 0,0 0 0 0 0,0 1 1 0 0,0 0-1 0 0,0-1 0 0 0,1 1 0 0 0,-1 0 0 0 0,0 0 1 0 0,1 0-1 0 0,-1 0 0 0 0,0 1 0 0 0,1-1 0 0 0,-1 1 0 0 0,1-1 1 0 0,-1 1-1 0 0,1 0 0 0 0,-1 0 0 0 0,1 0 0 0 0,-1 0 1 0 0,1 0-1 0 0,-1 1 0 0 0,1-1 0 0 0,-1 1 0 0 0,1 0 1 0 0,-1 0-1 0 0,0 0 0 0 0,1 0 0 0 0,-1 0 0 0 0,0 0 1 0 0,0 0-1 0 0,0 1 0 0 0,0-1 0 0 0,0 1 0 0 0,0 0 1 0 0,3 2-1 0 0,3 5 101 0 0,-1-1 0 0 0,0 1 0 0 0,0 0 1 0 0,-1 1-1 0 0,0-1 0 0 0,-1 1 0 0 0,0 0 0 0 0,0 1 1 0 0,-1-1-1 0 0,-1 1 0 0 0,0 0 0 0 0,0 0 0 0 0,-1 0 1 0 0,0 0-1 0 0,-1 0 0 0 0,0 1 0 0 0,-1-1 0 0 0,0 0 0 0 0,-1 0 1 0 0,-4 21-1 0 0,0-8 122 0 0,-1 1 0 0 0,-1-2-1 0 0,0 1 1 0 0,-2-1 0 0 0,-1-1 0 0 0,-1 0 0 0 0,-1 0 0 0 0,-22 30 0 0 0,31-47-305 0 0,0-1 0 0 0,0 0 0 0 0,0 0 0 0 0,-1-1 0 0 0,1 1 1 0 0,-1-1-1 0 0,0 0 0 0 0,0 1 0 0 0,0-2 0 0 0,-7 5 1 0 0,3-5-158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8.5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2304 0 0,'-4'11'201'0'0,"4"-5"-201"0"0,1-1 0 0 0,-1-2 0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2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7370 0 0,'2'-2'143'0'0,"1"1"1"0"0,-1-1 0 0 0,1 1 0 0 0,0-1 0 0 0,0 1 0 0 0,-1 0 0 0 0,1 0-1 0 0,0 1 1 0 0,0-1 0 0 0,0 1 0 0 0,6-1 0 0 0,37-1 1532 0 0,-40 2-1306 0 0,23 0 680 0 0,0-1-1 0 0,30-5 0 0 0,-46 4-1264 0 0,0-2 1 0 0,0 1-1 0 0,0-2 1 0 0,12-5-1 0 0,-6 1-4520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3.7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21 2304 0 0,'0'-1'260'0'0,"0"0"-1"0"0,-1 0 0 0 0,1 0 0 0 0,-1 0 0 0 0,1-1 0 0 0,-1 1 0 0 0,1 0 0 0 0,-1 0 1 0 0,0 0-1 0 0,0 0 0 0 0,1 1 0 0 0,-1-1 0 0 0,0 0 0 0 0,0 0 0 0 0,0 0 0 0 0,0 1 0 0 0,0-1 1 0 0,0 0-1 0 0,0 1 0 0 0,0-1 0 0 0,0 1 0 0 0,0-1 0 0 0,-2 0 0 0 0,1 2-60 0 0,1 0-1 0 0,0 0 1 0 0,-1 0 0 0 0,1 0-1 0 0,0 0 1 0 0,0 0-1 0 0,0 0 1 0 0,0 0-1 0 0,0 0 1 0 0,0 0 0 0 0,0 1-1 0 0,0-1 1 0 0,0 0-1 0 0,1 1 1 0 0,-1-1-1 0 0,0 1 1 0 0,1-1 0 0 0,-1 1-1 0 0,0 2 1 0 0,-6 22 177 0 0,1 0 1 0 0,1 1-1 0 0,2-1 1 0 0,-2 36 0 0 0,1-7-212 0 0,4-49-197 0 0,-3 10-205 0 0,2 0 0 0 0,0 0 1 0 0,1 1-1 0 0,1-1 0 0 0,0 0 0 0 0,4 17 0 0 0,0-18-4422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0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7370 0 0,'7'3'740'0'0,"0"0"0"0"0,0 0 0 0 0,0 0 0 0 0,0-1 0 0 0,0 0 0 0 0,1-1 0 0 0,-1 1 0 0 0,9-1 0 0 0,-15-1-623 0 0,12 2 215 0 0,-1-2-1 0 0,1 0 1 0 0,-1 0-1 0 0,20-3 1 0 0,21-10-3482 0 0,-38 8-1551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2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11 5529 0 0,'-7'-10'4150'0'0,"6"21"-42"0"0,0 12-3628 0 0,-4 27 661 0 0,-5 79 439 0 0,10-114-2235 0 0,1 0 1 0 0,0 0-1 0 0,6 22 1 0 0,-2-22-4602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5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52 6913 0 0,'133'-38'3496'0'0,"-111"34"-2428"0"0,37-3 1 0 0,-2 8-2663 0 0,-41-1 1562 0 0,-9-4-22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1 2761 0 0,'-2'0'320'0'0,"0"1"0"0"0,0-1 0 0 0,0 1 0 0 0,0-1 0 0 0,0 1 0 0 0,0 0 0 0 0,0 0 0 0 0,1 0 0 0 0,-1 0 0 0 0,0 0 0 0 0,1 0 0 0 0,-1 0 0 0 0,1 1 1 0 0,-1-1-1 0 0,1 1 0 0 0,-1-1 0 0 0,1 1 0 0 0,0-1 0 0 0,0 1 0 0 0,0 0 0 0 0,0 0 0 0 0,0-1 0 0 0,0 1 0 0 0,0 0 0 0 0,1 0 0 0 0,-1 0 0 0 0,0 2 1 0 0,0 6 889 0 0,-1 0 1 0 0,2 0-1 0 0,0 0 1 0 0,1 15 0 0 0,0 6-826 0 0,-1-30-363 0 0,1 114 1708 0 0,0-98-2647 0 0,1-1 0 0 0,8 26 0 0 0,-5-26-90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8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722 68 3225 0 0,'-5'-2'16'0'0,"-21"-12"563"0"0,0 2 1 0 0,-1 0-1 0 0,-32-8 1 0 0,48 18-343 0 0,1 0 0 0 0,0 1 0 0 0,-1 0 0 0 0,1 0 0 0 0,-1 1 0 0 0,0 0 0 0 0,1 1 0 0 0,-1 0 0 0 0,1 1 0 0 0,0 0 0 0 0,-1 1 0 0 0,-12 5 1 0 0,-15 9 120 0 0,0 2 1 0 0,2 1 0 0 0,0 2 0 0 0,1 2 0 0 0,-31 28 0 0 0,51-40-214 0 0,1 2 0 0 0,0 0 0 0 0,1 1 0 0 0,1 0 0 0 0,0 1 0 0 0,1 0 0 0 0,1 0 0 0 0,1 2 0 0 0,0-1 0 0 0,-10 29 0 0 0,9-14-40 0 0,1 0 0 0 0,2 1 0 0 0,1-1 0 0 0,1 1 0 0 0,0 46 0 0 0,4-31-105 0 0,2 0 0 0 0,9 59 0 0 0,-7-87 0 0 0,2-1 0 0 0,0 1 0 0 0,1 0 0 0 0,0-1 0 0 0,2-1 0 0 0,1 1 0 0 0,20 33 0 0 0,-8-21-26 0 0,1 0 0 0 0,2-2 0 0 0,1 0 1 0 0,1-2-1 0 0,1-1 0 0 0,1-1 0 0 0,2-1 1 0 0,0-2-1 0 0,2-1 0 0 0,0-1 0 0 0,58 25 0 0 0,-28-19-259 0 0,126 35 1 0 0,-151-52 303 0 0,1-2 0 0 0,0-2 0 0 0,1-1 0 0 0,70-2 0 0 0,-90-4-81 0 0,0-1 0 0 0,0-1 0 0 0,0-1 0 0 0,-1-1 0 0 0,1 0 0 0 0,-1-2-1 0 0,-1 0 1 0 0,0 0 0 0 0,0-2 0 0 0,-1 0 0 0 0,21-17 0 0 0,-2-2 222 0 0,-2-1 1 0 0,-1-1-1 0 0,50-63 0 0 0,-65 72 204 0 0,-1 0 0 0 0,-1-1 0 0 0,-1-1 1 0 0,-2 0-1 0 0,14-34 0 0 0,-20 40-68 0 0,0 0 0 0 0,-2-1 0 0 0,0 1 0 0 0,-1-1 0 0 0,-1 0 0 0 0,-1 0 0 0 0,0 0 0 0 0,-4-28 0 0 0,-1 8 239 0 0,-3 1 0 0 0,-1 0 0 0 0,-2 0 0 0 0,-1 1 0 0 0,-28-62 0 0 0,29 78-328 0 0,-1 0-1 0 0,0 1 1 0 0,-2 1-1 0 0,0 0 0 0 0,-1 0 1 0 0,-1 2-1 0 0,0-1 1 0 0,-2 2-1 0 0,0 0 0 0 0,-37-26 1 0 0,38 34-133 0 0,-1 0-1 0 0,1 1 1 0 0,-1 1 0 0 0,0 0 0 0 0,-1 1 0 0 0,1 1 0 0 0,-1 1-1 0 0,0 0 1 0 0,0 1 0 0 0,-36 2 0 0 0,-66 9-1512 0 0,7 11-5087 0 0,75-12-71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9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790 302 8290 0 0,'-31'-8'780'0'0,"0"2"1"0"0,-1 1-1 0 0,1 1 1 0 0,-1 2-1 0 0,0 1 1 0 0,0 2-1 0 0,1 1 0 0 0,-39 7 1 0 0,44-5-342 0 0,0 1 0 0 0,0 2 0 0 0,0 0 0 0 0,1 2 0 0 0,0 1 0 0 0,1 0 0 0 0,-45 28 0 0 0,52-27-337 0 0,2 1 0 0 0,0 0 0 0 0,0 2 1 0 0,1-1-1 0 0,1 1 0 0 0,0 1 0 0 0,1 1 0 0 0,0 0 1 0 0,2 0-1 0 0,0 1 0 0 0,-12 28 0 0 0,11-19-111 0 0,2 1 0 0 0,0 0 0 0 0,2 0 1 0 0,1 1-1 0 0,2 0 0 0 0,0 0 0 0 0,2 1 0 0 0,1-1 0 0 0,2 0 0 0 0,3 29 0 0 0,-1-35 19 0 0,0-1 1 0 0,2 1-1 0 0,1-1 0 0 0,0 0 1 0 0,2-1-1 0 0,0 1 0 0 0,2-1 1 0 0,0-1-1 0 0,1 0 1 0 0,0 0-1 0 0,2-1 0 0 0,0-1 1 0 0,23 23-1 0 0,-3-10-46 0 0,1-1 0 0 0,2-2 1 0 0,0-2-1 0 0,2-1 0 0 0,1-2 1 0 0,56 24-1 0 0,-37-23-104 0 0,1-2 0 0 0,1-3 0 0 0,0-3 0 0 0,63 8 0 0 0,-83-18-24 0 0,-1-1 0 0 0,1-3 0 0 0,0-1 0 0 0,-1-1 0 0 0,1-3 0 0 0,67-14-1 0 0,-75 9 308 0 0,-1 0 1 0 0,0-2-1 0 0,-1-2 0 0 0,-1 0 0 0 0,0-2 0 0 0,0-2 0 0 0,-2 0 0 0 0,43-36 0 0 0,-46 33 95 0 0,-2-1 1 0 0,-1-1-1 0 0,0-1 0 0 0,-2-1 0 0 0,-1 0 1 0 0,0-2-1 0 0,-2 0 0 0 0,-1-1 1 0 0,-1 0-1 0 0,-2-1 0 0 0,17-54 0 0 0,-12 22-90 0 0,-2-2 0 0 0,11-100-1 0 0,-23 135-74 0 0,-2-1 0 0 0,0 0-1 0 0,-2 0 1 0 0,-2 1 0 0 0,0-1 0 0 0,-2 1-1 0 0,0 0 1 0 0,-15-38 0 0 0,10 41-8 0 0,-2 1 0 0 0,0 1 1 0 0,-2 0-1 0 0,0 1 0 0 0,-2 0 0 0 0,0 1 0 0 0,-1 1 0 0 0,-1 0 1 0 0,-1 2-1 0 0,-24-18 0 0 0,9 9-150 0 0,-2 2-1 0 0,0 2 1 0 0,-2 1-1 0 0,0 2 1 0 0,-55-19-1 0 0,38 21-1718 0 0,-2 1-5990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50.0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0 7370 0 0,'-2'4'326'0'0,"1"0"0"0"0,-1-1 0 0 0,1 1 1 0 0,0 0-1 0 0,0 0 0 0 0,0 0 1 0 0,1 0-1 0 0,-1 7 0 0 0,0-6 50 0 0,0 2-228 0 0,0-1 0 0 0,1 0-1 0 0,0 1 1 0 0,0-1 0 0 0,0 1-1 0 0,1-1 1 0 0,-1 1 0 0 0,2-1 0 0 0,-1 1-1 0 0,1-1 1 0 0,0 0 0 0 0,0 0-1 0 0,1 0 1 0 0,-1 0 0 0 0,1 0-1 0 0,1-1 1 0 0,-1 1 0 0 0,6 5-1 0 0,-3-5-115 0 0,0 0 0 0 0,0 0 0 0 0,1-1 0 0 0,0 0-1 0 0,0 0 1 0 0,0-1 0 0 0,1 1 0 0 0,0-2 0 0 0,-1 1-1 0 0,1-1 1 0 0,0 0 0 0 0,1-1 0 0 0,11 2 0 0 0,47 3-145 0 0,-52-6 197 0 0,-1 0 0 0 0,1 1 0 0 0,-1 0 1 0 0,1 1-1 0 0,18 7 0 0 0,-33-10-29 0 0,1 0 0 0 0,0 0 0 0 0,-1 0 1 0 0,1 1-1 0 0,0-1 0 0 0,-1 1 0 0 0,1-1 0 0 0,-1 0 1 0 0,1 1-1 0 0,0-1 0 0 0,-1 1 0 0 0,1-1 0 0 0,-1 1 1 0 0,0-1-1 0 0,1 1 0 0 0,-1-1 0 0 0,1 1 0 0 0,-1 0 1 0 0,0-1-1 0 0,1 1 0 0 0,-1 0 0 0 0,0-1 0 0 0,0 1 1 0 0,0 0-1 0 0,1-1 0 0 0,-1 1 0 0 0,0 0 0 0 0,0 0 1 0 0,0-1-1 0 0,0 1 0 0 0,0 1 0 0 0,-1 0 75 0 0,0 1 0 0 0,0-1 0 0 0,0 1-1 0 0,0-1 1 0 0,0 0 0 0 0,0 1 0 0 0,-1-1-1 0 0,1 0 1 0 0,-3 3 0 0 0,-43 39 1521 0 0,45-42-1552 0 0,-7 4-71 0 0,0 0-1 0 0,0 0 0 0 0,-1-1 1 0 0,0 0-1 0 0,0-1 1 0 0,0 0-1 0 0,-1 0 1 0 0,1-1-1 0 0,-1-1 1 0 0,0 0-1 0 0,1 0 0 0 0,-1-1 1 0 0,0 0-1 0 0,0-1 1 0 0,0 0-1 0 0,0-1 1 0 0,0 0-1 0 0,0-1 1 0 0,0 0-1 0 0,1-1 1 0 0,-1 0-1 0 0,1-1 0 0 0,-17-8 1 0 0,19 7-1844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51.0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7370 0 0,'5'0'3227'0'0,"-4"-1"-2992"0"0,1 1 0 0 0,-1 0 0 0 0,1-1 1 0 0,-1 1-1 0 0,1 0 0 0 0,-1 0 0 0 0,0 0 0 0 0,1 0 1 0 0,-1 1-1 0 0,1-1 0 0 0,-1 0 0 0 0,1 1 0 0 0,-1-1 1 0 0,0 0-1 0 0,1 1 0 0 0,-1 0 0 0 0,0-1 1 0 0,1 1-1 0 0,-1 0 0 0 0,0 0 0 0 0,2 1 0 0 0,8 11 407 0 0,-1 0 0 0 0,-1 1 0 0 0,0 0 0 0 0,-1 0 0 0 0,-1 1 0 0 0,0 0 0 0 0,-1 0-1 0 0,6 21 1 0 0,-7-18-685 0 0,2 0 0 0 0,0-1-1 0 0,1 0 1 0 0,0 0-1 0 0,1-1 1 0 0,14 18 0 0 0,-10-19-1639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51.3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5985 0 0,'0'-1'30'0'0,"0"0"1"0"0,0 1-1 0 0,0-1 0 0 0,0 0 0 0 0,0 1 0 0 0,1-1 1 0 0,-1 0-1 0 0,0 1 0 0 0,0-1 0 0 0,1 1 0 0 0,-1-1 1 0 0,0 0-1 0 0,0 1 0 0 0,1-1 0 0 0,-1 1 0 0 0,1-1 1 0 0,-1 1-1 0 0,0-1 0 0 0,1 1 0 0 0,-1-1 0 0 0,1 1 0 0 0,-1-1 1 0 0,2 1-1 0 0,16-17 454 0 0,-13 13-111 0 0,1-2 61 0 0,0 1 0 0 0,0-1-1 0 0,1 1 1 0 0,0 1 0 0 0,0-1 0 0 0,0 1 0 0 0,0 1 0 0 0,1-1 0 0 0,-1 1-1 0 0,1 1 1 0 0,0-1 0 0 0,14-1 0 0 0,-17 3-176 0 0,1 1 0 0 0,-1 0 0 0 0,0 0 0 0 0,1 1 0 0 0,-1-1 0 0 0,0 1 0 0 0,1 1 1 0 0,-1-1-1 0 0,0 1 0 0 0,0-1 0 0 0,0 2 0 0 0,0-1 0 0 0,0 0 0 0 0,-1 1 0 0 0,1 0 0 0 0,-1 0 0 0 0,1 1 0 0 0,-1-1 0 0 0,0 1 1 0 0,5 5-1 0 0,-3-1-109 0 0,0-1 0 0 0,0 1 0 0 0,0 0 0 0 0,-1 0 0 0 0,0 1 0 0 0,-1-1 0 0 0,0 1 0 0 0,0 0 0 0 0,-1 0 0 0 0,0 1 0 0 0,-1-1 1 0 0,0 1-1 0 0,0-1 0 0 0,-1 1 0 0 0,-1 0 0 0 0,0 12 0 0 0,-1-9-80 0 0,0 0 1 0 0,-2 0-1 0 0,1 0 1 0 0,-2 0-1 0 0,0 0 0 0 0,0 0 1 0 0,-1-1-1 0 0,-1 0 1 0 0,0 0-1 0 0,-1 0 1 0 0,-9 13-1 0 0,14-23-177 0 0,-66 86-323 0 0,35-55-5845 0 0,18-20-261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8:56.9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37 7834 0 0,'-3'-3'541'0'0,"0"0"0"0"0,0 0-1 0 0,1 0 1 0 0,0 0 0 0 0,-1 0 0 0 0,1-1 0 0 0,0 1 0 0 0,1-1 0 0 0,-3-4 0 0 0,33 47 3637 0 0,101 165-1937 0 0,-8-10-2683 0 0,-120-189 238 0 0,1-1 1 0 0,1 0-1 0 0,-1 1 1 0 0,1-2-1 0 0,-1 1 0 0 0,1 0 1 0 0,0-1-1 0 0,0 1 0 0 0,1-1 1 0 0,-1 0-1 0 0,1-1 1 0 0,7 4-1 0 0,-1 2-3949 0 0,-1 4-1209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7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173 69 8290 0 0,'-9'-4'742'0'0,"0"-1"0"0"0,1 0-1 0 0,0 0 1 0 0,-13-12 0 0 0,-26-15 4404 0 0,46 32-5072 0 0,1 0-1 0 0,0 0 1 0 0,-1 0 0 0 0,1 1 0 0 0,-1-1-1 0 0,1 0 1 0 0,0 0 0 0 0,-1 0-1 0 0,1 1 1 0 0,0-1 0 0 0,-1 0-1 0 0,1 1 1 0 0,0-1 0 0 0,-1 0 0 0 0,1 1-1 0 0,0-1 1 0 0,0 0 0 0 0,-1 1-1 0 0,1-1 1 0 0,0 1 0 0 0,0-1-1 0 0,0 0 1 0 0,0 1 0 0 0,0-1 0 0 0,-1 1-1 0 0,1-1 1 0 0,0 1 0 0 0,0-1-1 0 0,0 0 1 0 0,0 1 0 0 0,0 0-1 0 0,-4 22 381 0 0,3-17-188 0 0,-5 34 169 0 0,2 0-1 0 0,1 64 1 0 0,2-29-157 0 0,-19 360 369 0 0,-3 73-516 0 0,49 747 528 0 0,-8-1011-427 0 0,4 117 80 0 0,-25-321-296 0 0,2-28-105 0 0,0-1 0 0 0,1 1 0 0 0,0-1 0 0 0,2 16 0 0 0,-2-27 65 0 0,0 0-1 0 0,0 0 1 0 0,0 0-1 0 0,0 0 1 0 0,1 0-1 0 0,-1 1 1 0 0,0-1-1 0 0,0 0 1 0 0,0 0-1 0 0,0 0 1 0 0,0 0 0 0 0,0 0-1 0 0,1 0 1 0 0,-1 1-1 0 0,0-1 1 0 0,0 0-1 0 0,0 0 1 0 0,0 0-1 0 0,0 0 1 0 0,1 0 0 0 0,-1 0-1 0 0,0 0 1 0 0,0 0-1 0 0,0 0 1 0 0,0 0-1 0 0,1 0 1 0 0,-1 0-1 0 0,0 0 1 0 0,0 0-1 0 0,0 0 1 0 0,0 0 0 0 0,1 0-1 0 0,-1 0 1 0 0,0 0-1 0 0,0 0 1 0 0,0 0-1 0 0,0 0 1 0 0,0 0-1 0 0,1 0 1 0 0,-1 0 0 0 0,0-1-1 0 0,0 1 1 0 0,0 0-1 0 0,0 0 1 0 0,0 0-1 0 0,1 0 1 0 0,-1 0-1 0 0,0 0 1 0 0,0-1-1 0 0,0 1 1 0 0,0 0 0 0 0,0 0-1 0 0,0 0 1 0 0,0 0-1 0 0,0 0 1 0 0,0-1-1 0 0,0 1 1 0 0,0 0-1 0 0,1 0 1 0 0,-1-1 0 0 0,7-9-2458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7.7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76 138 7370 0 0,'-8'6'183'0'0,"-35"32"723"0"0,40-36-649 0 0,1 1 1 0 0,-1 0-1 0 0,1 0 1 0 0,0 0-1 0 0,0 1 1 0 0,0-1-1 0 0,1 0 1 0 0,-1 1-1 0 0,1-1 1 0 0,0 1-1 0 0,-1 0 1 0 0,0 7 0 0 0,2-11-175 0 0,0 1 0 0 0,0-1 0 0 0,0 1 0 0 0,0-1 0 0 0,0 0 0 0 0,0 1 0 0 0,0-1 0 0 0,1 1 0 0 0,-1-1 0 0 0,0 1 0 0 0,0-1 0 0 0,0 1 0 0 0,0-1 0 0 0,1 1 0 0 0,-1-1 0 0 0,0 0 0 0 0,0 1 0 0 0,1-1 0 0 0,-1 1 0 0 0,0-1 0 0 0,1 0 0 0 0,-1 1 0 0 0,1-1 0 0 0,-1 0 0 0 0,0 0 1 0 0,1 1-1 0 0,-1-1 0 0 0,1 0 0 0 0,0 1 0 0 0,19 1 1187 0 0,25-9-349 0 0,-37 5-640 0 0,156-27 1272 0 0,124-27-18 0 0,93-6-812 0 0,6 32-377 0 0,-118 10 12 0 0,1011-19 938 0 0,-697 60-979 0 0,-370-11-258 0 0,-105-12-33 0 0,-30-1-193 0 0,-73 3-519 0 0,-2 1-207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8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148 211 3249 0 0,'-7'-18'4'0'0,"0"1"0"0"0,-5-24 0 0 0,-9-22 129 0 0,20 58 122 0 0,-1 1 0 0 0,0-1 0 0 0,-1 1 0 0 0,1-1 0 0 0,-1 1-1 0 0,0 0 1 0 0,0 0 0 0 0,0 0 0 0 0,0 1 0 0 0,-1-1 0 0 0,0 1 0 0 0,0 0 0 0 0,-7-5 0 0 0,7 6 659 0 0,-1 0 0 0 0,1 0-1 0 0,0 1 1 0 0,-1-1 0 0 0,0 1 0 0 0,1 0 0 0 0,-1 1 0 0 0,1-1 0 0 0,-8 1 968 0 0,45 15 1152 0 0,-12-2-2837 0 0,0 1 0 0 0,-1 0 0 0 0,-1 2 0 0 0,0 0 1 0 0,-1 1-1 0 0,-1 1 0 0 0,-1 0 0 0 0,0 1 0 0 0,-2 1 0 0 0,0 1 0 0 0,18 35 0 0 0,-29-50-185 0 0,-1 1 1 0 0,1-1 0 0 0,-1 0-1 0 0,-1 1 1 0 0,1-1 0 0 0,-1 1-1 0 0,0-1 1 0 0,0 1 0 0 0,-1 0-1 0 0,0-1 1 0 0,0 1 0 0 0,-1 0 0 0 0,0-1-1 0 0,0 1 1 0 0,0 0 0 0 0,-1-1-1 0 0,-2 7 1 0 0,-2 0 19 0 0,-1 0 1 0 0,0-1-1 0 0,-1 1 1 0 0,0-2-1 0 0,-1 1 1 0 0,0-1-1 0 0,-11 10 1 0 0,10-11-308 0 0,-1 0-1 0 0,0 0 1 0 0,-1-1 0 0 0,0-1-1 0 0,0 0 1 0 0,-24 11 0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2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210 39 2761 0 0,'-15'15'2726'0'0,"-6"9"-1121"0"0,-25 26 2212 0 0,-81 71 0 0 0,153-170-5075 0 0,-3 2 924 0 0,-12 23 969 0 0,1 1 1 0 0,1 0 0 0 0,23-30 0 0 0,-35 51-428 0 0,1 0 1 0 0,0-1 0 0 0,0 1-1 0 0,0 0 1 0 0,0 0-1 0 0,0 0 1 0 0,0 0 0 0 0,1 1-1 0 0,-1-1 1 0 0,0 1 0 0 0,1-1-1 0 0,0 1 1 0 0,-1 0-1 0 0,1 0 1 0 0,0 0 0 0 0,-1 0-1 0 0,6 0 1 0 0,-5 1-81 0 0,0 1-1 0 0,0-1 1 0 0,0 1 0 0 0,-1 0 0 0 0,1 0-1 0 0,0 0 1 0 0,0 0 0 0 0,-1 0 0 0 0,1 1-1 0 0,-1-1 1 0 0,0 1 0 0 0,1 0 0 0 0,-1 0-1 0 0,0-1 1 0 0,0 1 0 0 0,0 1 0 0 0,2 1-1 0 0,12 11-59 0 0,1-1-1 0 0,0 0 0 0 0,1-2 1 0 0,1 0-1 0 0,0-1 0 0 0,28 12 1 0 0,-17-8-428 0 0,4 3-230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3.0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8 11522 0 0,'-13'-7'6273'0'0,"9"15"-3536"0"0,8 25-2086 0 0,-4-29-527 0 0,52 406 1306 0 0,-49-318-1462 0 0,2 41 129 0 0,-3-113-772 0 0,1 0 0 0 0,0 0 1 0 0,2 0-1 0 0,9 26 0 0 0,-7-32-608 0 0,0-3-170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3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2 145 7834 0 0,'0'0'48'0'0,"-1"-1"-1"0"0,1 0 1 0 0,0 0 0 0 0,0 1 0 0 0,0-1 0 0 0,-1 0 0 0 0,1 0-1 0 0,0 0 1 0 0,0 1 0 0 0,0-1 0 0 0,0 0 0 0 0,0 0 0 0 0,0 0-1 0 0,0 1 1 0 0,1-1 0 0 0,-1 0 0 0 0,0 0 0 0 0,0 0 0 0 0,1 1-1 0 0,-1-1 1 0 0,0 0 0 0 0,1 0 0 0 0,-1 1 0 0 0,1-1 0 0 0,-1 0-1 0 0,1 1 1 0 0,-1-1 0 0 0,1 1 0 0 0,-1-1 0 0 0,1 1 0 0 0,0-1-1 0 0,-1 1 1 0 0,1-1 0 0 0,0 1 0 0 0,-1-1 0 0 0,1 1 0 0 0,0 0-1 0 0,0-1 1 0 0,1 1 0 0 0,41-20 1900 0 0,-30 15-1428 0 0,43-21 1792 0 0,-33 13-2104 0 0,1 2 0 0 0,0 1 0 0 0,1 1 0 0 0,-1 1 0 0 0,39-8 0 0 0,-59 16-450 0 0,0 0-1 0 0,0-1 1 0 0,0 1-1 0 0,-1 0 0 0 0,1 1 1 0 0,0-1-1 0 0,0 1 0 0 0,0 0 1 0 0,0 0-1 0 0,0 0 1 0 0,-1 0-1 0 0,1 1 0 0 0,0-1 1 0 0,-1 1-1 0 0,1 0 0 0 0,-1 0 1 0 0,0 0-1 0 0,3 3 1 0 0,-2-1-166 0 0,0 1 1 0 0,0-1 0 0 0,-1 1 0 0 0,1-1 0 0 0,-1 1 0 0 0,0 0 0 0 0,-1 0 0 0 0,1 0-1 0 0,-1 1 1 0 0,0-1 0 0 0,2 11 0 0 0,1 12 232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3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90 6449 0 0,'-2'1'84'0'0,"-18"20"556"0"0,20-21-603 0 0,0 0 0 0 0,-1 0-1 0 0,1 1 1 0 0,0-1 0 0 0,0 0 0 0 0,-1 0 0 0 0,1 1 0 0 0,0-1 0 0 0,0 0 0 0 0,-1 1 0 0 0,1-1 0 0 0,0 0 0 0 0,0 1 0 0 0,0-1 0 0 0,0 0 0 0 0,-1 1 0 0 0,1-1 0 0 0,0 1 0 0 0,0-1 0 0 0,0 0 0 0 0,0 1 0 0 0,0-1 0 0 0,0 0 0 0 0,0 1 0 0 0,0-1 0 0 0,0 1 0 0 0,0-1 0 0 0,0 0 0 0 0,0 1-1 0 0,1-1 1 0 0,-1 0 0 0 0,0 1 0 0 0,0-1 0 0 0,0 0 0 0 0,0 1 0 0 0,0-1 0 0 0,1 0 0 0 0,-1 1 0 0 0,0-1 0 0 0,0 0 0 0 0,1 0 0 0 0,-1 1 0 0 0,0-1 0 0 0,1 0 0 0 0,-1 0 0 0 0,0 1 0 0 0,1-1 0 0 0,-1 0 0 0 0,0 0 0 0 0,1 0 0 0 0,-1 0 0 0 0,0 1 0 0 0,1-1 0 0 0,-1 0 0 0 0,0 0 0 0 0,1 0-1 0 0,-1 0 1 0 0,1 0 0 0 0,-1 0 0 0 0,0 0 0 0 0,1 0 0 0 0,-1 0 0 0 0,0 0 0 0 0,1 0 0 0 0,-1 0 0 0 0,0 0 0 0 0,2-1 0 0 0,2 1 235 0 0,0-1 0 0 0,-1 0 1 0 0,1 0-1 0 0,0 0 0 0 0,0 0 0 0 0,0-1 0 0 0,-1 1 1 0 0,1-1-1 0 0,0 0 0 0 0,4-3 0 0 0,37-30 502 0 0,-23 18-401 0 0,42-26-1653 0 0,-41 29-3241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3.7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6449 0 0,'-24'0'7690'0'0,"24"1"-7421"0"0,-3 14 5804 0 0,4 0-6783 0 0,22 120 2176 0 0,13-3-5066 0 0,-29-112 2214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4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59 4233 0 0,'0'0'20'0'0,"-1"-1"0"0"0,1 0 1 0 0,-1 0-1 0 0,1 0 0 0 0,0 0 0 0 0,-1 0 1 0 0,1 0-1 0 0,0 0 0 0 0,0 0 0 0 0,0 0 0 0 0,0 0 1 0 0,0 0-1 0 0,0 0 0 0 0,0 0 0 0 0,0 0 1 0 0,0 0-1 0 0,1 0 0 0 0,-1 0 0 0 0,0 0 1 0 0,1 0-1 0 0,-1 0 0 0 0,0 0 0 0 0,1 0 0 0 0,-1 1 1 0 0,1-1-1 0 0,0-1 0 0 0,1 0 168 0 0,1 0 1 0 0,-1 0-1 0 0,0 0 1 0 0,1 0-1 0 0,-1 1 0 0 0,1-1 1 0 0,-1 1-1 0 0,1-1 0 0 0,3 0 1 0 0,4-2 590 0 0,1 1 1 0 0,-1 1 0 0 0,1 0-1 0 0,15-1 1 0 0,-13 2-278 0 0,0 2-1 0 0,0-1 1 0 0,1 2-1 0 0,-1 0 1 0 0,-1 0 0 0 0,1 1-1 0 0,0 1 1 0 0,-1 0 0 0 0,1 1-1 0 0,-1 0 1 0 0,0 1 0 0 0,-1 0-1 0 0,0 1 1 0 0,13 10 0 0 0,-18-13-457 0 0,-1 0 0 0 0,-1 0 0 0 0,1 1 0 0 0,0 0 0 0 0,-1 0 0 0 0,0 0 0 0 0,0 0 0 0 0,-1 1 0 0 0,1 0 0 0 0,-1 0 0 0 0,-1-1 0 0 0,1 2 0 0 0,-1-1 0 0 0,0 0 0 0 0,0 0 0 0 0,-1 1 0 0 0,1-1 0 0 0,-1 1 0 0 0,-1-1 0 0 0,0 1 0 0 0,1 0 0 0 0,-2-1 0 0 0,1 1 0 0 0,-1-1 0 0 0,0 1 0 0 0,-1-1 0 0 0,1 1 0 0 0,-1-1 0 0 0,-5 10 0 0 0,3-8-223 0 0,0 0-1 0 0,0 0 1 0 0,-1-1-1 0 0,0 1 1 0 0,-1-1-1 0 0,0 0 1 0 0,0-1-1 0 0,0 0 1 0 0,-1 0 0 0 0,-7 6-1 0 0,-1-2-762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4.5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1 196 6913 0 0,'0'-1'10015'0'0,"8"3"-9644"0"0,0 1-1 0 0,1 1 1 0 0,-1-1 0 0 0,0 1 0 0 0,-1 1 0 0 0,1-1 0 0 0,-1 1 0 0 0,0 1 0 0 0,0-1 0 0 0,6 8 0 0 0,67 76 781 0 0,-41-44-830 0 0,-28-32-284 0 0,0 0 3 0 0,0-1 1 0 0,1 0-1 0 0,0 0 0 0 0,0-1 0 0 0,2-1 1 0 0,16 10-1 0 0,-30-19-26 0 0,1-1-1 0 0,0 0 1 0 0,-1 0 0 0 0,1 0-1 0 0,-1 0 1 0 0,1 0 0 0 0,0 0-1 0 0,-1 0 1 0 0,1 0 0 0 0,0 0-1 0 0,-1 0 1 0 0,1-1 0 0 0,0 1 0 0 0,-1 0-1 0 0,1 0 1 0 0,-1 0 0 0 0,1-1-1 0 0,-1 1 1 0 0,1 0 0 0 0,0-1-1 0 0,-1 1 1 0 0,1-1 0 0 0,-1 1-1 0 0,1 0 1 0 0,-1-1 0 0 0,0 1-1 0 0,1-1 1 0 0,-1 1 0 0 0,1-1 0 0 0,-1 0-1 0 0,0 1 1 0 0,0-1 0 0 0,1 1-1 0 0,-1-1 1 0 0,0 1 0 0 0,0-1-1 0 0,0 0 1 0 0,1 1 0 0 0,-1-1-1 0 0,0 0 1 0 0,0 1 0 0 0,0-1 0 0 0,0 0-1 0 0,0 0 1 0 0,5-41 322 0 0,-5 29-252 0 0,9-99 227 0 0,-8 76-592 0 0,1 1-1 0 0,2 0 0 0 0,2 0 0 0 0,1 0 0 0 0,14-43 0 0 0,-20 76 213 0 0,0-1-220 0 0,0-1 0 0 0,0 1-1 0 0,1 0 1 0 0,-1-1 0 0 0,1 1 0 0 0,0 0 0 0 0,0 0-1 0 0,0 0 1 0 0,0 0 0 0 0,0 0 0 0 0,1 1-1 0 0,0-1 1 0 0,5-4 0 0 0,-8 7 142 0 0,0 1 1 0 0,1-1-1 0 0,-1 0 1 0 0,1 0-1 0 0,-1 0 0 0 0,1 0 1 0 0,-1 0-1 0 0,0 1 1 0 0,1-1-1 0 0,-1 0 0 0 0,0 0 1 0 0,1 0-1 0 0,-1 1 1 0 0,2 1-1020 0 0,-1-1 1019 0 0,-1-1 1 0 0,0 1-1 0 0,0-1 0 0 0,0 0 1 0 0,0 1-1 0 0,1-1 1 0 0,-1 1-1 0 0,0-1 0 0 0,0 1 1 0 0,4 19-2313 0 0,-3-15 1623 0 0,2 11 201 0 0,-1 0 566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4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 9674 0 0,'0'2'412'0'0,"-1"-1"1"0"0,1 1-1 0 0,-1 0 0 0 0,1 0 1 0 0,0 0-1 0 0,0-1 1 0 0,0 1-1 0 0,0 0 0 0 0,0 0 1 0 0,0 0-1 0 0,1 0 0 0 0,-1-1 1 0 0,1 1-1 0 0,-1 0 0 0 0,2 3 1 0 0,0 3 743 0 0,6 67 2532 0 0,3 31-2399 0 0,-7-81-2050 0 0,1-2-1 0 0,13 35 0 0 0,-13-43-1341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5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 3681 0 0,'0'0'20'0'0,"0"-1"0"0"0,0 1 1 0 0,0 0-1 0 0,0 0 0 0 0,-1-1 1 0 0,1 1-1 0 0,0 0 0 0 0,0-1 0 0 0,0 1 1 0 0,0 0-1 0 0,0 0 0 0 0,0-1 1 0 0,0 1-1 0 0,0 0 0 0 0,0-1 0 0 0,0 1 1 0 0,0 0-1 0 0,0-1 0 0 0,0 1 1 0 0,0 0-1 0 0,0 0 0 0 0,1-1 0 0 0,-1 1 1 0 0,0 0-1 0 0,0 0 0 0 0,0-1 1 0 0,0 1-1 0 0,0 0 0 0 0,1 0 0 0 0,-1-1 1 0 0,0 1-1 0 0,0 0 0 0 0,0 0 1 0 0,1 0-1 0 0,-1-1 0 0 0,1 1 0 0 0,15-7 629 0 0,23-2 746 0 0,-35 9-1035 0 0,19-3 544 0 0,-1 1 1 0 0,0 0-1 0 0,0 2 1 0 0,1 1-1 0 0,-1 1 1 0 0,0 1-1 0 0,0 0 1 0 0,0 2-1 0 0,-1 1 1 0 0,1 0-1 0 0,-1 2 1 0 0,-1 0-1 0 0,34 19 1 0 0,-50-25-804 0 0,0 1 1 0 0,0-1 0 0 0,-1 1-1 0 0,1 0 1 0 0,-1 0 0 0 0,1 0-1 0 0,-1 0 1 0 0,0 1 0 0 0,0 0-1 0 0,-1-1 1 0 0,1 1 0 0 0,-1 0-1 0 0,1 0 1 0 0,-1 0 0 0 0,-1 0-1 0 0,1 1 1 0 0,-1-1 0 0 0,2 6-1 0 0,-2-4-34 0 0,-1 0 0 0 0,0 0-1 0 0,0 0 1 0 0,-1 0-1 0 0,0 0 1 0 0,0 0 0 0 0,0 0-1 0 0,-1 0 1 0 0,1 0 0 0 0,-2-1-1 0 0,1 1 1 0 0,-4 6-1 0 0,-6 8-109 0 0,-1 0-1 0 0,-1-1 0 0 0,-1 0 0 0 0,0-2 0 0 0,-35 31 1 0 0,11-12-963 0 0,9-7-3547 0 0,-35 24 0 0 0,37-35 1570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5.8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84 5529 0 0,'-4'-8'158'0'0,"-20"-35"2739"0"0,22 40-1971 0 0,0-1 0 0 0,0 1 0 0 0,-1 0 0 0 0,1 0 0 0 0,-1 0 0 0 0,0 0 0 0 0,0 1 0 0 0,0-1 0 0 0,-6-3 0 0 0,20 19 2800 0 0,8 35-3021 0 0,-18-46-561 0 0,15 58 33 0 0,-2 0-1 0 0,-3 1 0 0 0,5 87 0 0 0,-6-42-98 0 0,100 896 16 0 0,-91-593 139 0 0,-14-178-141 0 0,-5-227-93 0 0,8 92-612 0 0,-7-86 256 0 0,1 0 1 0 0,1 0-1 0 0,-1 0 0 0 0,2-1 0 0 0,-1 1 0 0 0,1-1 0 0 0,7 12 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6.3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0 373 3225 0 0,'0'1'62'0'0,"0"-1"1"0"0,0 0 0 0 0,0 0 0 0 0,0 1-1 0 0,0-1 1 0 0,0 0 0 0 0,0 1-1 0 0,0-1 1 0 0,0 0 0 0 0,0 0-1 0 0,0 1 1 0 0,0-1 0 0 0,1 0 0 0 0,-1 0-1 0 0,0 1 1 0 0,0-1 0 0 0,0 0-1 0 0,0 0 1 0 0,0 1 0 0 0,1-1-1 0 0,-1 0 1 0 0,0 0 0 0 0,0 0 0 0 0,0 0-1 0 0,1 1 1 0 0,-1-1 0 0 0,0 0-1 0 0,0 0 1 0 0,1 0 0 0 0,-1 0 0 0 0,0 0-1 0 0,0 1 1 0 0,1-1 0 0 0,-1 0-1 0 0,0 0 1 0 0,0 0 0 0 0,1 0-1 0 0,-1 0 1 0 0,0 0 0 0 0,0 0 0 0 0,1 0-1 0 0,-1 0 1 0 0,0 0 0 0 0,1 0-1 0 0,-1 0 1 0 0,0 0 0 0 0,0-1 0 0 0,1 1-1 0 0,-1 0 1 0 0,0 0 0 0 0,0 0-1 0 0,1 0 1 0 0,16-3 1408 0 0,109-31 2943 0 0,54-13-1972 0 0,-24 18-553 0 0,190-13 0 0 0,161 24 126 0 0,345-5-201 0 0,-3-52-1126 0 0,122-25-1238 0 0,-938 94-1110 0 0,-28 4 400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6.7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 42 2272 0 0,'-15'-4'98'0'0,"-48"-14"2428"0"0,59 17-1808 0 0,0-1 1 0 0,0 0 0 0 0,1 0-1 0 0,-1 0 1 0 0,0 0 0 0 0,1-1-1 0 0,-4-2 1 0 0,21 5 4463 0 0,7 5-3984 0 0,17 13 537 0 0,0 2 1 0 0,55 40-1 0 0,-80-51-1643 0 0,-1 0-1 0 0,-1 1 0 0 0,0 0 1 0 0,0 1-1 0 0,-1 0 0 0 0,0 1 0 0 0,-1 0 1 0 0,-1 0-1 0 0,0 1 0 0 0,12 25 1 0 0,-18-30-38 0 0,0-1 1 0 0,0 1 0 0 0,0 0 0 0 0,-1 0-1 0 0,0 1 1 0 0,-1-1 0 0 0,0 0 0 0 0,0 0-1 0 0,-1 0 1 0 0,0 0 0 0 0,0 0 0 0 0,-1 0-1 0 0,0 0 1 0 0,0 0 0 0 0,-1-1 0 0 0,0 1 0 0 0,0-1-1 0 0,-1 1 1 0 0,-5 6 0 0 0,-1 2-406 0 0,-1 1 0 0 0,-20 21 1 0 0,-27 23-6391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7.6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150 677 4145 0 0,'-2'1'13309'0'0,"-2"-32"-12372"0"0,-1 0-1 0 0,-2 0 0 0 0,-10-32 0 0 0,4 20-553 0 0,-5-44 0 0 0,6-9-324 0 0,-8-51 50 0 0,16 124-443 0 0,-2 0 1 0 0,0 1-1 0 0,-2 0 1 0 0,-12-26 0 0 0,13 38-705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7.9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167 116 2617 0 0,'24'-67'1460'0'0,"-22"19"8811"0"0,-2 48-10210 0 0,-10 9 1322 0 0,-8 15-529 0 0,-19 42-626 0 0,24-40-157 0 0,-1-1 0 0 0,-2 0-1 0 0,0-1 1 0 0,-29 31 0 0 0,45-54-80 0 0,-1-1 0 0 0,1 1 0 0 0,-1 0 0 0 0,1-1 0 0 0,-1 1 0 0 0,1-1 0 0 0,-1 1 0 0 0,1 0 0 0 0,-1-1 0 0 0,0 0 0 0 0,1 1 0 0 0,-1-1 0 0 0,0 1 0 0 0,0-1 1 0 0,1 0-1 0 0,-1 1 0 0 0,0-1 0 0 0,0 0 0 0 0,1 0 0 0 0,-1 0 0 0 0,0 0 0 0 0,0 1 0 0 0,0-1 0 0 0,0 0 0 0 0,0-1 0 0 0,0 1-18 0 0,0-1 0 0 0,1 0-1 0 0,0 1 1 0 0,-1-1 0 0 0,1 0 0 0 0,-1 1-1 0 0,1-1 1 0 0,0 0 0 0 0,0 0 0 0 0,-1 0-1 0 0,1 0 1 0 0,0 1 0 0 0,0-1 0 0 0,0 0-1 0 0,0 0 1 0 0,0 0 0 0 0,0 0 0 0 0,0-1 0 0 0,8-43-784 0 0,-1 16 790 0 0,12-37 525 0 0,-17 60-279 0 0,0 1 1 0 0,0 0-1 0 0,1 0 1 0 0,0 0-1 0 0,0 0 0 0 0,0 1 1 0 0,0-1-1 0 0,1 1 1 0 0,4-5-1 0 0,-7 8-142 0 0,0 1 0 0 0,-1-1 0 0 0,1 1 0 0 0,0-1 0 0 0,0 1 0 0 0,0-1 0 0 0,0 1 0 0 0,0 0 1 0 0,0 0-1 0 0,0-1 0 0 0,0 1 0 0 0,0 0 0 0 0,0 0 0 0 0,0 0 0 0 0,0 0 0 0 0,0 0 0 0 0,0 0 0 0 0,0 1 0 0 0,1-1 0 0 0,-1 0 0 0 0,-1 0 1 0 0,1 1-1 0 0,0-1 0 0 0,0 1 0 0 0,0-1 0 0 0,0 1 0 0 0,0-1 0 0 0,0 1 0 0 0,0-1 0 0 0,0 1 0 0 0,0 1 0 0 0,28 27 648 0 0,-19-17-623 0 0,47 38-297 0 0,-16-19-6078 0 0,-16-14-376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8.7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1 208 10594 0 0,'0'-1'275'0'0,"0"0"0"0"0,1 0 0 0 0,-1 0-1 0 0,0 1 1 0 0,1-1 0 0 0,-1 0 0 0 0,1 0 0 0 0,-1 0-1 0 0,1 1 1 0 0,0-1 0 0 0,-1 0 0 0 0,1 0 0 0 0,0 1-1 0 0,-1-1 1 0 0,1 1 0 0 0,0-1 0 0 0,0 1 0 0 0,0-1-1 0 0,0 1 1 0 0,-1-1 0 0 0,1 1 0 0 0,0 0 0 0 0,0-1-1 0 0,0 1 1 0 0,1 0 0 0 0,24-4 2746 0 0,-24 4-2924 0 0,1 1 0 0 0,0 0 0 0 0,0 0 0 0 0,-1 0 0 0 0,1 0 0 0 0,0 1-1 0 0,-1-1 1 0 0,1 1 0 0 0,-1-1 0 0 0,0 1 0 0 0,1 0 0 0 0,-1 0-1 0 0,0 0 1 0 0,0 0 0 0 0,0 0 0 0 0,2 4 0 0 0,27 45-39 0 0,-22-35 63 0 0,28 47-80 0 0,2-2 0 0 0,66 77 0 0 0,-81-107 76 0 0,-19-23-90 0 0,1 0-1 0 0,0 0 0 0 0,1 0 1 0 0,-1-1-1 0 0,1 0 0 0 0,1 0 1 0 0,0-1-1 0 0,12 9 1 0 0,-18-15-3 0 0,-1 0 0 0 0,0 0 0 0 0,0 1 0 0 0,1-1 0 0 0,-1 0 0 0 0,0 0 0 0 0,1 0 0 0 0,-1 0 0 0 0,0-1 0 0 0,0 1 0 0 0,1 0 0 0 0,-1-1 0 0 0,0 1 0 0 0,0 0 0 0 0,0-1 0 0 0,1 1 0 0 0,-1-1 0 0 0,0 0 0 0 0,0 1 0 0 0,0-1 0 0 0,0 0 0 0 0,0 0 1 0 0,0 0-1 0 0,0 0 0 0 0,0 0 0 0 0,-1 0 0 0 0,1 0 0 0 0,0 0 0 0 0,0 0 0 0 0,-1 0 0 0 0,1 0 0 0 0,-1 0 0 0 0,1 0 0 0 0,-1-1 0 0 0,1 1 0 0 0,-1-2 0 0 0,16-51 485 0 0,-15 50-470 0 0,9-54 228 0 0,4-81 0 0 0,1-13-608 0 0,-11 127 84 0 0,1 0 1 0 0,2 0-1 0 0,17-45 1 0 0,-19 59-140 0 0,1 0 0 0 0,0 0 0 0 0,13-16 1 0 0,-7 12-549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9.4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200 132 3193 0 0,'2'-7'334'0'0,"0"0"1"0"0,-1-1 0 0 0,0 1-1 0 0,-1-1 1 0 0,0 1-1 0 0,0-1 1 0 0,0 1 0 0 0,-2-8-1 0 0,1 10 349 0 0,0 0 0 0 0,0 1 0 0 0,0-1 1 0 0,-1 1-1 0 0,0-1 0 0 0,1 1 0 0 0,-1 0 0 0 0,-3-5 0 0 0,3 8-474 0 0,0-1-1 0 0,0 1 1 0 0,0 0-1 0 0,0 0 1 0 0,0 0 0 0 0,0 0-1 0 0,0 0 1 0 0,0 0-1 0 0,0 1 1 0 0,0-1-1 0 0,0 1 1 0 0,0-1 0 0 0,-1 1-1 0 0,1 0 1 0 0,0 0-1 0 0,0 0 1 0 0,0 0 0 0 0,-1 0-1 0 0,1 1 1 0 0,0-1-1 0 0,0 1 1 0 0,0-1 0 0 0,0 1-1 0 0,-1 0 1 0 0,-1 1-1 0 0,-54 23 493 0 0,53-23-629 0 0,1 1 1 0 0,0-1-1 0 0,0 1 0 0 0,0-1 1 0 0,0 1-1 0 0,0 0 0 0 0,1 1 1 0 0,-1-1-1 0 0,1 1 1 0 0,0-1-1 0 0,0 1 0 0 0,0 0 1 0 0,1 0-1 0 0,-1 0 0 0 0,1 1 1 0 0,0-1-1 0 0,0 0 0 0 0,1 1 1 0 0,-1-1-1 0 0,1 1 1 0 0,0 0-1 0 0,0 4 0 0 0,-1-1-62 0 0,0-1 0 0 0,1 1 0 0 0,0-1 0 0 0,0 1-1 0 0,1 0 1 0 0,0-1 0 0 0,0 1 0 0 0,0-1 0 0 0,1 1-1 0 0,1 0 1 0 0,-1-1 0 0 0,1 0 0 0 0,5 11 0 0 0,-4-10 17 0 0,2-1 0 0 0,-1 1 0 0 0,1-1 1 0 0,0-1-1 0 0,1 1 0 0 0,-1-1 0 0 0,1 0 0 0 0,1 0 1 0 0,-1 0-1 0 0,1-1 0 0 0,13 8 0 0 0,-11-8 34 0 0,0 0 0 0 0,0 0 0 0 0,1-1 0 0 0,-1 0 0 0 0,1-1 0 0 0,16 4 0 0 0,-24-7-60 0 0,0 1 0 0 0,-1-1 0 0 0,1 0 0 0 0,0 1 0 0 0,0-1 0 0 0,0 0-1 0 0,-1 0 1 0 0,1 0 0 0 0,0 0 0 0 0,0-1 0 0 0,0 1 0 0 0,0 0 0 0 0,-1-1 0 0 0,1 1 0 0 0,0-1 0 0 0,-1 0 0 0 0,1 0 0 0 0,0 1 0 0 0,-1-1 0 0 0,1 0 0 0 0,-1 0-1 0 0,1 0 1 0 0,-1-1 0 0 0,1 1 0 0 0,-1 0 0 0 0,0 0 0 0 0,0-1 0 0 0,0 1 0 0 0,0-1 0 0 0,0 1 0 0 0,0-1 0 0 0,0 0 0 0 0,0 1 0 0 0,0-1 0 0 0,-1 0 0 0 0,1 1-1 0 0,-1-1 1 0 0,1 0 0 0 0,-1 0 0 0 0,0 0 0 0 0,0 1 0 0 0,1-1 0 0 0,-1 0 0 0 0,-1 0 0 0 0,1-2 0 0 0,-1-2-132 0 0,0-1 0 0 0,0 1 0 0 0,0 0 0 0 0,-1 0 0 0 0,0-1 0 0 0,0 1 0 0 0,-1 0 0 0 0,0 0 0 0 0,0 1 0 0 0,-5-8 0 0 0,4 7-28 0 0,0 0 0 0 0,1-1 0 0 0,0 0-1 0 0,0 1 1 0 0,-3-14 0 0 0,5 17 143 0 0,1 0 0 0 0,0-1 1 0 0,0 1-1 0 0,0 0 1 0 0,0 0-1 0 0,0 0 0 0 0,1 0 1 0 0,0 0-1 0 0,-1-1 0 0 0,1 1 1 0 0,0 0-1 0 0,1 1 0 0 0,-1-1 1 0 0,0 0-1 0 0,1 0 0 0 0,-1 0 1 0 0,5-4-1 0 0,-1 1-23 0 0,0 1 1 0 0,0-1-1 0 0,1 1 1 0 0,-1 1-1 0 0,1-1 1 0 0,0 1-1 0 0,0 0 1 0 0,1 0-1 0 0,-1 1 0 0 0,1 0 1 0 0,0 0-1 0 0,0 0 1 0 0,0 1-1 0 0,0 0 1 0 0,0 1-1 0 0,0-1 1 0 0,12 0-1 0 0,-15 2 73 0 0,1 0 0 0 0,-1 0 0 0 0,0 0 0 0 0,1 1 0 0 0,-1-1 0 0 0,0 1 0 0 0,0 0 0 0 0,1 0 0 0 0,-1 0 0 0 0,0 1 0 0 0,0 0 0 0 0,0 0 0 0 0,-1 0 0 0 0,1 0 0 0 0,0 0 0 0 0,-1 1 0 0 0,1-1 0 0 0,-1 1 0 0 0,0 0 0 0 0,0 0 0 0 0,0 0 0 0 0,0 1 0 0 0,-1-1 0 0 0,1 1 0 0 0,-1-1 0 0 0,0 1 0 0 0,0 0 0 0 0,0 0 0 0 0,0 0 0 0 0,1 7 0 0 0,0 5 236 0 0,0 1-1 0 0,-2-1 1 0 0,1 0 0 0 0,-2 1-1 0 0,-2 20 1 0 0,1 29-574 0 0,2-57-479 0 0,-1 1-1 0 0,2-1 1 0 0,0 0-1 0 0,4 16 1 0 0,10 6-6232 0 0,-13-24 6159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9.7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142 57 1840 0 0,'1'-4'-558'0'0,"4"-11"772"0"0,1-9 4418 0 0,-6 23-4434 0 0,0 1-1 0 0,0-1 1 0 0,0 1 0 0 0,0-1 0 0 0,0 0 0 0 0,0 1 0 0 0,0-1 0 0 0,0 1-1 0 0,-1-1 1 0 0,1 1 0 0 0,-4-6 2374 0 0,3 5-2374 0 0,0 1-22 0 0,0 0-1 0 0,0-1 1 0 0,0 1-1 0 0,0 0 0 0 0,0 0 1 0 0,0 0-1 0 0,0 0 1 0 0,-1 0-1 0 0,1 1 1 0 0,0-1-1 0 0,0 0 1 0 0,0 0-1 0 0,0 1 1 0 0,0-1-1 0 0,0 1 0 0 0,0-1 1 0 0,-1 1-1 0 0,-9 5 351 0 0,0 0 0 0 0,1 0 0 0 0,0 1 0 0 0,0 0 0 0 0,1 1 0 0 0,-1 0-1 0 0,2 0 1 0 0,-1 1 0 0 0,1 0 0 0 0,1 0 0 0 0,0 1 0 0 0,-8 13 0 0 0,15-21-500 0 0,-1 0 0 0 0,0 0 0 0 0,1 0 1 0 0,0 0-1 0 0,-1 1 0 0 0,1-1 1 0 0,0 0-1 0 0,0 0 0 0 0,0 0 0 0 0,1 1 1 0 0,-1-1-1 0 0,0 0 0 0 0,1 0 1 0 0,0 0-1 0 0,-1 0 0 0 0,1 0 0 0 0,0 0 1 0 0,0 0-1 0 0,0 0 0 0 0,0 0 1 0 0,0 0-1 0 0,1 0 0 0 0,-1 0 1 0 0,1-1-1 0 0,-1 1 0 0 0,1-1 0 0 0,2 3 1 0 0,7 5-11 0 0,1 0 1 0 0,-1-1-1 0 0,18 9 1 0 0,-7-4 109 0 0,-15-8-103 0 0,-1-1 1 0 0,1 1 0 0 0,-1 0 0 0 0,-1 0 0 0 0,1 0 0 0 0,-1 1-1 0 0,1 0 1 0 0,-2 0 0 0 0,6 9 0 0 0,-8-12-16 0 0,-1 0 1 0 0,0 0 0 0 0,0 0 0 0 0,0 1-1 0 0,0-1 1 0 0,0 0 0 0 0,-1 0 0 0 0,0 1-1 0 0,0-1 1 0 0,1 0 0 0 0,-2 1-1 0 0,1-1 1 0 0,0 0 0 0 0,-1 0 0 0 0,0 1-1 0 0,1-1 1 0 0,-1 0 0 0 0,0 0-1 0 0,-1 0 1 0 0,1 0 0 0 0,-1 0 0 0 0,1 0-1 0 0,-1 0 1 0 0,-3 3 0 0 0,-26 30-56 0 0,6-17-6029 0 0,7-8-932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9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0 111 10594 0 0,'0'-2'2548'0'0,"0"2"-2434"0"0,0-1 1 0 0,0 1 0 0 0,0-1-1 0 0,0 1 1 0 0,0 0 0 0 0,0-1-1 0 0,0 1 1 0 0,0-1 0 0 0,1 1-1 0 0,-1-1 1 0 0,0 1-1 0 0,0 0 1 0 0,0-1 0 0 0,0 1-1 0 0,0-1 1 0 0,1 1 0 0 0,-1 0-1 0 0,0-1 1 0 0,0 1-1 0 0,1 0 1 0 0,-1-1 0 0 0,0 1-1 0 0,1 0 1 0 0,-1 0 0 0 0,0-1-1 0 0,1 1 1 0 0,-1 0 0 0 0,0 0-1 0 0,1-1 1 0 0,-1 1-1 0 0,0 0 1 0 0,1 0 0 0 0,-1 0-1 0 0,1 0 1 0 0,-1 0 0 0 0,0 0-1 0 0,1 0 1 0 0,-1 0-1 0 0,1 0 1 0 0,-1 0 0 0 0,1 0-1 0 0,-1 0 1 0 0,0 0 0 0 0,1 0-1 0 0,-1 0 1 0 0,1 0-1 0 0,-1 0 1 0 0,0 0 0 0 0,1 1-1 0 0,7 2 145 0 0,0 1-1 0 0,0 0 1 0 0,0 1-1 0 0,-1 0 1 0 0,0 0-1 0 0,0 1 1 0 0,10 10-1 0 0,47 55 785 0 0,-34-37-824 0 0,35 43 139 0 0,-23-27-97 0 0,73 68-1 0 0,-114-117-245 0 0,0 1-1 0 0,0-1 0 0 0,0 0 1 0 0,1 0-1 0 0,-1 0 0 0 0,0 0 1 0 0,0 0-1 0 0,1 0 0 0 0,-1-1 1 0 0,1 1-1 0 0,-1 0 0 0 0,1-1 1 0 0,-1 1-1 0 0,1-1 1 0 0,-1 1-1 0 0,1-1 0 0 0,-1 0 1 0 0,1 0-1 0 0,-1 0 0 0 0,1 1 1 0 0,0-1-1 0 0,-1-1 0 0 0,1 1 1 0 0,-1 0-1 0 0,1 0 0 0 0,-1-1 1 0 0,1 1-1 0 0,-1-1 0 0 0,1 1 1 0 0,-1-1-1 0 0,1 1 0 0 0,-1-1 1 0 0,1 0-1 0 0,-1 0 0 0 0,0 0 1 0 0,2-2-1 0 0,2-2 30 0 0,0-1-1 0 0,-1 0 0 0 0,0 0 1 0 0,-1 0-1 0 0,1-1 1 0 0,4-12-1 0 0,3-15 10 0 0,-1-1-1 0 0,-2 0 1 0 0,-1 0-1 0 0,-1-1 1 0 0,0-41-1 0 0,1-4-2145 0 0,6 1-3565 0 0,-5 48-1429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9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8754 0 0,'1'8'1831'0'0,"0"1"0"0"0,1-1 0 0 0,-1 1 0 0 0,6 11 0 0 0,0 5-420 0 0,43 256 1701 0 0,-31-91-5993 0 0,-19-173-811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39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48 3825 0 0,'0'-1'24'0'0,"0"0"0"0"0,0 0 0 0 0,0 1-1 0 0,0-1 1 0 0,0 0 0 0 0,0 0 0 0 0,0 0 0 0 0,1 1 0 0 0,-1-1 0 0 0,0 0 0 0 0,0 0 0 0 0,1 1 0 0 0,-1-1 0 0 0,0 0 0 0 0,1 1-1 0 0,-1-1 1 0 0,1 0 0 0 0,-1 1 0 0 0,1-1 0 0 0,-1 1 0 0 0,1-1 0 0 0,-1 1 0 0 0,1-1 0 0 0,0 1 0 0 0,-1-1 0 0 0,1 1 0 0 0,0-1-1 0 0,-1 1 1 0 0,1 0 0 0 0,1-1 0 0 0,27-12 2009 0 0,-26 12-1541 0 0,4-2 34 0 0,1 0 1 0 0,-1 1-1 0 0,1 0 1 0 0,0 1-1 0 0,0 0 0 0 0,0 0 1 0 0,0 0-1 0 0,0 1 1 0 0,0 1-1 0 0,0-1 1 0 0,0 1-1 0 0,0 0 0 0 0,-1 1 1 0 0,9 2-1 0 0,-5 0-98 0 0,-1 0-1 0 0,1 1 1 0 0,-1 0 0 0 0,-1 1-1 0 0,1 0 1 0 0,-1 0-1 0 0,0 1 1 0 0,0 0-1 0 0,12 13 1 0 0,-13-11-221 0 0,0 1 0 0 0,0 0 0 0 0,-1 0 0 0 0,-1 0 0 0 0,0 1 0 0 0,0 0 0 0 0,-1 0 0 0 0,7 21 0 0 0,-10-24-156 0 0,0 1 0 0 0,0 0 0 0 0,-1-1-1 0 0,0 1 1 0 0,0 0 0 0 0,-1 0 0 0 0,0 0-1 0 0,-1 0 1 0 0,0 0 0 0 0,0 0 0 0 0,-1-1-1 0 0,-3 13 1 0 0,-1-8-94 0 0,0 0 0 0 0,0 0 1 0 0,-2 0-1 0 0,1-1 0 0 0,-18 22 0 0 0,-8 3-5972 0 0,14-17-649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0.7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0 3681 0 0,'-10'12'8886'0'0,"-35"48"-4416"0"0,43-56-4315 0 0,0-1 0 0 0,0 1 0 0 0,0 0 0 0 0,1 0 0 0 0,0 0 0 0 0,0 1 0 0 0,0-1-1 0 0,0 0 1 0 0,0 0 0 0 0,1 1 0 0 0,0-1 0 0 0,0 0 0 0 0,0 0 0 0 0,1 6 0 0 0,0-7-153 0 0,0-1-1 0 0,0 1 1 0 0,1-1 0 0 0,-1 1-1 0 0,1-1 1 0 0,-1 0 0 0 0,1 0-1 0 0,0 0 1 0 0,0 0 0 0 0,-1 0 0 0 0,2 0-1 0 0,-1 0 1 0 0,0-1 0 0 0,0 1-1 0 0,0-1 1 0 0,1 1 0 0 0,-1-1-1 0 0,1 0 1 0 0,-1 0 0 0 0,1 0-1 0 0,-1 0 1 0 0,1-1 0 0 0,4 2-1 0 0,47 8-37 0 0,-42-9 88 0 0,0 1-1 0 0,1 0 1 0 0,-1 1-1 0 0,0 0 1 0 0,0 1 0 0 0,0 1-1 0 0,-1-1 1 0 0,0 2-1 0 0,0 0 1 0 0,11 7-1 0 0,-21-12-45 0 0,0 0-1 0 0,0 0 0 0 0,1 0 0 0 0,-1 1 1 0 0,0-1-1 0 0,-1 0 0 0 0,1 0 0 0 0,0 1 1 0 0,0-1-1 0 0,-1 1 0 0 0,1-1 1 0 0,0 1-1 0 0,-1-1 0 0 0,1 1 0 0 0,-1-1 1 0 0,0 1-1 0 0,0-1 0 0 0,1 1 0 0 0,-1-1 1 0 0,0 1-1 0 0,0 0 0 0 0,-1-1 1 0 0,1 1-1 0 0,0-1 0 0 0,0 1 0 0 0,-1-1 1 0 0,1 1-1 0 0,-1-1 0 0 0,1 1 0 0 0,-2 1 1 0 0,-1 3-234 0 0,-1-1 1 0 0,1 1 0 0 0,-1-1-1 0 0,0 0 1 0 0,0 0-1 0 0,-6 5 1 0 0,-9 6-6402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0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 6449 0 0,'-22'-26'10151'0'0,"32"36"-8484"0"0,15 19-919 0 0,-2 0 0 0 0,-2 2 0 0 0,21 37 0 0 0,45 104-493 0 0,-75-148-246 0 0,14 35-464 0 0,20 39-1417 0 0,-40-87 680 0 0,1-1 1 0 0,0-1-1 0 0,15 17 1 0 0,-14-19-180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0.7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1 114 8754 0 0,'1'-2'182'0'0,"1"0"0"0"0,-1-1 1 0 0,1 1-1 0 0,0 0 0 0 0,0 0 1 0 0,0 0-1 0 0,0 0 0 0 0,0 0 0 0 0,0 0 1 0 0,1 1-1 0 0,-1-1 0 0 0,1 1 1 0 0,-1-1-1 0 0,1 1 0 0 0,-1 0 0 0 0,4-1 1 0 0,4-3 189 0 0,10-7 567 0 0,7-3 500 0 0,44-20 1 0 0,-65 32-1558 0 0,1 0 1 0 0,0 1 0 0 0,0 0-1 0 0,1 0 1 0 0,-1 1-1 0 0,0 0 1 0 0,0 0 0 0 0,1 1-1 0 0,-1-1 1 0 0,1 2-1 0 0,-1-1 1 0 0,9 2-1 0 0,-12 0 4 0 0,0 0 0 0 0,0 0 0 0 0,0 0 0 0 0,-1 0 0 0 0,1 1-1 0 0,-1-1 1 0 0,1 1 0 0 0,-1 0 0 0 0,0 0 0 0 0,0 0 0 0 0,-1 0-1 0 0,1 0 1 0 0,0 1 0 0 0,-1 0 0 0 0,0-1 0 0 0,0 1-1 0 0,3 8 1 0 0,4 6 104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0.9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0 192 7370 0 0,'1'0'106'0'0,"0"1"1"0"0,0-1 0 0 0,0 0 0 0 0,0 1 0 0 0,0-1 0 0 0,0 0 0 0 0,0 0 0 0 0,1 0-1 0 0,-1 0 1 0 0,0 0 0 0 0,0 0 0 0 0,0 0 0 0 0,0-1 0 0 0,0 1 0 0 0,0 0 0 0 0,0 0 0 0 0,0-1-1 0 0,0 1 1 0 0,-1-1 0 0 0,1 1 0 0 0,0-1 0 0 0,1 0 0 0 0,23-14 978 0 0,-24 15-1008 0 0,49-38 1735 0 0,22-26-3389 0 0,-14 11 694 0 0,-39 35 823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1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9674 0 0,'0'0'116'0'0,"0"0"1"0"0,-1 0-1 0 0,1 1 0 0 0,0-1 0 0 0,-1 0 1 0 0,1 1-1 0 0,0-1 0 0 0,0 0 0 0 0,-1 1 0 0 0,1-1 1 0 0,0 0-1 0 0,0 1 0 0 0,0-1 0 0 0,0 1 1 0 0,0-1-1 0 0,-1 0 0 0 0,1 1 0 0 0,0-1 1 0 0,0 1-1 0 0,0-1 0 0 0,0 0 0 0 0,0 1 1 0 0,0-1-1 0 0,0 1 0 0 0,0-1 0 0 0,0 0 1 0 0,1 1-1 0 0,-1-1 0 0 0,0 1 0 0 0,0-1 1 0 0,0 0-1 0 0,0 1 0 0 0,1-1 0 0 0,-1 1 1 0 0,0-1-1 0 0,0 0 0 0 0,1 1 0 0 0,-1-1 0 0 0,0 0 1 0 0,0 0-1 0 0,1 1 0 0 0,9 16 2149 0 0,59 51 857 0 0,-39-40-2785 0 0,27 32 1 0 0,-18-5-2162 0 0,-18-14-3176 0 0,-18-32 3281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41.6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68 1376 0 0,'1'-3'278'0'0,"0"-1"-1"0"0,1 1 1 0 0,-1-1-1 0 0,1 1 1 0 0,0 0-1 0 0,0 0 0 0 0,0 0 1 0 0,0 0-1 0 0,1 0 1 0 0,-1 1-1 0 0,1-1 1 0 0,0 1-1 0 0,-1-1 1 0 0,1 1-1 0 0,0 0 1 0 0,0 0-1 0 0,1 0 0 0 0,-1 1 1 0 0,0-1-1 0 0,1 1 1 0 0,-1 0-1 0 0,1 0 1 0 0,5-1-1 0 0,-1-1 285 0 0,0 1 1 0 0,1 1-1 0 0,-1-1 1 0 0,1 1-1 0 0,-1 1 0 0 0,1 0 1 0 0,0 0-1 0 0,-1 0 1 0 0,12 3-1 0 0,-16-2-371 0 0,0 0 1 0 0,0 0-1 0 0,0 1 0 0 0,0-1 1 0 0,-1 1-1 0 0,1 0 0 0 0,0 0 1 0 0,-1 1-1 0 0,1-1 1 0 0,-1 1-1 0 0,0-1 0 0 0,0 1 1 0 0,0 0-1 0 0,0 0 0 0 0,0 0 1 0 0,-1 1-1 0 0,1-1 0 0 0,2 6 1 0 0,-3-3-64 0 0,1 1 0 0 0,-1-1 1 0 0,-1 0-1 0 0,1 1 0 0 0,-1-1 0 0 0,0 1 1 0 0,-1-1-1 0 0,0 1 0 0 0,0 0 1 0 0,-1 10-1 0 0,-2 4-98 0 0,-2 0 0 0 0,0 0-1 0 0,-1-1 1 0 0,-1 1 0 0 0,-1-2 0 0 0,-13 23 0 0 0,-1-5-820 0 0,5-14-4071 0 0,3-8-849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1.5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12 2304 0 0,'24'-12'11010'0'0,"-26"13"-10929"0"0,1 1 0 0 0,0-1 1 0 0,0 0-1 0 0,0 1 1 0 0,0-1-1 0 0,0 1 1 0 0,1-1-1 0 0,-1 1 1 0 0,0 0-1 0 0,1-1 1 0 0,-1 1-1 0 0,0 2 1 0 0,0-1 87 0 0,-8 16 185 0 0,1 0 1 0 0,1 0-1 0 0,1 1 0 0 0,0 0 1 0 0,2 0-1 0 0,0 1 1 0 0,-1 29-1 0 0,5-48-350 0 0,0 1 1 0 0,0-1-1 0 0,0 1 0 0 0,0-1 1 0 0,0 1-1 0 0,0 0 0 0 0,1-1 1 0 0,0 0-1 0 0,-1 1 0 0 0,1-1 1 0 0,0 1-1 0 0,0-1 0 0 0,0 0 1 0 0,0 0-1 0 0,1 1 0 0 0,-1-1 1 0 0,1 0-1 0 0,-1 0 0 0 0,1 0 1 0 0,0-1-1 0 0,0 1 0 0 0,-1 0 1 0 0,1-1-1 0 0,1 1 0 0 0,-1-1 1 0 0,3 3-1 0 0,4-2 78 0 0,-1 1-1 0 0,0-1 1 0 0,1-1-1 0 0,-1 0 1 0 0,1 0-1 0 0,13 0 0 0 0,-16-2 2 0 0,0 1 1 0 0,1 0-1 0 0,-1 0 0 0 0,0 1 0 0 0,1 0 0 0 0,-1 0 0 0 0,0 1 0 0 0,0-1 0 0 0,0 1 0 0 0,0 1 0 0 0,0-1 0 0 0,0 1 0 0 0,5 4 0 0 0,-10-6-90 0 0,0 0 1 0 0,0 0 0 0 0,0 0-1 0 0,0 1 1 0 0,0-1 0 0 0,0 0-1 0 0,-1 1 1 0 0,1-1 0 0 0,0 0 0 0 0,-1 1-1 0 0,1-1 1 0 0,-1 1 0 0 0,0-1-1 0 0,1 1 1 0 0,-1-1 0 0 0,0 1-1 0 0,0-1 1 0 0,0 1 0 0 0,0-1-1 0 0,0 1 1 0 0,0-1 0 0 0,-1 1-1 0 0,1-1 1 0 0,-1 4 0 0 0,-7 12-5203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3.2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42 6449 0 0,'-6'-5'816'0'0,"0"0"-1"0"0,0 1 0 0 0,0 0 1 0 0,0 0-1 0 0,-14-5 1 0 0,17 7-401 0 0,-1 0 0 0 0,1 1 0 0 0,-1 0 0 0 0,1 0 0 0 0,-1 0 0 0 0,0 0 0 0 0,1 0 0 0 0,-1 1 0 0 0,0 0 1 0 0,0 0-1 0 0,1 0 0 0 0,-1 0 0 0 0,-6 1 0 0 0,8 0-267 0 0,1 0 0 0 0,-1 0 0 0 0,1 0 0 0 0,-1 0 0 0 0,1 1 1 0 0,0-1-1 0 0,0 0 0 0 0,-1 0 0 0 0,1 1 0 0 0,0-1 0 0 0,0 1 0 0 0,0-1 0 0 0,0 1 0 0 0,1 0 0 0 0,-1-1 0 0 0,0 1 1 0 0,1 0-1 0 0,-1-1 0 0 0,1 1 0 0 0,-1 0 0 0 0,1 0 0 0 0,0-1 0 0 0,0 1 0 0 0,0 0 0 0 0,0 2 0 0 0,5 50 705 0 0,-4-48-744 0 0,13 62-2 0 0,3 0 0 0 0,3-2-1 0 0,3 0 1 0 0,3-2 0 0 0,34 62 0 0 0,-12-36-3768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3.4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60 179 3337 0 0,'-4'-2'169'0'0,"-1"1"0"0"0,0-1 0 0 0,1-1 0 0 0,-1 1 0 0 0,1-1 0 0 0,0 0 0 0 0,0 0 0 0 0,0 0 0 0 0,0 0 0 0 0,1 0 0 0 0,-4-5 0 0 0,6 6 3 0 0,0 1 1 0 0,0-1-1 0 0,1 0 1 0 0,-1 1 0 0 0,0-1-1 0 0,1 0 1 0 0,-1 0 0 0 0,1 1-1 0 0,0-1 1 0 0,0 0 0 0 0,0 0-1 0 0,0 0 1 0 0,0 0 0 0 0,0 1-1 0 0,0-1 1 0 0,0 0-1 0 0,1 0 1 0 0,-1 0 0 0 0,1 1-1 0 0,-1-1 1 0 0,1 0 0 0 0,0 0-1 0 0,0 1 1 0 0,-1-1 0 0 0,1 1-1 0 0,0-1 1 0 0,1 1 0 0 0,-1-1-1 0 0,0 1 1 0 0,0 0-1 0 0,1-1 1 0 0,-1 1 0 0 0,2-1-1 0 0,8-8 474 0 0,0 0 0 0 0,0 1 0 0 0,1 1-1 0 0,18-10 1 0 0,26-7-1566 0 0,-36 19-3933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3.6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5529 0 0,'0'0'69'0'0,"0"1"-1"0"0,0-1 1 0 0,0 1-1 0 0,0-1 1 0 0,0 1 0 0 0,0-1-1 0 0,0 1 1 0 0,0-1-1 0 0,0 1 1 0 0,0-1-1 0 0,1 1 1 0 0,-1-1 0 0 0,0 1-1 0 0,0-1 1 0 0,0 1-1 0 0,1-1 1 0 0,-1 1-1 0 0,0-1 1 0 0,1 0-1 0 0,-1 1 1 0 0,0-1 0 0 0,1 0-1 0 0,-1 1 1 0 0,1-1-1 0 0,-1 0 1 0 0,0 1-1 0 0,1-1 1 0 0,-1 0 0 0 0,1 1-1 0 0,-1-1 1 0 0,1 0-1 0 0,-1 0 1 0 0,1 0-1 0 0,-1 0 1 0 0,1 0 0 0 0,0 1-1 0 0,24-7 1296 0 0,20-20-1269 0 0,95-72-2708 0 0,-116 83 2598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3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 9674 0 0,'0'0'97'0'0,"-1"1"1"0"0,1 0-1 0 0,0-1 0 0 0,-1 1 1 0 0,1 0-1 0 0,0-1 1 0 0,0 1-1 0 0,0 0 0 0 0,0-1 1 0 0,0 1-1 0 0,0 0 0 0 0,0-1 1 0 0,0 1-1 0 0,0 0 0 0 0,0 0 1 0 0,0-1-1 0 0,0 1 0 0 0,0 0 1 0 0,0-1-1 0 0,1 1 0 0 0,-1 0 1 0 0,0-1-1 0 0,0 1 0 0 0,1 0 1 0 0,-1-1-1 0 0,1 1 1 0 0,-1-1-1 0 0,0 1 0 0 0,1-1 1 0 0,-1 1-1 0 0,2 0 0 0 0,17 23 1811 0 0,-16-21-1511 0 0,39 44 2199 0 0,5 6-1594 0 0,-1 2-4613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4.1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3225 0 0,'1'-1'139'0'0,"1"-1"1"0"0,-1 1 0 0 0,1 0-1 0 0,-1 0 1 0 0,1 0 0 0 0,-1 0-1 0 0,1 0 1 0 0,0 0-1 0 0,-1 0 1 0 0,1 0 0 0 0,0 0-1 0 0,3 0 1 0 0,2-2 168 0 0,9-4 497 0 0,-1 1 0 0 0,1 0 0 0 0,1 1 1 0 0,-1 1-1 0 0,0 0 0 0 0,1 1 0 0 0,26-1 1 0 0,-38 4-629 0 0,1 1-1 0 0,0-1 1 0 0,-1 1 0 0 0,1 0 0 0 0,0 0 0 0 0,-1 0 0 0 0,0 1 0 0 0,1 0 0 0 0,-1 0 0 0 0,0 0 0 0 0,8 5 0 0 0,-10-4-84 0 0,1-1-1 0 0,-1 1 1 0 0,0 0 0 0 0,0 0-1 0 0,-1 0 1 0 0,1 1 0 0 0,-1-1-1 0 0,1 1 1 0 0,-1-1 0 0 0,0 1-1 0 0,0 0 1 0 0,-1 0-1 0 0,1 0 1 0 0,-1 0 0 0 0,0 0-1 0 0,0 0 1 0 0,1 6 0 0 0,-2-3 24 0 0,0 1 1 0 0,0-1 0 0 0,0 1 0 0 0,-1-1 0 0 0,0 0-1 0 0,0 1 1 0 0,0-1 0 0 0,-1 0 0 0 0,-1 0 0 0 0,-2 7-1 0 0,-2 1-382 0 0,0 0 0 0 0,-1-1 0 0 0,-14 20-1 0 0,10-19-946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4.8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 4145 0 0,'-22'30'5121'0'0,"17"-21"-4544"0"0,0 1 0 0 0,0 0 0 0 0,1 1 1 0 0,-5 18-1 0 0,7-24-492 0 0,1 1 0 0 0,0 0 0 0 0,1-1 0 0 0,-1 1 0 0 0,1 0 0 0 0,0 0 0 0 0,1-1 0 0 0,1 12 0 0 0,-1-14 23 0 0,0 0 0 0 0,0 0 0 0 0,0 0 0 0 0,0-1 1 0 0,1 1-1 0 0,-1 0 0 0 0,1 0 0 0 0,0-1 0 0 0,0 1 0 0 0,0-1 0 0 0,0 0 0 0 0,0 1 1 0 0,1-1-1 0 0,-1 0 0 0 0,0 0 0 0 0,1 0 0 0 0,3 1 0 0 0,21 11 97 0 0,-16-9-176 0 0,0 0 0 0 0,0 1-1 0 0,-1 1 1 0 0,1 0-1 0 0,17 15 1 0 0,-27-20 29 0 0,1 0 1 0 0,-1 0-1 0 0,1 0 1 0 0,-1 0-1 0 0,1 0 1 0 0,-1 0-1 0 0,0 1 1 0 0,0-1-1 0 0,0 0 0 0 0,-1 0 1 0 0,1 1-1 0 0,0-1 1 0 0,-1 1-1 0 0,1-1 1 0 0,-1 1-1 0 0,0-1 0 0 0,0 1 1 0 0,0-1-1 0 0,0 0 1 0 0,0 1-1 0 0,-1-1 1 0 0,1 1-1 0 0,-1-1 0 0 0,0 1 1 0 0,1-1-1 0 0,-1 0 1 0 0,0 0-1 0 0,0 1 1 0 0,-1-1-1 0 0,1 0 1 0 0,0 0-1 0 0,-1 0 0 0 0,1 0 1 0 0,-1 0-1 0 0,-3 2 1 0 0,-3 5-84 0 0,0 0 0 0 0,-1-1 1 0 0,0-1-1 0 0,-1 1 0 0 0,1-1 1 0 0,-2-1-1 0 0,-19 10 0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5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55 14747 0 0,'6'-2'4181'0'0,"21"-6"-2571"0"0,27-11 74 0 0,-40 13-1588 0 0,1 1 0 0 0,0 0-1 0 0,26-5 1 0 0,-38 10-89 0 0,0 0 0 0 0,0 1-1 0 0,0-1 1 0 0,0 1 0 0 0,0-1 0 0 0,0 1 0 0 0,0 0 0 0 0,0 0-1 0 0,0 0 1 0 0,0 1 0 0 0,-1-1 0 0 0,1 0 0 0 0,0 1 0 0 0,-1 0-1 0 0,1 0 1 0 0,-1 0 0 0 0,0 0 0 0 0,0 0 0 0 0,0 0 0 0 0,0 1-1 0 0,0-1 1 0 0,0 1 0 0 0,2 4 0 0 0,4 7 34 0 0,0 0 0 0 0,-1 0 0 0 0,5 17 0 0 0,20 65-158 0 0,-4 1 0 0 0,22 141 0 0 0,-48-227-727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6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 7370 0 0,'-13'5'12505'0'0,"17"22"-10726"0"0,4 4-1412 0 0,-2 1-1 0 0,-2 1 1 0 0,-1-1-1 0 0,-1 0 1 0 0,-2 1-1 0 0,-5 45 1 0 0,4-68-419 0 0,-3 60 405 0 0,4-63-643 0 0,1-1 0 0 0,-1 1 1 0 0,1 0-1 0 0,0-1 0 0 0,1 1 1 0 0,0 0-1 0 0,4 11 0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6.6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2761 0 0,'7'15'11100'0'0,"-5"-15"-10765"0"0,33 0 1847 0 0,40-6-1 0 0,8 0-3800 0 0,-61 5 818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7.5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6913 0 0,'5'-2'1237'0'0,"0"1"-1"0"0,0-1 0 0 0,0 1 0 0 0,0-1 0 0 0,9 1 0 0 0,35-2 1760 0 0,-19 2-3298 0 0,43-8 0 0 0,-51 5-305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7.9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1376 0 0,'-6'11'8055'0'0,"6"-9"-7608"0"0,2 19 4031 0 0,14 27-1543 0 0,-8-28-1198 0 0,0 9-993 0 0,-1 1-1 0 0,5 48 1 0 0,-8 14-4549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8.2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49 4145 0 0,'0'-1'122'0'0,"0"-1"1"0"0,0 1-1 0 0,1 0 1 0 0,-1-1-1 0 0,0 1 1 0 0,1 0-1 0 0,-1-1 1 0 0,1 1-1 0 0,-1 0 1 0 0,1 0-1 0 0,0-1 1 0 0,0 1-1 0 0,-1 0 1 0 0,1 0-1 0 0,0 0 1 0 0,0 0-1 0 0,0 0 1 0 0,0 0-1 0 0,0 0 1 0 0,2 0-1 0 0,1-2 288 0 0,-1 1 0 0 0,2 0 0 0 0,-1 0 0 0 0,0 0 0 0 0,0 0 0 0 0,6-1 0 0 0,1 1 548 0 0,0 0 1 0 0,-1 0-1 0 0,1 1 1 0 0,20 0-1 0 0,-21 2-522 0 0,1 0 0 0 0,0 1-1 0 0,-1 0 1 0 0,1 1 0 0 0,-1 0-1 0 0,1 1 1 0 0,-1 0 0 0 0,-1 0 0 0 0,1 1-1 0 0,0 0 1 0 0,15 12 0 0 0,-21-14-362 0 0,-1 1 0 0 0,1-1 1 0 0,0 1-1 0 0,-1 0 0 0 0,0 0 0 0 0,1 0 1 0 0,-2 1-1 0 0,1-1 0 0 0,0 1 0 0 0,-1 0 1 0 0,0-1-1 0 0,0 1 0 0 0,-1 0 0 0 0,1 0 1 0 0,-1 0-1 0 0,0 0 0 0 0,0 0 0 0 0,-1 1 1 0 0,1-1-1 0 0,-1 0 0 0 0,0 0 0 0 0,-1 0 1 0 0,1 1-1 0 0,-1-1 0 0 0,0 0 0 0 0,-2 7 1 0 0,-2 0-48 0 0,1-1 0 0 0,-2 1 0 0 0,1-1 0 0 0,-2 0 0 0 0,1 0 0 0 0,-2-1 0 0 0,1 0 0 0 0,-1 0 0 0 0,-1-1 0 0 0,0 0 0 0 0,0 0 0 0 0,-12 8 0 0 0,13-11-674 0 0,0 0 0 0 0,-1-1 0 0 0,0 0 0 0 0,0-1 0 0 0,-13 5 1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8.7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11979 0 0,'2'1'281'0'0,"-1"1"0"0"0,1 0 0 0 0,-1-1 0 0 0,1 1 0 0 0,-1 0 1 0 0,0 0-1 0 0,0 0 0 0 0,0 0 0 0 0,0 0 0 0 0,-1 0 1 0 0,1 0-1 0 0,0 0 0 0 0,-1 0 0 0 0,1 0 0 0 0,-1 0 0 0 0,0 3 1 0 0,1-2 36 0 0,16 90 2427 0 0,8 146 1 0 0,-18-142-2610 0 0,25 125 0 0 0,-23-187-41 0 0,1 4-4346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0:59.9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60 107 6585 0 0,'-12'-37'639'0'0,"-1"-4"207"0"0,-8 14 6050 0 0,20 27-6566 0 0,0-1 1 0 0,0 1-1 0 0,0 0 1 0 0,1 0-1 0 0,-1 0 0 0 0,0 0 1 0 0,0 0-1 0 0,0 0 1 0 0,1 0-1 0 0,-2 0 1 0 0,2 0-251 0 0,-1 0 0 0 0,1 0 0 0 0,0 0 1 0 0,0 1-1 0 0,-1-1 0 0 0,1 0 0 0 0,0 0 1 0 0,0 1-1 0 0,0-1 0 0 0,-1 0 0 0 0,1 0 0 0 0,0 1 1 0 0,0-1-1 0 0,0 0 0 0 0,0 0 0 0 0,0 1 1 0 0,0-1-1 0 0,0 0 0 0 0,0 1 0 0 0,-1-1 0 0 0,1 0 1 0 0,0 1-1 0 0,0-1 0 0 0,0 0 0 0 0,0 0 1 0 0,1 1-1 0 0,-1-1 0 0 0,0 0 0 0 0,0 1 0 0 0,0-1 1 0 0,0 0-1 0 0,0 0 0 0 0,0 1 0 0 0,0-1 1 0 0,0 0-1 0 0,1 1 0 0 0,-1-1 0 0 0,0 0 1 0 0,0 0-1 0 0,0 1 0 0 0,1-1 0 0 0,-1 0 0 0 0,0 0 1 0 0,0 0-1 0 0,1 0 0 0 0,-1 1 0 0 0,0-1 1 0 0,0 0-1 0 0,1 0 0 0 0,-1 0 0 0 0,0 0 0 0 0,0 0 1 0 0,1 1-1 0 0,15 16 227 0 0,0 1 0 0 0,-2 1 1 0 0,0 0-1 0 0,-1 1 0 0 0,11 22 0 0 0,42 110-129 0 0,-45-100-525 0 0,46 85 0 0 0,-47-109-913 0 0,-13-24 313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00.6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43 6449 0 0,'-5'-4'270'0'0,"0"-1"436"0"0,1 1 0 0 0,-1 0 1 0 0,0 0-1 0 0,-1 1 0 0 0,1 0 1 0 0,-1 0-1 0 0,1 0 0 0 0,-1 0 1 0 0,0 1-1 0 0,-10-3 0 0 0,27 51 5274 0 0,-2-6-5468 0 0,1 0 0 0 0,3 0-1 0 0,34 74 1 0 0,-40-100-474 0 0,0 0 1 0 0,2 0-1 0 0,-1-1 1 0 0,1 0-1 0 0,1-1 1 0 0,0 0-1 0 0,1 0 0 0 0,1-1 1 0 0,-1-1-1 0 0,2 0 1 0 0,-1-1-1 0 0,1 0 0 0 0,23 12 1 0 0,-26-18-10 0 0,-1 0 1 0 0,1-1-1 0 0,0 0 1 0 0,-1 0-1 0 0,1-1 0 0 0,0 0 1 0 0,0-1-1 0 0,0 0 1 0 0,0 0-1 0 0,0-1 1 0 0,0-1-1 0 0,0 0 0 0 0,-1 0 1 0 0,1-1-1 0 0,13-5 1 0 0,-16 3-1571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01.4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32 4145 0 0,'-8'-20'15066'0'0,"7"18"-14764"0"0,-1 1-1 0 0,1 0 0 0 0,-1 0 0 0 0,1 0 0 0 0,-1 1 0 0 0,1-1 0 0 0,-1 0 0 0 0,1 1 1 0 0,-1-1-1 0 0,1 1 0 0 0,-3-1 0 0 0,2 0-290 0 0,-1 1 1 0 0,1 0-1 0 0,0 0 0 0 0,0 0 1 0 0,0 0-1 0 0,0 0 0 0 0,0 0 1 0 0,0 1-1 0 0,0-1 0 0 0,0 1 1 0 0,0-1-1 0 0,0 1 0 0 0,0 0 1 0 0,0 0-1 0 0,0 0 0 0 0,1 0 1 0 0,-1 0-1 0 0,0 0 0 0 0,0 0 1 0 0,1 0-1 0 0,-3 3 0 0 0,-1 2-8 0 0,1 1 0 0 0,-1 0-1 0 0,1 0 1 0 0,0 0 0 0 0,1 0-1 0 0,0 0 1 0 0,0 1 0 0 0,0 0-1 0 0,1-1 1 0 0,0 1 0 0 0,-1 12-1 0 0,2-7 5 0 0,1 0 0 0 0,0 0 0 0 0,1 0 0 0 0,0 1 0 0 0,1-2 1 0 0,6 23-1 0 0,-2-17-1 0 0,0 1 1 0 0,1-2-1 0 0,1 1 1 0 0,1-1-1 0 0,0 0 1 0 0,2-1-1 0 0,-1 0 1 0 0,2 0-1 0 0,23 23 1 0 0,-28-32 19 0 0,1-1 0 0 0,0 1 0 0 0,1-1-1 0 0,10 5 1 0 0,-17-9-18 0 0,1-1 0 0 0,0 0 1 0 0,0 1-1 0 0,0-1 0 0 0,-1 0 0 0 0,1 0 0 0 0,1 0 0 0 0,-1-1 0 0 0,0 1 0 0 0,0-1 0 0 0,0 0 0 0 0,0 0 0 0 0,0 0 0 0 0,0 0 0 0 0,0 0 1 0 0,0-1-1 0 0,6 0 0 0 0,-9 0-6 0 0,1 1-1 0 0,-1 0 1 0 0,0 0 0 0 0,1 0 0 0 0,-1 0 0 0 0,0-1 0 0 0,1 1 0 0 0,-1 0-1 0 0,0 0 1 0 0,0-1 0 0 0,1 1 0 0 0,-1 0 0 0 0,0-1 0 0 0,0 1 0 0 0,1 0-1 0 0,-1-1 1 0 0,0 1 0 0 0,0 0 0 0 0,0-1 0 0 0,1 1 0 0 0,-1 0 0 0 0,0-1-1 0 0,0 1 1 0 0,0 0 0 0 0,0-1 0 0 0,0 1 0 0 0,0-1 0 0 0,0 1-1 0 0,0 0 1 0 0,0-1 0 0 0,0 1 0 0 0,0-1 0 0 0,0 1 0 0 0,-9-16-32 0 0,-18-10-280 0 0,27 25 288 0 0,-7-4-80 0 0,1-1 0 0 0,0 1-1 0 0,1-2 1 0 0,-1 1 0 0 0,1 0 0 0 0,1-1-1 0 0,-1 0 1 0 0,1 0 0 0 0,0 0 0 0 0,-3-10-1 0 0,6 14 50 0 0,0 0-1 0 0,0 0 1 0 0,1 0-1 0 0,0 0 1 0 0,-1 0-1 0 0,1 0 1 0 0,0 0-1 0 0,0 0 1 0 0,1 0-1 0 0,-1 0 1 0 0,1 0-1 0 0,-1 0 1 0 0,1 0-1 0 0,0 0 1 0 0,0 0-1 0 0,1 0 1 0 0,-1 0-1 0 0,0 1 1 0 0,1-1-1 0 0,0 1 1 0 0,-1-1-1 0 0,1 1 1 0 0,0-1-1 0 0,0 1 1 0 0,1 0-1 0 0,-1 0 1 0 0,0 0-1 0 0,1 0 1 0 0,-1 0-1 0 0,6-2 1 0 0,0-1 47 0 0,1 0 1 0 0,0 1 0 0 0,0 0 0 0 0,0 0-1 0 0,0 1 1 0 0,1 0 0 0 0,-1 0 0 0 0,1 1-1 0 0,13-1 1 0 0,-20 3 81 0 0,1 0 0 0 0,-1-1 0 0 0,0 2-1 0 0,1-1 1 0 0,-1 0 0 0 0,1 0 0 0 0,-1 1 0 0 0,0 0 0 0 0,1 0 0 0 0,-1 0-1 0 0,0 0 1 0 0,0 0 0 0 0,1 1 0 0 0,-1-1 0 0 0,0 1 0 0 0,-1 0 0 0 0,1 0 0 0 0,0 0-1 0 0,0 0 1 0 0,-1 1 0 0 0,1-1 0 0 0,-1 1 0 0 0,0-1 0 0 0,0 1 0 0 0,0 0-1 0 0,0 0 1 0 0,0 0 0 0 0,-1 0 0 0 0,2 4 0 0 0,2 8 168 0 0,-2 0 1 0 0,1 0-1 0 0,1 26 1 0 0,-4-26-248 0 0,1-1 1 0 0,0 1-1 0 0,8 25 1 0 0,-5-32-731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4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63 287 6913 0 0,'-10'-10'608'0'0,"2"1"-1"0"0,-15-21 0 0 0,2-8 4612 0 0,21 56-1002 0 0,1 18-3399 0 0,7-10-707 0 0,1-1-1 0 0,2 0 1 0 0,0-1-1 0 0,1 0 1 0 0,21 29-1 0 0,-8-12-116 0 0,167 247 620 0 0,-191-287-570 0 0,0 1 0 0 0,-1-1 0 0 0,1 0-1 0 0,0 0 1 0 0,0 1 0 0 0,0-1-1 0 0,0 0 1 0 0,0 0 0 0 0,0 0 0 0 0,0 0-1 0 0,0 0 1 0 0,1-1 0 0 0,-1 1 0 0 0,0 0-1 0 0,0 0 1 0 0,1-1 0 0 0,-1 1 0 0 0,0-1-1 0 0,1 1 1 0 0,-1-1 0 0 0,1 0-1 0 0,-1 1 1 0 0,1-1 0 0 0,1 0 0 0 0,-2-1 1 0 0,0 0 0 0 0,0 1-1 0 0,1-1 1 0 0,-1 0 0 0 0,0 0 0 0 0,0 0 0 0 0,0-1 0 0 0,0 1 0 0 0,-1 0 0 0 0,1 0 0 0 0,0-1 0 0 0,0 1-1 0 0,-1 0 1 0 0,1-1 0 0 0,-1 1 0 0 0,1 0 0 0 0,-1-1 0 0 0,1 1 0 0 0,-1-1 0 0 0,0 1 0 0 0,0-1 0 0 0,0 1 0 0 0,0-3-1 0 0,13-285 871 0 0,-12 184-916 0 0,17-128 1 0 0,-16 219-413 0 0,0-1 1 0 0,1 1-1 0 0,0 0 0 0 0,1 0 1 0 0,1 0-1 0 0,8-15 0 0 0,-13 28 266 0 0,0 1 0 0 0,0-1 0 0 0,1 1 0 0 0,-1 0-1 0 0,0-1 1 0 0,1 1 0 0 0,-1 0 0 0 0,0-1 0 0 0,1 1 0 0 0,-1 0-1 0 0,0-1 1 0 0,1 1 0 0 0,-1 0 0 0 0,1 0 0 0 0,-1-1-1 0 0,1 1 1 0 0,-1 0 0 0 0,1 0 0 0 0,-1 0 0 0 0,1 0-1 0 0,-1-1 1 0 0,0 1 0 0 0,1 0 0 0 0,-1 0 0 0 0,1 0 0 0 0,-1 0-1 0 0,1 0 1 0 0,-1 0 0 0 0,1 1 0 0 0,-1-1 0 0 0,1 0-1 0 0,-1 0 1 0 0,1 0 0 0 0,-1 0 0 0 0,1 0 0 0 0,-1 1 0 0 0,1-1-1 0 0,-1 0 1 0 0,0 0 0 0 0,1 1 0 0 0,-1-1 0 0 0,1 1-1 0 0,13 17-734 0 0,-11-5 864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5.0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182 167 2761 0 0,'5'-8'-65'0'0,"0"0"0"0"0,-1-1 1 0 0,1 1-1 0 0,-2-1 1 0 0,5-14-1 0 0,-6 15 646 0 0,1-1-1 0 0,-2 0 1 0 0,1 1 0 0 0,-1-1-1 0 0,0 0 1 0 0,-1-10-1 0 0,0 18-371 0 0,0-1 0 0 0,-1 1-1 0 0,1 0 1 0 0,0-1-1 0 0,0 1 1 0 0,-1 0 0 0 0,1 0-1 0 0,-1-1 1 0 0,1 1-1 0 0,-1 0 1 0 0,1 0 0 0 0,-1 0-1 0 0,0 0 1 0 0,0 0-1 0 0,1-1 1 0 0,-1 1-1 0 0,0 1 1 0 0,0-1 0 0 0,0 0-1 0 0,0 0 1 0 0,0 0-1 0 0,0 0 1 0 0,0 1 0 0 0,-3-2-1 0 0,2 1 62 0 0,-1 1 0 0 0,0-1 0 0 0,0 1 0 0 0,1-1 1 0 0,-1 1-1 0 0,0 0 0 0 0,0 0 0 0 0,0 0 0 0 0,1 1 0 0 0,-1-1 0 0 0,-3 2 0 0 0,-4 0 436 0 0,0 1 1 0 0,1 1 0 0 0,-1 0-1 0 0,1 0 1 0 0,-12 8-1 0 0,14-6-641 0 0,1 0 0 0 0,-1 0 0 0 0,1 0 0 0 0,0 1 0 0 0,1 0 0 0 0,-1 0 0 0 0,1 1 0 0 0,1-1 0 0 0,0 1 0 0 0,0 0 1 0 0,-4 11-1 0 0,2-2-36 0 0,0 0 1 0 0,1 1-1 0 0,1-1 1 0 0,-3 30-1 0 0,6-30-30 0 0,1-1 0 0 0,0 1 0 0 0,1 0 0 0 0,1-1 0 0 0,0 1 0 0 0,9 29-1 0 0,-10-40-31 0 0,1-1-1 0 0,-1 0 0 0 0,1-1 0 0 0,0 1 0 0 0,1 0 0 0 0,-1 0 0 0 0,1-1 1 0 0,0 0-1 0 0,0 1 0 0 0,1-1 0 0 0,-1 0 0 0 0,1-1 0 0 0,0 1 0 0 0,0-1 1 0 0,0 1-1 0 0,0-1 0 0 0,0 0 0 0 0,1-1 0 0 0,-1 1 0 0 0,1-1 0 0 0,0 0 1 0 0,0 0-1 0 0,0 0 0 0 0,0-1 0 0 0,9 2 0 0 0,-12-3 29 0 0,-1 1-1 0 0,1-1 0 0 0,0 0 1 0 0,-1 0-1 0 0,1 0 1 0 0,-1 0-1 0 0,1-1 0 0 0,0 1 1 0 0,-1 0-1 0 0,1-1 1 0 0,-1 1-1 0 0,1-1 0 0 0,-1 1 1 0 0,1-1-1 0 0,-1 0 1 0 0,1 1-1 0 0,-1-1 0 0 0,0 0 1 0 0,1 0-1 0 0,-1 0 1 0 0,0 0-1 0 0,0 0 1 0 0,0-1-1 0 0,0 1 0 0 0,0 0 1 0 0,0 0-1 0 0,0-1 1 0 0,0 1-1 0 0,0 0 0 0 0,0-1 1 0 0,-1 1-1 0 0,1-1 1 0 0,-1 1-1 0 0,1-1 0 0 0,-1 0 1 0 0,0 1-1 0 0,1-1 1 0 0,-1 1-1 0 0,0-3 0 0 0,0 0-62 0 0,0 1-1 0 0,0-1 0 0 0,0 0 1 0 0,-1 1-1 0 0,1-1 0 0 0,-1 0 0 0 0,0 1 1 0 0,0-1-1 0 0,0 1 0 0 0,-1-1 0 0 0,1 1 1 0 0,-1 0-1 0 0,0 0 0 0 0,0-1 0 0 0,0 1 1 0 0,-3-3-1 0 0,4 5 66 0 0,0 0 1 0 0,0 0-1 0 0,-1-1 1 0 0,1 1-1 0 0,0-1 1 0 0,1 1-1 0 0,-1-1 1 0 0,0 1-1 0 0,0-1 1 0 0,1 1-1 0 0,-1-1 1 0 0,1 1-1 0 0,-1-1 1 0 0,1 0-1 0 0,0 1 1 0 0,-1-1-1 0 0,1 0 1 0 0,0 1-1 0 0,0-1 1 0 0,0 0-1 0 0,0 0 1 0 0,1 1-1 0 0,-1-3 1 0 0,2 0-4 0 0,-1 1 1 0 0,1-1 0 0 0,-1 1-1 0 0,1-1 1 0 0,0 1-1 0 0,1 0 1 0 0,-1 0 0 0 0,0-1-1 0 0,6-4 1 0 0,0 1-2 0 0,-1 1 0 0 0,1-1 1 0 0,1 2-1 0 0,-1-1 0 0 0,1 1 0 0 0,0 0 1 0 0,13-5-1 0 0,-18 9 30 0 0,-1 0 1 0 0,0 0-1 0 0,0 1 0 0 0,1-1 1 0 0,-1 1-1 0 0,0-1 1 0 0,1 1-1 0 0,-1 0 0 0 0,0 1 1 0 0,1-1-1 0 0,-1 0 1 0 0,0 1-1 0 0,0 0 0 0 0,1 0 1 0 0,-1 0-1 0 0,0 0 1 0 0,0 0-1 0 0,5 3 0 0 0,-3 0 59 0 0,-1-1 0 0 0,-1 0 0 0 0,1 1 0 0 0,0 0 0 0 0,-1 0 0 0 0,0 0-1 0 0,1 0 1 0 0,-2 0 0 0 0,1 1 0 0 0,0-1 0 0 0,1 6 0 0 0,2 6 127 0 0,0 0 1 0 0,-2 0-1 0 0,0 1 1 0 0,-1-1 0 0 0,0 1-1 0 0,0 24 1 0 0,-5 26-139 0 0,0 5-3439 0 0,4-57-2935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5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250 7 3225 0 0,'25'-6'9851'0'0,"-44"27"-8372"0"0,19-21-1455 0 0,-185 228 4008 0 0,149-179-3584 0 0,30-41-412 0 0,3-5-13 0 0,0 0 1 0 0,0 0 0 0 0,1 0 0 0 0,-1 1 0 0 0,1-1-1 0 0,0 1 1 0 0,0 0 0 0 0,0-1 0 0 0,0 1 0 0 0,1 0 0 0 0,0 0-1 0 0,-2 6 1 0 0,4-10-36 0 0,-1 1 0 0 0,1-1 0 0 0,-1 1 1 0 0,1-1-1 0 0,-1 0 0 0 0,1 0 0 0 0,-1 1 0 0 0,1-1 0 0 0,-1 0 0 0 0,1 0 0 0 0,0 0 0 0 0,-1 0 0 0 0,1 1 0 0 0,0-1 1 0 0,-1 0-1 0 0,1 0 0 0 0,-1 0 0 0 0,1 0 0 0 0,0 0 0 0 0,-1-1 0 0 0,1 1 0 0 0,-1 0 0 0 0,1 0 0 0 0,0 0 0 0 0,22-5-195 0 0,-18 4 143 0 0,8-1 56 0 0,0 1 1 0 0,0 0-1 0 0,0 1 1 0 0,0 0-1 0 0,0 1 1 0 0,-1 1 0 0 0,1 0-1 0 0,0 1 1 0 0,0 0-1 0 0,-1 1 1 0 0,0 0-1 0 0,0 1 1 0 0,21 12-1 0 0,0 3-5 0 0,-1 2-1 0 0,-1 1 1 0 0,38 36-1 0 0,-51-45-872 0 0,-13-11 12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6.1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44 168 3225 0 0,'-7'-4'-215'0'0,"-14"-8"2585"0"0,20 11-2120 0 0,1 1 0 0 0,-1 0 1 0 0,1-1-1 0 0,-1 1 0 0 0,0 0 0 0 0,1 0 1 0 0,-1-1-1 0 0,0 1 0 0 0,1 0 1 0 0,-1 0-1 0 0,0 0 0 0 0,1 0 1 0 0,-1 0-1 0 0,0 0 0 0 0,0 0 0 0 0,1 0 1 0 0,-1 0-1 0 0,0 0 0 0 0,1 1 1 0 0,-1-1-1 0 0,-1 0 0 0 0,3 3 126 0 0,0-1 0 0 0,1 0 1 0 0,-1 0-1 0 0,0 0 0 0 0,1 0 0 0 0,-1 0 0 0 0,1 0 0 0 0,-1-1 0 0 0,1 1 0 0 0,0 0 0 0 0,0-1 0 0 0,0 1 0 0 0,2 0 0 0 0,-2 0 22 0 0,14 11 228 0 0,0 0 0 0 0,-2 2 0 0 0,0-1 0 0 0,0 2 0 0 0,-2 0 0 0 0,22 34 0 0 0,-18-20-579 0 0,2-1-1 0 0,1 0 1 0 0,31 36-1 0 0,-41-55-23 0 0,0-1-1 0 0,0 0 1 0 0,1-1 0 0 0,0 0 0 0 0,0 0-1 0 0,1-1 1 0 0,0 0 0 0 0,0-1 0 0 0,1 0-1 0 0,0-1 1 0 0,0-1 0 0 0,17 5 0 0 0,-28-8-1 0 0,0-1 1 0 0,0 0 0 0 0,0 0 0 0 0,0 0 0 0 0,0 0 0 0 0,0 0-1 0 0,0 0 1 0 0,0 0 0 0 0,0 0 0 0 0,0 0 0 0 0,0 0 0 0 0,0-1-1 0 0,0 1 1 0 0,0 0 0 0 0,0-1 0 0 0,0 1 0 0 0,0-1 0 0 0,0 1 0 0 0,-1-1-1 0 0,1 1 1 0 0,0-1 0 0 0,0 0 0 0 0,0 1 0 0 0,-1-1 0 0 0,1 0-1 0 0,0 0 1 0 0,-1 1 0 0 0,1-1 0 0 0,-1 0 0 0 0,1 0 0 0 0,-1 0-1 0 0,1 0 1 0 0,-1 0 0 0 0,1 0 0 0 0,-1 0 0 0 0,0 0 0 0 0,0 0-1 0 0,1 0 1 0 0,-1 0 0 0 0,0 0 0 0 0,0 0 0 0 0,0 0 0 0 0,0 0 0 0 0,0 0-1 0 0,-1-1 1 0 0,1-9-7 0 0,-1 0-1 0 0,0 0 1 0 0,-4-16-1 0 0,2 12 85 0 0,-20-108 330 0 0,13 79-468 0 0,1 0-1 0 0,3-1 0 0 0,-1-66 1 0 0,7 99-356 0 0,1 0 1 0 0,0 1-1 0 0,6-22 0 0 0,4 5-5878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6.5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1 148 3681 0 0,'21'-12'2546'0'0,"9"-6"809"0"0,60-27 1 0 0,-49 30-2613 0 0,1 1 0 0 0,69-14 0 0 0,-33 14-4133 0 0,-66 13 2207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6.7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2304 0 0,'3'1'1874'0'0,"4"1"-498"0"0,-1 1 1 0 0,1 0-1 0 0,-1 0 0 0 0,1 1 1 0 0,9 7-1 0 0,-12-6-926 0 0,0 1 0 0 0,0 0 1 0 0,-1 0-1 0 0,0 0 0 0 0,0 1 0 0 0,-1-1 0 0 0,0 1 0 0 0,0-1 1 0 0,0 1-1 0 0,0 7 0 0 0,5 75 1243 0 0,-6-54-1391 0 0,17 101-2101 0 0,-15-119 764 0 0,1 13-5024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7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3073 1 6449 0 0,'18'5'10451'0'0,"-13"20"-9562"0"0,0-1 1 0 0,-2 1-1 0 0,0 0 1 0 0,-2 29-1 0 0,3 23-322 0 0,3-21-412 0 0,24 85 1 0 0,3 14-160 0 0,-30-109-91 0 0,-2 0 1 0 0,-3 0-1 0 0,-1 0 1 0 0,-12 62 0 0 0,13-96 114 0 0,-1-1 0 0 0,0 1 0 0 0,-1 0 0 0 0,0-1 0 0 0,-1 0 0 0 0,0 1 0 0 0,-1-1 0 0 0,0-1 0 0 0,-1 1 0 0 0,0-1 0 0 0,-1 0 0 0 0,0 0 0 0 0,0-1 0 0 0,-1 0 0 0 0,0 0 0 0 0,-1-1 0 0 0,0 0 0 0 0,0-1 0 0 0,0 0 0 0 0,-1 0 0 0 0,-18 9 0 0 0,-34 16 54 0 0,-1-2 1 0 0,-1-3 0 0 0,-1-3-1 0 0,-1-3 1 0 0,-88 17 0 0 0,-239 54-405 0 0,-10 2-118 0 0,85-63-397 0 0,212-26 672 0 0,-114 22 0 0 0,-377 81-1294 0 0,303-64 2941 0 0,242-37-1019 0 0,43-6-596 0 0,-72 6-171 0 0,41-11-2599 0 0,36 4 1993 0 0,0-1 0 0 0,1-1 0 0 0,-1 1 1 0 0,0 0-1 0 0,1-1 0 0 0,-1 0 0 0 0,-3-2 1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8.1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66 5817 0 0,'-7'-24'444'0'0,"5"18"263"0"0,1 1 1 0 0,-1-1-1 0 0,0 1 1 0 0,0-1-1 0 0,0 1 1 0 0,-7-3 2541 0 0,5 19-2158 0 0,1 12-166 0 0,2 23 7 0 0,1-1-1 0 0,14 90 0 0 0,30 90-300 0 0,-27-147-359 0 0,118 490 311 0 0,-116-492-475 0 0,-4-13-664 0 0,3-1 0 0 0,2 0 1 0 0,41 84-1 0 0,-55-135-1065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28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0 890 1496 0 0,'26'-29'1282'0'0,"-22"23"-830"0"0,1 1-1 0 0,-1-1 0 0 0,1 1 0 0 0,1 0 0 0 0,-1 0 0 0 0,1 1 0 0 0,-1 0 0 0 0,1 0 0 0 0,10-5 1 0 0,47-16 948 0 0,0 3 1 0 0,70-13 0 0 0,39-14-42 0 0,404-117-79 0 0,-333 101-656 0 0,238-32 1607 0 0,-461 94-2152 0 0,159-22 95 0 0,-82 14-74 0 0,119-30 1 0 0,-132 19 171 0 0,2 1 993 0 0,-2-4 1 0 0,156-67 0 0 0,-206 76-1156 0 0,0 1 0 0 0,2 2 1 0 0,0 2-1 0 0,0 1 0 0 0,1 1 0 0 0,64-5 1 0 0,-53 7 123 0 0,-38 4-153 0 0,0 2-1 0 0,0-1 1 0 0,0 1-1 0 0,1 1 1 0 0,-1 0-1 0 0,0 0 1 0 0,10 3 0 0 0,-17-3-422 0 0,0-1 1 0 0,0 1-1 0 0,-1 0 0 0 0,1-1 1 0 0,0 1-1 0 0,-1-1 1 0 0,1 0-1 0 0,-1 0 1 0 0,1 0-1 0 0,4-3 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4.8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349 124 5529 0 0,'-3'-8'387'0'0,"0"0"0"0"0,-1 0 0 0 0,0 0 0 0 0,0 1 0 0 0,-1 0 1 0 0,0 0-1 0 0,0 0 0 0 0,-1 0 0 0 0,0 1 0 0 0,0 0 0 0 0,0 0 0 0 0,-1 1 0 0 0,-11-8 0 0 0,14 10-149 0 0,-1 1 0 0 0,1-1 0 0 0,-1 1 0 0 0,1 0 0 0 0,-1 0 0 0 0,0 1-1 0 0,0-1 1 0 0,0 1 0 0 0,0 0 0 0 0,0 1 0 0 0,0-1 0 0 0,0 1 0 0 0,0 0 0 0 0,0 0 0 0 0,-1 0 0 0 0,1 1 0 0 0,0 0 0 0 0,0 0 0 0 0,0 0 0 0 0,0 1-1 0 0,1 0 1 0 0,-1-1 0 0 0,-8 6 0 0 0,4-1-186 0 0,-1 0 1 0 0,1 1-1 0 0,0 1 0 0 0,0-1 0 0 0,1 1 0 0 0,0 1 1 0 0,0-1-1 0 0,1 1 0 0 0,0 1 0 0 0,1-1 0 0 0,-8 17 1 0 0,7-10 89 0 0,0 0 1 0 0,2 0 0 0 0,0 1-1 0 0,1 0 1 0 0,0 0 0 0 0,2 0 0 0 0,-1 18-1 0 0,2 7 123 0 0,3 0-1 0 0,1-1 0 0 0,3 1 1 0 0,1-1-1 0 0,18 63 0 0 0,-17-80-284 0 0,0 0 0 0 0,2 0 0 0 0,0 0 1 0 0,17 26-1 0 0,-21-41 10 0 0,0 0 0 0 0,0 0 1 0 0,1 0-1 0 0,0-1 0 0 0,0 0 1 0 0,1 0-1 0 0,0-1 0 0 0,0 0 1 0 0,1-1-1 0 0,0 1 0 0 0,0-2 1 0 0,16 8-1 0 0,-20-11 22 0 0,0 0-1 0 0,1 0 1 0 0,-1-1 0 0 0,0 0-1 0 0,1 0 1 0 0,-1 0-1 0 0,1-1 1 0 0,-1 0 0 0 0,1 0-1 0 0,-1 0 1 0 0,1-1 0 0 0,-1 1-1 0 0,0-1 1 0 0,1-1 0 0 0,-1 1-1 0 0,0-1 1 0 0,1 0 0 0 0,-1 0-1 0 0,0 0 1 0 0,-1-1 0 0 0,1 0-1 0 0,0 0 1 0 0,-1 0 0 0 0,0 0-1 0 0,1-1 1 0 0,3-5 0 0 0,-1 2 61 0 0,-1-1 1 0 0,0 0 0 0 0,0 0-1 0 0,-1-1 1 0 0,0 1-1 0 0,0-1 1 0 0,-1 0 0 0 0,-1-1-1 0 0,1 1 1 0 0,-1-1 0 0 0,-1 1-1 0 0,0-1 1 0 0,1-16 0 0 0,0-27 140 0 0,-3 1 1 0 0,-2 0-1 0 0,-11-66 1 0 0,7 83-86 0 0,-1 1 0 0 0,-2 1 0 0 0,-2 0 0 0 0,0 0 0 0 0,-32-59 0 0 0,35 75-244 0 0,-2 1 0 0 0,0 0 0 0 0,-1 0 0 0 0,0 1 0 0 0,-1 1 1 0 0,-16-16-1 0 0,28 30 51 0 0,-1-1 0 0 0,1 1 0 0 0,0-1 0 0 0,-1 1 0 0 0,1 0 1 0 0,-1-1-1 0 0,1 1 0 0 0,0 0 0 0 0,-1-1 0 0 0,1 1 0 0 0,-1 0 1 0 0,1-1-1 0 0,-1 1 0 0 0,1 0 0 0 0,-1 0 0 0 0,1-1 0 0 0,-1 1 1 0 0,1 0-1 0 0,-1 0 0 0 0,1 0 0 0 0,-1 0 0 0 0,1 0 0 0 0,-1 0 0 0 0,0 0 1 0 0,1 0-1 0 0,-1 0 0 0 0,1 0 0 0 0,-1 0 0 0 0,1 0 0 0 0,-1 0 1 0 0,1 0-1 0 0,-1 1 0 0 0,1-1 0 0 0,-1 0 0 0 0,1 0 0 0 0,-1 1 0 0 0,1-1 1 0 0,-1 0-1 0 0,1 1 0 0 0,-1-1 0 0 0,1 0 0 0 0,0 1 0 0 0,-1-1 1 0 0,1 1-1 0 0,0-1 0 0 0,-1 1 0 0 0,-1 6-1444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5.1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 12443 0 0,'0'1'41'0'0,"0"-1"1"0"0,0 0-1 0 0,0 0 1 0 0,0 0 0 0 0,0 0-1 0 0,0 0 1 0 0,1 0-1 0 0,-1 0 1 0 0,0 0 0 0 0,0 1-1 0 0,0-1 1 0 0,0 0-1 0 0,0 0 1 0 0,0 0 0 0 0,1 0-1 0 0,-1 0 1 0 0,0 0-1 0 0,0 0 1 0 0,0 0 0 0 0,0 0-1 0 0,0 0 1 0 0,1 0-1 0 0,-1 0 1 0 0,0 0 0 0 0,0 0-1 0 0,0 0 1 0 0,0 0-1 0 0,1 0 1 0 0,-1 0 0 0 0,0 0-1 0 0,0 0 1 0 0,0 0-1 0 0,0 0 1 0 0,0 0-1 0 0,0-1 1 0 0,1 1 0 0 0,-1 0-1 0 0,0 0 1 0 0,0 0-1 0 0,0 0 1 0 0,0 0 0 0 0,0 0-1 0 0,0 0 1 0 0,0-1-1 0 0,1 1 1 0 0,-1 0 0 0 0,0 0-1 0 0,0 0 1 0 0,0 0-1 0 0,0 0 1 0 0,0 0 0 0 0,0-1-1 0 0,0 1 1 0 0,0 0-1 0 0,0 0 1 0 0,0 0 0 0 0,0 0-1 0 0,0-1 1 0 0,0 1-1 0 0,0 0 1 0 0,0 0 0 0 0,0 0-1 0 0,0 0 1 0 0,0 0-1 0 0,0-1 1 0 0,0 1 0 0 0,0 0-1 0 0,0 0 1 0 0,0 0-1 0 0,7 13 1897 0 0,8 80 305 0 0,-2-9-1049 0 0,36 124 0 0 0,-21-130-1580 0 0,75 144 0 0 0,-102-220 8 0 0,13 30-897 0 0,-13-11-5943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5.4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14 209 5985 0 0,'-3'-4'110'0'0,"2"0"0"0"0,-1 0 0 0 0,0 0 0 0 0,1 0 0 0 0,0 0 0 0 0,0 0-1 0 0,0-1 1 0 0,0 1 0 0 0,1 0 0 0 0,-1-1 0 0 0,1 1 0 0 0,0 0 0 0 0,1-1 0 0 0,-1 1-1 0 0,1 0 1 0 0,0 0 0 0 0,0-1 0 0 0,0 1 0 0 0,0 0 0 0 0,1 0 0 0 0,0 0 0 0 0,-1 0-1 0 0,2 0 1 0 0,-1 1 0 0 0,4-6 0 0 0,-1 3 152 0 0,0-1 0 0 0,0 1 1 0 0,0 0-1 0 0,1 0 0 0 0,0 1 0 0 0,1 0 0 0 0,-1 0 1 0 0,1 0-1 0 0,0 1 0 0 0,0 0 0 0 0,0 0 0 0 0,13-4 1 0 0,74-14 1985 0 0,-78 19-2448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5.6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1 220 3209 0 0,'54'-22'5287'0'0,"-19"0"-3657"0"0,-2-2-1 0 0,38-33 0 0 0,24-18-5035 0 0,-67 55 2030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5.9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0 6913 0 0,'-1'1'137'0'0,"-1"1"-1"0"0,0-1 0 0 0,1 1 0 0 0,0-1 1 0 0,-1 1-1 0 0,1-1 0 0 0,0 1 0 0 0,0 0 1 0 0,0 0-1 0 0,0 0 0 0 0,0-1 0 0 0,0 1 1 0 0,0 0-1 0 0,1 0 0 0 0,-1 0 0 0 0,1 0 1 0 0,0 0-1 0 0,-1 0 0 0 0,1 1 0 0 0,0-1 1 0 0,0 0-1 0 0,1 4 0 0 0,6 57 3846 0 0,-4-45-3036 0 0,5 31 949 0 0,3 0 0 0 0,17 52 0 0 0,47 89-321 0 0,-60-156-1569 0 0,-1 1-1 0 0,9 36 1 0 0,-14-22-2370 0 0,-5 0-3494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6.1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1 457 4145 0 0,'0'-10'324'0'0,"-1"0"1"0"0,1 1-1 0 0,0-1 1 0 0,1 1-1 0 0,1-1 0 0 0,-1 1 1 0 0,1-1-1 0 0,1 1 1 0 0,0 0-1 0 0,0 0 0 0 0,0 0 1 0 0,1 1-1 0 0,6-10 1 0 0,-1-2 85 0 0,8-18 1212 0 0,2 0-1 0 0,1 0 1 0 0,2 2 0 0 0,1 1 0 0 0,55-63 0 0 0,-77 97-1715 0 0,0 0-1 0 0,1-1 0 0 0,-1 1 1 0 0,0 0-1 0 0,1 0 1 0 0,-1 0-1 0 0,1 0 1 0 0,0 0-1 0 0,-1 0 1 0 0,1 0-1 0 0,0 1 1 0 0,-1-1-1 0 0,1 1 1 0 0,2-1-1 0 0,-3 1-58 0 0,0 0 1 0 0,0 0-1 0 0,0 0 0 0 0,0 1 0 0 0,0-1 1 0 0,0 0-1 0 0,-1 1 0 0 0,1-1 0 0 0,0 0 1 0 0,0 1-1 0 0,0-1 0 0 0,0 1 0 0 0,-1-1 1 0 0,1 1-1 0 0,0 0 0 0 0,0-1 0 0 0,-1 1 1 0 0,1 0-1 0 0,0-1 0 0 0,-1 1 0 0 0,1 0 1 0 0,-1 0-1 0 0,1 0 0 0 0,-1 0 0 0 0,0-1 1 0 0,1 1-1 0 0,0 2 0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36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2 166 10594 0 0,'-1'6'4426'0'0,"26"-19"-2623"0"0,37-26-6 0 0,44-29 398 0 0,-32 28-4373 0 0,-52 29-4560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51.3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1 195 5065 0 0,'10'-11'3939'0'0,"-10"12"-3895"0"0,-1-1 1 0 0,1 0 0 0 0,0 0-1 0 0,0 0 1 0 0,0 1-1 0 0,0-1 1 0 0,0 0-1 0 0,-1 0 1 0 0,1 0-1 0 0,0 1 1 0 0,0-1-1 0 0,0 0 1 0 0,0 0 0 0 0,0 0-1 0 0,0 1 1 0 0,0-1-1 0 0,0 0 1 0 0,0 0-1 0 0,0 1 1 0 0,0-1-1 0 0,0 0 1 0 0,0 0 0 0 0,0 1-1 0 0,0-1 1 0 0,0 0-1 0 0,0 0 1 0 0,0 1-1 0 0,0-1 1 0 0,0 0-1 0 0,0 0 1 0 0,0 0 0 0 0,0 1-1 0 0,1-1 1 0 0,-1 0-1 0 0,0 0 1 0 0,0 0-1 0 0,0 1 1 0 0,0-1-1 0 0,1 0 1 0 0,-1 0 0 0 0,0 0-1 0 0,0 0 1 0 0,0 1-1 0 0,1-1 1 0 0,-1 0-1 0 0,0 0 1 0 0,0 0-1 0 0,0 0 1 0 0,1 0 0 0 0,-1 0-1 0 0,0 0 1 0 0,0 0-1 0 0,1 0 1 0 0,-1 0-1 0 0,0 0 1 0 0,0 0-1 0 0,1 0 1 0 0,-1 0-1 0 0,0 0 1 0 0,0 0 0 0 0,1 0-1 0 0,-1 0 1 0 0,0 0-1 0 0,0 0 1 0 0,0 0-1 0 0,1 0 1 0 0,-1 0-1 0 0,0 0 1 0 0,1-1 0 0 0,-2 3 682 0 0,1 20 5220 0 0,1-23-5860 0 0,5-1 39 0 0,2-2 37 0 0,0 0-1 0 0,1 1 1 0 0,-1 0-1 0 0,1 1 1 0 0,-1 0-1 0 0,1 0 1 0 0,0 1-1 0 0,-1 0 1 0 0,15 0-1 0 0,-10 1-47 0 0,1 0 0 0 0,-1-1 0 0 0,0-1-1 0 0,0 0 1 0 0,-1-1 0 0 0,1 0 0 0 0,0-1 0 0 0,15-7 0 0 0,-15 5 17 0 0,0 1 0 0 0,0 1 0 0 0,0 1 0 0 0,1 0 0 0 0,-1 0 0 0 0,1 1 0 0 0,24 0 0 0 0,-2 5-115 0 0,1 1 30 0 0,1-2-1 0 0,47-4 0 0 0,98-8 115 0 0,8 1 42 0 0,-170 8-195 0 0,1 1 1 0 0,-1 1-1 0 0,39 7 1 0 0,9 0 74 0 0,-27-8-36 0 0,0-1-1 0 0,47-9 0 0 0,-88 10-46 0 0,39-6 9 0 0,-19 3 3 0 0,0 0 0 0 0,0 1 0 0 0,1 1-1 0 0,-1 1 1 0 0,22 3 0 0 0,-21-1-12 0 0,0-1 0 0 0,1-2 0 0 0,-1 0 0 0 0,43-7 0 0 0,-42 3 0 0 0,0 2 0 0 0,1 1 0 0 0,-1 1 0 0 0,36 4 0 0 0,153 33 144 0 0,-141-23-113 0 0,1-2 0 0 0,-1-4 0 0 0,78-1 0 0 0,-59-4 13 0 0,-43 0-4 0 0,0-2 0 0 0,76-10 0 0 0,-34 0 144 0 0,155 2 0 0 0,-227 8-178 0 0,462 28 132 0 0,-426-21-95 0 0,0-2 0 0 0,0-3-1 0 0,-1-1 1 0 0,57-8 0 0 0,114-5-326 0 0,-65 6 184 0 0,-107 5 379 0 0,66 6 0 0 0,30 0-61 0 0,351-39-182 0 0,-441 29-42 0 0,70-14 0 0 0,-71 9 69 0 0,69-4 0 0 0,-26 7 115 0 0,-49 3-112 0 0,0 2 0 0 0,59 4 0 0 0,415 35 28 0 0,-181-41-29 0 0,-100-3 116 0 0,-62-1-182 0 0,44 0 0 0 0,379 12 0 0 0,-536-3 0 0 0,86 12 0 0 0,-100-7 0 0 0,230 10 0 0 0,-13-1 0 0 0,190-1 3 0 0,-388-14 4 0 0,454 9 142 0 0,236-3 84 0 0,-429-36-183 0 0,-145 10-28 0 0,267-20-22 0 0,-185 12 1 0 0,159-13 198 0 0,33 25-143 0 0,-220 15 71 0 0,-89-2-110 0 0,-41 15 948 0 0,-112-11-975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58.9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1138 3681 0 0,'-13'22'1267'0'0,"1"0"1"0"0,-16 41 0 0 0,0-2 5928 0 0,36-87-5696 0 0,15-32-1022 0 0,284-404 2971 0 0,-231 368-2777 0 0,11-18 730 0 0,-73 92-1341 0 0,0 0 0 0 0,2 0 0 0 0,0 2 0 0 0,1 0 0 0 0,1 1 0 0 0,1 1 0 0 0,0 0 0 0 0,24-13 0 0 0,-15 12-13 0 0,8-6-28 0 0,1 1 0 0 0,2 2 0 0 0,68-25 0 0 0,-64 30 0 0 0,61-31 0 0 0,-72 30-11 0 0,0 2-1 0 0,2 1 1 0 0,56-15 0 0 0,-11 17 38 0 0,-54 9-20 0 0,0-1 0 0 0,40-11 0 0 0,-36 6 37 0 0,1 1 0 0 0,0 2 0 0 0,1 1 0 0 0,46 0 0 0 0,-14 6-50 0 0,-36 0-30 0 0,1-1 1 0 0,32-5 0 0 0,109-10 148 0 0,-90 9-138 0 0,-55 3 14 0 0,120-5 150 0 0,-46 0-112 0 0,-70 4-25 0 0,0 1 1 0 0,0 1-1 0 0,39 4 0 0 0,-18 2 16 0 0,1-2 1 0 0,0-2-1 0 0,0-3 1 0 0,88-13-1 0 0,-104 12 13 0 0,0 1 0 0 0,1 1-1 0 0,38 6 1 0 0,-39-3-64 0 0,1 0 1 0 0,-1-3-1 0 0,39-4 0 0 0,-2-3 45 0 0,1 3 0 0 0,0 3 0 0 0,128 14 0 0 0,0-8 67 0 0,-44-4-38 0 0,222 34-93 0 0,-266-22 96 0 0,144-4 0 0 0,-41 9 160 0 0,-33-1 56 0 0,-10-2-299 0 0,-106-7 20 0 0,0-2 0 0 0,70-5 0 0 0,-24-6-1 0 0,-45 4 0 0 0,122-20 0 0 0,-124 9 8 0 0,115-6 0 0 0,-88 14 104 0 0,151-28 0 0 0,-198 26-113 0 0,0 2 0 0 0,0 3 0 0 0,56 3 0 0 0,55-3 59 0 0,-58-2-53 0 0,110 11 0 0 0,-86-1-5 0 0,225 0 246 0 0,-171 1-391 0 0,50 0 120 0 0,49 2 97 0 0,-1 0-68 0 0,-253-10-3 0 0,618-29 62 0 0,-490 28 55 0 0,156 17-1 0 0,-187-7-87 0 0,427 10-43 0 0,-324-13 10 0 0,-24 6-11 0 0,58 0-39 0 0,156-1 40 0 0,-374-9 12 0 0,83 5 12 0 0,132 1 45 0 0,267-41 174 0 0,-441 25-198 0 0,-38 4 11 0 0,1 1 0 0 0,-1 1 1 0 0,55 5-1 0 0,-20 4 132 0 0,67 10 213 0 0,-101-2-311 0 0,-36-11-304 0 0,0-1 0 0 0,0 0 0 0 0,0 0 0 0 0,0 0 0 0 0,0-1 0 0 0,1 0 0 0 0,-1 0 0 0 0,1 0 0 0 0,9-1 0 0 0,-8 0-397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1:59.8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76 7834 0 0,'-5'-17'1157'0'0,"3"10"-168"0"0,1 1-1 0 0,-1 0 1 0 0,0 0-1 0 0,-1 0 1 0 0,1 0-1 0 0,-1 0 1 0 0,-7-10 0 0 0,17 51 1196 0 0,130 808-1215 0 0,-130-749-1183 0 0,-4 1-1 0 0,-10 98 1 0 0,7-161-2742 0 0,1-29 1818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2:01.1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80 347 6913 0 0,'-9'-5'241'0'0,"-2"-1"418"0"0,0 0 0 0 0,-18-14-1 0 0,28 19-532 0 0,-1 0-1 0 0,1 0 0 0 0,0 0 0 0 0,-1 0 0 0 0,1 0 1 0 0,0 0-1 0 0,0-1 0 0 0,0 1 0 0 0,0 0 0 0 0,0-1 1 0 0,0 1-1 0 0,0-1 0 0 0,0 1 0 0 0,1-1 0 0 0,-1 0 1 0 0,0 1-1 0 0,1-1 0 0 0,-1 0 0 0 0,1 1 1 0 0,0-1-1 0 0,0 0 0 0 0,0 1 0 0 0,0-1 0 0 0,0 0 1 0 0,0 0-1 0 0,0 1 0 0 0,0-1 0 0 0,1-2 0 0 0,1 1-25 0 0,-1 1 0 0 0,0 0 0 0 0,1 0 0 0 0,0 1 0 0 0,0-1 0 0 0,-1 0 0 0 0,1 0 0 0 0,0 1 1 0 0,0-1-1 0 0,1 1 0 0 0,-1 0 0 0 0,0 0 0 0 0,0-1 0 0 0,4 0 0 0 0,39-12 576 0 0,-31 11-595 0 0,85-20 353 0 0,1 5 0 0 0,125-7-1 0 0,-40 5-163 0 0,118-21 16 0 0,193-24 1488 0 0,-1 36 372 0 0,-421 29-1946 0 0,1 4-1 0 0,121 21 0 0 0,-166-20-164 0 0,-1-3 1 0 0,52 0-1 0 0,-56-3-197 0 0,0 1-1 0 0,1 2 0 0 0,-1 0 1 0 0,39 10-1 0 0,-48-8 338 0 0,-9-2-169 0 0,0 0 0 0 0,0 0 0 0 0,0 1 0 0 0,0 0 0 0 0,7 4 0 0 0,-11-5 35 0 0,0 0 1 0 0,0 0-1 0 0,-1 1 0 0 0,1-1 1 0 0,-1 1-1 0 0,1 0 0 0 0,-1 0 1 0 0,0 0-1 0 0,0 0 0 0 0,-1 0 1 0 0,1 1-1 0 0,0-1 0 0 0,1 6 1 0 0,107 363 1406 0 0,65 258-1468 0 0,-147-554-116 0 0,10 30 171 0 0,-35-93 30 0 0,0 0 0 0 0,-1 0 0 0 0,0 0 0 0 0,0 0 0 0 0,-2 0 1 0 0,0 16-1 0 0,0-25-40 0 0,-1 0-1 0 0,1 0 1 0 0,-1 0 0 0 0,0 0 0 0 0,0 0 0 0 0,0 0 0 0 0,-1-1 0 0 0,1 1 0 0 0,-1-1 0 0 0,0 1 0 0 0,0-1 0 0 0,0 1 0 0 0,0-1-1 0 0,0 0 1 0 0,-1 0 0 0 0,0 0 0 0 0,0 0 0 0 0,1-1 0 0 0,-2 1 0 0 0,1-1 0 0 0,0 0 0 0 0,-6 4 0 0 0,-1-2 38 0 0,1-1 1 0 0,-1 0-1 0 0,0 0 1 0 0,0-1 0 0 0,0 0-1 0 0,0-1 1 0 0,-16 0-1 0 0,-223 27 147 0 0,170-16-354 0 0,0-4-1 0 0,-112-1 0 0 0,21-17-172 0 0,-131-4 147 0 0,205 14 14 0 0,-110 14-1 0 0,136-5 132 0 0,-58 8-107 0 0,0-6 0 0 0,-142-5 0 0 0,27 1 6 0 0,105 1 65 0 0,-125-11 32 0 0,241 3-5 0 0,2 1 70 0 0,1-1-1 0 0,-1-1 1 0 0,1 0-1 0 0,-1-2 1 0 0,-21-5 0 0 0,24-4 255 0 0,16 12-345 0 0,1 0 0 0 0,0 0 0 0 0,-1-1 0 0 0,1 1 0 0 0,-1 0 0 0 0,1 0 0 0 0,0 0 0 0 0,-1-1 0 0 0,1 1 0 0 0,0 0 0 0 0,-1-1 0 0 0,1 1 0 0 0,0 0 0 0 0,0-1 0 0 0,-1 1 0 0 0,1-1-1 0 0,0 1 1 0 0,0 0 0 0 0,-1-1 0 0 0,1 1 0 0 0,0-1 0 0 0,0 1 0 0 0,0 0 0 0 0,0-1 0 0 0,0 1 0 0 0,0-1 0 0 0,0 1 0 0 0,0-1 0 0 0,0 1 0 0 0,0-1 0 0 0,0 1 0 0 0,0-1 0 0 0,0 1 0 0 0,0 0 0 0 0,0-1 0 0 0,0 1 0 0 0,0-1 0 0 0,1 1 0 0 0,-1-1 0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3:56.9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6971 176 1840 0 0,'7'-22'1603'0'0,"-6"21"-1344"0"0,-1 0 1 0 0,1-1-1 0 0,0 1 0 0 0,0-1 1 0 0,-1 1-1 0 0,1 0 1 0 0,-1-1-1 0 0,0 1 0 0 0,1-1 1 0 0,-1 0-1 0 0,0 1 0 0 0,0-1 1 0 0,0 1-1 0 0,0-1 1 0 0,0 1-1 0 0,0-1 0 0 0,0 1 1 0 0,0-1-1 0 0,-1 1 1 0 0,1-1-1 0 0,-1 1 0 0 0,0-3 1 0 0,-4-7 557 0 0,-1 1 0 0 0,0 0 0 0 0,0 0 0 0 0,0 0 0 0 0,-11-10 0 0 0,13 16-747 0 0,0 1-1 0 0,0 0 1 0 0,0 0-1 0 0,0 0 1 0 0,0 0 0 0 0,-1 1-1 0 0,1 0 1 0 0,-1 0 0 0 0,0 0-1 0 0,0 0 1 0 0,0 1-1 0 0,0 0 1 0 0,0 0 0 0 0,-8-1-1 0 0,-94-7 699 0 0,-1 5 1 0 0,1 5-1 0 0,-1 4 0 0 0,1 5 0 0 0,-125 27 0 0 0,134-11-476 0 0,-163 64-1 0 0,-84 65-171 0 0,73-31-135 0 0,-58 45-747 0 0,14 26 673 0 0,252-154 16 0 0,-86 63 31 0 0,31-20-120 0 0,55-37 112 0 0,2 2 0 0 0,2 3 0 0 0,2 2 0 0 0,-65 80-1 0 0,-19 15-165 0 0,83-90 99 0 0,-93 119 0 0 0,-246 349-454 0 0,264-361 532 0 0,-163 267 1 0 0,92-149-18 0 0,29-46-144 0 0,136-175 4 0 0,-147 203-451 0 0,122-184 615 0 0,-106 175 0 0 0,-95 228 32 0 0,167-331 24 0 0,58-93-10 0 0,-63 123 1 0 0,96-165-37 0 0,-164 330-169 0 0,-143 160-65 0 0,188-287 256 0 0,95-162 0 0 0,-249 486 42 0 0,247-477-33 0 0,3 1 0 0 0,4 1 0 0 0,2 2 0 0 0,-20 103 1 0 0,32-117 20 0 0,-66 345 21 0 0,60-283 320 0 0,-2 166 1 0 0,19-189-207 0 0,18 166 0 0 0,-13-236-136 0 0,2 0 0 0 0,1 0-1 0 0,2-1 1 0 0,0 0-1 0 0,2 0 1 0 0,1-1 0 0 0,1 0-1 0 0,1-1 1 0 0,1 0 0 0 0,29 37-1 0 0,-30-48-117 0 0,0-1-1 0 0,1 0 1 0 0,1-1-1 0 0,0-1 1 0 0,0 0 0 0 0,1-1-1 0 0,1-1 1 0 0,0 0-1 0 0,0-1 1 0 0,0-1-1 0 0,1-1 1 0 0,0 0-1 0 0,0-2 1 0 0,1 0-1 0 0,36 3 1 0 0,-23-4 18 0 0,0-3 0 0 0,0 0 0 0 0,0-2 0 0 0,0-2 0 0 0,-1-1 0 0 0,1-1 0 0 0,-1-1 0 0 0,49-20 0 0 0,-11-4 128 0 0,-1-4 0 0 0,-2-3-1 0 0,-2-2 1 0 0,64-52-1 0 0,47-29 111 0 0,-96 71-95 0 0,-3-5-1 0 0,80-73 1 0 0,-86 61-42 0 0,90-84 835 0 0,156-194 0 0 0,-45 39-233 0 0,-177 203-536 0 0,105-139 328 0 0,-53 58-80 0 0,168-210 835 0 0,94-143-812 0 0,-341 453-396 0 0,81-134 0 0 0,-98 137 21 0 0,4 3 0 0 0,89-101 1 0 0,-83 111 3 0 0,-4-2 0 0 0,-3-3 1 0 0,60-108-1 0 0,169-259-231 0 0,-169 269 226 0 0,-62 84-126 0 0,75-177 1 0 0,-36 65-7 0 0,225-370-159 0 0,-161 287 171 0 0,24-38-30 0 0,-146 272 141 0 0,287-424-689 0 0,-19 101 824 0 0,-262 324-10 0 0,-2-1 1 0 0,-2-2-1 0 0,-3-1 0 0 0,40-86 0 0 0,-48 88-107 0 0,-8 13 0 0 0,3 0 0 0 0,0 1 0 0 0,3 0 0 0 0,1 2 0 0 0,41-50 0 0 0,-48 68 129 0 0,-2-1-1 0 0,0 0 1 0 0,0-1-1 0 0,-2 0 0 0 0,0-1 1 0 0,14-31-1 0 0,81-233 782 0 0,-97 255-778 0 0,6-15 99 0 0,10-46 0 0 0,-22 72-229 0 0,-1 0 0 0 0,0 0 0 0 0,-1 0 1 0 0,0-1-1 0 0,-2 1 0 0 0,-3-23 0 0 0,-1 2-453 0 0,2 18 37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0.5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44 7834 0 0,'-15'-11'2399'0'0,"11"7"-1775"0"0,-1 1-1 0 0,0-1 1 0 0,1 1-1 0 0,-2 0 0 0 0,1 0 1 0 0,0 0-1 0 0,0 1 1 0 0,-1-1-1 0 0,-10-2 1 0 0,16 8-221 0 0,1 1 0 0 0,-1-1 0 0 0,1 0 0 0 0,-1 0 0 0 0,1-1 0 0 0,0 1 0 0 0,1 0 0 0 0,-1 0 0 0 0,3 4 0 0 0,154 285 2088 0 0,-143-265-2491 0 0,1-1 0 0 0,1-1 0 0 0,2-1 0 0 0,0 0 0 0 0,2-1 0 0 0,40 34 0 0 0,-59-55 5 0 0,-1-1 1 0 0,1 1-1 0 0,0-1 1 0 0,0 0-1 0 0,0 0 1 0 0,0 0-1 0 0,0 0 0 0 0,0 0 1 0 0,0 0-1 0 0,0 0 1 0 0,0-1-1 0 0,0 1 1 0 0,0-1-1 0 0,1 0 0 0 0,-1 1 1 0 0,0-1-1 0 0,0 0 1 0 0,0 0-1 0 0,1 0 1 0 0,-1-1-1 0 0,0 1 1 0 0,0-1-1 0 0,0 1 0 0 0,0-1 1 0 0,0 1-1 0 0,1-1 1 0 0,-1 0-1 0 0,0 0 1 0 0,-1 0-1 0 0,4-2 0 0 0,2-3 26 0 0,0-1-1 0 0,-1 0 1 0 0,1 0-1 0 0,-2 0 1 0 0,11-17-1 0 0,-14 21-29 0 0,167-229-214 0 0,-152 210-1812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0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1 10594 0 0,'-2'1'255'0'0,"1"0"-1"0"0,-1 0 1 0 0,1 0-1 0 0,-1 0 0 0 0,1 1 1 0 0,0-1-1 0 0,0 0 1 0 0,-1 1-1 0 0,1-1 1 0 0,0 1-1 0 0,0 0 1 0 0,1-1-1 0 0,-1 1 1 0 0,0 0-1 0 0,0-1 0 0 0,1 1 1 0 0,-1 0-1 0 0,1 0 1 0 0,0 0-1 0 0,0 0 1 0 0,-1-1-1 0 0,1 1 1 0 0,0 0-1 0 0,0 0 0 0 0,1 0 1 0 0,-1 0-1 0 0,0 0 1 0 0,1-1-1 0 0,-1 1 1 0 0,1 0-1 0 0,1 3 1 0 0,2 8 598 0 0,1 0 0 0 0,1 0 0 0 0,9 14 0 0 0,-9-15-768 0 0,7 12 163 0 0,-3-7-514 0 0,-2 0 1 0 0,0 1-1 0 0,7 20 0 0 0,-12-27-749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0.9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40 109 2761 0 0,'-2'-1'319'0'0,"1"0"1"0"0,-1-1 0 0 0,0 0 0 0 0,0 1 0 0 0,1-1 0 0 0,-1 0 0 0 0,1 0 0 0 0,-1 0 0 0 0,1 0 0 0 0,0 0 0 0 0,0-1-1 0 0,0 1 1 0 0,-2-4 0 0 0,-10-34 3467 0 0,12 39-3595 0 0,1-1-1 0 0,-1 1 1 0 0,1-1-1 0 0,-1 1 1 0 0,1-1-1 0 0,-1 0 1 0 0,1 1-1 0 0,0-1 1 0 0,0 0-1 0 0,0 1 1 0 0,0-1-1 0 0,0 0 1 0 0,0 1-1 0 0,1-1 1 0 0,-1 1-1 0 0,0-1 0 0 0,1 0 1 0 0,-1 1-1 0 0,1-1 1 0 0,1-2-1 0 0,-1 4-175 0 0,1-1 0 0 0,-1 1 0 0 0,0-1 0 0 0,1 1 0 0 0,-1 0-1 0 0,0-1 1 0 0,1 1 0 0 0,-1 0 0 0 0,0 0 0 0 0,1 0 0 0 0,-1 0 0 0 0,0 0-1 0 0,1 1 1 0 0,-1-1 0 0 0,0 0 0 0 0,1 0 0 0 0,-1 1 0 0 0,0-1-1 0 0,1 1 1 0 0,-1-1 0 0 0,0 1 0 0 0,0 0 0 0 0,0 0 0 0 0,0-1-1 0 0,2 2 1 0 0,32 16 83 0 0,-24-13-14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1.3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1 210 3225 0 0,'0'1'358'0'0,"0"0"0"0"0,1 1 0 0 0,-1-1 0 0 0,1 0 1 0 0,-1 1-1 0 0,1-1 0 0 0,0 0 0 0 0,0 0 0 0 0,-1 0 1 0 0,1 1-1 0 0,0-1 0 0 0,0 0 0 0 0,0 0 0 0 0,0 0 1 0 0,0-1-1 0 0,2 3 0 0 0,27 16 3778 0 0,-12-7-1897 0 0,-4 1-1249 0 0,-1 0 0 0 0,0 1 0 0 0,16 22 0 0 0,-21-25-948 0 0,0 0-1 0 0,1-1 1 0 0,0 0-1 0 0,1 0 1 0 0,0-1-1 0 0,0 0 1 0 0,1-1-1 0 0,18 11 1 0 0,-29-19-68 0 0,0 0 1 0 0,1-1-1 0 0,-1 1 1 0 0,0-1-1 0 0,0 1 0 0 0,0 0 1 0 0,1-1-1 0 0,-1 1 1 0 0,0 0-1 0 0,0-1 0 0 0,0 1 1 0 0,0-1-1 0 0,0 1 1 0 0,0 0-1 0 0,0-1 1 0 0,0 1-1 0 0,0-1 0 0 0,0 1 1 0 0,0-1-1 0 0,0 1 1 0 0,0 0-1 0 0,0-1 0 0 0,0 1 1 0 0,0 0-1 0 0,-1-1 1 0 0,1 1-1 0 0,0-1 1 0 0,0 1-1 0 0,0 0 0 0 0,-1-1 1 0 0,1 1-1 0 0,-1-1 1 0 0,-9-28-424 0 0,4 11 228 0 0,0-5 9 0 0,2 0-1 0 0,0 1 1 0 0,1-1-1 0 0,1-1 0 0 0,2-31 1 0 0,1 38 161 0 0,1 0-1 0 0,1 0 1 0 0,0 1-1 0 0,1-1 1 0 0,0 1 0 0 0,2 0-1 0 0,0 0 1 0 0,9-17 0 0 0,-14 30 72 0 0,0 1 1 0 0,1-1-1 0 0,-1 1 1 0 0,0 0 0 0 0,1 0-1 0 0,-1 0 1 0 0,1 0-1 0 0,-1 0 1 0 0,1 0 0 0 0,0 0-1 0 0,0 0 1 0 0,0 1-1 0 0,0-1 1 0 0,0 1 0 0 0,0-1-1 0 0,1 1 1 0 0,-1 0-1 0 0,0 0 1 0 0,1 0 0 0 0,-1 0-1 0 0,1 0 1 0 0,-1 1-1 0 0,1-1 1 0 0,-1 1 0 0 0,1-1-1 0 0,0 1 1 0 0,-1 0-1 0 0,1 0 1 0 0,-1 0 0 0 0,1 0-1 0 0,0 1 1 0 0,-1-1-1 0 0,1 1 1 0 0,-1 0-1 0 0,1-1 1 0 0,-1 1 0 0 0,0 0-1 0 0,1 1 1 0 0,-1-1-1 0 0,0 0 1 0 0,1 1 0 0 0,1 1-1 0 0,7 5-372 0 0,-1 1-1 0 0,1 0 1 0 0,-1 1-1 0 0,-1 0 0 0 0,0 0 1 0 0,13 20-1 0 0,-9-11-5205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1.7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109 244 920 0 0,'16'-37'4386'0'0,"-14"28"-3903"0"0,0-1 0 0 0,-1 0 0 0 0,0 0 0 0 0,0 1 0 0 0,-1-1 0 0 0,0 0 0 0 0,-1 0 0 0 0,0 0-1 0 0,0 0 1 0 0,-4-10 0 0 0,3 15-315 0 0,1 0 0 0 0,-1 0 1 0 0,0 0-1 0 0,-1 0 0 0 0,1 1 0 0 0,-1-1 0 0 0,0 1 0 0 0,0-1 0 0 0,-1 1 0 0 0,1 0 0 0 0,-1 0 0 0 0,0 0 1 0 0,0 1-1 0 0,0-1 0 0 0,0 1 0 0 0,-1 0 0 0 0,1 1 0 0 0,-1-1 0 0 0,0 1 0 0 0,-5-3 0 0 0,9 5-147 0 0,-1-1-1 0 0,1 0 1 0 0,0 1 0 0 0,0-1-1 0 0,0 1 1 0 0,-1 0-1 0 0,1-1 1 0 0,0 1-1 0 0,-1 0 1 0 0,1 0-1 0 0,0 0 1 0 0,0-1 0 0 0,-1 2-1 0 0,1-1 1 0 0,0 0-1 0 0,-1 0 1 0 0,1 0-1 0 0,0 0 1 0 0,-1 1-1 0 0,1-1 1 0 0,0 1 0 0 0,0-1-1 0 0,0 1 1 0 0,-1-1-1 0 0,1 1 1 0 0,0 0-1 0 0,0 0 1 0 0,0-1-1 0 0,0 1 1 0 0,0 0 0 0 0,0 0-1 0 0,0 0 1 0 0,1 0-1 0 0,-1 0 1 0 0,0 0-1 0 0,0 0 1 0 0,1 1-1 0 0,-1-1 1 0 0,1 0 0 0 0,-1 0-1 0 0,1 0 1 0 0,-1 1-1 0 0,1-1 1 0 0,0 0-1 0 0,0 0 1 0 0,-1 1-1 0 0,1-1 1 0 0,0 0 0 0 0,0 2-1 0 0,0 5 154 0 0,0 0 0 0 0,1-1 0 0 0,-1 1-1 0 0,1 0 1 0 0,1 0 0 0 0,4 14 0 0 0,-4-16-182 0 0,1 1 0 0 0,0-1 0 0 0,0 1-1 0 0,0-1 1 0 0,1 0 0 0 0,0 0 0 0 0,0 0 0 0 0,1-1 0 0 0,-1 1 0 0 0,1-1 0 0 0,1 0 0 0 0,-1-1 0 0 0,0 1-1 0 0,1-1 1 0 0,0 0 0 0 0,0 0 0 0 0,1-1 0 0 0,-1 0 0 0 0,0 0 0 0 0,1 0 0 0 0,0-1 0 0 0,0 0 0 0 0,0 0-1 0 0,0-1 1 0 0,0 0 0 0 0,0 0 0 0 0,13-1 0 0 0,1-1-1131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2.1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153 10 1376 0 0,'-2'-2'332'0'0,"-1"1"-1"0"0,0 0 0 0 0,0 0 1 0 0,0 0-1 0 0,0 0 0 0 0,0 0 1 0 0,0 1-1 0 0,0-1 0 0 0,0 1 1 0 0,0 0-1 0 0,0 0 0 0 0,0 0 1 0 0,0 0-1 0 0,0 1 1 0 0,0-1-1 0 0,0 1 0 0 0,0-1 1 0 0,1 1-1 0 0,-1 0 0 0 0,0 1 1 0 0,0-1-1 0 0,-3 2 0 0 0,1 0 170 0 0,0 0 0 0 0,0 0 0 0 0,0 0 0 0 0,0 1 0 0 0,0 0 0 0 0,1 0 0 0 0,0 0-1 0 0,0 1 1 0 0,0-1 0 0 0,-5 8 0 0 0,5-4-148 0 0,0 1 1 0 0,0 0-1 0 0,1 0 0 0 0,0 1 1 0 0,0-1-1 0 0,1 0 0 0 0,0 1 1 0 0,1 0-1 0 0,0-1 0 0 0,1 1 1 0 0,0 0-1 0 0,0-1 0 0 0,1 1 1 0 0,0 0-1 0 0,1-1 0 0 0,0 1 0 0 0,0-1 1 0 0,6 13-1 0 0,-6-17-431 0 0,0 1-1 0 0,1-1 1 0 0,-1 0 0 0 0,1 0 0 0 0,1 0-1 0 0,-1 0 1 0 0,1 0 0 0 0,0-1-1 0 0,0 1 1 0 0,0-1 0 0 0,0 0-1 0 0,1-1 1 0 0,0 1 0 0 0,0-1-1 0 0,0 0 1 0 0,0 0 0 0 0,0 0-1 0 0,0-1 1 0 0,1 1 0 0 0,-1-1-1 0 0,1-1 1 0 0,0 1 0 0 0,0-1-1 0 0,0 0 1 0 0,-1 0 0 0 0,1-1-1 0 0,0 0 1 0 0,0 0 0 0 0,0 0-1 0 0,12-3 1 0 0,-16 3-284 0 0,0 0 0 0 0,0-1 0 0 0,0 0 1 0 0,0 1-1 0 0,0-1 0 0 0,0 0 0 0 0,0 0 0 0 0,0 0 0 0 0,0 0 0 0 0,0 0 0 0 0,0-1 1 0 0,-1 1-1 0 0,1-1 0 0 0,0 1 0 0 0,-1-1 0 0 0,1 1 0 0 0,-1-1 0 0 0,0 0 0 0 0,2-3 1 0 0,-1 1-263 0 0,0-1 0 0 0,0 1 0 0 0,-1-1 1 0 0,1 0-1 0 0,-1 0 0 0 0,-1 1 0 0 0,1-1 0 0 0,0-8 1 0 0,-2-6-544 0 0,0 0-1 0 0,-1 0 1 0 0,-7-26 0 0 0,-10-14 1188 0 0,7 0 15337 0 0,32 70-11620 0 0,20 17-2578 0 0,-39-28-1050 0 0,19 16-3 0 0,2 1-171 0 0,37 22 1 0 0,-49-34-1248 0 0,1 0 0 0 0,-1-1 0 0 0,21 6 1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2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6 205 8290 0 0,'-1'-1'92'0'0,"1"1"1"0"0,-1-1-1 0 0,1 1 0 0 0,0-1 1 0 0,-1 1-1 0 0,1-1 0 0 0,-1 1 1 0 0,1-1-1 0 0,0 1 1 0 0,0-1-1 0 0,-1 0 0 0 0,1 1 1 0 0,0-1-1 0 0,0 1 0 0 0,0-1 1 0 0,0 0-1 0 0,0 1 1 0 0,-1-1-1 0 0,1 0 0 0 0,0 1 1 0 0,0-1-1 0 0,1 0 1 0 0,-1 1-1 0 0,0-1 0 0 0,0 1 1 0 0,0-1-1 0 0,0 0 0 0 0,1 0 1 0 0,15-15 2477 0 0,-13 14-2230 0 0,0 0 0 0 0,0 1 1 0 0,0-1-1 0 0,1 1 0 0 0,-1-1 0 0 0,1 1 0 0 0,-1 0 0 0 0,1 0 1 0 0,-1 1-1 0 0,7-1 0 0 0,-6 2-189 0 0,1 1 1 0 0,-1-1-1 0 0,0 1 0 0 0,1 0 1 0 0,-1 0-1 0 0,0 0 1 0 0,-1 1-1 0 0,1 0 0 0 0,0-1 1 0 0,-1 1-1 0 0,1 1 0 0 0,-1-1 1 0 0,0 0-1 0 0,0 1 1 0 0,0-1-1 0 0,4 8 0 0 0,4 7 164 0 0,0 1 0 0 0,8 21 0 0 0,-19-40-310 0 0,6 12 188 0 0,-3-7-14 0 0,-1-1 0 0 0,0 1 0 0 0,0 0 0 0 0,0 0 0 0 0,0 0 0 0 0,-1 0 0 0 0,2 8 0 0 0,-14-57 1069 0 0,8 13-1506 0 0,1 1-1 0 0,2-1 1 0 0,2 1 0 0 0,0-1-1 0 0,2 1 1 0 0,11-42 0 0 0,-3 28-7600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5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5 456 0 0,'-25'-5'8105'0'0,"33"15"-4471"0"0,-6-6-2973 0 0,6 9-298 0 0,-2 0-1 0 0,1 0 0 0 0,-2 1 1 0 0,0-1-1 0 0,-1 1 1 0 0,0 1-1 0 0,-1-1 0 0 0,3 26 1 0 0,0 126 615 0 0,-6-148-905 0 0,-2 90 11 0 0,0-41-528 0 0,2 0 1 0 0,3 0 0 0 0,14 76-1 0 0,19 26-5220 0 0,-29-146 1898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6.8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63 245 456 0 0,'-15'-1'-168'0'0,"11"2"482"0"0,0-1-1 0 0,0 0 1 0 0,-1-1 0 0 0,1 1-1 0 0,0-1 1 0 0,0 0 0 0 0,0 0-1 0 0,0 0 1 0 0,-6-3 0 0 0,12 2-42 0 0,1 0 0 0 0,-1 0 0 0 0,1 0 0 0 0,0 1 1 0 0,0-1-1 0 0,0 1 0 0 0,0 0 0 0 0,0-1 0 0 0,6 0 1 0 0,42-9 724 0 0,0 3 0 0 0,1 1 0 0 0,83 1 0 0 0,-12 1-10 0 0,26-9 104 0 0,137-5-42 0 0,390 6-476 0 0,-140-14-250 0 0,-188 6 290 0 0,190 6-193 0 0,-280 10-408 0 0,549-35-1036 0 0,-25 21-1999 0 0,-612 15 2909 0 0,-113 0-48 0 0,0 3 0 0 0,61 7 0 0 0,-114-6 0 0 0,-1 1 1 0 0,1-1 0 0 0,-1 1 0 0 0,1 0-1 0 0,-1 0 1 0 0,1 0 0 0 0,-1 0 0 0 0,6 4-1 0 0,-8-5 147 0 0,-1 0 1 0 0,0 0-1 0 0,1 1 0 0 0,-1-1 0 0 0,0 1 0 0 0,0-1 0 0 0,1 0 0 0 0,-1 1 0 0 0,0-1 1 0 0,0 0-1 0 0,1 1 0 0 0,-1-1 0 0 0,0 1 0 0 0,0-1 0 0 0,0 1 0 0 0,0-1 0 0 0,0 1 1 0 0,1-1-1 0 0,-1 1 0 0 0,0-1 0 0 0,0 1 0 0 0,0-1 0 0 0,0 0 0 0 0,0 1 1 0 0,-1 0-1 0 0,-10 17 1099 0 0,20 33 615 0 0,-6 17 760 0 0,0-8-912 0 0,15 93 0 0 0,98 343-877 0 0,-93-404-369 0 0,-9-42 124 0 0,7 57 1 0 0,-21-105-379 0 0,0 0 1 0 0,0 0-1 0 0,0 0 0 0 0,-1 0 0 0 0,1 1 1 0 0,0-1-1 0 0,-1 0 0 0 0,0 0 1 0 0,1 0-1 0 0,-1 0 0 0 0,0 0 0 0 0,0 0 1 0 0,0 0-1 0 0,0 0 0 0 0,0-1 1 0 0,-1 1-1 0 0,1 0 0 0 0,0-1 0 0 0,-1 1 1 0 0,1 0-1 0 0,-1-1 0 0 0,0 0 1 0 0,0 1-1 0 0,1-1 0 0 0,-1 0 0 0 0,0 0 1 0 0,0 0-1 0 0,0 0 0 0 0,0 0 1 0 0,0-1-1 0 0,-2 1 0 0 0,-10 4-12 0 0,0-2 1 0 0,0 0-1 0 0,-24 2 0 0 0,23-3 95 0 0,-231 21 190 0 0,79-10-158 0 0,-301 3 690 0 0,322-16-752 0 0,-99-2-5 0 0,-59 0-46 0 0,139 5-178 0 0,-172 7-471 0 0,63-1 154 0 0,30-2 331 0 0,-313-7-82 0 0,512-1 114 0 0,-184-10-236 0 0,-58-2 138 0 0,57 2-541 0 0,-55-1-248 0 0,212 9 1137 0 0,-1-2 0 0 0,-115-26 0 0 0,122 19-81 0 0,-14 2 550 0 0,-135 1 0 0 0,53 4-420 0 0,146 4-1868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7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322 13 6449 0 0,'-1'-1'153'0'0,"0"0"-1"0"0,0 0 1 0 0,0 0-1 0 0,0 0 0 0 0,0 0 1 0 0,-1 0-1 0 0,1 0 1 0 0,0 1-1 0 0,-1-1 1 0 0,1 0-1 0 0,-1 1 0 0 0,1-1 1 0 0,0 1-1 0 0,-1-1 1 0 0,1 1-1 0 0,-1 0 1 0 0,1 0-1 0 0,-1-1 0 0 0,0 1 1 0 0,1 0-1 0 0,-1 1 1 0 0,1-1-1 0 0,-1 0 1 0 0,1 0-1 0 0,-1 1 0 0 0,1-1 1 0 0,-3 1-1 0 0,-50 17 1803 0 0,42-13-1400 0 0,1-2-210 0 0,-13 6 511 0 0,-35 17-1 0 0,54-24-748 0 0,-1 1 0 0 0,1 0 0 0 0,0 1 0 0 0,0 0 0 0 0,0-1 0 0 0,0 2 0 0 0,1-1 0 0 0,-1 0-1 0 0,1 1 1 0 0,0 0 0 0 0,-6 10 0 0 0,9-13-101 0 0,1 0-1 0 0,-1 0 1 0 0,0 1-1 0 0,1-1 1 0 0,-1 0-1 0 0,1 1 1 0 0,0-1-1 0 0,0 1 1 0 0,0-1 0 0 0,0 0-1 0 0,0 1 1 0 0,1-1-1 0 0,-1 0 1 0 0,1 1-1 0 0,-1-1 1 0 0,1 0-1 0 0,0 1 1 0 0,0-1-1 0 0,0 0 1 0 0,0 0-1 0 0,0 0 1 0 0,1 0-1 0 0,-1 0 1 0 0,0 0 0 0 0,1 0-1 0 0,2 2 1 0 0,5 6-18 0 0,2-1 0 0 0,-1 1 0 0 0,17 10 1 0 0,-10-7-18 0 0,20 14 17 0 0,-5-2-28 0 0,34 32 0 0 0,-58-50 20 0 0,-1 1 1 0 0,0 0-1 0 0,-1 0 0 0 0,0 0 0 0 0,0 1 0 0 0,-1 0 1 0 0,0 0-1 0 0,0 0 0 0 0,6 18 0 0 0,-10-23 54 0 0,0 0-1 0 0,-1 0 0 0 0,1-1 1 0 0,-1 1-1 0 0,1 0 0 0 0,-1 0 1 0 0,0 0-1 0 0,0 0 0 0 0,-1 0 1 0 0,1-1-1 0 0,-1 1 0 0 0,0 0 1 0 0,0 0-1 0 0,0-1 0 0 0,-1 1 1 0 0,1 0-1 0 0,-1-1 0 0 0,-3 5 1 0 0,1-2 115 0 0,0-2 0 0 0,0 1 1 0 0,-1 0-1 0 0,1-1 0 0 0,-1 0 1 0 0,0 0-1 0 0,-1-1 0 0 0,1 1 1 0 0,-1-1-1 0 0,-8 4 0 0 0,-2-1 171 0 0,-2 0-1 0 0,1-1 0 0 0,-1 0 0 0 0,1-2 1 0 0,-1 0-1 0 0,0-1 0 0 0,-19 0 1 0 0,5-3-241 0 0,22 0-667 0 0,0 0 0 0 0,0 1 0 0 0,0 0 0 0 0,0 1 0 0 0,-16 3 0 0 0,19-2-1109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7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234 78 3225 0 0,'1'-1'136'0'0,"1"-1"1"0"0,-1 0 0 0 0,0 0-1 0 0,0 1 1 0 0,-1-1 0 0 0,1 0-1 0 0,0 0 1 0 0,-1 0 0 0 0,1 0-1 0 0,-1 0 1 0 0,0 0 0 0 0,1 0-1 0 0,-1 0 1 0 0,0 0 0 0 0,0 0-1 0 0,0-1 1 0 0,-1 1 0 0 0,1 0-1 0 0,0 0 1 0 0,-1 0 0 0 0,0 0-1 0 0,1 0 1 0 0,-1 1 0 0 0,0-1-1 0 0,0 0 1 0 0,0 0 0 0 0,0 0-1 0 0,0 1 1 0 0,0-1 0 0 0,-1 0-1 0 0,1 1 1 0 0,0-1 0 0 0,-1 1-1 0 0,1 0 1 0 0,-1-1 0 0 0,0 1-1 0 0,1 0 1 0 0,-1 0 0 0 0,0 0-1 0 0,0 0 1 0 0,0 0 0 0 0,0 1-1 0 0,0-1 1 0 0,0 0 0 0 0,-2 0-1 0 0,-3 0 209 0 0,1 0 0 0 0,0 1-1 0 0,-1-1 1 0 0,1 1-1 0 0,0 0 1 0 0,-1 1-1 0 0,1-1 1 0 0,-1 1 0 0 0,1 1-1 0 0,0-1 1 0 0,0 1-1 0 0,0 0 1 0 0,0 0-1 0 0,0 1 1 0 0,0 0 0 0 0,1 0-1 0 0,-1 0 1 0 0,1 1-1 0 0,0 0 1 0 0,0 0-1 0 0,-5 5 1 0 0,4-4-207 0 0,0 1 0 0 0,0 0 0 0 0,1 0 0 0 0,0 0 1 0 0,0 1-1 0 0,0-1 0 0 0,1 1 0 0 0,0 0 0 0 0,0 1 0 0 0,1-1 0 0 0,0 0 1 0 0,0 1-1 0 0,1 0 0 0 0,0 0 0 0 0,0 0 0 0 0,0 11 0 0 0,2-16-169 0 0,-1 0-1 0 0,2 0 1 0 0,-1 0 0 0 0,0-1-1 0 0,0 1 1 0 0,1 0-1 0 0,-1 0 1 0 0,1 0 0 0 0,0-1-1 0 0,0 1 1 0 0,0 0 0 0 0,0-1-1 0 0,1 1 1 0 0,-1-1-1 0 0,1 0 1 0 0,-1 1 0 0 0,1-1-1 0 0,0 0 1 0 0,0 0 0 0 0,0 0-1 0 0,0 0 1 0 0,4 3-1 0 0,-3-4-87 0 0,0 0 0 0 0,0 0 0 0 0,0 0 0 0 0,0 0 0 0 0,0-1 0 0 0,0 1 0 0 0,0-1 0 0 0,0 0 0 0 0,0 0 0 0 0,0 0 0 0 0,0 0 0 0 0,0 0 0 0 0,0-1 0 0 0,0 1 0 0 0,0-1 0 0 0,-1 0 0 0 0,1 0 0 0 0,0 0 0 0 0,0 0 0 0 0,5-4 0 0 0,0 1 24 0 0,1-2-1 0 0,-1 1 1 0 0,0-1-1 0 0,-1-1 1 0 0,1 1-1 0 0,-1-1 1 0 0,0-1-1 0 0,10-14 1 0 0,0-3 1139 0 0,20-44 0 0 0,-37 67-936 0 0,0 1 0 0 0,1-1 1 0 0,-1 1-1 0 0,1 0 1 0 0,0-1-1 0 0,-1 1 0 0 0,1 0 1 0 0,0 0-1 0 0,0 0 0 0 0,0-1 1 0 0,0 1-1 0 0,0 0 0 0 0,0 0 1 0 0,0 0-1 0 0,0 0 0 0 0,0 0 1 0 0,0 1-1 0 0,0-1 1 0 0,1 0-1 0 0,-1 0 0 0 0,0 1 1 0 0,1-1-1 0 0,-1 1 0 0 0,1-1 1 0 0,-1 1-1 0 0,0 0 0 0 0,1 0 1 0 0,-1-1-1 0 0,1 1 0 0 0,1 0 1 0 0,-2 1-50 0 0,1 0 0 0 0,0 1 0 0 0,0-1 0 0 0,-1 0 1 0 0,1 1-1 0 0,-1-1 0 0 0,1 1 0 0 0,-1-1 0 0 0,0 1 0 0 0,1-1 0 0 0,-1 1 0 0 0,0 0 1 0 0,0 0-1 0 0,0 0 0 0 0,0 0 0 0 0,-1 0 0 0 0,1 0 0 0 0,0 0 0 0 0,-1 0 1 0 0,1 3-1 0 0,8 32 105 0 0,-5-16-168 0 0,1-1 0 0 0,1 0 0 0 0,10 25 0 0 0,-13-39-219 0 0,1 0 0 0 0,-1 0-1 0 0,1 0 1 0 0,0-1 0 0 0,1 1 0 0 0,-1-1 0 0 0,1 0 0 0 0,0 0 0 0 0,0 0 0 0 0,1-1 0 0 0,-1 0 0 0 0,1 0-1 0 0,12 7 1 0 0,19 3-3637 0 0,-18-9-1879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8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 6449 0 0,'0'-1'85'0'0,"1"1"-1"0"0,-1-1 0 0 0,0 0 0 0 0,1 1 0 0 0,-1-1 0 0 0,1 1 1 0 0,-1-1-1 0 0,1 1 0 0 0,0-1 0 0 0,-1 1 0 0 0,1-1 0 0 0,-1 1 1 0 0,1 0-1 0 0,0-1 0 0 0,-1 1 0 0 0,1 0 0 0 0,0 0 0 0 0,0-1 1 0 0,-1 1-1 0 0,1 0 0 0 0,0 0 0 0 0,-1 0 0 0 0,1 0 0 0 0,0 0 1 0 0,0 0-1 0 0,-1 0 0 0 0,1 0 0 0 0,0 0 0 0 0,0 0 1 0 0,-1 0-1 0 0,1 1 0 0 0,0-1 0 0 0,-1 0 0 0 0,2 1 0 0 0,1 1 247 0 0,-1 0 0 0 0,0-1 0 0 0,1 2 0 0 0,-1-1 0 0 0,0 0 0 0 0,0 0 0 0 0,0 1 0 0 0,0-1 0 0 0,1 4 0 0 0,5 6 1227 0 0,-2 1 0 0 0,11 27-1 0 0,-3 11 236 0 0,14 93-1 0 0,2 15-4412 0 0,-25-142-1944 0 0,-1-1-1373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8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6449 0 0,'-1'-1'87'0'0,"1"0"0"0"0,0 0 0 0 0,0 0 0 0 0,0-1 0 0 0,0 1 0 0 0,0 0-1 0 0,1 0 1 0 0,-1 0 0 0 0,0 0 0 0 0,0-1 0 0 0,1 1 0 0 0,-1 0 0 0 0,1 0-1 0 0,-1 0 1 0 0,1 0 0 0 0,-1 0 0 0 0,1 0 0 0 0,0 0 0 0 0,0 0 0 0 0,-1 0-1 0 0,1 0 1 0 0,1-1 0 0 0,1 0 218 0 0,1-1-1 0 0,-1 1 0 0 0,0 0 1 0 0,1-1-1 0 0,0 1 1 0 0,6-2-1 0 0,3 0 921 0 0,1 0 0 0 0,27-5-1 0 0,-29 8-1408 0 0,0 1 0 0 0,0 0 0 0 0,0 1 0 0 0,0 0 0 0 0,0 1 0 0 0,18 5 0 0 0,31 4-3954 0 0,-38-10 3554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8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5529 0 0,'-7'-1'7457'0'0,"3"14"-4125"0"0,1 23-1576 0 0,3-30-1103 0 0,0 7-357 0 0,0 1 0 0 0,2-1 1 0 0,0 0-1 0 0,0 0 1 0 0,1 0-1 0 0,1 0 0 0 0,0 0 1 0 0,1 0-1 0 0,0-1 0 0 0,1 0 1 0 0,8 12-1 0 0,-10-17-256 0 0,1-1 1 0 0,0 1-1 0 0,0-1 0 0 0,1 0 1 0 0,-1 0-1 0 0,1 0 0 0 0,1-1 1 0 0,11 8-1 0 0,-14-11-39 0 0,1 1 0 0 0,-1-1 0 0 0,1 0 0 0 0,0-1 0 0 0,0 1-1 0 0,0-1 1 0 0,0 0 0 0 0,0 0 0 0 0,0 0 0 0 0,0-1 0 0 0,1 1 0 0 0,-1-1 0 0 0,0-1 0 0 0,8 0 0 0 0,-7-1-223 0 0,0 0 0 0 0,0 0 0 0 0,-1 0 1 0 0,1 0-1 0 0,-1-1 0 0 0,1 0 0 0 0,-1 0 1 0 0,0-1-1 0 0,7-6 0 0 0,42-42-6492 0 0,-33 30 2807 0 0,-14 15 2901 0 0,-1 0 1 0 0,0-1-1 0 0,0 0 1 0 0,9-15-1 0 0,-10 14 510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0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17 1840 0 0,'-25'-16'17708'0'0,"24"19"-17232"0"0,-2 19 18 0 0,1-1-1 0 0,0 1 0 0 0,2-1 1 0 0,0 1-1 0 0,6 33 1 0 0,-6-51-458 0 0,1 3-15 0 0,0 0 0 0 0,0 0 0 0 0,1 0 1 0 0,0 0-1 0 0,0 0 0 0 0,1-1 0 0 0,-1 1 0 0 0,8 11 0 0 0,-8-15-153 0 0,0-1 0 0 0,-1 1 0 0 0,1-1-1 0 0,0 0 1 0 0,1 1 0 0 0,-1-1 0 0 0,0 0 0 0 0,0 0-1 0 0,1-1 1 0 0,0 1 0 0 0,-1 0 0 0 0,1-1-1 0 0,0 0 1 0 0,-1 0 0 0 0,1 1 0 0 0,0-2-1 0 0,0 1 1 0 0,0 0 0 0 0,0 0 0 0 0,0-1-1 0 0,0 0 1 0 0,0 0 0 0 0,4 0 0 0 0,4-1-1126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88 8754 0 0,'0'-1'101'0'0,"0"0"0"0"0,0 1 0 0 0,0-1-1 0 0,1 0 1 0 0,-1 1 0 0 0,0-1 0 0 0,0 0 0 0 0,0 1 0 0 0,1-1 0 0 0,-1 0 0 0 0,0 1 0 0 0,1-1 0 0 0,-1 1 0 0 0,0-1-1 0 0,1 0 1 0 0,-1 1 0 0 0,1-1 0 0 0,-1 1 0 0 0,1 0 0 0 0,-1-1 0 0 0,1 1 0 0 0,-1-1 0 0 0,1 1 0 0 0,0 0 0 0 0,-1-1-1 0 0,1 1 1 0 0,1-1 0 0 0,24-2 2786 0 0,-18 4-2055 0 0,0 0-1 0 0,0 0 0 0 0,0 1 0 0 0,12 4 1 0 0,-13-3-591 0 0,0 1 0 0 0,-1 0 1 0 0,1 0-1 0 0,-1 1 1 0 0,1 0-1 0 0,-1 0 1 0 0,-1 1-1 0 0,1-1 0 0 0,-1 1 1 0 0,0 1-1 0 0,5 8 1 0 0,-2-4-72 0 0,-1 1 0 0 0,-1 1 0 0 0,0-1 0 0 0,-1 1 1 0 0,6 22-1 0 0,-32-68 538 0 0,18 25-743 0 0,1-1 1 0 0,1 0-1 0 0,-1 1 0 0 0,1-1 1 0 0,1 0-1 0 0,0 0 0 0 0,0 0 1 0 0,1 0-1 0 0,0 0 0 0 0,0 0 0 0 0,5-14 1 0 0,-2 10-883 0 0,1 0 0 0 0,0 1 1 0 0,0 0-1 0 0,8-12 0 0 0,-3 7-5834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7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 10 2304 0 0,'0'-1'123'0'0,"0"1"0"0"0,0-1 0 0 0,-1 1 0 0 0,1-1 0 0 0,0 1 0 0 0,-1-1 0 0 0,1 1 0 0 0,0-1 0 0 0,-1 1 0 0 0,1-1 0 0 0,-1 1 0 0 0,1 0 0 0 0,-1-1 0 0 0,1 1 0 0 0,-1 0 0 0 0,1-1 0 0 0,-1 1 0 0 0,1 0 0 0 0,-1-1 0 0 0,1 1 0 0 0,-1 0 0 0 0,1 0 0 0 0,-1 0-1 0 0,0 0 1 0 0,1 0 0 0 0,-1 0 0 0 0,1 0 0 0 0,-1 0 0 0 0,0 0 0 0 0,1 0 0 0 0,-1 0 0 0 0,1 0 0 0 0,-1 0 0 0 0,0 0 0 0 0,-20 4 2519 0 0,14-1-2211 0 0,1 1 0 0 0,0 0 1 0 0,0 0-1 0 0,1 0 0 0 0,-1 1 1 0 0,1 0-1 0 0,0 0 0 0 0,0 0 0 0 0,1 0 1 0 0,-1 1-1 0 0,-4 9 0 0 0,0-2 6 0 0,1 2-1 0 0,1-1 1 0 0,-11 31-1 0 0,17-41-416 0 0,0-1 0 0 0,0 1-1 0 0,0 0 1 0 0,1-1 0 0 0,0 1 0 0 0,0 0-1 0 0,0 0 1 0 0,0-1 0 0 0,0 1-1 0 0,1 0 1 0 0,0-1 0 0 0,0 1-1 0 0,0 0 1 0 0,0-1 0 0 0,3 6-1 0 0,-4-8-36 0 0,1 0 0 0 0,0 0 0 0 0,0 1 0 0 0,0-1 0 0 0,0 0 0 0 0,0 0 0 0 0,0 0 0 0 0,0 0 0 0 0,1 0 0 0 0,-1 0 0 0 0,0 0 0 0 0,0-1 0 0 0,1 1 0 0 0,-1 0 0 0 0,0-1 0 0 0,1 1 0 0 0,-1-1 0 0 0,1 1 0 0 0,-1-1 0 0 0,1 0 0 0 0,-1 0 0 0 0,1 1 0 0 0,-1-1 0 0 0,1 0 0 0 0,-1 0 0 0 0,1-1 0 0 0,-1 1 0 0 0,1 0 0 0 0,-1 0 0 0 0,1-1 0 0 0,-1 1 0 0 0,1-1 0 0 0,-1 1 0 0 0,0-1 0 0 0,1 0 0 0 0,-1 1 0 0 0,0-1 0 0 0,1 0 0 0 0,-1 0 0 0 0,2-2 0 0 0,3-1-189 0 0,0-2 1 0 0,0 1-1 0 0,-1 0 1 0 0,0-1-1 0 0,0 0 0 0 0,0 0 1 0 0,-1-1-1 0 0,5-8 1 0 0,-5 8 217 0 0,0 1-1 0 0,0-1 1 0 0,1 1 0 0 0,0 0-1 0 0,0 1 1 0 0,0-1 0 0 0,1 1 0 0 0,7-6-1 0 0,-12 10 62 0 0,0 1-1 0 0,0-1 0 0 0,0 1 0 0 0,0-1 1 0 0,0 1-1 0 0,0 0 0 0 0,0-1 0 0 0,1 1 1 0 0,-1 0-1 0 0,0 0 0 0 0,0 0 1 0 0,0 0-1 0 0,1 0 0 0 0,-1 0 0 0 0,0 0 1 0 0,0 0-1 0 0,0 1 0 0 0,1-1 0 0 0,-1 0 1 0 0,0 1-1 0 0,0-1 0 0 0,0 1 0 0 0,0-1 1 0 0,0 1-1 0 0,0-1 0 0 0,0 1 1 0 0,0 0-1 0 0,0-1 0 0 0,0 1 0 0 0,0 0 1 0 0,0 0-1 0 0,-1 0 0 0 0,1 0 0 0 0,0 0 1 0 0,0 1-1 0 0,5 6 266 0 0,0 1 1 0 0,-1 0-1 0 0,6 14 1 0 0,1 2-358 0 0,-9-21-315 0 0,0 0 0 0 0,0-1 0 0 0,0 1 0 0 0,1-1 0 0 0,-1 0 0 0 0,1 1 0 0 0,0-1 0 0 0,0-1 1 0 0,0 1-1 0 0,0-1 0 0 0,7 4 0 0 0,4-2-4870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9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34 5985 0 0,'-11'-33'6561'0'0,"7"46"-4767"0"0,2 12-274 0 0,1 1-1 0 0,1-1 0 0 0,5 31 1 0 0,1-14-845 0 0,3 0 0 0 0,22 70 0 0 0,-13-64-851 0 0,36 68-1 0 0,-16-49-6479 0 0,-23-41 8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10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0 217 5985 0 0,'0'-3'174'0'0,"0"0"0"0"0,0 1-1 0 0,0-1 1 0 0,0 0 0 0 0,1 1-1 0 0,-1-1 1 0 0,1 0 0 0 0,-1 1-1 0 0,1-1 1 0 0,0 1 0 0 0,0-1-1 0 0,0 1 1 0 0,0-1 0 0 0,1 1-1 0 0,-1 0 1 0 0,1-1 0 0 0,-1 1-1 0 0,1 0 1 0 0,0 0 0 0 0,0 0-1 0 0,0 0 1 0 0,0 0 0 0 0,0 1-1 0 0,4-3 1 0 0,10-8 1424 0 0,0 2 1 0 0,24-12-1 0 0,-28 15-986 0 0,121-59 1522 0 0,-114 58-2346 0 0,0 1 0 0 0,0 1 0 0 0,1 1 0 0 0,0 0 0 0 0,26-2 0 0 0,-43 7 361 0 0,1 0 0 0 0,-1 0 0 0 0,0 0 0 0 0,0 1 0 0 0,0-1 0 0 0,0 1 0 0 0,0 0 0 0 0,0 0 1 0 0,0 0-1 0 0,0 0 0 0 0,0 0 0 0 0,0 1 0 0 0,0-1 0 0 0,-1 1 0 0 0,1 0 0 0 0,-1 0 1 0 0,1 0-1 0 0,-1 0 0 0 0,0 0 0 0 0,0 0 0 0 0,1 1 0 0 0,-2-1 0 0 0,1 1 0 0 0,0 0 1 0 0,0-1-1 0 0,-1 1 0 0 0,2 5 0 0 0,4 9 168 0 0,-1 0 0 0 0,-1 1 0 0 0,5 34 0 0 0,1-1-271 0 0,-9-43-259 0 0,17 49-231 0 0,-2-24-5215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10.4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53 102 2761 0 0,'-52'-101'10514'0'0,"59"116"-14734"0"0,-4-5 3430 0 0,1-1 0 0 0,1-1 0 0 0,-1 1 0 0 0,8 8 0 0 0,0-3 774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11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1 3225 0 0,'-1'2'169'0'0,"1"0"-1"0"0,0 0 1 0 0,-1 0 0 0 0,0 0 0 0 0,1 0 0 0 0,-1-1 0 0 0,0 1 0 0 0,0 0 0 0 0,0 0 0 0 0,0 0 0 0 0,-1-1-1 0 0,1 1 1 0 0,0 0 0 0 0,-3 1 0 0 0,0 3 404 0 0,-1 0-218 0 0,-12 19 1242 0 0,-20 36 1 0 0,34-54-1362 0 0,-1-1 0 0 0,1 1 0 0 0,1 0 0 0 0,-1 1 0 0 0,1-1 0 0 0,0 0 0 0 0,1 1 0 0 0,0-1 0 0 0,0 1 0 0 0,0-1 0 0 0,2 11 0 0 0,0-13-12 0 0,1 0 0 0 0,0 1 0 0 0,0-1 0 0 0,0 0 0 0 0,1 0 0 0 0,0 0 0 0 0,0-1 0 0 0,0 1 0 0 0,0-1 0 0 0,1 1 0 0 0,-1-1 0 0 0,1 0 0 0 0,1-1 0 0 0,-1 1 0 0 0,0-1 0 0 0,1 1 0 0 0,0-1 0 0 0,-1-1 0 0 0,1 1 0 0 0,0-1 0 0 0,1 0 0 0 0,-1 0 0 0 0,0 0 0 0 0,0-1 0 0 0,8 2 0 0 0,-13-3-216 0 0,1 0 0 0 0,-1 0 0 0 0,0 0-1 0 0,0 0 1 0 0,0 0 0 0 0,1 0 0 0 0,-1 0 0 0 0,0 0-1 0 0,0 0 1 0 0,0 0 0 0 0,1 0 0 0 0,-1 0-1 0 0,0 0 1 0 0,0 0 0 0 0,0 0 0 0 0,1-1 0 0 0,-1 1-1 0 0,0 0 1 0 0,0 0 0 0 0,0 0 0 0 0,0 0-1 0 0,1 0 1 0 0,-1 0 0 0 0,0-1 0 0 0,0 1 0 0 0,0 0-1 0 0,0 0 1 0 0,0 0 0 0 0,0 0 0 0 0,1-1-1 0 0,-1 1 1 0 0,0 0 0 0 0,0 0 0 0 0,0 0 0 0 0,0 0-1 0 0,0-1 1 0 0,0 1 0 0 0,0 0 0 0 0,-1-14 118 0 0,-9-18-99 0 0,7 23 20 0 0,1-1-75 0 0,0 1 0 0 0,0-1 0 0 0,1 0 0 0 0,0 0 0 0 0,1 1-1 0 0,0-1 1 0 0,1 0 0 0 0,0 0 0 0 0,0 0 0 0 0,1 1-1 0 0,0-1 1 0 0,1 1 0 0 0,0-1 0 0 0,0 1 0 0 0,6-9 0 0 0,-6 13 36 0 0,0 0 0 0 0,0 0 0 0 0,1 0 0 0 0,0 0 0 0 0,0 1 0 0 0,0 0 0 0 0,0 0 0 0 0,1 0 1 0 0,-1 0-1 0 0,1 1 0 0 0,0-1 0 0 0,0 1 0 0 0,0 0 0 0 0,1 1 0 0 0,-1 0 0 0 0,1-1 0 0 0,-1 2 1 0 0,1-1-1 0 0,0 1 0 0 0,0 0 0 0 0,0 0 0 0 0,0 0 0 0 0,-1 1 0 0 0,1 0 0 0 0,12 1 0 0 0,-14-1 18 0 0,-1 0 0 0 0,1 1-1 0 0,-1-1 1 0 0,1 1-1 0 0,-1 0 1 0 0,1 0-1 0 0,-1 0 1 0 0,1 0 0 0 0,-1 1-1 0 0,0-1 1 0 0,0 1-1 0 0,1 0 1 0 0,-1 0 0 0 0,0 0-1 0 0,-1 0 1 0 0,1 0-1 0 0,0 1 1 0 0,-1 0 0 0 0,1-1-1 0 0,-1 1 1 0 0,0 0-1 0 0,0 0 1 0 0,0 0 0 0 0,0 0-1 0 0,1 4 1 0 0,1 5-7 0 0,-1 0 1 0 0,-1 0-1 0 0,0 0 0 0 0,-1 0 1 0 0,0 0-1 0 0,-1 13 1 0 0,0-9-147 0 0,1 0 0 0 0,5 28 1 0 0,-6-44 130 0 0,0 1 0 0 0,0-1 0 0 0,0 1 1 0 0,1-1-1 0 0,-1 1 0 0 0,0-1 0 0 0,0 0 1 0 0,0 1-1 0 0,1-1 0 0 0,-1 1 0 0 0,0-1 1 0 0,0 0-1 0 0,1 1 0 0 0,-1-1 0 0 0,0 0 1 0 0,1 1-1 0 0,-1-1 0 0 0,0 0 0 0 0,1 0 1 0 0,-1 1-1 0 0,0-1 0 0 0,1 0 0 0 0,-1 0 0 0 0,1 1 1 0 0,-1-1-1 0 0,1 0 0 0 0,-1 0 0 0 0,0 0 1 0 0,1 0-1 0 0,-1 0 0 0 0,1 0 0 0 0,-1 0 1 0 0,1 0-1 0 0,18-7 557 0 0,15-21 372 0 0,-33 27-935 0 0,32-35 559 0 0,-19 19-264 0 0,27-23-1 0 0,-38 37-228 0 0,1 0 0 0 0,-1 0-1 0 0,1 1 1 0 0,0-1 0 0 0,0 1-1 0 0,-1 0 1 0 0,2 0 0 0 0,-1 0-1 0 0,0 1 1 0 0,0 0 0 0 0,0-1 0 0 0,1 1-1 0 0,7 0 1 0 0,-10 1-34 0 0,1 0 0 0 0,-1 1 0 0 0,0-1 0 0 0,0 1 0 0 0,0-1 0 0 0,1 1 0 0 0,-1 0 0 0 0,0 0 1 0 0,0 0-1 0 0,0 0 0 0 0,0 1 0 0 0,0-1 0 0 0,0 0 0 0 0,-1 1 0 0 0,1-1 0 0 0,0 1 0 0 0,-1 0 0 0 0,1 0 0 0 0,-1-1 0 0 0,3 5 0 0 0,3 5 0 0 0,-1 1 0 0 0,9 21 0 0 0,5 10-586 0 0,5-19-1808 0 0,-7-12-5127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49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129 214 5065 0 0,'-17'-24'1946'0'0,"10"15"-1352"0"0,1-1 1 0 0,-1 1-1 0 0,-1 0 1 0 0,1 0-1 0 0,-1 1 1 0 0,-1 0-1 0 0,0 0 1 0 0,-12-7-1 0 0,20 14-446 0 0,0 0-1 0 0,0 1 0 0 0,0-1 0 0 0,0 0 0 0 0,0 1 0 0 0,0-1 1 0 0,0 1-1 0 0,0 0 0 0 0,0-1 0 0 0,0 1 0 0 0,0 0 1 0 0,0-1-1 0 0,0 1 0 0 0,-1 0 0 0 0,1 0 0 0 0,0 0 1 0 0,0 0-1 0 0,0 0 0 0 0,0 0 0 0 0,0 1 0 0 0,-3-1 1 0 0,4 1-65 0 0,0 0 1 0 0,-1 0-1 0 0,1-1 1 0 0,-1 1-1 0 0,1 0 1 0 0,0 0-1 0 0,0-1 1 0 0,-1 1-1 0 0,1 0 1 0 0,0 0-1 0 0,0 0 1 0 0,0-1-1 0 0,0 1 1 0 0,0 0-1 0 0,0 0 1 0 0,0 0-1 0 0,0 0 1 0 0,0-1-1 0 0,0 1 1 0 0,1 0-1 0 0,-1 0 1 0 0,0 0-1 0 0,4 12 290 0 0,1-1 0 0 0,10 19 1 0 0,-12-24-418 0 0,65 138 350 0 0,141 263 1060 0 0,-140-294-956 0 0,56 131 1 0 0,-118-231-320 0 0,-2-1 48 0 0,0 0 1 0 0,2 0-1 0 0,0-1 1 0 0,0 0 0 0 0,1 0-1 0 0,9 10 1 0 0,-17-22-127 0 0,0 1 0 0 0,1-1 1 0 0,-1 0-1 0 0,0 0 0 0 0,0 0 1 0 0,0 0-1 0 0,0 0 0 0 0,0 0 1 0 0,0 0-1 0 0,0 0 0 0 0,0 1 0 0 0,1-1 1 0 0,-1 0-1 0 0,0 0 0 0 0,0 0 1 0 0,0 0-1 0 0,0 0 0 0 0,0 0 1 0 0,0 0-1 0 0,1 0 0 0 0,-1 0 1 0 0,0 0-1 0 0,0 0 0 0 0,0 0 0 0 0,0 0 1 0 0,0 0-1 0 0,1 0 0 0 0,-1 0 1 0 0,0 0-1 0 0,0 0 0 0 0,0 0 1 0 0,0 0-1 0 0,0 0 0 0 0,1 0 1 0 0,-1 0-1 0 0,0 0 0 0 0,0 0 1 0 0,0-1-1 0 0,0 1 0 0 0,0 0 0 0 0,0 0 1 0 0,1 0-1 0 0,-1 0 0 0 0,0 0 1 0 0,0 0-1 0 0,0 0 0 0 0,0 0 1 0 0,0-1-1 0 0,0 1 0 0 0,0 0 1 0 0,0 0-1 0 0,0 0 0 0 0,0 0 0 0 0,0 0 1 0 0,3-14 328 0 0,-3-25-129 0 0,0 30-76 0 0,0-73 110 0 0,4 0 0 0 0,4 0 0 0 0,23-107 0 0 0,139-369-187 0 0,-150 494-76 0 0,8-21-28 0 0,-29 135-3038 0 0,-2-24 878 0 0,-2 4-4876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0.5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98 1 6449 0 0,'-1'0'155'0'0,"0"0"-1"0"0,0 0 0 0 0,0 0 0 0 0,0 0 1 0 0,0 0-1 0 0,0 0 0 0 0,0 0 0 0 0,0 0 1 0 0,1 1-1 0 0,-1-1 0 0 0,0 0 0 0 0,0 0 1 0 0,0 1-1 0 0,0-1 0 0 0,0 1 0 0 0,0-1 1 0 0,0 1-1 0 0,1-1 0 0 0,-1 1 0 0 0,0-1 0 0 0,0 1 1 0 0,1 0-1 0 0,-1-1 0 0 0,0 1 0 0 0,1 0 1 0 0,-1 1-1 0 0,-19 20 1816 0 0,12-11-1593 0 0,2 0 0 0 0,0 1 0 0 0,0 0 0 0 0,1 0 0 0 0,0 1 0 0 0,1-1 0 0 0,1 1-1 0 0,0 0 1 0 0,-2 22 0 0 0,2-3-99 0 0,2 0 0 0 0,5 59-1 0 0,-3-80-216 0 0,1 1 0 0 0,0 0 0 0 0,1-1 0 0 0,1 1 0 0 0,0-1 0 0 0,0 0 0 0 0,1 0-1 0 0,1-1 1 0 0,-1 0 0 0 0,2 0 0 0 0,0 0 0 0 0,14 16 0 0 0,-15-19 24 0 0,0-2-1 0 0,0 1 1 0 0,0-1 0 0 0,1 0 0 0 0,0 0 0 0 0,0 0-1 0 0,0-1 1 0 0,1 0 0 0 0,-1-1 0 0 0,1 0-1 0 0,0 0 1 0 0,0-1 0 0 0,0 1 0 0 0,0-2 0 0 0,1 1-1 0 0,-1-1 1 0 0,0-1 0 0 0,1 1 0 0 0,8-2 0 0 0,-13 1-66 0 0,0-1 1 0 0,0 1-1 0 0,0-1 1 0 0,0 0-1 0 0,0 0 1 0 0,0 0 0 0 0,-1-1-1 0 0,1 1 1 0 0,0-1-1 0 0,-1 0 1 0 0,1 0 0 0 0,-1-1-1 0 0,1 1 1 0 0,-1 0-1 0 0,0-1 1 0 0,0 0-1 0 0,5-6 1 0 0,-5 4 1 0 0,0 0-1 0 0,0 0 1 0 0,-1 0-1 0 0,0 0 1 0 0,1-1-1 0 0,-2 1 1 0 0,1-1-1 0 0,-1 0 1 0 0,0 1-1 0 0,0-1 1 0 0,0-8 0 0 0,-1 1-17 0 0,0 1 1 0 0,-1 0 0 0 0,0-1 0 0 0,-1 1-1 0 0,-1 0 1 0 0,0 0 0 0 0,0 1 0 0 0,-1-1-1 0 0,-1 1 1 0 0,0-1 0 0 0,-9-14 0 0 0,12 23 0 0 0,0 0 1 0 0,0-1-1 0 0,0 1 1 0 0,0-1-1 0 0,0 1 1 0 0,1-1-1 0 0,0 0 1 0 0,0 0-1 0 0,0 0 1 0 0,0 0-1 0 0,0 0 1 0 0,1 0-1 0 0,0 1 1 0 0,0-9-1 0 0,1 10-10 0 0,-1 0 0 0 0,1 0 0 0 0,0 0 1 0 0,0 0-1 0 0,0 0 0 0 0,0 0 0 0 0,0 0 0 0 0,0 0 0 0 0,0 0 0 0 0,1 1 0 0 0,-1-1 0 0 0,1 0 0 0 0,-1 1 0 0 0,1-1 0 0 0,0 1 1 0 0,-1 0-1 0 0,1 0 0 0 0,0-1 0 0 0,0 1 0 0 0,0 0 0 0 0,0 0 0 0 0,0 1 0 0 0,0-1 0 0 0,0 0 0 0 0,0 1 0 0 0,1-1 0 0 0,-1 1 1 0 0,2 0-1 0 0,7-2 32 0 0,1 0 0 0 0,-1 1 0 0 0,0 1 0 0 0,1 0 0 0 0,-1 0 0 0 0,0 1 0 0 0,0 1 0 0 0,0 0 0 0 0,0 0 0 0 0,0 1 0 0 0,0 1 0 0 0,0 0 0 0 0,-1 0 0 0 0,0 1 0 0 0,0 0 0 0 0,0 1 0 0 0,0 0 0 0 0,-1 0 0 0 0,0 1 0 0 0,-1 1 0 0 0,1-1 0 0 0,-1 1 0 0 0,-1 1 0 0 0,1-1 0 0 0,-2 1 0 0 0,1 0 0 0 0,-1 1 0 0 0,0 0 0 0 0,-1 0 0 0 0,0 0 0 0 0,4 15 0 0 0,2 10-151 0 0,-2 1 0 0 0,-2 0 0 0 0,3 38 0 0 0,-10-63-1022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1.0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151 69 2304 0 0,'0'0'-36'0'0,"7"-17"216"0"0,1-15 5079 0 0,-8 31-5006 0 0,0 0 1 0 0,0 0 0 0 0,0 0 0 0 0,0 1 0 0 0,0-1 0 0 0,0 0 0 0 0,0 0 0 0 0,0 0 0 0 0,0 0 0 0 0,0 1 0 0 0,0-1 0 0 0,-1 0 0 0 0,1 0 0 0 0,0 0 0 0 0,0 1 0 0 0,-1-1 0 0 0,1 0 0 0 0,-1 1-1 0 0,1-1 1 0 0,-1 0 0 0 0,0 0 0 0 0,0 0-98 0 0,0 1-1 0 0,0 0 0 0 0,-1-1 0 0 0,1 1 1 0 0,0 0-1 0 0,0 0 0 0 0,0 0 0 0 0,0 0 1 0 0,0 0-1 0 0,-1 0 0 0 0,1 1 0 0 0,0-1 1 0 0,0 0-1 0 0,0 1 0 0 0,0-1 0 0 0,0 0 1 0 0,0 1-1 0 0,0-1 0 0 0,0 1 0 0 0,0 0 1 0 0,-1 0-1 0 0,-7 5 257 0 0,0 0 1 0 0,1 0-1 0 0,0 0 0 0 0,1 1 0 0 0,-1 1 1 0 0,1-1-1 0 0,-9 14 0 0 0,2-2-55 0 0,1 1-1 0 0,-11 25 1 0 0,22-42-343 0 0,0 0 1 0 0,1 0-1 0 0,-1 0 1 0 0,1 1 0 0 0,0-1-1 0 0,0 0 1 0 0,0 1 0 0 0,1-1-1 0 0,-1 1 1 0 0,1-1 0 0 0,-1 1-1 0 0,1-1 1 0 0,1 1-1 0 0,-1-1 1 0 0,0 1 0 0 0,1-1-1 0 0,0 1 1 0 0,0-1 0 0 0,0 1-1 0 0,0-1 1 0 0,2 5 0 0 0,0-4-1 0 0,1 1 0 0 0,-1-1 0 0 0,1-1 1 0 0,-1 1-1 0 0,1 0 0 0 0,0-1 0 0 0,0 0 1 0 0,1 0-1 0 0,-1 0 0 0 0,1 0 1 0 0,-1-1-1 0 0,1 0 0 0 0,0 0 0 0 0,5 2 1 0 0,52 13-80 0 0,-50-16 45 0 0,0 2 1 0 0,0 0-1 0 0,-1 0 1 0 0,0 1-1 0 0,0 0 0 0 0,0 1 1 0 0,0 0-1 0 0,0 1 1 0 0,-1 0-1 0 0,12 10 1 0 0,-21-15 25 0 0,0 0 1 0 0,0 0 0 0 0,0 1 0 0 0,0-1 0 0 0,0 0 0 0 0,0 1 0 0 0,0-1 0 0 0,0 0-1 0 0,0 1 1 0 0,-1-1 0 0 0,1 1 0 0 0,-1-1 0 0 0,1 1 0 0 0,-1 0 0 0 0,0-1 0 0 0,1 1-1 0 0,-1-1 1 0 0,0 1 0 0 0,0 0 0 0 0,0-1 0 0 0,0 1 0 0 0,0 0 0 0 0,-1-1 0 0 0,1 1-1 0 0,0-1 1 0 0,-1 1 0 0 0,1 0 0 0 0,-1-1 0 0 0,0 1 0 0 0,1-1 0 0 0,-1 0 0 0 0,0 1-1 0 0,0-1 1 0 0,0 1 0 0 0,0-1 0 0 0,0 0 0 0 0,0 0 0 0 0,0 0 0 0 0,-1 0 0 0 0,1 0 0 0 0,-2 2-1 0 0,-8 5 83 0 0,0 0-1 0 0,0-1 0 0 0,-1 0 0 0 0,-14 6 0 0 0,11-6-25 0 0,-3 3-262 0 0,-1-1 0 0 0,0 0 0 0 0,0-2 0 0 0,-1 0 0 0 0,-25 5 0 0 0,30-14-1953 0 0,11 0 433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1.4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30 10594 0 0,'-7'3'490'0'0,"6"-3"-466"0"0,-1 0 0 0 0,1 1 1 0 0,0-1-1 0 0,0 1 0 0 0,0-1 0 0 0,0 1 0 0 0,0-1 0 0 0,0 1 0 0 0,0-1 0 0 0,0 1 0 0 0,0 0 1 0 0,0 0-1 0 0,0-1 0 0 0,0 1 0 0 0,0 0 0 0 0,0 0 0 0 0,1 0 0 0 0,-1 0 0 0 0,0 2 0 0 0,4-3 502 0 0,1 1-1 0 0,-1-1 1 0 0,1 0-1 0 0,-1 0 1 0 0,1 0-1 0 0,-1 0 1 0 0,1-1-1 0 0,-1 1 0 0 0,4-2 1 0 0,42-9 1358 0 0,-14 1-1572 0 0,1 2 0 0 0,0 1 0 0 0,1 3 0 0 0,-1 0 1 0 0,47 3-1 0 0,-66 1-2822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1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7 234 13827 0 0,'-6'-38'1283'0'0,"9"22"-223"0"0,-3 15-978 0 0,0 1-1 0 0,1 0 0 0 0,-1 0 0 0 0,0 0 1 0 0,1 0-1 0 0,-1-1 0 0 0,1 1 1 0 0,-1 0-1 0 0,0 0 0 0 0,1 0 0 0 0,-1 0 1 0 0,0 0-1 0 0,1 0 0 0 0,-1 0 1 0 0,1 0-1 0 0,-1 0 0 0 0,0 0 0 0 0,1 0 1 0 0,-1 0-1 0 0,0 1 0 0 0,1-1 0 0 0,-1 0 1 0 0,0 0-1 0 0,1 0 0 0 0,-1 0 1 0 0,0 1-1 0 0,1-1 0 0 0,-1 0 0 0 0,0 0 1 0 0,1 1-1 0 0,-1-1 0 0 0,0 0 0 0 0,0 0 1 0 0,1 1-1 0 0,-1-1 0 0 0,0 0 1 0 0,0 1-1 0 0,1 0 0 0 0,4 7 102 0 0,0 0 0 0 0,0 0 0 0 0,-1 1 0 0 0,1 0 0 0 0,-2 0 0 0 0,0 0 0 0 0,0 0 0 0 0,0 0-1 0 0,1 13 1 0 0,6 19 93 0 0,-7-34-239 0 0,22 71 184 0 0,53 114 0 0 0,-68-172-219 0 0,1 1-1 0 0,1-2 0 0 0,1 1 0 0 0,0-2 1 0 0,2 0-1 0 0,0 0 0 0 0,1-1 0 0 0,0-1 1 0 0,1-1-1 0 0,28 19 0 0 0,-44-33 22 0 0,0 0 0 0 0,0 0-1 0 0,0 0 1 0 0,0 0 0 0 0,1 0 0 0 0,-1-1 0 0 0,0 1-1 0 0,0 0 1 0 0,1-1 0 0 0,-1 1 0 0 0,1-1 0 0 0,-1 1-1 0 0,0-1 1 0 0,1 0 0 0 0,-1 0 0 0 0,1 0 0 0 0,-1 1-1 0 0,1-1 1 0 0,-1-1 0 0 0,1 1 0 0 0,-1 0-1 0 0,1 0 1 0 0,-1 0 0 0 0,0-1 0 0 0,1 1 0 0 0,-1-1-1 0 0,1 1 1 0 0,-1-1 0 0 0,0 0 0 0 0,1 1 0 0 0,-1-1-1 0 0,0 0 1 0 0,0 0 0 0 0,0 0 0 0 0,0 0 0 0 0,0 0-1 0 0,0 0 1 0 0,0 0 0 0 0,0 0 0 0 0,0 0 0 0 0,0-1-1 0 0,0 1 1 0 0,-1 0 0 0 0,1 0 0 0 0,0-1 0 0 0,0-1-1 0 0,2-8 137 0 0,0-1 0 0 0,0 1-1 0 0,-1-1 1 0 0,0-22-1 0 0,0 18-91 0 0,2-31-22 0 0,6-57 213 0 0,39-175-1 0 0,2 55-1066 0 0,-50 220 551 0 0,-1 1 0 0 0,1-1 0 0 0,-1 1 1 0 0,1-1-1 0 0,0 1 0 0 0,0-1 1 0 0,1 1-1 0 0,-1 0 0 0 0,1 0 0 0 0,0 0 1 0 0,-1 0-1 0 0,1 0 0 0 0,1 0 0 0 0,3-4 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2.3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44 8290 0 0,'-4'2'143'0'0,"-18"11"918"0"0,21-13-1015 0 0,1 0 0 0 0,0 1-1 0 0,-1-1 1 0 0,1 0 0 0 0,0 1 0 0 0,0-1 0 0 0,-1 0-1 0 0,1 1 1 0 0,0-1 0 0 0,0 0 0 0 0,-1 1-1 0 0,1-1 1 0 0,0 1 0 0 0,0-1 0 0 0,0 0 0 0 0,0 1-1 0 0,0-1 1 0 0,0 1 0 0 0,0-1 0 0 0,0 1-1 0 0,0-1 1 0 0,0 0 0 0 0,0 1 0 0 0,0-1 0 0 0,0 1-1 0 0,0-1 1 0 0,0 1 0 0 0,0-1 0 0 0,0 0-1 0 0,0 1 1 0 0,0-1 0 0 0,1 1 0 0 0,-1-1 0 0 0,0 0-1 0 0,0 1 1 0 0,1-1 0 0 0,-1 0 0 0 0,0 1-1 0 0,0-1 1 0 0,1 0 0 0 0,-1 1 0 0 0,0-1 0 0 0,1 0-1 0 0,-1 0 1 0 0,0 1 0 0 0,1-1 0 0 0,-1 0-1 0 0,1 0 1 0 0,-1 0 0 0 0,0 0 0 0 0,2 1 0 0 0,0 0 190 0 0,0 0 0 0 0,1-1 0 0 0,-1 1 0 0 0,1 0 0 0 0,0-1 0 0 0,-1 0 0 0 0,1 1 0 0 0,-1-1 0 0 0,1 0 0 0 0,0-1 0 0 0,-1 1 0 0 0,1 0 1 0 0,2-1-1 0 0,39-11 1106 0 0,-31 9-908 0 0,73-26 958 0 0,-16 5-1888 0 0,-22 12-2612 0 0,-44 12 2078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2.7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0,'3'8'903'0'0,"0"0"1"0"0,0 0-1 0 0,-1 0 0 0 0,0 0 0 0 0,0 1 0 0 0,-1-1 1 0 0,1 17-1 0 0,-2 10 367 0 0,8 64 0 0 0,-5-82-1886 0 0,1-1 0 0 0,0 1 1 0 0,10 21-1 0 0,-6-20-5847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3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 10594 0 0,'8'-18'6146'0'0,"6"113"-2183"0"0,12 139-3688 0 0,-15-190-1519 0 0,3-18-6209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3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41 6913 0 0,'23'-40'6270'0'0,"-23"52"-1044"0"0,-2 24-3255 0 0,-2-4-1782 0 0,2 0-1 0 0,1 0 1 0 0,1 1-1 0 0,2-1 1 0 0,2 0-1 0 0,0 0 1 0 0,3 0-1 0 0,15 50 1 0 0,-17-69-1135 0 0,-1 1-1 0 0,1-1 1 0 0,13 23 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3.4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1 126 9674 0 0,'1'-1'864'0'0,"3"-2"-696"0"0,2 2-168 0 0,-1-1 0 0 0,2 1 336 0 0,1-2 32 0 0,6-1 9 0 0,8-4-1 0 0,7-2-168 0 0,5-1-32 0 0,1 0-8 0 0,-1 0 0 0 0,-1 0-168 0 0,-1 1-128 0 0,-1-1 16 0 0,-3 3 8 0 0,-6-2 104 0 0,-3 1-72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4.0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244 41 6913 0 0,'0'-2'71'0'0,"0"0"-1"0"0,0 0 0 0 0,-1 0 0 0 0,1 0 1 0 0,0 0-1 0 0,-1 0 0 0 0,1 1 0 0 0,-1-1 0 0 0,0 0 1 0 0,1 0-1 0 0,-1 0 0 0 0,0 1 0 0 0,0-1 0 0 0,0 1 1 0 0,0-1-1 0 0,-1 0 0 0 0,1 1 0 0 0,0 0 0 0 0,-1-1 1 0 0,1 1-1 0 0,-3-2 0 0 0,2 2 47 0 0,0 1-1 0 0,0 0 1 0 0,0-1-1 0 0,0 1 1 0 0,0 0 0 0 0,0 0-1 0 0,0 1 1 0 0,0-1-1 0 0,0 0 1 0 0,0 0 0 0 0,1 1-1 0 0,-1 0 1 0 0,0-1-1 0 0,0 1 1 0 0,0 0 0 0 0,0 0-1 0 0,1-1 1 0 0,-1 2-1 0 0,1-1 1 0 0,-1 0 0 0 0,0 0-1 0 0,-1 2 1 0 0,-4 3 108 0 0,1 1 0 0 0,-1-1 0 0 0,2 1 0 0 0,-1 0 1 0 0,0 1-1 0 0,1-1 0 0 0,1 1 0 0 0,-1 0 0 0 0,-4 13 0 0 0,-27 86 1047 0 0,25-66-782 0 0,-8 21 106 0 0,3 2 0 0 0,3 0 0 0 0,2 0 1 0 0,-2 88-1 0 0,13-105-428 0 0,1 1-1 0 0,3-1 1 0 0,2 0 0 0 0,2 0 0 0 0,1 0-1 0 0,28 76 1 0 0,-15-66-72 0 0,2-1 0 0 0,3-2 0 0 0,2 0 0 0 0,47 63 0 0 0,-47-78-58 0 0,2-1-1 0 0,2-1 1 0 0,1-2-1 0 0,2-2 1 0 0,73 53 0 0 0,-21-26 141 0 0,106 52 0 0 0,-153-91-92 0 0,1-2 0 0 0,1-2-1 0 0,0-2 1 0 0,1-2 0 0 0,55 9-1 0 0,-87-20-452 0 0,0-1 0 0 0,1-1-1 0 0,-1 0 1 0 0,21-3-1 0 0,-10-2-6482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4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40 8754 0 0,'0'-1'59'0'0,"0"1"-1"0"0,-1-1 1 0 0,1 1 0 0 0,0-1-1 0 0,0 0 1 0 0,0 1 0 0 0,-1-1 0 0 0,1 0-1 0 0,0 1 1 0 0,0-1 0 0 0,0 0-1 0 0,0 1 1 0 0,0-1 0 0 0,0 0 0 0 0,0 1-1 0 0,1-1 1 0 0,-1 0 0 0 0,0 1-1 0 0,0-1 1 0 0,0 0 0 0 0,1 1-1 0 0,-1-1 1 0 0,0 1 0 0 0,1-1 0 0 0,-1 0-1 0 0,0 1 1 0 0,1-1 0 0 0,-1 1-1 0 0,1-1 1 0 0,-1 1 0 0 0,1-1 0 0 0,0 0-1 0 0,1 0 84 0 0,1-1-1 0 0,0 1 1 0 0,-1-1-1 0 0,1 1 1 0 0,0 0 0 0 0,0 0-1 0 0,6-2 1 0 0,2 1 193 0 0,1 0 1 0 0,0 1-1 0 0,14 0 0 0 0,-13 1-107 0 0,-1 2-1 0 0,1-1 0 0 0,-1 1 0 0 0,1 1 0 0 0,-1 1 0 0 0,0-1 0 0 0,0 2 0 0 0,0 0 1 0 0,-1 0-1 0 0,16 10 0 0 0,-11-4-64 0 0,-1 0 1 0 0,0 2-1 0 0,-1-1 0 0 0,0 2 1 0 0,-1 0-1 0 0,15 19 0 0 0,-3 4-20 0 0,-1 1-1 0 0,-2 2 0 0 0,-2 0 1 0 0,-1 1-1 0 0,14 48 0 0 0,34 119 170 0 0,71 387-1 0 0,-132-559-48 0 0,-2 0 0 0 0,-1 1 0 0 0,-1 0 0 0 0,-7 62 0 0 0,2-80-84 0 0,0 0 1 0 0,-1-1-1 0 0,-1 0 1 0 0,-1 0-1 0 0,-1 0 1 0 0,0 0 0 0 0,-1-1-1 0 0,-1 0 1 0 0,-1-1-1 0 0,-22 29 1 0 0,5-14-354 0 0,-1 0 0 0 0,-2-3 0 0 0,-1 0 0 0 0,-37 24 0 0 0,50-39-886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5.1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85 6913 0 0,'-26'3'674'0'0,"38"-2"-702"0"0,43-2 816 0 0,262-10 6681 0 0,159-20-2966 0 0,-396 24-4420 0 0,85-19 1 0 0,-149 21-31 0 0,-16 5-174 0 0,0 0 1 0 0,1 0-1 0 0,-1 0 0 0 0,0 0 0 0 0,0 0 1 0 0,1 0-1 0 0,-1 0 0 0 0,0 0 1 0 0,1 0-1 0 0,-1 0 0 0 0,0 0 1 0 0,1 0-1 0 0,-1 0 0 0 0,0-1 1 0 0,4-6-2898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5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6913 0 0,'15'-5'662'0'0,"0"1"0"0"0,0 0 0 0 0,1 1-1 0 0,-1 1 1 0 0,0 0 0 0 0,1 1-1 0 0,-1 1 1 0 0,1 0 0 0 0,-1 1-1 0 0,1 1 1 0 0,-1 0 0 0 0,1 1-1 0 0,-1 1 1 0 0,0 0 0 0 0,-1 1-1 0 0,1 1 1 0 0,-1 0 0 0 0,0 1-1 0 0,24 16 1 0 0,-33-19-572 0 0,0 0 0 0 0,0 0 0 0 0,0 1 0 0 0,0-1 0 0 0,-1 1 0 0 0,1 0 0 0 0,-1 0 0 0 0,-1 1-1 0 0,1-1 1 0 0,-1 1 0 0 0,0 0 0 0 0,0 0 0 0 0,0 0 0 0 0,-1 0 0 0 0,0 0 0 0 0,0 1 0 0 0,1 10 0 0 0,-3-7-43 0 0,0 0 0 0 0,0 0 0 0 0,-1 0 1 0 0,0 1-1 0 0,-1-1 0 0 0,0-1 0 0 0,-1 1 0 0 0,0 0 0 0 0,0 0 1 0 0,-9 15-1 0 0,-54 88 128 0 0,48-85-699 0 0,0 1 0 0 0,2 0-1 0 0,-17 45 1 0 0,27-54-835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6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230 154 8290 0 0,'2'-14'446'0'0,"0"0"0"0"0,8-24-1 0 0,-6 27 276 0 0,-1 0-1 0 0,0-1 0 0 0,-1 0 0 0 0,2-17 0 0 0,-4 28-646 0 0,0 1-1 0 0,0-1 1 0 0,0 1-1 0 0,0-1 1 0 0,0 1-1 0 0,0-1 1 0 0,0 1-1 0 0,0-1 1 0 0,-1 1-1 0 0,1 0 0 0 0,0-1 1 0 0,0 1-1 0 0,0-1 1 0 0,0 1-1 0 0,-1-1 1 0 0,1 1-1 0 0,0 0 1 0 0,0-1-1 0 0,0 1 1 0 0,-1 0-1 0 0,1-1 1 0 0,0 1-1 0 0,-1 0 1 0 0,1-1-1 0 0,0 1 1 0 0,-1 0-1 0 0,1 0 1 0 0,-1-1-1 0 0,1 1 1 0 0,0 0-1 0 0,-1 0 1 0 0,1 0-1 0 0,-1-1 1 0 0,1 1-1 0 0,-1 0 1 0 0,0 0-1 0 0,-19 6 1177 0 0,-19 19-235 0 0,23-10-883 0 0,0 0 1 0 0,1 2-1 0 0,1 0 1 0 0,1 0-1 0 0,0 1 1 0 0,2 1-1 0 0,0 0 1 0 0,-9 21-1 0 0,8-11 63 0 0,0 2 1 0 0,2-1-1 0 0,1 1 0 0 0,-8 59 0 0 0,16-72-205 0 0,0 1 0 0 0,1-1-1 0 0,1 0 1 0 0,1 0 0 0 0,1 0 0 0 0,0 0-1 0 0,1 0 1 0 0,1 0 0 0 0,1-1-1 0 0,0 0 1 0 0,1 0 0 0 0,1-1 0 0 0,1 0-1 0 0,0 0 1 0 0,1-1 0 0 0,15 18-1 0 0,-16-22 4 0 0,0-1 0 0 0,0 1 0 0 0,1-2 0 0 0,1 1 0 0 0,0-2-1 0 0,0 1 1 0 0,0-1 0 0 0,1-1 0 0 0,0 0 0 0 0,1-1 0 0 0,0 0 0 0 0,0-1 0 0 0,0-1-1 0 0,0 0 1 0 0,1 0 0 0 0,0-2 0 0 0,-1 1 0 0 0,1-2 0 0 0,0 0 0 0 0,0 0-1 0 0,24-3 1 0 0,-31 1 11 0 0,1-1 0 0 0,0 0 0 0 0,-1 0-1 0 0,0 0 1 0 0,1-1 0 0 0,-1 0 0 0 0,0 0 0 0 0,-1-1-1 0 0,1 0 1 0 0,-1 0 0 0 0,1 0 0 0 0,-1-1 0 0 0,7-7 0 0 0,-11 10-29 0 0,0-1 1 0 0,1 0 0 0 0,-1 0 0 0 0,0 0 0 0 0,-1 0 0 0 0,1 0 0 0 0,0 0 0 0 0,-1-1 0 0 0,0 1 0 0 0,0-1 0 0 0,0 1 0 0 0,0-1 0 0 0,-1 1 0 0 0,1-1 0 0 0,-1 1 0 0 0,0-1 0 0 0,0 1 0 0 0,0-1 0 0 0,0 1 0 0 0,-1-1 0 0 0,1 1 0 0 0,-1-1-1 0 0,0 1 1 0 0,0-1 0 0 0,0 1 0 0 0,-1 0 0 0 0,1-1 0 0 0,-1 1 0 0 0,0 0 0 0 0,-2-3 0 0 0,-3-5-22 0 0,-1 2-1 0 0,0-1 1 0 0,-1 1-1 0 0,0 0 1 0 0,-14-10-1 0 0,12 10 3 0 0,1 0 0 0 0,-1-1-1 0 0,-15-19 1 0 0,25 27 43 0 0,0 0 0 0 0,0 1 1 0 0,0-1-1 0 0,0 0 0 0 0,0 0 0 0 0,0 1 1 0 0,0-1-1 0 0,0 0 0 0 0,1 0 0 0 0,-1 0 0 0 0,1 0 1 0 0,0 0-1 0 0,-1 0 0 0 0,1 0 0 0 0,0 0 1 0 0,0 0-1 0 0,0 0 0 0 0,0 0 0 0 0,1 0 0 0 0,-1 0 1 0 0,1 0-1 0 0,-1 0 0 0 0,2-2 0 0 0,-1 0-2 0 0,1 1-1 0 0,1 0 1 0 0,-1 0 0 0 0,0 0-1 0 0,1 0 1 0 0,-1 1-1 0 0,1-1 1 0 0,0 1-1 0 0,0-1 1 0 0,0 1-1 0 0,6-3 1 0 0,1 0-4 0 0,0 0-1 0 0,1 0 1 0 0,0 1-1 0 0,-1 1 1 0 0,1 0-1 0 0,0 0 1 0 0,18-1-1 0 0,-23 4 41 0 0,-1 0-1 0 0,1 0 1 0 0,0 0 0 0 0,0 1-1 0 0,-1 0 1 0 0,1 0 0 0 0,-1 1-1 0 0,1-1 1 0 0,-1 1 0 0 0,1 0-1 0 0,-1 1 1 0 0,0-1 0 0 0,0 1-1 0 0,0 0 1 0 0,0 0-1 0 0,0 1 1 0 0,-1 0 0 0 0,0-1-1 0 0,0 1 1 0 0,0 1 0 0 0,0-1-1 0 0,0 1 1 0 0,-1-1 0 0 0,0 1-1 0 0,0 0 1 0 0,0 0 0 0 0,-1 0-1 0 0,4 11 1 0 0,3 11 223 0 0,-1 0 1 0 0,-2 1-1 0 0,-1 0 0 0 0,2 47 0 0 0,-2-28-155 0 0,12 45-6672 0 0,-13-77 315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6.6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316 25 5529 0 0,'-3'-3'147'0'0,"-1"0"1"0"0,1 1-1 0 0,-1-1 0 0 0,0 1 0 0 0,0 0 0 0 0,1 0 0 0 0,-2 1 0 0 0,1-1 1 0 0,0 1-1 0 0,0 0 0 0 0,0 0 0 0 0,-1 0 0 0 0,1 1 0 0 0,0-1 1 0 0,-1 1-1 0 0,1 0 0 0 0,0 0 0 0 0,-1 1 0 0 0,1-1 0 0 0,0 1 1 0 0,-1 0-1 0 0,-4 2 0 0 0,-5 1 311 0 0,1 0 1 0 0,0 1-1 0 0,-1 1 1 0 0,1 0-1 0 0,1 1 1 0 0,0 0-1 0 0,0 1 1 0 0,-14 12 0 0 0,17-13-214 0 0,1 1 1 0 0,0 0-1 0 0,0 0 1 0 0,0 0-1 0 0,2 1 1 0 0,-1 0 0 0 0,1 1-1 0 0,0 0 1 0 0,1-1-1 0 0,0 2 1 0 0,-4 10-1 0 0,8-18-256 0 0,1-1 0 0 0,-1 1-1 0 0,1 0 1 0 0,-1 0 0 0 0,1 0-1 0 0,0 0 1 0 0,0-1-1 0 0,0 1 1 0 0,1 0 0 0 0,-1 0-1 0 0,1 0 1 0 0,-1 0-1 0 0,1-1 1 0 0,0 1 0 0 0,0 0-1 0 0,0 0 1 0 0,0-1 0 0 0,1 1-1 0 0,-1-1 1 0 0,1 1-1 0 0,-1-1 1 0 0,1 0 0 0 0,0 0-1 0 0,0 0 1 0 0,0 0-1 0 0,0 0 1 0 0,0 0 0 0 0,1 0-1 0 0,-1 0 1 0 0,1-1 0 0 0,-1 0-1 0 0,1 1 1 0 0,-1-1-1 0 0,1 0 1 0 0,0 0 0 0 0,-1 0-1 0 0,1-1 1 0 0,0 1 0 0 0,0 0-1 0 0,0-1 1 0 0,0 0-1 0 0,0 0 1 0 0,-1 0 0 0 0,1 0-1 0 0,0 0 1 0 0,0-1-1 0 0,0 1 1 0 0,0-1 0 0 0,-1 0-1 0 0,1 0 1 0 0,0 0 0 0 0,-1 0-1 0 0,1 0 1 0 0,0 0-1 0 0,-1-1 1 0 0,1 1 0 0 0,3-4-1 0 0,-2 1-11 0 0,1 0 0 0 0,-1 0 0 0 0,0-1 0 0 0,0 1 0 0 0,0-1 0 0 0,0 0 0 0 0,-1 0 0 0 0,0 0 0 0 0,0 0 0 0 0,0 0 0 0 0,-1-1 0 0 0,3-7 0 0 0,-2-1 340 0 0,0 0 0 0 0,-1-1 0 0 0,0-22 1 0 0,-1 20 832 0 0,0-1 1 0 0,6-26-1 0 0,-7 44-1123 0 0,0 0-1 0 0,0 0 1 0 0,0 0 0 0 0,1 0-1 0 0,-1 0 1 0 0,0 1 0 0 0,0-1-1 0 0,0 0 1 0 0,0 0-1 0 0,0 0 1 0 0,0 0 0 0 0,0 0-1 0 0,0 0 1 0 0,0 0 0 0 0,0 0-1 0 0,0 0 1 0 0,0 0-1 0 0,1 0 1 0 0,-1 1 0 0 0,0-1-1 0 0,0 0 1 0 0,0 0-1 0 0,0 0 1 0 0,0 0 0 0 0,0 0-1 0 0,0 0 1 0 0,0 0 0 0 0,1 0-1 0 0,-1 0 1 0 0,0 0-1 0 0,0 0 1 0 0,0 0 0 0 0,0 0-1 0 0,0 0 1 0 0,0 0 0 0 0,0 0-1 0 0,1 0 1 0 0,-1 0-1 0 0,0 0 1 0 0,0 0 0 0 0,0-1-1 0 0,0 1 1 0 0,0 0 0 0 0,0 0-1 0 0,0 0 1 0 0,0 0-1 0 0,0 0 1 0 0,1 0 0 0 0,-1 0-1 0 0,0 0 1 0 0,0 0-1 0 0,0 0 1 0 0,0 0 0 0 0,0 0-1 0 0,0-1 1 0 0,0 1 0 0 0,0 0-1 0 0,0 0 1 0 0,0 0-1 0 0,0 0 1 0 0,0 0 0 0 0,0 0-1 0 0,0 0 1 0 0,0 0 0 0 0,0-1-1 0 0,0 1 1 0 0,0 0-1 0 0,0 0 1 0 0,7 14 502 0 0,4 17-350 0 0,-4-8-126 0 0,1-1 0 0 0,1 0 0 0 0,1 0 0 0 0,1-1 1 0 0,1 0-1 0 0,1-1 0 0 0,0-1 0 0 0,2 0 0 0 0,25 27 0 0 0,-24-32-600 0 0,-1-1-1 0 0,1 0 0 0 0,1-1 0 0 0,1-1 1 0 0,-1-1-1 0 0,2 0 0 0 0,18 7 1 0 0,-33-16 321 0 0,-1 0-1 0 0,0 0 1 0 0,1 0 0 0 0,-1 0 0 0 0,1 0 0 0 0,-1-1 0 0 0,1 1 0 0 0,-1-1 0 0 0,1 0 0 0 0,-1 0 0 0 0,1-1 0 0 0,-1 1 0 0 0,1-1 0 0 0,-1 1 0 0 0,0-1 0 0 0,1 0 0 0 0,-1-1 0 0 0,0 1 0 0 0,1 0-1 0 0,-1-1 1 0 0,4-2 0 0 0,-1-1 231 0 0,0 0 0 0 0,-1 0 1 0 0,1-1-1 0 0,-1 1 0 0 0,0-1 0 0 0,0 0 0 0 0,-1-1 0 0 0,7-11 0 0 0,2-10-5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6.8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13 228 3457 0 0,'-7'-158'1588'0'0,"1"88"4983"0"0,9 99-3675 0 0,1-1 0 0 0,12 43 0 0 0,30 69-495 0 0,83 138-2429 0 0,-88-196-2962 0 0,-28-57-4174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7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20 163 10594 0 0,'-2'0'72'0'0,"1"-1"0"0"0,0 0 0 0 0,0 0-1 0 0,-1 0 1 0 0,1 1 0 0 0,0-1 0 0 0,0 0-1 0 0,0 0 1 0 0,0-1 0 0 0,0 1 0 0 0,0 0-1 0 0,0 0 1 0 0,0 0 0 0 0,1-1 0 0 0,-1 1-1 0 0,0 0 1 0 0,1-1 0 0 0,-1 1 0 0 0,1-1-1 0 0,-1-2 1 0 0,1 1 56 0 0,1 1-1 0 0,-1-1 0 0 0,1 0 1 0 0,-1 1-1 0 0,1-1 1 0 0,0 0-1 0 0,0 1 1 0 0,0-1-1 0 0,1 1 0 0 0,2-5 1 0 0,2-2 90 0 0,0 1 1 0 0,0 0-1 0 0,1 0 1 0 0,0 1-1 0 0,0 0 1 0 0,1 0-1 0 0,0 1 0 0 0,0 0 1 0 0,1 1-1 0 0,12-7 1 0 0,-14 8-493 0 0,0 1 1 0 0,1 0-1 0 0,-1 1 1 0 0,1-1-1 0 0,-1 2 1 0 0,10-2-1 0 0,-12 2-274 0 0,0 1 1 0 0,0 0-1 0 0,-1 0 0 0 0,1 0 0 0 0,0 1 1 0 0,0 0-1 0 0,-1 0 0 0 0,1 0 0 0 0,-1 0 0 0 0,9 4 1 0 0,4 4-177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7.3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5 291 1376 0 0,'1'1'175'0'0,"0"0"-1"0"0,1 0 0 0 0,-1 0 1 0 0,1 0-1 0 0,-1 0 1 0 0,1-1-1 0 0,-1 1 0 0 0,1 0 1 0 0,0-1-1 0 0,-1 1 1 0 0,1-1-1 0 0,0 1 0 0 0,0-1 1 0 0,-1 0-1 0 0,1 0 1 0 0,0 0-1 0 0,0 0 0 0 0,-1 0 1 0 0,1 0-1 0 0,0-1 1 0 0,0 1-1 0 0,-1 0 0 0 0,1-1 1 0 0,0 1-1 0 0,-1-1 1 0 0,1 0-1 0 0,1-1 0 0 0,4 0 457 0 0,0-1 0 0 0,0 0-1 0 0,-1-1 1 0 0,1 0 0 0 0,7-5-1 0 0,-5 0-303 0 0,0 0-1 0 0,0 0 0 0 0,-1-1 0 0 0,0 0 0 0 0,-1-1 1 0 0,0 1-1 0 0,-1-1 0 0 0,7-15 0 0 0,-10 19-246 0 0,0 0 0 0 0,-1-1 0 0 0,1 1 0 0 0,-2-1 0 0 0,1 1 0 0 0,-1-1 0 0 0,0 0 0 0 0,0 1 0 0 0,-1-1 0 0 0,0 0 0 0 0,0 0 0 0 0,-1 1 0 0 0,0-1 0 0 0,-4-13 0 0 0,5 19 2 0 0,-1 0 0 0 0,0 0 0 0 0,0 0 0 0 0,0 0 0 0 0,0 0 0 0 0,0 0 0 0 0,0 0 0 0 0,0 0 1 0 0,0 0-1 0 0,-1 1 0 0 0,1-1 0 0 0,-1 0 0 0 0,1 1 0 0 0,-1 0 0 0 0,0-1 0 0 0,0 1 0 0 0,1 0 0 0 0,-1 0 0 0 0,0 0 0 0 0,0 0 0 0 0,-4-2 0 0 0,3 3 58 0 0,-1 0-1 0 0,1 0 1 0 0,0-1-1 0 0,0 2 1 0 0,0-1-1 0 0,0 0 1 0 0,0 1-1 0 0,-1-1 1 0 0,1 1 0 0 0,0 0-1 0 0,0 0 1 0 0,1 0-1 0 0,-6 3 1 0 0,0 1 2 0 0,0-1 0 0 0,0 2 0 0 0,1-1 1 0 0,0 1-1 0 0,0 0 0 0 0,0 1 0 0 0,1-1 1 0 0,0 1-1 0 0,-8 13 0 0 0,10-14-130 0 0,1 0 1 0 0,-1 1-1 0 0,2-1 1 0 0,-1 1-1 0 0,1 0 0 0 0,0 0 1 0 0,0 0-1 0 0,1 0 0 0 0,0 0 1 0 0,0 0-1 0 0,1 0 0 0 0,0 0 1 0 0,0 0-1 0 0,1 0 1 0 0,0 0-1 0 0,0 0 0 0 0,0 0 1 0 0,1 0-1 0 0,0 0 0 0 0,0 0 1 0 0,1 0-1 0 0,0-1 0 0 0,0 0 1 0 0,1 1-1 0 0,5 7 1 0 0,0-2-90 0 0,1-1 0 0 0,0 0-1 0 0,1-1 1 0 0,0 0 0 0 0,0-1 0 0 0,1 0 0 0 0,0 0 0 0 0,0-2 0 0 0,1 1 0 0 0,0-2 0 0 0,20 8 0 0 0,-11-6-932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8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185 135 6449 0 0,'-17'16'495'0'0,"2"0"0"0"0,0 2-1 0 0,1-1 1 0 0,-14 25-1 0 0,12-18 83 0 0,5-6-251 0 0,1 0 0 0 0,0 1-1 0 0,1 0 1 0 0,1 1-1 0 0,1 0 1 0 0,1 0 0 0 0,1 0-1 0 0,0 1 1 0 0,2 0 0 0 0,-2 32-1 0 0,5-42-220 0 0,0-1-1 0 0,1 1 1 0 0,0 0 0 0 0,1 0-1 0 0,0-1 1 0 0,0 1-1 0 0,1-1 1 0 0,1 0 0 0 0,8 19-1 0 0,-8-23-28 0 0,0 0 0 0 0,1 1-1 0 0,-1-1 1 0 0,1-1 0 0 0,0 1 0 0 0,1-1-1 0 0,-1 0 1 0 0,1 0 0 0 0,0 0 0 0 0,0-1-1 0 0,1 0 1 0 0,-1 0 0 0 0,1-1 0 0 0,0 0 0 0 0,9 3-1 0 0,-7-3 42 0 0,1 0 0 0 0,-1-1-1 0 0,1-1 1 0 0,-1 1-1 0 0,1-2 1 0 0,-1 1 0 0 0,1-1-1 0 0,-1-1 1 0 0,1 0 0 0 0,-1 0-1 0 0,13-3 1 0 0,-8-1 11 0 0,0 1 1 0 0,-1-2-1 0 0,1 1 1 0 0,-1-2-1 0 0,0 0 1 0 0,-1 0-1 0 0,12-10 1 0 0,-8 4 31 0 0,0 0 1 0 0,-1-1-1 0 0,-1-1 1 0 0,0 0-1 0 0,-1-1 1 0 0,-1 0-1 0 0,0-1 1 0 0,-2 0-1 0 0,0-1 1 0 0,14-34-1 0 0,-19 36-82 0 0,-1 0-1 0 0,0-1 1 0 0,-1 1 0 0 0,-1-1-1 0 0,-1 0 1 0 0,0 0-1 0 0,-1 0 1 0 0,-1 1 0 0 0,-4-22-1 0 0,1 17-26 0 0,0 0-1 0 0,-2 0 0 0 0,0 0 0 0 0,-2 1 1 0 0,0 0-1 0 0,-19-33 0 0 0,23 46-199 0 0,0 0 0 0 0,-1 1 0 0 0,1-1-1 0 0,-1 1 1 0 0,-1 0 0 0 0,1 0-1 0 0,-1 1 1 0 0,0-1 0 0 0,0 1-1 0 0,-1 1 1 0 0,0-1 0 0 0,1 1-1 0 0,-1 0 1 0 0,-1 1 0 0 0,1-1 0 0 0,0 2-1 0 0,-1-1 1 0 0,0 1 0 0 0,0 0-1 0 0,-15-2 1 0 0,-4 5-6238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8.5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1 173 10594 0 0,'2'-1'152'0'0,"0"0"1"0"0,0 0-1 0 0,-1 1 0 0 0,1-1 0 0 0,0 0 0 0 0,0 1 0 0 0,0 0 0 0 0,0-1 1 0 0,0 1-1 0 0,0 0 0 0 0,0 0 0 0 0,0 0 0 0 0,1 1 0 0 0,-1-1 0 0 0,3 1 0 0 0,32 8 815 0 0,-21-1-316 0 0,-1 0 1 0 0,0 1-1 0 0,28 20 1 0 0,-33-20-415 0 0,0-2 1 0 0,0 1 0 0 0,1-2-1 0 0,0 1 1 0 0,0-1 0 0 0,1-1 0 0 0,0 0-1 0 0,24 6 1 0 0,-34-11-158 0 0,0 0 1 0 0,0 0-1 0 0,0 0 0 0 0,0 0 0 0 0,0 0 1 0 0,0 0-1 0 0,-1 0 0 0 0,1-1 1 0 0,0 1-1 0 0,0-1 0 0 0,0 0 0 0 0,-1 1 1 0 0,1-1-1 0 0,0 0 0 0 0,-1 0 1 0 0,1 0-1 0 0,0 0 0 0 0,-1 0 0 0 0,0-1 1 0 0,1 1-1 0 0,-1 0 0 0 0,0-1 1 0 0,1 1-1 0 0,-1-1 0 0 0,0 1 1 0 0,0-1-1 0 0,0 0 0 0 0,0 1 0 0 0,-1-1 1 0 0,1 0-1 0 0,0 0 0 0 0,-1 1 1 0 0,1-1-1 0 0,-1 0 0 0 0,1-2 0 0 0,1-9 161 0 0,0 0 0 0 0,-1 0 0 0 0,0-26 0 0 0,-1 29-358 0 0,0-1-222 0 0,1-66 837 0 0,4 26-6844 0 0,0 22-646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9.1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1 359 2304 0 0,'1'4'219'0'0,"1"0"0"0"0,0 0 0 0 0,0 0-1 0 0,0-1 1 0 0,0 1 0 0 0,0 0 0 0 0,1-1-1 0 0,-1 0 1 0 0,1 1 0 0 0,0-1-1 0 0,0 0 1 0 0,1-1 0 0 0,-1 1 0 0 0,0 0-1 0 0,1-1 1 0 0,0 0 0 0 0,-1 0-1 0 0,1 0 1 0 0,0 0 0 0 0,0 0 0 0 0,0-1-1 0 0,0 0 1 0 0,1 0 0 0 0,-1 0-1 0 0,0 0 1 0 0,0-1 0 0 0,1 0 0 0 0,-1 0-1 0 0,0 0 1 0 0,0 0 0 0 0,6-1 0 0 0,-1 0 197 0 0,0-1 1 0 0,0 0-1 0 0,0 0 1 0 0,0-1-1 0 0,0 0 1 0 0,0-1-1 0 0,-1 0 1 0 0,0 0-1 0 0,1-1 1 0 0,-2 0 0 0 0,1 0-1 0 0,-1-1 1 0 0,12-10-1 0 0,-10 5-301 0 0,-1 1 1 0 0,0-1-1 0 0,-1-1 0 0 0,0 0 0 0 0,0 0 1 0 0,-1 0-1 0 0,-1-1 0 0 0,6-19 0 0 0,-8 22-49 0 0,0 0 0 0 0,-1-1 0 0 0,-1 1 0 0 0,0-1 0 0 0,0 1 0 0 0,-1-1 0 0 0,0 0 0 0 0,-1 1 0 0 0,0-1 0 0 0,0 1 0 0 0,-6-16 0 0 0,7 23-46 0 0,-1 1 0 0 0,0-1 0 0 0,0 1 0 0 0,0-1 0 0 0,-1 1 0 0 0,1-1 0 0 0,-1 1 0 0 0,1 0 0 0 0,-1 0 0 0 0,0 0 0 0 0,0 0 0 0 0,-3-3 0 0 0,4 4 10 0 0,0 0 0 0 0,-1 1 0 0 0,1-1 0 0 0,0 1 0 0 0,0-1 0 0 0,-1 1 0 0 0,1-1 1 0 0,0 1-1 0 0,-1 0 0 0 0,1-1 0 0 0,0 1 0 0 0,-1 0 0 0 0,1 0 0 0 0,-1 0 0 0 0,1 0 0 0 0,0 0 1 0 0,-1 1-1 0 0,-1-1 0 0 0,0 2 14 0 0,0-1-1 0 0,-1 1 1 0 0,1 0 0 0 0,0-1 0 0 0,1 1 0 0 0,-1 0-1 0 0,0 1 1 0 0,0-1 0 0 0,1 0 0 0 0,0 1 0 0 0,-1 0-1 0 0,1-1 1 0 0,0 1 0 0 0,0 0 0 0 0,1 0 0 0 0,-1 0-1 0 0,0 0 1 0 0,0 4 0 0 0,-1-1-54 0 0,1 1 0 0 0,0 0 1 0 0,0-1-1 0 0,1 1 0 0 0,-1 0 0 0 0,2 0 0 0 0,-1 0 1 0 0,1 0-1 0 0,0 0 0 0 0,0 0 0 0 0,1 0 0 0 0,0 0 1 0 0,0-1-1 0 0,1 1 0 0 0,2 8 0 0 0,0-6 6 0 0,0 0 0 0 0,1 0 0 0 0,0-1 0 0 0,0 0 0 0 0,0 0 0 0 0,1 0 0 0 0,0-1 0 0 0,1 0 0 0 0,0 0-1 0 0,10 7 1 0 0,-6-5-31 0 0,0-1 0 0 0,1 0 0 0 0,1-1 0 0 0,-1 0 0 0 0,1-1 0 0 0,0 0 0 0 0,1-2 0 0 0,-1 1 0 0 0,1-1 0 0 0,0-1 0 0 0,0-1 0 0 0,0 0 0 0 0,0 0 0 0 0,0-2 0 0 0,18 0 0 0 0,-28 0-5 0 0,1-1 0 0 0,-1 1 0 0 0,1-1 0 0 0,-1 0-1 0 0,1 0 1 0 0,-1-1 0 0 0,0 1 0 0 0,0-1 0 0 0,0 0-1 0 0,0 0 1 0 0,0 0 0 0 0,0-1 0 0 0,0 1 0 0 0,-1-1-1 0 0,1 0 1 0 0,-1 0 0 0 0,0 0 0 0 0,0-1 0 0 0,0 1-1 0 0,0-1 1 0 0,0 1 0 0 0,-1-1 0 0 0,0 0 0 0 0,0 0-1 0 0,3-6 1 0 0,-1-6-31 0 0,-1 0-1 0 0,0 0 1 0 0,-1 0-1 0 0,-1 0 1 0 0,-1-30-1 0 0,0 32 237 0 0,0-1 1 0 0,0 0-1 0 0,1 1 0 0 0,1-1 1 0 0,1 1-1 0 0,6-22 0 0 0,-9 35-125 0 0,1-1 0 0 0,-1 1 1 0 0,1 0-1 0 0,-1 0 0 0 0,1 0 0 0 0,-1 0 0 0 0,1 0 0 0 0,0 0 1 0 0,0 0-1 0 0,-1 0 0 0 0,1 0 0 0 0,0 0 0 0 0,0 0 0 0 0,0 0 0 0 0,0 1 1 0 0,0-1-1 0 0,0 0 0 0 0,0 1 0 0 0,0-1 0 0 0,0 1 0 0 0,1-1 1 0 0,-1 1-1 0 0,0 0 0 0 0,0-1 0 0 0,2 1 0 0 0,-1 0 12 0 0,0 0-1 0 0,0 1 1 0 0,0-1-1 0 0,1 1 1 0 0,-1-1 0 0 0,0 1-1 0 0,0 0 1 0 0,0 0-1 0 0,0 0 1 0 0,-1 0-1 0 0,1 0 1 0 0,0 0 0 0 0,2 2-1 0 0,5 5 122 0 0,-1-1 0 0 0,0 2 0 0 0,-1-1 0 0 0,9 13 0 0 0,4 10 60 0 0,-2 0 0 0 0,21 52 0 0 0,3 4 21 0 0,-42-86-250 0 0,0-1 0 0 0,0 1 0 0 0,0-1 1 0 0,0 1-1 0 0,1-1 0 0 0,-1 1 1 0 0,0-1-1 0 0,0 1 0 0 0,1-1 0 0 0,-1 1 1 0 0,0-1-1 0 0,0 0 0 0 0,1 1 1 0 0,-1-1-1 0 0,0 1 0 0 0,1-1 0 0 0,-1 0 1 0 0,1 0-1 0 0,-1 1 0 0 0,0-1 1 0 0,1 0-1 0 0,-1 1 0 0 0,1-1 1 0 0,-1 0-1 0 0,1 0 0 0 0,-1 0 0 0 0,1 0 1 0 0,-1 0-1 0 0,1 1 0 0 0,-1-1 1 0 0,2 0-1 0 0,5-16 325 0 0,-1-40 408 0 0,-5 42-596 0 0,0-12-298 0 0,2 1 1 0 0,1 0 0 0 0,1-1-1 0 0,1 1 1 0 0,1 1 0 0 0,1-1-1 0 0,1 1 1 0 0,15-27 0 0 0,-8 26-1094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00.4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268 437 7370 0 0,'0'-2'181'0'0,"1"-1"0"0"0,-1 0 1 0 0,0 1-1 0 0,0-1 0 0 0,0 0 1 0 0,0 0-1 0 0,0 1 0 0 0,-1-1 1 0 0,1 0-1 0 0,-1 1 0 0 0,1-1 1 0 0,-1 1-1 0 0,0-1 0 0 0,0 1 1 0 0,-1-1-1 0 0,1 1 0 0 0,0-1 1 0 0,-1 1-1 0 0,1 0 0 0 0,-1 0 1 0 0,0 0-1 0 0,0 0 0 0 0,0 0 1 0 0,0 0-1 0 0,0 0 1 0 0,0 1-1 0 0,0-1 0 0 0,0 1 1 0 0,-1 0-1 0 0,1-1 0 0 0,-1 1 1 0 0,1 0-1 0 0,-1 0 0 0 0,1 1 1 0 0,-1-1-1 0 0,0 0 0 0 0,1 1 1 0 0,-1 0-1 0 0,0 0 0 0 0,1-1 1 0 0,-1 2-1 0 0,0-1 0 0 0,0 0 1 0 0,1 0-1 0 0,-1 1 0 0 0,1 0 1 0 0,-4 0-1 0 0,-5 4 20 0 0,0 1 0 0 0,0-1-1 0 0,1 2 1 0 0,0 0 0 0 0,0 0 0 0 0,0 0-1 0 0,1 2 1 0 0,0-1 0 0 0,1 1 0 0 0,-14 17-1 0 0,14-15-166 0 0,1 0 0 0 0,0 0 0 0 0,0 0 0 0 0,1 0 0 0 0,1 1 0 0 0,0 0 0 0 0,0 1 0 0 0,1-1-1 0 0,-5 26 1 0 0,9-34-43 0 0,-1 0-1 0 0,1 0 1 0 0,0 0 0 0 0,0 0-1 0 0,0 0 1 0 0,1 0-1 0 0,-1 0 1 0 0,1 0-1 0 0,0 0 1 0 0,0 0-1 0 0,0 0 1 0 0,1 0-1 0 0,-1 0 1 0 0,1-1 0 0 0,0 1-1 0 0,0-1 1 0 0,0 1-1 0 0,1-1 1 0 0,-1 0-1 0 0,1 0 1 0 0,0 0-1 0 0,0 0 1 0 0,0 0 0 0 0,0 0-1 0 0,0-1 1 0 0,6 3-1 0 0,-5-3-16 0 0,1 0 0 0 0,-1 0 0 0 0,1-1 1 0 0,0 0-1 0 0,-1 0 0 0 0,1 0 0 0 0,0-1 0 0 0,0 0 0 0 0,0 1 0 0 0,-1-2 0 0 0,1 1 0 0 0,0 0 0 0 0,0-1 1 0 0,0 0-1 0 0,-1 0 0 0 0,1-1 0 0 0,-1 1 0 0 0,1-1 0 0 0,-1 0 0 0 0,1 0 0 0 0,-1-1 0 0 0,4-2 0 0 0,3-2-142 0 0,-1-1 0 0 0,0-1-1 0 0,0 1 1 0 0,-1-1 0 0 0,0-1-1 0 0,0 0 1 0 0,-1 0-1 0 0,-1 0 1 0 0,0-1 0 0 0,0-1-1 0 0,-1 1 1 0 0,0-1 0 0 0,-1 0-1 0 0,6-23 1 0 0,-5 9-310 0 0,-1-1 0 0 0,-1 0 0 0 0,-1 0 0 0 0,-1 0 0 0 0,-2 0 0 0 0,-3-30 0 0 0,-19-195 2510 0 0,18 206-120 0 0,15 128 2873 0 0,41 138-4344 0 0,-26-132-410 0 0,2 8-155 0 0,65 152 0 0 0,-87-238-87 0 0,0 1 0 0 0,0-1 0 0 0,1-1 0 0 0,0 1 0 0 0,11 10 0 0 0,0-4-859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00.7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 7370 0 0,'10'1'639'0'0,"0"0"0"0"0,0 1 0 0 0,0 0 0 0 0,-1 1 0 0 0,1 0 0 0 0,-1 0 0 0 0,0 1 1 0 0,0 0-1 0 0,0 1 0 0 0,0 0 0 0 0,15 12 0 0 0,6 6 1314 0 0,46 47 0 0 0,-64-56-2009 0 0,-3-4 1959 0 0,-11-26-420 0 0,-1 7-1542 0 0,1 0 0 0 0,0-1-1 0 0,0 1 1 0 0,0-1-1 0 0,1 1 1 0 0,1-1 0 0 0,0 1-1 0 0,0-1 1 0 0,1 1 0 0 0,0-1-1 0 0,0 1 1 0 0,1-1-1 0 0,1 1 1 0 0,6-18 0 0 0,3 6-7611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00.9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3681 0 0,'5'75'2628'0'0,"-5"82"1"0"0,-1-65-1349 0 0,2-83-1280 0 0,-1-9 0 0 0,0 0 0 0 0,0 0 0 0 0,0 0 0 0 0,0 0 0 0 0,0 0 0 0 0,0 0 0 0 0,0 0 0 0 0,0 0 0 0 0,0 0 0 0 0,0 0 0 0 0,1 0 0 0 0,-1 0 0 0 0,0 0 0 0 0,0 0 0 0 0,0 0 0 0 0,0 0 0 0 0,0 0 0 0 0,0 0 0 0 0,0 0 0 0 0,0 0 0 0 0,0 0 0 0 0,0 0 0 0 0,0 0 0 0 0,0 0 0 0 0,0 0 0 0 0,0 0 0 0 0,0 0 0 0 0,1 0 0 0 0,-1 0 0 0 0,0 0 0 0 0,0 0 0 0 0,0 0 0 0 0,0 0 0 0 0,0 1 0 0 0,0-1 0 0 0,1-8 0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01.0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18 3225 0 0,'-7'-8'288'0'0,"3"4"-288"0"0,1 0 0 0 0,2 2 0 0 0,1 4 0 0 0,1-1 0 0 0,-1 0 0 0 0,1 4 0 0 0,2 0 0 0 0,1 2 0 0 0,3 4 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01.5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1 186 5985 0 0,'40'21'6403'0'0,"-19"-9"-5291"0"0,-1 0 1 0 0,-1 1-1 0 0,0 2 1 0 0,28 25-1 0 0,-31-24-725 0 0,1-1-1 0 0,1-1 0 0 0,1 0 1 0 0,0-2-1 0 0,21 11 0 0 0,-38-22-309 0 0,0 0-1 0 0,0 0 0 0 0,0 0 0 0 0,0 0 1 0 0,0 0-1 0 0,0-1 0 0 0,0 1 0 0 0,0-1 1 0 0,0 0-1 0 0,0 1 0 0 0,1-1 0 0 0,-1 0 1 0 0,0 0-1 0 0,0-1 0 0 0,4 1 0 0 0,-5-1-22 0 0,0 0 1 0 0,0 0-1 0 0,0 0 0 0 0,0 0 0 0 0,0 0 0 0 0,0 0 0 0 0,0 0 1 0 0,-1 0-1 0 0,1-1 0 0 0,0 1 0 0 0,-1 0 0 0 0,1 0 0 0 0,-1-1 0 0 0,1 1 1 0 0,-1 0-1 0 0,1 0 0 0 0,-1-1 0 0 0,0 1 0 0 0,0-1 0 0 0,0 1 1 0 0,0 0-1 0 0,0-1 0 0 0,0 1 0 0 0,0-3 0 0 0,0-27 133 0 0,4-105 253 0 0,-2 118-626 0 0,1 0 0 0 0,1-1-1 0 0,1 2 1 0 0,0-1 0 0 0,12-25-1 0 0,11-6-2827 0 0,-13 31-4072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01.8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0 294 1696 0 0,'6'2'202'0'0,"0"-1"0"0"0,0 1-1 0 0,1-1 1 0 0,-1 0 0 0 0,0-1 0 0 0,0 1-1 0 0,1-1 1 0 0,-1-1 0 0 0,0 1-1 0 0,0-1 1 0 0,1 0 0 0 0,-1 0 0 0 0,0-1-1 0 0,0 0 1 0 0,0 0 0 0 0,0 0-1 0 0,-1-1 1 0 0,1 0 0 0 0,-1 0 0 0 0,1 0-1 0 0,-1-1 1 0 0,0 1 0 0 0,8-9-1 0 0,-5 4 19 0 0,0 1 0 0 0,-1-2 0 0 0,0 1 0 0 0,-1-1 0 0 0,1 0 0 0 0,-2-1 0 0 0,1 1 0 0 0,-1-1 0 0 0,5-14-1 0 0,-8 17-137 0 0,1 0-1 0 0,-1-1 0 0 0,0 1 0 0 0,-1-1 0 0 0,1 1 1 0 0,-1-1-1 0 0,-1 1 0 0 0,0-1 0 0 0,0 0 0 0 0,0 1 0 0 0,-1-1 1 0 0,0 1-1 0 0,0-1 0 0 0,-4-9 0 0 0,4 15 25 0 0,0 0 1 0 0,1 0-1 0 0,-1 0 0 0 0,0 0 1 0 0,-1 0-1 0 0,1 1 0 0 0,0-1 0 0 0,0 0 1 0 0,-1 1-1 0 0,1-1 0 0 0,-1 1 1 0 0,0-1-1 0 0,1 1 0 0 0,-1 0 1 0 0,0 0-1 0 0,0-1 0 0 0,0 1 0 0 0,0 1 1 0 0,0-1-1 0 0,0 0 0 0 0,0 0 1 0 0,0 1-1 0 0,0-1 0 0 0,0 1 0 0 0,0 0 1 0 0,0-1-1 0 0,0 1 0 0 0,-1 0 1 0 0,1 0-1 0 0,0 0 0 0 0,0 1 0 0 0,0-1 1 0 0,0 1-1 0 0,0-1 0 0 0,0 1 1 0 0,0-1-1 0 0,0 1 0 0 0,0 0 1 0 0,0 0-1 0 0,-2 2 0 0 0,-3 0 104 0 0,0 1-1 0 0,1 0 1 0 0,-1 0-1 0 0,1 0 1 0 0,0 1-1 0 0,1 0 1 0 0,-1 1-1 0 0,1-1 1 0 0,0 1-1 0 0,-6 9 1 0 0,7-9-171 0 0,1 0 1 0 0,0 0 0 0 0,0 0-1 0 0,0 1 1 0 0,1 0-1 0 0,0-1 1 0 0,0 1 0 0 0,1 0-1 0 0,0 0 1 0 0,0 0-1 0 0,0 0 1 0 0,1 0 0 0 0,0 0-1 0 0,1 0 1 0 0,0 0-1 0 0,0 0 1 0 0,0 0 0 0 0,1 0-1 0 0,0 0 1 0 0,0 0-1 0 0,0-1 1 0 0,1 1 0 0 0,0-1-1 0 0,1 0 1 0 0,-1 0-1 0 0,1 0 1 0 0,0 0 0 0 0,8 8-1 0 0,0-1-142 0 0,0-1-1 0 0,1 0 1 0 0,0 0-1 0 0,0-2 1 0 0,1 1 0 0 0,1-2-1 0 0,0 0 1 0 0,18 8-1 0 0,-8-7-5976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01.9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7370 0 0,'-2'2'656'0'0,"1"0"-528"0"0,-1 1-128 0 0,2-1 0 0 0,-1 0 176 0 0,1-1 8 0 0,0 2 0 0 0,-1 1 0 0 0,1 4-312 0 0,-2 2-56 0 0,2 1-8 0 0,-1 0-8 0 0,1 0 200 0 0,-1-3 0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49.1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83 3225 0 0,'-24'-31'2022'0'0,"-4"-5"145"0"0,26 35-1825 0 0,0-1 0 0 0,0 1 1 0 0,0-1-1 0 0,-1 1 0 0 0,1-1 1 0 0,0 1-1 0 0,-1 0 0 0 0,1 0 1 0 0,0 0-1 0 0,-1 1 0 0 0,1-1 1 0 0,-1 0-1 0 0,0 1 0 0 0,1 0 0 0 0,-4-1 1 0 0,2 5 1338 0 0,8 6-943 0 0,12 12-447 0 0,-13-17-70 0 0,185 304 1467 0 0,23 34-1285 0 0,-120-235-109 0 0,-65-79-234 0 0,-1 0 0 0 0,-1 2 1 0 0,22 36-1 0 0,-21-22 116 0 0,2-1 1 0 0,33 42-1 0 0,-52-76-137 0 0,-6-7-43 0 0,0-1 1 0 0,0 1 0 0 0,0-1-1 0 0,0 1 1 0 0,0-1 0 0 0,1 0-1 0 0,-1 0 1 0 0,1 0-1 0 0,-1 0 1 0 0,6 3 0 0 0,5 12-1858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49.5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8 219 1840 0 0,'-7'-14'7322'0'0,"11"14"-6473"0"0,3 1-403 0 0,1 0-1 0 0,0 0 1 0 0,0 1-1 0 0,-1 0 1 0 0,1 0-1 0 0,12 6 1 0 0,51 27 1202 0 0,-28-12-1264 0 0,-30-17-183 0 0,0 0 0 0 0,0-1 0 0 0,0-1 0 0 0,16 4 0 0 0,-26-7-87 0 0,-1-1 1 0 0,0 1-1 0 0,1-1 1 0 0,-1 1-1 0 0,1-1 1 0 0,-1 0-1 0 0,1 0 0 0 0,0 0 1 0 0,-1 0-1 0 0,1-1 1 0 0,-1 1-1 0 0,0-1 0 0 0,1 0 1 0 0,-1 1-1 0 0,1-1 1 0 0,-1 0-1 0 0,0 0 0 0 0,0 0 1 0 0,1-1-1 0 0,-1 1 1 0 0,0-1-1 0 0,0 1 1 0 0,0-1-1 0 0,-1 1 0 0 0,1-1 1 0 0,0 0-1 0 0,-1 0 1 0 0,1 0-1 0 0,-1 0 0 0 0,1 0 1 0 0,0-3-1 0 0,8-24 322 0 0,-2-1 0 0 0,-1-1 1 0 0,-1 1-1 0 0,-1-1 0 0 0,-1-32 0 0 0,-1-2-2006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1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10594 0 0,'1'1'75'0'0,"0"0"0"0"0,0-1 0 0 0,0 1-1 0 0,0 0 1 0 0,0 0 0 0 0,-1-1 0 0 0,1 1-1 0 0,0 0 1 0 0,0 0 0 0 0,-1 0 0 0 0,1 0 0 0 0,-1 0-1 0 0,1 0 1 0 0,-1 0 0 0 0,1 0 0 0 0,-1 0-1 0 0,0 0 1 0 0,1 0 0 0 0,-1 0 0 0 0,0 2-1 0 0,9 33 1065 0 0,-7-26-839 0 0,19 86 1199 0 0,-3-14-859 0 0,34 95 0 0 0,-43-151-808 0 0,15 42-254 0 0,-12-23-3678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2.2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 5065 0 0,'1'-2'93'0'0,"0"0"1"0"0,1 0-1 0 0,0 0 0 0 0,-1 0 0 0 0,1 0 1 0 0,0 0-1 0 0,0 0 0 0 0,0 1 0 0 0,0-1 1 0 0,0 1-1 0 0,0-1 0 0 0,0 1 0 0 0,1 0 1 0 0,2-1-1 0 0,35-13 1673 0 0,-33 14-1460 0 0,1 1 0 0 0,-1-1 0 0 0,0 1 0 0 0,1 1 0 0 0,-1-1 1 0 0,0 1-1 0 0,1 0 0 0 0,-1 1 0 0 0,0 0 0 0 0,0 0 0 0 0,0 1 0 0 0,-1-1 1 0 0,1 1-1 0 0,0 1 0 0 0,-1-1 0 0 0,0 1 0 0 0,0 0 0 0 0,0 1 0 0 0,5 5 0 0 0,-2-3-163 0 0,-1 1 0 0 0,0 0-1 0 0,0 1 1 0 0,-1-1-1 0 0,0 2 1 0 0,-1-1 0 0 0,0 1-1 0 0,0-1 1 0 0,-1 2-1 0 0,0-1 1 0 0,5 18-1 0 0,-6-11-34 0 0,-1 0-1 0 0,-1 0 1 0 0,-1 0-1 0 0,0 0 0 0 0,-1 1 1 0 0,-1-1-1 0 0,0 0 1 0 0,-1 0-1 0 0,-6 19 1 0 0,5-23-78 0 0,-1 0 0 0 0,0-1 1 0 0,-1 0-1 0 0,-1 1 0 0 0,0-2 0 0 0,0 1 1 0 0,-1-1-1 0 0,0 0 0 0 0,-1 0 1 0 0,-1-1-1 0 0,0 0 0 0 0,-15 13 1 0 0,22-21-200 0 0,-1 0-1 0 0,1 0 1 0 0,-1-1 0 0 0,0 1 0 0 0,1 0 0 0 0,-1-1-1 0 0,0 0 1 0 0,0 1 0 0 0,0-1 0 0 0,0-1 0 0 0,-1 1-1 0 0,1 0 1 0 0,0-1 0 0 0,-5 1 0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2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1 270 7370 0 0,'36'-23'4642'0'0,"-32"22"-4255"0"0,0-1 1 0 0,0 1-1 0 0,0 0 0 0 0,1 1 0 0 0,-1-1 1 0 0,1 1-1 0 0,-1 0 0 0 0,0 0 1 0 0,1 0-1 0 0,-1 0 0 0 0,0 1 1 0 0,7 1-1 0 0,51 21 1627 0 0,-39-13-1303 0 0,-51-63 1712 0 0,24 41-2314 0 0,1-1 0 0 0,0 1 0 0 0,1-1-1 0 0,0 0 1 0 0,1 0 0 0 0,1 0-1 0 0,1-15 1 0 0,-1 21-291 0 0,0 1-1 0 0,1 0 1 0 0,0 0 0 0 0,0 0-1 0 0,1 0 1 0 0,-1 0 0 0 0,1 0-1 0 0,1 0 1 0 0,-1 0 0 0 0,1 1-1 0 0,0-1 1 0 0,0 1 0 0 0,1 0-1 0 0,-1 0 1 0 0,1 0 0 0 0,0 0-1 0 0,5-4 1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3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34 3193 0 0,'-1'-3'138'0'0,"-1"1"1"0"0,1 0 0 0 0,0 0 0 0 0,-1 0-1 0 0,1 0 1 0 0,-1 0 0 0 0,0 0 0 0 0,0 1-1 0 0,1-1 1 0 0,-1 0 0 0 0,0 1 0 0 0,-1-1-1 0 0,1 1 1 0 0,0 0 0 0 0,0 0 0 0 0,0 0-1 0 0,-1 0 1 0 0,1 0 0 0 0,-1 0 0 0 0,1 1-1 0 0,0-1 1 0 0,-1 1 0 0 0,1 0 0 0 0,-1 0-1 0 0,1-1 1 0 0,-1 2 0 0 0,1-1 0 0 0,-5 1-1 0 0,3-1 193 0 0,1 1 0 0 0,-1 0 0 0 0,0 0 0 0 0,1 1 0 0 0,-1-1 0 0 0,1 1-1 0 0,-1 0 1 0 0,1 0 0 0 0,0 0 0 0 0,-1 0 0 0 0,1 1 0 0 0,0-1 0 0 0,1 1 0 0 0,-1 0 0 0 0,0-1-1 0 0,1 1 1 0 0,-4 7 0 0 0,-4 6 480 0 0,2 2 0 0 0,-12 35 1 0 0,17-44-737 0 0,1 0 1 0 0,0 0 0 0 0,0 1 0 0 0,1-1 0 0 0,0 1 0 0 0,0-1 0 0 0,1 0 0 0 0,2 10 0 0 0,-2-16-101 0 0,0-1 1 0 0,0 0 0 0 0,0 1-1 0 0,1-1 1 0 0,-1 0 0 0 0,1 0-1 0 0,0 0 1 0 0,0 1-1 0 0,0-1 1 0 0,0 0 0 0 0,0 0-1 0 0,0 0 1 0 0,0 0-1 0 0,1-1 1 0 0,-1 1 0 0 0,1 0-1 0 0,-1 0 1 0 0,1-1 0 0 0,0 1-1 0 0,-1-1 1 0 0,1 0-1 0 0,0 1 1 0 0,0-1 0 0 0,0 0-1 0 0,0 0 1 0 0,0 0 0 0 0,1 0-1 0 0,-1-1 1 0 0,0 1-1 0 0,0 0 1 0 0,1-1 0 0 0,-1 0-1 0 0,0 1 1 0 0,3-1 0 0 0,-1-1-112 0 0,0 1 1 0 0,0-1 0 0 0,0 0 0 0 0,0-1 0 0 0,0 1-1 0 0,0 0 1 0 0,0-1 0 0 0,0 0 0 0 0,-1 0 0 0 0,1 0-1 0 0,-1-1 1 0 0,0 1 0 0 0,0-1 0 0 0,1 1 0 0 0,-2-1-1 0 0,1 0 1 0 0,0 0 0 0 0,3-6 0 0 0,0-1 240 0 0,0-1 0 0 0,0 0 1 0 0,-1-1-1 0 0,0 0 0 0 0,-1 1 0 0 0,-1-1 1 0 0,0 0-1 0 0,0-1 0 0 0,-1 1 0 0 0,-1 0 1 0 0,0-1-1 0 0,3-18 3655 0 0,-4 31-3700 0 0,12 16 1068 0 0,8 23-514 0 0,-14-28-491 0 0,0 0-1 0 0,1 0 1 0 0,0 0 0 0 0,1-1-1 0 0,0 0 1 0 0,1-1 0 0 0,0 0-1 0 0,0 0 1 0 0,19 13 0 0 0,-24-19-248 0 0,1 0 0 0 0,-1-1 1 0 0,1 1-1 0 0,-1-1 0 0 0,1 0 1 0 0,0-1-1 0 0,0 1 0 0 0,0-1 1 0 0,0 0-1 0 0,0 0 0 0 0,0-1 1 0 0,5 1-1 0 0,-6-1-270 0 0,0-1-1 0 0,-1 0 1 0 0,1 1 0 0 0,0-1-1 0 0,-1 0 1 0 0,1-1 0 0 0,-1 1-1 0 0,1-1 1 0 0,-1 0 0 0 0,0 1-1 0 0,1-1 1 0 0,-1-1 0 0 0,0 1-1 0 0,0 0 1 0 0,-1-1 0 0 0,1 0-1 0 0,0 1 1 0 0,2-5 0 0 0,0-1-1078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3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2304 0 0,'1'7'1245'0'0,"1"-1"-1"0"0,-1 1 1 0 0,1-1-1 0 0,0 1 0 0 0,5 8 1 0 0,2 9 1531 0 0,-6-14-2161 0 0,22 60 3633 0 0,-1-28-8955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3.4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6449 0 0,'0'-2'697'0'0,"2"4"-697"0"0,0 0 0 0 0,0 3 0 0 0,1 1 0 0 0,3 3 0 0 0,1 0 0 0 0,-1 2 0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4.2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14 126 6913 0 0,'-7'-17'-239'0'0,"1"-12"5163"0"0,6 29-4758 0 0,0-1 1 0 0,0 1-1 0 0,-1-1 0 0 0,1 1 1 0 0,0-1-1 0 0,0 1 0 0 0,0-1 1 0 0,1 1-1 0 0,-1-1 1 0 0,0 1-1 0 0,0-1 0 0 0,0 1 1 0 0,0-1-1 0 0,0 1 0 0 0,1-1 1 0 0,-1 1-1 0 0,0-1 0 0 0,2-1 999 0 0,-1 1-999 0 0,-1 1 1 0 0,0 0-1 0 0,1-1 0 0 0,0 1 1 0 0,1 0-45 0 0,-1 0 1 0 0,1 0 0 0 0,-1 0-1 0 0,1 0 1 0 0,-1 1 0 0 0,1-1-1 0 0,-1 1 1 0 0,1-1-1 0 0,-1 1 1 0 0,1-1 0 0 0,-1 1-1 0 0,1 0 1 0 0,-1 0-1 0 0,0-1 1 0 0,2 3 0 0 0,7 5 53 0 0,-1 2 0 0 0,0-1 1 0 0,-1 1-1 0 0,0 0 1 0 0,-1 1-1 0 0,0 0 0 0 0,0 0 1 0 0,5 14-1 0 0,-2-7-38 0 0,-5-9-152 0 0,11 20 184 0 0,-11-22-229 0 0,-4-12-276 0 0,-3-10 567 0 0,0 0 1 0 0,1 0 0 0 0,1 0-1 0 0,0 0 1 0 0,4-22 0 0 0,-3 26-247 0 0,1 1 1 0 0,0-1-1 0 0,1 1 0 0 0,0 0 1 0 0,1 0-1 0 0,0 0 0 0 0,1 0 1 0 0,8-13-1 0 0,-13 22 17 0 0,1-1 0 0 0,0 1-1 0 0,0 0 1 0 0,-1-1 0 0 0,1 1-1 0 0,0 0 1 0 0,0 0 0 0 0,0 0 0 0 0,1 0-1 0 0,-1 0 1 0 0,0 0 0 0 0,0 0-1 0 0,0 0 1 0 0,1 0 0 0 0,-1 0-1 0 0,1 0 1 0 0,-1 1 0 0 0,0-1 0 0 0,1 1-1 0 0,-1-1 1 0 0,1 1 0 0 0,-1 0-1 0 0,1-1 1 0 0,-1 1 0 0 0,1 0-1 0 0,0 0 1 0 0,-1 0 0 0 0,1 0 0 0 0,-1 0-1 0 0,1 1 1 0 0,-1-1 0 0 0,1 0-1 0 0,-1 1 1 0 0,1-1 0 0 0,-1 1-1 0 0,1-1 1 0 0,-1 1 0 0 0,0 0 0 0 0,1 0-1 0 0,-1-1 1 0 0,0 1 0 0 0,0 0-1 0 0,1 0 1 0 0,0 2 0 0 0,6 5 4 0 0,0 1 1 0 0,-1 1 0 0 0,0 0-1 0 0,11 20 1 0 0,-3-4-65 0 0,4-3-659 0 0,-6-8-4681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3.1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191 25 4145 0 0,'-17'-10'2333'0'0,"15"8"-2115"0"0,0 1 0 0 0,0-1 0 0 0,-1 1 0 0 0,1-1 0 0 0,0 1 0 0 0,-1 0 0 0 0,1 0 0 0 0,-1 0 0 0 0,1 1 0 0 0,-1-1 0 0 0,1 1 0 0 0,-1-1 0 0 0,0 1 0 0 0,1 0 0 0 0,-1 0 0 0 0,0 0 0 0 0,1 0 0 0 0,-1 0 0 0 0,-3 2 0 0 0,0-1 132 0 0,1 1 0 0 0,-1 0 0 0 0,1 0 0 0 0,0 1 0 0 0,0-1 0 0 0,0 1 0 0 0,0 0 1 0 0,0 1-1 0 0,1-1 0 0 0,0 1 0 0 0,-1 0 0 0 0,1 0 0 0 0,-4 6 0 0 0,3-2-118 0 0,-1-1 1 0 0,1 2-1 0 0,1-1 1 0 0,0 1 0 0 0,0-1-1 0 0,0 1 1 0 0,-3 15-1 0 0,4-11-159 0 0,1 0 0 0 0,0 0 1 0 0,1-1-1 0 0,0 2 0 0 0,1-1 0 0 0,0 0 0 0 0,1 0 0 0 0,1 0 0 0 0,0-1 0 0 0,0 1 0 0 0,9 23 0 0 0,-8-30-15 0 0,0 1 1 0 0,0-1 0 0 0,1-1-1 0 0,0 1 1 0 0,0 0-1 0 0,0-1 1 0 0,1 0-1 0 0,-1 0 1 0 0,1 0-1 0 0,0-1 1 0 0,1 0-1 0 0,-1 0 1 0 0,1 0 0 0 0,12 6-1 0 0,-15-9-74 0 0,0 0-1 0 0,0 0 1 0 0,0 0-1 0 0,1 0 1 0 0,-1 0-1 0 0,0-1 0 0 0,0 0 1 0 0,1 1-1 0 0,-1-1 1 0 0,0 0-1 0 0,1-1 1 0 0,-1 1-1 0 0,0-1 1 0 0,0 1-1 0 0,1-1 1 0 0,-1 0-1 0 0,0 0 1 0 0,0 0-1 0 0,0-1 1 0 0,0 1-1 0 0,0-1 1 0 0,0 0-1 0 0,-1 1 1 0 0,1-1-1 0 0,0-1 1 0 0,-1 1-1 0 0,0 0 1 0 0,1 0-1 0 0,-1-1 1 0 0,0 0-1 0 0,0 1 1 0 0,2-5-1 0 0,11-18-646 0 0,-4 6-4582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3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16 5985 0 0,'-1'0'252'0'0,"0"-1"-1"0"0,0 1 0 0 0,-1 0 1 0 0,1 0-1 0 0,0 0 1 0 0,0 0-1 0 0,0 0 1 0 0,-1 0-1 0 0,1 1 0 0 0,0-1 1 0 0,0 0-1 0 0,0 1 1 0 0,-1-1-1 0 0,1 0 0 0 0,0 1 1 0 0,0 0-1 0 0,0-1 1 0 0,0 1-1 0 0,0 0 0 0 0,0-1 1 0 0,0 1-1 0 0,0 0 1 0 0,0 0-1 0 0,0 0 0 0 0,1 0 1 0 0,-2 1-1 0 0,2 0 21 0 0,-1 0-1 0 0,1 1 1 0 0,0-1-1 0 0,1 0 0 0 0,-1 0 1 0 0,0 1-1 0 0,1-1 1 0 0,-1 0-1 0 0,1 0 1 0 0,0 0-1 0 0,-1 0 1 0 0,1 0-1 0 0,0 0 0 0 0,2 3 1 0 0,26 56 1204 0 0,-15-29-1136 0 0,1-1-1 0 0,31 45 1 0 0,-46-74-378 0 0,1-1 0 0 0,0 0 1 0 0,-1 0-1 0 0,1 0 0 0 0,0 0 0 0 0,0 0 0 0 0,0 0 1 0 0,0 0-1 0 0,0 0 0 0 0,0 0 0 0 0,0 0 0 0 0,0 0 0 0 0,1-1 1 0 0,-1 1-1 0 0,0 0 0 0 0,0-1 0 0 0,1 1 0 0 0,-1-1 1 0 0,0 0-1 0 0,1 1 0 0 0,-1-1 0 0 0,0 0 0 0 0,1 0 0 0 0,1 0 1 0 0,-1 0-129 0 0,-1-1 0 0 0,1 0 0 0 0,0 1 0 0 0,-1-1 0 0 0,1 0 1 0 0,-1 0-1 0 0,1 0 0 0 0,-1 0 0 0 0,0-1 0 0 0,1 1 0 0 0,-1 0 0 0 0,0 0 1 0 0,0-1-1 0 0,0 1 0 0 0,0-1 0 0 0,1-1 0 0 0,5-10-917 0 0,-1 0 0 0 0,-1 0 0 0 0,7-23 0 0 0,-10 29 1213 0 0,5-20-444 0 0,8-52 0 0 0,-10 7 3693 0 0,5 93 2342 0 0,6 17-5219 0 0,-10-25-499 0 0,0-1 0 0 0,0 0-1 0 0,1 0 1 0 0,0-1 0 0 0,1 0 0 0 0,1 0 0 0 0,11 12 0 0 0,-11-14-868 0 0,1-1 0 0 0,0 0 0 0 0,0 0 0 0 0,18 9 0 0 0,-9-7-5082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4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 6913 0 0,'0'-1'153'0'0,"0"0"0"0"0,0 0-1 0 0,0 0 1 0 0,0 1-1 0 0,0-1 1 0 0,1 0-1 0 0,-1 0 1 0 0,0 0-1 0 0,1 0 1 0 0,-1 1 0 0 0,0-1-1 0 0,1 0 1 0 0,-1 0-1 0 0,1 1 1 0 0,-1-1-1 0 0,1 0 1 0 0,0 1-1 0 0,-1-1 1 0 0,1 1-1 0 0,0-1 1 0 0,-1 1 0 0 0,1-1-1 0 0,0 1 1 0 0,0-1-1 0 0,-1 1 1 0 0,1 0-1 0 0,0-1 1 0 0,0 1-1 0 0,0 0 1 0 0,0 0 0 0 0,-1-1-1 0 0,1 1 1 0 0,0 0-1 0 0,0 0 1 0 0,0 0-1 0 0,0 0 1 0 0,0 0-1 0 0,0 0 1 0 0,-1 1-1 0 0,2-1 1 0 0,1 0 188 0 0,1 1-1 0 0,-1-1 1 0 0,0 1 0 0 0,0 0-1 0 0,0 0 1 0 0,0 0 0 0 0,0 0 0 0 0,0 0-1 0 0,0 1 1 0 0,3 2 0 0 0,2 3-37 0 0,0 0 0 0 0,0 2 0 0 0,-1-1 0 0 0,0 0 0 0 0,-1 1 0 0 0,0 1 1 0 0,0-1-1 0 0,6 14 0 0 0,3 12-74 0 0,11 40 1 0 0,-16-42-57 0 0,-10-30 181 0 0,-3-7-123 0 0,-5-12-18 0 0,5 0-201 0 0,0 1 0 0 0,1-1-1 0 0,1 0 1 0 0,0 0 0 0 0,3-32 0 0 0,1 30-1288 0 0,0 0 0 0 0,9-29 0 0 0,-5 28-5088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4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5 110 4145 0 0,'-1'0'199'0'0,"1"-1"0"0"0,-1 1 0 0 0,1-1 0 0 0,0 1 1 0 0,-1-1-1 0 0,1 0 0 0 0,0 1 0 0 0,-1-1 0 0 0,1 1 0 0 0,0-1 0 0 0,0 1 1 0 0,0-1-1 0 0,-1 0 0 0 0,1 1 0 0 0,0-1 0 0 0,0 0 0 0 0,0 1 0 0 0,0-1 0 0 0,0 0 1 0 0,0 1-1 0 0,0-1 0 0 0,0 1 0 0 0,1-1 0 0 0,-1 0 0 0 0,0 1 0 0 0,0-1 1 0 0,0 1-1 0 0,1-1 0 0 0,-1 0 0 0 0,0 1 0 0 0,1-1 0 0 0,-1 1 0 0 0,0-1 1 0 0,1 1-1 0 0,0-1 199 0 0,-1 1-199 0 0,1-1 0 0 0,-1 1 0 0 0,1-1 1 0 0,0 1-1 0 0,0-1 9 0 0,0 0 0 0 0,-1 0 0 0 0,1 0 0 0 0,0 0 1 0 0,0 0-1 0 0,0 0 0 0 0,0 0 0 0 0,1 1 0 0 0,-1-1 1 0 0,0 0-1 0 0,0 1 0 0 0,0-1 0 0 0,0 1 0 0 0,1 0 1 0 0,-1-1-1 0 0,0 1 0 0 0,1 0 0 0 0,-1 0 0 0 0,0-1 0 0 0,1 1 1 0 0,-1 0-1 0 0,3 1 0 0 0,1 2 112 0 0,1 0-1 0 0,-1 0 1 0 0,1 1-1 0 0,-1 0 1 0 0,0 0 0 0 0,0 0-1 0 0,-1 1 1 0 0,0-1-1 0 0,5 6 1 0 0,34 52 575 0 0,-36-52-758 0 0,2 4-24 0 0,-2-3 4 0 0,0 0 0 0 0,0 0 0 0 0,8 20 0 0 0,-19-42-106 0 0,1-1 0 0 0,1 0-1 0 0,0 0 1 0 0,1 0 0 0 0,0 0 0 0 0,1 0 0 0 0,0-1-1 0 0,0 1 1 0 0,2 0 0 0 0,-1 0 0 0 0,2 0 0 0 0,0 0-1 0 0,0 1 1 0 0,1-1 0 0 0,0 1 0 0 0,1 0 0 0 0,0 0-1 0 0,1 0 1 0 0,0 1 0 0 0,14-17 0 0 0,-11 18-1289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1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20 182 1840 0 0,'1'0'111'0'0,"0"-1"-1"0"0,0 1 1 0 0,0-1-1 0 0,0 0 1 0 0,0 1-1 0 0,0-1 1 0 0,0 0-1 0 0,0 0 0 0 0,0 0 1 0 0,0 0-1 0 0,0 0 1 0 0,0 0-1 0 0,0 0 1 0 0,-1 0-1 0 0,1 0 1 0 0,0 0-1 0 0,-1-1 0 0 0,1 1 1 0 0,-1 0-1 0 0,1-3 1 0 0,8-24 3021 0 0,-7 21-2639 0 0,-1 1 1 0 0,0-1-1 0 0,0 1 0 0 0,0-1 1 0 0,-1 1-1 0 0,0-1 0 0 0,0 1 0 0 0,-1-1 1 0 0,1 0-1 0 0,-2 1 0 0 0,1 0 0 0 0,-1-1 1 0 0,0 1-1 0 0,-3-8 0 0 0,5 14-445 0 0,0-1 1 0 0,0 1-1 0 0,-1-1 0 0 0,1 1 1 0 0,0-1-1 0 0,0 1 0 0 0,-1-1 1 0 0,1 1-1 0 0,0-1 0 0 0,0 1 1 0 0,-1 0-1 0 0,1-1 0 0 0,-1 1 0 0 0,1 0 1 0 0,0-1-1 0 0,-1 1 0 0 0,1 0 1 0 0,-1-1-1 0 0,1 1 0 0 0,-1 0 1 0 0,1 0-1 0 0,-1-1 0 0 0,1 1 1 0 0,-1 0-1 0 0,1 0 0 0 0,-1 0 0 0 0,1 0 1 0 0,-1 0-1 0 0,1 0 0 0 0,-1 0 1 0 0,1 0-1 0 0,-1 0 0 0 0,0 0 1 0 0,-11 14 997 0 0,0 27-401 0 0,11-34-736 0 0,0 0-1 0 0,1 0 1 0 0,0 0 0 0 0,1 0-1 0 0,-1 0 1 0 0,1 0 0 0 0,0 0-1 0 0,1 0 1 0 0,0-1 0 0 0,0 1-1 0 0,0 0 1 0 0,1-1 0 0 0,0 1-1 0 0,0-1 1 0 0,8 10 0 0 0,-9-13 57 0 0,0 0 1 0 0,1 0-1 0 0,-1-1 1 0 0,1 1-1 0 0,0-1 1 0 0,0 0-1 0 0,0 1 1 0 0,0-1-1 0 0,0-1 1 0 0,0 1-1 0 0,0 0 1 0 0,1-1-1 0 0,-1 0 1 0 0,0 1-1 0 0,1-1 1 0 0,-1-1-1 0 0,1 1 1 0 0,0 0-1 0 0,-1-1 1 0 0,1 0-1 0 0,-1 0 1 0 0,1 0-1 0 0,0 0 1 0 0,-1-1-1 0 0,1 1 0 0 0,-1-1 1 0 0,1 0-1 0 0,-1 0 1 0 0,1 0-1 0 0,-1-1 1 0 0,0 1-1 0 0,5-3 1 0 0,-3 1-13 0 0,-1 0 0 0 0,1 0-1 0 0,-1 0 1 0 0,0-1 0 0 0,0 0 0 0 0,-1 1-1 0 0,1-1 1 0 0,-1-1 0 0 0,4-5 0 0 0,26-47-548 0 0,-16 25 451 0 0,23-45 882 0 0,-39 76-691 0 0,-1 1 1 0 0,0-1-1 0 0,1 1 1 0 0,-1 0-1 0 0,0-1 1 0 0,1 1-1 0 0,-1 0 0 0 0,0 0 1 0 0,1-1-1 0 0,-1 1 1 0 0,1 0-1 0 0,-1 0 1 0 0,0-1-1 0 0,1 1 1 0 0,-1 0-1 0 0,1 0 1 0 0,-1 0-1 0 0,1 0 0 0 0,-1 0 1 0 0,1 0-1 0 0,-1 0 1 0 0,1 0-1 0 0,-1 0 1 0 0,1 0-1 0 0,-1 0 1 0 0,0 0-1 0 0,1 0 0 0 0,-1 0 1 0 0,1 0-1 0 0,-1 0 1 0 0,1 0-1 0 0,-1 1 1 0 0,1-1-1 0 0,-1 0 1 0 0,0 0-1 0 0,1 0 1 0 0,-1 1-1 0 0,1-1 0 0 0,-1 0 1 0 0,0 1-1 0 0,1-1 1 0 0,-1 0-1 0 0,0 1 1 0 0,0-1-1 0 0,1 0 1 0 0,-1 1-1 0 0,0-1 1 0 0,0 1-1 0 0,1-1 0 0 0,-1 1 1 0 0,0 0-1 0 0,17 27 1069 0 0,-15-24-859 0 0,12 24 583 0 0,-11-21-796 0 0,0 0 0 0 0,0 0 0 0 0,1 0-1 0 0,0 0 1 0 0,0-1 0 0 0,0 1 0 0 0,1-1 0 0 0,0 0 0 0 0,0-1-1 0 0,1 1 1 0 0,10 7 0 0 0,-16-13-44 0 0,1-1 0 0 0,0 0 0 0 0,-1 1 0 0 0,1-1 0 0 0,0 1 0 0 0,-1-1 1 0 0,1 0-1 0 0,-1 0 0 0 0,1 1 0 0 0,-1-1 0 0 0,1 0 0 0 0,-1 0 0 0 0,0 0 0 0 0,0 1 0 0 0,1-1 0 0 0,-1 0 0 0 0,0 0 0 0 0,0 0 1 0 0,0 0-1 0 0,0-1 0 0 0,5-23 5 0 0,-4 18-6 0 0,1 0 0 0 0,-1 0-1 0 0,1 1 1 0 0,0-1-1 0 0,0 1 1 0 0,1 0-1 0 0,4-8 1 0 0,-6 13 0 0 0,-1-1 1 0 0,1 1-1 0 0,0 0 0 0 0,0 0 1 0 0,-1 0-1 0 0,1 1 0 0 0,0-1 1 0 0,0 0-1 0 0,0 0 0 0 0,0 0 1 0 0,0 1-1 0 0,0-1 1 0 0,0 0-1 0 0,0 1 0 0 0,0-1 1 0 0,0 1-1 0 0,1-1 0 0 0,-1 1 1 0 0,0 0-1 0 0,0-1 0 0 0,0 1 1 0 0,1 0-1 0 0,-1 0 0 0 0,0 0 1 0 0,0 0-1 0 0,1 0 0 0 0,-1 0 1 0 0,0 0-1 0 0,0 0 0 0 0,0 1 1 0 0,1-1-1 0 0,-1 0 0 0 0,0 1 1 0 0,0-1-1 0 0,0 1 1 0 0,0-1-1 0 0,0 1 0 0 0,0 0 1 0 0,0-1-1 0 0,0 1 0 0 0,0 0 1 0 0,0 0-1 0 0,0 0 0 0 0,0-1 1 0 0,0 1-1 0 0,0 0 0 0 0,0 2 1 0 0,3 2 45 0 0,0-1 1 0 0,-1 1 0 0 0,1 0-1 0 0,-1 1 1 0 0,2 5-1 0 0,16 21-750 0 0,-1-16-4522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60 6449 0 0,'-2'-9'505'0'0,"-3"-23"-311"0"0,8 15 3778 0 0,-2 16-3857 0 0,-1 1-1 0 0,0 0 1 0 0,1 0 0 0 0,-1 0 0 0 0,1 0 0 0 0,-1 0-1 0 0,0 0 1 0 0,1 0 0 0 0,-1 0 0 0 0,1 0 0 0 0,-1 0 0 0 0,0 0-1 0 0,1 0 1 0 0,-1 0 0 0 0,1 0 0 0 0,-1 0 0 0 0,0 0 0 0 0,1 0-1 0 0,-1 1 1 0 0,1-1 0 0 0,-1 0 0 0 0,0 0 0 0 0,1 0-1 0 0,-1 1 1 0 0,0-1 0 0 0,1 0 0 0 0,-1 0 0 0 0,0 1 0 0 0,1-1-1 0 0,-1 0 1 0 0,0 1 0 0 0,0-1 0 0 0,0 0 0 0 0,1 1-1 0 0,-1-1 1 0 0,0 1 0 0 0,0-1 0 0 0,0 0 0 0 0,0 1 0 0 0,1-1-1 0 0,-1 1 1 0 0,0 0 0 0 0,11 18 1470 0 0,39 89-293 0 0,59 117 1635 0 0,-53-113-6463 0 0,-47-95-3171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89 10594 0 0,'0'0'34'0'0,"0"0"0"0"0,0 0 0 0 0,-1 0 0 0 0,1 1 0 0 0,0-1 0 0 0,-1 0 0 0 0,1 0 0 0 0,0 1 0 0 0,0-1 0 0 0,0 0 0 0 0,-1 1 0 0 0,1-1 0 0 0,0 0 0 0 0,0 1 0 0 0,0-1 0 0 0,0 0 0 0 0,0 1 0 0 0,-1-1 0 0 0,1 0 0 0 0,0 1 0 0 0,0-1 0 0 0,0 0 0 0 0,0 1-1 0 0,0-1 1 0 0,0 1 0 0 0,0-1 0 0 0,0 0 0 0 0,0 1 0 0 0,0-1 0 0 0,1 0 0 0 0,-1 1 0 0 0,0-1 0 0 0,0 0 0 0 0,0 1 0 0 0,1-1 0 0 0,12 7 833 0 0,22-5 791 0 0,-20-5-907 0 0,-1 0 0 0 0,24-9 0 0 0,61-32-2234 0 0,-15 6-480 0 0,-63 30 1953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 10594 0 0,'-3'5'944'0'0,"2"0"-751"0"0,0 0-193 0 0,-4 2 2896 0 0,3-3-3864 0 0,-2 0-344 0 0,-3 2-73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10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8 920 0 0,'-1'0'58'0'0,"1"-1"0"0"0,0 1 0 0 0,-1-1 0 0 0,1 0 0 0 0,-1 1 0 0 0,1-1 0 0 0,-1 1 0 0 0,0 0 0 0 0,1-1 0 0 0,-1 1 0 0 0,1-1 0 0 0,-1 1 0 0 0,0 0 0 0 0,1-1 0 0 0,-1 1 0 0 0,0 0 0 0 0,1 0 0 0 0,-1-1 0 0 0,0 1 0 0 0,0 0 0 0 0,1 0 0 0 0,-1 0 0 0 0,-1 0 0 0 0,-5 3 732 0 0,12 9-379 0 0,-4-9-214 0 0,1 0 0 0 0,-1 0 1 0 0,0 0-1 0 0,0 0 0 0 0,0 0 1 0 0,0 1-1 0 0,0-1 0 0 0,-1 0 1 0 0,1 0-1 0 0,-1 1 0 0 0,0 3 0 0 0,-3 44 951 0 0,1-31-784 0 0,-31 309 3025 0 0,24-270-3174 0 0,-2 10-18 0 0,2 1 0 0 0,1 94-1 0 0,11-134 182 0 0,9 46 0 0 0,-6-49-157 0 0,-2 0-1 0 0,1 39 0 0 0,-12 58 105 0 0,3-76 192 0 0,1 67 1 0 0,5-77-261 0 0,-1-15-191 0 0,0 0 1 0 0,1 0-1 0 0,1 0 1 0 0,1-1 0 0 0,14 42-1 0 0,-11-43-134 0 0,-2 0 0 0 0,0 1 0 0 0,-1 0 0 0 0,2 35 0 0 0,-3-25 250 0 0,8 38 0 0 0,29 116 368 0 0,-37-175-441 0 0,3 23 446 0 0,-6-33-541 0 0,0 0-1 0 0,0 0 1 0 0,0 0 0 0 0,0 0-1 0 0,0 1 1 0 0,0-1 0 0 0,-1 0-1 0 0,1 0 1 0 0,0 0-1 0 0,-1 0 1 0 0,1 0 0 0 0,-1 0-1 0 0,1 0 1 0 0,-1 0 0 0 0,0 0-1 0 0,1 0 1 0 0,-1 0-1 0 0,0 0 1 0 0,0 0 0 0 0,0 0-1 0 0,1 0 1 0 0,-1-1 0 0 0,0 1-1 0 0,0 0 1 0 0,-1 0 0 0 0,122-43 922 0 0,-100 36-885 0 0,2 2 1 0 0,-1 0 0 0 0,0 2-1 0 0,35 0 1 0 0,0-1 10 0 0,-38 3-12 0 0,1 0 0 0 0,0 1 0 0 0,18 4 0 0 0,38 3 6 0 0,-65-8-23 0 0,1 1 0 0 0,-1 0-1 0 0,0 1 1 0 0,17 5 0 0 0,-4-1-5 0 0,-10-3 9 0 0,0-2-1 0 0,0 0 1 0 0,1 0 0 0 0,-1-2-1 0 0,22-2 1 0 0,-19 1 4 0 0,1 1 0 0 0,-1 1 0 0 0,19 1 0 0 0,28 4-41 0 0,-46-4 0 0 0,0 0 0 0 0,0 1 0 0 0,-1 0 0 0 0,26 8 0 0 0,16 7 0 0 0,87 13 0 0 0,-119-28 55 0 0,-1 0 0 0 0,1-2 0 0 0,0-1 0 0 0,-1-1 0 0 0,49-11 0 0 0,-37 6 44 0 0,71-3 0 0 0,-99 10-99 0 0,16-1 10 0 0,1 1-1 0 0,-1 1 0 0 0,0 2 0 0 0,0 0 0 0 0,0 1 0 0 0,36 12 0 0 0,-55-14-29 0 0,1 0 0 0 0,0-1-1 0 0,0 0 1 0 0,-1 0 0 0 0,1 0 0 0 0,0-1-1 0 0,0 0 1 0 0,0 0 0 0 0,0-1 0 0 0,0 0-1 0 0,-1 0 1 0 0,1-1 0 0 0,0 0 0 0 0,-1 0-1 0 0,1 0 1 0 0,7-5 0 0 0,44-11-108 0 0,-55 17-74 0 0,1 1 0 0 0,-1-1 1 0 0,1 1-1 0 0,-1 0 0 0 0,0 0 0 0 0,1 1 0 0 0,-1-1 0 0 0,1 1 1 0 0,-1-1-1 0 0,0 1 0 0 0,0 0 0 0 0,1 0 0 0 0,-1 1 1 0 0,3 1-1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11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0 293 3225 0 0,'6'-12'2496'0'0,"3"8"-2369"0"0,1 0 0 0 0,1 0 0 0 0,-1 1 1 0 0,0 0-1 0 0,1 1 0 0 0,14-2 0 0 0,73-1 410 0 0,-18 2-262 0 0,132-29 42 0 0,29-3 41 0 0,-152 29-284 0 0,169-33 1 0 0,138-25 1408 0 0,-150 31-1380 0 0,-141 16 457 0 0,0 5 1 0 0,1 5-1 0 0,0 4 0 0 0,117 12 1 0 0,-119 9-159 0 0,-22-2-2090 0 0,-74-16-600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13.1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529 8 3201 0 0,'-2'-1'91'0'0,"1"0"0"0"0,-1 0 0 0 0,1 0 1 0 0,-1 1-1 0 0,1-1 0 0 0,-1 1 0 0 0,1-1 1 0 0,-1 1-1 0 0,1-1 0 0 0,-1 1 0 0 0,0 0 1 0 0,1-1-1 0 0,-1 1 0 0 0,0 0 0 0 0,1 0 1 0 0,-1 1-1 0 0,1-1 0 0 0,-1 0 0 0 0,0 0 1 0 0,-2 2-1 0 0,1-1 131 0 0,0 1 0 0 0,0-1 0 0 0,0 1 0 0 0,0 0 0 0 0,0 0 0 0 0,1 0 0 0 0,-1 1 0 0 0,1-1 0 0 0,-4 6 0 0 0,-3 5 485 0 0,0 0 0 0 0,1 1 0 0 0,-9 23 0 0 0,14-30-702 0 0,-14 32 205 0 0,3 1 0 0 0,1 0 0 0 0,2 1 0 0 0,1 0 0 0 0,-5 65 0 0 0,-14 256 120 0 0,32-193-391 0 0,0-115 613 0 0,-6 94 0 0 0,-3 109 438 0 0,6-171-929 0 0,2-4 78 0 0,-2 57 107 0 0,8 224-98 0 0,-3-323-72 0 0,11 47 0 0 0,9 71-284 0 0,-24-151 195 0 0,-2-5 112 0 0,0-1 0 0 0,1 1 0 0 0,-1-1 0 0 0,0 0-1 0 0,0 1 1 0 0,0-1 0 0 0,0 0 0 0 0,0 0 0 0 0,0 0 0 0 0,0 0 0 0 0,0 0 0 0 0,0 0 0 0 0,-1 0 0 0 0,1 0 0 0 0,0 0 0 0 0,-1 0 0 0 0,1-1 0 0 0,-1 1 0 0 0,1-1 0 0 0,-1 1 0 0 0,1-1 0 0 0,-1 1 0 0 0,-1-1 0 0 0,-41 8 1018 0 0,33-8-848 0 0,-1 1-1 0 0,1 0 0 0 0,0 0 0 0 0,0 1 0 0 0,0 1 1 0 0,1 0-1 0 0,-1 0 0 0 0,1 1 0 0 0,-13 7 0 0 0,16-9-181 0 0,0 1-1 0 0,0-1 0 0 0,-1 0 0 0 0,1-1 0 0 0,0 1 1 0 0,-1-2-1 0 0,1 1 0 0 0,-14-1 0 0 0,-59-12 435 0 0,74 12-879 0 0,8 4-1195 0 0,1 1 614 0 0,0 0-4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49.8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199 134 1840 0 0,'-1'-8'195'0'0,"0"1"-1"0"0,1-1 0 0 0,0 0 0 0 0,0 1 0 0 0,0-1 1 0 0,3-12-1 0 0,-1 13 147 0 0,-1-1-1 0 0,0 0 1 0 0,-1 0 0 0 0,0 0 0 0 0,0 0-1 0 0,-2-8 1 0 0,2 16-294 0 0,0 0-1 0 0,0 0 0 0 0,0-1 1 0 0,0 1-1 0 0,0 0 0 0 0,0 0 1 0 0,0 0-1 0 0,0 0 0 0 0,0-1 1 0 0,0 1-1 0 0,0 0 0 0 0,0 0 1 0 0,0 0-1 0 0,0 0 0 0 0,0 0 1 0 0,0-1-1 0 0,0 1 1 0 0,0 0-1 0 0,0 0 0 0 0,-1 0 1 0 0,1 0-1 0 0,0 0 0 0 0,0 0 1 0 0,0 0-1 0 0,0-1 0 0 0,0 1 1 0 0,0 0-1 0 0,0 0 0 0 0,-1 0 1 0 0,1 0-1 0 0,0 0 0 0 0,0 0 1 0 0,0 0-1 0 0,0 0 1 0 0,0 0-1 0 0,-1 0 0 0 0,1 0 1 0 0,0 0-1 0 0,0 0 0 0 0,0 0 1 0 0,0 0-1 0 0,0 0 0 0 0,-1 0 1 0 0,1 0-1 0 0,0 0 0 0 0,0 0 1 0 0,0 0-1 0 0,0 0 0 0 0,0 0 1 0 0,-1 0-1 0 0,-6 9 1375 0 0,-3 13-198 0 0,-2 71-179 0 0,0 96-1 0 0,8-104-882 0 0,-20 873-119 0 0,23-908 77 0 0,-2-1 0 0 0,-3 0 0 0 0,-1 0 0 0 0,-3-1 0 0 0,-1 0 0 0 0,-3 0 0 0 0,-25 56 0 0 0,34-91-121 0 0,-6 11-273 0 0,-10 38 0 0 0,21-59-772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0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11 144 2761 0 0,'0'0'154'0'0,"-1"0"1"0"0,1 0 0 0 0,-1 0-1 0 0,1 0 1 0 0,-7-4 3093 0 0,6 3-3093 0 0,1 1 0 0 0,0 0 0 0 0,0-1-1 0 0,0 1 1 0 0,-1 0 0 0 0,1-1-1 0 0,0 0 1 0 0,12-8 996 0 0,26-1-688 0 0,255 18 1371 0 0,-219-1-1734 0 0,0-4-1 0 0,1-3 1 0 0,113-15 0 0 0,-4-25 614 0 0,-105 20 35 0 0,106-12 0 0 0,-97 23-594 0 0,5-1-11 0 0,132 2 1 0 0,184 30-969 0 0,-368-24-984 0 0,-21 0 287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1.0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2243 1 3681 0 0,'-4'1'185'0'0,"-1"1"0"0"0,1 0 0 0 0,0 0-1 0 0,-1 0 1 0 0,1 1 0 0 0,0-1 0 0 0,0 1 0 0 0,1 0 0 0 0,-1 0 0 0 0,0 0 0 0 0,1 1 0 0 0,0-1 0 0 0,0 1 0 0 0,0 0 0 0 0,0 0 0 0 0,-3 7-1 0 0,-7 10 569 0 0,-16 43-1 0 0,26-58-623 0 0,-18 49 947 0 0,3 1 0 0 0,-16 78 0 0 0,-6 119 361 0 0,-5 660-1261 0 0,62-698-176 0 0,-7-127 0 0 0,-10-86 43 0 0,0 0-1 0 0,0 0 1 0 0,-1 0 0 0 0,1-1 0 0 0,-1 1 0 0 0,1 0-1 0 0,-1 0 1 0 0,0 0 0 0 0,0 0 0 0 0,1-1 0 0 0,-1 1-1 0 0,0 0 1 0 0,-1-1 0 0 0,1 1 0 0 0,0-1 0 0 0,0 1-1 0 0,-1-1 1 0 0,1 0 0 0 0,-1 0 0 0 0,1 1 0 0 0,-1-1-1 0 0,1 0 1 0 0,-1 0 0 0 0,0 0 0 0 0,0-1 0 0 0,-2 2-1 0 0,-9 3 449 0 0,1 0 0 0 0,-24 5-1 0 0,26-8-421 0 0,-41 9-82 0 0,-79 7 0 0 0,-4-1-33 0 0,-50 19 5 0 0,-312 47-46 0 0,244-65 140 0 0,207-18-35 0 0,0-2 0 0 0,1-2 0 0 0,-73-15-1 0 0,-244-59 363 0 0,332 70-817 0 0,19 5-86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2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2761 0 0,'0'0'272'0'0,"1"1"-1"0"0,0-1 1 0 0,0 0 0 0 0,7 6 3263 0 0,-8-5-3263 0 0,1 0 0 0 0,-1-1 0 0 0,1 1 0 0 0,-1 0 0 0 0,0-1 0 0 0,1 2 0 0 0,8 28 1730 0 0,1 41-2178 0 0,-9-60 804 0 0,9 142 255 0 0,-11 160-1 0 0,-2-109-622 0 0,-21 181-45 0 0,12-249-217 0 0,7-10-5 0 0,21 246 1 0 0,-11-258-1747 0 0,-5-103 1022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3.5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40 193 1840 0 0,'-37'-4'3298'0'0,"37"4"-3263"0"0,0 0-1 0 0,0 0 1 0 0,0 0-1 0 0,0 0 1 0 0,-1 0 0 0 0,1 0-1 0 0,0 0 1 0 0,0 0-1 0 0,0 0 1 0 0,0 0 0 0 0,0 0-1 0 0,0 0 1 0 0,0 0-1 0 0,0 0 1 0 0,0 0 0 0 0,-1 0-1 0 0,1 0 1 0 0,0 0 0 0 0,0 0-1 0 0,0 0 1 0 0,21-3 644 0 0,236 0 2200 0 0,-160 5-2296 0 0,0-4-1 0 0,172-27 0 0 0,178-55 427 0 0,93 20-441 0 0,-417 58-474 0 0,143 13 0 0 0,-151 2-166 0 0,85 9 113 0 0,-172-13-109 0 0,-22-3-240 0 0,-1-1 1 0 0,1 1 0 0 0,1-1 0 0 0,-1-1 0 0 0,0 1-1 0 0,0-1 1 0 0,0 0 0 0 0,0-1 0 0 0,11-1-1 0 0,-17 2 266 0 0,0 0 0 0 0,0 0-1 0 0,0 0 1 0 0,0 0 0 0 0,1 0-1 0 0,-1 0 1 0 0,0 0 0 0 0,0-1-339 0 0,0 1 338 0 0,1 0 1 0 0,-1-1 0 0 0,0 1-1 0 0,0 0 1 0 0,0 0 0 0 0,0 0-1 0 0,0 0 1 0 0,0 0 0 0 0,0 0-1 0 0,0-1 1 0 0,0 1 0 0 0,0 0-1 0 0,0 0 1 0 0,0 0-1 0 0,0 0 1 0 0,0 0 0 0 0,0 0-1 0 0,0-1 1 0 0,0 1 0 0 0,0 0-1 0 0,-1 0 1 0 0,1 0 0 0 0,0 0-1 0 0,0 0 1 0 0,0 0 0 0 0,0 0-1 0 0,0-1 1 0 0,-1 1-212 0 0,1 0 212 0 0,0 0-1 0 0,-13-5-923 0 0,10 5 1073 0 0,-1 0-1 0 0,0 0 1 0 0,0 0-1 0 0,1 0 1 0 0,-1 1-1 0 0,0 0 1 0 0,0 0-1 0 0,1 0 0 0 0,-1 0 1 0 0,1 0-1 0 0,-1 1 1 0 0,1-1-1 0 0,-1 1 1 0 0,1 0-1 0 0,0 0 1 0 0,0 0-1 0 0,0 1 0 0 0,-4 3 1 0 0,2 0 196 0 0,1-1 0 0 0,0 1 0 0 0,1 0 0 0 0,-1 0 0 0 0,1 0-1 0 0,0 0 1 0 0,1 0 0 0 0,-1 1 0 0 0,-1 10 0 0 0,-1 7 370 0 0,2 0 1 0 0,0 1-1 0 0,2-1 0 0 0,3 47 0 0 0,12 41 24 0 0,37 146 1 0 0,-13-77-455 0 0,-3-38-59 0 0,-22-101-114 0 0,-2 0 0 0 0,-3 1 0 0 0,-1 0-1 0 0,2 49 1 0 0,-9-82-1 0 0,-1 0-1 0 0,1 0 0 0 0,-2 0 1 0 0,1-1-1 0 0,-1 1 1 0 0,-6 15-1 0 0,6-20-10 0 0,0 0-1 0 0,0-1 1 0 0,-1 1-1 0 0,0-1 1 0 0,0 1 0 0 0,0-1-1 0 0,0 0 1 0 0,-1 0 0 0 0,1-1-1 0 0,-1 1 1 0 0,0-1-1 0 0,0 1 1 0 0,-1-1 0 0 0,-5 3-1 0 0,-51 23 188 0 0,-1-3-1 0 0,-105 29 0 0 0,64-22-218 0 0,49-15-76 0 0,-179 67 36 0 0,195-70 14 0 0,-2-1 0 0 0,0-2 0 0 0,-50 9 0 0 0,-128 9 0 0 0,33-5 0 0 0,9-1 0 0 0,-66 12 0 0 0,195-27 81 0 0,-1-3 0 0 0,0-2-1 0 0,-69-2 1 0 0,-144-23 1120 0 0,239 19-1029 0 0,17 2-141 0 0,1-1 0 0 0,-1 1 0 0 0,0-1 0 0 0,0 0 0 0 0,1 0 0 0 0,-1 0 0 0 0,1-1 0 0 0,-1 0 0 0 0,1 1 0 0 0,0-2 0 0 0,0 1 0 0 0,-1 0 0 0 0,-5-6 0 0 0,9 7-513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8.1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92 4145 0 0,'0'-10'1341'0'0,"1"-1"0"0"0,0 0 1 0 0,1 1-1 0 0,0-1 0 0 0,0 1 0 0 0,8-18 1 0 0,-2 58 2040 0 0,-6 56-2446 0 0,-4 0 0 0 0,-16 108 0 0 0,-2 53-3548 0 0,19-222 829 0 0,0-5-3856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8.5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 7370 0 0,'0'-1'101'0'0,"0"1"1"0"0,0-1 0 0 0,0 1-1 0 0,0-1 1 0 0,0 1 0 0 0,0-1 0 0 0,0 1-1 0 0,0 0 1 0 0,0-1 0 0 0,1 1-1 0 0,-1-1 1 0 0,0 1 0 0 0,0-1 0 0 0,0 1-1 0 0,1 0 1 0 0,-1-1 0 0 0,0 1-1 0 0,1-1 1 0 0,-1 1 0 0 0,0 0-1 0 0,1-1 1 0 0,-1 1 0 0 0,0 0 0 0 0,1 0-1 0 0,-1-1 1 0 0,0 1 0 0 0,1 0-1 0 0,-1 0 1 0 0,1 0 0 0 0,-1-1 0 0 0,1 1-1 0 0,-1 0 1 0 0,0 0 0 0 0,1 0-1 0 0,-1 0 1 0 0,1 0 0 0 0,-1 0 0 0 0,1 0-1 0 0,-1 0 1 0 0,1 0 0 0 0,-1 0-1 0 0,1 0 1 0 0,-1 0 0 0 0,1 0 0 0 0,-1 1-1 0 0,0-1 1 0 0,1 0 0 0 0,-1 0-1 0 0,1 0 1 0 0,-1 1 0 0 0,1-1-1 0 0,1 1 135 0 0,0 0-1 0 0,0 0 1 0 0,0 0-1 0 0,0 0 0 0 0,0 0 1 0 0,-1 1-1 0 0,1-1 1 0 0,0 0-1 0 0,-1 1 1 0 0,1 0-1 0 0,1 1 0 0 0,16 36 840 0 0,0 0-1 0 0,18 62 1 0 0,9 19-1034 0 0,-33-87-25 0 0,-9-21-2 0 0,1 0 0 0 0,0 0 1 0 0,1-1-1 0 0,0 1 0 0 0,1-1 0 0 0,0-1 1 0 0,0 1-1 0 0,18 17 0 0 0,-24-27-20 0 0,0 0-1 0 0,0 0 1 0 0,0 0-1 0 0,1 0 1 0 0,-1 0-1 0 0,0-1 1 0 0,0 1-1 0 0,1 0 1 0 0,-1-1-1 0 0,0 1 1 0 0,1-1-1 0 0,-1 0 1 0 0,0 1-1 0 0,1-1 1 0 0,-1 0-1 0 0,0 0 1 0 0,1 0-1 0 0,-1 0 1 0 0,1 0 0 0 0,-1 0-1 0 0,0 0 1 0 0,1-1-1 0 0,-1 1 1 0 0,1 0-1 0 0,-1-1 1 0 0,0 1-1 0 0,1-1 1 0 0,-1 1-1 0 0,0-1 1 0 0,0 0-1 0 0,0 0 1 0 0,1 1-1 0 0,-1-1 1 0 0,0 0-1 0 0,0 0 1 0 0,0 0-1 0 0,0 0 1 0 0,0 0 0 0 0,-1 0-1 0 0,1-1 1 0 0,0 1-1 0 0,0 0 1 0 0,0-2-1 0 0,5-8-85 0 0,-1 0 0 0 0,0 0-1 0 0,0 0 1 0 0,2-14 0 0 0,-2 11 15 0 0,33-130-1442 0 0,-27 97 1842 0 0,1 1 0 0 0,22-54 1 0 0,-33 98-199 0 0,0 0-1 0 0,-1 1 1 0 0,1-1 0 0 0,0 0 0 0 0,0 1 0 0 0,-1-1 0 0 0,1 0 0 0 0,1 1-1 0 0,-1 0 1 0 0,0-1 0 0 0,0 1 0 0 0,0-1 0 0 0,1 1 0 0 0,-1 0 0 0 0,1 0-1 0 0,-1 0 1 0 0,1 0 0 0 0,-1 0 0 0 0,1 0 0 0 0,0 0 0 0 0,-1 1 0 0 0,1-1-1 0 0,0 1 1 0 0,2-1 0 0 0,-2 1-44 0 0,0 0 0 0 0,0 1 0 0 0,0 0 0 0 0,0-1 0 0 0,-1 1 0 0 0,1 0 0 0 0,0 0 0 0 0,0 0 0 0 0,0 0 0 0 0,-1 0 0 0 0,1 1 0 0 0,-1-1 0 0 0,1 0 0 0 0,-1 1 0 0 0,0-1 0 0 0,1 1 0 0 0,-1-1 0 0 0,0 1 0 0 0,0 0 0 0 0,0 0 0 0 0,0-1 0 0 0,1 3-1 0 0,11 26 12 0 0,-1 1 0 0 0,-1 0-1 0 0,-1 1 1 0 0,-2 0-1 0 0,5 48 1 0 0,13 45-196 0 0,-5-54-1820 0 0,-8-42-3828 0 0,-3-10-831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8.9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80 10594 0 0,'1'-7'797'0'0,"-1"1"1"0"0,1 0-1 0 0,1-1 0 0 0,-1 1 0 0 0,3-6 0 0 0,1-6 2294 0 0,-9 34-2836 0 0,1 1 0 0 0,1-1 0 0 0,0 1 0 0 0,2 0 0 0 0,0-1 0 0 0,0 1 0 0 0,2 0 0 0 0,0-1 0 0 0,8 31 0 0 0,-8-37-151 0 0,1-1-1 0 0,1-1 0 0 0,-1 1 1 0 0,1 0-1 0 0,1-1 0 0 0,0 0 1 0 0,0 0-1 0 0,0 0 0 0 0,1-1 1 0 0,0 0-1 0 0,1 0 0 0 0,-1 0 1 0 0,1-1-1 0 0,1 0 0 0 0,-1 0 1 0 0,1-1-1 0 0,0 0 0 0 0,0 0 1 0 0,13 4-1 0 0,-19-7-113 0 0,1-1 0 0 0,-1 0 0 0 0,1-1 1 0 0,-1 1-1 0 0,1 0 0 0 0,0-1 0 0 0,-1 1 0 0 0,1-1 0 0 0,0 0 0 0 0,-1 0 1 0 0,1 0-1 0 0,0 0 0 0 0,0-1 0 0 0,-1 1 0 0 0,1-1 0 0 0,-1 1 0 0 0,1-1 1 0 0,0 0-1 0 0,-1 0 0 0 0,1 0 0 0 0,3-3 0 0 0,-3 2-26 0 0,0-1-1 0 0,0 0 1 0 0,0 0-1 0 0,0-1 1 0 0,-1 1-1 0 0,1 0 1 0 0,-1-1-1 0 0,0 0 1 0 0,0 1-1 0 0,0-1 0 0 0,-1 0 1 0 0,3-7-1 0 0,-1-2-46 0 0,0-1-1 0 0,-1 1 0 0 0,-1 0 0 0 0,0-1 0 0 0,-1 0 0 0 0,0 1 0 0 0,-4-25 0 0 0,2 27 142 0 0,-1 0 0 0 0,-1 0 0 0 0,0 0 0 0 0,0 1 0 0 0,-1 0 0 0 0,-1 0 0 0 0,1 0 0 0 0,-1 1 0 0 0,-1-1 0 0 0,0 1 0 0 0,0 1 0 0 0,-13-12 0 0 0,16 16-193 0 0,0 1 1 0 0,0 0-1 0 0,0 0 1 0 0,0 0-1 0 0,-1 0 0 0 0,0 1 1 0 0,1-1-1 0 0,-1 1 0 0 0,0 0 1 0 0,0 1-1 0 0,0-1 1 0 0,0 1-1 0 0,0 0 0 0 0,0 0 1 0 0,0 1-1 0 0,-1-1 0 0 0,1 1 1 0 0,0 1-1 0 0,0-1 1 0 0,-1 0-1 0 0,1 1 0 0 0,0 0 1 0 0,0 1-1 0 0,0-1 0 0 0,0 1 1 0 0,0 0-1 0 0,1 0 1 0 0,-10 5-1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2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 93 13827 0 0,'4'-13'991'0'0,"4"-30"307"0"0,-7 42-1161 0 0,-1-1 0 0 0,0 0 0 0 0,0 0 0 0 0,0 0 0 0 0,0 0 0 0 0,0 0 0 0 0,0 0 0 0 0,0 1 0 0 0,0-1 0 0 0,-1 0 0 0 0,1 0 0 0 0,-1 0 0 0 0,0 0 0 0 0,1 1 0 0 0,-1-1 1 0 0,0 0-1 0 0,-1-1 0 0 0,1 2-50 0 0,0 1 0 0 0,0 0 1 0 0,0-1-1 0 0,0 1 0 0 0,0 0 0 0 0,0 0 1 0 0,0 0-1 0 0,0 0 0 0 0,0 0 1 0 0,0 0-1 0 0,0 0 0 0 0,0 0 1 0 0,0 0-1 0 0,0 0 0 0 0,0 0 1 0 0,0 1-1 0 0,0-1 0 0 0,0 0 1 0 0,0 1-1 0 0,1-1 0 0 0,-1 1 0 0 0,0-1 1 0 0,0 1-1 0 0,0-1 0 0 0,0 1 1 0 0,1 0-1 0 0,-1-1 0 0 0,0 1 1 0 0,0 1-1 0 0,-25 23 661 0 0,25-23-629 0 0,-8 7 4 0 0,2 0 0 0 0,-1 1 1 0 0,1 0-1 0 0,0 0 1 0 0,1 0-1 0 0,1 1 0 0 0,-9 21 1 0 0,13-28-115 0 0,-1 1 1 0 0,1 0 0 0 0,1 0-1 0 0,-1-1 1 0 0,1 1 0 0 0,-1 0-1 0 0,1 0 1 0 0,1 0-1 0 0,-1 0 1 0 0,1 0 0 0 0,0-1-1 0 0,0 1 1 0 0,0 0-1 0 0,0-1 1 0 0,1 1 0 0 0,0-1-1 0 0,0 1 1 0 0,0-1 0 0 0,1 0-1 0 0,-1 0 1 0 0,1 0-1 0 0,4 5 1 0 0,6 5-38 0 0,1-1 1 0 0,1-1-1 0 0,0 0 0 0 0,18 11 0 0 0,-18-13-138 0 0,0 0-1 0 0,-1 1 1 0 0,0 1 0 0 0,19 21-1 0 0,-31-30 104 0 0,0 1 0 0 0,0-1 0 0 0,0 1 0 0 0,0-1 0 0 0,0 1 0 0 0,-1 0-1 0 0,0-1 1 0 0,1 1 0 0 0,-2 0 0 0 0,1 0 0 0 0,0 0 0 0 0,-1 0 0 0 0,0 0 0 0 0,1 0 0 0 0,-2 0 0 0 0,1 0 0 0 0,0 0 0 0 0,-1 0-1 0 0,0 0 1 0 0,0 0 0 0 0,0 0 0 0 0,0-1 0 0 0,-1 1 0 0 0,1 0 0 0 0,-1-1 0 0 0,-4 8 0 0 0,3-7-108 0 0,0 1 1 0 0,0-1 0 0 0,-1 0-1 0 0,1 1 1 0 0,-1-1 0 0 0,0-1-1 0 0,0 1 1 0 0,0-1 0 0 0,-1 1-1 0 0,1-1 1 0 0,-1 0 0 0 0,0-1-1 0 0,0 1 1 0 0,0-1-1 0 0,0 0 1 0 0,0 0 0 0 0,-1-1-1 0 0,1 0 1 0 0,-8 2 0 0 0,2-4-4130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5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 2761 0 0,'4'-4'-108'0'0,"0"-1"1639"0"0,1 0 0 0 0,-1 1-1 0 0,1 0 1 0 0,0 0 0 0 0,0 0 0 0 0,0 0-1 0 0,8-3 1 0 0,-12 7-1407 0 0,-1 0 0 0 0,1 0-1 0 0,-1 0 1 0 0,1 0 0 0 0,-1 0 0 0 0,1 1-1 0 0,0-1 1 0 0,-1 0 0 0 0,0 0 0 0 0,1 0-1 0 0,-1 1 1 0 0,1-1 0 0 0,-1 0 0 0 0,1 0-1 0 0,-1 1 1 0 0,1-1 0 0 0,-1 0 0 0 0,0 1-1 0 0,1-1 1 0 0,-1 1 0 0 0,0-1 0 0 0,1 0-1 0 0,-1 1 1 0 0,0-1 0 0 0,0 1-1 0 0,1-1 1 0 0,-1 1 0 0 0,0-1 0 0 0,0 1-1 0 0,0-1 1 0 0,0 1 0 0 0,1-1 0 0 0,-1 1-1 0 0,0-1 1 0 0,0 1 0 0 0,0-1 0 0 0,0 1-1 0 0,0 0 1 0 0,1 27 1006 0 0,-1-23-836 0 0,6 97 23 0 0,38 194 0 0 0,-43-290-830 0 0,3 11-773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6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1 172 8754 0 0,'0'-7'308'0'0,"0"1"-1"0"0,1-1 1 0 0,-1 0 0 0 0,2 1 0 0 0,-1-1-1 0 0,1 1 1 0 0,0-1 0 0 0,0 1 0 0 0,1 0-1 0 0,-1 0 1 0 0,1 0 0 0 0,1 0 0 0 0,-1 0-1 0 0,1 1 1 0 0,0 0 0 0 0,0 0 0 0 0,7-7-1 0 0,-6 7-208 0 0,0 0 0 0 0,0 0 0 0 0,0 1 0 0 0,1-1-1 0 0,0 1 1 0 0,-1 0 0 0 0,1 1 0 0 0,1 0-1 0 0,-1-1 1 0 0,0 2 0 0 0,1-1 0 0 0,-1 1 0 0 0,1 0-1 0 0,0 1 1 0 0,0-1 0 0 0,11 0 0 0 0,15 9-1761 0 0,-18 0-3519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8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98 5065 0 0,'0'0'26'0'0,"0"1"0"0"0,0-1 1 0 0,0 0-1 0 0,0 0 0 0 0,0 0 0 0 0,0 0 1 0 0,0 0-1 0 0,0 1 0 0 0,0-1 0 0 0,0 0 0 0 0,0 0 1 0 0,0 0-1 0 0,0 0 0 0 0,0 0 0 0 0,0 1 0 0 0,0-1 1 0 0,0 0-1 0 0,0 0 0 0 0,0 0 0 0 0,0 0 0 0 0,0 0 1 0 0,0 1-1 0 0,0-1 0 0 0,0 0 0 0 0,1 0 0 0 0,-1 0 1 0 0,0 0-1 0 0,0 0 0 0 0,0 0 0 0 0,0 0 0 0 0,0 0 1 0 0,0 0-1 0 0,1 1 0 0 0,-1-1 0 0 0,0 0 0 0 0,0 0 1 0 0,0 0-1 0 0,0 0 0 0 0,0 0 0 0 0,1 0 0 0 0,-1 0 1 0 0,0 0-1 0 0,0 0 0 0 0,0 0 0 0 0,0 0 1 0 0,0 0-1 0 0,1 0 0 0 0,-1 0 0 0 0,0 0 0 0 0,0 0 1 0 0,0 0-1 0 0,0 0 0 0 0,0 0 0 0 0,1-1 0 0 0,-1 1 1 0 0,0 0-1 0 0,0 0 0 0 0,0 0 0 0 0,0 0 0 0 0,18-6 1356 0 0,14-11-178 0 0,3-4-834 0 0,69-29-1 0 0,-84 43-369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9674 0 0,'-1'7'3895'0'0,"3"10"-2197"0"0,-1-11-1036 0 0,26 215 5320 0 0,-1-8-10048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2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1 267 1824 0 0,'2'-61'-218'0'0,"0"45"1522"0"0,0 1-1 0 0,1-1 1 0 0,0 1 0 0 0,7-16 0 0 0,-7 24-581 0 0,-1 0-1 0 0,2 1 1 0 0,-1-1 0 0 0,1 1 0 0 0,0 0-1 0 0,0 0 1 0 0,0 0 0 0 0,1 0 0 0 0,0 1-1 0 0,8-7 1 0 0,-8 8-465 0 0,0 1 1 0 0,0 0-1 0 0,0 0 0 0 0,0 0 1 0 0,0 1-1 0 0,1 0 0 0 0,0 0 1 0 0,9-2-1 0 0,8-1-117 0 0,0 2 0 0 0,0 0 0 0 0,0 2 1 0 0,0 0-1 0 0,37 5 0 0 0,-33 5-2742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1 136 1376 0 0,'14'-16'4010'0'0,"14"-14"-753"0"0,22-25 536 0 0,-16 20-4613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 3681 0 0,'-5'7'-298'0'0,"-2"6"1022"0"0,1-1 0 0 0,-9 23 0 0 0,13-31-227 0 0,1 0 0 0 0,0 0 0 0 0,0-1 0 0 0,1 1 0 0 0,-1 0 0 0 0,1 0 0 0 0,0 0 0 0 0,0 0 0 0 0,0 0 0 0 0,1 0 0 0 0,-1 0 0 0 0,1-1 0 0 0,0 1-1 0 0,2 6 1 0 0,-2-8-346 0 0,-1-1 0 0 0,1 0 0 0 0,0 0-1 0 0,-1 0 1 0 0,1 0 0 0 0,0 0 0 0 0,0 0-1 0 0,0-1 1 0 0,0 1 0 0 0,0 0 0 0 0,0 0-1 0 0,0-1 1 0 0,0 1 0 0 0,0 0 0 0 0,0-1-1 0 0,0 1 1 0 0,1-1 0 0 0,-1 0-1 0 0,0 1 1 0 0,0-1 0 0 0,0 0 0 0 0,1 0-1 0 0,-1 1 1 0 0,0-1 0 0 0,0 0 0 0 0,1 0-1 0 0,-1-1 1 0 0,0 1 0 0 0,0 0 0 0 0,1 0-1 0 0,-1 0 1 0 0,0-1 0 0 0,2 0 0 0 0,7-2 111 0 0,-1-1 1 0 0,1 0-1 0 0,11-7 1 0 0,-3 2-865 0 0,-2 2-3881 0 0,1 0-1575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84 920 0 0,'69'-4'11450'0'0,"1"-5"-6710"0"0,35-4-1003 0 0,-80 11-3317 0 0,-1 0 0 0 0,46-12 0 0 0,-57 10-1257 0 0,0 0 0 0 0,-1-1 0 0 0,0-1 0 0 0,12-6 1 0 0,-12 3-603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9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0 8754 0 0,'-7'7'592'0'0,"0"0"0"0"0,0 0 1 0 0,1 0-1 0 0,0 0 0 0 0,1 1 0 0 0,-1 0 1 0 0,2 1-1 0 0,-1-1 0 0 0,1 1 0 0 0,0-1 1 0 0,-2 12-1 0 0,-3 10 1009 0 0,1 0-1 0 0,-4 34 1 0 0,8-36-954 0 0,1 1 0 0 0,2 0-1 0 0,3 42 1 0 0,10 9-1470 0 0,-8-66-1189 0 0,1 1-1 0 0,12 27 1 0 0,-3-16-5024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1.5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 27 8290 0 0,'1'-1'220'0'0,"-1"0"0"0"0,0-1 0 0 0,0 1 0 0 0,0 0 0 0 0,0 0 0 0 0,0 0 0 0 0,0 0 0 0 0,0 0 0 0 0,-1 0 0 0 0,1 0 0 0 0,0 0 0 0 0,0 0 0 0 0,-1 0 0 0 0,1 0 0 0 0,-1 0 0 0 0,1 0 0 0 0,-1 0 0 0 0,1 0 0 0 0,-1 0 0 0 0,0 0 0 0 0,1 1 0 0 0,-1-1 0 0 0,0 0 0 0 0,0 0 0 0 0,-1 0 0 0 0,1 1-31 0 0,0 0 0 0 0,0 0 1 0 0,0 0-1 0 0,-1 0 1 0 0,1 0-1 0 0,0 0 1 0 0,0 0-1 0 0,-1 0 0 0 0,1 0 1 0 0,0 1-1 0 0,0-1 1 0 0,0 0-1 0 0,0 1 1 0 0,0-1-1 0 0,-1 1 0 0 0,1 0 1 0 0,-2 1-1 0 0,-5 3 333 0 0,0 2-1 0 0,1-1 1 0 0,-1 1-1 0 0,-6 8 1 0 0,5-5-275 0 0,1 0 0 0 0,0 1 0 0 0,1-1 1 0 0,0 2-1 0 0,1-1 0 0 0,0 0 0 0 0,-5 17 0 0 0,9-24-231 0 0,1 0 1 0 0,0 1-1 0 0,0-1 0 0 0,0 1 0 0 0,1 0 0 0 0,-1-1 0 0 0,1 1 1 0 0,1-1-1 0 0,-1 1 0 0 0,0-1 0 0 0,1 1 0 0 0,0-1 1 0 0,0 1-1 0 0,0-1 0 0 0,1 1 0 0 0,0-1 0 0 0,-1 0 1 0 0,1 0-1 0 0,1 0 0 0 0,-1 0 0 0 0,1 0 0 0 0,-1 0 1 0 0,7 5-1 0 0,4 3-98 0 0,0-1 0 0 0,0-1 0 0 0,1 0 0 0 0,28 14 0 0 0,-25-15-135 0 0,0 1 1 0 0,-1 1-1 0 0,19 16 1 0 0,-33-26 208 0 0,-1 0 1 0 0,0 0 0 0 0,0 0 0 0 0,0 0 0 0 0,0 0 0 0 0,0 0 0 0 0,0 0 0 0 0,0 0 0 0 0,0 0 0 0 0,-1 1 0 0 0,1-1 0 0 0,0 0 0 0 0,-1 1 0 0 0,1-1 0 0 0,-1 1 0 0 0,1-1 0 0 0,-1 0 0 0 0,0 1 0 0 0,0-1 0 0 0,0 1 0 0 0,1-1 0 0 0,-1 1 0 0 0,0-1 0 0 0,-1 1 0 0 0,1-1 0 0 0,0 3 0 0 0,-2-2 8 0 0,1 0 0 0 0,-1 1 0 0 0,1-1 0 0 0,-1 0 1 0 0,1 0-1 0 0,-1 0 0 0 0,0 0 0 0 0,0 0 0 0 0,0 0 0 0 0,0-1 0 0 0,-1 1 0 0 0,1-1 1 0 0,-3 2-1 0 0,-11 5 50 0 0,1-1 0 0 0,-1-1-1 0 0,-25 6 1 0 0,38-11-46 0 0,-86 17-263 0 0,50-14-2258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1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0,'0'0'1134'0'0,"2"3"-254"0"0,0-1 1 0 0,0 1-1 0 0,0 0 0 0 0,0 0 1 0 0,-1-1-1 0 0,1 1 1 0 0,1 6-1 0 0,9 42 2118 0 0,-7-25-2360 0 0,6 30-149 0 0,6 83-1 0 0,2 9-523 0 0,-19-145-54 0 0,7 27-1055 0 0,2-16-3088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4 103 3209 0 0,'-1'-4'127'0'0,"0"-1"0"0"0,0 1 0 0 0,1 0 1 0 0,-1 0-1 0 0,1 0 0 0 0,0 0 0 0 0,0-1 1 0 0,1 1-1 0 0,-1 0 0 0 0,1 0 0 0 0,0 0 1 0 0,0 0-1 0 0,3-7 0 0 0,-3 9 183 0 0,1-1-1 0 0,0 0 1 0 0,0 1 0 0 0,0 0-1 0 0,0-1 1 0 0,1 1-1 0 0,-1 0 1 0 0,0 0 0 0 0,1 0-1 0 0,0 1 1 0 0,-1-1-1 0 0,1 0 1 0 0,0 1 0 0 0,0 0-1 0 0,0 0 1 0 0,0 0 0 0 0,0 0-1 0 0,0 0 1 0 0,4 0-1 0 0,-3 0-116 0 0,1 0 0 0 0,0 1 0 0 0,-1 0 0 0 0,1 0 0 0 0,0 0 0 0 0,0 0 0 0 0,-1 1-1 0 0,1 0 1 0 0,0 0 0 0 0,-1 0 0 0 0,1 0 0 0 0,-1 1 0 0 0,1 0 0 0 0,-1 0 0 0 0,0 0 0 0 0,1 0-1 0 0,-1 1 1 0 0,0 0 0 0 0,-1-1 0 0 0,1 2 0 0 0,-1-1 0 0 0,1 0 0 0 0,-1 1 0 0 0,0-1 0 0 0,0 1-1 0 0,0 0 1 0 0,-1 0 0 0 0,1 0 0 0 0,-1 0 0 0 0,0 1 0 0 0,0-1 0 0 0,0 0 0 0 0,-1 1 0 0 0,0-1-1 0 0,0 1 1 0 0,0 0 0 0 0,0 0 0 0 0,-1-1 0 0 0,0 1 0 0 0,0 0 0 0 0,0 0 0 0 0,0-1 0 0 0,-1 1-1 0 0,0 0 1 0 0,0-1 0 0 0,0 1 0 0 0,0 0 0 0 0,-1-1 0 0 0,0 0 0 0 0,0 1 0 0 0,-5 7 0 0 0,2-5-541 0 0,0 1 0 0 0,-1-2 0 0 0,0 1 0 0 0,0-1 0 0 0,-1 0 0 0 0,-14 10 0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2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1 271 7370 0 0,'10'-3'618'0'0,"0"0"1"0"0,-1-1 0 0 0,1-1 0 0 0,-1 0-1 0 0,0 0 1 0 0,0-1 0 0 0,-1 0 0 0 0,16-14-1 0 0,-10 7 792 0 0,0-2 0 0 0,-1 0 0 0 0,20-29-1 0 0,-26 33-744 0 0,-1-1 0 0 0,10-23 0 0 0,-15 33-608 0 0,1-1 1 0 0,-1 0-1 0 0,0 0 0 0 0,-1 1 1 0 0,1-1-1 0 0,0 0 0 0 0,-1 0 1 0 0,1 0-1 0 0,-1 0 1 0 0,0 0-1 0 0,0 0 0 0 0,-1 0 1 0 0,1 0-1 0 0,0 0 0 0 0,-1 0 1 0 0,0 0-1 0 0,1 0 1 0 0,-4-5-1 0 0,4 7-65 0 0,-1 0 0 0 0,0 1 0 0 0,0-1 1 0 0,0 0-1 0 0,0 1 0 0 0,0-1 0 0 0,1 1 0 0 0,-1-1 0 0 0,0 1 0 0 0,0-1 0 0 0,0 1 1 0 0,0 0-1 0 0,0-1 0 0 0,-1 1 0 0 0,1 0 0 0 0,0 0 0 0 0,0 0 0 0 0,0 0 1 0 0,0 0-1 0 0,0 0 0 0 0,0 0 0 0 0,0 0 0 0 0,0 0 0 0 0,0 1 0 0 0,0-1 1 0 0,0 0-1 0 0,0 1 0 0 0,0-1 0 0 0,0 1 0 0 0,0-1 0 0 0,0 1 0 0 0,0-1 1 0 0,0 1-1 0 0,0 0 0 0 0,1-1 0 0 0,-1 1 0 0 0,-1 1 0 0 0,-32 31-488 0 0,31-30 464 0 0,-1 2 10 0 0,0 0-1 0 0,0 0 1 0 0,1 1 0 0 0,0 0-1 0 0,0-1 1 0 0,0 1-1 0 0,1 0 1 0 0,-1 0 0 0 0,2 0-1 0 0,-1 1 1 0 0,1-1-1 0 0,-1 0 1 0 0,2 1 0 0 0,-1-1-1 0 0,1 1 1 0 0,1 9-1 0 0,-1-12-32 0 0,0-1 0 0 0,1 0 0 0 0,0 1 0 0 0,0-1 0 0 0,0 1 0 0 0,0-1 0 0 0,0 0 0 0 0,1 0 1 0 0,0 0-1 0 0,-1 0 0 0 0,1 0 0 0 0,0 0 0 0 0,0 0 0 0 0,1-1 0 0 0,-1 1 0 0 0,0-1 0 0 0,1 1 0 0 0,0-1 0 0 0,-1 0 0 0 0,1 0 0 0 0,0 0 0 0 0,0 0 0 0 0,0-1 0 0 0,1 1 0 0 0,-1-1 0 0 0,0 0 0 0 0,0 0 0 0 0,1 0 0 0 0,-1 0 0 0 0,1-1 0 0 0,6 1 0 0 0,6 0-6653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0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56 5985 0 0,'-2'-12'126'0'0,"2"8"878"0"0,-1-1-1 0 0,0 1 1 0 0,0 0-1 0 0,0 0 1 0 0,0-1-1 0 0,-1 1 1 0 0,-2-4-1 0 0,4 8-846 0 0,0-1 0 0 0,-2 0 470 0 0,2 1-471 0 0,0-1 1 0 0,-1 1 0 0 0,1 0 0 0 0,0-1-1 0 0,-1 1 1 0 0,1 0 0 0 0,-1 0 0 0 0,1 0-1 0 0,-1-1 1 0 0,1 1 0 0 0,-1 0 0 0 0,1 0-1 0 0,-1 0 1 0 0,1 0 0 0 0,-1 0-1 0 0,1 0 1 0 0,-1 0 0 0 0,1 0 0 0 0,-1 0-1 0 0,0 0 1 0 0,0 1-54 0 0,-1-1 0 0 0,0 1-1 0 0,1 0 1 0 0,-1 0 0 0 0,1 0 0 0 0,-1 0-1 0 0,1 0 1 0 0,0 0 0 0 0,-1 0 0 0 0,1 1-1 0 0,-2 1 1 0 0,-6 8 85 0 0,0 0 0 0 0,0 1 1 0 0,1 0-1 0 0,1 1 0 0 0,0 0 0 0 0,-10 26 0 0 0,15-32-202 0 0,0 0 0 0 0,0 0 0 0 0,1 1 0 0 0,-1-1 0 0 0,2 0 0 0 0,-1 0 0 0 0,1 9 0 0 0,0-13-17 0 0,1 1 1 0 0,0 0-1 0 0,-1-1 1 0 0,1 1-1 0 0,0-1 1 0 0,0 1-1 0 0,1-1 1 0 0,-1 1-1 0 0,1-1 1 0 0,0 0-1 0 0,0 0 1 0 0,0 0-1 0 0,0 0 1 0 0,4 5-1 0 0,-4-7-68 0 0,1 1 0 0 0,-1 0 0 0 0,0-1-1 0 0,0 1 1 0 0,1-1 0 0 0,-1 0 0 0 0,1 0 0 0 0,-1 0 0 0 0,1 0 0 0 0,-1 0-1 0 0,1 0 1 0 0,0-1 0 0 0,-1 1 0 0 0,1-1 0 0 0,0 0 0 0 0,0 0 0 0 0,-1 0-1 0 0,1 0 1 0 0,0 0 0 0 0,-1-1 0 0 0,1 1 0 0 0,0-1 0 0 0,-1 0 0 0 0,1 1-1 0 0,0-1 1 0 0,-1-1 0 0 0,1 1 0 0 0,3-2 0 0 0,7-5-585 0 0,1-1 0 0 0,-2 0-1 0 0,22-19 1 0 0,-22 18 399 0 0,1-2 48 0 0,64-56-1888 0 0,-69 59 2384 0 0,1 0-1 0 0,-2 0 1 0 0,1-1-1 0 0,-1 0 1 0 0,-1 0-1 0 0,12-16 4213 0 0,-18 25-4409 0 0,2 16 1718 0 0,-2 19-683 0 0,-1-20-1022 0 0,2 0 0 0 0,0 1 0 0 0,0-1 0 0 0,2 0 0 0 0,0 0 0 0 0,0 0 0 0 0,1 0 0 0 0,1 0 0 0 0,0-1 0 0 0,1 0 0 0 0,0 0 0 0 0,1 0 0 0 0,1-1 0 0 0,0 0 0 0 0,10 12 0 0 0,-7-15-1052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2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9674 0 0,'-2'0'864'0'0,"-1"0"-696"0"0,2 4 1481 0 0,-1-1-745 0 0,-1 2 8 0 0,1 2-80 0 0,0 3-24 0 0,2 1 1 0 0,3 0-1 0 0,1 1-1016 0 0,3-1-208 0 0,0 0-33 0 0,1 0-15 0 0,1 1 464 0 0,-3-1 0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122 17 11522 0 0,'0'-1'81'0'0,"0"0"1"0"0,0 1-1 0 0,0-1 0 0 0,0 0 0 0 0,0 1 0 0 0,0-1 0 0 0,0 1 0 0 0,-1-1 0 0 0,1 0 0 0 0,0 1 0 0 0,0-1 0 0 0,0 1 0 0 0,-1-1 0 0 0,1 0 0 0 0,0 1 0 0 0,-1-1 0 0 0,1 1 0 0 0,0-1 0 0 0,-1 1 0 0 0,1-1 0 0 0,-1 1 0 0 0,1 0 0 0 0,-1-1 0 0 0,1 1 0 0 0,-1 0 0 0 0,1-1 0 0 0,-1 1 0 0 0,1 0 0 0 0,-1-1 0 0 0,0 1 0 0 0,1 0 0 0 0,-1 0 0 0 0,1 0 0 0 0,-1-1 0 0 0,0 1 0 0 0,-1 0 0 0 0,0 1 98 0 0,0 0 0 0 0,0-1 0 0 0,0 1 0 0 0,0 0 0 0 0,0 0 0 0 0,0 0-1 0 0,0 1 1 0 0,1-1 0 0 0,-1 0 0 0 0,0 1 0 0 0,-1 1 0 0 0,-6 6 429 0 0,1 0 0 0 0,0 1 1 0 0,-8 12-1 0 0,9-8-314 0 0,1 1 0 0 0,0-1 0 0 0,1 1-1 0 0,0 0 1 0 0,2 0 0 0 0,-1 0 0 0 0,2 0 0 0 0,0 1 0 0 0,1-1-1 0 0,1 26 1 0 0,3 3 25 0 0,1 1 0 0 0,15 62 0 0 0,-3-37-198 0 0,3-1 1 0 0,3 0-1 0 0,46 98 0 0 0,-63-156-728 0 0,1 0 0 0 0,1-1-1 0 0,0 1 1 0 0,11 11 0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34 171 5065 0 0,'-6'-2'-80'0'0,"-18"-10"1186"0"0,24 12-1041 0 0,-1-1 0 0 0,1 1-1 0 0,0-1 1 0 0,-1 1 0 0 0,1-1 0 0 0,0 1 0 0 0,0-1-1 0 0,-1 0 1 0 0,1 1 0 0 0,0-1 0 0 0,0 1 0 0 0,0-1 0 0 0,0 0-1 0 0,0 1 1 0 0,0-1 0 0 0,0 1 0 0 0,0-1 0 0 0,0 0-1 0 0,0 1 1 0 0,0-1 0 0 0,0 1 0 0 0,0-1 0 0 0,1 0-1 0 0,-1 1 1 0 0,0-1 0 0 0,0 1 0 0 0,1-1 0 0 0,-1 1 0 0 0,0-1-1 0 0,1 1 1 0 0,-1-1 0 0 0,1 1 0 0 0,-1-1 0 0 0,0 1-1 0 0,1-1 1 0 0,-1 1 0 0 0,1 0 0 0 0,-1-1 0 0 0,1 1-1 0 0,-1 0 1 0 0,1-1 0 0 0,0 1 0 0 0,9-7 216 0 0,0 0 1 0 0,0 0 0 0 0,1 1-1 0 0,-1 1 1 0 0,1 0-1 0 0,13-4 1 0 0,74-19 1263 0 0,-51 16-1400 0 0,-17 3-115 0 0,131-31-1823 0 0,-161 40 1921 0 0,1 0 0 0 0,0 0 0 0 0,0 0 0 0 0,0 0 0 0 0,0 0 0 0 0,0 1 0 0 0,0-1 0 0 0,0 0 0 0 0,0 0 0 0 0,-1 1 0 0 0,1-1 0 0 0,0 0 0 0 0,0 1 0 0 0,0-1 0 0 0,-1 1 0 0 0,1-1 0 0 0,0 1 0 0 0,0-1 0 0 0,-1 1 0 0 0,1 0 0 0 0,-1-1 0 0 0,1 1 0 0 0,0 0 0 0 0,-1 0 0 0 0,1-1 0 0 0,-1 1 0 0 0,0 0 0 0 0,1 0 0 0 0,-1 0 0 0 0,0-1 0 0 0,1 1 0 0 0,-1 0 0 0 0,0 1 0 0 0,7 38 4180 0 0,-4-21-3156 0 0,4 11-154 0 0,15 55 374 0 0,-19-77-1488 0 0,0-1 1 0 0,0 0-1 0 0,0 0 1 0 0,1 0-1 0 0,0-1 1 0 0,1 1-1 0 0,-1-1 1 0 0,12 11-1 0 0,-9-11-902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7834 0 0,'-3'8'6099'0'0,"6"3"-3577"0"0,10 9-3165 0 0,-8-13 9 0 0,16 35-213 0 0,-13-24 847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4.2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43 8754 0 0,'17'-24'1847'0'0,"-13"7"2331"0"0,-5 17-4087 0 0,1 0 0 0 0,0 0-1 0 0,0 0 1 0 0,-1 0 0 0 0,1-1-1 0 0,0 1 1 0 0,0 0 0 0 0,-1 0-1 0 0,1 0 1 0 0,0 0 0 0 0,0 0 0 0 0,-1 0-1 0 0,1 0 1 0 0,0 0 0 0 0,-1 0-1 0 0,1 0 1 0 0,0 0 0 0 0,0 0 0 0 0,-1 0-1 0 0,1 0 1 0 0,0 0 0 0 0,0 0-1 0 0,-1 0 1 0 0,1 0 0 0 0,0 1-1 0 0,0-1 1 0 0,-1 0 0 0 0,1 0 0 0 0,-1 1 453 0 0,1-1-454 0 0,-1 1 1 0 0,1-1 0 0 0,0 0 0 0 0,0 0-1 0 0,0 0 1 0 0,0 1 0 0 0,0-1-1 0 0,0 0 1 0 0,-1 1 0 0 0,1-1 0 0 0,0 0-1 0 0,0 0 1 0 0,0 1 0 0 0,-10 12 1037 0 0,5-4-932 0 0,1 0 0 0 0,0 0 0 0 0,1 0-1 0 0,-1 0 1 0 0,2 1 0 0 0,-1-1-1 0 0,1 1 1 0 0,1 0 0 0 0,0 0 0 0 0,0-1-1 0 0,1 1 1 0 0,0 0 0 0 0,1 0-1 0 0,0 0 1 0 0,0-1 0 0 0,1 1 0 0 0,1 0-1 0 0,3 9 1 0 0,-4-13-175 0 0,1 1 0 0 0,0 0 1 0 0,1-1-1 0 0,-1 0 0 0 0,1 0 0 0 0,0 0 0 0 0,1 0 0 0 0,0 0 1 0 0,0-1-1 0 0,0 0 0 0 0,0 0 0 0 0,1-1 0 0 0,-1 1 0 0 0,1-1 0 0 0,1 0 1 0 0,-1-1-1 0 0,0 1 0 0 0,1-1 0 0 0,0-1 0 0 0,0 1 0 0 0,0-1 1 0 0,0 0-1 0 0,0-1 0 0 0,0 1 0 0 0,8-1 0 0 0,-7-1-221 0 0,-1 0-1 0 0,0-1 1 0 0,1 1-1 0 0,-1-2 1 0 0,0 1-1 0 0,0-1 1 0 0,0 0-1 0 0,0-1 1 0 0,0 1-1 0 0,0-1 1 0 0,8-6-1 0 0,4-1-7795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4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29030 0 0,'-9'7'2841'0'0,"6"-6"-2529"0"0,2 1-248 0 0,-1-1-64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1.1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130 122 1376 0 0,'-35'10'1475'0'0,"21"-5"-733"0"0,0-1 0 0 0,-1-1 0 0 0,0 0 0 0 0,-21 1 0 0 0,205-5 2859 0 0,-113 0-3424 0 0,99-14 0 0 0,32-1 188 0 0,377-4 2309 0 0,-353 9-1492 0 0,62-4 28 0 0,-37 6-807 0 0,4 0-422 0 0,-15 2 675 0 0,-141 7 208 0 0,90-11 1 0 0,-82-4-494 0 0,-54 7-15 0 0,1 2 1 0 0,0 2-1 0 0,0 1 0 0 0,78 5 0 0 0,-116-2-377 0 0,-1 0 0 0 0,1 0-1 0 0,-1 0 1 0 0,1 1 0 0 0,-1-1-1 0 0,1 0 1 0 0,-1 0-1 0 0,1 0 1 0 0,-1 0 0 0 0,1 0-1 0 0,-1 0 1 0 0,0 1-1 0 0,1-1 1 0 0,-1 0 0 0 0,1 0-1 0 0,-1 1 1 0 0,0-1-1 0 0,1 0 1 0 0,-1 1 0 0 0,0-1-1 0 0,1 0 1 0 0,-1 1-1 0 0,0-1 1 0 0,1 1 0 0 0,-1-1-1 0 0,0 0 1 0 0,0 1-1 0 0,0-1 1 0 0,1 1 0 0 0,-1-1-1 0 0,0 1 1 0 0,0-1 0 0 0,0 0-1 0 0,0 1 1 0 0,0-1-1 0 0,0 1 1 0 0,0-1 0 0 0,0 1-1 0 0,0-1 1 0 0,0 1-1 0 0,0-1 1 0 0,0 1 0 0 0,0-1-1 0 0,0 1 1 0 0,-1-1-1 0 0,1 1 1 0 0,0-1 0 0 0,0 0-1 0 0,0 1 1 0 0,-1-1-1 0 0,1 1 1 0 0,0-1 0 0 0,0 0-1 0 0,-1 1 1 0 0,1-1 0 0 0,-1 1-1 0 0,-3 10-1708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6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176 181 3225 0 0,'-5'-14'524'0'0,"-1"-1"0"0"0,-1 1 0 0 0,0 1 0 0 0,-1 0 0 0 0,-17-22-1 0 0,19 27 52 0 0,-1 0 0 0 0,0 0 1 0 0,-1 1-1 0 0,1 0 0 0 0,-1 0 0 0 0,-1 1 0 0 0,1 0 0 0 0,-1 0 0 0 0,-14-5 0 0 0,23 10-525 0 0,-1 1 1 0 0,0 0 0 0 0,1 0 0 0 0,-1-1-1 0 0,1 1 1 0 0,-1 0 0 0 0,0 0 0 0 0,1 0-1 0 0,-1 0 1 0 0,1 0 0 0 0,-1 0-1 0 0,0 0 1 0 0,1 0 0 0 0,-1 0 0 0 0,0 0-1 0 0,1 0 1 0 0,-1 0 0 0 0,1 0 0 0 0,-1 1-1 0 0,0-1 1 0 0,1 0 0 0 0,-1 0 0 0 0,1 1-1 0 0,-1-1 1 0 0,1 0 0 0 0,-1 1 0 0 0,1-1-1 0 0,-1 1 1 0 0,-7 19 642 0 0,8 33-390 0 0,0-43-207 0 0,16 306 244 0 0,-7-224-341 0 0,31 128-1 0 0,-3-39-530 0 0,-22-60-6251 0 0,-13-104 3432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6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64 661 1840 0 0,'-7'-5'142'0'0,"0"0"0"0"0,1 0 0 0 0,-1 0-1 0 0,-8-10 1 0 0,13 13 25 0 0,0-1 0 0 0,0 1-1 0 0,0 0 1 0 0,1-1 0 0 0,-1 1 0 0 0,1-1-1 0 0,-1 0 1 0 0,1 1 0 0 0,0-1 0 0 0,0 0-1 0 0,0 0 1 0 0,0 0 0 0 0,0 0 0 0 0,1 0-1 0 0,-1-4 1 0 0,1 5-94 0 0,1 1 0 0 0,-1 0-1 0 0,1 0 1 0 0,-1-1 0 0 0,1 1 0 0 0,0 0-1 0 0,0 0 1 0 0,-1 0 0 0 0,1 0 0 0 0,0 0-1 0 0,0 0 1 0 0,0 0 0 0 0,0 0 0 0 0,0 0-1 0 0,0 0 1 0 0,0 0 0 0 0,0 1 0 0 0,1-1-1 0 0,-1 1 1 0 0,0-1 0 0 0,0 0 0 0 0,3 0-1 0 0,33-8 484 0 0,-29 7-450 0 0,243-43 907 0 0,-167 32-721 0 0,417-44 720 0 0,-281 36-959 0 0,293-37 238 0 0,313 0 1175 0 0,-416 36-1398 0 0,176-31 87 0 0,-143 10-110 0 0,-255 26-22 0 0,118-9 490 0 0,71-3 514 0 0,-140 10-555 0 0,287-20-179 0 0,-352 28-187 0 0,137-5 414 0 0,-85 11-41 0 0,153 1 6 0 0,-195 0-54 0 0,5-1 365 0 0,157 10-276 0 0,-309-3-2213 0 0,65 15 1 0 0,-35-5-1278 0 0,-47-9-1894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7.8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7134 0 2761 0 0,'8'18'591'0'0,"-2"-1"0"0"0,1 1 0 0 0,-2 0 0 0 0,-1 0 0 0 0,4 24 0 0 0,3 97 1508 0 0,-7-73-1783 0 0,15 93-27 0 0,6-1 0 0 0,62 211 0 0 0,-70-304-236 0 0,2-2 0 0 0,4-1 1 0 0,58 116-1 0 0,-58-134 365 0 0,-2 0 0 0 0,-2 1 0 0 0,17 63 0 0 0,-35-107-374 0 0,-1-1 0 0 0,1 1 0 0 0,-1 0 0 0 0,0 0 0 0 0,1 0-1 0 0,-1 0 1 0 0,0-1 0 0 0,0 1 0 0 0,0 0 0 0 0,0 0-1 0 0,0 0 1 0 0,0 0 0 0 0,0 0 0 0 0,0 0 0 0 0,0 0-1 0 0,0-1 1 0 0,0 1 0 0 0,0 0 0 0 0,-1 0 0 0 0,1 0 0 0 0,0 0-1 0 0,-1 0 1 0 0,1-1 0 0 0,-1 1 0 0 0,1 0 0 0 0,-1 0-1 0 0,1-1 1 0 0,-1 1 0 0 0,1 0 0 0 0,-1-1 0 0 0,0 1 0 0 0,1 0-1 0 0,-1-1 1 0 0,0 1 0 0 0,-1 0 0 0 0,-2 0 167 0 0,0 0-1 0 0,0 0 1 0 0,-1-1 0 0 0,1 1 0 0 0,0-1 0 0 0,-8 0 0 0 0,10 0-203 0 0,-323 17-476 0 0,-55 0-483 0 0,-162-22 597 0 0,509 4 275 0 0,-551-15-1081 0 0,204 28 575 0 0,263-6 464 0 0,-63 5-285 0 0,-148 3-612 0 0,51-9 598 0 0,-449-10 439 0 0,289-2-6 0 0,142 6-252 0 0,-25-17-1870 0 0,92 4-19 0 0,-257 7 4070 0 0,304 22-2076 0 0,108-7 374 0 0,-121-2-1 0 0,-581-59 2770 0 0,675 44-2448 0 0,-133-17 2189 0 0,143 13-1514 0 0,33 6 763 0 0,-58-16 1 0 0,100 20-1868 0 0,12 3-109 0 0,-1 0 0 0 0,1-1-1 0 0,-1 0 1 0 0,1 0 0 0 0,0 0 0 0 0,-1 0 0 0 0,1 0-1 0 0,0-1 1 0 0,-6-3 0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0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22 5529 0 0,'-17'-21'4808'0'0,"24"28"-1541"0"0,-6-3-2811 0 0,4 19 138 0 0,-2-1 0 0 0,-1 1-1 0 0,0 35 1 0 0,3 35-233 0 0,9-17-298 0 0,3-1 0 0 0,51 135 0 0 0,18 68-132 0 0,-79-240 110 0 0,-4-18-30 0 0,1-1 1 0 0,1 0 0 0 0,0 0 0 0 0,1 0 0 0 0,10 19 0 0 0,-15-37-136 0 0,0 0 0 0 0,0 0 1 0 0,-1 0-1 0 0,1 0 0 0 0,0 0 1 0 0,0-1-1 0 0,0 1 0 0 0,0 0 1 0 0,0 0-1 0 0,0-1 1 0 0,0 1-1 0 0,0-1 0 0 0,2 1 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1.1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25 222 456 0 0,'-2'-1'40'0'0,"1"0"0"0"0,-1 1-1 0 0,1-1 1 0 0,0 0 0 0 0,-1 0 0 0 0,1 1 0 0 0,0-1 0 0 0,0 0-1 0 0,0 0 1 0 0,0 0 0 0 0,0-1 0 0 0,0 1 0 0 0,0 0-1 0 0,0 0 1 0 0,0 0 0 0 0,0-1 0 0 0,0 1 0 0 0,1-1-1 0 0,-1 1 1 0 0,1 0 0 0 0,-1-1 0 0 0,1 1 0 0 0,0-1-1 0 0,-1 1 1 0 0,1-1 0 0 0,0-1 0 0 0,1 1 73 0 0,0 0 0 0 0,0 1 1 0 0,0-1-1 0 0,0 1 0 0 0,0-1 1 0 0,0 1-1 0 0,1-1 0 0 0,-1 1 0 0 0,0 0 1 0 0,1-1-1 0 0,-1 1 0 0 0,1 0 1 0 0,0 0-1 0 0,-1 0 0 0 0,1 0 1 0 0,0 1-1 0 0,0-1 0 0 0,-1 0 1 0 0,1 1-1 0 0,4-1 0 0 0,72-19 1514 0 0,1 4 1 0 0,112-9-1 0 0,-66 10-602 0 0,140-11 822 0 0,13-1-590 0 0,257-6 1012 0 0,-479 31-2308 0 0,120 12 985 0 0,-39 0-3006 0 0,-46-13-4805 0 0,-79 1 4006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1734 0 3681 0 0,'4'5'4046'0'0,"-1"-2"-3246"0"0,1 0-1 0 0,-1 0 1 0 0,-1 1-1 0 0,1-1 1 0 0,4 8-1 0 0,31 149 2877 0 0,-24-95-3488 0 0,25 74 1 0 0,81 271 38 0 0,-82-219-227 0 0,-34-176 231 0 0,-3-13-72 0 0,0-1-1 0 0,0 1 1 0 0,-1 0-1 0 0,1 0 1 0 0,-1 0-1 0 0,0 0 1 0 0,1 0-1 0 0,-1 0 1 0 0,0 0-1 0 0,0 0 1 0 0,0 0-1 0 0,-1 4 1 0 0,0-5-134 0 0,0 1 1 0 0,-1-1 0 0 0,1 0-1 0 0,0 0 1 0 0,0 0 0 0 0,-1 0-1 0 0,1 0 1 0 0,-1-1 0 0 0,1 1-1 0 0,-1 0 1 0 0,1-1 0 0 0,-1 1-1 0 0,1-1 1 0 0,-1 1 0 0 0,1-1-1 0 0,-1 0 1 0 0,0 0 0 0 0,1 1-1 0 0,-1-1 1 0 0,1 0 0 0 0,-3-1-1 0 0,-152 19 414 0 0,1-5-572 0 0,-125 3-374 0 0,153-13-635 0 0,-132 20 0 0 0,219-19 1091 0 0,-131 14-77 0 0,-264-5 0 0 0,346-20 319 0 0,-34 0 1905 0 0,87 8-1475 0 0,-58 9-1 0 0,77-5-2708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11979 0 0,'-1'1'189'0'0,"1"0"0"0"0,0 0 0 0 0,0-1 1 0 0,-1 1-1 0 0,1 0 0 0 0,0 0 0 0 0,0 0 1 0 0,0 0-1 0 0,0 0 0 0 0,0-1 1 0 0,0 1-1 0 0,0 0 0 0 0,0 0 0 0 0,1 0 1 0 0,-1 0-1 0 0,0-1 0 0 0,0 1 1 0 0,1 0-1 0 0,-1 0 0 0 0,0-1 0 0 0,1 2 1 0 0,11 30 574 0 0,-9-22-331 0 0,13 45 210 0 0,-2 0 0 0 0,-3 1 0 0 0,6 74 0 0 0,-5 173-3896 0 0,-10-214-594 0 0,-1-56-1675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3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1 121 10594 0 0,'6'-5'436'0'0,"1"0"0"0"0,0 1-1 0 0,0 0 1 0 0,1 0 0 0 0,-1 1-1 0 0,11-4 1 0 0,9-4 2 0 0,18-14 239 0 0,-33 17-635 0 0,1 1 0 0 0,0 0 0 0 0,0 1 0 0 0,0 0-1 0 0,1 1 1 0 0,0 1 0 0 0,22-5 0 0 0,-34 9-167 0 0,1 0 1 0 0,0 0 0 0 0,-1 0-1 0 0,1 0 1 0 0,0 1-1 0 0,-1-1 1 0 0,1 1-1 0 0,0 0 1 0 0,-1 0 0 0 0,1 0-1 0 0,-1 0 1 0 0,0 0-1 0 0,1 1 1 0 0,-1-1-1 0 0,0 1 1 0 0,0-1 0 0 0,1 1-1 0 0,-1 0 1 0 0,-1 0-1 0 0,1 0 1 0 0,0 0-1 0 0,2 3 1 0 0,0 2-197 0 0,0-1 0 0 0,-1 1 1 0 0,0-1-1 0 0,0 1 0 0 0,0 0 1 0 0,-1 0-1 0 0,2 8 0 0 0,2 16 321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1 136 14283 0 0,'47'-24'2611'0'0,"4"-9"-3572"0"0,-33 20 244 0 0,0 1 1 0 0,1 1 0 0 0,0 0-1 0 0,1 2 1 0 0,22-8-1 0 0,-24 11 717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7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11979 0 0,'1'5'667'0'0,"1"0"0"0"0,-1 1 1 0 0,1-1-1 0 0,0 0 0 0 0,0 0 1 0 0,3 5-1 0 0,3 6 196 0 0,5 20-103 0 0,-1 1-1 0 0,-2 1 1 0 0,-2 0-1 0 0,5 53 1 0 0,-7-9-3087 0 0,-4 1-3638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3 183 2304 0 0,'-1'-11'432'0'0,"0"0"-1"0"0,1 0 0 0 0,0 0 0 0 0,1 0 1 0 0,0 0-1 0 0,0 1 0 0 0,2-1 0 0 0,2-12 1 0 0,-3 19-149 0 0,-1 0 0 0 0,1 0 0 0 0,0 0 1 0 0,0 0-1 0 0,0 0 0 0 0,0 0 0 0 0,1 1 1 0 0,-1-1-1 0 0,1 1 0 0 0,0 0 1 0 0,0-1-1 0 0,0 2 0 0 0,0-1 0 0 0,1 0 1 0 0,-1 0-1 0 0,1 1 0 0 0,0 0 0 0 0,0 0 1 0 0,0 0-1 0 0,0 0 0 0 0,0 1 1 0 0,0-1-1 0 0,6 0 0 0 0,-2 1-85 0 0,-1 1 0 0 0,1 0 0 0 0,0 0-1 0 0,-1 1 1 0 0,1 0 0 0 0,-1 0 0 0 0,1 0 0 0 0,-1 1 0 0 0,1 1-1 0 0,-1-1 1 0 0,0 1 0 0 0,0 0 0 0 0,0 1 0 0 0,0 0 0 0 0,-1 0-1 0 0,0 0 1 0 0,0 1 0 0 0,0 0 0 0 0,0 0 0 0 0,-1 0 0 0 0,1 1-1 0 0,-1 0 1 0 0,4 6 0 0 0,-4-5-142 0 0,1 0 0 0 0,-1 1 0 0 0,-1-1 0 0 0,1 1-1 0 0,-1 0 1 0 0,-1 1 0 0 0,1-1 0 0 0,-1 1 0 0 0,-1-1 0 0 0,0 1 0 0 0,0 0-1 0 0,-1 0 1 0 0,0 0 0 0 0,0 0 0 0 0,-1 0 0 0 0,0 0 0 0 0,-1 0 0 0 0,0 0-1 0 0,-2 10 1 0 0,0-11 1 0 0,0-1 0 0 0,0 0-1 0 0,0 0 1 0 0,-1 0 0 0 0,0 0-1 0 0,-1 0 1 0 0,0-1 0 0 0,0 0-1 0 0,0 0 1 0 0,0 0 0 0 0,-1-1-1 0 0,0 0 1 0 0,-1 0-1 0 0,1 0 1 0 0,-8 4 0 0 0,7-6-547 0 0,1 1-1 0 0,-1-1 1 0 0,0-1 0 0 0,0 1 0 0 0,-14 1-1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5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10138 0 0,'0'-1'7718'0'0,"16"1"-5709"0"0,29 4-8698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6.1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62 7834 0 0,'0'2'832'0'0,"1"-2"-832"0"0,1 0 0 0 0,1 0 296 0 0,-1 0 32 0 0,4-2 8 0 0,2 1 0 0 0,4-3-544 0 0,5-3-112 0 0,1-3-16 0 0,1-1-8 0 0,0-2 256 0 0,2-2 88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6.6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8 7370 0 0,'-13'-8'11921'0'0,"14"76"-10362"0"0,16 119 1 0 0,-3-69-1457 0 0,-9-25-52 0 0,6 54-675 0 0,-8-129-208 0 0,1-1 1 0 0,1 1 0 0 0,8 21 0 0 0,-7-25-588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6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10594 0 0,'0'0'88'0'0,"-1"0"0"0"0,1 0 0 0 0,0 0 0 0 0,-1 0 0 0 0,1 0 0 0 0,0 0 0 0 0,0 0 0 0 0,-1 1 0 0 0,1-1 0 0 0,0 0 0 0 0,0 0 0 0 0,-1 0 0 0 0,1 1 0 0 0,0-1 0 0 0,0 0 0 0 0,0 0 0 0 0,-1 0 0 0 0,1 1 0 0 0,0-1 0 0 0,0 0 0 0 0,0 0 0 0 0,0 1 0 0 0,0-1 0 0 0,-1 0 0 0 0,1 0 0 0 0,0 1 0 0 0,0-1 0 0 0,0 0 0 0 0,0 1 0 0 0,0-1 0 0 0,0 0 0 0 0,0 0 0 0 0,0 1 0 0 0,0-1 0 0 0,0 1 0 0 0,0 3-1033 0 0,-1 14 915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7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 6913 0 0,'8'-1'664'0'0,"0"0"0"0"0,0-1 0 0 0,0 0-1 0 0,15-5 1 0 0,25-7 1420 0 0,-25 10-1117 0 0,-4 1-298 0 0,-1 0-1 0 0,1 1 0 0 0,0 1 0 0 0,29 2 0 0 0,-43 0-613 0 0,-1-1 0 0 0,0 1 0 0 0,0 0 0 0 0,0 0 0 0 0,0 0 0 0 0,0 1 0 0 0,0 0 0 0 0,0-1 0 0 0,0 1-1 0 0,0 1 1 0 0,-1-1 0 0 0,1 0 0 0 0,-1 1 0 0 0,1 0 0 0 0,-1 0 0 0 0,0 0 0 0 0,0 0 0 0 0,-1 0 0 0 0,1 1-1 0 0,0-1 1 0 0,-1 1 0 0 0,0-1 0 0 0,0 1 0 0 0,0 0 0 0 0,2 6 0 0 0,0 7 49 0 0,0 0-1 0 0,0 0 1 0 0,-2 0 0 0 0,1 31 0 0 0,-7 73 657 0 0,0-50-561 0 0,3-27-651 0 0,-1-22-805 0 0,1 1-1 0 0,1-1 1 0 0,1 0-1 0 0,8 44 1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7.4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21 125 5529 0 0,'-20'-2'8116'0'0,"27"-3"-6934"0"0,149-65 3504 0 0,-49 31-10565 0 0,-83 31 15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7.8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8754 0 0,'61'-9'5121'0'0,"13"-18"-3993"0"0,-14 5-5989 0 0,-46 18 496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8.0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147 0 2304 0 0,'-79'54'3593'0'0,"71"-48"-3057"0"0,0 1 1 0 0,0 0 0 0 0,1 1-1 0 0,0 0 1 0 0,0 0-1 0 0,-10 16 1 0 0,16-21-402 0 0,0-1 0 0 0,0 0 0 0 0,1 0 0 0 0,-1 0 0 0 0,1 1 0 0 0,-1-1-1 0 0,1 0 1 0 0,0 1 0 0 0,0-1 0 0 0,0 0 0 0 0,0 1 0 0 0,0-1 0 0 0,0 0 0 0 0,1 1 0 0 0,-1-1 0 0 0,1 0 0 0 0,0 0 0 0 0,-1 1 0 0 0,1-1 0 0 0,0 0 0 0 0,0 0 0 0 0,1 0 0 0 0,-1 0 0 0 0,0 0 0 0 0,1 0 0 0 0,-1-1 0 0 0,4 4 0 0 0,5 5 498 0 0,0 0 1 0 0,1-1 0 0 0,19 12-1 0 0,-10-6 229 0 0,-12-9-619 0 0,1 0 1 0 0,-2 1 0 0 0,1 0 0 0 0,-1 1-1 0 0,0 0 1 0 0,0 0 0 0 0,-1 0 0 0 0,7 14 0 0 0,-11-18-228 0 0,0 1 0 0 0,0-1 0 0 0,-1 1 0 0 0,0-1 0 0 0,0 1 0 0 0,0 0 0 0 0,0 0 0 0 0,-1 0 0 0 0,0-1 0 0 0,0 1 0 0 0,0 0 0 0 0,-1 0 0 0 0,1-1 0 0 0,-1 1 0 0 0,0 0 0 0 0,-1-1 1 0 0,1 1-1 0 0,-1 0 0 0 0,0-1 0 0 0,-3 7 0 0 0,-2 2-378 0 0,0-1-127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8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57 6913 0 0,'3'0'418'0'0,"1"0"-1"0"0,0 0 0 0 0,0 0 0 0 0,0 1 0 0 0,0-1 0 0 0,0 1 0 0 0,-1 0 0 0 0,1 0 0 0 0,0 1 0 0 0,-1-1 0 0 0,1 1 1 0 0,-1 0-1 0 0,1 0 0 0 0,-1 0 0 0 0,0 0 0 0 0,0 0 0 0 0,0 1 0 0 0,0-1 0 0 0,0 1 0 0 0,-1 0 0 0 0,1 0 0 0 0,-1 0 0 0 0,0 0 1 0 0,4 7-1 0 0,-1 1-90 0 0,-1 0 0 0 0,-1 0 0 0 0,0 0 0 0 0,0 0 0 0 0,-1 1 0 0 0,0 0 0 0 0,-1 13 1 0 0,0-3-191 0 0,-1-13-118 0 0,1 0 1 0 0,-1 0-1 0 0,1 1 0 0 0,1-1 1 0 0,0 0-1 0 0,0 0 0 0 0,4 9 1 0 0,7-43-1129 0 0,3-41-861 0 0,-10 38 1561 0 0,17-46 0 0 0,-20 66 485 0 0,0 1 0 0 0,0 0-1 0 0,1 1 1 0 0,0-1 0 0 0,0 0 0 0 0,1 1-1 0 0,0 0 1 0 0,0 0 0 0 0,0 1 0 0 0,1-1 0 0 0,6-5-1 0 0,-10 10-18 0 0,0-1 1 0 0,0 1-1 0 0,0 0 0 0 0,0 0 0 0 0,0 0 0 0 0,1 0 0 0 0,-1 0 0 0 0,0 0 0 0 0,1 0 0 0 0,-1 0 1 0 0,0 1-1 0 0,1 0 0 0 0,-1-1 0 0 0,0 1 0 0 0,1 0 0 0 0,-1 0 0 0 0,1 0 0 0 0,-1 0 0 0 0,0 1 0 0 0,4 0 1 0 0,-3 0 32 0 0,0 1 1 0 0,0-1-1 0 0,0 1 1 0 0,0 0-1 0 0,-1 0 1 0 0,1 0-1 0 0,-1 0 1 0 0,1 0 0 0 0,-1 1-1 0 0,0-1 1 0 0,1 1-1 0 0,2 5 1 0 0,4 7 103 0 0,-1 1 0 0 0,-1 0 1 0 0,0 1-1 0 0,6 23 0 0 0,-10-29-316 0 0,-2-8 59 0 0,-1 0 0 0 0,1 0 1 0 0,0 0-1 0 0,0-1 0 0 0,0 1 0 0 0,1 0 0 0 0,-1-1 0 0 0,0 1 0 0 0,1-1 0 0 0,0 1 0 0 0,0-1 0 0 0,3 4 0 0 0,-4-6 36 0 0,0 1-1 0 0,-1-1 1 0 0,1 0-1 0 0,0 0 1 0 0,-1 0-1 0 0,1 1 1 0 0,0-1-1 0 0,-1 0 1 0 0,1 0-1 0 0,0 0 1 0 0,-1 0-1 0 0,1 0 1 0 0,0 0-1 0 0,0 0 1 0 0,-1 0-1 0 0,1-1 1 0 0,0 1-1 0 0,-1 0 1 0 0,1 0-1 0 0,0-1 1 0 0,21-15-515 0 0,-7-1-911 0 0,24-35 1 0 0,-27 34 1348 0 0,1 0 0 0 0,2 0 0 0 0,17-17 0 0 0,-27 31 226 0 0,-1 0 0 0 0,1 1 1 0 0,-1-1-1 0 0,1 1 0 0 0,0 0 0 0 0,0 0 0 0 0,0 1 1 0 0,1-1-1 0 0,-1 1 0 0 0,1 1 0 0 0,-1-1 1 0 0,1 1-1 0 0,0 0 0 0 0,0 0 0 0 0,-1 0 0 0 0,11 1 1 0 0,-13 0-21 0 0,0 1 1 0 0,0-1 0 0 0,0 1 0 0 0,-1 0-1 0 0,1 0 1 0 0,0 0 0 0 0,-1 0 0 0 0,1 1 0 0 0,-1-1-1 0 0,1 1 1 0 0,-1-1 0 0 0,1 1 0 0 0,-1 0-1 0 0,0 0 1 0 0,0 0 0 0 0,0 0 0 0 0,0 1-1 0 0,-1-1 1 0 0,3 3 0 0 0,4 8 297 0 0,0 1 0 0 0,8 23 0 0 0,7 8-2628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8.9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4 8290 0 0,'6'-4'5585'0'0,"-6"5"-5495"0"0,2 13 2644 0 0,-4 18-796 0 0,-69 279 1594 0 0,8-41-6177 0 0,46-180-3501 0 0,14-77 4274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9.1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47 8290 0 0,'-1'-1'125'0'0,"1"-1"1"0"0,0 0 0 0 0,0 1-1 0 0,0-1 1 0 0,0 0-1 0 0,0 1 1 0 0,0-1 0 0 0,1 0-1 0 0,-1 1 1 0 0,0-1 0 0 0,1 0-1 0 0,-1 1 1 0 0,1-1-1 0 0,0 1 1 0 0,0-1 0 0 0,-1 1-1 0 0,1-1 1 0 0,0 1 0 0 0,0 0-1 0 0,0-1 1 0 0,0 1-1 0 0,1 0 1 0 0,-1 0 0 0 0,0 0-1 0 0,0-1 1 0 0,1 2 0 0 0,-1-1-1 0 0,1 0 1 0 0,-1 0-1 0 0,1 0 1 0 0,-1 1 0 0 0,1-1-1 0 0,-1 0 1 0 0,1 1 0 0 0,0 0-1 0 0,-1-1 1 0 0,1 1-1 0 0,0 0 1 0 0,-1 0 0 0 0,1 0-1 0 0,0 0 1 0 0,-1 0-1 0 0,1 0 1 0 0,0 1 0 0 0,1-1-1 0 0,2 1 152 0 0,-1 1 0 0 0,1-1-1 0 0,-1 1 1 0 0,1 0 0 0 0,-1 0-1 0 0,0 0 1 0 0,1 0 0 0 0,-1 1 0 0 0,0 0-1 0 0,-1 0 1 0 0,1 0 0 0 0,-1 0-1 0 0,6 6 1 0 0,38 51 1616 0 0,-44-56-1781 0 0,67 108 1226 0 0,76 161 0 0 0,-143-267-1332 0 0,42 94 20 0 0,-41-88-640 0 0,0-1-1 0 0,-1 0 0 0 0,-1 1 1 0 0,0 0-1 0 0,0 0 1 0 0,-1-1-1 0 0,0 14 0 0 0,-5-10-3358 0 0,-14-21-3551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9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 8754 0 0,'2'0'6328'0'0,"15"-2"-3659"0"0,56-10-2814 0 0,-59 9-4097 0 0,0 1-1496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9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4145 0 0,'-1'5'368'0'0,"0"-2"-296"0"0,-1 1-72 0 0,-2 2 1768 0 0,4-4-783 0 0,-3 1 7 0 0,1 3-480 0 0,-3 1-88 0 0,1-1-16 0 0,2 0-8 0 0,-1-1-400 0 0,1 0-112 0 0,4-3-8 0 0,-2 0 0 0 0,3-1 120 0 0,-1-4 0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26.6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61 6913 0 0,'-13'-29'-84'0'0,"6"9"371"0"0,-1 9 2807 0 0,12 44 561 0 0,-4-19-3314 0 0,8 291 1098 0 0,-27 1-1159 0 0,15-258-235 0 0,-3 49 34 0 0,4 1-1 0 0,3-1 1 0 0,6 1 0 0 0,23 129-1 0 0,43 146-2447 0 0,-71-364 1351 0 0,1 1 1 0 0,1-1 0 0 0,0 0-1 0 0,0 0 1 0 0,8 16 0 0 0,-4-17-840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27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24 398 1824 0 0,'-3'-3'36'0'0,"1"0"1"0"0,-1-1-1 0 0,1 1 0 0 0,0-1 0 0 0,0 0 0 0 0,1 0 0 0 0,-1 0 0 0 0,1 0 0 0 0,-1 0 0 0 0,1 0 0 0 0,1 0 0 0 0,-1 0 0 0 0,0-1 1 0 0,1 1-1 0 0,0 0 0 0 0,0-5 0 0 0,1 7 14 0 0,-1 0 0 0 0,0-1 1 0 0,1 1-1 0 0,-1 0 1 0 0,1 0-1 0 0,0 0 0 0 0,0 0 1 0 0,-1 0-1 0 0,2 0 0 0 0,-1 0 1 0 0,0 0-1 0 0,0 0 0 0 0,0 0 1 0 0,1 1-1 0 0,-1-1 0 0 0,1 0 1 0 0,0 1-1 0 0,-1-1 1 0 0,1 1-1 0 0,0 0 0 0 0,0 0 1 0 0,0-1-1 0 0,0 1 0 0 0,0 1 1 0 0,0-1-1 0 0,0 0 0 0 0,0 0 1 0 0,0 1-1 0 0,0-1 0 0 0,1 1 1 0 0,-1-1-1 0 0,3 1 1 0 0,92-2 1235 0 0,-57 2-873 0 0,40-5 0 0 0,139-22 236 0 0,244-36 1973 0 0,215-47-1631 0 0,-515 86-825 0 0,0 7-1 0 0,211 5 0 0 0,-11 30-38 0 0,222 0 1355 0 0,-111-47-326 0 0,-78 3-1005 0 0,0 28 3 0 0,-321 7 202 0 0,-1 4-1 0 0,-1 2 0 0 0,104 37 0 0 0,-15-5-2492 0 0,-115-37 756 0 0,0-3-1 0 0,87 4 0 0 0,-43-6 570 0 0,-75-3-2194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28.3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5526 0 5985 0 0,'3'1'47'0'0,"0"-1"0"0"0,1 1 0 0 0,-1 0 0 0 0,0 0 0 0 0,1 0 0 0 0,-1 0-1 0 0,0 1 1 0 0,0-1 0 0 0,0 1 0 0 0,0-1 0 0 0,0 1 0 0 0,-1 0 0 0 0,1 0 0 0 0,0 1-1 0 0,-1-1 1 0 0,0 1 0 0 0,1-1 0 0 0,-1 1 0 0 0,0 0 0 0 0,0-1 0 0 0,-1 1 0 0 0,1 0-1 0 0,0 0 1 0 0,1 6 0 0 0,4 8 800 0 0,-1 1-1 0 0,0 0 1 0 0,3 22-1 0 0,-6-29-867 0 0,48 269 2479 0 0,9 36-1663 0 0,-33-181-292 0 0,-6 1-1 0 0,6 220 1 0 0,-27-349-452 0 0,0 44 514 0 0,0-47-441 0 0,0 0 0 0 0,0 0-1 0 0,-1 0 1 0 0,0 0 0 0 0,0 0-1 0 0,0-1 1 0 0,0 1 0 0 0,-1 0-1 0 0,1-1 1 0 0,-3 5 0 0 0,3-7-77 0 0,-1 0 1 0 0,1 0-1 0 0,0-1 1 0 0,-1 1 0 0 0,1 0-1 0 0,-1 0 1 0 0,1-1-1 0 0,-1 1 1 0 0,1 0-1 0 0,-1-1 1 0 0,1 0 0 0 0,-1 1-1 0 0,0-1 1 0 0,1 0-1 0 0,-1 0 1 0 0,0 0-1 0 0,1 0 1 0 0,-1 0 0 0 0,1 0-1 0 0,-1 0 1 0 0,0-1-1 0 0,-2 0 1 0 0,-39-12 176 0 0,38 11-195 0 0,-1-1 6 0 0,-37-14 64 0 0,0 2 0 0 0,-1 2 0 0 0,0 1 0 0 0,-60-7 0 0 0,-382-27-176 0 0,126 37 21 0 0,252 9 37 0 0,-90 6-355 0 0,-90-2-311 0 0,-430 7 227 0 0,564 4 453 0 0,-56 4-546 0 0,-87 7-718 0 0,65-5 477 0 0,-60 20-648 0 0,99-10 625 0 0,-90 27 731 0 0,41-7 145 0 0,66-23-492 0 0,-203 4-1 0 0,252-29 2442 0 0,-163-18 0 0 0,221 11-1409 0 0,0 3 0 0 0,1 2 1 0 0,-77 13-1 0 0,102-9-1070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0.2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5529 0 0,'-7'-1'3954'0'0,"7"2"-3887"0"0,0-1 0 0 0,0 0 0 0 0,0 0 0 0 0,-1 19 1529 0 0,10 31-1250 0 0,-7-43 50 0 0,21 124 634 0 0,-6 1 0 0 0,0 249 0 0 0,-19-311-1122 0 0,3 293 345 0 0,3-300-692 0 0,2-1 0 0 0,4 0 0 0 0,29 106 0 0 0,-35-156-406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1.2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5 457 3225 0 0,'-1'-2'69'0'0,"1"-1"1"0"0,-1 0 0 0 0,0 0 0 0 0,1 0-1 0 0,-1 0 1 0 0,1 0 0 0 0,0 0 0 0 0,0 1-1 0 0,0-1 1 0 0,0 0 0 0 0,1 0 0 0 0,-1 0-1 0 0,1 0 1 0 0,0 0 0 0 0,-1 0 0 0 0,1 1-1 0 0,1-1 1 0 0,-1 0 0 0 0,2-2 0 0 0,0 1-10 0 0,0 0 0 0 0,0 0 0 0 0,0 1 0 0 0,1 0 0 0 0,-1-1 0 0 0,1 1 0 0 0,0 1 0 0 0,0-1 0 0 0,0 1 0 0 0,1-1 0 0 0,5-1 0 0 0,21-9-80 0 0,-1 3 0 0 0,2 0 1 0 0,0 2-1 0 0,0 2 0 0 0,34-3 0 0 0,168-1-11 0 0,-20 2 34 0 0,453-62 1155 0 0,66 26-683 0 0,0 49-115 0 0,-96-12-49 0 0,-6-61 139 0 0,-368 26 822 0 0,508-15-1 0 0,-718 57-1279 0 0,39-1-513 0 0,175 21-1 0 0,-258-19 769 0 0,0 0-1 0 0,0 0 1 0 0,0-1-1 0 0,0 0 1 0 0,0 0-1 0 0,0-1 1 0 0,0-1-1 0 0,0 1 0 0 0,16-6 1 0 0,-27 8 97 0 0,0 0-1 0 0,1 0 1 0 0,-1 0 0 0 0,1 1 0 0 0,0-1 0 0 0,-1 0-1 0 0,1 1 1 0 0,0-1 0 0 0,0 1 0 0 0,-1 0-1 0 0,1-1 1 0 0,1 1 0 0 0,-1 0 0 0 0,-1 3 0 0 0,-7 35 1065 0 0,8 44-1164 0 0,57 365-8 0 0,-12-161-153 0 0,48 196 331 0 0,-89-474-391 0 0,-1 0 1 0 0,0 1 0 0 0,0-1-1 0 0,-1 1 1 0 0,-1 17 0 0 0,0-25-21 0 0,0 0 0 0 0,-1 0 0 0 0,0 0 0 0 0,1 0 1 0 0,-1 0-1 0 0,0 0 0 0 0,-1 0 0 0 0,1 0 1 0 0,0-1-1 0 0,-1 1 0 0 0,1 0 0 0 0,-1-1 1 0 0,0 1-1 0 0,0-1 0 0 0,0 0 0 0 0,0 1 1 0 0,-1-1-1 0 0,1 0 0 0 0,0 0 0 0 0,-1-1 0 0 0,0 1 1 0 0,1-1-1 0 0,-5 3 0 0 0,-7 1-3 0 0,1 0 0 0 0,-1 0-1 0 0,-1-2 1 0 0,1 0 0 0 0,-24 3-1 0 0,-78-2-3 0 0,62-4-8 0 0,-690 45-2836 0 0,358-17 2501 0 0,-502 36 1298 0 0,290-20-869 0 0,-227 29 762 0 0,474-40 54 0 0,-27-11-675 0 0,184-13-239 0 0,-276-5-37 0 0,441-8-2779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1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87 4145 0 0,'-26'-40'2247'0'0,"21"31"341"0"0,0 1-1 0 0,0 0 1 0 0,-13-14-1 0 0,19 43 760 0 0,-2-13-3025 0 0,45 433 1395 0 0,-37-389-1640 0 0,39 214-1006 0 0,-6-92-5753 0 0,-35-154 1162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2 185 10594 0 0,'-1'-4'867'0'0,"9"-4"-977"0"0,18-8-511 0 0,-20 12 1053 0 0,36-23 552 0 0,-11 5-347 0 0,2 2 0 0 0,0 1 0 0 0,1 2 0 0 0,66-24 0 0 0,-92 39-641 0 0,-1 0 0 0 0,1 1-1 0 0,0 1 1 0 0,0-1 0 0 0,-1 1-1 0 0,1 0 1 0 0,0 1 0 0 0,0-1-1 0 0,-1 2 1 0 0,1-1 0 0 0,14 6-1 0 0,-8-2-464 0 0,0 1 0 0 0,-1 1 0 0 0,0 0-1 0 0,0 1 1 0 0,14 11 0 0 0,-2 0-4129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2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0 105 10594 0 0,'18'-15'649'0'0,"0"2"0"0"0,0 1-1 0 0,2 0 1 0 0,-1 1 0 0 0,1 1 0 0 0,34-12-1 0 0,-42 19-1002 0 0,1 1 0 0 0,-1 0 0 0 0,0 0 0 0 0,0 1 0 0 0,1 1 0 0 0,-1 0 0 0 0,0 1 0 0 0,1 0 0 0 0,-1 1-1 0 0,0 1 1 0 0,15 4 0 0 0,-1 1-74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6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7 10594 0 0,'-10'-6'760'0'0,"7"8"385"0"0,8 14 909 0 0,-2-8-1844 0 0,19 58 929 0 0,36 127 908 0 0,-50-158-3105 0 0,-1 1 0 0 0,-1 0 0 0 0,0 55-1 0 0,-6-82-1016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9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6 186 1376 0 0,'-5'-41'191'0'0,"5"37"85"0"0,0 1-1 0 0,1-1 1 0 0,0 1 0 0 0,0-1-1 0 0,0 1 1 0 0,0 0 0 0 0,0-1-1 0 0,1 1 1 0 0,-1 0-1 0 0,1 0 1 0 0,0 0 0 0 0,0 0-1 0 0,0 0 1 0 0,0 1 0 0 0,4-4-1 0 0,2-3 216 0 0,0 1 0 0 0,1 0 0 0 0,1 0 0 0 0,-1 1 1 0 0,1 0-1 0 0,0 1 0 0 0,0 0 0 0 0,1 1 0 0 0,0 0 0 0 0,0 1 0 0 0,0 0 0 0 0,1 0 0 0 0,15-2 0 0 0,-16 5-313 0 0,-1 0-1 0 0,1 0 1 0 0,0 1-1 0 0,-1 0 1 0 0,1 1 0 0 0,0 0-1 0 0,-1 1 1 0 0,1 0 0 0 0,-1 1-1 0 0,0 0 1 0 0,0 0-1 0 0,0 1 1 0 0,0 0 0 0 0,0 1-1 0 0,11 8 1 0 0,-15-8-148 0 0,0-1 0 0 0,-1 1 0 0 0,1 0 0 0 0,-1 0 0 0 0,-1 1 0 0 0,1-1 0 0 0,-1 1 0 0 0,0 0 0 0 0,0 1 0 0 0,-1-1 0 0 0,1 0 0 0 0,-2 1 0 0 0,1 0 0 0 0,-1 0 0 0 0,0 0 0 0 0,0 0 0 0 0,-1 0 0 0 0,1 0 0 0 0,-2 0 0 0 0,1 1 0 0 0,-2 9 0 0 0,1-9-67 0 0,-1 1 0 0 0,0-1 1 0 0,0 0-1 0 0,-1 0 0 0 0,0 0 1 0 0,0 0-1 0 0,-1 0 0 0 0,0-1 1 0 0,-1 1-1 0 0,1-1 0 0 0,-1 0 1 0 0,-1 0-1 0 0,0 0 0 0 0,0 0 0 0 0,0-1 1 0 0,0 0-1 0 0,-1 0 0 0 0,-12 9 1 0 0,0-5-1781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3.3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229 13 1840 0 0,'6'-13'5230'0'0,"-18"14"-2315"0"0,-4 5-2530 0 0,0 1 0 0 0,0 0-1 0 0,1 2 1 0 0,0-1 0 0 0,1 2 0 0 0,0 0 0 0 0,0 0 0 0 0,1 2 0 0 0,0-1 0 0 0,1 2-1 0 0,0 0 1 0 0,1 0 0 0 0,1 1 0 0 0,-13 21 0 0 0,22-32-366 0 0,-1-1 0 0 0,1 0 0 0 0,0 1 0 0 0,0 0 1 0 0,1-1-1 0 0,-1 1 0 0 0,0-1 0 0 0,1 1 0 0 0,0 0 0 0 0,-1-1 0 0 0,1 1 0 0 0,0 0 1 0 0,0-1-1 0 0,1 1 0 0 0,-1 0 0 0 0,0 0 0 0 0,1-1 0 0 0,0 1 0 0 0,0-1 0 0 0,-1 1 0 0 0,2-1 1 0 0,-1 1-1 0 0,0-1 0 0 0,3 4 0 0 0,0-2-31 0 0,0 0-1 0 0,0 0 1 0 0,0-1-1 0 0,0 0 1 0 0,1 0 0 0 0,0 0-1 0 0,-1 0 1 0 0,1-1 0 0 0,0 0-1 0 0,0 0 1 0 0,8 2-1 0 0,9 2 84 0 0,41 5 0 0 0,-43-8 173 0 0,1 1 0 0 0,27 8 0 0 0,-46-11-239 0 0,0-1 1 0 0,0 1 0 0 0,0 0-1 0 0,0 0 1 0 0,-1 0-1 0 0,1 0 1 0 0,0 0-1 0 0,0 0 1 0 0,-1 0-1 0 0,1 0 1 0 0,0 1-1 0 0,-1-1 1 0 0,1 1-1 0 0,-1-1 1 0 0,0 1-1 0 0,0-1 1 0 0,1 1-1 0 0,-1 0 1 0 0,0 0-1 0 0,0 0 1 0 0,-1-1-1 0 0,2 4 1 0 0,-2-2 14 0 0,0-1 0 0 0,1 1 0 0 0,-1 0 0 0 0,-1 0 0 0 0,1 0 0 0 0,0-1-1 0 0,-1 1 1 0 0,0 0 0 0 0,1 0 0 0 0,-1-1 0 0 0,0 1 0 0 0,0 0 0 0 0,-1-1 0 0 0,-1 4 0 0 0,-3 3 137 0 0,-1 1-1 0 0,0-1 1 0 0,0 0 0 0 0,-1-1 0 0 0,0 0-1 0 0,-16 13 1 0 0,15-15-114 0 0,1 0 0 0 0,-1 0 1 0 0,-18 8-1 0 0,1-7-2993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3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96 2761 0 0,'21'-16'-30'0'0,"5"-4"1438"0"0,0 1 0 0 0,39-22 0 0 0,-93 87 5031 0 0,15-26-5456 0 0,1 1 0 0 0,-10 24 1 0 0,19-38-910 0 0,0-1 1 0 0,1 1-1 0 0,-1 1 0 0 0,2-1 0 0 0,-1 0 1 0 0,1 0-1 0 0,0 1 0 0 0,0-1 1 0 0,1 0-1 0 0,0 1 0 0 0,1 8 1 0 0,-1-15-77 0 0,1 1 1 0 0,-1-1-1 0 0,0 1 0 0 0,1-1 1 0 0,-1 1-1 0 0,1-1 1 0 0,0 1-1 0 0,-1-1 1 0 0,1 0-1 0 0,0 1 1 0 0,0-1-1 0 0,0 0 0 0 0,0 0 1 0 0,2 2-1 0 0,-3-2-28 0 0,1-1 0 0 0,0 0 0 0 0,-1 1 0 0 0,1-1 0 0 0,0 0-1 0 0,-1 1 1 0 0,1-1 0 0 0,0 0 0 0 0,0 0 0 0 0,-1 0 0 0 0,1 0 0 0 0,0 0-1 0 0,0 0 1 0 0,0 0 0 0 0,-1 0 0 0 0,1 0 0 0 0,0 0 0 0 0,0 0 0 0 0,-1 0-1 0 0,2-1 1 0 0,1 0-172 0 0,-1 0 0 0 0,1-1-1 0 0,-1 1 1 0 0,1-1 0 0 0,-1 0-1 0 0,0 1 1 0 0,0-1 0 0 0,0 0-1 0 0,0 0 1 0 0,0-1 0 0 0,0 1 0 0 0,-1 0-1 0 0,3-5 1 0 0,0-3-165 0 0,1-1-1 0 0,-2 1 1 0 0,5-23 0 0 0,-7 25 601 0 0,1 0-1 0 0,0 0 1 0 0,0 0-1 0 0,1 1 1 0 0,0-1 0 0 0,0 1-1 0 0,1-1 1 0 0,7-11-1 0 0,-10 18-151 0 0,0 1 0 0 0,-1-1 0 0 0,1 1 0 0 0,0-1 0 0 0,-1 1 0 0 0,1-1 0 0 0,0 1 0 0 0,0-1 0 0 0,0 1 0 0 0,-1 0 0 0 0,1 0 0 0 0,0-1 0 0 0,0 1 0 0 0,0 0 0 0 0,0 0 0 0 0,0 0 0 0 0,-1 0 0 0 0,1 0 0 0 0,0 0 0 0 0,0 0 0 0 0,0 0-1 0 0,0 0 1 0 0,0 0 0 0 0,-1 1 0 0 0,1-1 0 0 0,0 0 0 0 0,0 1 0 0 0,0-1 0 0 0,-1 0 0 0 0,1 1 0 0 0,0-1 0 0 0,0 1 0 0 0,-1-1 0 0 0,1 1 0 0 0,0 0 0 0 0,-1-1 0 0 0,1 1 0 0 0,-1-1 0 0 0,1 1 0 0 0,-1 0 0 0 0,1 0 0 0 0,-1-1 0 0 0,1 1 0 0 0,-1 1 0 0 0,22 35 1293 0 0,-22-37-1368 0 0,13 26 153 0 0,-1 1 339 0 0,28 44 0 0 0,-35-63-837 0 0,1-1 0 0 0,-1 0 0 0 0,2 0 0 0 0,-1-1 1 0 0,1 1-1 0 0,0-1 0 0 0,0-1 0 0 0,0 1 1 0 0,1-1-1 0 0,8 4 0 0 0,3-1-5865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3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 3225 0 0,'1'-12'5574'0'0,"4"31"1326"0"0,7 38-4208 0 0,4 26-1008 0 0,50 149 0 0 0,-31-148-1936 0 0,-17-40-1717 0 0,-1-1-4410 0 0,-10-25 686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0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6 171 3681 0 0,'-5'-2'4742'0'0,"29"-12"-2620"0"0,37-17-575 0 0,9 3-2441 0 0,116-29 0 0 0,-85 28 331 0 0,-72 19 616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2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 8290 0 0,'18'-13'2281'0'0,"-16"11"-2772"0"0,1 0 1 0 0,0-1-1 0 0,0 1 0 0 0,0 0 1 0 0,0 1-1 0 0,0-1 0 0 0,1 0 1 0 0,-1 1-1 0 0,0 0 1 0 0,1 0-1 0 0,-1 0 0 0 0,6-1 1 0 0,-6 2 362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4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80 1376 0 0,'0'10'4639'0'0,"0"-10"-4548"0"0,0 0 0 0 0,0 0 0 0 0,1 0 0 0 0,-1 0 0 0 0,21-1 2232 0 0,24-11-1063 0 0,117-56-2196 0 0,-138 59 925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11058 0 0,'-1'1'82'0'0,"1"-1"0"0"0,-1 0 0 0 0,1 0 0 0 0,0 1 0 0 0,-1-1 0 0 0,1 1 0 0 0,0-1 0 0 0,-1 0-1 0 0,1 1 1 0 0,0-1 0 0 0,-1 1 0 0 0,1-1 0 0 0,0 1 0 0 0,0-1 0 0 0,0 1 0 0 0,-1-1 0 0 0,1 1 0 0 0,0-1-1 0 0,0 1 1 0 0,0-1 0 0 0,0 1 0 0 0,0-1 0 0 0,0 1 0 0 0,0-1 0 0 0,0 1 0 0 0,0-1 0 0 0,0 2 0 0 0,2 25 556 0 0,-1-9-233 0 0,-17 89 773 0 0,11-83-837 0 0,1 0 1 0 0,1 1 0 0 0,1-1 0 0 0,1 1 0 0 0,1-1-1 0 0,5 42 1 0 0,-4-60-192 0 0,1 0 0 0 0,-1 0 1 0 0,1 0-1 0 0,1 0 0 0 0,-1-1 0 0 0,1 1 0 0 0,0-1 0 0 0,0 0 1 0 0,0 1-1 0 0,1-1 0 0 0,-1-1 0 0 0,1 1 0 0 0,1 0 0 0 0,-1-1 0 0 0,1 0 1 0 0,4 4-1 0 0,-2-4-18 0 0,0-1 0 0 0,0 1 0 0 0,1-1-1 0 0,-1 0 1 0 0,1-1 0 0 0,0 1 0 0 0,-1-2 0 0 0,1 1 0 0 0,0-1 0 0 0,15 0 0 0 0,10-2-31 0 0,0-2 0 0 0,-1-2 0 0 0,1-1 0 0 0,54-17 0 0 0,-75 19-148 0 0,6-1-832 0 0,-1 0 0 0 0,1-2 0 0 0,27-14 0 0 0,-25 7-6029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5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0 7370 0 0,'-1'1'320'0'0,"0"0"0"0"0,-1-1 0 0 0,1 1 0 0 0,0 0 0 0 0,0 0 1 0 0,0 0-1 0 0,0 0 0 0 0,0 0 0 0 0,0 1 0 0 0,0-1 0 0 0,0 0 1 0 0,1 0-1 0 0,-1 0 0 0 0,0 1 0 0 0,1-1 0 0 0,-1 1 0 0 0,1-1 1 0 0,-1 0-1 0 0,1 1 0 0 0,0-1 0 0 0,-1 1 0 0 0,1-1 0 0 0,0 1 1 0 0,0 1-1 0 0,2 36 2258 0 0,-2-38-2443 0 0,10 55 1139 0 0,2 0 1 0 0,29 77-1 0 0,-40-127-1251 0 0,7 17-141 0 0,1-1 0 0 0,1 0 0 0 0,1 0 0 0 0,19 29 1 0 0,-17-34-1747 0 0,0 0 0 0 0,28 28 1 0 0,-24-31-578 0 0,0-6-21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5.7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5529 0 0,'8'-1'8802'0'0,"3"18"-7828"0"0,-1 1-1 0 0,0 0 0 0 0,12 31 1 0 0,-10-22-116 0 0,21 37 0 0 0,-29-57-833 0 0,1 0 1 0 0,0-1-1 0 0,0 1 1 0 0,0-1-1 0 0,1 0 1 0 0,0-1 0 0 0,0 1-1 0 0,0-1 1 0 0,14 8-1 0 0,-19-12-29 0 0,1-1 1 0 0,-1 1-1 0 0,0-1 0 0 0,1 1 0 0 0,-1-1 0 0 0,1 0 1 0 0,-1 1-1 0 0,0-1 0 0 0,1 0 0 0 0,-1 0 0 0 0,1 0 1 0 0,-1 0-1 0 0,1 0 0 0 0,-1-1 0 0 0,1 1 0 0 0,-1 0 1 0 0,0-1-1 0 0,1 1 0 0 0,-1 0 0 0 0,0-1 0 0 0,1 0 1 0 0,-1 1-1 0 0,0-1 0 0 0,0 0 0 0 0,1 0 0 0 0,-1 0 1 0 0,0 0-1 0 0,0 0 0 0 0,0 0 0 0 0,0 0 0 0 0,0 0 1 0 0,0 0-1 0 0,0 0 0 0 0,-1 0 0 0 0,1-1 0 0 0,0 1 1 0 0,-1 0-1 0 0,2-2 0 0 0,3-9-95 0 0,0 1 0 0 0,-1-1-1 0 0,5-20 1 0 0,-4 15 20 0 0,3-8-6 0 0,1-1-1 0 0,1 2 1 0 0,22-38 0 0 0,-32 61 91 0 0,1 0 0 0 0,-1 0 0 0 0,0 1 0 0 0,1-1 0 0 0,-1 0 0 0 0,1 0 0 0 0,0 0 0 0 0,-1 1 0 0 0,1-1 0 0 0,0 0 0 0 0,-1 1 0 0 0,1-1 0 0 0,0 0 0 0 0,0 1 0 0 0,-1-1 0 0 0,1 1 0 0 0,0 0 0 0 0,0-1 0 0 0,0 1 0 0 0,0-1 0 0 0,0 1 0 0 0,0 0 0 0 0,0 0 0 0 0,-1 0 1 0 0,1-1-1 0 0,0 1 0 0 0,0 0 0 0 0,2 0 0 0 0,-1 1 44 0 0,-1 0 1 0 0,0 0 0 0 0,1 0 0 0 0,-1 0 0 0 0,1 0-1 0 0,-1 0 1 0 0,0 0 0 0 0,0 0 0 0 0,0 1 0 0 0,1-1-1 0 0,-1 0 1 0 0,0 1 0 0 0,-1-1 0 0 0,2 3 0 0 0,4 7 241 0 0,-1 1 1 0 0,-1 0-1 0 0,4 13 1 0 0,-8-25-298 0 0,2 11-41 0 0,1 0 1 0 0,1 0 0 0 0,0 0-1 0 0,0-1 1 0 0,1 0 0 0 0,0 0-1 0 0,1 0 1 0 0,9 12-1 0 0,-15-22 7 0 0,0 1-1 0 0,1-1 0 0 0,-1 0 0 0 0,1 1 0 0 0,-1-1 1 0 0,0 0-1 0 0,1 0 0 0 0,-1 1 0 0 0,1-1 0 0 0,-1 0 0 0 0,1 0 1 0 0,-1 0-1 0 0,1 0 0 0 0,-1 1 0 0 0,1-1 0 0 0,-1 0 1 0 0,1 0-1 0 0,-1 0 0 0 0,1 0 0 0 0,-1 0 0 0 0,0 0 0 0 0,1-1 1 0 0,-1 1-1 0 0,1 0 0 0 0,-1 0 0 0 0,1 0 0 0 0,-1 0 0 0 0,1 0 1 0 0,-1-1-1 0 0,1 1 0 0 0,14-14-878 0 0,5-21-640 0 0,-5-2 698 0 0,12-29 593 0 0,-25 62 332 0 0,1 0 0 0 0,-1 0 0 0 0,1-1 0 0 0,0 1 0 0 0,0 1 0 0 0,0-1 0 0 0,1 0 0 0 0,-1 1 0 0 0,1 0 0 0 0,0 0 1 0 0,4-3-1 0 0,-7 5-20 0 0,0 1 1 0 0,-1 0-1 0 0,1-1 1 0 0,0 1-1 0 0,0 0 1 0 0,0 0-1 0 0,0 0 1 0 0,-1 0-1 0 0,1 0 1 0 0,0 0-1 0 0,0 0 1 0 0,0 0-1 0 0,0 0 1 0 0,-1 0-1 0 0,1 0 1 0 0,0 0-1 0 0,0 1 1 0 0,0-1-1 0 0,-1 0 1 0 0,1 1-1 0 0,0-1 1 0 0,0 0-1 0 0,-1 1 1 0 0,1-1-1 0 0,0 1 1 0 0,-1-1-1 0 0,1 1 1 0 0,0 0-1 0 0,-1-1 1 0 0,1 1-1 0 0,-1 0 1 0 0,1-1 0 0 0,-1 1-1 0 0,0 0 1 0 0,1-1-1 0 0,0 2 1 0 0,15 36 1303 0 0,-9-21-959 0 0,-4-11-370 0 0,1-1 0 0 0,-1 0 1 0 0,1 1-1 0 0,0-1 0 0 0,0-1 0 0 0,1 1 1 0 0,-1-1-1 0 0,1 1 0 0 0,0-1 0 0 0,8 4 1 0 0,-7-5-1146 0 0,-1 0 1 0 0,1 0-1 0 0,-1-1 1 0 0,1 0 0 0 0,0 0-1 0 0,11 2 1 0 0,-4-3-4349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5.9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7370 0 0,'4'15'2073'0'0,"0"0"1"0"0,1 0 0 0 0,9 19 0 0 0,8 28 942 0 0,-16-36-2590 0 0,-2-1 0 0 0,-1 0 0 0 0,1 49-1 0 0,-14 80 506 0 0,1 0-779 0 0,9-144-179 0 0,-1 54-1219 0 0,-2-23-2886 0 0,0-26-1912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6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4 125 4145 0 0,'-1'-5'123'0'0,"0"0"0"0"0,0 0 0 0 0,1 0 0 0 0,-1 0 0 0 0,1 0 0 0 0,1-6 0 0 0,-1 7 204 0 0,1 0 1 0 0,-1 0-1 0 0,1 0 1 0 0,0 0-1 0 0,0 1 1 0 0,1-1-1 0 0,-1 0 1 0 0,1 1-1 0 0,-1-1 1 0 0,1 1-1 0 0,0-1 1 0 0,1 1-1 0 0,-1 0 1 0 0,1 0 0 0 0,-1 0-1 0 0,1 0 1 0 0,0 0-1 0 0,0 1 1 0 0,0-1-1 0 0,0 1 1 0 0,1 0-1 0 0,6-4 1 0 0,-6 5-63 0 0,0 0 0 0 0,0 0 0 0 0,1 0 0 0 0,-1 0 0 0 0,0 1 0 0 0,1-1 0 0 0,-1 1 0 0 0,0 0 0 0 0,0 0 0 0 0,1 1 0 0 0,-1-1 0 0 0,0 1 0 0 0,0 0 0 0 0,1 0 0 0 0,-1 1 1 0 0,0-1-1 0 0,0 1 0 0 0,0 0 0 0 0,-1 0 0 0 0,1 0 0 0 0,0 1 0 0 0,5 4 0 0 0,7 6 328 0 0,-1 1-1 0 0,0 0 1 0 0,19 25 0 0 0,-20-23-324 0 0,11 14 42 0 0,-1 0 0 0 0,-2 2-1 0 0,32 58 1 0 0,-43-67-1177 0 0,0 1-1 0 0,-2 1 1 0 0,10 40-1 0 0,-14-41-6078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6.3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0 119 6913 0 0,'6'-3'5102'0'0,"10"-8"-2742"0"0,0 0-1212 0 0,133-71-4492 0 0,-128 71 3312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6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11522 0 0,'3'3'1025'0'0,"-2"0"-825"0"0,1 0-200 0 0,-1-2 0 0 0,2 0 1088 0 0,-1 3 184 0 0,3 3 33 0 0,3 3 7 0 0,0 1-416 0 0,0-1-88 0 0,-1-2-8 0 0,-1-3-8 0 0,1-1-928 0 0,-3-2-184 0 0,1-4-40 0 0,-1 0-8 0 0,3-5 368 0 0,-3-7 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6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12443 0 0,'0'0'957'0'0,"20"14"-799"0"0,1 9 626 0 0,0 1 0 0 0,-2 1 1 0 0,24 40-1 0 0,40 89 1046 0 0,-59-108-1480 0 0,11 22 180 0 0,-4-5-199 0 0,3-1 1 0 0,70 96 0 0 0,-64-108-1417 0 0,-22-27-90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6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 78 4145 0 0,'-21'-31'1359'0'0,"18"26"-449"0"0,0-1 0 0 0,-1 1 0 0 0,1 0 0 0 0,-1 1 1 0 0,0-1-1 0 0,0 1 0 0 0,-8-6 0 0 0,12 9-863 0 0,0 1-1 0 0,0 0 1 0 0,0 0-1 0 0,-1 0 1 0 0,1 0 0 0 0,0-1-1 0 0,0 1 1 0 0,-1 0-1 0 0,1 0 1 0 0,0 0-1 0 0,0 0 1 0 0,-1 0-1 0 0,1 0 1 0 0,0 0-1 0 0,0 0 1 0 0,-1 0-1 0 0,1 0 1 0 0,0 0-1 0 0,-1 0 1 0 0,1 0-1 0 0,0 0 1 0 0,0 0-1 0 0,-1 0 1 0 0,1 0 0 0 0,0 0-1 0 0,-1 0 1 0 0,1 0-1 0 0,0 0 1 0 0,0 0-1 0 0,-1 0 1 0 0,1 0-1 0 0,0 1 1 0 0,0-1-1 0 0,-1 0 1 0 0,1 0-1 0 0,-3 12 1094 0 0,6 16 77 0 0,10 37-823 0 0,4-1 1 0 0,2 0-1 0 0,2-2 1 0 0,52 104-1 0 0,-43-112-2536 0 0,1-2-1 0 0,71 90 0 0 0,-88-125-2568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7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16 393 7978 0 0,'-16'-8'830'0'0,"25"16"888"0"0,13 11-305 0 0,-4 1-1031 0 0,2-1 0 0 0,0-1 1 0 0,1 0-1 0 0,1-2 1 0 0,0 0-1 0 0,29 14 1 0 0,-34-21-306 0 0,1-1 0 0 0,-1-1 0 0 0,1 0 0 0 0,0-2 0 0 0,1 0 0 0 0,-1-1 0 0 0,1 0 0 0 0,0-2 0 0 0,31 1 0 0 0,-45-3 38 0 0,-1 0 1 0 0,0-1-1 0 0,1 1 1 0 0,-1-1-1 0 0,1 0 0 0 0,-1 0 1 0 0,0 0-1 0 0,0-1 1 0 0,0 1-1 0 0,1-1 1 0 0,6-4-1 0 0,-9 4-7 0 0,-1 1 0 0 0,1-1 0 0 0,-1 0 0 0 0,1 0 0 0 0,-1 1 0 0 0,1-1 0 0 0,-1 0-1 0 0,0 0 1 0 0,0 0 0 0 0,0-1 0 0 0,0 1 0 0 0,-1 0 0 0 0,1 0 0 0 0,0 0 0 0 0,-1-1 0 0 0,0 1 0 0 0,1 0 0 0 0,-1-1 0 0 0,0 1 0 0 0,0 0 0 0 0,0-1 0 0 0,-1 1 0 0 0,0-4-1 0 0,-7-31 763 0 0,-2 1-1 0 0,-1 0 0 0 0,-30-64 0 0 0,8 23-694 0 0,18 39-682 0 0,-26-71 1333 0 0,18 34-7610 0 0,18 51-330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8.3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144 182 456 0 0,'0'-6'363'0'0,"0"0"1"0"0,0-1-1 0 0,-1 1 1 0 0,0 0-1 0 0,0 0 0 0 0,-1 0 1 0 0,0-1-1 0 0,0 2 1 0 0,0-1-1 0 0,-1 0 0 0 0,-4-8 1 0 0,-5-15 2054 0 0,9 22-1493 0 0,0-1 0 0 0,-1 0 0 0 0,0 1 0 0 0,0 0 0 0 0,0 0 0 0 0,-7-8 0 0 0,10 14-747 0 0,0 0 0 0 0,0 0 0 0 0,0 0 0 0 0,0 0 0 0 0,0 0 0 0 0,0 0 0 0 0,-1 0 0 0 0,1 0 0 0 0,0 1 0 0 0,0-1 0 0 0,0 1 0 0 0,-1-1 0 0 0,1 1 0 0 0,0-1 0 0 0,-1 1 0 0 0,1 0 0 0 0,-1-1 0 0 0,-1 1 0 0 0,1 0-91 0 0,1 1 0 0 0,-1-1 1 0 0,1 1-1 0 0,-1 0 0 0 0,1-1 0 0 0,0 1 0 0 0,-1 0 1 0 0,1 0-1 0 0,0 0 0 0 0,-1 0 0 0 0,1 0 0 0 0,0 0 0 0 0,0 0 1 0 0,0 1-1 0 0,0-1 0 0 0,0 0 0 0 0,0 1 0 0 0,1-1 0 0 0,-1 0 1 0 0,-1 3-1 0 0,-3 8 4 0 0,0-1 1 0 0,1 1-1 0 0,1 0 1 0 0,0 0-1 0 0,1 0 1 0 0,0 1-1 0 0,0-1 1 0 0,1 0-1 0 0,1 1 1 0 0,1 15-1 0 0,3 7-98 0 0,1 0 0 0 0,12 48 0 0 0,-8-52 15 0 0,1 1 0 0 0,1-1 0 0 0,2-1 1 0 0,31 55-1 0 0,-38-74-47 0 0,1 0 0 0 0,1 0 0 0 0,0-1-1 0 0,0 0 1 0 0,1 0 0 0 0,1-1 0 0 0,-1 0 0 0 0,1-1 0 0 0,1 0 0 0 0,0-1 0 0 0,0 0 0 0 0,0 0 0 0 0,1-1 0 0 0,0-1 0 0 0,16 6 0 0 0,-21-9-32 0 0,0 0 0 0 0,0-1-1 0 0,0 0 1 0 0,0 0 0 0 0,0-1 0 0 0,0 0 0 0 0,0 0-1 0 0,0-1 1 0 0,0 0 0 0 0,0 0 0 0 0,0 0-1 0 0,0-1 1 0 0,0 0 0 0 0,0 0 0 0 0,-1-1-1 0 0,1 0 1 0 0,-1 0 0 0 0,0-1 0 0 0,0 1-1 0 0,0-1 1 0 0,0-1 0 0 0,8-8 0 0 0,-7 6 112 0 0,-1 0-1 0 0,0-1 1 0 0,-1 0 0 0 0,0 0 0 0 0,0 0 0 0 0,0-1 0 0 0,-1 0-1 0 0,-1 0 1 0 0,1 0 0 0 0,-2 0 0 0 0,1 0 0 0 0,-1-1 0 0 0,0 1-1 0 0,-1-1 1 0 0,0 1 0 0 0,-1-14 0 0 0,-2-1 213 0 0,0-1 0 0 0,-2 0 0 0 0,-1 1 0 0 0,-1 0 0 0 0,-1 0 0 0 0,-1 0 0 0 0,-1 1 0 0 0,-1 0 0 0 0,-1 1 0 0 0,0 0 0 0 0,-2 1 0 0 0,-1 0 0 0 0,-1 1 0 0 0,0 1-1 0 0,-24-24 1 0 0,31 36-230 0 0,0 0-1 0 0,-1 1 0 0 0,0 0 0 0 0,1 0 1 0 0,-2 0-1 0 0,-16-6 0 0 0,22 10-105 0 0,0 1 0 0 0,0-1 0 0 0,0 1 0 0 0,0 0 1 0 0,0 0-1 0 0,0 1 0 0 0,0-1 0 0 0,-1 1 0 0 0,1 0 0 0 0,0 0 0 0 0,0 1 0 0 0,0-1 1 0 0,0 1-1 0 0,0 0 0 0 0,0 0 0 0 0,0 0 0 0 0,0 0 0 0 0,0 1 0 0 0,-7 3 0 0 0,1 4-1863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8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26 223 3681 0 0,'-1'-2'-581'0'0,"-18"-18"8221"0"0,14 33-4258 0 0,5-3-2971 0 0,0-1 1 0 0,1 1 0 0 0,-1 0-1 0 0,2 0 1 0 0,-1-1 0 0 0,2 1-1 0 0,-1-1 1 0 0,1 1 0 0 0,1-1-1 0 0,4 10 1 0 0,0-3-308 0 0,0-1 1 0 0,1 0-1 0 0,1 0 1 0 0,21 25-1 0 0,-26-34-56 0 0,1-1-1 0 0,0 1 1 0 0,0-1 0 0 0,0-1 0 0 0,1 1-1 0 0,0-1 1 0 0,0 0 0 0 0,14 6-1 0 0,-19-9-42 0 0,0-1-1 0 0,0 1 0 0 0,0 0 0 0 0,0-1 0 0 0,0 1 1 0 0,1-1-1 0 0,-1 0 0 0 0,0 0 0 0 0,0 0 1 0 0,0 0-1 0 0,1 0 0 0 0,-1 0 0 0 0,0-1 1 0 0,0 1-1 0 0,0-1 0 0 0,1 1 0 0 0,-1-1 0 0 0,0 0 1 0 0,0 0-1 0 0,0 0 0 0 0,0 0 0 0 0,0 0 1 0 0,-1-1-1 0 0,1 1 0 0 0,0 0 0 0 0,-1-1 1 0 0,1 1-1 0 0,0-1 0 0 0,-1 0 0 0 0,0 0 0 0 0,1 1 1 0 0,-1-1-1 0 0,0 0 0 0 0,0 0 0 0 0,1-3 1 0 0,5-11-34 0 0,-1-1 0 0 0,0 0 1 0 0,-1 0-1 0 0,-1-1 0 0 0,-1 1 1 0 0,0-1-1 0 0,-1 0 0 0 0,-1 0 1 0 0,-1-18-1 0 0,-5-20 456 0 0,-16-84 0 0 0,10 78 841 0 0,40 130-196 0 0,-16-34-1037 0 0,1-1 1 0 0,2 0-1 0 0,1-1 1 0 0,2 0 0 0 0,1-2-1 0 0,2 0 1 0 0,30 33-1 0 0,-29-40-878 0 0,0-1 0 0 0,39 29 0 0 0,-42-37-481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71 7834 0 0,'-21'-47'1425'0'0,"3"27"1430"0"0,17 19-2676 0 0,1 1 0 0 0,-1 0 0 0 0,0-1 0 0 0,0 1 0 0 0,1 0 1 0 0,-1-1-1 0 0,0 1 0 0 0,0 0 0 0 0,0 0 0 0 0,0 0 0 0 0,1 0 0 0 0,-1 0 1 0 0,0 0-1 0 0,0 0 0 0 0,0 0 0 0 0,0 0 0 0 0,1 0 0 0 0,-1 0 1 0 0,0 0-1 0 0,0 1 0 0 0,0-1 0 0 0,1 0 0 0 0,-1 0 0 0 0,0 1 0 0 0,-1 0 1 0 0,1 0-16 0 0,0 0 1 0 0,1 0-1 0 0,-1 0 1 0 0,0 0-1 0 0,0 0 1 0 0,0 0-1 0 0,1 0 1 0 0,-1 0-1 0 0,0 1 1 0 0,1-1 0 0 0,-1 0-1 0 0,1 0 1 0 0,-1 1-1 0 0,1-1 1 0 0,0 0-1 0 0,0 1 1 0 0,0-1-1 0 0,-1 0 1 0 0,1 1-1 0 0,0-1 1 0 0,1 2-1 0 0,4 33 300 0 0,-4-28-156 0 0,13 54-88 0 0,2 0-1 0 0,3-1 1 0 0,3-1-1 0 0,2 0 1 0 0,3-2-1 0 0,3-1 1 0 0,37 54 0 0 0,-36-67-245 0 0,2-1 1 0 0,50 50 0 0 0,29 13-3116 0 0,-97-94 1485 0 0,-3-3-298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110 122 1376 0 0,'-19'1'492'0'0,"9"-2"1536"0"0,-1 1 0 0 0,1-1 1 0 0,0-1-1 0 0,-12-3 1 0 0,1-4-956 0 0,20 9-1004 0 0,1 0 1 0 0,-1-1-1 0 0,1 1 1 0 0,-1-1-1 0 0,1 1 1 0 0,-1 0-1 0 0,1-1 0 0 0,0 1 1 0 0,-1-1-1 0 0,1 1 1 0 0,0-1-1 0 0,-1 1 1 0 0,1-1-1 0 0,0 0 1 0 0,0 1-1 0 0,0-1 1 0 0,-1 1-1 0 0,1-1 0 0 0,0 1 1 0 0,0-1-1 0 0,0 0 1 0 0,0 1-1 0 0,0-1 1 0 0,0 1-1 0 0,0-1 1 0 0,0 0-1 0 0,0 1 1 0 0,0-1-1 0 0,1 1 0 0 0,-1-1 1 0 0,0 1-1 0 0,0-1 1 0 0,1 0-1 0 0,-1 1 1 0 0,0-1-1 0 0,0 1 1 0 0,1-1-1 0 0,-1 1 1 0 0,1-1-1 0 0,-1 1 1 0 0,0 0-1 0 0,1-1 0 0 0,0 0 1 0 0,22-21 710 0 0,-20 19-747 0 0,31-23-709 0 0,-11 10-3393 0 0,-2 2-1185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4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12443 0 0,'9'6'544'0'0,"-5"-4"128"0"0,-1 1-544 0 0,-1-1-128 0 0,0-1 0 0 0,-4 2 872 0 0,0-1 152 0 0,-1 3 25 0 0,-1-1 7 0 0,0 0-520 0 0,-1-4-104 0 0,1-2-16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0,'13'24'7369'0'0,"-2"12"-4637"0"0,5 48-2710 0 0,-12-57 832 0 0,43 451 272 0 0,-12-73-410 0 0,-29-372-1060 0 0,13 50-1 0 0,-14-69-146 0 0,0 1-1 0 0,1-1 0 0 0,0-1 0 0 0,1 1 0 0 0,15 21 0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1294 0 3225 0 0,'0'0'240'0'0,"-2"2"156"0"0,0 0 0 0 0,0 0 0 0 0,0 0 0 0 0,0 0 0 0 0,0 0 0 0 0,-1 0 0 0 0,1-1 0 0 0,-1 1 0 0 0,1-1 0 0 0,-1 0 0 0 0,1 0 0 0 0,-1 0 0 0 0,-4 1 0 0 0,3 0 272 0 0,-61 22 3094 0 0,-106 27 1 0 0,-73-1-855 0 0,-26 8-1521 0 0,100-21-1097 0 0,97-23-231 0 0,0 3 0 0 0,-102 38 1 0 0,164-50-309 0 0,41-17-7042 0 0,-14 6 5790 0 0,63-8 5773 0 0,-80 71-2283 0 0,-3 129-223 0 0,22 233 0 0 0,10-149-1702 0 0,-27-266-372 0 0,0 1 0 0 0,0 0 0 0 0,0-1 0 0 0,0 1 1 0 0,1-1-1 0 0,3 6 0 0 0,7 7-4473 0 0,91-14 4065 0 0,-13-14 4480 0 0,-27 3-2701 0 0,78 0 0 0 0,113 27-559 0 0,-2-1-385 0 0,-213-17-114 0 0,101-2-53 0 0,-117-2-218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1185 0 14747 0 0,'-5'8'444'0'0,"1"1"0"0"0,-1 0 0 0 0,1-1 0 0 0,1 1 0 0 0,0 1 0 0 0,0-1 0 0 0,0 0 0 0 0,2 1 0 0 0,-1-1 0 0 0,1 1 0 0 0,0 0 0 0 0,1-1 0 0 0,1 11 0 0 0,2 13 328 0 0,2-1 0 0 0,14 49 0 0 0,-2-11-566 0 0,70 512 471 0 0,-78-420-505 0 0,4 23 189 0 0,-9-157-321 0 0,1 1-1 0 0,1-1 1 0 0,2 0 0 0 0,15 37-1 0 0,-21-60-12 0 0,1 1 0 0 0,-1-1-1 0 0,1 0 1 0 0,0-1 0 0 0,0 1-1 0 0,0 0 1 0 0,1-1 0 0 0,7 7-1 0 0,-10-10 25 0 0,-5 4 16 0 0,-13 2-3 0 0,-1-1 0 0 0,0 0 0 0 0,-1-2 0 0 0,1 0 0 0 0,-25 2 0 0 0,13-2-284 0 0,-75 7 6 0 0,-123-2 0 0 0,-45 4-640 0 0,-211 5-129 0 0,432-11 38 0 0,44-5 321 0 0,-1 0 1 0 0,1-1 0 0 0,-1 0-1 0 0,1 0 1 0 0,-1-1 0 0 0,-8-1-1 0 0,16 1 546 0 0,1 0 0 0 0,0 0 0 0 0,0 0 1 0 0,-1 0-1 0 0,1 0 0 0 0,0 0 0 0 0,0 0 0 0 0,-1 0 0 0 0,1 0 0 0 0,0 0 0 0 0,0 0 1 0 0,-1 0-1 0 0,1 0 0 0 0,0-1 0 0 0,0 1 0 0 0,-1 0 0 0 0,1 0 0 0 0,0 0 0 0 0,0 0 0 0 0,0-1 1 0 0,-1 1-1 0 0,1 0 0 0 0,0 0 0 0 0,0 0 0 0 0,0-1 0 0 0,0 1 0 0 0,-1 0 0 0 0,1 0 1 0 0,0-1-1 0 0,0 1 0 0 0,0 0 0 0 0,0 0 0 0 0,0-1 0 0 0,0 1 0 0 0,0 0 0 0 0,0-1 0 0 0,0 1 1 0 0,0 0-1 0 0,0 0 0 0 0,0-1 0 0 0,0 1 0 0 0,0 0 0 0 0,0 0 0 0 0,0-1 0 0 0,1-3-1327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0 7370 0 0,'-5'13'1257'0'0,"0"-1"1"0"0,0 1 0 0 0,1 0 0 0 0,1 0 0 0 0,0 0 0 0 0,1 0-1 0 0,0 0 1 0 0,1 20 0 0 0,-2 3-146 0 0,-4 103 967 0 0,20 271 1 0 0,2-130-1855 0 0,-15-262-98 0 0,1 0-1 0 0,5 27 1 0 0,-5-39-480 0 0,1-1 0 0 0,0 1 0 0 0,0 0 0 0 0,0-1 0 0 0,0 0 0 0 0,1 1 0 0 0,0-1 1 0 0,0 0-1 0 0,1 0 0 0 0,-1-1 0 0 0,7 7 0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10594 0 0,'-8'22'1184'0'0,"-8"35"0"0"0,12-23 2338 0 0,4-33-3389 0 0,0 0 0 0 0,1 0 0 0 0,-1 0 0 0 0,0 1 0 0 0,1-1 0 0 0,-1 0 0 0 0,0 0 0 0 0,1 0 1 0 0,0 0-1 0 0,-1 0 0 0 0,1 0 0 0 0,-1-1 0 0 0,1 1 0 0 0,0 0 0 0 0,0 0 0 0 0,0 0 0 0 0,-1-1 0 0 0,1 1 1 0 0,0 0-1 0 0,0-1 0 0 0,0 1 0 0 0,0 0 0 0 0,0-1 0 0 0,0 0 0 0 0,0 1 0 0 0,0-1 0 0 0,0 1 1 0 0,0-1-1 0 0,1 0 0 0 0,-1 0 0 0 0,0 0 0 0 0,0 0 0 0 0,0 0 0 0 0,0 0 0 0 0,1 0 0 0 0,51-3 1115 0 0,-37 1-1001 0 0,80 1 282 0 0,186 21 0 0 0,-53-1-352 0 0,-40-15-167 0 0,158 13-972 0 0,-240-4-4207 0 0,-84-8-1489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4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6913 0 0,'-5'5'633'0'0,"0"1"-1"0"0,0-1 0 0 0,1 1 1 0 0,0-1-1 0 0,0 1 0 0 0,0 1 0 0 0,1-1 1 0 0,0 0-1 0 0,0 1 0 0 0,0 0 0 0 0,1-1 1 0 0,0 1-1 0 0,1 0 0 0 0,-1 0 0 0 0,1 0 1 0 0,0 14-1 0 0,1 11 987 0 0,1 0-1 0 0,8 48 1 0 0,-4-37-1229 0 0,56 615 1948 0 0,-50-440-2250 0 0,-18 222-1 0 0,0-243-2352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9218 0 0,'2'17'4710'0'0,"0"25"-2875"0"0,15 474 1970 0 0,-3-264-5692 0 0,-6-175-4480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20 2761 0 0,'-3'-2'286'0'0,"0"0"0"0"0,0-1 0 0 0,-1 2-1 0 0,1-1 1 0 0,-1 0 0 0 0,1 1 0 0 0,-1-1 0 0 0,0 1 0 0 0,1 0 0 0 0,-1 0 0 0 0,0 1 0 0 0,0-1 0 0 0,0 1 0 0 0,0 0 0 0 0,1 0 0 0 0,-1 0 0 0 0,0 0 0 0 0,0 1 0 0 0,0 0 0 0 0,0-1 0 0 0,-5 3 0 0 0,-4 1-115 0 0,-1 1-1 0 0,1 0 1 0 0,0 1-1 0 0,-18 10 1 0 0,13-5 114 0 0,1 1 0 0 0,1 1 0 0 0,0 0 1 0 0,0 1-1 0 0,2 1 0 0 0,0 0 0 0 0,-23 32 0 0 0,31-38-91 0 0,0 1 1 0 0,0 0-1 0 0,0 0 0 0 0,2 0 0 0 0,-1 0 0 0 0,1 1 0 0 0,1 0 0 0 0,0 0 0 0 0,0 0 0 0 0,1 0 0 0 0,1 0 0 0 0,-1 0 0 0 0,2 1 0 0 0,0-1 0 0 0,2 21 0 0 0,-1-27-129 0 0,0-1 0 0 0,0 0 1 0 0,1 0-1 0 0,-1 0 0 0 0,1 0 0 0 0,0 0 0 0 0,0 0 0 0 0,0 0 0 0 0,0 0 0 0 0,1-1 0 0 0,-1 1 1 0 0,1-1-1 0 0,0 0 0 0 0,0 0 0 0 0,1 0 0 0 0,-1 0 0 0 0,0-1 0 0 0,1 1 0 0 0,0-1 0 0 0,-1 0 0 0 0,1 0 1 0 0,0 0-1 0 0,0 0 0 0 0,0-1 0 0 0,1 0 0 0 0,-1 0 0 0 0,0 0 0 0 0,0 0 0 0 0,1 0 0 0 0,-1-1 1 0 0,0 0-1 0 0,7 0 0 0 0,-4-1 40 0 0,1 1 1 0 0,0-1-1 0 0,-1 0 1 0 0,1-1 0 0 0,-1 0-1 0 0,0 0 1 0 0,0-1-1 0 0,0 0 1 0 0,0 0-1 0 0,0 0 1 0 0,0-1 0 0 0,-1 0-1 0 0,1 0 1 0 0,-1-1-1 0 0,0 0 1 0 0,-1 0 0 0 0,11-11-1 0 0,-9 5 16 0 0,-1-1 0 0 0,1 1 1 0 0,-2-1-1 0 0,0 0 0 0 0,0 0 0 0 0,-1-1 0 0 0,0 1 1 0 0,-1-1-1 0 0,-1 0 0 0 0,0 0 0 0 0,-1 0 0 0 0,0 0 1 0 0,-1 0-1 0 0,0 0 0 0 0,-1 0 0 0 0,-1 0 0 0 0,0 0 0 0 0,-1 0 1 0 0,0 0-1 0 0,-1 1 0 0 0,0-1 0 0 0,-10-19 0 0 0,12 29-245 0 0,0 0 0 0 0,0 0 0 0 0,0-1 0 0 0,-1 1 0 0 0,1 1 0 0 0,-1-1 0 0 0,1 0 0 0 0,-1 1 0 0 0,0-1-1 0 0,0 1 1 0 0,0 0 0 0 0,0 0 0 0 0,-1 0 0 0 0,1 0 0 0 0,0 1 0 0 0,-1 0 0 0 0,1-1 0 0 0,-8 0 0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1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1744 208 4609 0 0,'2'-1'194'0'0,"0"0"0"0"0,0-1 1 0 0,-1 1-1 0 0,1-1 0 0 0,0 1 0 0 0,-1-1 1 0 0,1 0-1 0 0,-1 0 0 0 0,0 0 0 0 0,0 0 1 0 0,0 0-1 0 0,0 0 0 0 0,0 0 0 0 0,0 0 0 0 0,0 0 1 0 0,0 0-1 0 0,-1 0 0 0 0,1 0 0 0 0,-1-1 1 0 0,0 1-1 0 0,0 0 0 0 0,0 0 0 0 0,0-1 1 0 0,0-3-1 0 0,-1 4 2 0 0,0 0 1 0 0,0 0 0 0 0,0 0 0 0 0,0 0-1 0 0,0 1 1 0 0,-1-1 0 0 0,1 0 0 0 0,0 1-1 0 0,-1-1 1 0 0,1 1 0 0 0,-1 0 0 0 0,1-1-1 0 0,-1 1 1 0 0,0 0 0 0 0,0 0-1 0 0,0 0 1 0 0,1 0 0 0 0,-1 0 0 0 0,0 0-1 0 0,0 1 1 0 0,0-1 0 0 0,0 1 0 0 0,0-1-1 0 0,-1 1 1 0 0,1 0 0 0 0,-3 0-1 0 0,-26-1 1176 0 0,0 2-1 0 0,0 2 1 0 0,-58 11-1 0 0,-13 1-260 0 0,24-10-653 0 0,1-3 0 0 0,-152-17 0 0 0,-150-49 72 0 0,52 27-360 0 0,99 17-644 0 0,150 3-540 0 0,37 7-6237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0 14747 0 0,'-9'19'3330'0'0,"3"0"-2773"0"0,0 0-1 0 0,1 0 1 0 0,1 0 0 0 0,-2 29-1 0 0,1 83 183 0 0,4-86-597 0 0,2 276 365 0 0,3-253-859 0 0,3 0 0 0 0,27 114 1 0 0,-24-144-1517 0 0,-1-4-5150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1941 119 10594 0 0,'-3'-1'278'0'0,"0"1"-1"0"0,0-1 1 0 0,0 1-1 0 0,0 0 0 0 0,0 0 1 0 0,0 1-1 0 0,0-1 1 0 0,0 0-1 0 0,0 1 0 0 0,0 0 1 0 0,0 0-1 0 0,0 0 1 0 0,-4 2-1 0 0,-5 1 532 0 0,-37 6 468 0 0,0-2-1 0 0,-1-2 1 0 0,0-2-1 0 0,-60-4 0 0 0,-204-26-178 0 0,219 16-940 0 0,-331-29 145 0 0,-89-9-965 0 0,344 24-2270 0 0,118 14-4203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9674 0 0,'-2'1'108'0'0,"1"-1"1"0"0,0 1-1 0 0,-1 0 0 0 0,1 0 0 0 0,-1 0 1 0 0,1 0-1 0 0,0 0 0 0 0,0 0 0 0 0,-1 1 1 0 0,1-1-1 0 0,0 0 0 0 0,0 1 0 0 0,0-1 1 0 0,1 0-1 0 0,-1 1 0 0 0,0-1 0 0 0,0 1 1 0 0,1-1-1 0 0,-1 1 0 0 0,1 0 0 0 0,-1-1 0 0 0,1 1 1 0 0,0 0-1 0 0,-1 2 0 0 0,-2 53 1311 0 0,3-42-1126 0 0,11 300 3352 0 0,-1-140-2867 0 0,35 587-147 0 0,56-3-109 0 0,-90-698-622 0 0,-2 0-1 0 0,-3 1 0 0 0,-5 121 0 0 0,-2-165-1394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1 134 11058 0 0,'0'-1'67'0'0,"0"1"-1"0"0,0-1 1 0 0,0 1-1 0 0,0-1 1 0 0,0 0-1 0 0,0 1 0 0 0,0-1 1 0 0,0 0-1 0 0,0 1 1 0 0,1-1-1 0 0,-1 1 1 0 0,0-1-1 0 0,0 1 1 0 0,1-1-1 0 0,-1 0 1 0 0,0 1-1 0 0,1-1 0 0 0,-1 1 1 0 0,1 0-1 0 0,-1-1 1 0 0,1 1-1 0 0,-1-1 1 0 0,0 1-1 0 0,1-1 1 0 0,0 1-1 0 0,-1 0 0 0 0,1 0 1 0 0,-1-1-1 0 0,1 1 1 0 0,-1 0-1 0 0,1 0 1 0 0,0-1-1 0 0,-1 1 1 0 0,2 0-1 0 0,27-9 1228 0 0,-25 8-955 0 0,90-22 2021 0 0,116-12 1 0 0,101 6-864 0 0,-201 20-857 0 0,97-2-293 0 0,-1 10-1 0 0,224 28 0 0 0,-265-8-343 0 0,-69-6-15 0 0,2-4 1 0 0,140-5-1 0 0,-227-5-237 0 0,-1 0 0 0 0,0 0 0 0 0,1-1 0 0 0,-1-1 0 0 0,0 1 0 0 0,0-2 0 0 0,-1 1 0 0 0,15-9-1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0 6913 0 0,'-14'21'12344'0'0,"17"-11"-9985"0"0,-2 2-3589 0 0,-24-14 3286 0 0,17 1-1841 0 0,4 1-328 0 0,-5-1 481 0 0,30-6-9373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7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1695 1 8290 0 0,'0'0'88'0'0,"1"0"1"0"0,-1 0 0 0 0,0 0-1 0 0,0 0 1 0 0,1 0 0 0 0,-1 1-1 0 0,0-1 1 0 0,1 0-1 0 0,-1 0 1 0 0,0 1 0 0 0,0-1-1 0 0,0 0 1 0 0,1 0 0 0 0,-1 1-1 0 0,0-1 1 0 0,0 0-1 0 0,0 0 1 0 0,0 1 0 0 0,1-1-1 0 0,-1 0 1 0 0,0 1 0 0 0,0-1-1 0 0,0 0 1 0 0,0 1-1 0 0,0-1 1 0 0,0 0 0 0 0,0 1-1 0 0,0-1 1 0 0,0 0 0 0 0,0 1-1 0 0,0-1 1 0 0,0 0 0 0 0,0 0-1 0 0,0 1 1 0 0,0-1-1 0 0,-1 1 1 0 0,-9 12 2018 0 0,-17 6 436 0 0,4-8-1685 0 0,-1-2 0 0 0,0-1 0 0 0,-1 0 0 0 0,-43 6 0 0 0,-107 5 565 0 0,147-16-1154 0 0,-86 2 181 0 0,0-5 0 0 0,0-6 0 0 0,-212-36 0 0 0,303 38-495 0 0,-260-38 577 0 0,221 36-1353 0 0,0 3 1 0 0,-99 7-1 0 0,126 2-2422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11 3681 0 0,'-6'2'255'0'0,"1"0"1"0"0,0 0-1 0 0,0 0 0 0 0,0 1 1 0 0,0-1-1 0 0,0 2 1 0 0,0-1-1 0 0,1 0 0 0 0,-1 1 1 0 0,1 0-1 0 0,0 0 0 0 0,0 0 1 0 0,0 0-1 0 0,1 1 1 0 0,0-1-1 0 0,-1 1 0 0 0,2 0 1 0 0,-6 10-1 0 0,6-10-94 0 0,0 0 1 0 0,0 0-1 0 0,0 1 0 0 0,0-1 1 0 0,1 0-1 0 0,0 1 0 0 0,0-1 0 0 0,0 1 1 0 0,1 0-1 0 0,0-1 0 0 0,0 1 0 0 0,0 0 1 0 0,1-1-1 0 0,0 1 0 0 0,0-1 0 0 0,0 1 1 0 0,1-1-1 0 0,-1 0 0 0 0,4 7 1 0 0,-4-10-144 0 0,0 0 0 0 0,0 0 0 0 0,0-1 0 0 0,0 1 0 0 0,1 0 0 0 0,-1-1 0 0 0,0 1 0 0 0,1-1 0 0 0,-1 0 0 0 0,1 1 0 0 0,0-1 0 0 0,-1 0 0 0 0,1 0 0 0 0,0 0 0 0 0,3 1 0 0 0,-4-1 60 0 0,0-1 0 0 0,1 0 0 0 0,-1 0 0 0 0,0 0 0 0 0,0 0 0 0 0,1 0-1 0 0,-1 0 1 0 0,0 0 0 0 0,1 0 0 0 0,-1-1 0 0 0,0 1 0 0 0,0 0 0 0 0,0-1 0 0 0,1 1-1 0 0,-1-1 1 0 0,0 1 0 0 0,0-1 0 0 0,2-1 0 0 0,0-1 131 0 0,1 0-1 0 0,-1 0 1 0 0,0-1 0 0 0,0 1-1 0 0,-1-1 1 0 0,1 1 0 0 0,-1-1-1 0 0,0 0 1 0 0,0 0 0 0 0,0 0-1 0 0,0 0 1 0 0,1-7-1 0 0,0-1 27 0 0,-1 0-1 0 0,-1 0 0 0 0,1 0 1 0 0,-2 1-1 0 0,-1-19 0 0 0,1 26-214 0 0,0 1 1 0 0,0-1-1 0 0,0 1 0 0 0,-1-1 0 0 0,0 1 0 0 0,0-1 0 0 0,0 1 1 0 0,0-1-1 0 0,0 1 0 0 0,-1 0 0 0 0,1 0 0 0 0,-1 0 0 0 0,0 0 1 0 0,0 0-1 0 0,0 0 0 0 0,-1 0 0 0 0,1 0 0 0 0,0 1 1 0 0,-1-1-1 0 0,0 1 0 0 0,0 0 0 0 0,-4-3 0 0 0,5 4 15 0 0,-1 0-1 0 0,1 0 0 0 0,0 0 1 0 0,-1 1-1 0 0,1-1 0 0 0,-1 1 1 0 0,1 0-1 0 0,-1-1 0 0 0,0 1 0 0 0,1 0 1 0 0,-1 1-1 0 0,1-1 0 0 0,-1 0 1 0 0,1 1-1 0 0,-1-1 0 0 0,1 1 1 0 0,-1 0-1 0 0,1 0 0 0 0,-4 2 1 0 0,2-1 99 0 0,0 1-1 0 0,0 0 1 0 0,0 0 0 0 0,0 1 0 0 0,1-1 0 0 0,-1 1-1 0 0,1 0 1 0 0,0 0 0 0 0,-4 7 0 0 0,1 0 39 0 0,-1 1 0 0 0,2 1 0 0 0,0 0 0 0 0,0-1 1 0 0,1 1-1 0 0,-3 21 0 0 0,6-31-161 0 0,-2 39 55 0 0,3-41-72 0 0,0 1 0 0 0,0-1 0 0 0,0 1 0 0 0,0-1 0 0 0,0 1 0 0 0,1 0 0 0 0,-1-1 0 0 0,0 1 0 0 0,1-1 0 0 0,-1 1 0 0 0,1-1-1 0 0,0 0 1 0 0,-1 1 0 0 0,1-1 0 0 0,0 0 0 0 0,0 1 0 0 0,0-1 0 0 0,0 0 0 0 0,0 0 0 0 0,0 0 0 0 0,0 0 0 0 0,3 2 0 0 0,5 0-131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174 191 10594 0 0,'-3'3'255'0'0,"-1"0"0"0"0,1 0 0 0 0,0 1 0 0 0,0-1 0 0 0,1 1 0 0 0,-1 0 0 0 0,1-1 0 0 0,0 1 0 0 0,-3 7-1 0 0,5-10-205 0 0,-1-1-1 0 0,0 1 0 0 0,1 0 0 0 0,-1 0 0 0 0,1 0 0 0 0,0 0 0 0 0,-1 0 0 0 0,1 0 0 0 0,0 0 0 0 0,0 0 0 0 0,-1 0 0 0 0,1 0 0 0 0,0 0 1 0 0,0 0-1 0 0,0 0 0 0 0,0 0 0 0 0,0 0 0 0 0,1 0 0 0 0,-1 0 0 0 0,0 0 0 0 0,0 0 0 0 0,1 0 0 0 0,-1 0 0 0 0,0 0 0 0 0,1 0 1 0 0,-1-1-1 0 0,1 1 0 0 0,-1 0 0 0 0,1 0 0 0 0,-1 0 0 0 0,1 0 0 0 0,0-1 0 0 0,0 1 0 0 0,-1 0 0 0 0,1-1 0 0 0,0 1 0 0 0,0 0 0 0 0,0-1 1 0 0,0 1-1 0 0,-1-1 0 0 0,1 0 0 0 0,0 1 0 0 0,0-1 0 0 0,0 0 0 0 0,0 1 0 0 0,0-1 0 0 0,1 0 0 0 0,-1 0 28 0 0,0 1-1 0 0,0-1 1 0 0,0 0-1 0 0,0 0 1 0 0,0 0-1 0 0,0 0 0 0 0,0-1 1 0 0,-1 1-1 0 0,1 0 1 0 0,0 0-1 0 0,0 0 1 0 0,0-1-1 0 0,0 1 1 0 0,0 0-1 0 0,0-1 0 0 0,-1 1 1 0 0,1-1-1 0 0,0 1 1 0 0,0-1-1 0 0,-1 0 1 0 0,1 1-1 0 0,0-1 1 0 0,-1 1-1 0 0,1-1 0 0 0,-1 0 1 0 0,2-1-1 0 0,-1 0 35 0 0,0 0-1 0 0,0-1 0 0 0,0 1 1 0 0,-1-1-1 0 0,1 1 0 0 0,-1-1 1 0 0,1 1-1 0 0,-1-1 0 0 0,0-4 1 0 0,0-2 74 0 0,-1 0 1 0 0,0 0 0 0 0,0 0 0 0 0,-4-13 0 0 0,-1 6-30 0 0,0 0 0 0 0,0 1 0 0 0,-10-15 1 0 0,13 24-115 0 0,0 1 0 0 0,0 0 0 0 0,-1 0 0 0 0,0 0 0 0 0,0 0 1 0 0,0 1-1 0 0,-1 0 0 0 0,1 0 0 0 0,-1 0 0 0 0,0 0 0 0 0,-8-4 0 0 0,12 8-20 0 0,0-1 0 0 0,0 1-1 0 0,-1-1 1 0 0,1 1 0 0 0,0-1-1 0 0,-1 1 1 0 0,1 0-1 0 0,0 0 1 0 0,-1 0 0 0 0,1 0-1 0 0,-1 0 1 0 0,1 0 0 0 0,0 0-1 0 0,-1 0 1 0 0,1 0-1 0 0,0 1 1 0 0,-1-1 0 0 0,1 0-1 0 0,0 1 1 0 0,-1-1 0 0 0,-1 2-1 0 0,1 0 1 0 0,-1 0 0 0 0,1 0-1 0 0,0 0 1 0 0,0 0 0 0 0,-1 0-1 0 0,2 1 1 0 0,-1-1 0 0 0,0 1-1 0 0,-2 3 1 0 0,-1 6-17 0 0,0-1 0 0 0,0 1 1 0 0,-4 19-1 0 0,6-20-66 0 0,0-1 1 0 0,1 1-1 0 0,1-1 1 0 0,0 1-1 0 0,0 0 1 0 0,1 0-1 0 0,2 19 1 0 0,-1-27 50 0 0,-1 0 0 0 0,1 0 1 0 0,0 0-1 0 0,0 0 0 0 0,0 0 0 0 0,0 0 1 0 0,1 0-1 0 0,-1 0 0 0 0,1-1 1 0 0,0 1-1 0 0,0 0 0 0 0,0-1 0 0 0,0 0 1 0 0,0 1-1 0 0,0-1 0 0 0,1 0 1 0 0,-1 0-1 0 0,1 0 0 0 0,-1-1 1 0 0,1 1-1 0 0,0 0 0 0 0,-1-1 0 0 0,1 0 1 0 0,0 0-1 0 0,0 0 0 0 0,0 0 1 0 0,0 0-1 0 0,1-1 0 0 0,-1 1 0 0 0,0-1 1 0 0,3 1-1 0 0,-1-1 50 0 0,1 0-1 0 0,-1 0 1 0 0,0 0 0 0 0,0-1-1 0 0,1 0 1 0 0,-1 0 0 0 0,0 0-1 0 0,0 0 1 0 0,0-1 0 0 0,0 0-1 0 0,0 0 1 0 0,0 0 0 0 0,-1-1-1 0 0,1 1 1 0 0,4-4 0 0 0,-3 1 29 0 0,-1 0 0 0 0,1-1 0 0 0,-1 1 0 0 0,0-1 0 0 0,-1 0 1 0 0,1 0-1 0 0,-1-1 0 0 0,0 1 0 0 0,5-13 0 0 0,-5 8-6 0 0,0 0 0 0 0,-1 0 0 0 0,0 0 0 0 0,0 0 0 0 0,-1-1 0 0 0,-1 1 0 0 0,0-1 0 0 0,0 1 0 0 0,-1-1 0 0 0,-1 1 0 0 0,0-1 0 0 0,-1 1 1 0 0,-4-20-1 0 0,-7 11 124 0 0,12 20-227 0 0,1 0-1 0 0,0-1 1 0 0,0 1 0 0 0,0 0 0 0 0,-1-1-1 0 0,1 1 1 0 0,0 0 0 0 0,0 0 0 0 0,-1 0 0 0 0,1-1-1 0 0,0 1 1 0 0,-1 0 0 0 0,1 0 0 0 0,0 0-1 0 0,-1 0 1 0 0,1-1 0 0 0,0 1 0 0 0,-1 0 0 0 0,1 0-1 0 0,0 0 1 0 0,-1 0 0 0 0,1 0 0 0 0,0 0-1 0 0,-1 0 1 0 0,1 0 0 0 0,-1 0 0 0 0,1 0 0 0 0,0 0-1 0 0,-1 0 1 0 0,1 0 0 0 0,0 0 0 0 0,-1 1-1 0 0,1-1 1 0 0,0 0 0 0 0,-1 0 0 0 0,1 0-1 0 0,0 0 1 0 0,0 1 0 0 0,-1-1 0 0 0,1 0 0 0 0,0 0-1 0 0,-1 1 1 0 0,1-1 0 0 0,0 0 0 0 0,0 0-1 0 0,0 1 1 0 0,-1-1 0 0 0,1 0 0 0 0,0 1 0 0 0,0-1-1 0 0,0 0 1 0 0,0 1 0 0 0,0-1 0 0 0,-1 0-1 0 0,1 1 1 0 0,0-1 0 0 0,0 0 0 0 0,0 1 0 0 0,0 0-1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6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24 6513 0 0,'-9'1'42'0'0,"-1"1"-1"0"0,1 0 0 0 0,0 1 1 0 0,0 0-1 0 0,1 1 0 0 0,-1-1 1 0 0,-12 9-1 0 0,-4 0-68 0 0,-64 31-611 0 0,-23 10 339 0 0,41-23 12334 0 0,117-31-10443 0 0,280-34 1048 0 0,-81 10-1070 0 0,-39 6-1681 0 0,-108 13-36 0 0,-1-5 0 0 0,170-41 0 0 0,-263 51 102 0 0,30-11-97 0 0,-33 12 129 0 0,0 0 0 0 0,0-1 1 0 0,0 1-1 0 0,1 0 0 0 0,-1-1 0 0 0,0 1 0 0 0,0-1 0 0 0,-1 1 0 0 0,1-1 0 0 0,0 0 0 0 0,0 1 0 0 0,0-1 0 0 0,0 0 1 0 0,0 0-1 0 0,-1 1 0 0 0,1-1 0 0 0,0 0 0 0 0,-1 0 0 0 0,1 0 0 0 0,0 0 0 0 0,-1 0 0 0 0,0 0 0 0 0,1 0 0 0 0,0-2 1 0 0,-2 3-112 0 0,1-1 0 0 0,0 1 0 0 0,0-1 0 0 0,-1 0 0 0 0,1 1 1 0 0,0-1-1 0 0,-1 1 0 0 0,1-1 0 0 0,-1 1 0 0 0,1-1 0 0 0,-1 1 1 0 0,1-1-1 0 0,-1 1 0 0 0,1 0 0 0 0,-1-1 0 0 0,1 1 0 0 0,-1 0 1 0 0,0-1-1 0 0,0 1 0 0 0,-6-2-811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55 4145 0 0,'-124'8'11081'0'0,"138"-17"-5959"0"0,29-12-4124 0 0,-14 12-906 0 0,1 2-1 0 0,0 1 1 0 0,0 1-1 0 0,0 2 1 0 0,1 1 0 0 0,52 3-1 0 0,182 34 423 0 0,-235-29-2492 0 0,0 0 1 0 0,-1 3 0 0 0,0 0 0 0 0,-1 2-1 0 0,31 16 1 0 0,-53-24 1249 0 0,-5 0 597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13827 0 0,'-3'1'201'0'0,"0"0"-1"0"0,1 1 1 0 0,-1-1 0 0 0,1 1 0 0 0,-1-1-1 0 0,1 1 1 0 0,0 0 0 0 0,-1 0 0 0 0,1 0-1 0 0,0 0 1 0 0,0 0 0 0 0,-3 5-1 0 0,5-6-86 0 0,0 1 0 0 0,0 0-1 0 0,-1 0 1 0 0,1-1-1 0 0,0 1 1 0 0,0 0 0 0 0,0-1-1 0 0,1 1 1 0 0,-1 0-1 0 0,0-1 1 0 0,1 1-1 0 0,-1 0 1 0 0,1-1 0 0 0,0 1-1 0 0,-1-1 1 0 0,1 1-1 0 0,0-1 1 0 0,0 1 0 0 0,0-1-1 0 0,0 1 1 0 0,0-1-1 0 0,0 0 1 0 0,0 0 0 0 0,2 2-1 0 0,187 235 3748 0 0,-170-213-3810 0 0,2 0-1 0 0,33 29 1 0 0,-9-14-6674 0 0,-28-26-537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8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263 0 14283 0 0,'-33'40'6052'0'0,"2"9"-3865"0"0,-23 57-2336 0 0,38-74 636 0 0,-13 26-469 0 0,2 1 1 0 0,3 1 0 0 0,-22 85-1 0 0,43-112-2586 0 0,6-18 1046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67 177 4609 0 0,'-8'-13'760'0'0,"1"-1"1"0"0,1-1-1 0 0,0 1 0 0 0,-4-20 1 0 0,-2-4 845 0 0,7 22-818 0 0,-8-17 9205 0 0,16 45-8834 0 0,2 6-1291 0 0,58 128 691 0 0,-30-68-449 0 0,78 139 1 0 0,-97-197-111 0 0,26 47 0 0 0,-37-61 0 0 0,0 0 0 0 0,0 1 0 0 0,-1-1 0 0 0,0 1 0 0 0,0 0 0 0 0,-1 0 0 0 0,1 0 0 0 0,-1 9 0 0 0,-5-2 535 0 0,-3-10-2217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97 6497 0 0,'2'-2'20'0'0,"1"-1"-1"0"0,-1 1 0 0 0,0 0 1 0 0,0-1-1 0 0,0 1 0 0 0,0-1 1 0 0,0 0-1 0 0,-1 0 0 0 0,1 0 1 0 0,-1 0-1 0 0,1-4 0 0 0,-1 7-29 0 0,-1 0 0 0 0,0-1-1 0 0,0 1 1 0 0,0 0 0 0 0,0 0-1 0 0,0 0 1 0 0,0-1 0 0 0,0 1-1 0 0,0 0 1 0 0,0 0 0 0 0,0-1-1 0 0,0 1 1 0 0,0 0 0 0 0,0 0-1 0 0,0-1 1 0 0,0 1 0 0 0,0 0-1 0 0,0 0 1 0 0,0-1 0 0 0,0 1-1 0 0,0 0 1 0 0,0 0 0 0 0,0 0-1 0 0,0-1 1 0 0,0 1 0 0 0,0 0-1 0 0,0 0 1 0 0,-1 0-1 0 0,1-1 1 0 0,0 1 0 0 0,0 0-1 0 0,0 0 1 0 0,0 0 0 0 0,-1 0-1 0 0,1-1 1 0 0,0 1 0 0 0,0 0-1 0 0,0 0 1 0 0,-1 0 0 0 0,1 0-1 0 0,0 0 1 0 0,0 0 0 0 0,0 0-1 0 0,-1-1 1 0 0,-14 4 409 0 0,-15 10 1020 0 0,-91 69 5409 0 0,139-95-3422 0 0,17-19-2463 0 0,7-5-1137 0 0,12-3 462 0 0,-29 24-2647 0 0,-7 4-3026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0 323 3225 0 0,'0'1'309'0'0,"1"-8"702"0"0,0 0-1 0 0,1 0 1 0 0,0 0-1 0 0,0 1 1 0 0,4-9 0 0 0,2-10 9 0 0,-1 2-223 0 0,3-12 370 0 0,7-43 1 0 0,-16 67-714 0 0,1 0 0 0 0,-2 0 0 0 0,0 1 0 0 0,0-1 0 0 0,-1 0 0 0 0,0 0 0 0 0,-1 1 0 0 0,-4-18 0 0 0,5 44 2972 0 0,7 19-3555 0 0,28 50 237 0 0,86 150 0 0 0,-57-118-68 0 0,-47-84-573 0 0,-6-13-965 0 0,0-1 1 0 0,1 0-1 0 0,1 0 1 0 0,18 21-1 0 0,-17-26-4284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1 139 9674 0 0,'46'-38'8765'0'0,"-26"19"-8411"0"0,1 2 0 0 0,40-27 0 0 0,-18 23-2545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8754 0 0,'-7'6'776'0'0,"3"-3"-616"0"0,-10 3 4169 0 0,13-4-4105 0 0,-1-1-224 0 0,5 1 0 0 0,1-2 0 0 0,2-2 0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139 490 6393 0 0,'-4'1'270'0'0,"-1"1"0"0"0,0 0 0 0 0,0 0 0 0 0,1 1 0 0 0,-1-1 0 0 0,1 1 0 0 0,0 0 0 0 0,0 0 0 0 0,-5 6 0 0 0,-36 37 2982 0 0,33-33-2138 0 0,4-3-7 0 0,7-8-732 0 0,-1 1 0 0 0,0 0 1 0 0,0-1-1 0 0,0 0 0 0 0,0 1 0 0 0,0-1 1 0 0,0 0-1 0 0,-1 0 0 0 0,-4 3 1 0 0,17-39 1880 0 0,17-44-2115 0 0,-4-1 0 0 0,-3-1 0 0 0,-4-1-1 0 0,11-157 1 0 0,-28 213 1302 0 0,27 97-1364 0 0,-14-34-8 0 0,2-1 0 0 0,2 0 0 0 0,23 39 0 0 0,56 60-71 0 0,4 7 0 0 0,-61-85 36 0 0,82 95 0 0 0,-82-103 165 0 0,-36-46-181 0 0,1 1 0 0 0,-1-1 0 0 0,0 1-1 0 0,0 0 1 0 0,0-1 0 0 0,-1 1 0 0 0,1 0-1 0 0,-1 0 1 0 0,-1 0 0 0 0,1 7 0 0 0,-1 2 465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16 199 3225 0 0,'-15'-3'6176'0'0,"23"-14"-144"0"0,-2 7-5464 0 0,-5 8-1383 0 0,9-12 1603 0 0,0 1-1 0 0,1-1 1 0 0,1 2 0 0 0,0 0-1 0 0,18-15 1 0 0,-11 13-1241 0 0,0 0-1 0 0,1 1 1 0 0,28-12 0 0 0,-32 17-6068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138 482 5985 0 0,'-55'29'849'0'0,"34"-17"959"0"0,-32 14 0 0 0,53-26-1756 0 0,0 0 0 0 0,0 1 0 0 0,0-1 0 0 0,-1 0 0 0 0,1 0 0 0 0,0 0 0 0 0,0 0 0 0 0,0 1 0 0 0,0-1 0 0 0,-1 0 0 0 0,1 0 0 0 0,0 0 0 0 0,0 0 0 0 0,-1 0 0 0 0,1 0 0 0 0,0 0 0 0 0,0 0 0 0 0,0 0 0 0 0,-1 0 0 0 0,1 1 0 0 0,0-1 0 0 0,0 0 0 0 0,-1 0 0 0 0,1-1 0 0 0,0 1 0 0 0,0 0 0 0 0,-1 0 0 0 0,1 0 0 0 0,0 0 0 0 0,0 0 0 0 0,-1 0 0 0 0,1 0 0 0 0,0 0 0 0 0,0 0 0 0 0,0 0 0 0 0,-1-1 0 0 0,1 1 0 0 0,0 0 0 0 0,0 0 0 0 0,0 0 0 0 0,0 0 0 0 0,-1-1-1 0 0,8-9 1100 0 0,19-15-326 0 0,-25 24-763 0 0,36-30 611 0 0,2 1 1 0 0,49-27-1 0 0,91-44 157 0 0,-59 36-527 0 0,-111 60-266 0 0,64-38 26 0 0,2 4 0 0 0,99-37 1 0 0,-122 57-123 0 0,-29 10 70 0 0,0 0 0 0 0,0 2 1 0 0,1 0-1 0 0,45-5 0 0 0,-67 12-33 0 0,5-1 121 0 0,0 0 0 0 0,1 1-1 0 0,-1 0 1 0 0,0 0 0 0 0,0 1-1 0 0,14 3 1 0 0,-19-3-14 0 0,1 0-1 0 0,-1 0 1 0 0,1 1-1 0 0,-1-1 1 0 0,0 1 0 0 0,0 0-1 0 0,1 0 1 0 0,-1 0-1 0 0,-1 0 1 0 0,1 0-1 0 0,0 0 1 0 0,0 0 0 0 0,-1 0-1 0 0,1 1 1 0 0,-1-1-1 0 0,0 1 1 0 0,0-1-1 0 0,0 1 1 0 0,0-1 0 0 0,0 1-1 0 0,0 3 1 0 0,16 57 930 0 0,-7-23-680 0 0,1-2-1 0 0,31 70 1 0 0,4-23-272 0 0,85 120 0 0 0,75 65-46 0 0,-180-237-20 0 0,-6-7 28 0 0,-1 0-1 0 0,18 35 1 0 0,-32-52-26 0 0,0 1-1 0 0,-1 0 0 0 0,0 0 1 0 0,0 0-1 0 0,-1 0 0 0 0,-1 1 1 0 0,1 0-1 0 0,-2-1 0 0 0,1 1 1 0 0,-1 16-1 0 0,-3-19 11 0 0,1 1 1 0 0,-1-1-1 0 0,-1 0 1 0 0,1 1-1 0 0,-1-1 1 0 0,-1-1 0 0 0,0 1-1 0 0,0 0 1 0 0,0-1-1 0 0,-1 0 1 0 0,0 0-1 0 0,0 0 1 0 0,-9 8-1 0 0,-9 8 93 0 0,-2 0 1 0 0,-30 20-1 0 0,30-24-125 0 0,-5 5 96 0 0,-2-2-1 0 0,0-1 0 0 0,-1-2 1 0 0,-1-1-1 0 0,-1-1 0 0 0,0-2 1 0 0,-48 13-1 0 0,-46 5 219 0 0,-40 11 88 0 0,147-38-447 0 0,1-1 1 0 0,-1 0-1 0 0,0-2 1 0 0,-1-1-1 0 0,1 0 1 0 0,0-2 0 0 0,-30-3-1 0 0,28 0-2279 0 0,-41-11 0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25 133 1376 0 0,'-5'-16'1487'0'0,"0"1"-1"0"0,1-1 0 0 0,-4-30 1 0 0,6 6 3823 0 0,26 72 294 0 0,16 38-3277 0 0,58 86-1651 0 0,-36-73-645 0 0,108 154 64 0 0,-149-206 65 0 0,-2 2 0 0 0,-1 0 0 0 0,-2 1 0 0 0,-1 1 0 0 0,-2 1 0 0 0,-1 0 0 0 0,10 55 0 0 0,-24-68 482 0 0,0-17-2324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1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39 2761 0 0,'-11'-13'2317'0'0,"10"11"-1968"0"0,0 1 0 0 0,0-1 0 0 0,0 0 0 0 0,0 1 0 0 0,0-1 0 0 0,-1 1 0 0 0,1-1 0 0 0,-1 1 1 0 0,1-1-1 0 0,-1 1 0 0 0,0 0 0 0 0,1 0 0 0 0,-1 0 0 0 0,0 0 0 0 0,0 0 0 0 0,0 0 1 0 0,0 1-1 0 0,1-1 0 0 0,-5 0 487 0 0,22 25 947 0 0,11 29-342 0 0,-2 1 1 0 0,23 78 0 0 0,-32-86-1125 0 0,23 44 310 0 0,3 5-879 0 0,-41-84-2904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31 256 4145 0 0,'-31'9'4633'0'0,"118"-51"-3737"0"0,2 3 0 0 0,185-51 0 0 0,-201 70-896 0 0,75-31 0 0 0,-110 37 0 0 0,-29 11 195 0 0,-8 2 0 0 0,1 0 0 0 0,-1 1 1 0 0,0-1-1 0 0,0 1 0 0 0,1-1 0 0 0,-1 1 0 0 0,0 0 0 0 0,0-1 1 0 0,1 1-1 0 0,-1 0 0 0 0,0 0 0 0 0,1 0 0 0 0,-1 0 0 0 0,0 0 1 0 0,3 0-1 0 0,-3 2-18 0 0,0-1 1 0 0,0 1-1 0 0,0-1 0 0 0,0 1 1 0 0,0-1-1 0 0,0 1 1 0 0,0 0-1 0 0,-1-1 1 0 0,1 1-1 0 0,-1 0 0 0 0,1 0 1 0 0,-1 0-1 0 0,0 3 1 0 0,12 44 45 0 0,2 0 0 0 0,2-1 0 0 0,2-1 0 0 0,2 0 0 0 0,1-2 0 0 0,3 0 0 0 0,50 68 0 0 0,-64-98-219 0 0,0 0 0 0 0,-1 1 0 0 0,0 0 0 0 0,-1 0 0 0 0,-1 0 0 0 0,0 1 0 0 0,-2 0 0 0 0,0 1 0 0 0,0-1 0 0 0,-2 1 0 0 0,0 0 0 0 0,-1 0 0 0 0,-1 0 0 0 0,-1 0 0 0 0,-2 25 0 0 0,0-37 2 0 0,0 0-1 0 0,0 0 1 0 0,0 0 0 0 0,-1-1-1 0 0,1 1 1 0 0,-1-1 0 0 0,-1 1-1 0 0,1-1 1 0 0,-1 0 0 0 0,0-1-1 0 0,0 1 1 0 0,0-1 0 0 0,-1 1-1 0 0,1-1 1 0 0,-1 0 0 0 0,-8 4-1 0 0,-11 8 32 0 0,-1-2 0 0 0,-30 14 0 0 0,46-24-36 0 0,-21 9 74 0 0,-1-1 1 0 0,-1-2-1 0 0,0-1 1 0 0,-37 6-1 0 0,-134 7 274 0 0,110-19-977 0 0,32-6-6447 0 0,45 2 1745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93 132 456 0 0,'-7'-7'430'0'0,"1"0"1"0"0,0-1-1 0 0,0 0 0 0 0,0 0 1 0 0,1 0-1 0 0,-8-17 0 0 0,9 15 894 0 0,-1 1-1 0 0,-1 0 1 0 0,1 0-1 0 0,-18-14 7580 0 0,24 37-7062 0 0,3 18-2095 0 0,-3-29 704 0 0,16 111 251 0 0,6-1 0 0 0,63 189 0 0 0,-60-249-2590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 7834 0 0,'-1'0'165'0'0,"1"0"1"0"0,-1 0 0 0 0,0-1-1 0 0,1 1 1 0 0,-1 0 0 0 0,1 0 0 0 0,-1 0-1 0 0,1 0 1 0 0,-1 0 0 0 0,0 0-1 0 0,1 1 1 0 0,-1-1 0 0 0,1 0 0 0 0,-1 0-1 0 0,1 0 1 0 0,-1 0 0 0 0,1 1-1 0 0,-1-1 1 0 0,1 0 0 0 0,-1 1-1 0 0,1-1 1 0 0,-1 0 0 0 0,1 1 0 0 0,-1-1-1 0 0,1 0 1 0 0,-1 1 0 0 0,1-1-1 0 0,0 1 1 0 0,-1-1 0 0 0,1 1-1 0 0,5 15 4642 0 0,-2-10-5970 0 0,4 13 1691 0 0,-1 0 1 0 0,-1 1-1 0 0,-1 0 0 0 0,-1 0 1 0 0,0 0-1 0 0,-2 0 0 0 0,0 0 0 0 0,-2 25 1 0 0,4 61-4009 0 0,-1-89-3055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22 271 3225 0 0,'-3'-2'461'0'0,"1"-1"0"0"0,0 0-1 0 0,0-1 1 0 0,0 1 0 0 0,0 0 0 0 0,0-1 0 0 0,-1-3 0 0 0,3 5-222 0 0,-1 1 0 0 0,1 0-1 0 0,-1-1 1 0 0,1 1 0 0 0,0 0-1 0 0,-1-1 1 0 0,1 1 0 0 0,0 0 0 0 0,0-1-1 0 0,0 1 1 0 0,0-1 0 0 0,0 1-1 0 0,0 0 1 0 0,0-1 0 0 0,1 1 0 0 0,-1 0-1 0 0,0-1 1 0 0,1 1 0 0 0,-1 0-1 0 0,1-1 1 0 0,0 1 0 0 0,-1 0 0 0 0,2-2-1 0 0,1 4 21 0 0,-1 0 0 0 0,1 0 0 0 0,-1 0 0 0 0,0 0 0 0 0,1 0-1 0 0,-1 0 1 0 0,0 0 0 0 0,1 1 0 0 0,-1-1 0 0 0,0 1 0 0 0,0 0 0 0 0,0-1-1 0 0,3 5 1 0 0,1 0 246 0 0,21 13 683 0 0,21 17 551 0 0,61 59-1 0 0,-105-91-1694 0 0,0 0-1 0 0,1 0 1 0 0,-1-1-1 0 0,1 1 1 0 0,0-1-1 0 0,0 0 1 0 0,0 0-1 0 0,0-1 1 0 0,7 3-1 0 0,-11-4-17 0 0,1-1 0 0 0,-1 0 1 0 0,0 1-1 0 0,1-1 0 0 0,-1 0 0 0 0,0 0 0 0 0,0 0 1 0 0,1 0-1 0 0,-1-1 0 0 0,0 1 0 0 0,1 0 0 0 0,-1 0 1 0 0,0-1-1 0 0,0 1 0 0 0,0-1 0 0 0,1 1 0 0 0,-1-1 1 0 0,1 0-1 0 0,0-1 7 0 0,0 1 0 0 0,-1-1-1 0 0,1 0 1 0 0,-1 1 0 0 0,0-1 0 0 0,0 0 0 0 0,1 0 0 0 0,-1 0 0 0 0,0 0 0 0 0,-1 0-1 0 0,1 0 1 0 0,0 0 0 0 0,-1 0 0 0 0,1-3 0 0 0,2-15 65 0 0,-1 0 0 0 0,-1 0 0 0 0,-1 0 0 0 0,0-1 0 0 0,-2 1 0 0 0,-5-27 0 0 0,-3-45-335 0 0,10 77-85 0 0,0 0-1 0 0,1 1 1 0 0,1-1-1 0 0,0 0 1 0 0,4-14-1 0 0,2 5-976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8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 7370 0 0,'7'-21'2865'0'0,"-7"19"-2329"0"0,0 0-1 0 0,1 0 1 0 0,-1 0 0 0 0,1 0 0 0 0,-1 0 0 0 0,1 0-1 0 0,0 0 1 0 0,0 0 0 0 0,2-3 761 0 0,2 35 3276 0 0,10 160-2709 0 0,-13-137-2719 0 0,2 1 0 0 0,2-1 0 0 0,16 60 0 0 0,-16-98-2644 0 0,-4-52-8115 0 0,-5 20 11429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2 216 1376 0 0,'-1'-5'670'0'0,"1"-1"0"0"0,0 1 0 0 0,0-1 0 0 0,0 1-1 0 0,1 0 1 0 0,-1-1 0 0 0,2 1 0 0 0,-1 0 0 0 0,2-7 0 0 0,-2 10-510 0 0,1-4 323 0 0,-1 0 0 0 0,2 0 0 0 0,-1 0 0 0 0,1 0 0 0 0,0 0 0 0 0,0 1-1 0 0,0-1 1 0 0,6-6 0 0 0,-7 11-391 0 0,-1-1 1 0 0,0 1-1 0 0,0 0 0 0 0,1 0 0 0 0,-1-1 0 0 0,1 1 1 0 0,-1 0-1 0 0,1 0 0 0 0,0 1 0 0 0,-1-1 0 0 0,1 0 0 0 0,0 1 1 0 0,-1-1-1 0 0,1 1 0 0 0,0-1 0 0 0,0 1 0 0 0,-1 0 0 0 0,1-1 1 0 0,0 1-1 0 0,0 0 0 0 0,0 0 0 0 0,0 1 0 0 0,-1-1 1 0 0,1 0-1 0 0,0 1 0 0 0,0-1 0 0 0,-1 1 0 0 0,1-1 0 0 0,0 1 1 0 0,-1 0-1 0 0,1 0 0 0 0,0 0 0 0 0,2 2 0 0 0,19 14 658 0 0,-2 1 0 0 0,0 1 1 0 0,29 33-1 0 0,-7-7 20 0 0,-19-19-514 0 0,-13-14-121 0 0,0 0 1 0 0,17 12-1 0 0,-27-23-133 0 0,0-1 0 0 0,-1 1 0 0 0,1-1-1 0 0,0 0 1 0 0,0 1 0 0 0,0-1 0 0 0,-1 0 0 0 0,1 0-1 0 0,0 1 1 0 0,0-1 0 0 0,0 0 0 0 0,-1 0 0 0 0,1 0-1 0 0,0 0 1 0 0,0 0 0 0 0,0 0 0 0 0,0-1-1 0 0,-1 1 1 0 0,1 0 0 0 0,0 0 0 0 0,0 0 0 0 0,0-1-1 0 0,-1 1 1 0 0,1 0 0 0 0,0-1 0 0 0,0 1 0 0 0,-1-1-1 0 0,1 1 1 0 0,-1-1 0 0 0,1 1 0 0 0,0-1-1 0 0,-1 0 1 0 0,1 1 0 0 0,-1-1 0 0 0,1 0 0 0 0,-1 1-1 0 0,1-1 1 0 0,-1 0 0 0 0,0 1 0 0 0,1-1 0 0 0,-1 0-1 0 0,1-1 1 0 0,15-39 69 0 0,-14 35-67 0 0,26-100 418 0 0,2-8 118 0 0,-29 112-487 0 0,0-1-1 0 0,0 1 1 0 0,0-1-1 0 0,0 1 1 0 0,1-1 0 0 0,-1 1-1 0 0,1 0 1 0 0,-1 0 0 0 0,1 0-1 0 0,0 0 1 0 0,0 0 0 0 0,0 0-1 0 0,2-2 1 0 0,-3 3-29 0 0,0 1 0 0 0,-1 0 1 0 0,1 0-1 0 0,-1-1 0 0 0,1 1 0 0 0,0 0 1 0 0,-1 0-1 0 0,1 0 0 0 0,-1 0 0 0 0,1 0 1 0 0,0 0-1 0 0,-1 0 0 0 0,1 0 0 0 0,0 0 1 0 0,-1 0-1 0 0,1 0 0 0 0,-1 0 0 0 0,1 0 1 0 0,0 1-1 0 0,-1-1 0 0 0,1 0 0 0 0,0 1 0 0 0,0 0-3 0 0,1 0 0 0 0,-1 0 0 0 0,0 0-1 0 0,1 0 1 0 0,-1 1 0 0 0,0-1-1 0 0,0 0 1 0 0,0 1 0 0 0,0-1-1 0 0,0 1 1 0 0,1 2 0 0 0,9 25 103 0 0,-1 0 1 0 0,13 59 0 0 0,-14-49-308 0 0,15 40 0 0 0,-9-34-719 0 0,-7-23 43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65 2761 0 0,'-1'-1'319'0'0,"0"0"0"0"0,0 0 0 0 0,0 0 1 0 0,0 0-1 0 0,-1 0 0 0 0,1 0 0 0 0,0 0 1 0 0,0 0-1 0 0,-1 1 0 0 0,1-1 0 0 0,0 0 1 0 0,-1 1-1 0 0,1 0 0 0 0,-1-1 0 0 0,1 1 1 0 0,0 0-1 0 0,-1-1 0 0 0,1 1 0 0 0,-1 0 1 0 0,1 0-1 0 0,-1 0 0 0 0,1 0 0 0 0,-1 0 1 0 0,1 1-1 0 0,-1-1 0 0 0,-1 1 0 0 0,0 0 40 0 0,0 1-1 0 0,0 0 1 0 0,1 0 0 0 0,-1 0-1 0 0,0 0 1 0 0,1 0-1 0 0,0 0 1 0 0,-1 1 0 0 0,1-1-1 0 0,0 1 1 0 0,-2 4-1 0 0,-3 4 189 0 0,0 1 0 0 0,1 0 0 0 0,1 0 0 0 0,0 1 0 0 0,-4 14 0 0 0,8-20-428 0 0,-1 1-1 0 0,1 0 0 0 0,0 0 0 0 0,1 0 0 0 0,0-1 1 0 0,0 1-1 0 0,1 0 0 0 0,0 0 0 0 0,0-1 0 0 0,1 1 1 0 0,0 0-1 0 0,0-1 0 0 0,1 1 0 0 0,0-1 0 0 0,0 0 1 0 0,0 0-1 0 0,1 0 0 0 0,7 9 0 0 0,-7-11-116 0 0,0-1 0 0 0,0 0 0 0 0,0 0-1 0 0,0 0 1 0 0,1 0 0 0 0,-1-1 0 0 0,1 0-1 0 0,0 0 1 0 0,0 0 0 0 0,0 0 0 0 0,1-1 0 0 0,-1 0-1 0 0,0 0 1 0 0,1 0 0 0 0,0-1 0 0 0,-1 0 0 0 0,1 0-1 0 0,0 0 1 0 0,-1-1 0 0 0,1 0 0 0 0,0 0 0 0 0,0 0-1 0 0,0-1 1 0 0,-1 0 0 0 0,10-2 0 0 0,-8 1 25 0 0,-1 0-1 0 0,0 0 1 0 0,0 0-1 0 0,0-1 1 0 0,0 0 0 0 0,-1 0-1 0 0,1 0 1 0 0,-1-1 0 0 0,0 0-1 0 0,0 0 1 0 0,0 0 0 0 0,0-1-1 0 0,-1 1 1 0 0,0-1-1 0 0,0 0 1 0 0,0-1 0 0 0,0 1-1 0 0,3-8 1 0 0,-4 5-2 0 0,0 1-1 0 0,0-1 1 0 0,-1 0 0 0 0,0 1 0 0 0,-1-1 0 0 0,0 0-1 0 0,0 0 1 0 0,-1 0 0 0 0,1 0 0 0 0,-2 0-1 0 0,1 0 1 0 0,-1 0 0 0 0,-1 0 0 0 0,-2-11-1 0 0,-2-4 34 0 0,-17-41 0 0 0,20 58-192 0 0,1 0 0 0 0,-1 1 0 0 0,0-1 0 0 0,-1 1 0 0 0,0 0 0 0 0,1 0 0 0 0,-2 0 0 0 0,1 0 1 0 0,0 1-1 0 0,-1-1 0 0 0,0 1 0 0 0,-7-5 0 0 0,-1 4-1124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35 5065 0 0,'9'-4'94'0'0,"36"-27"9824"0"0,-74 49-7551 0 0,8 0-1461 0 0,2 1 0 0 0,1 0 1 0 0,-20 26-1 0 0,29-32-756 0 0,0-1 0 0 0,1 1-1 0 0,0 0 1 0 0,1 1 0 0 0,1 0 0 0 0,0 0 0 0 0,-4 17-1 0 0,9-27-141 0 0,0 1 0 0 0,0-1 0 0 0,1 1 0 0 0,-1-1-1 0 0,1 1 1 0 0,0 0 0 0 0,1-1 0 0 0,-1 1-1 0 0,1-1 1 0 0,0 1 0 0 0,0-1 0 0 0,0 1-1 0 0,0-1 1 0 0,1 0 0 0 0,0 1 0 0 0,0-1 0 0 0,0 0-1 0 0,5 6 1 0 0,1 0-7 0 0,2 0-1 0 0,-1 0 1 0 0,1-1 0 0 0,21 15-1 0 0,-23-19 0 0 0,1 1-1 0 0,-1 0 1 0 0,-1 1-1 0 0,1-1 1 0 0,-1 1-1 0 0,0 1 1 0 0,-1 0-1 0 0,0 0 1 0 0,0 0-1 0 0,7 14 1 0 0,-12-19 5 0 0,0 0 0 0 0,0 1 0 0 0,-1-1 0 0 0,1 0 0 0 0,-1 1 0 0 0,1-1 0 0 0,-1 1 0 0 0,0-1 0 0 0,-1 1-1 0 0,1-1 1 0 0,0 0 0 0 0,-1 1 0 0 0,0-1 0 0 0,0 0 0 0 0,0 1 0 0 0,0-1 0 0 0,-1 0 0 0 0,1 0 0 0 0,-1 0 0 0 0,0 0 0 0 0,1 0 0 0 0,-2 0 0 0 0,1-1 0 0 0,0 1 0 0 0,-4 3 0 0 0,-3 3-294 0 0,0-2 0 0 0,-1 1 1 0 0,0-1-1 0 0,0-1 0 0 0,0 0 0 0 0,-12 5 0 0 0,-3 0-7076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0.6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 6449 0 0,'0'0'143'0'0,"0"-1"0"0"0,0 1 0 0 0,1-1 0 0 0,-1 1 0 0 0,0-1 0 0 0,0 0 0 0 0,1 1 0 0 0,-1-1 0 0 0,0 1 0 0 0,1-1 0 0 0,-1 1 0 0 0,1-1 0 0 0,-1 1 0 0 0,1 0 0 0 0,-1-1 0 0 0,1 1 0 0 0,-1 0 0 0 0,1-1 0 0 0,-1 1-1 0 0,1 0 1 0 0,-1-1 0 0 0,1 1 0 0 0,0 0 0 0 0,-1 0 0 0 0,1 0 0 0 0,-1-1 0 0 0,1 1 0 0 0,0 0 0 0 0,-1 0 0 0 0,1 0 0 0 0,-1 0 0 0 0,1 0 0 0 0,0 0 0 0 0,-1 1 0 0 0,1-1 0 0 0,0 0 0 0 0,-1 0 0 0 0,1 0 0 0 0,-1 0 0 0 0,1 1 0 0 0,-1-1-1 0 0,1 0 1 0 0,-1 1 0 0 0,1-1 0 0 0,0 0 0 0 0,-1 1 0 0 0,0-1 0 0 0,1 1 0 0 0,-1-1 0 0 0,1 0 0 0 0,-1 1 0 0 0,1-1 0 0 0,-1 1 0 0 0,0-1 0 0 0,0 1 0 0 0,1 0 0 0 0,4 13 366 0 0,0 0 1 0 0,-1 0 0 0 0,-1 1-1 0 0,-1-1 1 0 0,0 1 0 0 0,0-1-1 0 0,-2 1 1 0 0,0 17-1 0 0,1 15-35 0 0,12 102-1053 0 0,-4-85-5856 0 0,-7-46 977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2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118 148 4145 0 0,'-42'-4'2243'0'0,"35"2"-1511"0"0,-1 1-1 0 0,1 0 0 0 0,-1 1 0 0 0,1-1 0 0 0,0 1 1 0 0,-1 1-1 0 0,1 0 0 0 0,-9 2 0 0 0,16-3-714 0 0,0 0-1 0 0,0 0 0 0 0,0 0 1 0 0,0 0-1 0 0,0 0 0 0 0,0 0 0 0 0,0 0 1 0 0,0 0-1 0 0,0 0 0 0 0,0 0 17 0 0,0 0-17 0 0,0 0 0 0 0,0 0 1 0 0,0 0-1 0 0,0 0 0 0 0,0 0 0 0 0,0 0 1 0 0,0 0-1 0 0,0 0 0 0 0,0 0 0 0 0,1 0 1 0 0,-1 0-1 0 0,0 0 0 0 0,0 0 1 0 0,0 1-1 0 0,0-1 0 0 0,0 0 0 0 0,0 0 1 0 0,0 0-1 0 0,0 0 0 0 0,0 0 0 0 0,0 0 1 0 0,0 0-1 0 0,0 0 0 0 0,0 0 1 0 0,0 0-1 0 0,-1 0 0 0 0,1 0 0 0 0,0 0 1 0 0,0 0-1 0 0,0 0 0 0 0,12 1 131 0 0,14-2-192 0 0,150-52 2089 0 0,-104 29-1732 0 0,120-23-1 0 0,-167 43-263 0 0,15-3-153 0 0,71-3-1 0 0,-110 11 204 0 0,-1 0-1 0 0,0-1 1 0 0,1 1-1 0 0,-1-1 0 0 0,0 1 1 0 0,1 0-1 0 0,-1-1 1 0 0,0 1-1 0 0,0-1 0 0 0,0 1 1 0 0,1 0-1 0 0,-1-1 1 0 0,0 1-1 0 0,0 0 0 0 0,0-1 1 0 0,0 1-1 0 0,0 0 0 0 0,0-1 1 0 0,-1 1-1 0 0,1 0 1 0 0,0-1-1 0 0,0 1 0 0 0,0 0 1 0 0,-1-1-1 0 0,1 2 1 0 0,-8 30 977 0 0,4-16-731 0 0,3-8-256 0 0,0 1 0 0 0,1 0 0 0 0,0 0 0 0 0,0 0 0 0 0,1 0 0 0 0,0 0 0 0 0,5 15 0 0 0,24 65 51 0 0,-13-40-26 0 0,-13-37-110 0 0,19 57 22 0 0,19 100 1 0 0,-39-148-23 0 0,0-1 1 0 0,-1 1-1 0 0,-1 0 0 0 0,-1 0 0 0 0,-1-1 0 0 0,-1 1 0 0 0,0 0 0 0 0,-2-1 0 0 0,-10 36 1 0 0,11-49-315 0 0,0 0 0 0 0,0-1 0 0 0,-1 1 0 0 0,0-1 1 0 0,0 0-1 0 0,-1 0 0 0 0,1 0 0 0 0,-1-1 0 0 0,0 1 1 0 0,-1-1-1 0 0,-8 6 0 0 0,10-8 86 0 0,0 0-1 0 0,0 0 0 0 0,-1-1 1 0 0,1 0-1 0 0,0 0 1 0 0,-1 0-1 0 0,0-1 1 0 0,1 1-1 0 0,-1-1 1 0 0,0 0-1 0 0,0 0 0 0 0,0-1 1 0 0,0 1-1 0 0,1-1 1 0 0,-1 0-1 0 0,0-1 1 0 0,0 1-1 0 0,-7-2 0 0 0,2-2-880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38 6937 0 0,'-20'-28'1445'0'0,"12"18"2718"0"0,12 36-1634 0 0,28 113-1242 0 0,62 161 0 0 0,-93-296-1283 0 0,28 61 139 0 0,-27-61-138 0 0,-1-1 1 0 0,1 0 0 0 0,0 0 0 0 0,1 0 0 0 0,-1 0 0 0 0,1 0-1 0 0,-1 0 1 0 0,1 0 0 0 0,0-1 0 0 0,0 1 0 0 0,0-1 0 0 0,0 0-1 0 0,0 0 1 0 0,1 0 0 0 0,5 2 0 0 0,-6-3 27 0 0,-1-1 0 0 0,0 0 0 0 0,1 0 0 0 0,-1 0 0 0 0,0-1 0 0 0,0 1 0 0 0,1 0 0 0 0,-1-1 0 0 0,0 0 0 0 0,0 1 0 0 0,0-1 0 0 0,0 0 0 0 0,0 0 0 0 0,1 0 0 0 0,1-2 0 0 0,34-25 7 0 0,-14 11-223 0 0,-7 8-570 0 0,0 1 1 0 0,1 0-1 0 0,1 2 0 0 0,-1 0 0 0 0,1 1 0 0 0,25-3 0 0 0,-41 8 755 0 0,41-10-124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45 7370 0 0,'-2'-3'403'0'0,"0"0"0"0"0,-1 0-1 0 0,1 0 1 0 0,0 0 0 0 0,-1 0 0 0 0,0 0 0 0 0,0 1 0 0 0,1-1 0 0 0,-1 1 0 0 0,-1 0 0 0 0,1 0 0 0 0,0 0 0 0 0,0 0 0 0 0,-1 1 0 0 0,1-1 0 0 0,-1 1 0 0 0,0 0 0 0 0,1 0 0 0 0,-1 0 0 0 0,-5 0 0 0 0,5 1-241 0 0,1 1 0 0 0,-1-1 1 0 0,1 1-1 0 0,-1 0 0 0 0,1 0 0 0 0,0 0 1 0 0,0 0-1 0 0,-1 1 0 0 0,1-1 1 0 0,0 1-1 0 0,0 0 0 0 0,0 0 0 0 0,1 0 1 0 0,-1 0-1 0 0,0 0 0 0 0,1 1 1 0 0,-1-1-1 0 0,1 1 0 0 0,0 0 0 0 0,0 0 1 0 0,0 0-1 0 0,-2 3 0 0 0,-3 9-56 0 0,0-1 0 0 0,1 1 1 0 0,0 0-1 0 0,2 1 0 0 0,-1-1 0 0 0,2 1 0 0 0,0 0 0 0 0,-1 29 0 0 0,3-15-108 0 0,1 0 0 0 0,2-1-1 0 0,10 55 1 0 0,-10-74-11 0 0,0 0 0 0 0,1-1 0 0 0,0 0 0 0 0,1 0 1 0 0,0 0-1 0 0,1 0 0 0 0,0-1 0 0 0,0 1 0 0 0,1-1 1 0 0,0 0-1 0 0,0-1 0 0 0,1 0 0 0 0,0 0 0 0 0,8 7 1 0 0,-11-11-45 0 0,1 0 0 0 0,0 0 0 0 0,-1 0 1 0 0,1 0-1 0 0,1-1 0 0 0,-1 0 0 0 0,0 0 1 0 0,1 0-1 0 0,-1-1 0 0 0,1 1 1 0 0,-1-1-1 0 0,1-1 0 0 0,-1 1 0 0 0,1-1 1 0 0,0 0-1 0 0,-1 0 0 0 0,1-1 1 0 0,0 1-1 0 0,-1-1 0 0 0,1 0 0 0 0,-1-1 1 0 0,1 0-1 0 0,-1 0 0 0 0,0 0 0 0 0,8-4 1 0 0,-4 1 27 0 0,-2-1 1 0 0,1 0 0 0 0,0 0-1 0 0,-1 0 1 0 0,0-1-1 0 0,-1 0 1 0 0,1 0 0 0 0,-1-1-1 0 0,-1 1 1 0 0,1-2-1 0 0,-1 1 1 0 0,-1 0 0 0 0,1-1-1 0 0,-2 0 1 0 0,1 0 0 0 0,-1 0-1 0 0,-1 0 1 0 0,1-1-1 0 0,-1 1 1 0 0,-1-1 0 0 0,0 1-1 0 0,-1-1 1 0 0,0-12 0 0 0,0 7 135 0 0,-1 1 1 0 0,0 0-1 0 0,-1 0 1 0 0,-1 0-1 0 0,0 0 1 0 0,-1 0-1 0 0,-1 0 1 0 0,0 1-1 0 0,-1 0 1 0 0,0 0-1 0 0,-1 0 1 0 0,0 1-1 0 0,-1 0 1 0 0,0 1-1 0 0,-13-14 1 0 0,16 20-74 0 0,-1 0 0 0 0,-1 0 0 0 0,1 1 0 0 0,0 0 0 0 0,-1 0 0 0 0,0 0 0 0 0,0 1 1 0 0,0 0-1 0 0,0 1 0 0 0,-11-3 0 0 0,14 3-280 0 0,-1 2 1 0 0,1-1-1 0 0,-1 0 1 0 0,1 1-1 0 0,-1 0 1 0 0,1 0-1 0 0,-1 0 0 0 0,1 0 1 0 0,-1 1-1 0 0,1 0 1 0 0,-1 0-1 0 0,1 0 1 0 0,0 0-1 0 0,-1 1 1 0 0,1-1-1 0 0,0 1 0 0 0,0 0 1 0 0,-7 5-1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6913 0 0,'-2'0'9092'0'0,"-2"19"-7088"0"0,-3 28-1697 0 0,0 35 298 0 0,2-31-956 0 0,2 0-1 0 0,2 0 1 0 0,11 96 0 0 0,-10-146 206 0 0,0 1-136 0 0,0 0-1 0 0,0-1 1 0 0,1 1-1 0 0,-1 0 1 0 0,1 0-1 0 0,-1 0 1 0 0,1 0 0 0 0,0 0-1 0 0,0-1 1 0 0,0 1-1 0 0,0 0 1 0 0,0 0-1 0 0,2 1 1 0 0,2-2-1067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4145 0 0,'1'-16'-41'0'0,"5"-51"1267"0"0,-5 63-855 0 0,0 0-1 0 0,0 0 1 0 0,0 0-1 0 0,1 0 1 0 0,-1 0-1 0 0,1 0 1 0 0,0 1-1 0 0,0-1 1 0 0,0 0-1 0 0,0 1 1 0 0,1 0-1 0 0,-1 0 0 0 0,5-5 1 0 0,-5 8-202 0 0,-1-1 0 0 0,0 1 0 0 0,0-1 0 0 0,0 1 0 0 0,0-1 0 0 0,1 1-1 0 0,-1 0 1 0 0,0 0 0 0 0,0 0 0 0 0,1 0 0 0 0,-1 0 0 0 0,0 0 0 0 0,1 0 0 0 0,-1 0 0 0 0,0 0 0 0 0,0 0 0 0 0,1 1 0 0 0,-1-1 0 0 0,0 1 0 0 0,0-1 0 0 0,0 1 0 0 0,0-1 0 0 0,1 1-1 0 0,-1-1 1 0 0,0 1 0 0 0,0 0 0 0 0,0 0 0 0 0,0 0 0 0 0,-1 0 0 0 0,1-1 0 0 0,0 1 0 0 0,1 2 0 0 0,31 37 1873 0 0,-27-32-1671 0 0,44 61 1212 0 0,106 127 30 0 0,-154-193-1623 0 0,1 0 1 0 0,0 0-1 0 0,0-1 0 0 0,1 1 1 0 0,-1-1-1 0 0,0 1 1 0 0,1-1-1 0 0,0 0 1 0 0,4 1-1 0 0,-7-2 16 0 0,0-1 0 0 0,0 0 0 0 0,0 0 0 0 0,0 0 0 0 0,0 0 0 0 0,0 0 1 0 0,0 0-1 0 0,0 0 0 0 0,0 0 0 0 0,1 0 0 0 0,-1-1 0 0 0,0 1 0 0 0,-1 0 0 0 0,1-1 0 0 0,0 1 0 0 0,0-1 0 0 0,0 1 1 0 0,0-1-1 0 0,0 1 0 0 0,0-1 0 0 0,0 1 0 0 0,-1-1 0 0 0,1 0 0 0 0,0 0 0 0 0,0 1 0 0 0,-1-1 0 0 0,1 0 0 0 0,-1 0 1 0 0,1 0-1 0 0,-1 0 0 0 0,1 0 0 0 0,-1 0 0 0 0,1 0 0 0 0,-1 0 0 0 0,0 0 0 0 0,1 0 0 0 0,-1 0 0 0 0,0 0 0 0 0,0 0 1 0 0,0 0-1 0 0,0-1 0 0 0,3-21 134 0 0,0 1 0 0 0,-2-1 0 0 0,-1 1 0 0 0,-4-43 0 0 0,0-13 96 0 0,3 31-630 0 0,6-103-5956 0 0,-2 128-557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1827 30 2304 0 0,'-18'-30'18736'0'0,"18"44"-18493"0"0,11 138 460 0 0,7-1 1 0 0,37 153-1 0 0,-39-239-691 0 0,9 102 0 0 0,-22-135-17 0 0,-2 0 1 0 0,-1 1-1 0 0,-2-1 0 0 0,-1 1 1 0 0,-9 39-1 0 0,11-68 3 0 0,0 0-1 0 0,-1 1 1 0 0,1-1 0 0 0,-1 0 0 0 0,0 0-1 0 0,0 0 1 0 0,0 0 0 0 0,-1-1 0 0 0,1 1-1 0 0,-1-1 1 0 0,0 1 0 0 0,0-1 0 0 0,0 0-1 0 0,0 0 1 0 0,-1 0 0 0 0,1 0 0 0 0,-1-1-1 0 0,0 1 1 0 0,1-1 0 0 0,-1 0-1 0 0,0 0 1 0 0,0-1 0 0 0,-1 1 0 0 0,-4 0-1 0 0,-10 2-27 0 0,1-1 0 0 0,0-1-1 0 0,0-1 1 0 0,-31-2 0 0 0,6 1 123 0 0,-359 25-79 0 0,88-2-21 0 0,-2-26-72 0 0,-186-44-3455 0 0,478 45 2401 0 0,0-1 0 0 0,0-2-1 0 0,-25-7 1 0 0,25 3-4480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6449 0 0,'-1'-2'560'0'0,"1"0"0"0"0,0 0-1 0 0,-1 1 1 0 0,8-19 7728 0 0,-7 21-8221 0 0,6 16 1006 0 0,71 355 2357 0 0,-17-78-3091 0 0,-38-182-408 0 0,17 75-376 0 0,-28-148-1245 0 0,17 41 0 0 0,-21-64 283 0 0,-1-3-174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4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1 311 656 0 0,'0'-1'27'0'0,"0"-1"1"0"0,0 1-1 0 0,-1-1 0 0 0,1 1 0 0 0,0 0 1 0 0,0-1-1 0 0,0 1 0 0 0,1-1 0 0 0,-1 1 0 0 0,0-1 1 0 0,1 1-1 0 0,-1 0 0 0 0,0-1 0 0 0,1 1 1 0 0,0 0-1 0 0,-1-1 0 0 0,1 1 0 0 0,0 0 0 0 0,-1 0 1 0 0,1-1-1 0 0,0 1 0 0 0,0 0 0 0 0,0 0 1 0 0,0 0-1 0 0,0 0 0 0 0,0 0 0 0 0,1 1 1 0 0,-1-1-1 0 0,0 0 0 0 0,0 0 0 0 0,1 1 0 0 0,-1-1 1 0 0,2 0-1 0 0,50-23 1337 0 0,-52 24-1331 0 0,47-14 2039 0 0,0 2 0 0 0,1 3 0 0 0,90-7 0 0 0,-62 9-520 0 0,206-17 1378 0 0,-32 4-2159 0 0,34 0-308 0 0,13-1 392 0 0,-239 15-668 0 0,165-23 1020 0 0,-179 21-1532 0 0,-2-2 0 0 0,1-2 0 0 0,41-19 0 0 0,-66 23-6101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4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48 6417 0 0,'-1'-1'165'0'0,"0"0"0"0"0,0-1 0 0 0,1 1 0 0 0,-1-1 0 0 0,0 1 0 0 0,1-1 0 0 0,-1 1 0 0 0,1-1 0 0 0,-1 1 0 0 0,1-1 0 0 0,-1 0-1 0 0,1 1 1 0 0,0-3 0 0 0,0 3 151 0 0,-1 0-1 0 0,1 0 1 0 0,0 0-1 0 0,0-1 0 0 0,0 1 1 0 0,0 0-1 0 0,0 0 1 0 0,0 0-1 0 0,0 0 1 0 0,0 0-1 0 0,1 0 1 0 0,-1-1-1 0 0,0 1 0 0 0,1 0 1 0 0,-1 0-1 0 0,1 0 1 0 0,-1 0-1 0 0,1 0 1 0 0,-1 0-1 0 0,1 0 1 0 0,1-1-1 0 0,-2 2-179 0 0,1 1-1 0 0,0-1 1 0 0,-1 0-1 0 0,1 0 1 0 0,-1 1 0 0 0,1-1-1 0 0,0 0 1 0 0,-1 1-1 0 0,1-1 1 0 0,-1 0 0 0 0,1 1-1 0 0,-1-1 1 0 0,1 1 0 0 0,-1-1-1 0 0,1 1 1 0 0,-1-1-1 0 0,1 1 1 0 0,-1 0 0 0 0,0-1-1 0 0,1 1 1 0 0,-1-1-1 0 0,0 1 1 0 0,0 0 0 0 0,1-1-1 0 0,-1 2 1 0 0,8 18 446 0 0,-8-20-516 0 0,46 135 1661 0 0,44 118-2076 0 0,-89-252 113 0 0,7 20-1626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1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13 136 5065 0 0,'-1'-1'102'0'0,"0"1"1"0"0,0-1-1 0 0,0 0 1 0 0,0 0-1 0 0,0 1 0 0 0,1-1 1 0 0,-1 0-1 0 0,0 0 0 0 0,1 0 1 0 0,-1 0-1 0 0,0 0 1 0 0,1 0-1 0 0,-1 0 0 0 0,1 0 1 0 0,0 0-1 0 0,-1-1 0 0 0,1 1 1 0 0,0 0-1 0 0,0 0 1 0 0,0 0-1 0 0,0 0 0 0 0,0 0 1 0 0,0-1-1 0 0,0 1 0 0 0,0 0 1 0 0,0 0-1 0 0,0 0 0 0 0,1 0 1 0 0,-1 0-1 0 0,0-1 1 0 0,1 1-1 0 0,-1 0 0 0 0,1 0 1 0 0,-1 0-1 0 0,1 0 0 0 0,0 0 1 0 0,1-1-1 0 0,0-2-23 0 0,1-1 0 0 0,0 1 0 0 0,0 0 0 0 0,0 0-1 0 0,0 0 1 0 0,1 0 0 0 0,6-4 0 0 0,4-1 353 0 0,1 1 0 0 0,0 1 0 0 0,1 0 0 0 0,0 1 0 0 0,0 1 0 0 0,0 1 0 0 0,0 0 0 0 0,1 1 0 0 0,-1 0 0 0 0,1 2 0 0 0,0 0 0 0 0,0 1 0 0 0,0 0 0 0 0,30 6 0 0 0,-44-6-416 0 0,0 0 1 0 0,0 1-1 0 0,0 0 0 0 0,0-1 1 0 0,0 1-1 0 0,0 0 0 0 0,0 1 0 0 0,-1-1 1 0 0,1 0-1 0 0,0 1 0 0 0,-1 0 1 0 0,1-1-1 0 0,-1 1 0 0 0,1 0 1 0 0,-1 0-1 0 0,0 1 0 0 0,0-1 0 0 0,0 0 1 0 0,0 1-1 0 0,0-1 0 0 0,0 1 1 0 0,-1 0-1 0 0,1-1 0 0 0,-1 1 1 0 0,0 0-1 0 0,0 0 0 0 0,0 0 0 0 0,0 0 1 0 0,0 0-1 0 0,-1 0 0 0 0,0 0 1 0 0,1 0-1 0 0,-1 0 0 0 0,0 0 1 0 0,0 0-1 0 0,-1 0 0 0 0,1 1 0 0 0,-1-1 1 0 0,0 3-1 0 0,-2 4 36 0 0,0-1 1 0 0,0 0-1 0 0,-1 0 0 0 0,0 0 0 0 0,-1-1 1 0 0,0 1-1 0 0,0-1 0 0 0,-1 0 0 0 0,0-1 1 0 0,0 1-1 0 0,-11 9 0 0 0,-1-2 150 0 0,-1-2 0 0 0,0 1 0 0 0,-1-2 0 0 0,0-1 0 0 0,-25 10 0 0 0,23-12-936 0 0,0-1 0 0 0,-38 8-1 0 0,36-13-2459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4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5529 0 0,'19'-13'6963'0'0,"-18"13"-6811"0"0,-1 1 0 0 0,0-1 0 0 0,1 1 0 0 0,-1-1 0 0 0,0 0 0 0 0,0 1 0 0 0,0-1 0 0 0,0 1 0 0 0,1-1 0 0 0,-1 1 0 0 0,0-1 0 0 0,0 0-1 0 0,0 1 1 0 0,0-1 0 0 0,0 1 0 0 0,0-1 0 0 0,0 1 0 0 0,0-1 0 0 0,0 1 0 0 0,0-1 0 0 0,0 0 0 0 0,-1 1 0 0 0,1-1 0 0 0,0 1-1 0 0,0-1 1 0 0,0 0 0 0 0,-1 1 0 0 0,-6 67 2923 0 0,2-30-2224 0 0,0 51 0 0 0,5-78-1060 0 0,1 0 0 0 0,0 0 0 0 0,0 0 0 0 0,1 0 0 0 0,1-1-1 0 0,0 1 1 0 0,0-1 0 0 0,1 0 0 0 0,7 14 0 0 0,-10-22-158 0 0,0 0 0 0 0,1 0 1 0 0,-1 0-1 0 0,1 0 0 0 0,-1 0 0 0 0,1 0 0 0 0,0-1 0 0 0,0 1 0 0 0,0-1 1 0 0,0 1-1 0 0,3 1 0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0 150 3225 0 0,'1'-3'-179'0'0,"7"-37"4236"0"0,-8 38-3845 0 0,0 1 0 0 0,0 0 0 0 0,1 0 0 0 0,-1 0 0 0 0,1 0 0 0 0,-1 0 1 0 0,1 0-1 0 0,-1 0 0 0 0,1 0 0 0 0,-1 0 0 0 0,1 0 0 0 0,0 0 0 0 0,-1 0 0 0 0,1 0 0 0 0,0 0 0 0 0,0 1 0 0 0,0-1 0 0 0,0 0 1 0 0,0 1-1 0 0,0-1 0 0 0,0 0 0 0 0,0 1 0 0 0,0-1 0 0 0,0 1 0 0 0,0 0 0 0 0,0-1 0 0 0,0 1 0 0 0,0 0 0 0 0,0 0 1 0 0,3-1-1 0 0,-3 2-83 0 0,0 0 1 0 0,1-1-1 0 0,-1 1 0 0 0,1 0 1 0 0,-1 0-1 0 0,0 0 1 0 0,1 0-1 0 0,-1 0 1 0 0,0 0-1 0 0,0 0 1 0 0,0 0-1 0 0,0 0 1 0 0,0 1-1 0 0,0-1 1 0 0,0 0-1 0 0,1 3 1 0 0,13 28 967 0 0,-11-22-693 0 0,0-2-335 0 0,8 19 838 0 0,30 48 0 0 0,-38-69-809 0 0,0 0 0 0 0,1 0 0 0 0,-1 0 1 0 0,1-1-1 0 0,0 1 0 0 0,1-2 0 0 0,-1 1 0 0 0,1 0 0 0 0,0-1 0 0 0,0 0 0 0 0,1 0 0 0 0,-1-1 0 0 0,10 4 0 0 0,-15-7-113 0 0,1 0-1 0 0,-1 1 1 0 0,1-1-1 0 0,-1 0 0 0 0,1 0 1 0 0,0 0-1 0 0,-1 0 1 0 0,1 0-1 0 0,-1 0 0 0 0,1 0 1 0 0,-1-1-1 0 0,1 1 1 0 0,0-1-1 0 0,-1 1 0 0 0,1-1 1 0 0,-1 1-1 0 0,0-1 1 0 0,1 0-1 0 0,-1 0 0 0 0,1 0 1 0 0,-1 0-1 0 0,0 0 1 0 0,0 0-1 0 0,0 0 0 0 0,0 0 1 0 0,0 0-1 0 0,0 0 1 0 0,0-1-1 0 0,0 1 0 0 0,0 0 1 0 0,0-1-1 0 0,0 1 1 0 0,-1-1-1 0 0,1 1 0 0 0,0-3 1 0 0,3-8-183 0 0,-1 1 0 0 0,0-1 0 0 0,2-21 0 0 0,-3 19 119 0 0,20-93-184 0 0,-19 96 344 0 0,1-1 1 0 0,0 1-1 0 0,0 0 0 0 0,1 1 0 0 0,0-1 0 0 0,1 1 1 0 0,8-11-1 0 0,-13 20-32 0 0,0 0 1 0 0,0 0-1 0 0,-1 0 1 0 0,1 0-1 0 0,0 0 1 0 0,0 0 0 0 0,0 1-1 0 0,0-1 1 0 0,0 0-1 0 0,0 1 1 0 0,0-1-1 0 0,1 1 1 0 0,-1-1-1 0 0,0 1 1 0 0,0-1-1 0 0,0 1 1 0 0,0 0-1 0 0,1 0 1 0 0,-1-1-1 0 0,0 1 1 0 0,0 0-1 0 0,1 0 1 0 0,-1 0-1 0 0,0 1 1 0 0,0-1-1 0 0,1 0 1 0 0,-1 0-1 0 0,0 1 1 0 0,0-1 0 0 0,0 0-1 0 0,0 1 1 0 0,1-1-1 0 0,-1 1 1 0 0,0 0-1 0 0,0-1 1 0 0,0 1-1 0 0,0 0 1 0 0,0 0-1 0 0,0-1 1 0 0,-1 1-1 0 0,1 0 1 0 0,0 0-1 0 0,0 0 1 0 0,1 2-1 0 0,5 6 231 0 0,0 1 0 0 0,-1 0 0 0 0,10 19 0 0 0,-10-18-367 0 0,6 12-96 0 0,1-1 0 0 0,0 0 0 0 0,2-1 1 0 0,0-1-1 0 0,33 33 0 0 0,-33-41-816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41 6849 0 0,'0'-1'71'0'0,"0"1"-1"0"0,0-1 1 0 0,0 1-1 0 0,0-1 1 0 0,0 1-1 0 0,0-1 0 0 0,0 1 1 0 0,0-1-1 0 0,0 1 1 0 0,-1 0-1 0 0,1-1 0 0 0,0 1 1 0 0,0-1-1 0 0,0 1 1 0 0,-1-1-1 0 0,1 1 0 0 0,0 0 1 0 0,-1-1-1 0 0,1 1 1 0 0,0 0-1 0 0,-1-1 1 0 0,1 1-1 0 0,-1 0 0 0 0,1-1 1 0 0,0 1-1 0 0,-1 0 1 0 0,1 0-1 0 0,-1-1 0 0 0,1 1 1 0 0,-1 0-1 0 0,1 0 1 0 0,-1 0-1 0 0,1 0 0 0 0,-1 0 1 0 0,1 0-1 0 0,-2 0 1 0 0,-15 13 2737 0 0,-9 29-173 0 0,22-30-2381 0 0,1 0-1 0 0,0 0 1 0 0,1 0 0 0 0,0 0-1 0 0,0 0 1 0 0,2 1 0 0 0,-1-1-1 0 0,2 0 1 0 0,-1 1 0 0 0,2-1 0 0 0,4 21-1 0 0,-4-27-144 0 0,-1 0 0 0 0,1-1 0 0 0,0 1-1 0 0,1-1 1 0 0,0 0 0 0 0,-1 1 0 0 0,2-1 0 0 0,-1-1-1 0 0,0 1 1 0 0,1 0 0 0 0,8 7 0 0 0,-9-10-40 0 0,1 1 0 0 0,-1-1 1 0 0,1 0-1 0 0,0 0 0 0 0,0 0 1 0 0,-1-1-1 0 0,1 1 0 0 0,1-1 1 0 0,-1 0-1 0 0,0 0 0 0 0,0 0 0 0 0,0-1 1 0 0,0 1-1 0 0,1-1 0 0 0,-1 0 1 0 0,0 0-1 0 0,0-1 0 0 0,5 0 0 0 0,-4 1-25 0 0,0-1-1 0 0,0 0 1 0 0,-1 0-1 0 0,1-1 1 0 0,0 1-1 0 0,-1-1 1 0 0,1 0-1 0 0,-1 0 1 0 0,0-1-1 0 0,1 1 1 0 0,-1-1-1 0 0,0 0 1 0 0,-1 0-1 0 0,1 0 1 0 0,0 0 0 0 0,-1-1-1 0 0,0 0 1 0 0,0 1-1 0 0,0-1 1 0 0,0 0-1 0 0,-1 0 1 0 0,1-1-1 0 0,-1 1 1 0 0,0-1-1 0 0,0 1 1 0 0,-1-1-1 0 0,0 1 1 0 0,1-1-1 0 0,-1 0 1 0 0,-1 0-1 0 0,1 0 1 0 0,-1 0-1 0 0,0 1 1 0 0,0-7-1 0 0,-1 1 13 0 0,0 0-1 0 0,0 0 0 0 0,-1-1 1 0 0,0 1-1 0 0,-1 1 1 0 0,0-1-1 0 0,-1 0 1 0 0,0 1-1 0 0,0 0 1 0 0,-1-1-1 0 0,0 2 0 0 0,-1-1 1 0 0,0 1-1 0 0,0 0 1 0 0,-11-11-1 0 0,7 10-35 0 0,0 1 0 0 0,-1 0 0 0 0,-20-12 0 0 0,28 18-99 0 0,0 1 0 0 0,0-1 0 0 0,1 1 0 0 0,-1 0 0 0 0,-1-1 0 0 0,1 1 0 0 0,0 1 0 0 0,0-1 0 0 0,0 0 0 0 0,0 1 0 0 0,-1 0 0 0 0,1-1 0 0 0,0 1 0 0 0,0 1 0 0 0,-1-1 0 0 0,1 0 0 0 0,0 1 0 0 0,0 0 0 0 0,0-1 0 0 0,-6 4 0 0 0,-2 9-3572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53 2761 0 0,'1'-2'364'0'0,"-1"1"-1"0"0,1-1 1 0 0,-1 0 0 0 0,0 0 0 0 0,0 0 0 0 0,0 0 0 0 0,0 0 0 0 0,0 0 0 0 0,0 0 0 0 0,0 0 0 0 0,-1 0 0 0 0,1 0-1 0 0,-1 0 1 0 0,1 0 0 0 0,-1 1 0 0 0,0-1 0 0 0,0 0 0 0 0,0 0 0 0 0,0 1 0 0 0,0-1 0 0 0,0 0 0 0 0,0 1 0 0 0,-1-1-1 0 0,-2-1 1 0 0,3 2-174 0 0,0 0-1 0 0,0 1 0 0 0,-1-1 1 0 0,1 0-1 0 0,0 1 1 0 0,-1 0-1 0 0,1-1 0 0 0,0 1 1 0 0,-1 0-1 0 0,1-1 1 0 0,-1 1-1 0 0,1 0 0 0 0,0 0 1 0 0,-1 0-1 0 0,1 1 0 0 0,-1-1 1 0 0,1 0-1 0 0,0 0 1 0 0,-1 1-1 0 0,1-1 0 0 0,0 1 1 0 0,-1-1-1 0 0,1 1 0 0 0,0-1 1 0 0,-1 1-1 0 0,1 0 1 0 0,0 0-1 0 0,0 0 0 0 0,0 0 1 0 0,0-1-1 0 0,0 1 0 0 0,0 1 1 0 0,0-1-1 0 0,-1 2 1 0 0,-9 9 35 0 0,1 2 1 0 0,1 0 0 0 0,0 0-1 0 0,0 0 1 0 0,2 1-1 0 0,0 0 1 0 0,-10 32 0 0 0,14-39-153 0 0,1-1 0 0 0,1 1 1 0 0,-1 0-1 0 0,1-1 0 0 0,0 1 1 0 0,1 0-1 0 0,0 0 0 0 0,0 0 1 0 0,1-1-1 0 0,0 1 0 0 0,0 0 0 0 0,1 0 1 0 0,0-1-1 0 0,0 1 0 0 0,0-1 1 0 0,1 0-1 0 0,1 1 0 0 0,7 12 1 0 0,-2-10-103 0 0,1 0 0 0 0,0-1 0 0 0,1 1 0 0 0,0-2 0 0 0,0 0 0 0 0,1 0 0 0 0,0-1 1 0 0,20 8-1 0 0,-18-8-6 0 0,0 0 1 0 0,-1 0-1 0 0,-1 1 1 0 0,1 1-1 0 0,-1 0 1 0 0,20 19-1 0 0,-31-26 39 0 0,0-1 0 0 0,0 0-1 0 0,0 0 1 0 0,0 1 0 0 0,0-1 0 0 0,-1 0-1 0 0,1 1 1 0 0,0-1 0 0 0,-1 1 0 0 0,1-1-1 0 0,-1 1 1 0 0,1-1 0 0 0,-1 1 0 0 0,0 0-1 0 0,1-1 1 0 0,-1 1 0 0 0,0 0-1 0 0,0-1 1 0 0,0 1 0 0 0,-1-1 0 0 0,1 1-1 0 0,0 0 1 0 0,-1 1 0 0 0,0 0 36 0 0,-1 0 0 0 0,1-1 0 0 0,-1 1 0 0 0,0 0 0 0 0,0-1 0 0 0,0 1 0 0 0,0-1 0 0 0,0 0 0 0 0,0 1 0 0 0,0-1 0 0 0,-4 2 0 0 0,-4 2 152 0 0,1 0 0 0 0,-1 0 0 0 0,0-1 0 0 0,-1-1 0 0 0,-18 7 0 0 0,17-8-241 0 0,0-1 1 0 0,0 0-1 0 0,0-1 1 0 0,0 0-1 0 0,0-1 0 0 0,-13-1 1 0 0,8-1-488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163 160 3225 0 0,'0'-1'107'0'0,"0"-1"0"0"0,0 1 1 0 0,0 0-1 0 0,0 0 0 0 0,-1-1 1 0 0,1 1-1 0 0,0 0 1 0 0,-1-1-1 0 0,1 1 0 0 0,-1 0 1 0 0,1 0-1 0 0,-1-1 0 0 0,0 1 1 0 0,1 0-1 0 0,-1 0 0 0 0,0 0 1 0 0,0 0-1 0 0,0 0 1 0 0,0 0-1 0 0,0 0 0 0 0,0 0 1 0 0,0 1-1 0 0,0-1 0 0 0,0 0 1 0 0,0 1-1 0 0,-1-1 0 0 0,1 0 1 0 0,0 1-1 0 0,0 0 1 0 0,-1-1-1 0 0,1 1 0 0 0,0 0 1 0 0,0-1-1 0 0,-1 1 0 0 0,1 0 1 0 0,0 0-1 0 0,-1 0 0 0 0,1 0 1 0 0,-3 1-1 0 0,0-1 97 0 0,1 0-1 0 0,-1 1 1 0 0,0 0-1 0 0,0 0 1 0 0,0 0-1 0 0,1 0 1 0 0,-1 0-1 0 0,0 1 1 0 0,1 0-1 0 0,-1-1 1 0 0,1 1-1 0 0,-5 4 1 0 0,0 2 19 0 0,1 1 0 0 0,1-1 0 0 0,-1 1 0 0 0,2 0 0 0 0,-1 1 1 0 0,1-1-1 0 0,1 1 0 0 0,-1 0 0 0 0,2 0 0 0 0,-1 0 0 0 0,-2 19 0 0 0,3-13-163 0 0,1 0 0 0 0,0 0 1 0 0,1 0-1 0 0,1-1 0 0 0,1 1 0 0 0,0 0 0 0 0,5 22 0 0 0,-5-32-52 0 0,0 0-1 0 0,1-1 1 0 0,0 1 0 0 0,0 0 0 0 0,1-1-1 0 0,-1 1 1 0 0,1-1 0 0 0,0 0 0 0 0,0 0 0 0 0,1 0-1 0 0,0 0 1 0 0,0-1 0 0 0,0 1 0 0 0,0-1-1 0 0,1 0 1 0 0,-1 0 0 0 0,1-1 0 0 0,0 1 0 0 0,0-1-1 0 0,1 0 1 0 0,-1-1 0 0 0,1 1 0 0 0,-1-1-1 0 0,1 0 1 0 0,10 2 0 0 0,-7-3 6 0 0,1 0 0 0 0,-1 0 0 0 0,0-1 0 0 0,1 0 0 0 0,-1-1 0 0 0,0 0 1 0 0,0-1-1 0 0,0 0 0 0 0,1 0 0 0 0,-2-1 0 0 0,1 0 0 0 0,0 0 0 0 0,-1-1 0 0 0,1 0 0 0 0,-1-1 0 0 0,8-5 0 0 0,-8 3 104 0 0,0 1-1 0 0,-1-1 0 0 0,0 0 0 0 0,0 0 1 0 0,0-1-1 0 0,-1 0 0 0 0,0 0 0 0 0,-1-1 1 0 0,0 1-1 0 0,0-1 0 0 0,-1 0 0 0 0,0-1 1 0 0,-1 1-1 0 0,0-1 0 0 0,0 0 0 0 0,-1 1 1 0 0,0-1-1 0 0,-1 0 0 0 0,0 0 0 0 0,0 0 1 0 0,-1 0-1 0 0,-1 0 0 0 0,0 0 0 0 0,-2-12 1 0 0,0 4 35 0 0,-1 0 1 0 0,-1 0-1 0 0,0 1 1 0 0,-1-1-1 0 0,-1 1 0 0 0,-1 1 1 0 0,-1-1-1 0 0,0 2 1 0 0,0-1-1 0 0,-2 1 1 0 0,0 1-1 0 0,-20-21 1 0 0,-4 9-330 0 0,33 24-14 0 0,0 1 0 0 0,0 0 0 0 0,0 0 0 0 0,0 0 0 0 0,-1 0 0 0 0,1 1 0 0 0,0-1 0 0 0,-1 0 0 0 0,1 1-1 0 0,-1 0 1 0 0,1 0 0 0 0,0 0 0 0 0,-1 0 0 0 0,1 0 0 0 0,-5 0 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46 2761 0 0,'12'-12'-128'0'0,"10"-11"2195"0"0,-21 22-1646 0 0,0 0-1 0 0,0 0 0 0 0,0 1 0 0 0,0-1 1 0 0,0 0-1 0 0,1 0 0 0 0,-1 1 1 0 0,0-1-1 0 0,0 0 0 0 0,0 1 1 0 0,1-1-1 0 0,-1 1 0 0 0,0 0 1 0 0,1-1-1 0 0,1 1 0 0 0,-2 0-221 0 0,0 1 1 0 0,0 0-1 0 0,0-1 0 0 0,0 1 0 0 0,0 0 0 0 0,0-1 1 0 0,-1 1-1 0 0,1 0 0 0 0,0 0 0 0 0,-1 0 1 0 0,1 0-1 0 0,0 0 0 0 0,-1-1 0 0 0,1 1 1 0 0,-1 0-1 0 0,0 0 0 0 0,1 0 0 0 0,-1 1 0 0 0,0-1 1 0 0,1 0-1 0 0,-1 1 0 0 0,5 30 1107 0 0,-4-26-995 0 0,10 147 2117 0 0,-1-6-1660 0 0,-6-123-1368 0 0,0-1 1 0 0,1 0 0 0 0,2 0-1 0 0,12 30 1 0 0,-12-38-1438 0 0,-1-1-3748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0 183 9218 0 0,'0'-4'122'0'0,"0"0"-1"0"0,1 0 1 0 0,0-1-1 0 0,-1 1 1 0 0,1 0 0 0 0,1 0-1 0 0,-1 0 1 0 0,0 0 0 0 0,1 0-1 0 0,0 1 1 0 0,0-1-1 0 0,0 0 1 0 0,1 1 0 0 0,-1 0-1 0 0,1-1 1 0 0,-1 1-1 0 0,1 0 1 0 0,0 0 0 0 0,6-4-1 0 0,9-8 266 0 0,0 1 0 0 0,24-13-1 0 0,-38 24-369 0 0,9-5-97 0 0,0 1 0 0 0,1 0 0 0 0,22-9 0 0 0,-30 15-246 0 0,-1-1 1 0 0,0 1 0 0 0,0 0-1 0 0,0 0 1 0 0,0 0 0 0 0,1 1 0 0 0,-1 0-1 0 0,0 0 1 0 0,1 0 0 0 0,-1 1-1 0 0,0-1 1 0 0,0 1 0 0 0,10 3-1 0 0,0 3-1049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5065 0 0,'35'-24'4601'0'0,"3"-1"-4304"0"0,109-87-2029 0 0,-128 97 1719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16 6449 0 0,'-16'-9'138'0'0,"-8"2"4789"0"0,23 7-4769 0 0,0 0 1 0 0,0 0-1 0 0,0 1 1 0 0,0-1-1 0 0,0 0 1 0 0,1 0-1 0 0,-1 1 1 0 0,0-1 0 0 0,0 0-1 0 0,0 1 1 0 0,0-1-1 0 0,0 1 1 0 0,0 0-1 0 0,1-1 1 0 0,-1 1-1 0 0,0-1 1 0 0,0 1 0 0 0,1 0-1 0 0,-1 0 1 0 0,1-1-1 0 0,-1 1 1 0 0,0 0-1 0 0,1 0 1 0 0,0 0-1 0 0,-1 0 1 0 0,1 0 0 0 0,-1 0-1 0 0,1 0 1 0 0,0-1-1 0 0,0 1 1 0 0,0 0-1 0 0,-1 0 1 0 0,1 0 0 0 0,0 0-1 0 0,0 0 1 0 0,0 0-1 0 0,0 0 1 0 0,1 0-1 0 0,-1 1 1 0 0,2 27 193 0 0,1-1 1 0 0,2 0 0 0 0,1 0-1 0 0,1 0 1 0 0,17 42 0 0 0,-10-29-1062 0 0,12 56-1 0 0,-22-75-327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0 221 5065 0 0,'1'-8'292'0'0,"0"0"0"0"0,0 1 0 0 0,1-1 0 0 0,0 0 0 0 0,0 1 0 0 0,1 0-1 0 0,0-1 1 0 0,0 1 0 0 0,6-8 0 0 0,1 0 589 0 0,0 1-1 0 0,1 1 1 0 0,14-14-1 0 0,-15 16-384 0 0,1 1 0 0 0,0 1 0 0 0,16-11 0 0 0,-22 17-532 0 0,-1 0 0 0 0,1 1 1 0 0,0 0-1 0 0,-1 0 0 0 0,9-2 0 0 0,-10 3-229 0 0,-1 1-1 0 0,0-1 1 0 0,1 1 0 0 0,-1 0 0 0 0,0 0-1 0 0,1 0 1 0 0,-1 0 0 0 0,0 0-1 0 0,1 1 1 0 0,-1-1 0 0 0,0 1-1 0 0,0 0 1 0 0,3 0 0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64 2304 0 0,'-9'20'470'0'0,"9"-20"-377"0"0,0 0 0 0 0,0 1 0 0 0,0-1 0 0 0,0 0-1 0 0,0 1 1 0 0,0-1 0 0 0,0 0 0 0 0,0 0 0 0 0,0 1 0 0 0,0-1 0 0 0,0 0 0 0 0,0 1 0 0 0,0-1 0 0 0,1 0 0 0 0,-1 0 0 0 0,0 0 0 0 0,0 1 0 0 0,1-1 93 0 0,-1 0-93 0 0,0 1 0 0 0,0-1 0 0 0,0 0 0 0 0,1 0 0 0 0,-1 0 0 0 0,0 0 0 0 0,0 0 0 0 0,1 1-1 0 0,-1-1 1 0 0,0 0 0 0 0,1 0 0 0 0,-1 0 0 0 0,0 0 0 0 0,0 0 0 0 0,1 0 0 0 0,-1 0 0 0 0,4 0 528 0 0,0 0-1 0 0,0-1 1 0 0,0 0 0 0 0,0 0-1 0 0,0 0 1 0 0,0 0-1 0 0,-1 0 1 0 0,5-3 0 0 0,88-47 1686 0 0,-64 32-3936 0 0,-13 8-2926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2186 59 7834 0 0,'1'-4'147'0'0,"18"-32"1796"0"0,-1 17 3294 0 0,-17 19-5163 0 0,-1 0 1 0 0,1 0 0 0 0,-1 0 0 0 0,1 0 0 0 0,-1 0 0 0 0,0 0 0 0 0,1 1 0 0 0,-1-1-1 0 0,1 0 1 0 0,-1 0 0 0 0,1 0 0 0 0,-1 0 0 0 0,0 0 0 0 0,1 1 0 0 0,-1-1-1 0 0,0 0 1 0 0,1 0 0 0 0,-1 1 0 0 0,1-1 0 0 0,-1 0 0 0 0,0 0 0 0 0,0 1 0 0 0,1-1-1 0 0,-1 0 1 0 0,0 1 0 0 0,0-1 0 0 0,1 1 0 0 0,-1-1 0 0 0,0 0 0 0 0,0 1 0 0 0,0-1-1 0 0,1 1 1 0 0,-1-1 0 0 0,0 1 0 0 0,0-1 0 0 0,0 0 0 0 0,0 1 0 0 0,0-1-1 0 0,0 1 1 0 0,5 21 725 0 0,12 237 1458 0 0,-7-55-2154 0 0,11-67-86 0 0,76 263-1 0 0,-82-343-50 0 0,6 16-634 0 0,-3 0 0 0 0,13 127-1 0 0,-30-195 659 0 0,0-1-1 0 0,-1 1 0 0 0,0 0 0 0 0,0-1 0 0 0,0 1 0 0 0,-1 0 0 0 0,0-1 0 0 0,0 1 0 0 0,0 0 0 0 0,0-1 0 0 0,0 0 0 0 0,-1 1 0 0 0,0-1 0 0 0,0 0 1 0 0,0 0-1 0 0,-1 0 0 0 0,1 0 0 0 0,-1 0 0 0 0,0 0 0 0 0,0-1 0 0 0,0 1 0 0 0,-1-1 0 0 0,1 0 0 0 0,-1 0 0 0 0,0 0 0 0 0,0-1 0 0 0,0 1 0 0 0,0-1 1 0 0,0 0-1 0 0,0 0 0 0 0,0 0 0 0 0,-1-1 0 0 0,1 1 0 0 0,-1-1 0 0 0,-5 0 0 0 0,-44 10 112 0 0,-1-4 0 0 0,-1-2 0 0 0,-95-3 0 0 0,-35 3-66 0 0,-341 44-124 0 0,486-45 54 0 0,-353 21 532 0 0,-181-69-576 0 0,520 40-1194 0 0,-75 3 0 0 0,27 2-629 0 0,77-3 1252 0 0,1 0-28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54 2761 0 0,'-12'-28'813'0'0,"11"27"-668"0"0,1 0 0 0 0,0 0 1 0 0,0 0-1 0 0,0 1 0 0 0,-1-1 1 0 0,1 0-1 0 0,0 0 1 0 0,0 0-1 0 0,0 0 0 0 0,1 0 1 0 0,-1 1-1 0 0,0-1 1 0 0,0 0-1 0 0,0 0 0 0 0,1 0 1 0 0,-1 0-1 0 0,0 1 0 0 0,1-1 1 0 0,-1 0-1 0 0,0 0 1 0 0,1 1-1 0 0,-1-1 0 0 0,1 0 1 0 0,0 1-1 0 0,-1-1 0 0 0,1 0 1 0 0,-1 1-1 0 0,1-1 1 0 0,0 1-1 0 0,-1-1 0 0 0,1 1 1 0 0,1-1-1 0 0,0 1-17 0 0,-1 0 0 0 0,0 0 0 0 0,0 0 0 0 0,0 0 0 0 0,0 0 0 0 0,0 1 0 0 0,0-1 0 0 0,-1 0 0 0 0,1 1 0 0 0,0-1 0 0 0,0 1 0 0 0,0-1 0 0 0,0 1 0 0 0,0-1 0 0 0,0 1 0 0 0,-1 0 0 0 0,1-1 0 0 0,0 1 1 0 0,0 0-1 0 0,-1 0 0 0 0,1-1 0 0 0,-1 1 0 0 0,1 0 0 0 0,-1 0 0 0 0,1 0 0 0 0,-1 0 0 0 0,1 0 0 0 0,-1 0 0 0 0,0 0 0 0 0,1 1 0 0 0,12 35 1280 0 0,-12-35-1210 0 0,12 57 618 0 0,-3 0 1 0 0,-2 1 0 0 0,0 97 0 0 0,-1-20-534 0 0,0-62-366 0 0,3 0 0 0 0,3-1 0 0 0,27 88 0 0 0,-23-113-3303 0 0,28 59 1 0 0,-36-91-1111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20 654 3193 0 0,'-2'-4'7'0'0,"-1"-1"0"0"0,1 1 1 0 0,0 0-1 0 0,0 0 0 0 0,0-1 1 0 0,1 1-1 0 0,-1-1 0 0 0,1 0 1 0 0,0 1-1 0 0,0-1 0 0 0,1 0 1 0 0,0 0-1 0 0,0 0 0 0 0,0 1 1 0 0,0-1-1 0 0,1 0 0 0 0,-1 0 1 0 0,1 1-1 0 0,0-1 0 0 0,1 0 1 0 0,-1 1-1 0 0,1-1 0 0 0,0 1 1 0 0,0 0-1 0 0,0-1 0 0 0,1 1 1 0 0,0 0-1 0 0,-1 1 0 0 0,1-1 1 0 0,1 0-1 0 0,-1 1 0 0 0,0-1 1 0 0,1 1-1 0 0,0 0 0 0 0,0 0 1 0 0,0 1-1 0 0,8-5 0 0 0,22-5 820 0 0,0 0-1 0 0,1 3 0 0 0,46-7 0 0 0,18-5 784 0 0,732-149 4731 0 0,-79 21-1835 0 0,-607 105-3458 0 0,-92 26-456 0 0,99-19 1 0 0,-145 36-576 0 0,-1 0-1 0 0,0 0 1 0 0,1 1 0 0 0,-1 0-1 0 0,11 1 1 0 0,2 7-6098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39 208 1376 0 0,'-8'-19'1431'0'0,"0"-1"0"0"0,1 0-1 0 0,1 0 1 0 0,-3-23 0 0 0,8 25 5045 0 0,6 26-4497 0 0,9 11-1339 0 0,3 9-132 0 0,88 132 610 0 0,-83-130-1096 0 0,2-1 1 0 0,1-1-1 0 0,29 26 0 0 0,-49-50 16 0 0,0 0 0 0 0,0-1-1 0 0,0 1 1 0 0,0-1 0 0 0,0 0 0 0 0,1-1-1 0 0,0 1 1 0 0,-1-1 0 0 0,1 0 0 0 0,9 2-1 0 0,-13-4 17 0 0,0 0-1 0 0,0 0 1 0 0,-1 0 0 0 0,1 0-1 0 0,0 0 1 0 0,0 0 0 0 0,0 0-1 0 0,0 0 1 0 0,-1-1-1 0 0,1 1 1 0 0,0-1 0 0 0,0 1-1 0 0,-1-1 1 0 0,1 0-1 0 0,0 0 1 0 0,-1 0 0 0 0,1 0-1 0 0,-1 0 1 0 0,1 0-1 0 0,-1 0 1 0 0,0 0 0 0 0,1 0-1 0 0,-1-1 1 0 0,0 1-1 0 0,0-1 1 0 0,0 1 0 0 0,0-1-1 0 0,0 1 1 0 0,0-1-1 0 0,0 0 1 0 0,0 1 0 0 0,-1-1-1 0 0,1 0 1 0 0,-1 1 0 0 0,1-1-1 0 0,-1 0 1 0 0,0 0-1 0 0,1-2 1 0 0,5-52 311 0 0,-2 0-1 0 0,-5-71 1 0 0,1-13-359 0 0,0 126 11 0 0,1-6-772 0 0,0 20 659 0 0,-1 0-1 0 0,0-1 1 0 0,1 1-1 0 0,-1 0 0 0 0,1-1 1 0 0,-1 1-1 0 0,1 0 1 0 0,-1 0-1 0 0,1 0 1 0 0,-1-1-1 0 0,0 1 0 0 0,1 0 1 0 0,-1 0-1 0 0,1 0 1 0 0,-1 0-1 0 0,1 0 1 0 0,-1 0-1 0 0,1 0 0 0 0,-1 0 1 0 0,1 0-1 0 0,-1 0 1 0 0,1 0-1 0 0,-1 0 1 0 0,1 0-1 0 0,-1 1 0 0 0,1-1 1 0 0,-1 0-1 0 0,1 0 1 0 0,-1 0-1 0 0,1 1 1 0 0,-1-1-1 0 0,0 0 0 0 0,1 1 1 0 0,-1-1-1 0 0,0 0 1 0 0,1 1-1 0 0,0 0 1 0 0,7 3-1447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1 920 0 0,'1'0'590'0'0,"0"0"-250"0"0,0 0 1 0 0,0 0 0 0 0,0 0 0 0 0,0 1 0 0 0,0-1-1 0 0,7 5 3068 0 0,-7-3-3067 0 0,16 25 1048 0 0,-15-25-1248 0 0,11 25 954 0 0,0 1 0 0 0,9 29 0 0 0,-18-43-1199 0 0,0-1 1 0 0,-1 1-1 0 0,-1 0 0 0 0,0-1 0 0 0,0 1 1 0 0,-2 24-1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2385 0 0,'3'-5'150'0'0,"-1"0"1"0"0,1 0 0 0 0,0 0 0 0 0,0 1 0 0 0,1 0 0 0 0,-1-1 0 0 0,1 1 0 0 0,0 1 0 0 0,0-1 0 0 0,0 0 0 0 0,1 1 0 0 0,-1 0 0 0 0,1 0 0 0 0,7-3 0 0 0,8-4 692 0 0,0 1 0 0 0,26-8 1 0 0,-35 13-657 0 0,0 1 0 0 0,0 1 1 0 0,0-1-1 0 0,0 2 0 0 0,1 0 1 0 0,-1 0-1 0 0,1 1 0 0 0,11 1 1 0 0,-20-1-151 0 0,0 1 0 0 0,0-1 0 0 0,0 1 0 0 0,0-1 0 0 0,0 1 1 0 0,-1 0-1 0 0,1 0 0 0 0,0 0 0 0 0,-1 1 0 0 0,1-1 1 0 0,0 1-1 0 0,-1-1 0 0 0,0 1 0 0 0,1 0 0 0 0,-1 0 1 0 0,0 0-1 0 0,0 0 0 0 0,0 0 0 0 0,0 0 0 0 0,-1 1 1 0 0,1-1-1 0 0,0 1 0 0 0,-1-1 0 0 0,0 1 0 0 0,0 0 1 0 0,0-1-1 0 0,0 1 0 0 0,0 0 0 0 0,0 0 0 0 0,-1 0 1 0 0,1 0-1 0 0,-1-1 0 0 0,0 1 0 0 0,0 0 0 0 0,0 6 1 0 0,-1 5 306 0 0,-1 1 0 0 0,-1-1 0 0 0,0 0 0 0 0,-1 0 0 0 0,0 0 0 0 0,-1 0 0 0 0,-1-1 0 0 0,-7 14 0 0 0,-26 37-239 0 0,-4-6-3691 0 0,35-47-632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2304 0 0,'1'-2'178'0'0,"0"0"-1"0"0,0 0 0 0 0,0 1 0 0 0,0-1 1 0 0,1 1-1 0 0,-1-1 0 0 0,1 1 0 0 0,-1-1 1 0 0,1 1-1 0 0,0 0 0 0 0,-1 0 0 0 0,1 0 1 0 0,0 0-1 0 0,0 0 0 0 0,0 0 0 0 0,0 0 1 0 0,-1 1-1 0 0,1-1 0 0 0,0 1 0 0 0,0-1 1 0 0,0 1-1 0 0,1 0 0 0 0,2 0 0 0 0,-2 1 118 0 0,-1 0 0 0 0,1 0 0 0 0,0 0 0 0 0,-1 0 0 0 0,1 0-1 0 0,-1 1 1 0 0,1-1 0 0 0,-1 1 0 0 0,0 0 0 0 0,0 0 0 0 0,0 0-1 0 0,0 0 1 0 0,0 0 0 0 0,3 4 0 0 0,5 9 370 0 0,0 1 0 0 0,-2 0 0 0 0,0 0-1 0 0,6 18 1 0 0,-13-33-704 0 0,25 76 311 0 0,6 11-3921 0 0,-27-95 1415 0 0,-7-18 2304 0 0,-2 13-137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1 132 920 0 0,'1'-5'267'0'0,"1"-1"0"0"0,-1 0 0 0 0,1 1 0 0 0,0 0 1 0 0,1 0-1 0 0,-1-1 0 0 0,1 1 0 0 0,0 1 0 0 0,1-1 0 0 0,-1 0 0 0 0,1 1 0 0 0,0 0 0 0 0,0 0 0 0 0,0 0 0 0 0,0 0 0 0 0,9-5 0 0 0,-4 3 96 0 0,0 0-1 0 0,0 1 1 0 0,0 0 0 0 0,1 0-1 0 0,-1 1 1 0 0,1 0-1 0 0,0 1 1 0 0,16-3-1 0 0,-24 5-323 0 0,1 1-1 0 0,0 0 1 0 0,0-1-1 0 0,-1 1 1 0 0,1 1-1 0 0,0-1 0 0 0,0 0 1 0 0,0 1-1 0 0,-1-1 1 0 0,1 1-1 0 0,0 0 1 0 0,-1 0-1 0 0,1 0 1 0 0,0 0-1 0 0,-1 0 1 0 0,1 1-1 0 0,-1-1 1 0 0,4 4-1 0 0,-2-2 82 0 0,-1 1 0 0 0,-1-1-1 0 0,1 1 1 0 0,0-1 0 0 0,-1 1 0 0 0,0 0-1 0 0,0 0 1 0 0,0 0 0 0 0,0 0 0 0 0,2 9 0 0 0,-2-2 130 0 0,0 1 1 0 0,0-1-1 0 0,-1 0 1 0 0,-1 1-1 0 0,0-1 1 0 0,0 1 0 0 0,-1-1-1 0 0,-4 18 1 0 0,1-14 62 0 0,-2 0 0 0 0,1 1 1 0 0,-2-2-1 0 0,0 1 0 0 0,-1-1 0 0 0,-1 0 1 0 0,0-1-1 0 0,0 0 0 0 0,-23 23 0 0 0,20-24-1717 0 0,-1-1-1 0 0,-24 18 0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7.2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17 1376 0 0,'-10'1'515'0'0,"-1"0"-1"0"0,1 1 0 0 0,-19 5 1 0 0,19-4 332 0 0,0-1 0 0 0,0 0 0 0 0,-19 1 1 0 0,162 1 2860 0 0,-75 0-2481 0 0,1-3 1 0 0,110-13 0 0 0,-147 9-1166 0 0,-15 3 6 0 0,-1-1 1 0 0,1 0-1 0 0,-1 0 0 0 0,1 0 1 0 0,-1-1-1 0 0,1 0 0 0 0,-1 0 1 0 0,7-4-1 0 0,-53 3 539 0 0,-45 10-217 0 0,30-3-168 0 0,-106 21-1 0 0,198-24-221 0 0,62-12-23 0 0,-8 0 46 0 0,-91 12-22 0 0,1-1 0 0 0,-1 0 0 0 0,1 0 0 0 0,-1 0 0 0 0,1 0 0 0 0,-1 0-1 0 0,1 0 1 0 0,0 0 0 0 0,-1 0 0 0 0,1-1 0 0 0,-1 1 0 0 0,1 0-1 0 0,-1 0 1 0 0,1 0 0 0 0,-1 0 0 0 0,1-1 0 0 0,-1 1 0 0 0,1 0 0 0 0,-1-1-1 0 0,1 1 1 0 0,-1 0 0 0 0,1-1 0 0 0,-1 1 0 0 0,0 0 0 0 0,1-1-1 0 0,-1 1 1 0 0,0-1 0 0 0,1 1 0 0 0,-1-1 0 0 0,1 0 0 0 0,-17-6 141 0 0,-29-2 42 0 0,27 7 26 0 0,-1 0 0 0 0,1 1 0 0 0,-1 1 1 0 0,1 1-1 0 0,-1 1 0 0 0,1 0 0 0 0,0 2 1 0 0,-32 9-1 0 0,50-13-210 0 0,0 0 1 0 0,-1 0-1 0 0,1 0 0 0 0,0 0 1 0 0,0 0-1 0 0,0 0 0 0 0,0 0 1 0 0,-1 0-1 0 0,1 0 0 0 0,0 0 1 0 0,0 0-1 0 0,0 0 0 0 0,0 0 1 0 0,-1 0-1 0 0,1 0 0 0 0,0 0 1 0 0,0 0-1 0 0,0 0 0 0 0,0 0 1 0 0,-1 0-1 0 0,1 0 0 0 0,0 1 1 0 0,0-1-1 0 0,0 0 0 0 0,0 0 1 0 0,0 0-1 0 0,0 0 0 0 0,-1 0 1 0 0,1 0-1 0 0,0 1 0 0 0,0-1 1 0 0,0 0-1 0 0,0 0 0 0 0,0 0 1 0 0,0 0-1 0 0,0 1 0 0 0,0-1 1 0 0,0 0-1 0 0,0 0 0 0 0,0 0 1 0 0,0 0-1 0 0,0 1 0 0 0,0-1 1 0 0,0 0-1 0 0,0 0 0 0 0,0 0 1 0 0,0 1-1 0 0,0-1 0 0 0,0 0 1 0 0,0 0-1 0 0,0 0 0 0 0,0 0 1 0 0,0 0-1 0 0,0 1 0 0 0,14 3 4 0 0,20-1-7 0 0,-32-3 4 0 0,26 3-1 0 0,-7-1 0 0 0,0-1 0 0 0,0-1 0 0 0,1 0 0 0 0,30-6 0 0 0,-52 6 0 0 0,0 0 0 0 0,0 0-1 0 0,0 1 1 0 0,1-1 0 0 0,-1 0 0 0 0,0 0-1 0 0,0 0 1 0 0,0 0 0 0 0,1 0 0 0 0,-1 0 0 0 0,0 0-1 0 0,0 0 1 0 0,0 0 0 0 0,1 0 0 0 0,-1 0-1 0 0,0-1 1 0 0,0 1 0 0 0,0 0 0 0 0,1 0-1 0 0,-1 0 1 0 0,0 0 0 0 0,0 0 0 0 0,0 0 0 0 0,1 0-1 0 0,-1 0 1 0 0,0-1 0 0 0,0 1 0 0 0,0 0-1 0 0,0 0 1 0 0,0 0 0 0 0,1 0 0 0 0,-1-1 0 0 0,0 1-1 0 0,0 0 1 0 0,0 0 0 0 0,0 0 0 0 0,0 0-1 0 0,0-1 1 0 0,0 1 0 0 0,0 0 0 0 0,0 0 0 0 0,0-1-1 0 0,0 1 1 0 0,0 0 0 0 0,0 0 0 0 0,0 0-1 0 0,0-1 1 0 0,-11-5 66 0 0,-19-1 55 0 0,13 5 58 0 0,0 0 0 0 0,0 1 0 0 0,-1 1 0 0 0,1 1 0 0 0,0 0 0 0 0,0 1 0 0 0,0 1 0 0 0,-31 9 0 0 0,43-5-1024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7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27 296 3681 0 0,'-4'-9'845'0'0,"0"0"0"0"0,1 0 0 0 0,-1 0 0 0 0,2-1 1 0 0,0 1-1 0 0,0-1 0 0 0,-1-12 0 0 0,2 13 98 0 0,1 8-731 0 0,-1 0 0 0 0,1 0-1 0 0,0 0 1 0 0,0 0 0 0 0,-1-1 0 0 0,1 1 0 0 0,0 0-1 0 0,0 0 1 0 0,0 0 0 0 0,0 0 0 0 0,0 0-1 0 0,0-1 1 0 0,1 1 0 0 0,-1 0 0 0 0,0 0 0 0 0,1 0-1 0 0,-1 0 1 0 0,1 0 0 0 0,-1 0 0 0 0,1 0-1 0 0,0-1 1 0 0,0 2-57 0 0,-1 0 1 0 0,1 0-1 0 0,0 0 0 0 0,0 0 0 0 0,0 0 1 0 0,-1 1-1 0 0,1-1 0 0 0,0 0 0 0 0,0 0 0 0 0,-1 1 1 0 0,1-1-1 0 0,0 1 0 0 0,-1-1 0 0 0,1 1 0 0 0,0-1 1 0 0,-1 1-1 0 0,1-1 0 0 0,-1 1 0 0 0,1-1 1 0 0,-1 1-1 0 0,1 0 0 0 0,32 44 1601 0 0,21 54-1558 0 0,-42-73-143 0 0,2-1 0 0 0,0 0 0 0 0,1 0-1 0 0,2-2 1 0 0,0 0 0 0 0,23 23 0 0 0,-37-43-55 0 0,14 13 36 0 0,1-1 1 0 0,35 24-1 0 0,-49-36-27 0 0,1 0 0 0 0,-1-1 0 0 0,0 1 0 0 0,1-1 0 0 0,0 0 0 0 0,-1-1 0 0 0,1 1 0 0 0,0-1 0 0 0,0 0 0 0 0,-1 0 0 0 0,1 0 0 0 0,0-1 0 0 0,0 0 0 0 0,0 0 0 0 0,0 0 0 0 0,0 0 0 0 0,0-1 0 0 0,0 0 0 0 0,9-2 0 0 0,-11 1 39 0 0,1-1-1 0 0,-1 1 1 0 0,0 0-1 0 0,0-1 1 0 0,0 1-1 0 0,-1-1 0 0 0,1 0 1 0 0,0 0-1 0 0,-1 0 1 0 0,0-1-1 0 0,0 1 1 0 0,0 0-1 0 0,0-1 1 0 0,0 1-1 0 0,1-6 1 0 0,16-61 227 0 0,-17 61-223 0 0,31-182 248 0 0,-24 119-794 0 0,34-123 0 0 0,-36 179-949 0 0,-2 11 189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0,'2'0'281'0'0,"0"1"0"0"0,-1-1-1 0 0,1 1 1 0 0,0 0 0 0 0,-1 0 0 0 0,1-1 0 0 0,-1 1 0 0 0,1 0 0 0 0,-1 0 0 0 0,1 0 0 0 0,-1 1 0 0 0,0-1 0 0 0,1 0 0 0 0,-1 1 0 0 0,0-1 0 0 0,0 0 0 0 0,0 1 0 0 0,0-1 0 0 0,0 1 0 0 0,0 1 0 0 0,18 38 3795 0 0,-17-36-3537 0 0,7 24 155 0 0,-1-1 1 0 0,-1 1-1 0 0,-2 1 0 0 0,0-1 0 0 0,-1 43 1 0 0,1-10-1656 0 0,0-36-4096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76 3225 0 0,'-1'-1'59'0'0,"1"-1"-1"0"0,-1 1 1 0 0,1-1 0 0 0,0 1 0 0 0,0-1 0 0 0,-1 1-1 0 0,1-1 1 0 0,0 0 0 0 0,0 1 0 0 0,1-1 0 0 0,-1 1 0 0 0,0-1-1 0 0,0 1 1 0 0,1-1 0 0 0,-1 1 0 0 0,1 0 0 0 0,-1-1 0 0 0,1 1-1 0 0,0-1 1 0 0,0 1 0 0 0,-1 0 0 0 0,3-2 0 0 0,-1 0 119 0 0,1 0 1 0 0,0 1-1 0 0,0 0 1 0 0,0-1-1 0 0,0 1 1 0 0,0 0-1 0 0,1 0 1 0 0,-1 1-1 0 0,4-2 0 0 0,4-1 369 0 0,1 0 0 0 0,-1 1-1 0 0,0 1 1 0 0,1 0-1 0 0,14 0 1 0 0,-15 2-299 0 0,-1 1 0 0 0,0 0 0 0 0,0 1 0 0 0,0 0 0 0 0,0 0 0 0 0,0 1-1 0 0,0 1 1 0 0,0-1 0 0 0,-1 2 0 0 0,0-1 0 0 0,0 1 0 0 0,0 1 0 0 0,-1 0 0 0 0,1 0 0 0 0,-2 0 0 0 0,1 1 0 0 0,0 0 0 0 0,-1 1-1 0 0,-1 0 1 0 0,1 0 0 0 0,-1 0 0 0 0,8 15 0 0 0,-10-16-178 0 0,0 0 0 0 0,-1 1 0 0 0,0-1 0 0 0,0 0 0 0 0,0 1 0 0 0,-1 0 0 0 0,0-1 0 0 0,0 1 0 0 0,-1 0 0 0 0,0 0 0 0 0,-1 0 0 0 0,0 0 0 0 0,0 0 0 0 0,-1 0 0 0 0,1 0 0 0 0,-2 0 0 0 0,1 0 0 0 0,-1 0 0 0 0,0-1 0 0 0,-1 1 0 0 0,0-1 0 0 0,0 1 0 0 0,-1-1 0 0 0,0 0 0 0 0,0 0 0 0 0,0-1 0 0 0,-1 1 0 0 0,0-1 0 0 0,-8 7 0 0 0,2-3-182 0 0,0 0 1 0 0,-1-2-1 0 0,-1 1 1 0 0,-15 7-1 0 0,-7 2-4967 0 0,20-11-7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 9218 0 0,'3'-18'4304'0'0,"-2"18"-4105"0"0,0 1 1 0 0,0-1-1 0 0,0 1 0 0 0,0-1 0 0 0,0 1 1 0 0,-1 0-1 0 0,1-1 0 0 0,0 1 1 0 0,0 0-1 0 0,-1 0 0 0 0,1 0 0 0 0,0 0 1 0 0,-1 0-1 0 0,1 0 0 0 0,-1 0 1 0 0,1 0-1 0 0,-1 0 0 0 0,0 0 0 0 0,1 1 1 0 0,17 56 1923 0 0,13 81-1 0 0,-22-89-3167 0 0,2-1 0 0 0,34 89-1 0 0,-44-134 627 0 0,1-1-1 0 0,-1 1 0 0 0,1-1 0 0 0,0 1 1 0 0,0-1-1 0 0,0 0 0 0 0,0 0 0 0 0,0 0 1 0 0,1 0-1 0 0,0 0 0 0 0,-1 0 1 0 0,1-1-1 0 0,0 1 0 0 0,4 1 0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9.2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3 114 1840 0 0,'-1'-6'402'0'0,"0"1"-1"0"0,1 0 0 0 0,0-1 0 0 0,0 1 0 0 0,0-1 0 0 0,0 1 0 0 0,1-1 1 0 0,0 1-1 0 0,0-1 0 0 0,0 1 0 0 0,4-9 0 0 0,-4 12-241 0 0,1-1 0 0 0,-1 0-1 0 0,1 1 1 0 0,0 0 0 0 0,0-1 0 0 0,0 1 0 0 0,0 0-1 0 0,0 0 1 0 0,0 0 0 0 0,1 0 0 0 0,-1 0-1 0 0,1 0 1 0 0,-1 1 0 0 0,1-1 0 0 0,0 1-1 0 0,0 0 1 0 0,-1 0 0 0 0,1 0 0 0 0,0 0 0 0 0,0 0-1 0 0,0 1 1 0 0,4-1 0 0 0,4 0 30 0 0,0 1 1 0 0,0 0-1 0 0,0 1 1 0 0,0 0-1 0 0,0 1 1 0 0,-1 0-1 0 0,1 1 1 0 0,-1 0-1 0 0,1 1 1 0 0,-1 0-1 0 0,0 0 1 0 0,0 1-1 0 0,0 0 1 0 0,-1 1-1 0 0,0 0 1 0 0,0 1-1 0 0,14 13 1 0 0,-18-16-123 0 0,-1 1-1 0 0,1 0 1 0 0,-1 0 0 0 0,0 0 0 0 0,0 0 0 0 0,0 1-1 0 0,-1 0 1 0 0,0 0 0 0 0,0 0 0 0 0,0 0 0 0 0,-1 0-1 0 0,0 0 1 0 0,0 1 0 0 0,0-1 0 0 0,-1 1-1 0 0,0-1 1 0 0,-1 1 0 0 0,1 0 0 0 0,-1-1 0 0 0,0 1-1 0 0,-1 0 1 0 0,0-1 0 0 0,0 1 0 0 0,0-1 0 0 0,-1 1-1 0 0,0-1 1 0 0,0 0 0 0 0,0 1 0 0 0,-1-1 0 0 0,-4 6-1 0 0,-3 5 327 0 0,-2-1 0 0 0,0 0 0 0 0,-1 0 0 0 0,-1-1 0 0 0,-17 15 0 0 0,-83 59-4218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9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9218 0 0,'0'0'896'0'0,"2"0"-800"0"0,-1 0-96 0 0,-1 1 0 0 0,1-1-208 0 0,1 0-64 0 0,-1 1-16 0 0,2 2 0 0 0,-2 0 208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4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60 3681 0 0,'-4'-7'6017'0'0,"4"7"-5948"0"0,-2 3 9 0 0,0 0 0 0 0,1 0 0 0 0,-1 0 0 0 0,1 1 0 0 0,-1-1 0 0 0,1 0 0 0 0,0 1 0 0 0,0-1 0 0 0,1 1 0 0 0,-1 0 0 0 0,1-1 0 0 0,0 1 0 0 0,0-1 0 0 0,0 1 0 0 0,0 0 0 0 0,0-1 0 0 0,2 5 0 0 0,-1-6-10 0 0,-1 0-1 0 0,1 0 1 0 0,0 0-1 0 0,0 0 1 0 0,1 0-1 0 0,-1 0 1 0 0,0-1-1 0 0,1 1 1 0 0,-1 0-1 0 0,1-1 1 0 0,-1 1-1 0 0,1-1 1 0 0,0 1-1 0 0,-1-1 1 0 0,1 0-1 0 0,0 0 1 0 0,0 0-1 0 0,0 0 1 0 0,0 0-1 0 0,0 0 0 0 0,0-1 1 0 0,1 1-1 0 0,-1 0 1 0 0,0-1-1 0 0,0 0 1 0 0,0 0-1 0 0,1 1 1 0 0,-1-1-1 0 0,0-1 1 0 0,0 1-1 0 0,4-1 1 0 0,-1 0 12 0 0,0 0 0 0 0,-1-1 0 0 0,1 1 0 0 0,0-1 0 0 0,-1 0 0 0 0,1-1 0 0 0,-1 1 0 0 0,0-1 0 0 0,0 0 0 0 0,0 0 0 0 0,0 0 0 0 0,0 0 0 0 0,0-1 1 0 0,-1 0-1 0 0,0 0 0 0 0,0 0 0 0 0,0 0 0 0 0,4-7 0 0 0,-5 8-31 0 0,-1 0-1 0 0,1 0 1 0 0,-1 0 0 0 0,0-1 0 0 0,0 1 0 0 0,0 0-1 0 0,0 0 1 0 0,-1-1 0 0 0,1 1 0 0 0,-1 0 0 0 0,0-1 0 0 0,0-5-1 0 0,-1 7-5 0 0,1-1-1 0 0,-1 1 1 0 0,0 0-1 0 0,1 0 1 0 0,-1 0 0 0 0,0 0-1 0 0,0 0 1 0 0,-1 0-1 0 0,1 0 1 0 0,0 0-1 0 0,-1 1 1 0 0,1-1-1 0 0,-1 0 1 0 0,1 1-1 0 0,-1-1 1 0 0,0 1-1 0 0,0 0 1 0 0,1-1-1 0 0,-1 1 1 0 0,-4-2 0 0 0,4 3-11 0 0,1-1 1 0 0,-1 0 0 0 0,0 1 0 0 0,0-1-1 0 0,1 1 1 0 0,-1-1 0 0 0,0 1 0 0 0,0 0 0 0 0,0 0-1 0 0,0 0 1 0 0,1 0 0 0 0,-1 0 0 0 0,0 0 0 0 0,0 0-1 0 0,0 1 1 0 0,0-1 0 0 0,1 1 0 0 0,-1-1 0 0 0,-2 2-1 0 0,0 0-16 0 0,0 0 0 0 0,1 1-1 0 0,-1-1 1 0 0,1 1-1 0 0,-1 0 1 0 0,1 0-1 0 0,-6 7 1 0 0,2-1-77 0 0,0 2 0 0 0,0-1 0 0 0,1 1-1 0 0,-10 22 1 0 0,14-29 53 0 0,1-1-1 0 0,0 1 1 0 0,0 0-1 0 0,0 0 1 0 0,0 0-1 0 0,1 0 1 0 0,-1 0-1 0 0,1 0 0 0 0,0 0 1 0 0,0 0-1 0 0,1 0 1 0 0,-1 0-1 0 0,1 0 1 0 0,2 6-1 0 0,-2-8 28 0 0,0 0 1 0 0,0 0-1 0 0,0-1 0 0 0,0 1 0 0 0,0 0 0 0 0,0-1 0 0 0,1 1 1 0 0,-1-1-1 0 0,0 0 0 0 0,1 1 0 0 0,0-1 0 0 0,-1 0 0 0 0,1 0 1 0 0,0 0-1 0 0,-1 0 0 0 0,1 0 0 0 0,0 0 0 0 0,0-1 0 0 0,0 1 1 0 0,0-1-1 0 0,0 1 0 0 0,0-1 0 0 0,0 1 0 0 0,0-1 1 0 0,0 0-1 0 0,0 0 0 0 0,-1 0 0 0 0,1 0 0 0 0,0-1 0 0 0,0 1 1 0 0,3-1-1 0 0,3-1 205 0 0,0 0 0 0 0,-1 0 0 0 0,1-1 0 0 0,-1 1 0 0 0,1-2 0 0 0,-1 1 0 0 0,0-1 0 0 0,-1 0 0 0 0,14-10 0 0 0,-16 11-139 0 0,0-1 0 0 0,-1 1 0 0 0,1-1 1 0 0,-1 0-1 0 0,1 0 0 0 0,-1 0 0 0 0,0-1 1 0 0,-1 1-1 0 0,1-1 0 0 0,-1 0 0 0 0,0 1 0 0 0,0-1 1 0 0,0 0-1 0 0,-1 0 0 0 0,1 0 0 0 0,0-7 1 0 0,-2 12-83 0 0,0-1 1 0 0,0 0 0 0 0,1 1 0 0 0,-1-1 0 0 0,0 0 0 0 0,0 1 0 0 0,0-1 0 0 0,0 0 0 0 0,0 1 0 0 0,0-1-1 0 0,0 0 1 0 0,0 1 0 0 0,0-1 0 0 0,0 0 0 0 0,0 1 0 0 0,-1-1 0 0 0,1 1 0 0 0,0-1 0 0 0,0 0 0 0 0,-1 1 0 0 0,1-1-1 0 0,0 1 1 0 0,-1-1 0 0 0,1 0 0 0 0,-1 1 0 0 0,1-1 0 0 0,0 1 0 0 0,-1 0 0 0 0,1-1 0 0 0,-1 1 0 0 0,1-1 0 0 0,-1 1-1 0 0,0 0 1 0 0,1-1 0 0 0,-1 1 0 0 0,1 0 0 0 0,-1-1 0 0 0,0 1 0 0 0,1 0 0 0 0,-1 0 0 0 0,0 0 0 0 0,1 0 0 0 0,-1 0-1 0 0,0 0 1 0 0,1 0 0 0 0,-1 0 0 0 0,1 0 0 0 0,-2 0 0 0 0,0 1-52 0 0,0-1 1 0 0,0 1-1 0 0,0 0 1 0 0,0 0-1 0 0,0 0 1 0 0,0 0-1 0 0,0 0 1 0 0,1 0-1 0 0,-1 1 1 0 0,0-1-1 0 0,1 0 1 0 0,-1 1-1 0 0,1 0 1 0 0,-3 2-1 0 0,-11 29-2498 0 0,8-11-4013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1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50 4145 0 0,'-15'-22'3097'0'0,"13"20"-2474"0"0,1-1 0 0 0,-1 0 0 0 0,0 1 0 0 0,0-1-1 0 0,0 1 1 0 0,0-1 0 0 0,0 1 0 0 0,-5-4 0 0 0,7 6-520 0 0,-1 0 0 0 0,1 0 0 0 0,-1 0 0 0 0,1-1 0 0 0,-1 1 0 0 0,1 0 0 0 0,-1 0 0 0 0,1 0 1 0 0,-1 0-1 0 0,1 0 0 0 0,-1 0 0 0 0,1 0 0 0 0,-1 0 0 0 0,1 0 0 0 0,-1 0 0 0 0,1 0 1 0 0,-1 1-1 0 0,1-1 0 0 0,-1 0 0 0 0,1 0 0 0 0,-1 0 0 0 0,0 1 0 0 0,-13 16 1376 0 0,12-11-1431 0 0,0-1-1 0 0,0 1 0 0 0,1-1 1 0 0,-1 1-1 0 0,1 0 1 0 0,0 0-1 0 0,1 0 0 0 0,0 0 1 0 0,0-1-1 0 0,0 1 1 0 0,0 0-1 0 0,1 0 0 0 0,0 0 1 0 0,0 0-1 0 0,1-1 1 0 0,4 11-1 0 0,-5-11-19 0 0,1-1-1 0 0,0 0 0 0 0,0 1 1 0 0,0-1-1 0 0,0 0 1 0 0,1 0-1 0 0,0-1 1 0 0,-1 1-1 0 0,2 0 1 0 0,-1-1-1 0 0,0 0 0 0 0,1 0 1 0 0,-1 0-1 0 0,1 0 1 0 0,0 0-1 0 0,0-1 1 0 0,0 1-1 0 0,0-1 1 0 0,0 0-1 0 0,1-1 0 0 0,7 3 1 0 0,-10-4-13 0 0,0 1 0 0 0,0-1 0 0 0,0 0 0 0 0,0 0 0 0 0,0 0 1 0 0,0-1-1 0 0,0 1 0 0 0,0 0 0 0 0,-1-1 0 0 0,1 1 0 0 0,0-1 0 0 0,0 0 0 0 0,0 0 0 0 0,0 1 1 0 0,-1-1-1 0 0,1 0 0 0 0,0 0 0 0 0,-1-1 0 0 0,3-1 0 0 0,-2 1 52 0 0,1-1 0 0 0,0-1-1 0 0,-1 1 1 0 0,0 0 0 0 0,0-1-1 0 0,0 1 1 0 0,0-1 0 0 0,0 1-1 0 0,1-6 1 0 0,-1 2 32 0 0,0-1 0 0 0,0 1-1 0 0,0-1 1 0 0,-1 0 0 0 0,-1 0-1 0 0,1 1 1 0 0,-1-1 0 0 0,0 0 0 0 0,-2-10-1 0 0,1 15-97 0 0,0-1 0 0 0,0 1 0 0 0,0-1 0 0 0,0 1 0 0 0,-1-1 0 0 0,0 1-1 0 0,0 0 1 0 0,1 0 0 0 0,-2 0 0 0 0,1 0 0 0 0,0 0 0 0 0,-1 0 0 0 0,1 0 0 0 0,-1 1-1 0 0,0 0 1 0 0,-4-4 0 0 0,5 5-55 0 0,0 0-1 0 0,1 1 0 0 0,-1-1 1 0 0,0 0-1 0 0,0 1 1 0 0,0-1-1 0 0,0 1 0 0 0,0 0 1 0 0,0 0-1 0 0,0 0 1 0 0,0 0-1 0 0,0 0 0 0 0,0 0 1 0 0,0 0-1 0 0,0 0 1 0 0,0 1-1 0 0,1-1 0 0 0,-1 1 1 0 0,0 0-1 0 0,0-1 1 0 0,0 1-1 0 0,0 0 0 0 0,1 0 1 0 0,-1 0-1 0 0,0 0 1 0 0,1 0-1 0 0,-1 1 0 0 0,1-1 1 0 0,0 0-1 0 0,-1 1 1 0 0,-1 2-1 0 0,-2 1-139 0 0,0 1-1 0 0,1 0 1 0 0,-1 0 0 0 0,1 1 0 0 0,1-1 0 0 0,-1 1-1 0 0,1-1 1 0 0,0 1 0 0 0,-2 9 0 0 0,5-14 187 0 0,-1-1-1 0 0,1 1 1 0 0,0 0 0 0 0,-1 0 0 0 0,1 0 0 0 0,0 0 0 0 0,1 0 0 0 0,-1 0 0 0 0,0 0 0 0 0,0 0 0 0 0,1 0 0 0 0,-1 0 0 0 0,1 0 0 0 0,0 0 0 0 0,0 0 0 0 0,-1-1 0 0 0,1 1 0 0 0,0 0 0 0 0,1-1 0 0 0,-1 1-1 0 0,0 0 1 0 0,0-1 0 0 0,1 1 0 0 0,-1-1 0 0 0,0 0 0 0 0,1 0 0 0 0,0 1 0 0 0,-1-1 0 0 0,1 0 0 0 0,0 0 0 0 0,-1 0 0 0 0,1-1 0 0 0,0 1 0 0 0,0 0 0 0 0,0-1 0 0 0,0 1 0 0 0,0-1 0 0 0,0 1 0 0 0,3-1-1 0 0,-4 0 47 0 0,0 1-1 0 0,1-1 1 0 0,-1 0-1 0 0,1 0 1 0 0,-1 0-1 0 0,1 1 1 0 0,-1-2-1 0 0,0 1 1 0 0,1 0-1 0 0,-1 0 1 0 0,1 0-1 0 0,-1-1 1 0 0,1 1-1 0 0,-1 0 0 0 0,0-1 1 0 0,1 0-1 0 0,-1 1 1 0 0,0-1-1 0 0,0 0 1 0 0,1 1-1 0 0,-1-1 1 0 0,0 0-1 0 0,2-2 1 0 0,-2 1 23 0 0,1 0 1 0 0,-1 0 0 0 0,0-1 0 0 0,1 1 0 0 0,-1-1-1 0 0,0 1 1 0 0,0 0 0 0 0,-1-1 0 0 0,1 0 0 0 0,-1 1-1 0 0,1-1 1 0 0,-1-3 0 0 0,1 1-5 0 0,-1 0-1 0 0,0-1 1 0 0,0 1-1 0 0,-1 0 1 0 0,1 0 0 0 0,-1-1-1 0 0,0 1 1 0 0,-1 0 0 0 0,1 0-1 0 0,-1 0 1 0 0,0 0-1 0 0,-5-8 1 0 0,6 12-49 0 0,1 1-1 0 0,0-1 1 0 0,-1 1-1 0 0,1-1 1 0 0,0 1 0 0 0,-1-1-1 0 0,1 1 1 0 0,-1-1-1 0 0,1 1 1 0 0,-1 0 0 0 0,1-1-1 0 0,-1 1 1 0 0,1 0-1 0 0,-1 0 1 0 0,1-1 0 0 0,-1 1-1 0 0,1 0 1 0 0,-1 0 0 0 0,1 0-1 0 0,-1 0 1 0 0,1 0-1 0 0,-1-1 1 0 0,0 1 0 0 0,1 0-1 0 0,-1 0 1 0 0,1 0-1 0 0,-1 1 1 0 0,1-1 0 0 0,-1 0-1 0 0,0 0 1 0 0,0 0-1 0 0,-13 16 261 0 0,-1 25-37 0 0,15-38-213 0 0,-1 0-1 0 0,1-1 1 0 0,0 1 0 0 0,0-1 0 0 0,0 1-1 0 0,0 0 1 0 0,0-1 0 0 0,1 1-1 0 0,-1 0 1 0 0,1-1 0 0 0,-1 1-1 0 0,1-1 1 0 0,0 1 0 0 0,0-1-1 0 0,0 0 1 0 0,1 1 0 0 0,-1-1-1 0 0,0 0 1 0 0,1 0 0 0 0,0 0-1 0 0,-1 0 1 0 0,1 0 0 0 0,0 0-1 0 0,0 0 1 0 0,0-1 0 0 0,0 1-1 0 0,0-1 1 0 0,1 1 0 0 0,-1-1-1 0 0,0 0 1 0 0,1 0 0 0 0,-1 0-1 0 0,1 0 1 0 0,-1 0 0 0 0,1 0-1 0 0,-1-1 1 0 0,1 0 0 0 0,-1 1-1 0 0,1-1 1 0 0,0 0 0 0 0,-1 0-1 0 0,1 0 1 0 0,0 0 0 0 0,-1-1-1 0 0,1 1 1 0 0,-1-1 0 0 0,1 0-1 0 0,-1 1 1 0 0,1-1 0 0 0,-1 0-1 0 0,0-1 1 0 0,1 1 0 0 0,-1 0-1 0 0,0-1 1 0 0,0 1 0 0 0,0-1-1 0 0,0 0 1 0 0,0 1 0 0 0,0-1-1 0 0,0 0 1 0 0,0 0 0 0 0,-1 0-1 0 0,1-1 1 0 0,-1 1 0 0 0,0 0-1 0 0,0 0 1 0 0,2-4 0 0 0,-2 4-7 0 0,-1 0 1 0 0,1-1-1 0 0,0 1 1 0 0,-1 0-1 0 0,1-1 1 0 0,-1 1 0 0 0,0-1-1 0 0,0 1 1 0 0,0-1-1 0 0,0 1 1 0 0,0-1-1 0 0,-1 1 1 0 0,1 0-1 0 0,-1-1 1 0 0,1 1-1 0 0,-1-1 1 0 0,0 1-1 0 0,0 0 1 0 0,0 0-1 0 0,0 0 1 0 0,0-1 0 0 0,-1 1-1 0 0,1 0 1 0 0,-3-2-1 0 0,3 3-12 0 0,0 0 0 0 0,0 0 0 0 0,0 0 0 0 0,0 0 0 0 0,-1 0 0 0 0,1 0 0 0 0,0 1 0 0 0,0-1 0 0 0,-1 0 0 0 0,1 1 0 0 0,0-1 0 0 0,-1 1 0 0 0,1 0 0 0 0,-1-1 0 0 0,1 1 0 0 0,-1 0 0 0 0,1 0 0 0 0,-1 0 0 0 0,1 0 0 0 0,-1 0-1 0 0,1 0 1 0 0,0 0 0 0 0,-1 1 0 0 0,1-1 0 0 0,-1 0 0 0 0,1 1 0 0 0,0-1 0 0 0,-1 1 0 0 0,1 0 0 0 0,0-1 0 0 0,-1 1 0 0 0,1 0 0 0 0,0 0 0 0 0,0 0 0 0 0,0 0 0 0 0,0 0 0 0 0,0 0 0 0 0,0 0 0 0 0,0 0 0 0 0,0 0 0 0 0,-1 2 0 0 0,-22 35-199 0 0,23-36 180 0 0,0-1 0 0 0,0 1 0 0 0,0 0 0 0 0,1 0 0 0 0,-1-1 0 0 0,1 1-1 0 0,-1 0 1 0 0,1 0 0 0 0,-1-1 0 0 0,1 1 0 0 0,0 0 0 0 0,0 0 0 0 0,0 0 0 0 0,0 0 0 0 0,0 0 0 0 0,0-1-1 0 0,1 1 1 0 0,-1 0 0 0 0,1 0 0 0 0,-1 0 0 0 0,2 3 0 0 0,-1-5 18 0 0,0 1 0 0 0,0-1 0 0 0,0 1 0 0 0,-1-1 0 0 0,1 1 0 0 0,0-1 0 0 0,0 0 0 0 0,0 1 0 0 0,0-1 1 0 0,0 0-1 0 0,0 0 0 0 0,0 1 0 0 0,0-1 0 0 0,0 0 0 0 0,0 0 0 0 0,1 0 0 0 0,-1 0 0 0 0,0-1 0 0 0,0 1 0 0 0,0 0 0 0 0,0 0 0 0 0,0-1 0 0 0,0 1 0 0 0,-1 0 0 0 0,1-1 0 0 0,0 1 0 0 0,0-1 0 0 0,0 1 0 0 0,0-1 1 0 0,0 1-1 0 0,0-1 0 0 0,-1 0 0 0 0,1 0 0 0 0,0 1 0 0 0,0-2 0 0 0,27-28 342 0 0,-27 26-314 0 0,1 0 1 0 0,-1 0-1 0 0,1-1 0 0 0,-1 1 1 0 0,0 0-1 0 0,-1-1 1 0 0,1 1-1 0 0,-1 0 0 0 0,0-1 1 0 0,0 1-1 0 0,-1-6 1 0 0,1 9-25 0 0,0-1 1 0 0,0 1 0 0 0,0-1 0 0 0,0 1 0 0 0,0 0 0 0 0,0-1-1 0 0,-1 1 1 0 0,1-1 0 0 0,-1 1 0 0 0,1 0 0 0 0,-1-1 0 0 0,1 1-1 0 0,-1 0 1 0 0,0-1 0 0 0,0 1 0 0 0,1 0 0 0 0,-1 0 0 0 0,0 0 0 0 0,0 0-1 0 0,0 0 1 0 0,0 0 0 0 0,-1 0 0 0 0,1 0 0 0 0,0 0 0 0 0,0 1-1 0 0,0-1 1 0 0,-1 0 0 0 0,1 1 0 0 0,0-1 0 0 0,-1 1 0 0 0,1-1-1 0 0,0 1 1 0 0,-1 0 0 0 0,1-1 0 0 0,-1 1 0 0 0,1 0 0 0 0,-3 0 0 0 0,2 1-16 0 0,-1 0 0 0 0,1 0 0 0 0,0 0 1 0 0,-1 0-1 0 0,1 1 0 0 0,0-1 0 0 0,0 1 1 0 0,0-1-1 0 0,0 1 0 0 0,0 0 0 0 0,0 0 1 0 0,0 0-1 0 0,1 0 0 0 0,-1 0 1 0 0,1 0-1 0 0,-1 1 0 0 0,1-1 0 0 0,0 0 1 0 0,0 1-1 0 0,0-1 0 0 0,-1 4 0 0 0,0 0-469 0 0,-1 0-1 0 0,2 1 0 0 0,-1-1 0 0 0,1 1 0 0 0,0-1 0 0 0,0 1 0 0 0,0 9 1 0 0,1-15 288 0 0,0 1 0 0 0,1-1 0 0 0,-1 1 1 0 0,0-1-1 0 0,0 1 0 0 0,1-1 0 0 0,-1 0 0 0 0,0 1 1 0 0,1-1-1 0 0,0 0 0 0 0,-1 1 0 0 0,1-1 1 0 0,0 0-1 0 0,0 0 0 0 0,-1 1 0 0 0,1-1 0 0 0,0 0 1 0 0,0 0-1 0 0,0 0 0 0 0,0 0 0 0 0,1 0 1 0 0,-1 0-1 0 0,0-1 0 0 0,0 1 0 0 0,0 0 0 0 0,1-1 1 0 0,-1 1-1 0 0,3 0 0 0 0,3 1-482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2.1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6033 0 0,'1'-2'25'0'0,"1"-1"-1"0"0,-1 1 1 0 0,1 0-1 0 0,-1 0 1 0 0,1 0-1 0 0,0 0 1 0 0,0 0-1 0 0,0 0 1 0 0,0 0-1 0 0,0 1 1 0 0,0-1-1 0 0,0 1 1 0 0,5-3-1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2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5 456 0 0,'-14'2'9185'0'0,"-15"6"-6806"0"0,4-1 517 0 0,-1 1-1 0 0,-27 13 1 0 0,44-14-2319 0 0,20-6-362 0 0,13-4-183 0 0,57-7 180 0 0,74-12-36 0 0,278-1 0 0 0,-346 26-102 0 0,-6 1-64 0 0,106-8 0 0 0,-168 2-2779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133 11 10594 0 0,'-5'-2'225'0'0,"0"1"-1"0"0,-1 0 1 0 0,1 0 0 0 0,0 1-1 0 0,0 0 1 0 0,-1 0-1 0 0,1 0 1 0 0,0 0-1 0 0,-1 1 1 0 0,1 0 0 0 0,-8 2-1 0 0,10-2-108 0 0,0 0 0 0 0,0 1-1 0 0,0 0 1 0 0,0 0 0 0 0,0 0 0 0 0,0 0-1 0 0,0 0 1 0 0,1 1 0 0 0,-1-1 0 0 0,1 1 0 0 0,0-1-1 0 0,0 1 1 0 0,0 0 0 0 0,0 0 0 0 0,0 0-1 0 0,0 0 1 0 0,1 0 0 0 0,-2 6 0 0 0,-1 3-67 0 0,1 0 0 0 0,0-1 1 0 0,1 1-1 0 0,1 0 0 0 0,0 0 1 0 0,0 1-1 0 0,1-1 1 0 0,1 0-1 0 0,0 0 0 0 0,0 0 1 0 0,1 0-1 0 0,1 0 0 0 0,0-1 1 0 0,1 1-1 0 0,0-1 0 0 0,8 17 1 0 0,-9-22-2 0 0,0-1 0 0 0,1 1 1 0 0,-1 0-1 0 0,1-1 0 0 0,0 0 1 0 0,0 0-1 0 0,1 0 0 0 0,0 0 0 0 0,0-1 1 0 0,0 0-1 0 0,0 0 0 0 0,0 0 1 0 0,1-1-1 0 0,0 1 0 0 0,0-1 1 0 0,0-1-1 0 0,0 1 0 0 0,0-1 0 0 0,0 0 1 0 0,1-1-1 0 0,-1 1 0 0 0,1-1 1 0 0,-1 0-1 0 0,1-1 0 0 0,-1 0 0 0 0,1 0 1 0 0,-1 0-1 0 0,1-1 0 0 0,0 0 1 0 0,-1 0-1 0 0,9-3 0 0 0,-8 3 12 0 0,-1-1 0 0 0,0 0-1 0 0,0-1 1 0 0,0 1 0 0 0,0-1 0 0 0,0 0-1 0 0,-1 0 1 0 0,1-1 0 0 0,-1 0 0 0 0,0 0 0 0 0,0 0-1 0 0,0 0 1 0 0,-1-1 0 0 0,0 0 0 0 0,1 0-1 0 0,-2 0 1 0 0,1-1 0 0 0,-1 1 0 0 0,1-1-1 0 0,-2 0 1 0 0,1 0 0 0 0,0 0 0 0 0,-1 0-1 0 0,-1 0 1 0 0,1 0 0 0 0,-1-1 0 0 0,0 1-1 0 0,0 0 1 0 0,0-1 0 0 0,-1 1 0 0 0,0-1-1 0 0,-1 1 1 0 0,1-1 0 0 0,-1 1 0 0 0,-1-1 0 0 0,-2-8-1 0 0,-1 0 109 0 0,-1 0-1 0 0,-1 1 0 0 0,0 0 0 0 0,-1 0 1 0 0,-1 0-1 0 0,0 1 0 0 0,-14-16 0 0 0,16 21-1651 0 0,-1 0-1 0 0,0 1 0 0 0,-15-11 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4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 10594 0 0,'2'2'210'0'0,"1"-1"-1"0"0,-1 1 0 0 0,0 0 0 0 0,-1 0 1 0 0,1 0-1 0 0,0 0 0 0 0,0 0 1 0 0,-1 1-1 0 0,1-1 0 0 0,-1 0 0 0 0,0 1 1 0 0,0-1-1 0 0,0 1 0 0 0,0-1 1 0 0,0 1-1 0 0,0 3 0 0 0,9 49 1585 0 0,-9-42-1343 0 0,0-2-312 0 0,8 36 124 0 0,-8-45-288 0 0,-1 0 1 0 0,1 0-1 0 0,0 0 1 0 0,-1 0-1 0 0,1 0 0 0 0,0 0 1 0 0,0 0-1 0 0,1 0 1 0 0,-1-1-1 0 0,0 1 0 0 0,0 0 1 0 0,1-1-1 0 0,-1 1 1 0 0,1-1-1 0 0,0 0 0 0 0,-1 1 1 0 0,1-1-1 0 0,3 2 0 0 0,-4-3-41 0 0,0 0 0 0 0,1 0-1 0 0,-1 0 1 0 0,0 0-1 0 0,0 0 1 0 0,0-1 0 0 0,0 1-1 0 0,1 0 1 0 0,-1-1-1 0 0,0 1 1 0 0,0 0-1 0 0,0-1 1 0 0,0 1 0 0 0,0-1-1 0 0,0 0 1 0 0,0 1-1 0 0,0-1 1 0 0,0 0-1 0 0,0 0 1 0 0,-1 1 0 0 0,1-1-1 0 0,0 0 1 0 0,0 0-1 0 0,0-1 1 0 0,21-29-1327 0 0,-17 24 1006 0 0,54-91-2098 0 0,2 20 11541 0 0,-52 113-8114 0 0,-6-21-901 0 0,0 5-1 0 0,2 0-1 0 0,7 20 1 0 0,-10-34-509 0 0,1 1 0 0 0,-1-1 0 0 0,1 0 0 0 0,0 0 0 0 0,0 0 0 0 0,1 0 0 0 0,0 0 0 0 0,-1-1 0 0 0,1 0 0 0 0,1 1 0 0 0,5 3 1 0 0,3 1-5107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7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93 3681 0 0,'2'-40'2997'0'0,"2"-12"5488"0"0,-2 97-2528 0 0,13 32-5187 0 0,-13-68-418 0 0,32 185 215 0 0,5 24-1163 0 0,-24-172-777 0 0,-1-18-4376 0 0,-3-9-756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9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3681 0 0,'1'-3'327'0'0,"0"1"-1"0"0,0-1 1 0 0,1 1 0 0 0,-1 0 0 0 0,1-1 0 0 0,0 1-1 0 0,-1 0 1 0 0,1 0 0 0 0,0 1 0 0 0,0-1 0 0 0,1 0-1 0 0,3-2 1 0 0,35-20 2928 0 0,-34 20-3063 0 0,12-6 505 0 0,1 1 0 0 0,-1 2 0 0 0,24-7 0 0 0,3 3-1722 0 0,68-8-1 0 0,-88 16 820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47 2304 0 0,'8'-47'11986'0'0,"-16"56"-8768"0"0,5-6-3038 0 0,1 0 1 0 0,0-1-1 0 0,-1 1 1 0 0,1 1 0 0 0,0-1-1 0 0,0 0 1 0 0,1 0-1 0 0,-1 1 1 0 0,1-1-1 0 0,0 1 1 0 0,0-1-1 0 0,0 1 1 0 0,0-1 0 0 0,0 1-1 0 0,1 0 1 0 0,0-1-1 0 0,-1 1 1 0 0,1 0-1 0 0,1 0 1 0 0,-1-1 0 0 0,1 1-1 0 0,1 6 1 0 0,-1-3-87 0 0,0 0 0 0 0,0 1 0 0 0,-1-1 0 0 0,0 1 0 0 0,0-1 0 0 0,-1 1 1 0 0,0-1-1 0 0,0 1 0 0 0,-4 12 0 0 0,-3 27 285 0 0,3 15-462 0 0,1-22 127 0 0,2 0 1 0 0,1-1-1 0 0,2 1 1 0 0,1 0-1 0 0,9 39 1 0 0,2-23-28 0 0,-4 1-1 0 0,-1-1 1 0 0,-1 107 0 0 0,-5-85-7 0 0,18 124 0 0 0,3 31-81 0 0,-4 8 60 0 0,0-10 146 0 0,-10-116 74 0 0,26 127 1 0 0,-13-108-209 0 0,-15-103 45 0 0,1 1 0 0 0,13 34 1 0 0,9 32 14 0 0,36 218 619 0 0,-48-224-616 0 0,-15-80-228 0 0,-3-12 158 0 0,0 0-1 0 0,1 0 1 0 0,-1 0 0 0 0,0 0 0 0 0,0 0-1 0 0,0 0 1 0 0,1 0 0 0 0,-1 0 0 0 0,0 0-1 0 0,0 0 1 0 0,0 0 0 0 0,0 0 0 0 0,1 0-1 0 0,-1 0 1 0 0,0 0 0 0 0,0 0 0 0 0,0 0-1 0 0,1 0 1 0 0,-1 0 0 0 0,0 0 0 0 0,0 0-1 0 0,0 0 1 0 0,0 0 0 0 0,1-1 0 0 0,-1 1-1 0 0,0 0 1 0 0,0 0 0 0 0,0 0 0 0 0,0 0-1 0 0,0 0 1 0 0,0-1 0 0 0,1 1 0 0 0,-1 0-1 0 0,0 0 1 0 0,0 0 0 0 0,0 0 0 0 0,0-1-1 0 0,0 1 1 0 0,0 0 0 0 0,0 0-1 0 0,0 0 1 0 0,0 0 0 0 0,0-1 0 0 0,0 1-1 0 0,0 0 1 0 0,0 0 0 0 0,0 0 0 0 0,0-1 0 0 0,1-1-515 0 0,-1 0 406 0 0,0 1 0 0 0,1 0 0 0 0,-1 0 0 0 0,0-1 0 0 0,1 1 1 0 0,-1 0-1 0 0,1 0 0 0 0,0-1 0 0 0,-1 1 0 0 0,1 0 0 0 0,1-2 0 0 0,0 0-871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8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96 3681 0 0,'-11'-2'329'0'0,"-28"-4"13752"0"0,56 3-12251 0 0,9-1-1556 0 0,39-10 499 0 0,0 3 1 0 0,103-5-1 0 0,-46 18-601 0 0,-64 0-173 0 0,60-5 0 0 0,-107 1 19 0 0,1 1 0 0 0,0-1 0 0 0,-1-1 1 0 0,1 0-1 0 0,15-7 0 0 0,5-9-6404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9.1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8434 0 0,'0'1'228'0'0,"0"1"0"0"0,0 0 1 0 0,0-1-1 0 0,0 1 0 0 0,0 0 0 0 0,0-1 1 0 0,0 1-1 0 0,1-1 0 0 0,-1 1 0 0 0,0 0 1 0 0,1-1-1 0 0,-1 1 0 0 0,1-1 0 0 0,0 1 1 0 0,0-1-1 0 0,-1 1 0 0 0,1-1 0 0 0,0 1 1 0 0,0-1-1 0 0,0 0 0 0 0,0 0 0 0 0,1 1 1 0 0,1 1-1 0 0,33 31 5649 0 0,-35-33-5844 0 0,112 111 2561 0 0,-34-32-1389 0 0,-61-60-1201 0 0,-1 0 0 0 0,16 24 0 0 0,-20-25-11 0 0,2-1-1 0 0,0 0 0 0 0,18 17 0 0 0,-13-21-614 0 0,-5-7-5408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9.5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313 1 920 0 0,'-25'6'11339'0'0,"20"-3"-10309"0"0,-20 21 4740 0 0,15-10-5336 0 0,1 1-1 0 0,-11 24 1 0 0,-1 1 563 0 0,-8 5-408 0 0,-79 136 210 0 0,86-142-669 0 0,14-27-61 0 0,1 0 0 0 0,1 1 1 0 0,0 0-1 0 0,-6 20 0 0 0,12-33-65 0 0,0 0-1 0 0,0 0 1 0 0,0 0-1 0 0,0 0 1 0 0,0 0-1 0 0,0 0 1 0 0,1 0-1 0 0,-1 0 1 0 0,0 0-1 0 0,0 0 1 0 0,0 0-1 0 0,0 0 1 0 0,0 0-1 0 0,0 0 1 0 0,0 0 0 0 0,0 0-1 0 0,0 0 1 0 0,0 0-1 0 0,0 0 1 0 0,0 0-1 0 0,1 0 1 0 0,-1 0-1 0 0,0 0 1 0 0,0 0-1 0 0,0 0 1 0 0,0 0-1 0 0,0 0 1 0 0,0 0 0 0 0,0 0-1 0 0,0 0 1 0 0,0 0-1 0 0,0 0 1 0 0,0 0-1 0 0,0 0 1 0 0,0 0-1 0 0,0 0 1 0 0,1 0-1 0 0,-1 0 1 0 0,0 0-1 0 0,0 0 1 0 0,0 0 0 0 0,0 1-1 0 0,0-1 1 0 0,0 0-1 0 0,0 0 1 0 0,0 0-1 0 0,0 0 1 0 0,0 0-1 0 0,0 0 1 0 0,0 0-1 0 0,0 0 1 0 0,0 0-1 0 0,0 0 1 0 0,0 0-1 0 0,0 0 1 0 0,0 1 0 0 0,0-1-1 0 0,0 0 1 0 0,5-5-2120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50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83 2761 0 0,'1'-3'354'0'0,"0"0"0"0"0,0 0 0 0 0,0 0 0 0 0,-1 0 0 0 0,1 0 0 0 0,-1 0 0 0 0,0 0 1 0 0,0 0-1 0 0,0 0 0 0 0,0 0 0 0 0,-1 0 0 0 0,1 0 0 0 0,-3-6 0 0 0,3 7-183 0 0,-1 0 0 0 0,1 0 0 0 0,-1 0-1 0 0,0 1 1 0 0,0-1 0 0 0,0 0 0 0 0,0 0-1 0 0,0 0 1 0 0,0 1 0 0 0,0-1-1 0 0,0 0 1 0 0,-1 1 0 0 0,1 0 0 0 0,-1-1-1 0 0,1 1 1 0 0,-1 0 0 0 0,0-1 0 0 0,1 1-1 0 0,-1 0 1 0 0,0 0 0 0 0,-2-1-1 0 0,3 3-111 0 0,0-1 0 0 0,1 0 0 0 0,-1 0 0 0 0,0 1 0 0 0,1-1-1 0 0,-1 0 1 0 0,0 0 0 0 0,1 1 0 0 0,-1-1 0 0 0,0 1 0 0 0,1-1-1 0 0,-1 1 1 0 0,1-1 0 0 0,-1 1 0 0 0,1-1 0 0 0,-1 1 0 0 0,1-1-1 0 0,0 1 1 0 0,-1 0 0 0 0,1-1 0 0 0,0 1 0 0 0,-1 0-1 0 0,1-1 1 0 0,0 1 0 0 0,0 0 0 0 0,-1-1 0 0 0,1 1 0 0 0,0 1-1 0 0,-7 25 541 0 0,6-23-492 0 0,-3 17 102 0 0,-13 59 260 0 0,16-70-465 0 0,0-1-1 0 0,0 0 0 0 0,1 1 0 0 0,1-1 1 0 0,-1 0-1 0 0,3 14 0 0 0,-2-22 9 0 0,-1 0 0 0 0,0 0 0 0 0,0 1 0 0 0,1-1 0 0 0,-1 0-1 0 0,0 0 1 0 0,1 0 0 0 0,-1 0 0 0 0,1 0 0 0 0,-1 0 0 0 0,1 0 0 0 0,0 0 0 0 0,-1 0-1 0 0,1 0 1 0 0,0 0 0 0 0,0 0 0 0 0,0 0 0 0 0,0 0 0 0 0,0-1 0 0 0,0 1 0 0 0,0 0-1 0 0,0-1 1 0 0,0 1 0 0 0,0-1 0 0 0,0 1 0 0 0,0-1 0 0 0,0 1 0 0 0,1-1 0 0 0,-1 0 0 0 0,0 1-1 0 0,0-1 1 0 0,0 0 0 0 0,1 0 0 0 0,-1 0 0 0 0,0 0 0 0 0,0 0 0 0 0,0 0 0 0 0,1-1-1 0 0,-1 1 1 0 0,0 0 0 0 0,0-1 0 0 0,0 1 0 0 0,0 0 0 0 0,0-1 0 0 0,0 0 0 0 0,1 1-1 0 0,-1-1 1 0 0,0 1 0 0 0,0-1 0 0 0,-1 0 0 0 0,2-1 0 0 0,3-1 167 0 0,0 0 0 0 0,-1-1 1 0 0,1 0-1 0 0,-1 0 0 0 0,0 0 0 0 0,0 0 0 0 0,-1-1 1 0 0,1 0-1 0 0,4-7 0 0 0,-5 3-109 0 0,0-1 0 0 0,-1 1 0 0 0,0 0 1 0 0,0-1-1 0 0,-1 1 0 0 0,0-1 0 0 0,0 1 0 0 0,-1-1 0 0 0,-1 1 0 0 0,0-1 1 0 0,0 0-1 0 0,-1 1 0 0 0,0 0 0 0 0,-5-15 0 0 0,7 24-70 0 0,0-1 0 0 0,0 1 1 0 0,0-1-1 0 0,0 1 0 0 0,-1-1 0 0 0,1 1 0 0 0,0-1 0 0 0,0 1 0 0 0,-1-1 0 0 0,1 1 1 0 0,0 0-1 0 0,-1-1 0 0 0,1 1 0 0 0,0-1 0 0 0,-1 1 0 0 0,1 0 0 0 0,-1-1 0 0 0,1 1 1 0 0,0 0-1 0 0,-1 0 0 0 0,1-1 0 0 0,-1 1 0 0 0,1 0 0 0 0,-1 0 0 0 0,1 0 0 0 0,-1-1 1 0 0,1 1-1 0 0,-1 0 0 0 0,1 0 0 0 0,-1 0 0 0 0,1 0 0 0 0,-2 0 0 0 0,-16 9 17 0 0,-11 22-132 0 0,25-25 79 0 0,1-1 1 0 0,0 0 0 0 0,0 1 0 0 0,0-1-1 0 0,1 1 1 0 0,0 0 0 0 0,0 0 0 0 0,0 0-1 0 0,1 0 1 0 0,-1 8 0 0 0,1-12 33 0 0,1 0 0 0 0,0 0 0 0 0,0 0 0 0 0,0 0 0 0 0,0 0 0 0 0,0 0 0 0 0,0 0 0 0 0,0 0 0 0 0,1 0 0 0 0,-1 0 0 0 0,1 1 0 0 0,-1-2 0 0 0,1 1 0 0 0,0 0 0 0 0,0 0 0 0 0,0 0 0 0 0,0 0 0 0 0,0 0 0 0 0,0-1 0 0 0,1 1 0 0 0,-1 0 0 0 0,0-1 0 0 0,1 1 1 0 0,0-1-1 0 0,-1 0 0 0 0,1 1 0 0 0,0-1 0 0 0,-1 0 0 0 0,1 0 0 0 0,0 0 0 0 0,0 0 0 0 0,0-1 0 0 0,3 2 0 0 0,-4-2 6 0 0,0 0 0 0 0,0 1-1 0 0,0-1 1 0 0,-1 0 0 0 0,1 0 0 0 0,0 0 0 0 0,0 0 0 0 0,0 0 0 0 0,0 0 0 0 0,0 0 0 0 0,0-1 0 0 0,0 1-1 0 0,0 0 1 0 0,0 0 0 0 0,0-1 0 0 0,0 1 0 0 0,0 0 0 0 0,0-1 0 0 0,0 1 0 0 0,-1-1 0 0 0,1 0-1 0 0,0 1 1 0 0,0-1 0 0 0,1-1 0 0 0,-1 0 71 0 0,1 0-1 0 0,-1 0 1 0 0,0-1 0 0 0,0 1-1 0 0,0 0 1 0 0,0-1 0 0 0,0 1-1 0 0,0 0 1 0 0,0-5 0 0 0,1-3 243 0 0,-1 0-1 0 0,-1 0 1 0 0,0-18 0 0 0,-5 2 15 0 0,5 26-354 0 0,0-1 0 0 0,0 1-1 0 0,-1 0 1 0 0,1-1 0 0 0,0 1-1 0 0,0-1 1 0 0,0 1 0 0 0,-1 0-1 0 0,1-1 1 0 0,0 1 0 0 0,-1-1-1 0 0,1 1 1 0 0,0 0 0 0 0,0-1-1 0 0,-1 1 1 0 0,1 0 0 0 0,-1 0-1 0 0,1-1 1 0 0,0 1 0 0 0,-1 0-1 0 0,1 0 1 0 0,-1 0 0 0 0,1-1-1 0 0,0 1 1 0 0,-1 0 0 0 0,1 0-1 0 0,-1 0 1 0 0,1 0 0 0 0,-1 0-1 0 0,1 0 1 0 0,-1 0 0 0 0,1 0-1 0 0,0 0 1 0 0,-1 0-1 0 0,1 0 1 0 0,-1 0 0 0 0,1 0-1 0 0,-1 0 1 0 0,1 1 0 0 0,-1-1-1 0 0,1 0 1 0 0,0 0 0 0 0,-1 0-1 0 0,1 1 1 0 0,0-1 0 0 0,-1 0-1 0 0,1 0 1 0 0,-1 1 0 0 0,1-1-1 0 0,0 0 1 0 0,0 1 0 0 0,-1-1-1 0 0,1 1 1 0 0,0-1 0 0 0,-1 1-1 0 0,-5 7-1071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0,'13'24'7369'0'0,"-2"12"-4637"0"0,5 48-2710 0 0,-12-57 832 0 0,43 451 272 0 0,-12-73-410 0 0,-29-372-1060 0 0,13 50-1 0 0,-14-69-146 0 0,0 1-1 0 0,1-1 0 0 0,0-1 0 0 0,1 1 0 0 0,15 21 0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1294 0 3225 0 0,'0'0'240'0'0,"-2"2"156"0"0,0 0 0 0 0,0 0 0 0 0,0 0 0 0 0,0 0 0 0 0,0 0 0 0 0,-1 0 0 0 0,1-1 0 0 0,-1 1 0 0 0,1-1 0 0 0,-1 0 0 0 0,1 0 0 0 0,-1 0 0 0 0,-4 1 0 0 0,3 0 272 0 0,-61 22 3094 0 0,-106 27 1 0 0,-73-1-855 0 0,-26 8-1521 0 0,100-21-1097 0 0,97-23-231 0 0,0 3 0 0 0,-102 38 1 0 0,164-50-309 0 0,41-17-7042 0 0,-14 6 5790 0 0,63-8 5773 0 0,-80 71-2283 0 0,-3 129-223 0 0,22 233 0 0 0,10-149-1702 0 0,-27-266-372 0 0,0 1 0 0 0,0 0 0 0 0,0-1 0 0 0,0 1 1 0 0,1-1-1 0 0,3 6 0 0 0,7 7-4473 0 0,91-14 4065 0 0,-13-14 4480 0 0,-27 3-2701 0 0,78 0 0 0 0,113 27-559 0 0,-2-1-385 0 0,-213-17-114 0 0,101-2-53 0 0,-117-2-218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1185 0 14747 0 0,'-5'8'444'0'0,"1"1"0"0"0,-1 0 0 0 0,1-1 0 0 0,1 1 0 0 0,0 1 0 0 0,0-1 0 0 0,0 0 0 0 0,2 1 0 0 0,-1-1 0 0 0,1 1 0 0 0,0 0 0 0 0,1-1 0 0 0,1 11 0 0 0,2 13 328 0 0,2-1 0 0 0,14 49 0 0 0,-2-11-566 0 0,70 512 471 0 0,-78-420-505 0 0,4 23 189 0 0,-9-157-321 0 0,1 1-1 0 0,1-1 1 0 0,2 0 0 0 0,15 37-1 0 0,-21-60-12 0 0,1 1 0 0 0,-1-1-1 0 0,1 0 1 0 0,0-1 0 0 0,0 1-1 0 0,0 0 1 0 0,1-1 0 0 0,7 7-1 0 0,-10-10 25 0 0,-5 4 16 0 0,-13 2-3 0 0,-1-1 0 0 0,0 0 0 0 0,-1-2 0 0 0,1 0 0 0 0,-25 2 0 0 0,13-2-284 0 0,-75 7 6 0 0,-123-2 0 0 0,-45 4-640 0 0,-211 5-129 0 0,432-11 38 0 0,44-5 321 0 0,-1 0 1 0 0,1-1 0 0 0,-1 0-1 0 0,1 0 1 0 0,-1-1 0 0 0,-8-1-1 0 0,16 1 546 0 0,1 0 0 0 0,0 0 0 0 0,0 0 1 0 0,-1 0-1 0 0,1 0 0 0 0,0 0 0 0 0,0 0 0 0 0,-1 0 0 0 0,1 0 0 0 0,0 0 0 0 0,0 0 1 0 0,-1 0-1 0 0,1 0 0 0 0,0-1 0 0 0,0 1 0 0 0,-1 0 0 0 0,1 0 0 0 0,0 0 0 0 0,0 0 0 0 0,0-1 1 0 0,-1 1-1 0 0,1 0 0 0 0,0 0 0 0 0,0 0 0 0 0,0-1 0 0 0,0 1 0 0 0,-1 0 0 0 0,1 0 1 0 0,0-1-1 0 0,0 1 0 0 0,0 0 0 0 0,0 0 0 0 0,0-1 0 0 0,0 1 0 0 0,0 0 0 0 0,0-1 0 0 0,0 1 1 0 0,0 0-1 0 0,0 0 0 0 0,0-1 0 0 0,0 1 0 0 0,0 0 0 0 0,0 0 0 0 0,0-1 0 0 0,1-3-1327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0 7370 0 0,'-5'13'1257'0'0,"0"-1"1"0"0,0 1 0 0 0,1 0 0 0 0,1 0 0 0 0,0 0 0 0 0,1 0-1 0 0,0 0 1 0 0,1 20 0 0 0,-2 3-146 0 0,-4 103 967 0 0,20 271 1 0 0,2-130-1855 0 0,-15-262-98 0 0,1 0-1 0 0,5 27 1 0 0,-5-39-480 0 0,1-1 0 0 0,0 1 0 0 0,0 0 0 0 0,0-1 0 0 0,0 0 0 0 0,1 1 0 0 0,0-1 1 0 0,0 0-1 0 0,1 0 0 0 0,-1-1 0 0 0,7 7 0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10594 0 0,'-8'22'1184'0'0,"-8"35"0"0"0,12-23 2338 0 0,4-33-3389 0 0,0 0 0 0 0,1 0 0 0 0,-1 0 0 0 0,0 1 0 0 0,1-1 0 0 0,-1 0 0 0 0,0 0 0 0 0,1 0 1 0 0,0 0-1 0 0,-1 0 0 0 0,1 0 0 0 0,-1-1 0 0 0,1 1 0 0 0,0 0 0 0 0,0 0 0 0 0,0 0 0 0 0,-1-1 0 0 0,1 1 1 0 0,0 0-1 0 0,0-1 0 0 0,0 1 0 0 0,0 0 0 0 0,0-1 0 0 0,0 0 0 0 0,0 1 0 0 0,0-1 0 0 0,0 1 1 0 0,0-1-1 0 0,1 0 0 0 0,-1 0 0 0 0,0 0 0 0 0,0 0 0 0 0,0 0 0 0 0,0 0 0 0 0,1 0 0 0 0,51-3 1115 0 0,-37 1-1001 0 0,80 1 282 0 0,186 21 0 0 0,-53-1-352 0 0,-40-15-167 0 0,158 13-972 0 0,-240-4-4207 0 0,-84-8-1489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4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6913 0 0,'-5'5'633'0'0,"0"1"-1"0"0,0-1 0 0 0,1 1 1 0 0,0-1-1 0 0,0 1 0 0 0,0 1 0 0 0,1-1 1 0 0,0 0-1 0 0,0 1 0 0 0,0 0 0 0 0,1-1 1 0 0,0 1-1 0 0,1 0 0 0 0,-1 0 0 0 0,1 0 1 0 0,0 14-1 0 0,1 11 987 0 0,1 0-1 0 0,8 48 1 0 0,-4-37-1229 0 0,56 615 1948 0 0,-50-440-2250 0 0,-18 222-1 0 0,0-243-2352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9218 0 0,'2'17'4710'0'0,"0"25"-2875"0"0,15 474 1970 0 0,-3-264-5692 0 0,-6-175-4480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20 2761 0 0,'-3'-2'286'0'0,"0"0"0"0"0,0-1 0 0 0,-1 2-1 0 0,1-1 1 0 0,-1 0 0 0 0,1 1 0 0 0,-1-1 0 0 0,0 1 0 0 0,1 0 0 0 0,-1 0 0 0 0,0 1 0 0 0,0-1 0 0 0,0 1 0 0 0,0 0 0 0 0,1 0 0 0 0,-1 0 0 0 0,0 0 0 0 0,0 1 0 0 0,0 0 0 0 0,0-1 0 0 0,-5 3 0 0 0,-4 1-115 0 0,-1 1-1 0 0,1 0 1 0 0,0 1-1 0 0,-18 10 1 0 0,13-5 114 0 0,1 1 0 0 0,1 1 0 0 0,0 0 1 0 0,0 1-1 0 0,2 1 0 0 0,0 0 0 0 0,-23 32 0 0 0,31-38-91 0 0,0 1 1 0 0,0 0-1 0 0,0 0 0 0 0,2 0 0 0 0,-1 0 0 0 0,1 1 0 0 0,1 0 0 0 0,0 0 0 0 0,0 0 0 0 0,1 0 0 0 0,1 0 0 0 0,-1 0 0 0 0,2 1 0 0 0,0-1 0 0 0,2 21 0 0 0,-1-27-129 0 0,0-1 0 0 0,0 0 1 0 0,1 0-1 0 0,-1 0 0 0 0,1 0 0 0 0,0 0 0 0 0,0 0 0 0 0,0 0 0 0 0,0 0 0 0 0,1-1 0 0 0,-1 1 1 0 0,1-1-1 0 0,0 0 0 0 0,0 0 0 0 0,1 0 0 0 0,-1 0 0 0 0,0-1 0 0 0,1 1 0 0 0,0-1 0 0 0,-1 0 0 0 0,1 0 1 0 0,0 0-1 0 0,0 0 0 0 0,0-1 0 0 0,1 0 0 0 0,-1 0 0 0 0,0 0 0 0 0,0 0 0 0 0,1 0 0 0 0,-1-1 1 0 0,0 0-1 0 0,7 0 0 0 0,-4-1 40 0 0,1 1 1 0 0,0-1-1 0 0,-1 0 1 0 0,1-1 0 0 0,-1 0-1 0 0,0 0 1 0 0,0-1-1 0 0,0 0 1 0 0,0 0-1 0 0,0 0 1 0 0,0-1 0 0 0,-1 0-1 0 0,1 0 1 0 0,-1-1-1 0 0,0 0 1 0 0,-1 0 0 0 0,11-11-1 0 0,-9 5 16 0 0,-1-1 0 0 0,1 1 1 0 0,-2-1-1 0 0,0 0 0 0 0,0 0 0 0 0,-1-1 0 0 0,0 1 1 0 0,-1-1-1 0 0,-1 0 0 0 0,0 0 0 0 0,-1 0 0 0 0,0 0 1 0 0,-1 0-1 0 0,0 0 0 0 0,-1 0 0 0 0,-1 0 0 0 0,0 0 0 0 0,-1 0 1 0 0,0 0-1 0 0,-1 1 0 0 0,0-1 0 0 0,-10-19 0 0 0,12 29-245 0 0,0 0 0 0 0,0 0 0 0 0,0-1 0 0 0,-1 1 0 0 0,1 1 0 0 0,-1-1 0 0 0,1 0 0 0 0,-1 1 0 0 0,0-1-1 0 0,0 1 1 0 0,0 0 0 0 0,0 0 0 0 0,-1 0 0 0 0,1 0 0 0 0,0 1 0 0 0,-1 0 0 0 0,1-1 0 0 0,-8 0 0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1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1744 208 4609 0 0,'2'-1'194'0'0,"0"0"0"0"0,0-1 1 0 0,-1 1-1 0 0,1-1 0 0 0,0 1 0 0 0,-1-1 1 0 0,1 0-1 0 0,-1 0 0 0 0,0 0 0 0 0,0 0 1 0 0,0 0-1 0 0,0 0 0 0 0,0 0 0 0 0,0 0 0 0 0,0 0 1 0 0,0 0-1 0 0,-1 0 0 0 0,1 0 0 0 0,-1-1 1 0 0,0 1-1 0 0,0 0 0 0 0,0 0 0 0 0,0-1 1 0 0,0-3-1 0 0,-1 4 2 0 0,0 0 1 0 0,0 0 0 0 0,0 0 0 0 0,0 0-1 0 0,0 1 1 0 0,-1-1 0 0 0,1 0 0 0 0,0 1-1 0 0,-1-1 1 0 0,1 1 0 0 0,-1 0 0 0 0,1-1-1 0 0,-1 1 1 0 0,0 0 0 0 0,0 0-1 0 0,0 0 1 0 0,1 0 0 0 0,-1 0 0 0 0,0 0-1 0 0,0 1 1 0 0,0-1 0 0 0,0 1 0 0 0,0-1-1 0 0,-1 1 1 0 0,1 0 0 0 0,-3 0-1 0 0,-26-1 1176 0 0,0 2-1 0 0,0 2 1 0 0,-58 11-1 0 0,-13 1-260 0 0,24-10-653 0 0,1-3 0 0 0,-152-17 0 0 0,-150-49 72 0 0,52 27-360 0 0,99 17-644 0 0,150 3-540 0 0,37 7-6237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0 14747 0 0,'-9'19'3330'0'0,"3"0"-2773"0"0,0 0-1 0 0,1 0 1 0 0,1 0 0 0 0,-2 29-1 0 0,1 83 183 0 0,4-86-597 0 0,2 276 365 0 0,3-253-859 0 0,3 0 0 0 0,27 114 1 0 0,-24-144-1517 0 0,-1-4-5150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1941 119 10594 0 0,'-3'-1'278'0'0,"0"1"-1"0"0,0-1 1 0 0,0 1-1 0 0,0 0 0 0 0,0 0 1 0 0,0 1-1 0 0,0-1 1 0 0,0 0-1 0 0,0 1 0 0 0,0 0 1 0 0,0 0-1 0 0,0 0 1 0 0,-4 2-1 0 0,-5 1 532 0 0,-37 6 468 0 0,0-2-1 0 0,-1-2 1 0 0,0-2-1 0 0,-60-4 0 0 0,-204-26-178 0 0,219 16-940 0 0,-331-29 145 0 0,-89-9-965 0 0,344 24-2270 0 0,118 14-4203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9674 0 0,'-2'1'108'0'0,"1"-1"1"0"0,0 1-1 0 0,-1 0 0 0 0,1 0 0 0 0,-1 0 1 0 0,1 0-1 0 0,0 0 0 0 0,0 0 0 0 0,-1 1 1 0 0,1-1-1 0 0,0 0 0 0 0,0 1 0 0 0,0-1 1 0 0,1 0-1 0 0,-1 1 0 0 0,0-1 0 0 0,0 1 1 0 0,1-1-1 0 0,-1 1 0 0 0,1 0 0 0 0,-1-1 0 0 0,1 1 1 0 0,0 0-1 0 0,-1 2 0 0 0,-2 53 1311 0 0,3-42-1126 0 0,11 300 3352 0 0,-1-140-2867 0 0,35 587-147 0 0,56-3-109 0 0,-90-698-622 0 0,-2 0-1 0 0,-3 1 0 0 0,-5 121 0 0 0,-2-165-1394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1 134 11058 0 0,'0'-1'67'0'0,"0"1"-1"0"0,0-1 1 0 0,0 1-1 0 0,0-1 1 0 0,0 0-1 0 0,0 1 0 0 0,0-1 1 0 0,0 0-1 0 0,0 1 1 0 0,1-1-1 0 0,-1 1 1 0 0,0-1-1 0 0,0 1 1 0 0,1-1-1 0 0,-1 0 1 0 0,0 1-1 0 0,1-1 0 0 0,-1 1 1 0 0,1 0-1 0 0,-1-1 1 0 0,1 1-1 0 0,-1-1 1 0 0,0 1-1 0 0,1-1 1 0 0,0 1-1 0 0,-1 0 0 0 0,1 0 1 0 0,-1-1-1 0 0,1 1 1 0 0,-1 0-1 0 0,1 0 1 0 0,0-1-1 0 0,-1 1 1 0 0,2 0-1 0 0,27-9 1228 0 0,-25 8-955 0 0,90-22 2021 0 0,116-12 1 0 0,101 6-864 0 0,-201 20-857 0 0,97-2-293 0 0,-1 10-1 0 0,224 28 0 0 0,-265-8-343 0 0,-69-6-15 0 0,2-4 1 0 0,140-5-1 0 0,-227-5-237 0 0,-1 0 0 0 0,0 0 0 0 0,1-1 0 0 0,-1-1 0 0 0,0 1 0 0 0,0-2 0 0 0,-1 1 0 0 0,15-9-1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0 6913 0 0,'-14'21'12344'0'0,"17"-11"-9985"0"0,-2 2-3589 0 0,-24-14 3286 0 0,17 1-1841 0 0,4 1-328 0 0,-5-1 481 0 0,30-6-9373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7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1695 1 8290 0 0,'0'0'88'0'0,"1"0"1"0"0,-1 0 0 0 0,0 0-1 0 0,0 0 1 0 0,1 0 0 0 0,-1 1-1 0 0,0-1 1 0 0,1 0-1 0 0,-1 0 1 0 0,0 1 0 0 0,0-1-1 0 0,0 0 1 0 0,1 0 0 0 0,-1 1-1 0 0,0-1 1 0 0,0 0-1 0 0,0 0 1 0 0,0 1 0 0 0,1-1-1 0 0,-1 0 1 0 0,0 1 0 0 0,0-1-1 0 0,0 0 1 0 0,0 1-1 0 0,0-1 1 0 0,0 0 0 0 0,0 1-1 0 0,0-1 1 0 0,0 0 0 0 0,0 1-1 0 0,0-1 1 0 0,0 0 0 0 0,0 0-1 0 0,0 1 1 0 0,0-1-1 0 0,-1 1 1 0 0,-9 12 2018 0 0,-17 6 436 0 0,4-8-1685 0 0,-1-2 0 0 0,0-1 0 0 0,-1 0 0 0 0,-43 6 0 0 0,-107 5 565 0 0,147-16-1154 0 0,-86 2 181 0 0,0-5 0 0 0,0-6 0 0 0,-212-36 0 0 0,303 38-495 0 0,-260-38 577 0 0,221 36-1353 0 0,0 3 1 0 0,-99 7-1 0 0,126 2-2422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11 3681 0 0,'-6'2'255'0'0,"1"0"1"0"0,0 0-1 0 0,0 0 0 0 0,0 1 1 0 0,0-1-1 0 0,0 2 1 0 0,0-1-1 0 0,1 0 0 0 0,-1 1 1 0 0,1 0-1 0 0,0 0 0 0 0,0 0 1 0 0,0 0-1 0 0,1 1 1 0 0,0-1-1 0 0,-1 1 0 0 0,2 0 1 0 0,-6 10-1 0 0,6-10-94 0 0,0 0 1 0 0,0 0-1 0 0,0 1 0 0 0,0-1 1 0 0,1 0-1 0 0,0 1 0 0 0,0-1 0 0 0,0 1 1 0 0,1 0-1 0 0,0-1 0 0 0,0 1 0 0 0,0 0 1 0 0,1-1-1 0 0,0 1 0 0 0,0-1 0 0 0,0 1 1 0 0,1-1-1 0 0,-1 0 0 0 0,4 7 1 0 0,-4-10-144 0 0,0 0 0 0 0,0 0 0 0 0,0-1 0 0 0,0 1 0 0 0,1 0 0 0 0,-1-1 0 0 0,0 1 0 0 0,1-1 0 0 0,-1 0 0 0 0,1 1 0 0 0,0-1 0 0 0,-1 0 0 0 0,1 0 0 0 0,0 0 0 0 0,3 1 0 0 0,-4-1 60 0 0,0-1 0 0 0,1 0 0 0 0,-1 0 0 0 0,0 0 0 0 0,0 0 0 0 0,1 0-1 0 0,-1 0 1 0 0,0 0 0 0 0,1 0 0 0 0,-1-1 0 0 0,0 1 0 0 0,0 0 0 0 0,0-1 0 0 0,1 1-1 0 0,-1-1 1 0 0,0 1 0 0 0,0-1 0 0 0,2-1 0 0 0,0-1 131 0 0,1 0-1 0 0,-1 0 1 0 0,0-1 0 0 0,0 1-1 0 0,-1-1 1 0 0,1 1 0 0 0,-1-1-1 0 0,0 0 1 0 0,0 0 0 0 0,0 0-1 0 0,0 0 1 0 0,1-7-1 0 0,0-1 27 0 0,-1 0-1 0 0,-1 0 0 0 0,1 0 1 0 0,-2 1-1 0 0,-1-19 0 0 0,1 26-214 0 0,0 1 1 0 0,0-1-1 0 0,0 1 0 0 0,-1-1 0 0 0,0 1 0 0 0,0-1 0 0 0,0 1 1 0 0,0-1-1 0 0,0 1 0 0 0,-1 0 0 0 0,1 0 0 0 0,-1 0 0 0 0,0 0 1 0 0,0 0-1 0 0,0 0 0 0 0,-1 0 0 0 0,1 0 0 0 0,0 1 1 0 0,-1-1-1 0 0,0 1 0 0 0,0 0 0 0 0,-4-3 0 0 0,5 4 15 0 0,-1 0-1 0 0,1 0 0 0 0,0 0 1 0 0,-1 1-1 0 0,1-1 0 0 0,-1 1 1 0 0,1 0-1 0 0,-1-1 0 0 0,0 1 0 0 0,1 0 1 0 0,-1 1-1 0 0,1-1 0 0 0,-1 0 1 0 0,1 1-1 0 0,-1-1 0 0 0,1 1 1 0 0,-1 0-1 0 0,1 0 0 0 0,-4 2 1 0 0,2-1 99 0 0,0 1-1 0 0,0 0 1 0 0,0 0 0 0 0,0 1 0 0 0,1-1 0 0 0,-1 1-1 0 0,1 0 1 0 0,0 0 0 0 0,-4 7 0 0 0,1 0 39 0 0,-1 1 0 0 0,2 1 0 0 0,0 0 0 0 0,0-1 1 0 0,1 1-1 0 0,-3 21 0 0 0,6-31-161 0 0,-2 39 55 0 0,3-41-72 0 0,0 1 0 0 0,0-1 0 0 0,0 1 0 0 0,0-1 0 0 0,0 1 0 0 0,1 0 0 0 0,-1-1 0 0 0,0 1 0 0 0,1-1 0 0 0,-1 1 0 0 0,1-1-1 0 0,0 0 1 0 0,-1 1 0 0 0,1-1 0 0 0,0 0 0 0 0,0 1 0 0 0,0-1 0 0 0,0 0 0 0 0,0 0 0 0 0,0 0 0 0 0,0 0 0 0 0,3 2 0 0 0,5 0-131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174 191 10594 0 0,'-3'3'255'0'0,"-1"0"0"0"0,1 0 0 0 0,0 1 0 0 0,0-1 0 0 0,1 1 0 0 0,-1 0 0 0 0,1-1 0 0 0,0 1 0 0 0,-3 7-1 0 0,5-10-205 0 0,-1-1-1 0 0,0 1 0 0 0,1 0 0 0 0,-1 0 0 0 0,1 0 0 0 0,0 0 0 0 0,-1 0 0 0 0,1 0 0 0 0,0 0 0 0 0,0 0 0 0 0,-1 0 0 0 0,1 0 0 0 0,0 0 1 0 0,0 0-1 0 0,0 0 0 0 0,0 0 0 0 0,0 0 0 0 0,1 0 0 0 0,-1 0 0 0 0,0 0 0 0 0,0 0 0 0 0,1 0 0 0 0,-1 0 0 0 0,0 0 0 0 0,1 0 1 0 0,-1-1-1 0 0,1 1 0 0 0,-1 0 0 0 0,1 0 0 0 0,-1 0 0 0 0,1 0 0 0 0,0-1 0 0 0,0 1 0 0 0,-1 0 0 0 0,1-1 0 0 0,0 1 0 0 0,0 0 0 0 0,0-1 1 0 0,0 1-1 0 0,-1-1 0 0 0,1 0 0 0 0,0 1 0 0 0,0-1 0 0 0,0 0 0 0 0,0 1 0 0 0,0-1 0 0 0,1 0 0 0 0,-1 0 28 0 0,0 1-1 0 0,0-1 1 0 0,0 0-1 0 0,0 0 1 0 0,0 0-1 0 0,0 0 0 0 0,0-1 1 0 0,-1 1-1 0 0,1 0 1 0 0,0 0-1 0 0,0 0 1 0 0,0-1-1 0 0,0 1 1 0 0,0 0-1 0 0,0-1 0 0 0,-1 1 1 0 0,1-1-1 0 0,0 1 1 0 0,0-1-1 0 0,-1 0 1 0 0,1 1-1 0 0,0-1 1 0 0,-1 1-1 0 0,1-1 0 0 0,-1 0 1 0 0,2-1-1 0 0,-1 0 35 0 0,0 0-1 0 0,0-1 0 0 0,0 1 1 0 0,-1-1-1 0 0,1 1 0 0 0,-1-1 1 0 0,1 1-1 0 0,-1-1 0 0 0,0-4 1 0 0,0-2 74 0 0,-1 0 1 0 0,0 0 0 0 0,0 0 0 0 0,-4-13 0 0 0,-1 6-30 0 0,0 0 0 0 0,0 1 0 0 0,-10-15 1 0 0,13 24-115 0 0,0 1 0 0 0,0 0 0 0 0,-1 0 0 0 0,0 0 0 0 0,0 0 1 0 0,0 1-1 0 0,-1 0 0 0 0,1 0 0 0 0,-1 0 0 0 0,0 0 0 0 0,-8-4 0 0 0,12 8-20 0 0,0-1 0 0 0,0 1-1 0 0,-1-1 1 0 0,1 1 0 0 0,0-1-1 0 0,-1 1 1 0 0,1 0-1 0 0,0 0 1 0 0,-1 0 0 0 0,1 0-1 0 0,-1 0 1 0 0,1 0 0 0 0,0 0-1 0 0,-1 0 1 0 0,1 0-1 0 0,0 1 1 0 0,-1-1 0 0 0,1 0-1 0 0,0 1 1 0 0,-1-1 0 0 0,-1 2-1 0 0,1 0 1 0 0,-1 0 0 0 0,1 0-1 0 0,0 0 1 0 0,0 0 0 0 0,-1 0-1 0 0,2 1 1 0 0,-1-1 0 0 0,0 1-1 0 0,-2 3 1 0 0,-1 6-17 0 0,0-1 0 0 0,0 1 1 0 0,-4 19-1 0 0,6-20-66 0 0,0-1 1 0 0,1 1-1 0 0,1-1 1 0 0,0 1-1 0 0,0 0 1 0 0,1 0-1 0 0,2 19 1 0 0,-1-27 50 0 0,-1 0 0 0 0,1 0 1 0 0,0 0-1 0 0,0 0 0 0 0,0 0 0 0 0,0 0 1 0 0,1 0-1 0 0,-1 0 0 0 0,1-1 1 0 0,0 1-1 0 0,0 0 0 0 0,0-1 0 0 0,0 0 1 0 0,0 1-1 0 0,0-1 0 0 0,1 0 1 0 0,-1 0-1 0 0,1 0 0 0 0,-1-1 1 0 0,1 1-1 0 0,0 0 0 0 0,-1-1 0 0 0,1 0 1 0 0,0 0-1 0 0,0 0 0 0 0,0 0 1 0 0,0 0-1 0 0,1-1 0 0 0,-1 1 0 0 0,0-1 1 0 0,3 1-1 0 0,-1-1 50 0 0,1 0-1 0 0,-1 0 1 0 0,0 0 0 0 0,0-1-1 0 0,1 0 1 0 0,-1 0 0 0 0,0 0-1 0 0,0 0 1 0 0,0-1 0 0 0,0 0-1 0 0,0 0 1 0 0,0 0 0 0 0,-1-1-1 0 0,1 1 1 0 0,4-4 0 0 0,-3 1 29 0 0,-1 0 0 0 0,1-1 0 0 0,-1 1 0 0 0,0-1 0 0 0,-1 0 1 0 0,1 0-1 0 0,-1-1 0 0 0,0 1 0 0 0,5-13 0 0 0,-5 8-6 0 0,0 0 0 0 0,-1 0 0 0 0,0 0 0 0 0,0 0 0 0 0,-1-1 0 0 0,-1 1 0 0 0,0-1 0 0 0,0 1 0 0 0,-1-1 0 0 0,-1 1 0 0 0,0-1 0 0 0,-1 1 1 0 0,-4-20-1 0 0,-7 11 124 0 0,12 20-227 0 0,1 0-1 0 0,0-1 1 0 0,0 1 0 0 0,0 0 0 0 0,-1-1-1 0 0,1 1 1 0 0,0 0 0 0 0,0 0 0 0 0,-1 0 0 0 0,1-1-1 0 0,0 1 1 0 0,-1 0 0 0 0,1 0 0 0 0,0 0-1 0 0,-1 0 1 0 0,1-1 0 0 0,0 1 0 0 0,-1 0 0 0 0,1 0-1 0 0,0 0 1 0 0,-1 0 0 0 0,1 0 0 0 0,0 0-1 0 0,-1 0 1 0 0,1 0 0 0 0,-1 0 0 0 0,1 0 0 0 0,0 0-1 0 0,-1 0 1 0 0,1 0 0 0 0,0 0 0 0 0,-1 1-1 0 0,1-1 1 0 0,0 0 0 0 0,-1 0 0 0 0,1 0-1 0 0,0 0 1 0 0,0 1 0 0 0,-1-1 0 0 0,1 0 0 0 0,0 0-1 0 0,-1 1 1 0 0,1-1 0 0 0,0 0 0 0 0,0 0-1 0 0,0 1 1 0 0,-1-1 0 0 0,1 0 0 0 0,0 1 0 0 0,0-1-1 0 0,0 0 1 0 0,0 1 0 0 0,0-1 0 0 0,-1 0-1 0 0,1 1 1 0 0,0-1 0 0 0,0 0 0 0 0,0 1 0 0 0,0 0-1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6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24 6513 0 0,'-9'1'42'0'0,"-1"1"-1"0"0,1 0 0 0 0,0 1 1 0 0,0 0-1 0 0,1 1 0 0 0,-1-1 1 0 0,-12 9-1 0 0,-4 0-68 0 0,-64 31-611 0 0,-23 10 339 0 0,41-23 12334 0 0,117-31-10443 0 0,280-34 1048 0 0,-81 10-1070 0 0,-39 6-1681 0 0,-108 13-36 0 0,-1-5 0 0 0,170-41 0 0 0,-263 51 102 0 0,30-11-97 0 0,-33 12 129 0 0,0 0 0 0 0,0-1 1 0 0,0 1-1 0 0,1 0 0 0 0,-1-1 0 0 0,0 1 0 0 0,0-1 0 0 0,-1 1 0 0 0,1-1 0 0 0,0 0 0 0 0,0 1 0 0 0,0-1 0 0 0,0 0 1 0 0,0 0-1 0 0,-1 1 0 0 0,1-1 0 0 0,0 0 0 0 0,-1 0 0 0 0,1 0 0 0 0,0 0 0 0 0,-1 0 0 0 0,0 0 0 0 0,1 0 0 0 0,0-2 1 0 0,-2 3-112 0 0,1-1 0 0 0,0 1 0 0 0,0-1 0 0 0,-1 0 0 0 0,1 1 1 0 0,0-1-1 0 0,-1 1 0 0 0,1-1 0 0 0,-1 1 0 0 0,1-1 0 0 0,-1 1 1 0 0,1-1-1 0 0,-1 1 0 0 0,1 0 0 0 0,-1-1 0 0 0,1 1 0 0 0,-1 0 1 0 0,0-1-1 0 0,0 1 0 0 0,-6-2-811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55 4145 0 0,'-124'8'11081'0'0,"138"-17"-5959"0"0,29-12-4124 0 0,-14 12-906 0 0,1 2-1 0 0,0 1 1 0 0,0 1-1 0 0,0 2 1 0 0,1 1 0 0 0,52 3-1 0 0,182 34 423 0 0,-235-29-2492 0 0,0 0 1 0 0,-1 3 0 0 0,0 0 0 0 0,-1 2-1 0 0,31 16 1 0 0,-53-24 1249 0 0,-5 0 597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13827 0 0,'-3'1'201'0'0,"0"0"-1"0"0,1 1 1 0 0,-1-1 0 0 0,1 1 0 0 0,-1-1-1 0 0,1 1 1 0 0,0 0 0 0 0,-1 0 0 0 0,1 0-1 0 0,0 0 1 0 0,0 0 0 0 0,-3 5-1 0 0,5-6-86 0 0,0 1 0 0 0,0 0-1 0 0,-1 0 1 0 0,1-1-1 0 0,0 1 1 0 0,0 0 0 0 0,0-1-1 0 0,1 1 1 0 0,-1 0-1 0 0,0-1 1 0 0,1 1-1 0 0,-1 0 1 0 0,1-1 0 0 0,0 1-1 0 0,-1-1 1 0 0,1 1-1 0 0,0-1 1 0 0,0 1 0 0 0,0-1-1 0 0,0 1 1 0 0,0-1-1 0 0,0 0 1 0 0,0 0 0 0 0,2 2-1 0 0,187 235 3748 0 0,-170-213-3810 0 0,2 0-1 0 0,33 29 1 0 0,-9-14-6674 0 0,-28-26-537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8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263 0 14283 0 0,'-33'40'6052'0'0,"2"9"-3865"0"0,-23 57-2336 0 0,38-74 636 0 0,-13 26-469 0 0,2 1 1 0 0,3 1 0 0 0,-22 85-1 0 0,43-112-2586 0 0,6-18 1046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67 177 4609 0 0,'-8'-13'760'0'0,"1"-1"1"0"0,1-1-1 0 0,0 1 0 0 0,-4-20 1 0 0,-2-4 845 0 0,7 22-818 0 0,-8-17 9205 0 0,16 45-8834 0 0,2 6-1291 0 0,58 128 691 0 0,-30-68-449 0 0,78 139 1 0 0,-97-197-111 0 0,26 47 0 0 0,-37-61 0 0 0,0 0 0 0 0,0 1 0 0 0,-1-1 0 0 0,0 1 0 0 0,0 0 0 0 0,-1 0 0 0 0,1 0 0 0 0,-1 9 0 0 0,-5-2 535 0 0,-3-10-2217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97 6497 0 0,'2'-2'20'0'0,"1"-1"-1"0"0,-1 1 0 0 0,0 0 1 0 0,0-1-1 0 0,0 1 0 0 0,0-1 1 0 0,0 0-1 0 0,-1 0 0 0 0,1 0 1 0 0,-1 0-1 0 0,1-4 0 0 0,-1 7-29 0 0,-1 0 0 0 0,0-1-1 0 0,0 1 1 0 0,0 0 0 0 0,0 0-1 0 0,0 0 1 0 0,0-1 0 0 0,0 1-1 0 0,0 0 1 0 0,0 0 0 0 0,0-1-1 0 0,0 1 1 0 0,0 0 0 0 0,0 0-1 0 0,0-1 1 0 0,0 1 0 0 0,0 0-1 0 0,0 0 1 0 0,0-1 0 0 0,0 1-1 0 0,0 0 1 0 0,0 0 0 0 0,0 0-1 0 0,0-1 1 0 0,0 1 0 0 0,0 0-1 0 0,0 0 1 0 0,-1 0-1 0 0,1-1 1 0 0,0 1 0 0 0,0 0-1 0 0,0 0 1 0 0,0 0 0 0 0,-1 0-1 0 0,1-1 1 0 0,0 1 0 0 0,0 0-1 0 0,0 0 1 0 0,-1 0 0 0 0,1 0-1 0 0,0 0 1 0 0,0 0 0 0 0,0 0-1 0 0,-1-1 1 0 0,-14 4 409 0 0,-15 10 1020 0 0,-91 69 5409 0 0,139-95-3422 0 0,17-19-2463 0 0,7-5-1137 0 0,12-3 462 0 0,-29 24-2647 0 0,-7 4-3026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0 323 3225 0 0,'0'1'309'0'0,"1"-8"702"0"0,0 0-1 0 0,1 0 1 0 0,0 0-1 0 0,0 1 1 0 0,4-9 0 0 0,2-10 9 0 0,-1 2-223 0 0,3-12 370 0 0,7-43 1 0 0,-16 67-714 0 0,1 0 0 0 0,-2 0 0 0 0,0 1 0 0 0,0-1 0 0 0,-1 0 0 0 0,0 0 0 0 0,-1 1 0 0 0,-4-18 0 0 0,5 44 2972 0 0,7 19-3555 0 0,28 50 237 0 0,86 150 0 0 0,-57-118-68 0 0,-47-84-573 0 0,-6-13-965 0 0,0-1 1 0 0,1 0-1 0 0,1 0 1 0 0,18 21-1 0 0,-17-26-4284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1 139 9674 0 0,'46'-38'8765'0'0,"-26"19"-8411"0"0,1 2 0 0 0,40-27 0 0 0,-18 23-2545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8754 0 0,'-7'6'776'0'0,"3"-3"-616"0"0,-10 3 4169 0 0,13-4-4105 0 0,-1-1-224 0 0,5 1 0 0 0,1-2 0 0 0,2-2 0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139 490 6393 0 0,'-4'1'270'0'0,"-1"1"0"0"0,0 0 0 0 0,0 0 0 0 0,1 1 0 0 0,-1-1 0 0 0,1 1 0 0 0,0 0 0 0 0,0 0 0 0 0,-5 6 0 0 0,-36 37 2982 0 0,33-33-2138 0 0,4-3-7 0 0,7-8-732 0 0,-1 1 0 0 0,0 0 1 0 0,0-1-1 0 0,0 0 0 0 0,0 1 0 0 0,0-1 1 0 0,0 0-1 0 0,-1 0 0 0 0,-4 3 1 0 0,17-39 1880 0 0,17-44-2115 0 0,-4-1 0 0 0,-3-1 0 0 0,-4-1-1 0 0,11-157 1 0 0,-28 213 1302 0 0,27 97-1364 0 0,-14-34-8 0 0,2-1 0 0 0,2 0 0 0 0,23 39 0 0 0,56 60-71 0 0,4 7 0 0 0,-61-85 36 0 0,82 95 0 0 0,-82-103 165 0 0,-36-46-181 0 0,1 1 0 0 0,-1-1 0 0 0,0 1-1 0 0,0 0 1 0 0,0-1 0 0 0,-1 1 0 0 0,1 0-1 0 0,-1 0 1 0 0,-1 0 0 0 0,1 7 0 0 0,-1 2 465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16 199 3225 0 0,'-15'-3'6176'0'0,"23"-14"-144"0"0,-2 7-5464 0 0,-5 8-1383 0 0,9-12 1603 0 0,0 1-1 0 0,1-1 1 0 0,1 2 0 0 0,0 0-1 0 0,18-15 1 0 0,-11 13-1241 0 0,0 0-1 0 0,1 1 1 0 0,28-12 0 0 0,-32 17-6068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138 482 5985 0 0,'-55'29'849'0'0,"34"-17"959"0"0,-32 14 0 0 0,53-26-1756 0 0,0 0 0 0 0,0 1 0 0 0,0-1 0 0 0,-1 0 0 0 0,1 0 0 0 0,0 0 0 0 0,0 0 0 0 0,0 1 0 0 0,0-1 0 0 0,-1 0 0 0 0,1 0 0 0 0,0 0 0 0 0,0 0 0 0 0,-1 0 0 0 0,1 0 0 0 0,0 0 0 0 0,0 0 0 0 0,0 0 0 0 0,-1 0 0 0 0,1 1 0 0 0,0-1 0 0 0,0 0 0 0 0,-1 0 0 0 0,1-1 0 0 0,0 1 0 0 0,0 0 0 0 0,-1 0 0 0 0,1 0 0 0 0,0 0 0 0 0,0 0 0 0 0,-1 0 0 0 0,1 0 0 0 0,0 0 0 0 0,0 0 0 0 0,0 0 0 0 0,-1-1 0 0 0,1 1 0 0 0,0 0 0 0 0,0 0 0 0 0,0 0 0 0 0,0 0 0 0 0,-1-1-1 0 0,8-9 1100 0 0,19-15-326 0 0,-25 24-763 0 0,36-30 611 0 0,2 1 1 0 0,49-27-1 0 0,91-44 157 0 0,-59 36-527 0 0,-111 60-266 0 0,64-38 26 0 0,2 4 0 0 0,99-37 1 0 0,-122 57-123 0 0,-29 10 70 0 0,0 0 0 0 0,0 2 1 0 0,1 0-1 0 0,45-5 0 0 0,-67 12-33 0 0,5-1 121 0 0,0 0 0 0 0,1 1-1 0 0,-1 0 1 0 0,0 0 0 0 0,0 1-1 0 0,14 3 1 0 0,-19-3-14 0 0,1 0-1 0 0,-1 0 1 0 0,1 1-1 0 0,-1-1 1 0 0,0 1 0 0 0,0 0-1 0 0,1 0 1 0 0,-1 0-1 0 0,-1 0 1 0 0,1 0-1 0 0,0 0 1 0 0,0 0 0 0 0,-1 0-1 0 0,1 1 1 0 0,-1-1-1 0 0,0 1 1 0 0,0-1-1 0 0,0 1 1 0 0,0-1 0 0 0,0 1-1 0 0,0 3 1 0 0,16 57 930 0 0,-7-23-680 0 0,1-2-1 0 0,31 70 1 0 0,4-23-272 0 0,85 120 0 0 0,75 65-46 0 0,-180-237-20 0 0,-6-7 28 0 0,-1 0-1 0 0,18 35 1 0 0,-32-52-26 0 0,0 1-1 0 0,-1 0 0 0 0,0 0 1 0 0,0 0-1 0 0,-1 0 0 0 0,-1 1 1 0 0,1 0-1 0 0,-2-1 0 0 0,1 1 1 0 0,-1 16-1 0 0,-3-19 11 0 0,1 1 1 0 0,-1-1-1 0 0,-1 0 1 0 0,1 1-1 0 0,-1-1 1 0 0,-1-1 0 0 0,0 1-1 0 0,0 0 1 0 0,0-1-1 0 0,-1 0 1 0 0,0 0-1 0 0,0 0 1 0 0,-9 8-1 0 0,-9 8 93 0 0,-2 0 1 0 0,-30 20-1 0 0,30-24-125 0 0,-5 5 96 0 0,-2-2-1 0 0,0-1 0 0 0,-1-2 1 0 0,-1-1-1 0 0,-1-1 0 0 0,0-2 1 0 0,-48 13-1 0 0,-46 5 219 0 0,-40 11 88 0 0,147-38-447 0 0,1-1 1 0 0,-1 0-1 0 0,0-2 1 0 0,-1-1-1 0 0,1 0 1 0 0,0-2 0 0 0,-30-3-1 0 0,28 0-2279 0 0,-41-11 0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25 133 1376 0 0,'-5'-16'1487'0'0,"0"1"-1"0"0,1-1 0 0 0,-4-30 1 0 0,6 6 3823 0 0,26 72 294 0 0,16 38-3277 0 0,58 86-1651 0 0,-36-73-645 0 0,108 154 64 0 0,-149-206 65 0 0,-2 2 0 0 0,-1 0 0 0 0,-2 1 0 0 0,-1 1 0 0 0,-2 1 0 0 0,-1 0 0 0 0,10 55 0 0 0,-24-68 482 0 0,0-17-2324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1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39 2761 0 0,'-11'-13'2317'0'0,"10"11"-1968"0"0,0 1 0 0 0,0-1 0 0 0,0 0 0 0 0,0 1 0 0 0,0-1 0 0 0,-1 1 0 0 0,1-1 0 0 0,-1 1 1 0 0,1-1-1 0 0,-1 1 0 0 0,0 0 0 0 0,1 0 0 0 0,-1 0 0 0 0,0 0 0 0 0,0 0 0 0 0,0 0 1 0 0,0 1-1 0 0,1-1 0 0 0,-5 0 487 0 0,22 25 947 0 0,11 29-342 0 0,-2 1 1 0 0,23 78 0 0 0,-32-86-1125 0 0,23 44 310 0 0,3 5-879 0 0,-41-84-2904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31 256 4145 0 0,'-31'9'4633'0'0,"118"-51"-3737"0"0,2 3 0 0 0,185-51 0 0 0,-201 70-896 0 0,75-31 0 0 0,-110 37 0 0 0,-29 11 195 0 0,-8 2 0 0 0,1 0 0 0 0,-1 1 1 0 0,0-1-1 0 0,0 1 0 0 0,1-1 0 0 0,-1 1 0 0 0,0 0 0 0 0,0-1 1 0 0,1 1-1 0 0,-1 0 0 0 0,0 0 0 0 0,1 0 0 0 0,-1 0 0 0 0,0 0 1 0 0,3 0-1 0 0,-3 2-18 0 0,0-1 1 0 0,0 1-1 0 0,0-1 0 0 0,0 1 1 0 0,0-1-1 0 0,0 1 1 0 0,0 0-1 0 0,-1-1 1 0 0,1 1-1 0 0,-1 0 0 0 0,1 0 1 0 0,-1 0-1 0 0,0 3 1 0 0,12 44 45 0 0,2 0 0 0 0,2-1 0 0 0,2-1 0 0 0,2 0 0 0 0,1-2 0 0 0,3 0 0 0 0,50 68 0 0 0,-64-98-219 0 0,0 0 0 0 0,-1 1 0 0 0,0 0 0 0 0,-1 0 0 0 0,-1 0 0 0 0,0 1 0 0 0,-2 0 0 0 0,0 1 0 0 0,0-1 0 0 0,-2 1 0 0 0,0 0 0 0 0,-1 0 0 0 0,-1 0 0 0 0,-1 0 0 0 0,-2 25 0 0 0,0-37 2 0 0,0 0-1 0 0,0 0 1 0 0,0 0 0 0 0,-1-1-1 0 0,1 1 1 0 0,-1-1 0 0 0,-1 1-1 0 0,1-1 1 0 0,-1 0 0 0 0,0-1-1 0 0,0 1 1 0 0,0-1 0 0 0,-1 1-1 0 0,1-1 1 0 0,-1 0 0 0 0,-8 4-1 0 0,-11 8 32 0 0,-1-2 0 0 0,-30 14 0 0 0,46-24-36 0 0,-21 9 74 0 0,-1-1 1 0 0,-1-2-1 0 0,0-1 1 0 0,-37 6-1 0 0,-134 7 274 0 0,110-19-977 0 0,32-6-6447 0 0,45 2 1745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93 132 456 0 0,'-7'-7'430'0'0,"1"0"1"0"0,0-1-1 0 0,0 0 0 0 0,0 0 1 0 0,1 0-1 0 0,-8-17 0 0 0,9 15 894 0 0,-1 1-1 0 0,-1 0 1 0 0,1 0-1 0 0,-18-14 7580 0 0,24 37-7062 0 0,3 18-2095 0 0,-3-29 704 0 0,16 111 251 0 0,6-1 0 0 0,63 189 0 0 0,-60-249-2590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 7834 0 0,'-1'0'165'0'0,"1"0"1"0"0,-1 0 0 0 0,0-1-1 0 0,1 1 1 0 0,-1 0 0 0 0,1 0 0 0 0,-1 0-1 0 0,1 0 1 0 0,-1 0 0 0 0,0 0-1 0 0,1 1 1 0 0,-1-1 0 0 0,1 0 0 0 0,-1 0-1 0 0,1 0 1 0 0,-1 0 0 0 0,1 1-1 0 0,-1-1 1 0 0,1 0 0 0 0,-1 1-1 0 0,1-1 1 0 0,-1 0 0 0 0,1 1 0 0 0,-1-1-1 0 0,1 0 1 0 0,-1 1 0 0 0,1-1-1 0 0,0 1 1 0 0,-1-1 0 0 0,1 1-1 0 0,5 15 4642 0 0,-2-10-5970 0 0,4 13 1691 0 0,-1 0 1 0 0,-1 1-1 0 0,-1 0 0 0 0,-1 0 1 0 0,0 0-1 0 0,-2 0 0 0 0,0 0 0 0 0,-2 25 1 0 0,4 61-4009 0 0,-1-89-3055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22 271 3225 0 0,'-3'-2'461'0'0,"1"-1"0"0"0,0 0-1 0 0,0-1 1 0 0,0 1 0 0 0,0 0 0 0 0,0-1 0 0 0,-1-3 0 0 0,3 5-222 0 0,-1 1 0 0 0,1 0-1 0 0,-1-1 1 0 0,1 1 0 0 0,0 0-1 0 0,-1-1 1 0 0,1 1 0 0 0,0 0 0 0 0,0-1-1 0 0,0 1 1 0 0,0-1 0 0 0,0 1-1 0 0,0 0 1 0 0,0-1 0 0 0,1 1 0 0 0,-1 0-1 0 0,0-1 1 0 0,1 1 0 0 0,-1 0-1 0 0,1-1 1 0 0,0 1 0 0 0,-1 0 0 0 0,2-2-1 0 0,1 4 21 0 0,-1 0 0 0 0,1 0 0 0 0,-1 0 0 0 0,0 0 0 0 0,1 0-1 0 0,-1 0 1 0 0,0 0 0 0 0,1 1 0 0 0,-1-1 0 0 0,0 1 0 0 0,0 0 0 0 0,0-1-1 0 0,3 5 1 0 0,1 0 246 0 0,21 13 683 0 0,21 17 551 0 0,61 59-1 0 0,-105-91-1694 0 0,0 0-1 0 0,1 0 1 0 0,-1-1-1 0 0,1 1 1 0 0,0-1-1 0 0,0 0 1 0 0,0 0-1 0 0,0-1 1 0 0,7 3-1 0 0,-11-4-17 0 0,1-1 0 0 0,-1 0 1 0 0,0 1-1 0 0,1-1 0 0 0,-1 0 0 0 0,0 0 0 0 0,0 0 1 0 0,1 0-1 0 0,-1-1 0 0 0,0 1 0 0 0,1 0 0 0 0,-1 0 1 0 0,0-1-1 0 0,0 1 0 0 0,0-1 0 0 0,1 1 0 0 0,-1-1 1 0 0,1 0-1 0 0,0-1 7 0 0,0 1 0 0 0,-1-1-1 0 0,1 0 1 0 0,-1 1 0 0 0,0-1 0 0 0,0 0 0 0 0,1 0 0 0 0,-1 0 0 0 0,0 0 0 0 0,-1 0-1 0 0,1 0 1 0 0,0 0 0 0 0,-1 0 0 0 0,1-3 0 0 0,2-15 65 0 0,-1 0 0 0 0,-1 0 0 0 0,-1 0 0 0 0,0-1 0 0 0,-2 1 0 0 0,-5-27 0 0 0,-3-45-335 0 0,10 77-85 0 0,0 0-1 0 0,1 1 1 0 0,1-1-1 0 0,0 0 1 0 0,4-14-1 0 0,2 5-976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8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 7370 0 0,'7'-21'2865'0'0,"-7"19"-2329"0"0,0 0-1 0 0,1 0 1 0 0,-1 0 0 0 0,1 0 0 0 0,-1 0 0 0 0,1 0-1 0 0,0 0 1 0 0,0 0 0 0 0,2-3 761 0 0,2 35 3276 0 0,10 160-2709 0 0,-13-137-2719 0 0,2 1 0 0 0,2-1 0 0 0,16 60 0 0 0,-16-98-2644 0 0,-4-52-8115 0 0,-5 20 11429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2 216 1376 0 0,'-1'-5'670'0'0,"1"-1"0"0"0,0 1 0 0 0,0-1 0 0 0,0 1-1 0 0,1 0 1 0 0,-1-1 0 0 0,2 1 0 0 0,-1 0 0 0 0,2-7 0 0 0,-2 10-510 0 0,1-4 323 0 0,-1 0 0 0 0,2 0 0 0 0,-1 0 0 0 0,1 0 0 0 0,0 0 0 0 0,0 1-1 0 0,0-1 1 0 0,6-6 0 0 0,-7 11-391 0 0,-1-1 1 0 0,0 1-1 0 0,0 0 0 0 0,1 0 0 0 0,-1-1 0 0 0,1 1 1 0 0,-1 0-1 0 0,1 0 0 0 0,0 1 0 0 0,-1-1 0 0 0,1 0 0 0 0,0 1 1 0 0,-1-1-1 0 0,1 1 0 0 0,0-1 0 0 0,0 1 0 0 0,-1 0 0 0 0,1-1 1 0 0,0 1-1 0 0,0 0 0 0 0,0 0 0 0 0,0 1 0 0 0,-1-1 1 0 0,1 0-1 0 0,0 1 0 0 0,0-1 0 0 0,-1 1 0 0 0,1-1 0 0 0,0 1 1 0 0,-1 0-1 0 0,1 0 0 0 0,0 0 0 0 0,2 2 0 0 0,19 14 658 0 0,-2 1 0 0 0,0 1 1 0 0,29 33-1 0 0,-7-7 20 0 0,-19-19-514 0 0,-13-14-121 0 0,0 0 1 0 0,17 12-1 0 0,-27-23-133 0 0,0-1 0 0 0,-1 1 0 0 0,1-1-1 0 0,0 0 1 0 0,0 1 0 0 0,0-1 0 0 0,-1 0 0 0 0,1 0-1 0 0,0 1 1 0 0,0-1 0 0 0,0 0 0 0 0,-1 0 0 0 0,1 0-1 0 0,0 0 1 0 0,0 0 0 0 0,0 0 0 0 0,0-1-1 0 0,-1 1 1 0 0,1 0 0 0 0,0 0 0 0 0,0 0 0 0 0,0-1-1 0 0,-1 1 1 0 0,1 0 0 0 0,0-1 0 0 0,0 1 0 0 0,-1-1-1 0 0,1 1 1 0 0,-1-1 0 0 0,1 1 0 0 0,0-1-1 0 0,-1 0 1 0 0,1 1 0 0 0,-1-1 0 0 0,1 0 0 0 0,-1 1-1 0 0,1-1 1 0 0,-1 0 0 0 0,0 1 0 0 0,1-1 0 0 0,-1 0-1 0 0,1-1 1 0 0,15-39 69 0 0,-14 35-67 0 0,26-100 418 0 0,2-8 118 0 0,-29 112-487 0 0,0-1-1 0 0,0 1 1 0 0,0-1-1 0 0,0 1 1 0 0,1-1 0 0 0,-1 1-1 0 0,1 0 1 0 0,-1 0 0 0 0,1 0-1 0 0,0 0 1 0 0,0 0 0 0 0,0 0-1 0 0,2-2 1 0 0,-3 3-29 0 0,0 1 0 0 0,-1 0 1 0 0,1 0-1 0 0,-1-1 0 0 0,1 1 0 0 0,0 0 1 0 0,-1 0-1 0 0,1 0 0 0 0,-1 0 0 0 0,1 0 1 0 0,0 0-1 0 0,-1 0 0 0 0,1 0 0 0 0,0 0 1 0 0,-1 0-1 0 0,1 0 0 0 0,-1 0 0 0 0,1 0 1 0 0,0 1-1 0 0,-1-1 0 0 0,1 0 0 0 0,0 1 0 0 0,0 0-3 0 0,1 0 0 0 0,-1 0 0 0 0,0 0-1 0 0,1 0 1 0 0,-1 1 0 0 0,0-1-1 0 0,0 0 1 0 0,0 1 0 0 0,0-1-1 0 0,0 1 1 0 0,1 2 0 0 0,9 25 103 0 0,-1 0 1 0 0,13 59 0 0 0,-14-49-308 0 0,15 40 0 0 0,-9-34-719 0 0,-7-23 43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65 2761 0 0,'-1'-1'319'0'0,"0"0"0"0"0,0 0 0 0 0,0 0 1 0 0,0 0-1 0 0,-1 0 0 0 0,1 0 0 0 0,0 0 1 0 0,0 0-1 0 0,-1 1 0 0 0,1-1 0 0 0,0 0 1 0 0,-1 1-1 0 0,1 0 0 0 0,-1-1 0 0 0,1 1 1 0 0,0 0-1 0 0,-1-1 0 0 0,1 1 0 0 0,-1 0 1 0 0,1 0-1 0 0,-1 0 0 0 0,1 0 0 0 0,-1 0 1 0 0,1 1-1 0 0,-1-1 0 0 0,-1 1 0 0 0,0 0 40 0 0,0 1-1 0 0,0 0 1 0 0,1 0 0 0 0,-1 0-1 0 0,0 0 1 0 0,1 0-1 0 0,0 0 1 0 0,-1 1 0 0 0,1-1-1 0 0,0 1 1 0 0,-2 4-1 0 0,-3 4 189 0 0,0 1 0 0 0,1 0 0 0 0,1 0 0 0 0,0 1 0 0 0,-4 14 0 0 0,8-20-428 0 0,-1 1-1 0 0,1 0 0 0 0,0 0 0 0 0,1 0 0 0 0,0-1 1 0 0,0 1-1 0 0,1 0 0 0 0,0 0 0 0 0,0-1 0 0 0,1 1 1 0 0,0 0-1 0 0,0-1 0 0 0,1 1 0 0 0,0-1 0 0 0,0 0 1 0 0,0 0-1 0 0,1 0 0 0 0,7 9 0 0 0,-7-11-116 0 0,0-1 0 0 0,0 0 0 0 0,0 0-1 0 0,0 0 1 0 0,1 0 0 0 0,-1-1 0 0 0,1 0-1 0 0,0 0 1 0 0,0 0 0 0 0,0 0 0 0 0,1-1 0 0 0,-1 0-1 0 0,0 0 1 0 0,1 0 0 0 0,0-1 0 0 0,-1 0 0 0 0,1 0-1 0 0,0 0 1 0 0,-1-1 0 0 0,1 0 0 0 0,0 0 0 0 0,0 0-1 0 0,0-1 1 0 0,-1 0 0 0 0,10-2 0 0 0,-8 1 25 0 0,-1 0-1 0 0,0 0 1 0 0,0 0-1 0 0,0-1 1 0 0,0 0 0 0 0,-1 0-1 0 0,1 0 1 0 0,-1-1 0 0 0,0 0-1 0 0,0 0 1 0 0,0 0 0 0 0,0-1-1 0 0,-1 1 1 0 0,0-1-1 0 0,0 0 1 0 0,0-1 0 0 0,0 1-1 0 0,3-8 1 0 0,-4 5-2 0 0,0 1-1 0 0,0-1 1 0 0,-1 0 0 0 0,0 1 0 0 0,-1-1 0 0 0,0 0-1 0 0,0 0 1 0 0,-1 0 0 0 0,1 0 0 0 0,-2 0-1 0 0,1 0 1 0 0,-1 0 0 0 0,-1 0 0 0 0,-2-11-1 0 0,-2-4 34 0 0,-17-41 0 0 0,20 58-192 0 0,1 0 0 0 0,-1 1 0 0 0,0-1 0 0 0,-1 1 0 0 0,0 0 0 0 0,1 0 0 0 0,-2 0 0 0 0,1 0 1 0 0,0 1-1 0 0,-1-1 0 0 0,0 1 0 0 0,-7-5 0 0 0,-1 4-1124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35 5065 0 0,'9'-4'94'0'0,"36"-27"9824"0"0,-74 49-7551 0 0,8 0-1461 0 0,2 1 0 0 0,1 0 1 0 0,-20 26-1 0 0,29-32-756 0 0,0-1 0 0 0,1 1-1 0 0,0 0 1 0 0,1 1 0 0 0,1 0 0 0 0,0 0 0 0 0,-4 17-1 0 0,9-27-141 0 0,0 1 0 0 0,0-1 0 0 0,1 1 0 0 0,-1-1-1 0 0,1 1 1 0 0,0 0 0 0 0,1-1 0 0 0,-1 1-1 0 0,1-1 1 0 0,0 1 0 0 0,0-1 0 0 0,0 1-1 0 0,0-1 1 0 0,1 0 0 0 0,0 1 0 0 0,0-1 0 0 0,0 0-1 0 0,5 6 1 0 0,1 0-7 0 0,2 0-1 0 0,-1 0 1 0 0,1-1 0 0 0,21 15-1 0 0,-23-19 0 0 0,1 1-1 0 0,-1 0 1 0 0,-1 1-1 0 0,1-1 1 0 0,-1 1-1 0 0,0 1 1 0 0,-1 0-1 0 0,0 0 1 0 0,0 0-1 0 0,7 14 1 0 0,-12-19 5 0 0,0 0 0 0 0,0 1 0 0 0,-1-1 0 0 0,1 0 0 0 0,-1 1 0 0 0,1-1 0 0 0,-1 1 0 0 0,0-1 0 0 0,-1 1-1 0 0,1-1 1 0 0,0 0 0 0 0,-1 1 0 0 0,0-1 0 0 0,0 0 0 0 0,0 1 0 0 0,0-1 0 0 0,-1 0 0 0 0,1 0 0 0 0,-1 0 0 0 0,0 0 0 0 0,1 0 0 0 0,-2 0 0 0 0,1-1 0 0 0,0 1 0 0 0,-4 3 0 0 0,-3 3-294 0 0,0-2 0 0 0,-1 1 1 0 0,0-1-1 0 0,0-1 0 0 0,0 0 0 0 0,-12 5 0 0 0,-3 0-7076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0.6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 6449 0 0,'0'0'143'0'0,"0"-1"0"0"0,0 1 0 0 0,1-1 0 0 0,-1 1 0 0 0,0-1 0 0 0,0 0 0 0 0,1 1 0 0 0,-1-1 0 0 0,0 1 0 0 0,1-1 0 0 0,-1 1 0 0 0,1-1 0 0 0,-1 1 0 0 0,1 0 0 0 0,-1-1 0 0 0,1 1 0 0 0,-1 0 0 0 0,1-1 0 0 0,-1 1-1 0 0,1 0 1 0 0,-1-1 0 0 0,1 1 0 0 0,0 0 0 0 0,-1 0 0 0 0,1 0 0 0 0,-1-1 0 0 0,1 1 0 0 0,0 0 0 0 0,-1 0 0 0 0,1 0 0 0 0,-1 0 0 0 0,1 0 0 0 0,0 0 0 0 0,-1 1 0 0 0,1-1 0 0 0,0 0 0 0 0,-1 0 0 0 0,1 0 0 0 0,-1 0 0 0 0,1 1 0 0 0,-1-1-1 0 0,1 0 1 0 0,-1 1 0 0 0,1-1 0 0 0,0 0 0 0 0,-1 1 0 0 0,0-1 0 0 0,1 1 0 0 0,-1-1 0 0 0,1 0 0 0 0,-1 1 0 0 0,1-1 0 0 0,-1 1 0 0 0,0-1 0 0 0,0 1 0 0 0,1 0 0 0 0,4 13 366 0 0,0 0 1 0 0,-1 0 0 0 0,-1 1-1 0 0,-1-1 1 0 0,0 1 0 0 0,0-1-1 0 0,-2 1 1 0 0,0 17-1 0 0,1 15-35 0 0,12 102-1053 0 0,-4-85-5856 0 0,-7-46 977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2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118 148 4145 0 0,'-42'-4'2243'0'0,"35"2"-1511"0"0,-1 1-1 0 0,1 0 0 0 0,-1 1 0 0 0,1-1 0 0 0,0 1 1 0 0,-1 1-1 0 0,1 0 0 0 0,-9 2 0 0 0,16-3-714 0 0,0 0-1 0 0,0 0 0 0 0,0 0 1 0 0,0 0-1 0 0,0 0 0 0 0,0 0 0 0 0,0 0 1 0 0,0 0-1 0 0,0 0 0 0 0,0 0 17 0 0,0 0-17 0 0,0 0 0 0 0,0 0 1 0 0,0 0-1 0 0,0 0 0 0 0,0 0 0 0 0,0 0 1 0 0,0 0-1 0 0,0 0 0 0 0,0 0 0 0 0,1 0 1 0 0,-1 0-1 0 0,0 0 0 0 0,0 0 1 0 0,0 1-1 0 0,0-1 0 0 0,0 0 0 0 0,0 0 1 0 0,0 0-1 0 0,0 0 0 0 0,0 0 0 0 0,0 0 1 0 0,0 0-1 0 0,0 0 0 0 0,0 0 1 0 0,0 0-1 0 0,-1 0 0 0 0,1 0 0 0 0,0 0 1 0 0,0 0-1 0 0,0 0 0 0 0,12 1 131 0 0,14-2-192 0 0,150-52 2089 0 0,-104 29-1732 0 0,120-23-1 0 0,-167 43-263 0 0,15-3-153 0 0,71-3-1 0 0,-110 11 204 0 0,-1 0-1 0 0,0-1 1 0 0,1 1-1 0 0,-1-1 0 0 0,0 1 1 0 0,1 0-1 0 0,-1-1 1 0 0,0 1-1 0 0,0-1 0 0 0,0 1 1 0 0,1 0-1 0 0,-1-1 1 0 0,0 1-1 0 0,0 0 0 0 0,0-1 1 0 0,0 1-1 0 0,0 0 0 0 0,0-1 1 0 0,-1 1-1 0 0,1 0 1 0 0,0-1-1 0 0,0 1 0 0 0,0 0 1 0 0,-1-1-1 0 0,1 2 1 0 0,-8 30 977 0 0,4-16-731 0 0,3-8-256 0 0,0 1 0 0 0,1 0 0 0 0,0 0 0 0 0,0 0 0 0 0,1 0 0 0 0,0 0 0 0 0,5 15 0 0 0,24 65 51 0 0,-13-40-26 0 0,-13-37-110 0 0,19 57 22 0 0,19 100 1 0 0,-39-148-23 0 0,0-1 1 0 0,-1 1-1 0 0,-1 0 0 0 0,-1 0 0 0 0,-1-1 0 0 0,-1 1 0 0 0,0 0 0 0 0,-2-1 0 0 0,-10 36 1 0 0,11-49-315 0 0,0 0 0 0 0,0-1 0 0 0,-1 1 0 0 0,0-1 1 0 0,0 0-1 0 0,-1 0 0 0 0,1 0 0 0 0,-1-1 0 0 0,0 1 1 0 0,-1-1-1 0 0,-8 6 0 0 0,10-8 86 0 0,0 0-1 0 0,0 0 0 0 0,-1-1 1 0 0,1 0-1 0 0,0 0 1 0 0,-1 0-1 0 0,0-1 1 0 0,1 1-1 0 0,-1-1 1 0 0,0 0-1 0 0,0 0 0 0 0,0-1 1 0 0,0 1-1 0 0,1-1 1 0 0,-1 0-1 0 0,0-1 1 0 0,0 1-1 0 0,-7-2 0 0 0,2-2-880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38 6937 0 0,'-20'-28'1445'0'0,"12"18"2718"0"0,12 36-1634 0 0,28 113-1242 0 0,62 161 0 0 0,-93-296-1283 0 0,28 61 139 0 0,-27-61-138 0 0,-1-1 1 0 0,1 0 0 0 0,0 0 0 0 0,1 0 0 0 0,-1 0 0 0 0,1 0-1 0 0,-1 0 1 0 0,1 0 0 0 0,0-1 0 0 0,0 1 0 0 0,0-1 0 0 0,0 0-1 0 0,0 0 1 0 0,1 0 0 0 0,5 2 0 0 0,-6-3 27 0 0,-1-1 0 0 0,0 0 0 0 0,1 0 0 0 0,-1 0 0 0 0,0-1 0 0 0,0 1 0 0 0,1 0 0 0 0,-1-1 0 0 0,0 0 0 0 0,0 1 0 0 0,0-1 0 0 0,0 0 0 0 0,0 0 0 0 0,1 0 0 0 0,1-2 0 0 0,34-25 7 0 0,-14 11-223 0 0,-7 8-570 0 0,0 1 1 0 0,1 0-1 0 0,1 2 0 0 0,-1 0 0 0 0,1 1 0 0 0,25-3 0 0 0,-41 8 755 0 0,41-10-124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45 7370 0 0,'-2'-3'403'0'0,"0"0"0"0"0,-1 0-1 0 0,1 0 1 0 0,0 0 0 0 0,-1 0 0 0 0,0 0 0 0 0,0 1 0 0 0,1-1 0 0 0,-1 1 0 0 0,-1 0 0 0 0,1 0 0 0 0,0 0 0 0 0,0 0 0 0 0,-1 1 0 0 0,1-1 0 0 0,-1 1 0 0 0,0 0 0 0 0,1 0 0 0 0,-1 0 0 0 0,-5 0 0 0 0,5 1-241 0 0,1 1 0 0 0,-1-1 1 0 0,1 1-1 0 0,-1 0 0 0 0,1 0 0 0 0,0 0 1 0 0,0 0-1 0 0,-1 1 0 0 0,1-1 1 0 0,0 1-1 0 0,0 0 0 0 0,0 0 0 0 0,1 0 1 0 0,-1 0-1 0 0,0 0 0 0 0,1 1 1 0 0,-1-1-1 0 0,1 1 0 0 0,0 0 0 0 0,0 0 1 0 0,0 0-1 0 0,-2 3 0 0 0,-3 9-56 0 0,0-1 0 0 0,1 1 1 0 0,0 0-1 0 0,2 1 0 0 0,-1-1 0 0 0,2 1 0 0 0,0 0 0 0 0,-1 29 0 0 0,3-15-108 0 0,1 0 0 0 0,2-1-1 0 0,10 55 1 0 0,-10-74-11 0 0,0 0 0 0 0,1-1 0 0 0,0 0 0 0 0,1 0 1 0 0,0 0-1 0 0,1 0 0 0 0,0-1 0 0 0,0 1 0 0 0,1-1 1 0 0,0 0-1 0 0,0-1 0 0 0,1 0 0 0 0,0 0 0 0 0,8 7 1 0 0,-11-11-45 0 0,1 0 0 0 0,0 0 0 0 0,-1 0 1 0 0,1 0-1 0 0,1-1 0 0 0,-1 0 0 0 0,0 0 1 0 0,1 0-1 0 0,-1-1 0 0 0,1 1 1 0 0,-1-1-1 0 0,1-1 0 0 0,-1 1 0 0 0,1-1 1 0 0,0 0-1 0 0,-1 0 0 0 0,1-1 1 0 0,0 1-1 0 0,-1-1 0 0 0,1 0 0 0 0,-1-1 1 0 0,1 0-1 0 0,-1 0 0 0 0,0 0 0 0 0,8-4 1 0 0,-4 1 27 0 0,-2-1 1 0 0,1 0 0 0 0,0 0-1 0 0,-1 0 1 0 0,0-1-1 0 0,-1 0 1 0 0,1 0 0 0 0,-1-1-1 0 0,-1 1 1 0 0,1-2-1 0 0,-1 1 1 0 0,-1 0 0 0 0,1-1-1 0 0,-2 0 1 0 0,1 0 0 0 0,-1 0-1 0 0,-1 0 1 0 0,1-1-1 0 0,-1 1 1 0 0,-1-1 0 0 0,0 1-1 0 0,-1-1 1 0 0,0-12 0 0 0,0 7 135 0 0,-1 1 1 0 0,0 0-1 0 0,-1 0 1 0 0,-1 0-1 0 0,0 0 1 0 0,-1 0-1 0 0,-1 0 1 0 0,0 1-1 0 0,-1 0 1 0 0,0 0-1 0 0,-1 0 1 0 0,0 1-1 0 0,-1 0 1 0 0,0 1-1 0 0,-13-14 1 0 0,16 20-74 0 0,-1 0 0 0 0,-1 0 0 0 0,1 1 0 0 0,0 0 0 0 0,-1 0 0 0 0,0 0 0 0 0,0 1 1 0 0,0 0-1 0 0,0 1 0 0 0,-11-3 0 0 0,14 3-280 0 0,-1 2 1 0 0,1-1-1 0 0,-1 0 1 0 0,1 1-1 0 0,-1 0 1 0 0,1 0-1 0 0,-1 0 0 0 0,1 0 1 0 0,-1 1-1 0 0,1 0 1 0 0,-1 0-1 0 0,1 0 1 0 0,0 0-1 0 0,-1 1 1 0 0,1-1-1 0 0,0 1 0 0 0,0 0 1 0 0,-7 5-1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6913 0 0,'-2'0'9092'0'0,"-2"19"-7088"0"0,-3 28-1697 0 0,0 35 298 0 0,2-31-956 0 0,2 0-1 0 0,2 0 1 0 0,11 96 0 0 0,-10-146 206 0 0,0 1-136 0 0,0 0-1 0 0,0-1 1 0 0,1 1-1 0 0,-1 0 1 0 0,1 0-1 0 0,-1 0 1 0 0,1 0 0 0 0,0 0-1 0 0,0-1 1 0 0,0 1-1 0 0,0 0 1 0 0,0 0-1 0 0,2 1 1 0 0,2-2-1067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4145 0 0,'1'-16'-41'0'0,"5"-51"1267"0"0,-5 63-855 0 0,0 0-1 0 0,0 0 1 0 0,0 0-1 0 0,1 0 1 0 0,-1 0-1 0 0,1 0 1 0 0,0 1-1 0 0,0-1 1 0 0,0 0-1 0 0,0 1 1 0 0,1 0-1 0 0,-1 0 0 0 0,5-5 1 0 0,-5 8-202 0 0,-1-1 0 0 0,0 1 0 0 0,0-1 0 0 0,0 1 0 0 0,0-1 0 0 0,1 1-1 0 0,-1 0 1 0 0,0 0 0 0 0,0 0 0 0 0,1 0 0 0 0,-1 0 0 0 0,0 0 0 0 0,1 0 0 0 0,-1 0 0 0 0,0 0 0 0 0,0 0 0 0 0,1 1 0 0 0,-1-1 0 0 0,0 1 0 0 0,0-1 0 0 0,0 1 0 0 0,0-1 0 0 0,1 1-1 0 0,-1-1 1 0 0,0 1 0 0 0,0 0 0 0 0,0 0 0 0 0,0 0 0 0 0,-1 0 0 0 0,1-1 0 0 0,0 1 0 0 0,1 2 0 0 0,31 37 1873 0 0,-27-32-1671 0 0,44 61 1212 0 0,106 127 30 0 0,-154-193-1623 0 0,1 0 1 0 0,0 0-1 0 0,0-1 0 0 0,1 1 1 0 0,-1-1-1 0 0,0 1 1 0 0,1-1-1 0 0,0 0 1 0 0,4 1-1 0 0,-7-2 16 0 0,0-1 0 0 0,0 0 0 0 0,0 0 0 0 0,0 0 0 0 0,0 0 0 0 0,0 0 1 0 0,0 0-1 0 0,0 0 0 0 0,0 0 0 0 0,1 0 0 0 0,-1-1 0 0 0,0 1 0 0 0,-1 0 0 0 0,1-1 0 0 0,0 1 0 0 0,0-1 0 0 0,0 1 1 0 0,0-1-1 0 0,0 1 0 0 0,0-1 0 0 0,0 1 0 0 0,-1-1 0 0 0,1 0 0 0 0,0 0 0 0 0,0 1 0 0 0,-1-1 0 0 0,1 0 0 0 0,-1 0 1 0 0,1 0-1 0 0,-1 0 0 0 0,1 0 0 0 0,-1 0 0 0 0,1 0 0 0 0,-1 0 0 0 0,0 0 0 0 0,1 0 0 0 0,-1 0 0 0 0,0 0 0 0 0,0 0 1 0 0,0 0-1 0 0,0-1 0 0 0,3-21 134 0 0,0 1 0 0 0,-2-1 0 0 0,-1 1 0 0 0,-4-43 0 0 0,0-13 96 0 0,3 31-630 0 0,6-103-5956 0 0,-2 128-557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1827 30 2304 0 0,'-18'-30'18736'0'0,"18"44"-18493"0"0,11 138 460 0 0,7-1 1 0 0,37 153-1 0 0,-39-239-691 0 0,9 102 0 0 0,-22-135-17 0 0,-2 0 1 0 0,-1 1-1 0 0,-2-1 0 0 0,-1 1 1 0 0,-9 39-1 0 0,11-68 3 0 0,0 0-1 0 0,-1 1 1 0 0,1-1 0 0 0,-1 0 0 0 0,0 0-1 0 0,0 0 1 0 0,0 0 0 0 0,-1-1 0 0 0,1 1-1 0 0,-1-1 1 0 0,0 1 0 0 0,0-1 0 0 0,0 0-1 0 0,0 0 1 0 0,-1 0 0 0 0,1 0 0 0 0,-1-1-1 0 0,0 1 1 0 0,1-1 0 0 0,-1 0-1 0 0,0 0 1 0 0,0-1 0 0 0,-1 1 0 0 0,-4 0-1 0 0,-10 2-27 0 0,1-1 0 0 0,0-1-1 0 0,0-1 1 0 0,-31-2 0 0 0,6 1 123 0 0,-359 25-79 0 0,88-2-21 0 0,-2-26-72 0 0,-186-44-3455 0 0,478 45 2401 0 0,0-1 0 0 0,0-2-1 0 0,-25-7 1 0 0,25 3-4480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6449 0 0,'-1'-2'560'0'0,"1"0"0"0"0,0 0-1 0 0,-1 1 1 0 0,8-19 7728 0 0,-7 21-8221 0 0,6 16 1006 0 0,71 355 2357 0 0,-17-78-3091 0 0,-38-182-408 0 0,17 75-376 0 0,-28-148-1245 0 0,17 41 0 0 0,-21-64 283 0 0,-1-3-174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4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1 311 656 0 0,'0'-1'27'0'0,"0"-1"1"0"0,0 1-1 0 0,-1-1 0 0 0,1 1 0 0 0,0 0 1 0 0,0-1-1 0 0,0 1 0 0 0,1-1 0 0 0,-1 1 0 0 0,0-1 1 0 0,1 1-1 0 0,-1 0 0 0 0,0-1 0 0 0,1 1 1 0 0,0 0-1 0 0,-1-1 0 0 0,1 1 0 0 0,0 0 0 0 0,-1 0 1 0 0,1-1-1 0 0,0 1 0 0 0,0 0 0 0 0,0 0 1 0 0,0 0-1 0 0,0 0 0 0 0,0 0 0 0 0,1 1 1 0 0,-1-1-1 0 0,0 0 0 0 0,0 0 0 0 0,1 1 0 0 0,-1-1 1 0 0,2 0-1 0 0,50-23 1337 0 0,-52 24-1331 0 0,47-14 2039 0 0,0 2 0 0 0,1 3 0 0 0,90-7 0 0 0,-62 9-520 0 0,206-17 1378 0 0,-32 4-2159 0 0,34 0-308 0 0,13-1 392 0 0,-239 15-668 0 0,165-23 1020 0 0,-179 21-1532 0 0,-2-2 0 0 0,1-2 0 0 0,41-19 0 0 0,-66 23-6101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4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48 6417 0 0,'-1'-1'165'0'0,"0"0"0"0"0,0-1 0 0 0,1 1 0 0 0,-1-1 0 0 0,0 1 0 0 0,1-1 0 0 0,-1 1 0 0 0,1-1 0 0 0,-1 1 0 0 0,1-1 0 0 0,-1 0-1 0 0,1 1 1 0 0,0-3 0 0 0,0 3 151 0 0,-1 0-1 0 0,1 0 1 0 0,0 0-1 0 0,0-1 0 0 0,0 1 1 0 0,0 0-1 0 0,0 0 1 0 0,0 0-1 0 0,0 0 1 0 0,0 0-1 0 0,1 0 1 0 0,-1-1-1 0 0,0 1 0 0 0,1 0 1 0 0,-1 0-1 0 0,1 0 1 0 0,-1 0-1 0 0,1 0 1 0 0,-1 0-1 0 0,1 0 1 0 0,1-1-1 0 0,-2 2-179 0 0,1 1-1 0 0,0-1 1 0 0,-1 0-1 0 0,1 0 1 0 0,-1 1 0 0 0,1-1-1 0 0,0 0 1 0 0,-1 1-1 0 0,1-1 1 0 0,-1 0 0 0 0,1 1-1 0 0,-1-1 1 0 0,1 1 0 0 0,-1-1-1 0 0,1 1 1 0 0,-1-1-1 0 0,1 1 1 0 0,-1 0 0 0 0,0-1-1 0 0,1 1 1 0 0,-1-1-1 0 0,0 1 1 0 0,0 0 0 0 0,1-1-1 0 0,-1 2 1 0 0,8 18 446 0 0,-8-20-516 0 0,46 135 1661 0 0,44 118-2076 0 0,-89-252 113 0 0,7 20-1626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1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13 136 5065 0 0,'-1'-1'102'0'0,"0"1"1"0"0,0-1-1 0 0,0 0 1 0 0,0 0-1 0 0,0 1 0 0 0,1-1 1 0 0,-1 0-1 0 0,0 0 0 0 0,1 0 1 0 0,-1 0-1 0 0,0 0 1 0 0,1 0-1 0 0,-1 0 0 0 0,1 0 1 0 0,0 0-1 0 0,-1-1 0 0 0,1 1 1 0 0,0 0-1 0 0,0 0 1 0 0,0 0-1 0 0,0 0 0 0 0,0 0 1 0 0,0-1-1 0 0,0 1 0 0 0,0 0 1 0 0,0 0-1 0 0,0 0 0 0 0,1 0 1 0 0,-1 0-1 0 0,0-1 1 0 0,1 1-1 0 0,-1 0 0 0 0,1 0 1 0 0,-1 0-1 0 0,1 0 0 0 0,0 0 1 0 0,1-1-1 0 0,0-2-23 0 0,1-1 0 0 0,0 1 0 0 0,0 0 0 0 0,0 0-1 0 0,0 0 1 0 0,1 0 0 0 0,6-4 0 0 0,4-1 353 0 0,1 1 0 0 0,0 1 0 0 0,1 0 0 0 0,0 1 0 0 0,0 1 0 0 0,0 1 0 0 0,0 0 0 0 0,1 1 0 0 0,-1 0 0 0 0,1 2 0 0 0,0 0 0 0 0,0 1 0 0 0,0 0 0 0 0,30 6 0 0 0,-44-6-416 0 0,0 0 1 0 0,0 1-1 0 0,0 0 0 0 0,0-1 1 0 0,0 1-1 0 0,0 0 0 0 0,0 1 0 0 0,-1-1 1 0 0,1 0-1 0 0,0 1 0 0 0,-1 0 1 0 0,1-1-1 0 0,-1 1 0 0 0,1 0 1 0 0,-1 0-1 0 0,0 1 0 0 0,0-1 0 0 0,0 0 1 0 0,0 1-1 0 0,0-1 0 0 0,0 1 1 0 0,-1 0-1 0 0,1-1 0 0 0,-1 1 1 0 0,0 0-1 0 0,0 0 0 0 0,0 0 0 0 0,0 0 1 0 0,0 0-1 0 0,-1 0 0 0 0,0 0 1 0 0,1 0-1 0 0,-1 0 0 0 0,0 0 1 0 0,0 0-1 0 0,-1 0 0 0 0,1 1 0 0 0,-1-1 1 0 0,0 3-1 0 0,-2 4 36 0 0,0-1 1 0 0,0 0-1 0 0,-1 0 0 0 0,0 0 0 0 0,-1-1 1 0 0,0 1-1 0 0,0-1 0 0 0,-1 0 0 0 0,0-1 1 0 0,0 1-1 0 0,-11 9 0 0 0,-1-2 150 0 0,-1-2 0 0 0,0 1 0 0 0,-1-2 0 0 0,0-1 0 0 0,-25 10 0 0 0,23-12-936 0 0,0-1 0 0 0,-38 8-1 0 0,36-13-2459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4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5529 0 0,'19'-13'6963'0'0,"-18"13"-6811"0"0,-1 1 0 0 0,0-1 0 0 0,1 1 0 0 0,-1-1 0 0 0,0 0 0 0 0,0 1 0 0 0,0-1 0 0 0,0 1 0 0 0,1-1 0 0 0,-1 1 0 0 0,0-1 0 0 0,0 0-1 0 0,0 1 1 0 0,0-1 0 0 0,0 1 0 0 0,0-1 0 0 0,0 1 0 0 0,0-1 0 0 0,0 1 0 0 0,0-1 0 0 0,0 0 0 0 0,-1 1 0 0 0,1-1 0 0 0,0 1-1 0 0,0-1 1 0 0,0 0 0 0 0,-1 1 0 0 0,-6 67 2923 0 0,2-30-2224 0 0,0 51 0 0 0,5-78-1060 0 0,1 0 0 0 0,0 0 0 0 0,0 0 0 0 0,1 0 0 0 0,1-1-1 0 0,0 1 1 0 0,0-1 0 0 0,1 0 0 0 0,7 14 0 0 0,-10-22-158 0 0,0 0 0 0 0,1 0 1 0 0,-1 0-1 0 0,1 0 0 0 0,-1 0 0 0 0,1 0 0 0 0,0-1 0 0 0,0 1 0 0 0,0-1 1 0 0,0 1-1 0 0,3 1 0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0 150 3225 0 0,'1'-3'-179'0'0,"7"-37"4236"0"0,-8 38-3845 0 0,0 1 0 0 0,0 0 0 0 0,1 0 0 0 0,-1 0 0 0 0,1 0 0 0 0,-1 0 1 0 0,1 0-1 0 0,-1 0 0 0 0,1 0 0 0 0,-1 0 0 0 0,1 0 0 0 0,0 0 0 0 0,-1 0 0 0 0,1 0 0 0 0,0 0 0 0 0,0 1 0 0 0,0-1 0 0 0,0 0 1 0 0,0 1-1 0 0,0-1 0 0 0,0 0 0 0 0,0 1 0 0 0,0-1 0 0 0,0 1 0 0 0,0 0 0 0 0,0-1 0 0 0,0 1 0 0 0,0 0 0 0 0,0 0 1 0 0,3-1-1 0 0,-3 2-83 0 0,0 0 1 0 0,1-1-1 0 0,-1 1 0 0 0,1 0 1 0 0,-1 0-1 0 0,0 0 1 0 0,1 0-1 0 0,-1 0 1 0 0,0 0-1 0 0,0 0 1 0 0,0 0-1 0 0,0 0 1 0 0,0 1-1 0 0,0-1 1 0 0,0 0-1 0 0,1 3 1 0 0,13 28 967 0 0,-11-22-693 0 0,0-2-335 0 0,8 19 838 0 0,30 48 0 0 0,-38-69-809 0 0,0 0 0 0 0,1 0 0 0 0,-1 0 1 0 0,1-1-1 0 0,0 1 0 0 0,1-2 0 0 0,-1 1 0 0 0,1 0 0 0 0,0-1 0 0 0,0 0 0 0 0,1 0 0 0 0,-1-1 0 0 0,10 4 0 0 0,-15-7-113 0 0,1 0-1 0 0,-1 1 1 0 0,1-1-1 0 0,-1 0 0 0 0,1 0 1 0 0,0 0-1 0 0,-1 0 1 0 0,1 0-1 0 0,-1 0 0 0 0,1 0 1 0 0,-1-1-1 0 0,1 1 1 0 0,0-1-1 0 0,-1 1 0 0 0,1-1 1 0 0,-1 1-1 0 0,0-1 1 0 0,1 0-1 0 0,-1 0 0 0 0,1 0 1 0 0,-1 0-1 0 0,0 0 1 0 0,0 0-1 0 0,0 0 0 0 0,0 0 1 0 0,0 0-1 0 0,0 0 1 0 0,0-1-1 0 0,0 1 0 0 0,0 0 1 0 0,0-1-1 0 0,0 1 1 0 0,-1-1-1 0 0,1 1 0 0 0,0-3 1 0 0,3-8-183 0 0,-1 1 0 0 0,0-1 0 0 0,2-21 0 0 0,-3 19 119 0 0,20-93-184 0 0,-19 96 344 0 0,1-1 1 0 0,0 1-1 0 0,0 0 0 0 0,1 1 0 0 0,0-1 0 0 0,1 1 1 0 0,8-11-1 0 0,-13 20-32 0 0,0 0 1 0 0,0 0-1 0 0,-1 0 1 0 0,1 0-1 0 0,0 0 1 0 0,0 0 0 0 0,0 1-1 0 0,0-1 1 0 0,0 0-1 0 0,0 1 1 0 0,0-1-1 0 0,1 1 1 0 0,-1-1-1 0 0,0 1 1 0 0,0-1-1 0 0,0 1 1 0 0,0 0-1 0 0,1 0 1 0 0,-1-1-1 0 0,0 1 1 0 0,0 0-1 0 0,1 0 1 0 0,-1 0-1 0 0,0 1 1 0 0,0-1-1 0 0,1 0 1 0 0,-1 0-1 0 0,0 1 1 0 0,0-1 0 0 0,0 0-1 0 0,0 1 1 0 0,1-1-1 0 0,-1 1 1 0 0,0 0-1 0 0,0-1 1 0 0,0 1-1 0 0,0 0 1 0 0,0 0-1 0 0,0-1 1 0 0,-1 1-1 0 0,1 0 1 0 0,0 0-1 0 0,0 0 1 0 0,1 2-1 0 0,5 6 231 0 0,0 1 0 0 0,-1 0 0 0 0,10 19 0 0 0,-10-18-367 0 0,6 12-96 0 0,1-1 0 0 0,0 0 0 0 0,2-1 1 0 0,0-1-1 0 0,33 33 0 0 0,-33-41-816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41 6849 0 0,'0'-1'71'0'0,"0"1"-1"0"0,0-1 1 0 0,0 1-1 0 0,0-1 1 0 0,0 1-1 0 0,0-1 0 0 0,0 1 1 0 0,0-1-1 0 0,0 1 1 0 0,-1 0-1 0 0,1-1 0 0 0,0 1 1 0 0,0-1-1 0 0,0 1 1 0 0,-1-1-1 0 0,1 1 0 0 0,0 0 1 0 0,-1-1-1 0 0,1 1 1 0 0,0 0-1 0 0,-1-1 1 0 0,1 1-1 0 0,-1 0 0 0 0,1-1 1 0 0,0 1-1 0 0,-1 0 1 0 0,1 0-1 0 0,-1-1 0 0 0,1 1 1 0 0,-1 0-1 0 0,1 0 1 0 0,-1 0-1 0 0,1 0 0 0 0,-1 0 1 0 0,1 0-1 0 0,-2 0 1 0 0,-15 13 2737 0 0,-9 29-173 0 0,22-30-2381 0 0,1 0-1 0 0,0 0 1 0 0,1 0 0 0 0,0 0-1 0 0,0 0 1 0 0,2 1 0 0 0,-1-1-1 0 0,2 0 1 0 0,-1 1 0 0 0,2-1 0 0 0,4 21-1 0 0,-4-27-144 0 0,-1 0 0 0 0,1-1 0 0 0,0 1-1 0 0,1-1 1 0 0,0 0 0 0 0,-1 1 0 0 0,2-1 0 0 0,-1-1-1 0 0,0 1 1 0 0,1 0 0 0 0,8 7 0 0 0,-9-10-40 0 0,1 1 0 0 0,-1-1 1 0 0,1 0-1 0 0,0 0 0 0 0,0 0 1 0 0,-1-1-1 0 0,1 1 0 0 0,1-1 1 0 0,-1 0-1 0 0,0 0 0 0 0,0 0 0 0 0,0-1 1 0 0,0 1-1 0 0,1-1 0 0 0,-1 0 1 0 0,0 0-1 0 0,0-1 0 0 0,5 0 0 0 0,-4 1-25 0 0,0-1-1 0 0,0 0 1 0 0,-1 0-1 0 0,1-1 1 0 0,0 1-1 0 0,-1-1 1 0 0,1 0-1 0 0,-1 0 1 0 0,0-1-1 0 0,1 1 1 0 0,-1-1-1 0 0,0 0 1 0 0,-1 0-1 0 0,1 0 1 0 0,0 0 0 0 0,-1-1-1 0 0,0 0 1 0 0,0 1-1 0 0,0-1 1 0 0,0 0-1 0 0,-1 0 1 0 0,1-1-1 0 0,-1 1 1 0 0,0-1-1 0 0,0 1 1 0 0,-1-1-1 0 0,0 1 1 0 0,1-1-1 0 0,-1 0 1 0 0,-1 0-1 0 0,1 0 1 0 0,-1 0-1 0 0,0 1 1 0 0,0-7-1 0 0,-1 1 13 0 0,0 0-1 0 0,0 0 0 0 0,-1-1 1 0 0,0 1-1 0 0,-1 1 1 0 0,0-1-1 0 0,-1 0 1 0 0,0 1-1 0 0,0 0 1 0 0,-1-1-1 0 0,0 2 0 0 0,-1-1 1 0 0,0 1-1 0 0,0 0 1 0 0,-11-11-1 0 0,7 10-35 0 0,0 1 0 0 0,-1 0 0 0 0,-20-12 0 0 0,28 18-99 0 0,0 1 0 0 0,0-1 0 0 0,1 1 0 0 0,-1 0 0 0 0,-1-1 0 0 0,1 1 0 0 0,0 1 0 0 0,0-1 0 0 0,0 0 0 0 0,0 1 0 0 0,-1 0 0 0 0,1-1 0 0 0,0 1 0 0 0,0 1 0 0 0,-1-1 0 0 0,1 0 0 0 0,0 1 0 0 0,0 0 0 0 0,0-1 0 0 0,-6 4 0 0 0,-2 9-3572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53 2761 0 0,'1'-2'364'0'0,"-1"1"-1"0"0,1-1 1 0 0,-1 0 0 0 0,0 0 0 0 0,0 0 0 0 0,0 0 0 0 0,0 0 0 0 0,0 0 0 0 0,0 0 0 0 0,0 0 0 0 0,-1 0 0 0 0,1 0-1 0 0,-1 0 1 0 0,1 0 0 0 0,-1 1 0 0 0,0-1 0 0 0,0 0 0 0 0,0 0 0 0 0,0 1 0 0 0,0-1 0 0 0,0 0 0 0 0,0 1 0 0 0,-1-1-1 0 0,-2-1 1 0 0,3 2-174 0 0,0 0-1 0 0,0 1 0 0 0,-1-1 1 0 0,1 0-1 0 0,0 1 1 0 0,-1 0-1 0 0,1-1 0 0 0,0 1 1 0 0,-1 0-1 0 0,1-1 1 0 0,-1 1-1 0 0,1 0 0 0 0,0 0 1 0 0,-1 0-1 0 0,1 1 0 0 0,-1-1 1 0 0,1 0-1 0 0,0 0 1 0 0,-1 1-1 0 0,1-1 0 0 0,0 1 1 0 0,-1-1-1 0 0,1 1 0 0 0,0-1 1 0 0,-1 1-1 0 0,1 0 1 0 0,0 0-1 0 0,0 0 0 0 0,0 0 1 0 0,0-1-1 0 0,0 1 0 0 0,0 1 1 0 0,0-1-1 0 0,-1 2 1 0 0,-9 9 35 0 0,1 2 1 0 0,1 0 0 0 0,0 0-1 0 0,0 0 1 0 0,2 1-1 0 0,0 0 1 0 0,-10 32 0 0 0,14-39-153 0 0,1-1 0 0 0,1 1 1 0 0,-1 0-1 0 0,1-1 0 0 0,0 1 1 0 0,1 0-1 0 0,0 0 0 0 0,0 0 1 0 0,1-1-1 0 0,0 1 0 0 0,0 0 0 0 0,1 0 1 0 0,0-1-1 0 0,0 1 0 0 0,0-1 1 0 0,1 0-1 0 0,1 1 0 0 0,7 12 1 0 0,-2-10-103 0 0,1 0 0 0 0,0-1 0 0 0,1 1 0 0 0,0-2 0 0 0,0 0 0 0 0,1 0 0 0 0,0-1 1 0 0,20 8-1 0 0,-18-8-6 0 0,0 0 1 0 0,-1 0-1 0 0,-1 1 1 0 0,1 1-1 0 0,-1 0 1 0 0,20 19-1 0 0,-31-26 39 0 0,0-1 0 0 0,0 0-1 0 0,0 0 1 0 0,0 1 0 0 0,0-1 0 0 0,-1 0-1 0 0,1 1 1 0 0,0-1 0 0 0,-1 1 0 0 0,1-1-1 0 0,-1 1 1 0 0,1-1 0 0 0,-1 1 0 0 0,0 0-1 0 0,1-1 1 0 0,-1 1 0 0 0,0 0-1 0 0,0-1 1 0 0,0 1 0 0 0,-1-1 0 0 0,1 1-1 0 0,0 0 1 0 0,-1 1 0 0 0,0 0 36 0 0,-1 0 0 0 0,1-1 0 0 0,-1 1 0 0 0,0 0 0 0 0,0-1 0 0 0,0 1 0 0 0,0-1 0 0 0,0 0 0 0 0,0 1 0 0 0,0-1 0 0 0,-4 2 0 0 0,-4 2 152 0 0,1 0 0 0 0,-1 0 0 0 0,0-1 0 0 0,-1-1 0 0 0,-18 7 0 0 0,17-8-241 0 0,0-1 1 0 0,0 0-1 0 0,0-1 1 0 0,0 0-1 0 0,0-1 0 0 0,-13-1 1 0 0,8-1-488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163 160 3225 0 0,'0'-1'107'0'0,"0"-1"0"0"0,0 1 1 0 0,0 0-1 0 0,0 0 0 0 0,-1-1 1 0 0,1 1-1 0 0,0 0 1 0 0,-1-1-1 0 0,1 1 0 0 0,-1 0 1 0 0,1 0-1 0 0,-1-1 0 0 0,0 1 1 0 0,1 0-1 0 0,-1 0 0 0 0,0 0 1 0 0,0 0-1 0 0,0 0 1 0 0,0 0-1 0 0,0 0 0 0 0,0 0 1 0 0,0 1-1 0 0,0-1 0 0 0,0 0 1 0 0,0 1-1 0 0,-1-1 0 0 0,1 0 1 0 0,0 1-1 0 0,0 0 1 0 0,-1-1-1 0 0,1 1 0 0 0,0 0 1 0 0,0-1-1 0 0,-1 1 0 0 0,1 0 1 0 0,0 0-1 0 0,-1 0 0 0 0,1 0 1 0 0,-3 1-1 0 0,0-1 97 0 0,1 0-1 0 0,-1 1 1 0 0,0 0-1 0 0,0 0 1 0 0,0 0-1 0 0,1 0 1 0 0,-1 0-1 0 0,0 1 1 0 0,1 0-1 0 0,-1-1 1 0 0,1 1-1 0 0,-5 4 1 0 0,0 2 19 0 0,1 1 0 0 0,1-1 0 0 0,-1 1 0 0 0,2 0 0 0 0,-1 1 1 0 0,1-1-1 0 0,1 1 0 0 0,-1 0 0 0 0,2 0 0 0 0,-1 0 0 0 0,-2 19 0 0 0,3-13-163 0 0,1 0 0 0 0,0 0 1 0 0,1 0-1 0 0,1-1 0 0 0,1 1 0 0 0,0 0 0 0 0,5 22 0 0 0,-5-32-52 0 0,0 0-1 0 0,1-1 1 0 0,0 1 0 0 0,0 0 0 0 0,1-1-1 0 0,-1 1 1 0 0,1-1 0 0 0,0 0 0 0 0,0 0 0 0 0,1 0-1 0 0,0 0 1 0 0,0-1 0 0 0,0 1 0 0 0,0-1-1 0 0,1 0 1 0 0,-1 0 0 0 0,1-1 0 0 0,0 1 0 0 0,0-1-1 0 0,1 0 1 0 0,-1-1 0 0 0,1 1 0 0 0,-1-1-1 0 0,1 0 1 0 0,10 2 0 0 0,-7-3 6 0 0,1 0 0 0 0,-1 0 0 0 0,0-1 0 0 0,1 0 0 0 0,-1-1 0 0 0,0 0 1 0 0,0-1-1 0 0,0 0 0 0 0,1 0 0 0 0,-2-1 0 0 0,1 0 0 0 0,0 0 0 0 0,-1-1 0 0 0,1 0 0 0 0,-1-1 0 0 0,8-5 0 0 0,-8 3 104 0 0,0 1-1 0 0,-1-1 0 0 0,0 0 0 0 0,0 0 1 0 0,0-1-1 0 0,-1 0 0 0 0,0 0 0 0 0,-1-1 1 0 0,0 1-1 0 0,0-1 0 0 0,-1 0 0 0 0,0-1 1 0 0,-1 1-1 0 0,0-1 0 0 0,0 0 0 0 0,-1 1 1 0 0,0-1-1 0 0,-1 0 0 0 0,0 0 0 0 0,0 0 1 0 0,-1 0-1 0 0,-1 0 0 0 0,0 0 0 0 0,-2-12 1 0 0,0 4 35 0 0,-1 0 1 0 0,-1 0-1 0 0,0 1 1 0 0,-1-1-1 0 0,-1 1 0 0 0,-1 1 1 0 0,-1-1-1 0 0,0 2 1 0 0,0-1-1 0 0,-2 1 1 0 0,0 1-1 0 0,-20-21 1 0 0,-4 9-330 0 0,33 24-14 0 0,0 1 0 0 0,0 0 0 0 0,0 0 0 0 0,0 0 0 0 0,-1 0 0 0 0,1 1 0 0 0,0-1 0 0 0,-1 0 0 0 0,1 1-1 0 0,-1 0 1 0 0,1 0 0 0 0,0 0 0 0 0,-1 0 0 0 0,1 0 0 0 0,-5 0 0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46 2761 0 0,'12'-12'-128'0'0,"10"-11"2195"0"0,-21 22-1646 0 0,0 0-1 0 0,0 0 0 0 0,0 1 0 0 0,0-1 1 0 0,0 0-1 0 0,1 0 0 0 0,-1 1 1 0 0,0-1-1 0 0,0 0 0 0 0,0 1 1 0 0,1-1-1 0 0,-1 1 0 0 0,0 0 1 0 0,1-1-1 0 0,1 1 0 0 0,-2 0-221 0 0,0 1 1 0 0,0 0-1 0 0,0-1 0 0 0,0 1 0 0 0,0 0 0 0 0,0-1 1 0 0,-1 1-1 0 0,1 0 0 0 0,0 0 0 0 0,-1 0 1 0 0,1 0-1 0 0,0 0 0 0 0,-1-1 0 0 0,1 1 1 0 0,-1 0-1 0 0,0 0 0 0 0,1 0 0 0 0,-1 1 0 0 0,0-1 1 0 0,1 0-1 0 0,-1 1 0 0 0,5 30 1107 0 0,-4-26-995 0 0,10 147 2117 0 0,-1-6-1660 0 0,-6-123-1368 0 0,0-1 1 0 0,1 0 0 0 0,2 0-1 0 0,12 30 1 0 0,-12-38-1438 0 0,-1-1-3748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0 183 9218 0 0,'0'-4'122'0'0,"0"0"-1"0"0,1 0 1 0 0,0-1-1 0 0,-1 1 1 0 0,1 0 0 0 0,1 0-1 0 0,-1 0 1 0 0,0 0 0 0 0,1 0-1 0 0,0 1 1 0 0,0-1-1 0 0,0 0 1 0 0,1 1 0 0 0,-1 0-1 0 0,1-1 1 0 0,-1 1-1 0 0,1 0 1 0 0,0 0 0 0 0,6-4-1 0 0,9-8 266 0 0,0 1 0 0 0,24-13-1 0 0,-38 24-369 0 0,9-5-97 0 0,0 1 0 0 0,1 0 0 0 0,22-9 0 0 0,-30 15-246 0 0,-1-1 1 0 0,0 1 0 0 0,0 0-1 0 0,0 0 1 0 0,0 0 0 0 0,1 1 0 0 0,-1 0-1 0 0,0 0 1 0 0,1 0 0 0 0,-1 1-1 0 0,0-1 1 0 0,0 1 0 0 0,10 3-1 0 0,0 3-1049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5065 0 0,'35'-24'4601'0'0,"3"-1"-4304"0"0,109-87-2029 0 0,-128 97 1719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16 6449 0 0,'-16'-9'138'0'0,"-8"2"4789"0"0,23 7-4769 0 0,0 0 1 0 0,0 0-1 0 0,0 1 1 0 0,0-1-1 0 0,0 0 1 0 0,1 0-1 0 0,-1 1 1 0 0,0-1 0 0 0,0 0-1 0 0,0 1 1 0 0,0-1-1 0 0,0 1 1 0 0,0 0-1 0 0,1-1 1 0 0,-1 1-1 0 0,0-1 1 0 0,0 1 0 0 0,1 0-1 0 0,-1 0 1 0 0,1-1-1 0 0,-1 1 1 0 0,0 0-1 0 0,1 0 1 0 0,0 0-1 0 0,-1 0 1 0 0,1 0 0 0 0,-1 0-1 0 0,1 0 1 0 0,0-1-1 0 0,0 1 1 0 0,0 0-1 0 0,-1 0 1 0 0,1 0 0 0 0,0 0-1 0 0,0 0 1 0 0,0 0-1 0 0,0 0 1 0 0,1 0-1 0 0,-1 1 1 0 0,2 27 193 0 0,1-1 1 0 0,2 0 0 0 0,1 0-1 0 0,1 0 1 0 0,17 42 0 0 0,-10-29-1062 0 0,12 56-1 0 0,-22-75-327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0 221 5065 0 0,'1'-8'292'0'0,"0"0"0"0"0,0 1 0 0 0,1-1 0 0 0,0 0 0 0 0,0 1 0 0 0,1 0-1 0 0,0-1 1 0 0,0 1 0 0 0,6-8 0 0 0,1 0 589 0 0,0 1-1 0 0,1 1 1 0 0,14-14-1 0 0,-15 16-384 0 0,1 1 0 0 0,0 1 0 0 0,16-11 0 0 0,-22 17-532 0 0,-1 0 0 0 0,1 1 1 0 0,0 0-1 0 0,-1 0 0 0 0,9-2 0 0 0,-10 3-229 0 0,-1 1-1 0 0,0-1 1 0 0,1 1 0 0 0,-1 0 0 0 0,0 0-1 0 0,1 0 1 0 0,-1 0 0 0 0,0 0-1 0 0,1 1 1 0 0,-1-1 0 0 0,0 1-1 0 0,0 0 1 0 0,3 0 0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64 2304 0 0,'-9'20'470'0'0,"9"-20"-377"0"0,0 0 0 0 0,0 1 0 0 0,0-1 0 0 0,0 0-1 0 0,0 1 1 0 0,0-1 0 0 0,0 0 0 0 0,0 0 0 0 0,0 1 0 0 0,0-1 0 0 0,0 0 0 0 0,0 1 0 0 0,0-1 0 0 0,1 0 0 0 0,-1 0 0 0 0,0 0 0 0 0,0 1 0 0 0,1-1 93 0 0,-1 0-93 0 0,0 1 0 0 0,0-1 0 0 0,0 0 0 0 0,1 0 0 0 0,-1 0 0 0 0,0 0 0 0 0,0 0 0 0 0,1 1-1 0 0,-1-1 1 0 0,0 0 0 0 0,1 0 0 0 0,-1 0 0 0 0,0 0 0 0 0,0 0 0 0 0,1 0 0 0 0,-1 0 0 0 0,4 0 528 0 0,0 0-1 0 0,0-1 1 0 0,0 0 0 0 0,0 0-1 0 0,0 0 1 0 0,0 0-1 0 0,-1 0 1 0 0,5-3 0 0 0,88-47 1686 0 0,-64 32-3936 0 0,-13 8-2926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2186 59 7834 0 0,'1'-4'147'0'0,"18"-32"1796"0"0,-1 17 3294 0 0,-17 19-5163 0 0,-1 0 1 0 0,1 0 0 0 0,-1 0 0 0 0,1 0 0 0 0,-1 0 0 0 0,0 0 0 0 0,1 1 0 0 0,-1-1-1 0 0,1 0 1 0 0,-1 0 0 0 0,1 0 0 0 0,-1 0 0 0 0,0 0 0 0 0,1 1 0 0 0,-1-1-1 0 0,0 0 1 0 0,1 0 0 0 0,-1 1 0 0 0,1-1 0 0 0,-1 0 0 0 0,0 0 0 0 0,0 1 0 0 0,1-1-1 0 0,-1 0 1 0 0,0 1 0 0 0,0-1 0 0 0,1 1 0 0 0,-1-1 0 0 0,0 0 0 0 0,0 1 0 0 0,0-1-1 0 0,1 1 1 0 0,-1-1 0 0 0,0 1 0 0 0,0-1 0 0 0,0 0 0 0 0,0 1 0 0 0,0-1-1 0 0,0 1 1 0 0,5 21 725 0 0,12 237 1458 0 0,-7-55-2154 0 0,11-67-86 0 0,76 263-1 0 0,-82-343-50 0 0,6 16-634 0 0,-3 0 0 0 0,13 127-1 0 0,-30-195 659 0 0,0-1-1 0 0,-1 1 0 0 0,0 0 0 0 0,0-1 0 0 0,0 1 0 0 0,-1 0 0 0 0,0-1 0 0 0,0 1 0 0 0,0 0 0 0 0,0-1 0 0 0,0 0 0 0 0,-1 1 0 0 0,0-1 0 0 0,0 0 1 0 0,0 0-1 0 0,-1 0 0 0 0,1 0 0 0 0,-1 0 0 0 0,0 0 0 0 0,0-1 0 0 0,0 1 0 0 0,-1-1 0 0 0,1 0 0 0 0,-1 0 0 0 0,0 0 0 0 0,0-1 0 0 0,0 1 0 0 0,0-1 1 0 0,0 0-1 0 0,0 0 0 0 0,0 0 0 0 0,-1-1 0 0 0,1 1 0 0 0,-1-1 0 0 0,-5 0 0 0 0,-44 10 112 0 0,-1-4 0 0 0,-1-2 0 0 0,-95-3 0 0 0,-35 3-66 0 0,-341 44-124 0 0,486-45 54 0 0,-353 21 532 0 0,-181-69-576 0 0,520 40-1194 0 0,-75 3 0 0 0,27 2-629 0 0,77-3 1252 0 0,1 0-28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54 2761 0 0,'-12'-28'813'0'0,"11"27"-668"0"0,1 0 0 0 0,0 0 1 0 0,0 0-1 0 0,0 1 0 0 0,-1-1 1 0 0,1 0-1 0 0,0 0 1 0 0,0 0-1 0 0,0 0 0 0 0,1 0 1 0 0,-1 1-1 0 0,0-1 1 0 0,0 0-1 0 0,0 0 0 0 0,1 0 1 0 0,-1 0-1 0 0,0 1 0 0 0,1-1 1 0 0,-1 0-1 0 0,0 0 1 0 0,1 1-1 0 0,-1-1 0 0 0,1 0 1 0 0,0 1-1 0 0,-1-1 0 0 0,1 0 1 0 0,-1 1-1 0 0,1-1 1 0 0,0 1-1 0 0,-1-1 0 0 0,1 1 1 0 0,1-1-1 0 0,0 1-17 0 0,-1 0 0 0 0,0 0 0 0 0,0 0 0 0 0,0 0 0 0 0,0 0 0 0 0,0 1 0 0 0,0-1 0 0 0,-1 0 0 0 0,1 1 0 0 0,0-1 0 0 0,0 1 0 0 0,0-1 0 0 0,0 1 0 0 0,0-1 0 0 0,0 1 0 0 0,-1 0 0 0 0,1-1 0 0 0,0 1 1 0 0,0 0-1 0 0,-1 0 0 0 0,1-1 0 0 0,-1 1 0 0 0,1 0 0 0 0,-1 0 0 0 0,1 0 0 0 0,-1 0 0 0 0,1 0 0 0 0,-1 0 0 0 0,0 0 0 0 0,1 1 0 0 0,12 35 1280 0 0,-12-35-1210 0 0,12 57 618 0 0,-3 0 1 0 0,-2 1 0 0 0,0 97 0 0 0,-1-20-534 0 0,0-62-366 0 0,3 0 0 0 0,3-1 0 0 0,27 88 0 0 0,-23-113-3303 0 0,28 59 1 0 0,-36-91-1111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20 654 3193 0 0,'-2'-4'7'0'0,"-1"-1"0"0"0,1 1 1 0 0,0 0-1 0 0,0 0 0 0 0,0-1 1 0 0,1 1-1 0 0,-1-1 0 0 0,1 0 1 0 0,0 1-1 0 0,0-1 0 0 0,1 0 1 0 0,0 0-1 0 0,0 0 0 0 0,0 1 1 0 0,0-1-1 0 0,1 0 0 0 0,-1 0 1 0 0,1 1-1 0 0,0-1 0 0 0,1 0 1 0 0,-1 1-1 0 0,1-1 0 0 0,0 1 1 0 0,0 0-1 0 0,0-1 0 0 0,1 1 1 0 0,0 0-1 0 0,-1 1 0 0 0,1-1 1 0 0,1 0-1 0 0,-1 1 0 0 0,0-1 1 0 0,1 1-1 0 0,0 0 0 0 0,0 0 1 0 0,0 1-1 0 0,8-5 0 0 0,22-5 820 0 0,0 0-1 0 0,1 3 0 0 0,46-7 0 0 0,18-5 784 0 0,732-149 4731 0 0,-79 21-1835 0 0,-607 105-3458 0 0,-92 26-456 0 0,99-19 1 0 0,-145 36-576 0 0,-1 0-1 0 0,0 0 1 0 0,1 1 0 0 0,-1 0-1 0 0,11 1 1 0 0,2 7-6098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39 208 1376 0 0,'-8'-19'1431'0'0,"0"-1"0"0"0,1 0-1 0 0,1 0 1 0 0,-3-23 0 0 0,8 25 5045 0 0,6 26-4497 0 0,9 11-1339 0 0,3 9-132 0 0,88 132 610 0 0,-83-130-1096 0 0,2-1 1 0 0,1-1-1 0 0,29 26 0 0 0,-49-50 16 0 0,0 0 0 0 0,0-1-1 0 0,0 1 1 0 0,0-1 0 0 0,0 0 0 0 0,1-1-1 0 0,0 1 1 0 0,-1-1 0 0 0,1 0 0 0 0,9 2-1 0 0,-13-4 17 0 0,0 0-1 0 0,0 0 1 0 0,-1 0 0 0 0,1 0-1 0 0,0 0 1 0 0,0 0 0 0 0,0 0-1 0 0,0 0 1 0 0,-1-1-1 0 0,1 1 1 0 0,0-1 0 0 0,0 1-1 0 0,-1-1 1 0 0,1 0-1 0 0,0 0 1 0 0,-1 0 0 0 0,1 0-1 0 0,-1 0 1 0 0,1 0-1 0 0,-1 0 1 0 0,0 0 0 0 0,1 0-1 0 0,-1-1 1 0 0,0 1-1 0 0,0-1 1 0 0,0 1 0 0 0,0-1-1 0 0,0 1 1 0 0,0-1-1 0 0,0 0 1 0 0,0 1 0 0 0,-1-1-1 0 0,1 0 1 0 0,-1 1 0 0 0,1-1-1 0 0,-1 0 1 0 0,0 0-1 0 0,1-2 1 0 0,5-52 311 0 0,-2 0-1 0 0,-5-71 1 0 0,1-13-359 0 0,0 126 11 0 0,1-6-772 0 0,0 20 659 0 0,-1 0-1 0 0,0-1 1 0 0,1 1-1 0 0,-1 0 0 0 0,1-1 1 0 0,-1 1-1 0 0,1 0 1 0 0,-1 0-1 0 0,1 0 1 0 0,-1-1-1 0 0,0 1 0 0 0,1 0 1 0 0,-1 0-1 0 0,1 0 1 0 0,-1 0-1 0 0,1 0 1 0 0,-1 0-1 0 0,1 0 0 0 0,-1 0 1 0 0,1 0-1 0 0,-1 0 1 0 0,1 0-1 0 0,-1 0 1 0 0,1 0-1 0 0,-1 1 0 0 0,1-1 1 0 0,-1 0-1 0 0,1 0 1 0 0,-1 0-1 0 0,1 1 1 0 0,-1-1-1 0 0,0 0 0 0 0,1 1 1 0 0,-1-1-1 0 0,0 0 1 0 0,1 1-1 0 0,0 0 1 0 0,7 3-1447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1 920 0 0,'1'0'590'0'0,"0"0"-250"0"0,0 0 1 0 0,0 0 0 0 0,0 0 0 0 0,0 1 0 0 0,0-1-1 0 0,7 5 3068 0 0,-7-3-3067 0 0,16 25 1048 0 0,-15-25-1248 0 0,11 25 954 0 0,0 1 0 0 0,9 29 0 0 0,-18-43-1199 0 0,0-1 1 0 0,-1 1-1 0 0,-1 0 0 0 0,0-1 0 0 0,0 1 1 0 0,-2 24-1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2385 0 0,'3'-5'150'0'0,"-1"0"1"0"0,1 0 0 0 0,0 0 0 0 0,0 1 0 0 0,1 0 0 0 0,-1-1 0 0 0,1 1 0 0 0,0 1 0 0 0,0-1 0 0 0,0 0 0 0 0,1 1 0 0 0,-1 0 0 0 0,1 0 0 0 0,7-3 0 0 0,8-4 692 0 0,0 1 0 0 0,26-8 1 0 0,-35 13-657 0 0,0 1 0 0 0,0 1 1 0 0,0-1-1 0 0,0 2 0 0 0,1 0 1 0 0,-1 0-1 0 0,1 1 0 0 0,11 1 1 0 0,-20-1-151 0 0,0 1 0 0 0,0-1 0 0 0,0 1 0 0 0,0-1 0 0 0,0 1 1 0 0,-1 0-1 0 0,1 0 0 0 0,0 0 0 0 0,-1 1 0 0 0,1-1 1 0 0,0 1-1 0 0,-1-1 0 0 0,0 1 0 0 0,1 0 0 0 0,-1 0 1 0 0,0 0-1 0 0,0 0 0 0 0,0 0 0 0 0,0 0 0 0 0,-1 1 1 0 0,1-1-1 0 0,0 1 0 0 0,-1-1 0 0 0,0 1 0 0 0,0 0 1 0 0,0-1-1 0 0,0 1 0 0 0,0 0 0 0 0,0 0 0 0 0,-1 0 1 0 0,1 0-1 0 0,-1-1 0 0 0,0 1 0 0 0,0 0 0 0 0,0 6 1 0 0,-1 5 306 0 0,-1 1 0 0 0,-1-1 0 0 0,0 0 0 0 0,-1 0 0 0 0,0 0 0 0 0,-1 0 0 0 0,-1-1 0 0 0,-7 14 0 0 0,-26 37-239 0 0,-4-6-3691 0 0,35-47-632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2304 0 0,'1'-2'178'0'0,"0"0"-1"0"0,0 0 0 0 0,0 1 0 0 0,0-1 1 0 0,1 1-1 0 0,-1-1 0 0 0,1 1 0 0 0,-1-1 1 0 0,1 1-1 0 0,0 0 0 0 0,-1 0 0 0 0,1 0 1 0 0,0 0-1 0 0,0 0 0 0 0,0 0 0 0 0,0 0 1 0 0,-1 1-1 0 0,1-1 0 0 0,0 1 0 0 0,0-1 1 0 0,0 1-1 0 0,1 0 0 0 0,2 0 0 0 0,-2 1 118 0 0,-1 0 0 0 0,1 0 0 0 0,0 0 0 0 0,-1 0 0 0 0,1 0-1 0 0,-1 1 1 0 0,1-1 0 0 0,-1 1 0 0 0,0 0 0 0 0,0 0 0 0 0,0 0-1 0 0,0 0 1 0 0,0 0 0 0 0,3 4 0 0 0,5 9 370 0 0,0 1 0 0 0,-2 0 0 0 0,0 0-1 0 0,6 18 1 0 0,-13-33-704 0 0,25 76 311 0 0,6 11-3921 0 0,-27-95 1415 0 0,-7-18 2304 0 0,-2 13-137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1 132 920 0 0,'1'-5'267'0'0,"1"-1"0"0"0,-1 0 0 0 0,1 1 0 0 0,0 0 1 0 0,1 0-1 0 0,-1-1 0 0 0,1 1 0 0 0,0 1 0 0 0,1-1 0 0 0,-1 0 0 0 0,1 1 0 0 0,0 0 0 0 0,0 0 0 0 0,0 0 0 0 0,0 0 0 0 0,9-5 0 0 0,-4 3 96 0 0,0 0-1 0 0,0 1 1 0 0,0 0 0 0 0,1 0-1 0 0,-1 1 1 0 0,1 0-1 0 0,0 1 1 0 0,16-3-1 0 0,-24 5-323 0 0,1 1-1 0 0,0 0 1 0 0,0-1-1 0 0,-1 1 1 0 0,1 1-1 0 0,0-1 0 0 0,0 0 1 0 0,0 1-1 0 0,-1-1 1 0 0,1 1-1 0 0,0 0 1 0 0,-1 0-1 0 0,1 0 1 0 0,0 0-1 0 0,-1 0 1 0 0,1 1-1 0 0,-1-1 1 0 0,4 4-1 0 0,-2-2 82 0 0,-1 1 0 0 0,-1-1-1 0 0,1 1 1 0 0,0-1 0 0 0,-1 1 0 0 0,0 0-1 0 0,0 0 1 0 0,0 0 0 0 0,0 0 0 0 0,2 9 0 0 0,-2-2 130 0 0,0 1 1 0 0,0-1-1 0 0,-1 0 1 0 0,-1 1-1 0 0,0-1 1 0 0,0 1 0 0 0,-1-1-1 0 0,-4 18 1 0 0,1-14 62 0 0,-2 0 0 0 0,1 1 1 0 0,-2-2-1 0 0,0 1 0 0 0,-1-1 0 0 0,-1 0 1 0 0,0-1-1 0 0,0 0 0 0 0,-23 23 0 0 0,20-24-1717 0 0,-1-1-1 0 0,-24 18 0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6:22.3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 6913 0 0,'-2'53'1471'0'0,"2"0"0"0"0,3-1-1 0 0,9 54 1 0 0,-1-15-1835 0 0,3 103 811 0 0,-17 314 1 0 0,-45 634 1899 0 0,49 655 1954 0 0,44-537-4008 0 0,-27 98 250 0 0,8 336-253 0 0,6-710-128 0 0,24 473 132 0 0,-32-1139-147 0 0,11 299 371 0 0,17-14 505 0 0,-48-563-964 0 0,-3-1 0 0 0,-1 1 0 0 0,-2 0 0 0 0,-1-1 1 0 0,-13 56-1 0 0,12-76 43 0 0,-4 35 265 0 0,8-51-356 0 0,0 1 0 0 0,0-1 1 0 0,0 0-1 0 0,1 0 0 0 0,-1 0 1 0 0,1 0-1 0 0,-1 0 0 0 0,1 0 1 0 0,0 0-1 0 0,0 0 0 0 0,1 0 1 0 0,-1-1-1 0 0,0 1 0 0 0,4 4 1 0 0,3 2-102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07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1376 143 5529 0 0,'-1'-1'106'0'0,"0"0"0"0"0,0 0 0 0 0,1 0 0 0 0,-1 0 0 0 0,0 0 0 0 0,0 0 0 0 0,0 0 0 0 0,0 0 1 0 0,0 0-1 0 0,0 0 0 0 0,0 0 0 0 0,-1 1 0 0 0,1-1 0 0 0,0 0 0 0 0,0 1 0 0 0,-1-1 0 0 0,1 1 0 0 0,0 0 0 0 0,-1-1 0 0 0,1 1 0 0 0,0 0 0 0 0,-1 0 0 0 0,0 0 0 0 0,-2 0 24 0 0,1 0-1 0 0,0 1 0 0 0,0-1 1 0 0,-1 1-1 0 0,1 0 1 0 0,0 0-1 0 0,0 1 0 0 0,0-1 1 0 0,-4 3-1 0 0,-5 3 19 0 0,1 1-1 0 0,1 0 1 0 0,-19 18-1 0 0,-29 40-724 0 0,3 2 0 0 0,-83 136-1 0 0,122-178 474 0 0,-47 79-95 0 0,5 3 1 0 0,-74 193-1 0 0,-46 244 1931 0 0,145-430-1269 0 0,66-195 2497 0 0,53-190-1932 0 0,-21 57-1105 0 0,-15 62-99 0 0,108-288-621 0 0,-68 258 408 0 0,-52 110 274 0 0,30-77 0 0 0,-68 146 110 0 0,1 1 0 0 0,-1 0 1 0 0,1 0-1 0 0,-1 0 0 0 0,1 0 0 0 0,-1-1 0 0 0,1 1 0 0 0,-1 0 1 0 0,0 0-1 0 0,0-1 0 0 0,0 1 0 0 0,0 0 0 0 0,0 0 1 0 0,0-1-1 0 0,0 1 0 0 0,0 0 0 0 0,0-1 0 0 0,-1 1 1 0 0,1-1-1 0 0,-1 1 8 0 0,0 1 0 0 0,1 0-1 0 0,-1 0 1 0 0,0 0 0 0 0,1-1 0 0 0,-1 1 0 0 0,1 0 0 0 0,-1 0-1 0 0,0 0 1 0 0,1 0 0 0 0,-1 0 0 0 0,0 0 0 0 0,1 1 0 0 0,-1-1 0 0 0,0 0-1 0 0,1 0 1 0 0,-1 0 0 0 0,0 0 0 0 0,1 1 0 0 0,-1-1 0 0 0,1 0-1 0 0,-1 1 1 0 0,1-1 0 0 0,-2 1 0 0 0,-5 4 64 0 0,0 0 0 0 0,0 1 0 0 0,1-1 0 0 0,-8 9 1 0 0,-1 5 46 0 0,0 1 0 0 0,2 1 0 0 0,0 0 0 0 0,-17 41 0 0 0,-29 97-365 0 0,50-134 174 0 0,-31 97 228 0 0,5 1 0 0 0,6 2-1 0 0,-16 150 1 0 0,42-241 189 0 0,1 0-1 0 0,5 56 1 0 0,-2-78-252 0 0,0-1 0 0 0,1 1 0 0 0,1-1 0 0 0,0 0 1 0 0,0 1-1 0 0,1-2 0 0 0,1 1 0 0 0,0 0 0 0 0,0-1 0 0 0,1 0 0 0 0,9 14 1 0 0,-12-21-64 0 0,0-1 0 0 0,-1 1 0 0 0,1 0 1 0 0,0-1-1 0 0,0 1 0 0 0,0-1 0 0 0,1 0 1 0 0,-1 0-1 0 0,1 0 0 0 0,-1-1 0 0 0,1 1 1 0 0,-1-1-1 0 0,1 0 0 0 0,0 0 0 0 0,0 0 1 0 0,3 0-1 0 0,0 0 28 0 0,-1-1 0 0 0,1 0 0 0 0,-1-1 0 0 0,0 0 1 0 0,1 0-1 0 0,-1 0 0 0 0,0-1 0 0 0,12-4 0 0 0,4-5 59 0 0,-1 0-1 0 0,0-1 1 0 0,0-1 0 0 0,18-17-1 0 0,6-6-42 0 0,-2-2 1 0 0,-2-2-1 0 0,41-51 0 0 0,99-146-182 0 0,-75 95-51 0 0,12-26-243 0 0,109-204-1 0 0,-186 304 67 0 0,3 1 0 0 0,56-64-1 0 0,-92 121 278 0 0,-9 8-78 0 0,-6 5 93 0 0,-7 5 43 0 0,-7 9 261 0 0,1 1 0 0 0,0 2 0 0 0,2 0 0 0 0,-23 30 0 0 0,-56 98 155 0 0,81-123-345 0 0,-37 61 72 0 0,-145 220-98 0 0,-221 337 27 0 0,189-277 578 0 0,217-347-544 0 0,-67 112 667 0 0,71-113-641 0 0,0 1 0 0 0,1 0 0 0 0,1 1 0 0 0,0 0 0 0 0,-4 25 0 0 0,11-44-120 0 0,0 0 0 0 0,-1-1 0 0 0,1 1 0 0 0,0 0 0 0 0,0 0 0 0 0,-1 0 0 0 0,1 0 0 0 0,0 0 0 0 0,0 0 0 0 0,0 0 0 0 0,0-1 0 0 0,0 1 0 0 0,1 0 0 0 0,-1 0 0 0 0,0 0 0 0 0,0 0 0 0 0,0 0 0 0 0,1 0 0 0 0,-1-1 0 0 0,0 1 0 0 0,1 0 0 0 0,-1 0 0 0 0,1 0 0 0 0,-1-1 0 0 0,1 1 0 0 0,-1 0 0 0 0,1-1 0 0 0,1 2 0 0 0,-1-2-8 0 0,0 0 1 0 0,1 0-1 0 0,-1 0 1 0 0,0 0-1 0 0,1 0 0 0 0,-1 0 1 0 0,0 0-1 0 0,1-1 1 0 0,-1 1-1 0 0,0 0 0 0 0,1-1 1 0 0,-1 1-1 0 0,0-1 1 0 0,0 0-1 0 0,0 1 0 0 0,2-2 1 0 0,7-5-69 0 0,0-1 0 0 0,17-16 1 0 0,112-124-138 0 0,207-288 0 0 0,-184 226-212 0 0,72-109-862 0 0,-205 272 1000 0 0,-7 9-187 0 0,2 0 0 0 0,52-61-1 0 0,-65 89 155 0 0,-15 19 281 0 0,-19 27 427 0 0,19-30-253 0 0,-142 259 1136 0 0,25-39-437 0 0,90-175-837 0 0,-230 386 229 0 0,29 15 98 0 0,193-370 21 0 0,-54 136 367 0 0,84-192-685 0 0,1 1 0 0 0,1 1-1 0 0,1-1 1 0 0,2 1 0 0 0,1 0 0 0 0,0 35 0 0 0,3-59-27 0 0,0 0 1 0 0,0-1-1 0 0,1 1 0 0 0,-1 0 1 0 0,1 0-1 0 0,0-1 0 0 0,0 1 1 0 0,0 0-1 0 0,0-1 0 0 0,1 1 1 0 0,3 5-1 0 0,-4-8-4 0 0,0 0 1 0 0,0 0-1 0 0,0 0 1 0 0,1 0-1 0 0,-1 0 0 0 0,0 0 1 0 0,1-1-1 0 0,-1 1 0 0 0,0 0 1 0 0,1-1-1 0 0,-1 1 1 0 0,1-1-1 0 0,-1 1 0 0 0,1-1 1 0 0,-1 0-1 0 0,1 0 0 0 0,-1 0 1 0 0,1 0-1 0 0,-1 0 1 0 0,1 0-1 0 0,-1 0 0 0 0,1 0 1 0 0,-1 0-1 0 0,1-1 0 0 0,-1 1 1 0 0,1-1-1 0 0,-1 1 1 0 0,0-1-1 0 0,1 1 0 0 0,-1-1 1 0 0,2-1-1 0 0,7-3-32 0 0,-1-1 0 0 0,0 0 0 0 0,0 0 0 0 0,-1-1 0 0 0,1 0 0 0 0,-1-1 0 0 0,-1 0 0 0 0,0 0 0 0 0,11-15 0 0 0,3-10-152 0 0,23-45 0 0 0,8-36-488 0 0,71-226 0 0 0,-40 96-495 0 0,-76 223 1022 0 0,-3 10-66 0 0,0-1 0 0 0,0 1 0 0 0,1 0 0 0 0,0 0 0 0 0,1 1-1 0 0,1-1 1 0 0,9-12 0 0 0,-31 84-2263 0 0,-29 121 2965 0 0,-46 158 894 0 0,-64 195 931 0 0,152-525-2296 0 0,-6 28-35 0 0,8-36 31 0 0,-1-1 0 0 0,1 1 0 0 0,0-1 0 0 0,0 1 0 0 0,0-1 0 0 0,0 1 0 0 0,0-1 0 0 0,0 1 0 0 0,1-1 0 0 0,-1 0 0 0 0,0 1 0 0 0,1-1 0 0 0,-1 1 1 0 0,1-1-1 0 0,0 0 0 0 0,-1 1 0 0 0,1-1 0 0 0,0 0 0 0 0,0 0 0 0 0,0 2 0 0 0,1-3-12 0 0,-1 1 0 0 0,1-1 0 0 0,-1 1 0 0 0,1-1 0 0 0,-1 0 0 0 0,1 0 1 0 0,0 0-1 0 0,-1 0 0 0 0,1 0 0 0 0,-1 0 0 0 0,1 0 0 0 0,-1 0 0 0 0,1-1 0 0 0,-1 1 0 0 0,1-1 1 0 0,-1 1-1 0 0,1-1 0 0 0,-1 1 0 0 0,0-1 0 0 0,1 0 0 0 0,-1 0 0 0 0,0 0 0 0 0,1 1 0 0 0,-1-1 0 0 0,2-2 1 0 0,30-27-370 0 0,-33 29 363 0 0,18-18-146 0 0,-2-2 1 0 0,0 0-1 0 0,-1-1 0 0 0,-2-1 1 0 0,19-39-1 0 0,41-130 771 0 0,-48 120-368 0 0,-18 53-220 0 0,0-4-1 0 0,1 1-1 0 0,1 0 1 0 0,1 1-1 0 0,1 0 1 0 0,20-30 0 0 0,-30 51-44 0 0,-1 0 0 0 0,0-1 0 0 0,0 1 0 0 0,1-1 1 0 0,-1 1-1 0 0,0 0 0 0 0,1-1 0 0 0,-1 1 1 0 0,0 0-1 0 0,1-1 0 0 0,-1 1 0 0 0,0 0 1 0 0,1 0-1 0 0,-1-1 0 0 0,1 1 0 0 0,-1 0 0 0 0,0 0 1 0 0,1 0-1 0 0,-1-1 0 0 0,1 1 0 0 0,-1 0 1 0 0,1 0-1 0 0,-1 0 0 0 0,1 0 0 0 0,-1 0 0 0 0,1 0 1 0 0,-1 0-1 0 0,0 0 0 0 0,1 0 0 0 0,-1 0 1 0 0,1 0-1 0 0,-1 1 0 0 0,1-1 0 0 0,-1 0 1 0 0,1 0-1 0 0,-1 0 0 0 0,0 1 0 0 0,1-1 0 0 0,-1 0 1 0 0,1 0-1 0 0,-1 1 0 0 0,0-1 0 0 0,1 0 1 0 0,-1 1-1 0 0,0-1 0 0 0,1 0 0 0 0,-1 1 1 0 0,0-1-1 0 0,0 0 0 0 0,1 1 0 0 0,-1-1 0 0 0,0 1 1 0 0,0-1-1 0 0,0 1 0 0 0,0-1 0 0 0,1 0 1 0 0,-1 1-1 0 0,0-1 0 0 0,0 1 0 0 0,0-1 0 0 0,0 1 1 0 0,0-1-1 0 0,0 2 0 0 0,6 32-449 0 0,-5 206-267 0 0,-3-97 1021 0 0,2-88-196 0 0,-1 3 44 0 0,10 81 0 0 0,-7-124-96 0 0,1 0 1 0 0,0 0 0 0 0,1 0-1 0 0,0-1 1 0 0,1 1 0 0 0,1-1 0 0 0,0 0-1 0 0,1-1 1 0 0,1 0 0 0 0,12 18-1 0 0,-16-26 9 0 0,0-1 0 0 0,0 1-1 0 0,0-1 1 0 0,0 0-1 0 0,1 0 1 0 0,-1-1-1 0 0,1 1 1 0 0,0-1 0 0 0,0 0-1 0 0,0-1 1 0 0,1 1-1 0 0,-1-1 1 0 0,1 0-1 0 0,-1 0 1 0 0,1-1 0 0 0,0 0-1 0 0,-1 0 1 0 0,13 1-1 0 0,-10-3-3 0 0,1 0 0 0 0,-1 0 0 0 0,1-1 0 0 0,-1 0 0 0 0,1 0 0 0 0,-1-1 0 0 0,0 0 0 0 0,0-1 0 0 0,0 0 0 0 0,-1 0 0 0 0,1 0 0 0 0,7-7-1 0 0,4-5-28 0 0,0 0 0 0 0,-1-1 0 0 0,-1 0 0 0 0,-1-1 0 0 0,25-36 0 0 0,-19 20-112 0 0,-1-1 0 0 0,27-64 1 0 0,-40 77-29 0 0,0 0 0 0 0,-1 0 0 0 0,-2-1 0 0 0,0 0 0 0 0,2-28 0 0 0,-6 38-19 0 0,-1 0 0 0 0,0 1 1 0 0,0-1-1 0 0,-1 0 0 0 0,-1 0 1 0 0,0 1-1 0 0,-1-1 0 0 0,0 1 1 0 0,-1 0-1 0 0,-11-24 0 0 0,14 34 110 0 0,0 0-1 0 0,0 0 0 0 0,0 0 0 0 0,0 0 1 0 0,-1 1-1 0 0,1-1 0 0 0,-1 0 0 0 0,1 1 1 0 0,-1-1-1 0 0,0 1 0 0 0,0-1 0 0 0,0 1 1 0 0,0 0-1 0 0,0-1 0 0 0,0 1 0 0 0,0 0 1 0 0,0 1-1 0 0,0-1 0 0 0,0 0 0 0 0,0 0 1 0 0,-3 1-1 0 0,1-1 11 0 0,1 2 1 0 0,-1-1-1 0 0,0 0 0 0 0,1 1 0 0 0,-1-1 1 0 0,0 1-1 0 0,1 0 0 0 0,-1 1 0 0 0,1-1 1 0 0,0 0-1 0 0,-7 5 0 0 0,-5 4 10 0 0,0 1 0 0 0,0 0 1 0 0,1 1-1 0 0,-13 16 0 0 0,23-24-12 0 0,-142 154-477 0 0,-51 52-366 0 0,76-92 849 0 0,-110 99 933 0 0,210-200-707 0 0,-1 0 0 0 0,0-2 0 0 0,-28 15 0 0 0,40-25-126 0 0,1 0 1 0 0,-1-1 0 0 0,0 0 0 0 0,0-1-1 0 0,0 0 1 0 0,0-1 0 0 0,-1 0 0 0 0,1 0 0 0 0,-1-1-1 0 0,1 0 1 0 0,-12-2 0 0 0,19 1-79 0 0,0 0 0 0 0,0-1 0 0 0,1 1 0 0 0,-1-1 0 0 0,0 0 0 0 0,1 0 1 0 0,-1 0-1 0 0,0 0 0 0 0,1-1 0 0 0,0 1 0 0 0,-1-1 0 0 0,1 1 0 0 0,0-1 0 0 0,0 0 0 0 0,0 0 0 0 0,-4-4 0 0 0,4 2-1 0 0,-1 0 0 0 0,0 0 0 0 0,1 0 0 0 0,0-1 0 0 0,0 1 0 0 0,0-1 0 0 0,1 0 0 0 0,-2-9 0 0 0,0-6 16 0 0,2 0 0 0 0,0 0-1 0 0,4-36 1 0 0,-2 42 1 0 0,50-349-302 0 0,-29 238 102 0 0,9-149 1 0 0,-31 267 154 0 0,0 1 0 0 0,0-1 0 0 0,0 1 0 0 0,-1 0 0 0 0,0-1 0 0 0,0 1 0 0 0,0 0 0 0 0,-1 0 0 0 0,0 0 0 0 0,0 0 0 0 0,-4-8 0 0 0,4 12 11 0 0,1 0-1 0 0,-1 0 0 0 0,0 0 0 0 0,0 1 0 0 0,0-1 1 0 0,0 0-1 0 0,0 1 0 0 0,0-1 0 0 0,0 1 0 0 0,0 0 1 0 0,-1 0-1 0 0,1-1 0 0 0,0 2 0 0 0,-1-1 0 0 0,1 0 1 0 0,-1 0-1 0 0,1 1 0 0 0,-1-1 0 0 0,0 1 0 0 0,1 0 1 0 0,-1 0-1 0 0,1 0 0 0 0,-1 0 0 0 0,1 0 0 0 0,-1 1 1 0 0,0-1-1 0 0,1 1 0 0 0,-1-1 0 0 0,-4 3 0 0 0,-7 2 5 0 0,1 1 0 0 0,-1 0 0 0 0,1 0-1 0 0,0 2 1 0 0,1-1 0 0 0,-1 2 0 0 0,2 0 0 0 0,-17 15-1 0 0,-3 7 9 0 0,-44 54 0 0 0,-242 317 328 0 0,-14 65 702 0 0,346-479-886 0 0,10-13-629 0 0,10-32 18 0 0,-2-1 0 0 0,-3-2 0 0 0,31-86 0 0 0,-13 30 648 0 0,-28 66-140 0 0,-15 34-34 0 0,0 0 1 0 0,2 1 0 0 0,0 0-1 0 0,1 0 1 0 0,16-23-1 0 0,-24 37-12 0 0,0 1 1 0 0,1 0-1 0 0,-1-1 0 0 0,0 1 0 0 0,1-1 0 0 0,-1 1 1 0 0,0 0-1 0 0,1-1 0 0 0,-1 1 0 0 0,0 0 0 0 0,1-1 1 0 0,-1 1-1 0 0,0 0 0 0 0,1-1 0 0 0,-1 1 0 0 0,1 0 1 0 0,-1 0-1 0 0,1 0 0 0 0,-1-1 0 0 0,1 1 0 0 0,-1 0 1 0 0,1 0-1 0 0,-1 0 0 0 0,1 0 0 0 0,-1 0 0 0 0,1 0 1 0 0,-1 0-1 0 0,1 0 0 0 0,3 12 83 0 0,-6 24 106 0 0,2-35-177 0 0,-111 502 1208 0 0,26-155-835 0 0,84-343-377 0 0,-3 9 72 0 0,1 0 0 0 0,0 0 0 0 0,2 0-1 0 0,-1 1 1 0 0,2-1 0 0 0,0 0-1 0 0,0 1 1 0 0,6 25 0 0 0,-6-38-63 0 0,1 0 1 0 0,-1 0 0 0 0,1 0-1 0 0,0-1 1 0 0,0 1-1 0 0,-1-1 1 0 0,1 1-1 0 0,1 0 1 0 0,-1-1-1 0 0,0 1 1 0 0,0-1 0 0 0,0 0-1 0 0,1 1 1 0 0,-1-1-1 0 0,1 0 1 0 0,-1 0-1 0 0,1 0 1 0 0,-1 0 0 0 0,1 0-1 0 0,-1 0 1 0 0,1-1-1 0 0,2 2 1 0 0,-1-2-10 0 0,0 1-1 0 0,1-1 1 0 0,-1 0 0 0 0,0 0-1 0 0,1 0 1 0 0,-1 0 0 0 0,1 0-1 0 0,-1-1 1 0 0,0 0 0 0 0,0 1-1 0 0,5-3 1 0 0,3-1-121 0 0,0-1 1 0 0,0-1-1 0 0,0 0 0 0 0,-1 0 1 0 0,17-14-1 0 0,50-50-496 0 0,-3-4-1 0 0,-4-3 1 0 0,68-94-1 0 0,29-83-20 0 0,-80 118 449 0 0,-85 132 177 0 0,30-40-6 0 0,-30 41 9 0 0,0 0 1 0 0,1 0-1 0 0,-1 1 0 0 0,1-1 0 0 0,0 1 0 0 0,0-1 0 0 0,0 1 0 0 0,0 0 0 0 0,1 0 0 0 0,-1 1 0 0 0,5-3 0 0 0,-7 4 0 0 0,-1 0 0 0 0,1 0 0 0 0,-1 0 0 0 0,1 0 0 0 0,-1 0 0 0 0,1-1 0 0 0,-1 1 0 0 0,1 0 0 0 0,-1 0 0 0 0,1 1-1 0 0,-1-1 1 0 0,1 0 0 0 0,-1 0 0 0 0,1 0 0 0 0,-1 0 0 0 0,1 0 0 0 0,-1 0 0 0 0,0 1 0 0 0,1-1 0 0 0,-1 0 0 0 0,1 0 0 0 0,-1 1 0 0 0,1-1 0 0 0,-1 0 0 0 0,0 1 0 0 0,1-1 0 0 0,-1 0-1 0 0,0 1 1 0 0,1 0 0 0 0,3 17 5 0 0,-11 24 83 0 0,6-38-56 0 0,-111 364 1837 0 0,-31-9-283 0 0,110-280-1392 0 0,1-4 151 0 0,-37 99 626 0 0,68-171-947 0 0,0 0 1 0 0,0-1-1 0 0,1 1 1 0 0,-1 0-1 0 0,1-1 1 0 0,0 1-1 0 0,0 0 1 0 0,0 0-1 0 0,0-1 1 0 0,0 5-1 0 0,1-7-23 0 0,-1 1-1 0 0,0-1 1 0 0,0 0-1 0 0,0 1 0 0 0,0-1 1 0 0,1 1-1 0 0,-1-1 1 0 0,0 1-1 0 0,1-1 1 0 0,-1 0-1 0 0,0 1 0 0 0,0-1 1 0 0,1 0-1 0 0,-1 1 1 0 0,1-1-1 0 0,-1 0 0 0 0,0 0 1 0 0,1 1-1 0 0,-1-1 1 0 0,1 0-1 0 0,-1 0 1 0 0,0 0-1 0 0,2 1 0 0 0,15-6-142 0 0,-6-1-238 0 0,0-1 1 0 0,-1 0-1 0 0,0-1 0 0 0,-1 0 0 0 0,16-17 0 0 0,39-55-1648 0 0,-43 53 1693 0 0,7-9-167 0 0,56-72 26 0 0,147-148-1 0 0,-225 250 508 0 0,0 1-1 0 0,0 0 1 0 0,0 1 0 0 0,9-5-1 0 0,-14 8-16 0 0,-1 1-1 0 0,1-1 1 0 0,0 1-1 0 0,0-1 1 0 0,-1 1-1 0 0,1-1 1 0 0,0 1-1 0 0,0 0 1 0 0,0-1-1 0 0,0 1 1 0 0,-1 0-1 0 0,1 0 0 0 0,0 0 1 0 0,0-1-1 0 0,0 1 1 0 0,0 0-1 0 0,0 0 1 0 0,0 1-1 0 0,0-1 1 0 0,-1 0-1 0 0,1 0 1 0 0,0 0-1 0 0,0 0 1 0 0,0 1-1 0 0,0-1 0 0 0,0 0 1 0 0,-1 1-1 0 0,1-1 1 0 0,0 1-1 0 0,0-1 1 0 0,-1 1-1 0 0,1-1 1 0 0,0 1-1 0 0,-1-1 1 0 0,1 1-1 0 0,0 0 1 0 0,-1 0-1 0 0,1-1 1 0 0,-1 1-1 0 0,1 0 0 0 0,-1 0 1 0 0,1-1-1 0 0,-1 1 1 0 0,0 0-1 0 0,1 0 1 0 0,-1 0-1 0 0,0 0 1 0 0,0 0-1 0 0,0-1 1 0 0,0 3-1 0 0,2 12 197 0 0,-1 0 1 0 0,0 0-1 0 0,-1 0 1 0 0,-1 0-1 0 0,-1 0 0 0 0,-3 16 1 0 0,-26 91 613 0 0,24-97-640 0 0,-22 67 599 0 0,-56 124 1 0 0,-60 78 94 0 0,85-175-627 0 0,48-96-169 0 0,7-16-35 0 0,1 1 0 0 0,0-1 0 0 0,0 1-1 0 0,1 0 1 0 0,0 0 0 0 0,0 1-1 0 0,1-1 1 0 0,-1 12 0 0 0,3-20-45 0 0,0 0-1 0 0,0 1 1 0 0,0-1 0 0 0,0 0 0 0 0,0 1-1 0 0,0-1 1 0 0,0 0 0 0 0,1 1-1 0 0,-1-1 1 0 0,0 1 0 0 0,0-1 0 0 0,0 0-1 0 0,1 0 1 0 0,-1 1 0 0 0,0-1-1 0 0,1 0 1 0 0,-1 1 0 0 0,0-1 0 0 0,1 0-1 0 0,-1 0 1 0 0,0 0 0 0 0,1 1-1 0 0,-1-1 1 0 0,0 0 0 0 0,1 0 0 0 0,-1 0-1 0 0,0 0 1 0 0,1 0 0 0 0,-1 0-1 0 0,1 0 1 0 0,-1 0 0 0 0,0 0 0 0 0,1 0-1 0 0,-1 0 1 0 0,0 0 0 0 0,1 0-1 0 0,-1 0 1 0 0,1 0 0 0 0,-1 0 0 0 0,0 0-1 0 0,1 0 1 0 0,-1 0 0 0 0,0-1-1 0 0,1 1 1 0 0,-1 0 0 0 0,0 0 0 0 0,1 0-1 0 0,-1-1 1 0 0,0 1 0 0 0,1 0-1 0 0,-1 0 1 0 0,1-1 0 0 0,20-12-332 0 0,9-13-518 0 0,-1 0-1 0 0,48-59 1 0 0,-20 21-47 0 0,46-51 143 0 0,49-51 703 0 0,-124 139 32 0 0,2 1-1 0 0,0 1 1 0 0,55-33 0 0 0,-77 53 23 0 0,1 1 1 0 0,-1 0-1 0 0,1 0 1 0 0,0 1-1 0 0,0 0 1 0 0,0 1-1 0 0,0 0 0 0 0,0 1 1 0 0,0-1-1 0 0,10 1 1 0 0,-16 1 8 0 0,-1 0 0 0 0,1 1 0 0 0,0-1 0 0 0,-1 0-1 0 0,1 1 1 0 0,0-1 0 0 0,-1 1 0 0 0,1 0 0 0 0,-1 0 0 0 0,1 0 0 0 0,-1 0 0 0 0,0 0 0 0 0,1 1 0 0 0,-1-1 0 0 0,0 1 0 0 0,0-1 0 0 0,0 1 0 0 0,0 0 0 0 0,0 0 0 0 0,0 0 0 0 0,-1 0 0 0 0,1 0 0 0 0,-1 0 0 0 0,1 1 0 0 0,-1-1 0 0 0,0 0 0 0 0,0 1 0 0 0,0-1 0 0 0,0 1 0 0 0,0-1 0 0 0,-1 1 0 0 0,1-1 0 0 0,-1 1 0 0 0,1 0 0 0 0,-1-1 0 0 0,0 1 0 0 0,0 0 0 0 0,0-1 0 0 0,-1 4-1 0 0,-1 14 199 0 0,0-1 0 0 0,-1 0-1 0 0,-1 1 1 0 0,-1-2-1 0 0,-1 1 1 0 0,-16 35-1 0 0,-64 104 1060 0 0,67-125-983 0 0,-118 185 1078 0 0,189-272-2596 0 0,115-206-3138 0 0,-22-13 4414 0 0,-96 177 352 0 0,-41 81-186 0 0,-4 6 5 0 0,0 1 0 0 0,0 0 0 0 0,0 0-1 0 0,1 0 1 0 0,1 0 0 0 0,-1 1 0 0 0,1 0-1 0 0,1 0 1 0 0,8-8 0 0 0,-14 15-196 0 0,-1 0 0 0 0,0 0 1 0 0,0 0-1 0 0,0-1 0 0 0,0 1 1 0 0,1 0-1 0 0,-1 0 0 0 0,0 0 0 0 0,0 0 1 0 0,1 0-1 0 0,-1 0 0 0 0,0 0 1 0 0,0-1-1 0 0,0 1 0 0 0,1 0 0 0 0,-1 0 1 0 0,0 0-1 0 0,0 0 0 0 0,1 0 1 0 0,-1 0-1 0 0,0 0 0 0 0,0 0 0 0 0,1 0 1 0 0,-1 0-1 0 0,0 0 0 0 0,0 1 1 0 0,1-1-1 0 0,-1 0 0 0 0,0 0 0 0 0,0 0 1 0 0,0 0-1 0 0,1 0 0 0 0,-1 0 1 0 0,0 0-1 0 0,0 1 0 0 0,1-1 0 0 0,0 11 356 0 0,-5 17-125 0 0,3-26-194 0 0,-32 117 385 0 0,-96 226 1 0 0,-5-90-503 0 0,91-182 9 0 0,4 1 0 0 0,-38 100 0 0 0,72-163 30 0 0,3-6 9 0 0,0-1 1 0 0,1 0-1 0 0,-1 1 0 0 0,1 0 1 0 0,0-1-1 0 0,0 1 1 0 0,0 0-1 0 0,1-1 1 0 0,0 1-1 0 0,0 0 1 0 0,0 7-1 0 0,1-11-5 0 0,-1 0 1 0 0,1-1-1 0 0,-1 1 0 0 0,1 0 0 0 0,0-1 0 0 0,-1 1 0 0 0,1 0 0 0 0,0-1 0 0 0,-1 1 1 0 0,1-1-1 0 0,0 1 0 0 0,-1-1 0 0 0,1 0 0 0 0,0 1 0 0 0,0-1 0 0 0,0 0 1 0 0,0 1-1 0 0,-1-1 0 0 0,1 0 0 0 0,0 0 0 0 0,0 0 0 0 0,0 0 0 0 0,0 0 0 0 0,0 0 1 0 0,-1 0-1 0 0,1 0 0 0 0,0 0 0 0 0,0 0 0 0 0,0 0 0 0 0,0 0 0 0 0,0-1 1 0 0,-1 1-1 0 0,1 0 0 0 0,0-1 0 0 0,1 0 0 0 0,32-14-1103 0 0,-2-4-58 0 0,-1-2 0 0 0,-2 0-1 0 0,54-51 1 0 0,70-92-1751 0 0,-80 82 2540 0 0,53-42 315 0 0,167-129 1 0 0,-246 215 163 0 0,-15 11 241 0 0,1 2-1 0 0,57-32 1 0 0,-79 50-207 0 0,0 2 0 0 0,1 0-1 0 0,0 0 1 0 0,0 1 0 0 0,0 0-1 0 0,0 1 1 0 0,0 0 0 0 0,1 1 0 0 0,-1 1-1 0 0,1 0 1 0 0,0 0 0 0 0,21 3-1 0 0,-30-1-92 0 0,0-1-1 0 0,0 1 0 0 0,0 0 0 0 0,0 0 0 0 0,-1 1 0 0 0,1-1 0 0 0,0 1 1 0 0,-1 0-1 0 0,0 0 0 0 0,1 0 0 0 0,-1 0 0 0 0,0 0 0 0 0,0 1 0 0 0,0 0 1 0 0,0-1-1 0 0,0 1 0 0 0,3 6 0 0 0,-3-4-27 0 0,0 0 1 0 0,-1 1 0 0 0,1-1-1 0 0,-1 1 1 0 0,0 0-1 0 0,-1-1 1 0 0,0 1-1 0 0,0 0 1 0 0,0 0-1 0 0,0 9 1 0 0,-2 9-28 0 0,-1 0 0 0 0,-1-1 0 0 0,-1 0 0 0 0,-12 41 0 0 0,-30 70 526 0 0,-70 145 0 0 0,66-166 128 0 0,3-7-91 0 0,10-26 117 0 0,-39 121 0 0 0,73-191-548 0 0,0 1 0 0 0,1-1 0 0 0,0 1 0 0 0,1 0 0 0 0,0 15 0 0 0,1-24-96 0 0,0 0-1 0 0,0 0 0 0 0,0 0 0 0 0,0 0 0 0 0,1 0 0 0 0,-1 0 1 0 0,1 0-1 0 0,-1 0 0 0 0,1 0 0 0 0,0 0 0 0 0,0 0 0 0 0,0 0 1 0 0,0-1-1 0 0,0 1 0 0 0,0 0 0 0 0,0-1 0 0 0,1 1 0 0 0,-1 0 1 0 0,0-1-1 0 0,1 0 0 0 0,0 1 0 0 0,-1-1 0 0 0,1 0 0 0 0,0 0 1 0 0,0 0-1 0 0,-1 0 0 0 0,1 0 0 0 0,0 0 0 0 0,0 0 1 0 0,0-1-1 0 0,0 1 0 0 0,0-1 0 0 0,0 1 0 0 0,0-1 0 0 0,3 0 1 0 0,5 0-102 0 0,0 0 1 0 0,1-1 0 0 0,-1 0 0 0 0,0-1 0 0 0,0 0-1 0 0,0-1 1 0 0,0 0 0 0 0,-1 0 0 0 0,14-8 0 0 0,13-7-700 0 0,35-25 1 0 0,-38 22 82 0 0,291-186-3346 0 0,-13 8 3840 0 0,-238 153 588 0 0,151-85 2041 0 0,-190 114-1902 0 0,0 2-1 0 0,0 2 1 0 0,1 1-1 0 0,1 2 1 0 0,36-6-1 0 0,-63 15-443 0 0,14-3 351 0 0,41-1-1 0 0,-59 4-385 0 0,1 1 0 0 0,0 1-1 0 0,-1-1 1 0 0,1 1 0 0 0,-1 0 0 0 0,0 0 0 0 0,1 1 0 0 0,-1-1 0 0 0,0 1-1 0 0,0 1 1 0 0,0-1 0 0 0,0 1 0 0 0,6 3 0 0 0,-9-4-38 0 0,-1 0-1 0 0,1 0 1 0 0,-1 0 0 0 0,0 0 0 0 0,1 0-1 0 0,-1 0 1 0 0,0 0 0 0 0,-1 0 0 0 0,1 0-1 0 0,0 0 1 0 0,0 0 0 0 0,-1 1-1 0 0,1-1 1 0 0,-1 0 0 0 0,0 1 0 0 0,0-1-1 0 0,0 0 1 0 0,0 1 0 0 0,0-1 0 0 0,0 0-1 0 0,-1 0 1 0 0,1 1 0 0 0,-2 3 0 0 0,-2 7 8 0 0,0-1 1 0 0,-11 23 0 0 0,14-32-4 0 0,-13 26 198 0 0,-2-2 0 0 0,-18 28 0 0 0,24-42-153 0 0,0 0 0 0 0,0-1 1 0 0,-1 0-1 0 0,-1 0 1 0 0,-22 17-1 0 0,74-87-1110 0 0,-4 7 17 0 0,-1-2 0 0 0,-4-2 0 0 0,-1-1 0 0 0,-4-1 0 0 0,31-93 0 0 0,-55 144 1083 0 0,0-1-1 0 0,-1 1 1 0 0,0-1-1 0 0,0 1 1 0 0,-1-1-1 0 0,1 0 1 0 0,-2 0-1 0 0,1 1 1 0 0,-2-9-1 0 0,2 13-12 0 0,-1 0-1 0 0,0 0 1 0 0,1 0-1 0 0,-1 0 1 0 0,0 0 0 0 0,0 1-1 0 0,0-1 1 0 0,0 0-1 0 0,0 1 1 0 0,-1-1-1 0 0,1 0 1 0 0,0 1 0 0 0,-1 0-1 0 0,0-1 1 0 0,1 1-1 0 0,-1 0 1 0 0,1 0-1 0 0,-1 0 1 0 0,0 0-1 0 0,0 0 1 0 0,0 0 0 0 0,0 0-1 0 0,1 1 1 0 0,-1-1-1 0 0,0 1 1 0 0,0-1-1 0 0,0 1 1 0 0,0 0-1 0 0,0-1 1 0 0,-1 1 0 0 0,1 1-1 0 0,0-1 1 0 0,0 0-1 0 0,-3 1 1 0 0,-13 3 175 0 0,-1 0 0 0 0,1 2 0 0 0,0 0 0 0 0,0 1 0 0 0,1 1 0 0 0,-30 18 0 0 0,7-5 211 0 0,-303 179 1878 0 0,15 27-827 0 0,-41 25-454 0 0,251-179-644 0 0,-154 70 0 0 0,267-140-365 0 0,-17 7 20 0 0,-2 0 1 0 0,-27 7-1 0 0,46-15-30 0 0,0-1 1 0 0,0 0-1 0 0,-1 0 1 0 0,1 0-1 0 0,-1-1 1 0 0,1 0-1 0 0,-1 0 1 0 0,1 0-1 0 0,0 0 1 0 0,-1-1-1 0 0,1 0 1 0 0,-1 0-1 0 0,1-1 1 0 0,0 1-1 0 0,0-1 0 0 0,-5-3 1 0 0,7 3-23 0 0,0-1 0 0 0,0 1 0 0 0,0-1 0 0 0,1 0 0 0 0,-1 0 0 0 0,1 0 0 0 0,0-1 0 0 0,0 1 0 0 0,0 0 0 0 0,0-1 0 0 0,1 0 0 0 0,0 1 0 0 0,-1-1 0 0 0,1 0 0 0 0,0 1-1 0 0,1-1 1 0 0,-1 0 0 0 0,1 0 0 0 0,0 0 0 0 0,0 0 0 0 0,0 0 0 0 0,1-7 0 0 0,1-9-238 0 0,1-1-1 0 0,11-36 1 0 0,-14 55 249 0 0,16-50-554 0 0,2 1 0 0 0,26-50 0 0 0,57-93 229 0 0,-47 93 909 0 0,-53 101-543 0 0,-1 0 0 0 0,0-1 0 0 0,1 1 0 0 0,-1-1 0 0 0,0 1 0 0 0,1-1 0 0 0,-1 1 0 0 0,0 0 0 0 0,1-1 0 0 0,-1 1 0 0 0,0-1 0 0 0,0 1 0 0 0,0-1 0 0 0,1 1 0 0 0,-1-1 0 0 0,0 0 0 0 0,0 1 0 0 0,0-1 0 0 0,0 1 0 0 0,0-1 0 0 0,0 1 0 0 0,0-1 0 0 0,0 1 0 0 0,0-1 0 0 0,0 1 0 0 0,0-1 0 0 0,0 0 0 0 0,-1 1 0 0 0,1-1 0 0 0,0 1 0 0 0,0-1 0 0 0,-1 1 0 0 0,1-1 0 0 0,0 1 0 0 0,-1-1 0 0 0,-19 6 480 0 0,-26 24 100 0 0,-112 96-102 0 0,-149 150 0 0 0,250-220-575 0 0,-186 169-144 0 0,-16-22 294 0 0,248-194-81 0 0,7-4-2 0 0,0-1 0 0 0,0-1 1 0 0,0 1-1 0 0,0 0 0 0 0,0-1 1 0 0,-1 0-1 0 0,1 0 0 0 0,-1 0 0 0 0,0 0 1 0 0,1-1-1 0 0,-8 1 0 0 0,11-2-2 0 0,1 0-1 0 0,0 0 0 0 0,-1 0 1 0 0,1 0-1 0 0,0 0 0 0 0,-1 0 1 0 0,1 0-1 0 0,-1 0 0 0 0,1-1 1 0 0,0 1-1 0 0,-1 0 0 0 0,1 0 0 0 0,0 0 1 0 0,0-1-1 0 0,-1 1 0 0 0,1 0 1 0 0,0-1-1 0 0,-1 1 0 0 0,1 0 1 0 0,0 0-1 0 0,0-1 0 0 0,0 1 1 0 0,-1 0-1 0 0,1-1 0 0 0,0 1 1 0 0,0-1-1 0 0,0 1 0 0 0,0 0 1 0 0,0-1-1 0 0,0 1 0 0 0,-1-1 1 0 0,3-18-244 0 0,10-21-145 0 0,-10 36 304 0 0,32-85-1064 0 0,4 3-1 0 0,4 1 1 0 0,4 2-1 0 0,3 2 1 0 0,65-81-1 0 0,148-204 1116 0 0,-260 363 67 0 0,0 0 0 0 0,0 0 0 0 0,0 0 0 0 0,-1-1 1 0 0,1 1-1 0 0,-1 0 0 0 0,1-5 0 0 0,-2 8-14 0 0,0 0 0 0 0,0-1 1 0 0,0 1-1 0 0,0 0 0 0 0,0-1 0 0 0,0 1 0 0 0,0 0 0 0 0,0 0 0 0 0,0-1 1 0 0,0 1-1 0 0,0 0 0 0 0,0 0 0 0 0,0-1 0 0 0,0 1 0 0 0,0 0 0 0 0,-1 0 1 0 0,1 0-1 0 0,0-1 0 0 0,0 1 0 0 0,0 0 0 0 0,0 0 0 0 0,-1 0 1 0 0,1-1-1 0 0,0 1 0 0 0,0 0 0 0 0,0 0 0 0 0,-1 0 0 0 0,1 0 0 0 0,0 0 1 0 0,0-1-1 0 0,0 1 0 0 0,-1 0 0 0 0,1 0 0 0 0,0 0 0 0 0,-1 0 0 0 0,-18 4 574 0 0,-4 6 134 0 0,0 2 0 0 0,1 0 0 0 0,-41 31 1 0 0,-57 56 1121 0 0,105-86-1597 0 0,-319 321 1703 0 0,186-177-1685 0 0,-84 93-145 0 0,-236 223-116 0 0,483-500-2143 0 0,23-27 152 0 0,-6 10 658 0 0,223-334-3938 0 0,-217 311 5135 0 0,47-78-20 0 0,-68 119 231 0 0,1 2 1 0 0,1 0 0 0 0,31-30-1 0 0,-45 49-41 0 0,-3 3 3 0 0,0-1 1 0 0,1 1-1 0 0,0-1 0 0 0,-1 1 0 0 0,1 0 1 0 0,0 0-1 0 0,0 0 0 0 0,0 0 0 0 0,0 1 1 0 0,1-1-1 0 0,5-1 0 0 0,-8 3-10 0 0,-1 0 0 0 0,0 0 0 0 0,1 0 0 0 0,-1 1-1 0 0,0-1 1 0 0,0 0 0 0 0,1 0 0 0 0,-1 0 0 0 0,0 0 0 0 0,1 1 0 0 0,-1-1 0 0 0,0 0-1 0 0,0 0 1 0 0,0 1 0 0 0,1-1 0 0 0,-1 0 0 0 0,0 0 0 0 0,0 1 0 0 0,0-1 0 0 0,1 0 0 0 0,-1 1-1 0 0,0-1 1 0 0,0 0 0 0 0,0 1 0 0 0,0-1 0 0 0,0 0 0 0 0,0 0 0 0 0,0 1 0 0 0,0-1-1 0 0,0 0 1 0 0,0 1 0 0 0,0-1 0 0 0,0 0 0 0 0,0 1 0 0 0,0-1 0 0 0,0 0 0 0 0,0 1 0 0 0,0-1-1 0 0,0 0 1 0 0,0 1 0 0 0,-1-1 0 0 0,1 0 0 0 0,0 1 0 0 0,0-1 0 0 0,0 0 0 0 0,0 0-1 0 0,-1 1 1 0 0,-7 19 716 0 0,7-18-628 0 0,-90 195 3657 0 0,-117 246-694 0 0,-30-18-2463 0 0,224-403-600 0 0,7-13-13 0 0,0 1 1 0 0,1 1-1 0 0,0-1 1 0 0,-5 16-1 0 0,11-26 0 0 0,0 0 0 0 0,-1 0 0 0 0,1 0 0 0 0,0 1 0 0 0,0-1 0 0 0,0 0 0 0 0,0 0 0 0 0,0 0 0 0 0,0 1 0 0 0,0-1 0 0 0,-1 0 0 0 0,1 0 0 0 0,0 1 0 0 0,0-1 0 0 0,0 0 0 0 0,0 0 0 0 0,0 1 0 0 0,0-1 0 0 0,0 0 0 0 0,0 0 0 0 0,0 0 0 0 0,0 1 0 0 0,1-1 0 0 0,-1 0 0 0 0,0 0 0 0 0,0 1 0 0 0,0-1 0 0 0,0 0 0 0 0,0 0 0 0 0,0 0 0 0 0,0 1 0 0 0,0-1 0 0 0,1 0 0 0 0,-1 0 0 0 0,0 0 0 0 0,0 0 0 0 0,0 1 0 0 0,1-1 0 0 0,-1 0 0 0 0,0 0 0 0 0,0 0 0 0 0,0 0 0 0 0,1 0 0 0 0,-1 0 0 0 0,0 1 0 0 0,0-1 0 0 0,0 0 0 0 0,1 0 0 0 0,-1 0 0 0 0,0 0 0 0 0,0 0 0 0 0,1 0 0 0 0,-1 0 0 0 0,0 0 0 0 0,0 0 0 0 0,1 0 0 0 0,-1 0 0 0 0,0 0 0 0 0,0 0 0 0 0,0 0 0 0 0,1-1 0 0 0,15-5 0 0 0,-13 5 0 0 0,18-10-171 0 0,-1-1 0 0 0,0 0-1 0 0,-1-2 1 0 0,0 0 0 0 0,-2-1 0 0 0,1-1 0 0 0,18-22-1 0 0,98-135-1237 0 0,-131 170 1408 0 0,344-445-1156 0 0,-259 335 967 0 0,35-38-17 0 0,-119 145 210 0 0,1 1 0 0 0,0 0 0 0 0,0 0 0 0 0,0 0 0 0 0,1 0 0 0 0,-1 1 0 0 0,1 0 0 0 0,0 0 0 0 0,1 1 0 0 0,-1 0 0 0 0,1 0 0 0 0,-1 0 0 0 0,10-2 1 0 0,-15 5-1 0 0,0 0 1 0 0,0 0 0 0 0,1 0 0 0 0,-1 0-1 0 0,0 1 1 0 0,0-1 0 0 0,0 0 0 0 0,0 1-1 0 0,1-1 1 0 0,-1 0 0 0 0,0 1 0 0 0,0 0-1 0 0,0-1 1 0 0,0 1 0 0 0,0 0 0 0 0,0-1-1 0 0,0 1 1 0 0,0 0 0 0 0,-1 0 0 0 0,1 0-1 0 0,0 0 1 0 0,0 0 0 0 0,-1 0 0 0 0,1 0-1 0 0,0 0 1 0 0,-1 0 0 0 0,1 0 0 0 0,-1 0-1 0 0,0 0 1 0 0,1 0 0 0 0,-1 0 0 0 0,0 1-1 0 0,1-1 1 0 0,-1 0 0 0 0,0 3 0 0 0,1 5 59 0 0,-1 0-1 0 0,1 1 1 0 0,-3 13 0 0 0,2-18-9 0 0,-6 53 416 0 0,-3 0 1 0 0,-27 93 0 0 0,-51 111 672 0 0,72-219-1047 0 0,-135 300 333 0 0,-29-14-52 0 0,-27 54 9 0 0,196-363-386 0 0,5-10 0 0 0,0 0 0 0 0,0 0 0 0 0,1 1 0 0 0,0-1 0 0 0,-2 13 0 0 0,6-22 1 0 0,0-1 0 0 0,0 0 0 0 0,0 0 0 0 0,0 0 0 0 0,0 0 0 0 0,0 0 0 0 0,0 0 0 0 0,0 1 0 0 0,0-1-1 0 0,0 0 1 0 0,0 0 0 0 0,0 0 0 0 0,0 0 0 0 0,0 0 0 0 0,0 1 0 0 0,0-1 0 0 0,0 0 0 0 0,0 0 0 0 0,0 0 0 0 0,0 0 0 0 0,0 0 0 0 0,0 0 0 0 0,0 1 0 0 0,0-1-1 0 0,1 0 1 0 0,-1 0 0 0 0,0 0 0 0 0,0 0 0 0 0,0 0 0 0 0,0 0 0 0 0,0 0 0 0 0,0 0 0 0 0,0 0 0 0 0,0 1 0 0 0,1-1 0 0 0,-1 0 0 0 0,0 0 0 0 0,0 0 0 0 0,0 0 0 0 0,0 0-1 0 0,0 0 1 0 0,0 0 0 0 0,1 0 0 0 0,-1 0 0 0 0,0 0 0 0 0,0 0 0 0 0,0 0 0 0 0,0 0 0 0 0,0 0 0 0 0,0 0 0 0 0,1 0 0 0 0,-1 0 0 0 0,0 0 0 0 0,0 0 0 0 0,0 0-1 0 0,0 0 1 0 0,0 0 0 0 0,0-1 0 0 0,1 1 0 0 0,-1 0 0 0 0,0 0 0 0 0,14-8 30 0 0,11-14-56 0 0,33-44-1077 0 0,82-122 1 0 0,-72 91 463 0 0,175-262-398 0 0,-51 70 512 0 0,-157 240 663 0 0,2 1 1 0 0,1 1-1 0 0,3 2 0 0 0,2 3 1 0 0,1 1-1 0 0,79-56 0 0 0,-115 92-58 0 0,-1 0 0 0 0,1 1 0 0 0,-1 0 0 0 0,1 0 0 0 0,1 1 0 0 0,-1 0 0 0 0,13-3 0 0 0,-20 6-61 0 0,1 0 0 0 0,-1 0-1 0 0,1-1 1 0 0,0 1 0 0 0,-1 0 0 0 0,1 1 0 0 0,-1-1 0 0 0,1 0 0 0 0,-1 0-1 0 0,1 1 1 0 0,-1-1 0 0 0,1 1 0 0 0,-1-1 0 0 0,1 1 0 0 0,-1 0-1 0 0,0-1 1 0 0,1 1 0 0 0,-1 0 0 0 0,2 1 0 0 0,-2 0-9 0 0,1 0 0 0 0,-1 0 0 0 0,0 0 0 0 0,0 1 0 0 0,0-1 0 0 0,0 0 1 0 0,0 0-1 0 0,0 0 0 0 0,-1 1 0 0 0,1-1 0 0 0,-1 0 0 0 0,0 1 0 0 0,1-1 0 0 0,-1 1 0 0 0,0-1 1 0 0,-1 5-1 0 0,-4 37 122 0 0,-3 0 0 0 0,-1 0 1 0 0,-2-1-1 0 0,-27 68 1 0 0,23-69-51 0 0,-33 86 391 0 0,-71 131 0 0 0,-83 113 261 0 0,24-46 192 0 0,121-205-384 0 0,57-121-539 0 0,0 0 0 0 0,0 0 0 0 0,0 0 0 0 0,-1 0 0 0 0,1 1-1 0 0,0-1 1 0 0,0 0 0 0 0,0 0 0 0 0,0 0 0 0 0,-1 0 0 0 0,1 1 0 0 0,0-1 0 0 0,0 0-1 0 0,0 0 1 0 0,0 0 0 0 0,0 1 0 0 0,0-1 0 0 0,0 0 0 0 0,0 0 0 0 0,-1 0 0 0 0,1 1-1 0 0,0-1 1 0 0,0 0 0 0 0,0 0 0 0 0,0 1 0 0 0,0-1 0 0 0,0 0 0 0 0,0 0 0 0 0,0 1-1 0 0,0-1 1 0 0,1 0 0 0 0,-1 0 0 0 0,0 0 0 0 0,0 1 0 0 0,0-1 0 0 0,0 0 0 0 0,0 0-1 0 0,0 0 1 0 0,0 1 0 0 0,0-1 0 0 0,1 0 0 0 0,-1 0 0 0 0,0 0 0 0 0,0 0 0 0 0,0 1-1 0 0,0-1 1 0 0,1 0 0 0 0,-1 0 0 0 0,0 0 0 0 0,0 0 0 0 0,0 0 0 0 0,1 0 0 0 0,-1 1-1 0 0,0-1 1 0 0,0 0 0 0 0,1 0 0 0 0,15-9-13 0 0,20-22-106 0 0,11-23-830 0 0,-2-2 0 0 0,42-69-1 0 0,2-2 30 0 0,206-288-269 0 0,-284 397 1141 0 0,161-226-269 0 0,-144 209 317 0 0,2 2 0 0 0,0 0-1 0 0,3 3 1 0 0,57-44 0 0 0,-83 69 34 0 0,1 0 0 0 0,-1 0-1 0 0,1 1 1 0 0,1 0 0 0 0,14-5 0 0 0,-22 9-12 0 0,0-1 1 0 0,1 1-1 0 0,-1-1 0 0 0,0 1 0 0 0,1 0 1 0 0,-1 0-1 0 0,0 0 0 0 0,1 0 0 0 0,-1 0 0 0 0,0 0 1 0 0,1 0-1 0 0,-1 0 0 0 0,0 0 0 0 0,1 1 0 0 0,-1-1 1 0 0,0 1-1 0 0,0-1 0 0 0,1 1 0 0 0,-1-1 0 0 0,0 1 1 0 0,0 0-1 0 0,0-1 0 0 0,0 1 0 0 0,0 0 1 0 0,0 0-1 0 0,0 0 0 0 0,0 0 0 0 0,0 0 0 0 0,0 0 1 0 0,0 0-1 0 0,-1 0 0 0 0,1 0 0 0 0,0 0 0 0 0,-1 1 1 0 0,1-1-1 0 0,-1 0 0 0 0,1 0 0 0 0,-1 1 0 0 0,0-1 1 0 0,1 0-1 0 0,-1 1 0 0 0,0-1 0 0 0,0 0 1 0 0,0 1-1 0 0,0-1 0 0 0,0 0 0 0 0,0 2 0 0 0,0 19 204 0 0,-1 1-1 0 0,-1-1 0 0 0,-1 0 1 0 0,0 0-1 0 0,-9 27 0 0 0,-41 107 686 0 0,47-138-784 0 0,-272 580 1596 0 0,147-335-1413 0 0,73-145-289 0 0,-45 97-1051 0 0,147-272-4056 0 0,-8 0 3392 0 0,62-90 331 0 0,-85 131 1444 0 0,1-1 0 0 0,1 2 0 0 0,0 0 0 0 0,1 0 0 0 0,0 2 0 0 0,20-13 0 0 0,-35 24-54 0 0,1 1 0 0 0,0 0 0 0 0,0 0-1 0 0,0 0 1 0 0,0 0 0 0 0,0 0 0 0 0,0 0 0 0 0,0 0-1 0 0,0 0 1 0 0,0 1 0 0 0,0-1 0 0 0,0 1 0 0 0,1 0 0 0 0,-1 0-1 0 0,0-1 1 0 0,0 1 0 0 0,0 1 0 0 0,0-1 0 0 0,1 0-1 0 0,-1 0 1 0 0,0 1 0 0 0,0 0 0 0 0,0-1 0 0 0,0 1 0 0 0,0 0-1 0 0,0 0 1 0 0,4 2 0 0 0,-3 0 51 0 0,-1 0-1 0 0,1 0 1 0 0,-1 0-1 0 0,0 0 1 0 0,0 1-1 0 0,0-1 1 0 0,0 1-1 0 0,0-1 1 0 0,-1 1-1 0 0,1 0 1 0 0,-1-1-1 0 0,0 1 1 0 0,0 0-1 0 0,0 7 1 0 0,1 13 230 0 0,0 1 1 0 0,-2 0-1 0 0,-1-1 1 0 0,-1 1-1 0 0,-6 24 1 0 0,-31 123 865 0 0,29-134-917 0 0,-112 370 1414 0 0,-3 16-159 0 0,120-404-1444 0 0,2-14-44 0 0,1 1 0 0 0,0 0 0 0 0,0-1 1 0 0,1 1-1 0 0,0 0 0 0 0,0 0 0 0 0,1 0 0 0 0,0 0 0 0 0,0 0 1 0 0,2 14-1 0 0,-1-20-33 0 0,-1 0 1 0 0,1 0-1 0 0,0 0 0 0 0,-1 0 1 0 0,1-1-1 0 0,0 1 0 0 0,-1 0 1 0 0,1 0-1 0 0,0-1 1 0 0,0 1-1 0 0,0-1 0 0 0,0 1 1 0 0,0 0-1 0 0,0-1 1 0 0,0 0-1 0 0,0 1 0 0 0,0-1 1 0 0,0 0-1 0 0,0 1 1 0 0,0-1-1 0 0,0 0 0 0 0,0 0 1 0 0,0 0-1 0 0,0 0 1 0 0,0 0-1 0 0,0 0 0 0 0,0 0 1 0 0,1 0-1 0 0,-1-1 1 0 0,0 1-1 0 0,0 0 0 0 0,0-1 1 0 0,0 1-1 0 0,0 0 1 0 0,1-1-1 0 0,37-17-504 0 0,-39 18 508 0 0,140-89-2697 0 0,-93 57 1985 0 0,0 2-1 0 0,76-34 0 0 0,-112 59 635 0 0,0 1 0 0 0,0 0-1 0 0,0 0 1 0 0,1 1 0 0 0,-1 1 0 0 0,1 0-1 0 0,13-1 1 0 0,-22 3 74 0 0,0 1 0 0 0,0-1 0 0 0,0 0 0 0 0,0 1-1 0 0,0-1 1 0 0,0 1 0 0 0,0 0 0 0 0,0 0 0 0 0,-1 0 0 0 0,1 0 0 0 0,0 1 0 0 0,-1-1 0 0 0,1 1-1 0 0,-1 0 1 0 0,1-1 0 0 0,-1 1 0 0 0,0 0 0 0 0,0 1 0 0 0,0-1 0 0 0,0 0 0 0 0,0 0 0 0 0,0 1-1 0 0,0-1 1 0 0,-1 1 0 0 0,0 0 0 0 0,1-1 0 0 0,-1 1 0 0 0,0 0 0 0 0,0 0 0 0 0,0 0 0 0 0,-1 0-1 0 0,2 5 1 0 0,0 9 179 0 0,0-1 1 0 0,-1 1-1 0 0,-1-1 0 0 0,-1 1 0 0 0,-2 19 0 0 0,-21 85 910 0 0,15-77-744 0 0,-63 235 1310 0 0,7-31-243 0 0,62-235-1300 0 0,0 1 1 0 0,1-1 0 0 0,1 1 0 0 0,0 25 0 0 0,2-36-94 0 0,-1-1-1 0 0,0 1 0 0 0,1-1 1 0 0,-1 1-1 0 0,1-1 1 0 0,0 0-1 0 0,-1 1 0 0 0,1-1 1 0 0,0 0-1 0 0,1 0 1 0 0,-1 0-1 0 0,0 0 0 0 0,1 0 1 0 0,2 4-1 0 0,-2-5-25 0 0,0 0 0 0 0,-1 0 0 0 0,1 0 0 0 0,0 0 0 0 0,0-1-1 0 0,0 1 1 0 0,-1 0 0 0 0,1-1 0 0 0,0 0 0 0 0,0 1 0 0 0,0-1-1 0 0,0 0 1 0 0,0 0 0 0 0,0 0 0 0 0,0 0 0 0 0,0 0 0 0 0,0-1 0 0 0,0 1-1 0 0,0 0 1 0 0,0-1 0 0 0,3-1 0 0 0,3-1-208 0 0,0-1 1 0 0,0 0-1 0 0,-1 0 0 0 0,1 0 1 0 0,-1-1-1 0 0,0-1 0 0 0,-1 1 1 0 0,1-1-1 0 0,-1 0 0 0 0,0 0 1 0 0,0-1-1 0 0,-1 0 0 0 0,0 0 1 0 0,7-12-1 0 0,5-13-344 0 0,-1 0 0 0 0,13-40 0 0 0,-21 53 609 0 0,-4 8-70 0 0,3-5 31 0 0,-1 0-1 0 0,0 0 1 0 0,-1-1-1 0 0,-1 0 0 0 0,-1 1 1 0 0,2-21-1 0 0,-5 37 2 0 0,0 0 0 0 0,0 0 0 0 0,0-1 0 0 0,0 1 0 0 0,0 0 0 0 0,0 0 0 0 0,-1 0 0 0 0,1 0 0 0 0,0 0 0 0 0,0 0 1 0 0,0 0-1 0 0,0-1 0 0 0,0 1 0 0 0,0 0 0 0 0,0 0 0 0 0,0 0 0 0 0,0 0 0 0 0,0 0 0 0 0,0 0 0 0 0,-1 0 0 0 0,1 0 0 0 0,0 0 0 0 0,0-1 0 0 0,0 1 0 0 0,0 0 0 0 0,0 0 0 0 0,0 0 1 0 0,0 0-1 0 0,-1 0 0 0 0,1 0 0 0 0,0 0 0 0 0,0 0 0 0 0,0 0 0 0 0,0 0 0 0 0,0 0 0 0 0,0 0 0 0 0,-1 0 0 0 0,1 0 0 0 0,0 0 0 0 0,0 0 0 0 0,0 0 0 0 0,0 0 0 0 0,0 0 0 0 0,0 0 0 0 0,-1 0 1 0 0,1 1-1 0 0,0-1 0 0 0,0 0 0 0 0,0 0 0 0 0,0 0 0 0 0,0 0 0 0 0,0 0 0 0 0,0 0 0 0 0,0 0 0 0 0,0 0 0 0 0,-1 0 0 0 0,1 0 0 0 0,0 1 0 0 0,0-1 0 0 0,0 0 0 0 0,0 0 0 0 0,-13 11 602 0 0,-10 17 444 0 0,-123 238 1911 0 0,16-24-2567 0 0,42-109-241 0 0,80-117-1611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0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97 2625 0 0,'-2'-9'118'0'0,"-9"-21"8705"0"0,11 38-8635 0 0,0-1 0 0 0,1 0 0 0 0,0 0 0 0 0,0 0 0 0 0,0 0 0 0 0,1 0-1 0 0,0 0 1 0 0,1-1 0 0 0,-1 1 0 0 0,6 9 0 0 0,-6-14-123 0 0,-1 0 0 0 0,0 1 0 0 0,1-1 1 0 0,-1 0-1 0 0,1 0 0 0 0,0 0 0 0 0,-1 0 0 0 0,1 0 1 0 0,0-1-1 0 0,0 1 0 0 0,0-1 0 0 0,1 1 1 0 0,-1-1-1 0 0,0 1 0 0 0,1-1 0 0 0,-1 0 0 0 0,0 0 1 0 0,1-1-1 0 0,-1 1 0 0 0,1 0 0 0 0,-1-1 0 0 0,1 1 1 0 0,0-1-1 0 0,-1 0 0 0 0,1 0 0 0 0,-1 0 1 0 0,1 0-1 0 0,0 0 0 0 0,-1-1 0 0 0,1 1 0 0 0,-1-1 1 0 0,1 0-1 0 0,4-1 0 0 0,-4 0-1 0 0,0 1 0 0 0,0-1 0 0 0,0 1-1 0 0,0-1 1 0 0,0 0 0 0 0,0 0 0 0 0,0-1 0 0 0,-1 1 0 0 0,1 0 0 0 0,-1-1-1 0 0,0 0 1 0 0,1 1 0 0 0,-1-1 0 0 0,-1 0 0 0 0,1 0 0 0 0,0 0-1 0 0,-1 0 1 0 0,1-1 0 0 0,-1 1 0 0 0,0 0 0 0 0,0-1 0 0 0,0 1 0 0 0,-1 0-1 0 0,1-1 1 0 0,-1 1 0 0 0,1-1 0 0 0,-1 1 0 0 0,-1-1 0 0 0,1 1-1 0 0,0-1 1 0 0,-1 1 0 0 0,0-1 0 0 0,1 1 0 0 0,-1 0 0 0 0,-3-7 0 0 0,2 6-77 0 0,1 0 0 0 0,-1 1-1 0 0,0-1 1 0 0,0 1 0 0 0,0-1 0 0 0,0 1 0 0 0,0 0 0 0 0,-1 0 0 0 0,0 0 0 0 0,0 0 0 0 0,1 0 0 0 0,-2 1 0 0 0,1-1 0 0 0,0 1 0 0 0,0 0 0 0 0,-1 0 0 0 0,1 0 0 0 0,-1 0 0 0 0,0 0 0 0 0,1 1 0 0 0,-1 0 0 0 0,0 0 0 0 0,0 0 0 0 0,0 0 0 0 0,0 1 0 0 0,0-1 0 0 0,0 1 0 0 0,0 0 0 0 0,0 0 0 0 0,0 1 0 0 0,-7 0 0 0 0,5 2-78 0 0,0-1 1 0 0,0 1-1 0 0,0 0 0 0 0,0 0 1 0 0,1 1-1 0 0,-1-1 1 0 0,1 1-1 0 0,0 1 0 0 0,0-1 1 0 0,0 1-1 0 0,1 0 0 0 0,-1 0 1 0 0,1 0-1 0 0,1 0 1 0 0,-1 1-1 0 0,-3 7 0 0 0,3-6-17 0 0,0 1 0 0 0,1-1 0 0 0,0 1 0 0 0,0 0 0 0 0,0 0 0 0 0,1 0 0 0 0,1 0 0 0 0,-1 0 0 0 0,1 1 0 0 0,1-1 0 0 0,-1 0 0 0 0,3 14 0 0 0,-2-20 136 0 0,0 0 0 0 0,0 0-1 0 0,0 0 1 0 0,1-1 0 0 0,-1 1-1 0 0,1 0 1 0 0,0-1 0 0 0,-1 1-1 0 0,1 0 1 0 0,0-1 0 0 0,0 1-1 0 0,0-1 1 0 0,0 1 0 0 0,0-1-1 0 0,0 0 1 0 0,0 1 0 0 0,1-1-1 0 0,-1 0 1 0 0,0 0 0 0 0,1 0-1 0 0,-1 0 1 0 0,1 0 0 0 0,-1 0-1 0 0,1 0 1 0 0,0 0 0 0 0,-1-1-1 0 0,1 1 1 0 0,0-1 0 0 0,-1 1-1 0 0,1-1 1 0 0,0 1 0 0 0,0-1-1 0 0,0 0 1 0 0,-1 0 0 0 0,1 0-1 0 0,0 0 1 0 0,0 0 0 0 0,-1-1-1 0 0,1 1 1 0 0,0 0 0 0 0,2-2-1 0 0,1 1 77 0 0,1-1-1 0 0,0 0 0 0 0,-1 0 0 0 0,0-1 0 0 0,1 0 1 0 0,-1 0-1 0 0,0 0 0 0 0,-1 0 0 0 0,1-1 0 0 0,0 0 0 0 0,4-6 1 0 0,-5 5-44 0 0,0 0 1 0 0,-1-1-1 0 0,0 0 1 0 0,0 0-1 0 0,0 0 1 0 0,-1 0-1 0 0,0 0 1 0 0,0 0-1 0 0,2-10 1 0 0,-4 13-44 0 0,1 1 0 0 0,-1 0 1 0 0,0 0-1 0 0,1-1 1 0 0,-1 1-1 0 0,0 0 0 0 0,0-1 1 0 0,0 1-1 0 0,-1 0 0 0 0,1-1 1 0 0,0 1-1 0 0,-1 0 0 0 0,0 0 1 0 0,1-1-1 0 0,-1 1 0 0 0,0 0 1 0 0,0 0-1 0 0,-1 0 0 0 0,1 0 1 0 0,0 0-1 0 0,0 0 0 0 0,-1 0 1 0 0,1 1-1 0 0,-1-1 1 0 0,0 0-1 0 0,0 1 0 0 0,1-1 1 0 0,-1 1-1 0 0,-3-2 0 0 0,4 3-23 0 0,0-1 0 0 0,0 1 0 0 0,0 0 0 0 0,0 0 0 0 0,0 0 0 0 0,0 0 0 0 0,0 0 0 0 0,0 0 0 0 0,0 0 0 0 0,0 0 0 0 0,0 1 0 0 0,0-1-1 0 0,0 0 1 0 0,0 0 0 0 0,0 1 0 0 0,0-1 0 0 0,0 1 0 0 0,1-1 0 0 0,-1 1 0 0 0,0-1 0 0 0,0 1 0 0 0,0-1 0 0 0,1 1 0 0 0,-1 0 0 0 0,0-1 0 0 0,1 1 0 0 0,-1 0 0 0 0,1 0-1 0 0,-1 0 1 0 0,1-1 0 0 0,-1 1 0 0 0,1 0 0 0 0,-1 0 0 0 0,1 0 0 0 0,0 0 0 0 0,-1 1 0 0 0,-12 42-665 0 0,11-37 577 0 0,1 0 23 0 0,0-1 0 0 0,0 0 0 0 0,1 1 0 0 0,-1-1 0 0 0,1 1 0 0 0,1-1 1 0 0,-1 0-1 0 0,1 1 0 0 0,1 5 0 0 0,-1-10 67 0 0,-1-1 1 0 0,0 0-1 0 0,1 0 0 0 0,-1 0 1 0 0,1 1-1 0 0,-1-1 0 0 0,1 0 1 0 0,0 0-1 0 0,0 0 0 0 0,-1 0 1 0 0,1 0-1 0 0,0 0 0 0 0,0-1 1 0 0,0 1-1 0 0,0 0 0 0 0,0 0 1 0 0,0 0-1 0 0,0-1 0 0 0,0 1 1 0 0,2 0-1 0 0,-1-1 6 0 0,0 1 0 0 0,-1-1-1 0 0,1 0 1 0 0,0-1 0 0 0,0 1-1 0 0,0 0 1 0 0,0 0 0 0 0,-1-1-1 0 0,1 1 1 0 0,0-1 0 0 0,0 0-1 0 0,-1 1 1 0 0,1-1 0 0 0,0 0-1 0 0,-1 0 1 0 0,1 0 0 0 0,-1 0 0 0 0,3-2-1 0 0,1-2 55 0 0,-1 1 0 0 0,1-1 1 0 0,-1 1-1 0 0,0-1 0 0 0,0-1 0 0 0,-1 1 0 0 0,6-11 0 0 0,-8 15-64 0 0,0 0-1 0 0,0-1 1 0 0,-1 1-1 0 0,1-1 1 0 0,0 0-1 0 0,0 1 1 0 0,-1-1-1 0 0,1 1 1 0 0,-1-1-1 0 0,0 0 1 0 0,1 1-1 0 0,-1-1 1 0 0,0 0-1 0 0,0 0 1 0 0,0 1-1 0 0,0-1 1 0 0,0 0-1 0 0,-1 1 1 0 0,1-1-1 0 0,0 0 1 0 0,-1 1-1 0 0,1-1 1 0 0,-1 0-1 0 0,0 1 1 0 0,1-1-1 0 0,-1 1 1 0 0,0-1-1 0 0,0 1 1 0 0,0-1-1 0 0,0 1 1 0 0,0 0-1 0 0,0-1 1 0 0,-2 0-1 0 0,2 2-80 0 0,1-1 0 0 0,0 1 0 0 0,-1 0-1 0 0,1 0 1 0 0,-1 0 0 0 0,1 0 0 0 0,0 0-1 0 0,-1 0 1 0 0,1 0 0 0 0,-1 0 0 0 0,1 0 0 0 0,0 0-1 0 0,-1 0 1 0 0,1 0 0 0 0,-1 0 0 0 0,1 0-1 0 0,0 0 1 0 0,-1 0 0 0 0,1 0 0 0 0,-1 0 0 0 0,1 1-1 0 0,0-1 1 0 0,-1 0 0 0 0,1 0 0 0 0,0 0-1 0 0,-1 1 1 0 0,1-1 0 0 0,0 0 0 0 0,-1 0 0 0 0,0 1-1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5 255 11522 0 0,'0'-1'128'0'0,"-1"0"-1"0"0,0 0 0 0 0,1 0 0 0 0,0 0 0 0 0,-1 0 0 0 0,1 0 0 0 0,0 0 0 0 0,-1-1 0 0 0,1 1 0 0 0,0 0 0 0 0,0 0 0 0 0,0 0 0 0 0,0 0 0 0 0,0 0 0 0 0,0 0 0 0 0,1-3 0 0 0,-1 4-42 0 0,0-1 0 0 0,1 1 0 0 0,-1-1 0 0 0,0 1 0 0 0,1-1 0 0 0,-1 1 0 0 0,1-1 0 0 0,-1 1 0 0 0,1-1 0 0 0,-1 1 0 0 0,1 0 0 0 0,-1-1 0 0 0,1 1 0 0 0,-1 0 0 0 0,1-1 0 0 0,-1 1 0 0 0,1 0 0 0 0,0 0 0 0 0,-1 0 0 0 0,1-1 0 0 0,1 1-1 0 0,0 0 44 0 0,1 0 0 0 0,-1 0 0 0 0,1 0-1 0 0,-1 0 1 0 0,1 0 0 0 0,-1 1 0 0 0,1 0-1 0 0,-1-1 1 0 0,1 1 0 0 0,-1 0 0 0 0,1 0-1 0 0,-1 0 1 0 0,3 2 0 0 0,16 12 188 0 0,-1 1 0 0 0,0 1 0 0 0,-2 1 0 0 0,30 36-1 0 0,-34-36-152 0 0,1-1 0 0 0,1 0 0 0 0,1-2 0 0 0,0 1 0 0 0,1-2 0 0 0,35 22 0 0 0,-40-29-14 0 0,0 0 0 0 0,0-2-1 0 0,0 0 1 0 0,1 0 0 0 0,0-1-1 0 0,25 4 1 0 0,-35-8-99 0 0,0 1 0 0 0,0-1 0 0 0,0 0 0 0 0,0-1-1 0 0,0 1 1 0 0,0-1 0 0 0,0 1 0 0 0,0-1 0 0 0,0-1 0 0 0,0 1 0 0 0,0 0 0 0 0,-1-1-1 0 0,1 0 1 0 0,0 0 0 0 0,-1 0 0 0 0,0 0 0 0 0,1 0 0 0 0,-1-1 0 0 0,0 0 0 0 0,0 1-1 0 0,0-1 1 0 0,-1 0 0 0 0,1 0 0 0 0,-1-1 0 0 0,0 1 0 0 0,1 0 0 0 0,-2-1 0 0 0,4-6-1 0 0,2-7 62 0 0,-1 0-1 0 0,-1 0 0 0 0,0-1 0 0 0,-2 1 0 0 0,3-27 0 0 0,-1-94 75 0 0,-1 17-217 0 0,-3 107-178 0 0,-1 8 12 0 0,1 0 1 0 0,-1 0-1 0 0,1 0 1 0 0,0 1 0 0 0,0-1-1 0 0,1 0 1 0 0,-1 0-1 0 0,1 0 1 0 0,4-7 0 0 0,-8 37-8708 0 0,5 25 7326 0 0,-3-48 1574 0 0,1 19-29 0 0,0-2-26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9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3225 0 0,'0'0'142'0'0,"11"29"1471"0"0,48 171 6027 0 0,-22-65-9482 0 0,-31-118-2111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43 1840 0 0,'2'-3'195'0'0,"0"0"0"0"0,0 0 0 0 0,0 0-1 0 0,0 1 1 0 0,0-1 0 0 0,0 1-1 0 0,1-1 1 0 0,0 1 0 0 0,-1 0 0 0 0,1 0-1 0 0,0 0 1 0 0,0 0 0 0 0,0 1-1 0 0,0-1 1 0 0,0 1 0 0 0,0 0 0 0 0,0-1-1 0 0,1 2 1 0 0,-1-1 0 0 0,0 0-1 0 0,1 1 1 0 0,-1-1 0 0 0,7 1 0 0 0,-7 0 39 0 0,1-1-1 0 0,0 1 1 0 0,0 1 0 0 0,0-1 0 0 0,0 0 0 0 0,0 1 0 0 0,-1 0 0 0 0,1 0 0 0 0,0 0 0 0 0,0 0 0 0 0,-1 1 0 0 0,1 0 0 0 0,-1-1 0 0 0,0 1 0 0 0,1 0 0 0 0,-1 1 0 0 0,0-1 0 0 0,0 0 0 0 0,0 1-1 0 0,4 5 1 0 0,-3-1-16 0 0,0 0 0 0 0,-1 0 0 0 0,0 0 0 0 0,0 0 0 0 0,0 0 0 0 0,-1 1 0 0 0,0-1 0 0 0,-1 1 0 0 0,0-1 0 0 0,0 1 0 0 0,0-1-1 0 0,-1 1 1 0 0,0 0 0 0 0,-1 0 0 0 0,0-1 0 0 0,0 1 0 0 0,-1-1 0 0 0,1 1 0 0 0,-2-1 0 0 0,-5 14 0 0 0,-4 6-265 0 0,-2-2 0 0 0,-1 0 0 0 0,-1 0-1 0 0,-21 24 1 0 0,26-35-701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5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0 9674 0 0,'-1'13'5954'0'0,"-3"7"-3770"0"0,-4 41-1400 0 0,6-13-434 0 0,0 89 422 0 0,3-122-1144 0 0,1 0 0 0 0,0-1 0 0 0,1 1 1 0 0,1-1-1 0 0,0 1 0 0 0,12 26 1 0 0,-15-39 101 0 0,-1-1 0 0 0,1 1 0 0 0,0-1 0 0 0,-1 1 0 0 0,1-1 0 0 0,0 0 0 0 0,0 1 0 0 0,0-1-1 0 0,0 0 1 0 0,0 0 0 0 0,1 0 0 0 0,-1 0 0 0 0,0 0 0 0 0,0 0 0 0 0,1 0 0 0 0,1 1 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7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0 105 456 0 0,'0'-4'379'0'0,"1"-1"-1"0"0,-1 1 0 0 0,1 0 1 0 0,0 0-1 0 0,0-1 1 0 0,1 1-1 0 0,-1 0 1 0 0,1 0-1 0 0,0 0 0 0 0,0 1 1 0 0,0-1-1 0 0,1 0 1 0 0,-1 1-1 0 0,1-1 1 0 0,0 1-1 0 0,0 0 0 0 0,0 0 1 0 0,0 0-1 0 0,0 1 1 0 0,1-1-1 0 0,-1 1 1 0 0,1-1-1 0 0,0 1 0 0 0,0 0 1 0 0,-1 0-1 0 0,1 1 1 0 0,9-3-1 0 0,-4 1-81 0 0,1 1-1 0 0,1-1 1 0 0,-1 2 0 0 0,0-1-1 0 0,0 2 1 0 0,1-1 0 0 0,-1 1-1 0 0,0 1 1 0 0,0 0-1 0 0,21 4 1 0 0,-27-3-232 0 0,1 0 0 0 0,0-1-1 0 0,-1 2 1 0 0,1-1 0 0 0,-1 0 0 0 0,0 1 0 0 0,0 0-1 0 0,0 0 1 0 0,0 0 0 0 0,0 0 0 0 0,0 1 0 0 0,-1-1 0 0 0,0 1-1 0 0,0 0 1 0 0,0 0 0 0 0,0 0 0 0 0,0 1 0 0 0,-1-1-1 0 0,0 1 1 0 0,0-1 0 0 0,0 1 0 0 0,-1 0 0 0 0,1 0-1 0 0,-1-1 1 0 0,1 9 0 0 0,-1-4 17 0 0,-1-1-1 0 0,1 0 1 0 0,-2 1 0 0 0,1-1-1 0 0,-1 0 1 0 0,0 1 0 0 0,-1-1-1 0 0,0 0 1 0 0,0 0 0 0 0,-1 0-1 0 0,0 0 1 0 0,0-1 0 0 0,-1 1-1 0 0,-7 11 1 0 0,-1-3-197 0 0,-1-1-1 0 0,0 0 1 0 0,-2 0 0 0 0,1-2-1 0 0,-24 17 1 0 0,20-16-5776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5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68 128 3657 0 0,'-7'-15'291'0'0,"0"1"1"0"0,2-1-1 0 0,-5-20 1 0 0,7 25 1144 0 0,1 0-1 0 0,1-1 1 0 0,-1-6 5924 0 0,0 30-4750 0 0,-7 56-2550 0 0,8-28-79 0 0,1 0 0 0 0,3 0 0 0 0,11 59 0 0 0,-14-95 55 0 0,0 0-1 0 0,0-1 1 0 0,0 1-1 0 0,-1 0 1 0 0,1-1-1 0 0,-1 1 1 0 0,-3 8 0 0 0,2-7 0 0 0,1-1 1 0 0,0 1-1 0 0,0-1 0 0 0,0 1 1 0 0,0-1-1 0 0,1 1 1 0 0,0 5-1 0 0,1-8 9 0 0,0 0 0 0 0,0 0 0 0 0,0-1 0 0 0,0 1 0 0 0,0-1 0 0 0,0 1 0 0 0,1-1 0 0 0,0 1 0 0 0,-1-1 0 0 0,1 0 0 0 0,0 0 0 0 0,0 0 0 0 0,0 0 0 0 0,0 0 0 0 0,0 0 0 0 0,0 0 0 0 0,1-1 0 0 0,-1 1 0 0 0,4 1 0 0 0,8 6 67 0 0,-12-8-120 0 0,-1-1 0 0 0,0 1 0 0 0,0-1 0 0 0,0 0 0 0 0,1 0 0 0 0,-1 0 0 0 0,0 0 0 0 0,0 0 0 0 0,0 0 0 0 0,1 0 0 0 0,-1 0 0 0 0,0 0 0 0 0,0 0 0 0 0,0-1 0 0 0,1 1 0 0 0,-1-1 0 0 0,0 1 0 0 0,0-1 0 0 0,0 1 0 0 0,0-1 0 0 0,0 1 0 0 0,0-1 0 0 0,0 0 0 0 0,0 0 0 0 0,0 1 0 0 0,0-1 0 0 0,0 0 0 0 0,-1 0 0 0 0,1 0 0 0 0,1-1 0 0 0,24-34-4000 0 0,-59 41-7678 0 0,31-5 11808 0 0,1 1-1 0 0,0-1 1 0 0,-1 1-1 0 0,1 0 0 0 0,0-1 1 0 0,-1 1-1 0 0,1 0 0 0 0,0 0 1 0 0,0 0-1 0 0,-1 0 1 0 0,1 0-1 0 0,0 0 0 0 0,0 0 1 0 0,0 0-1 0 0,0 0 1 0 0,0 1-1 0 0,1-1 0 0 0,-1 0 1 0 0,0 1-1 0 0,1-1 1 0 0,-1 1-1 0 0,1-1 0 0 0,-1 0 1 0 0,1 1-1 0 0,-1-1 1 0 0,1 1-1 0 0,0-1 0 0 0,0 1 1 0 0,0 0-1 0 0,0-1 1 0 0,0 1-1 0 0,0-1 0 0 0,0 1 1 0 0,1-1-1 0 0,-1 1 1 0 0,1-1-1 0 0,-1 0 0 0 0,1 1 1 0 0,-1-1-1 0 0,1 1 0 0 0,0-1 1 0 0,-1 0-1 0 0,1 1 1 0 0,0-1-1 0 0,0 0 0 0 0,0 0 1 0 0,0 0-1 0 0,0 0 1 0 0,2 2-1 0 0,-1-2 15 0 0,-1 1 0 0 0,1-1 0 0 0,0 0 0 0 0,0 1 0 0 0,0-1 0 0 0,0 0 0 0 0,0 0 0 0 0,0 0 0 0 0,1 0 0 0 0,-1 0 0 0 0,0-1 0 0 0,0 1 0 0 0,1-1 0 0 0,-1 1 0 0 0,0-1 0 0 0,1 0 0 0 0,-1 0 0 0 0,0 0 0 0 0,1 0 0 0 0,-1-1 0 0 0,0 1 0 0 0,0 0 0 0 0,1-1 0 0 0,-1 0 0 0 0,0 1-1 0 0,0-1 1 0 0,1 0 0 0 0,-1 0 0 0 0,0 0 0 0 0,0-1 0 0 0,0 1 0 0 0,-1 0 0 0 0,4-3 0 0 0,-3 2-94 0 0,-1 1 1 0 0,0-1-1 0 0,1 0 0 0 0,-1 0 0 0 0,0 1 0 0 0,0-1 0 0 0,0 0 0 0 0,0 0 1 0 0,0 0-1 0 0,-1 0 0 0 0,1 0 0 0 0,-1 0 0 0 0,1 0 0 0 0,-1 0 0 0 0,0-1 0 0 0,1 1 1 0 0,-1 0-1 0 0,0 0 0 0 0,0 0 0 0 0,-1-4 0 0 0,0 2-62 0 0,0 0 1 0 0,0 1-1 0 0,-1-1 0 0 0,1 0 1 0 0,-1 0-1 0 0,0 1 0 0 0,0-1 1 0 0,0 1-1 0 0,-1-1 0 0 0,-4-4 0 0 0,4 4-55 0 0,-1 1-1 0 0,1-1 0 0 0,-1 1 0 0 0,0 0 1 0 0,0 1-1 0 0,0-1 0 0 0,0 1 0 0 0,0-1 0 0 0,-6-1 1 0 0,8 3 34 0 0,0 1 0 0 0,0-1 0 0 0,-1 0-1 0 0,1 1 1 0 0,-1-1 0 0 0,1 1 0 0 0,-1 0 0 0 0,1 0 0 0 0,0 0 0 0 0,-1 0 0 0 0,1 0 0 0 0,-1 1 0 0 0,1-1 0 0 0,0 1 0 0 0,-1-1 0 0 0,1 1 0 0 0,-4 2 0 0 0,2-1 25 0 0,1 1 0 0 0,-1 0-1 0 0,1 0 1 0 0,0 1 0 0 0,0-1-1 0 0,0 1 1 0 0,1-1 0 0 0,-1 1 0 0 0,1 0-1 0 0,0 0 1 0 0,0 0 0 0 0,0 0 0 0 0,0 1-1 0 0,-1 5 1 0 0,-1 3-33 0 0,1 0 0 0 0,0 0 0 0 0,-1 22 0 0 0,4-32 111 0 0,0 0 0 0 0,0 0 0 0 0,1 0 0 0 0,-1 0 0 0 0,1 0 0 0 0,-1 0 0 0 0,1 0 0 0 0,0 0 0 0 0,0 0 0 0 0,1-1 0 0 0,-1 1 0 0 0,0 0-1 0 0,1-1 1 0 0,0 1 0 0 0,0-1 0 0 0,-1 1 0 0 0,4 2 0 0 0,-4-5-31 0 0,0 1-1 0 0,0 0 0 0 0,0 0 1 0 0,0-1-1 0 0,0 1 1 0 0,0-1-1 0 0,0 1 0 0 0,0-1 1 0 0,1 1-1 0 0,-1-1 1 0 0,0 1-1 0 0,0-1 0 0 0,0 0 1 0 0,1 0-1 0 0,-1 0 1 0 0,0 0-1 0 0,0 0 0 0 0,1 0 1 0 0,-1 0-1 0 0,0 0 1 0 0,0 0-1 0 0,0-1 0 0 0,1 1 1 0 0,-1 0-1 0 0,0-1 0 0 0,0 1 1 0 0,0-1-1 0 0,0 1 1 0 0,0-1-1 0 0,0 0 0 0 0,0 1 1 0 0,0-1-1 0 0,0 0 1 0 0,0 0-1 0 0,0 0 0 0 0,0 0 1 0 0,0 1-1 0 0,0-1 1 0 0,-1 0-1 0 0,1-1 0 0 0,-1 1 1 0 0,1 0-1 0 0,0-1 1 0 0,1-2 130 0 0,0-1 0 0 0,-1 1 1 0 0,0 0-1 0 0,1 0 0 0 0,-1-1 1 0 0,-1 1-1 0 0,1-1 0 0 0,-1 1 1 0 0,0-1-1 0 0,0 1 0 0 0,0-1 1 0 0,0 1-1 0 0,-1-1 0 0 0,0 1 1 0 0,-1-5-1 0 0,0 2-51 0 0,1 1-1 0 0,-1-1 1 0 0,-1 1-1 0 0,1 0 1 0 0,-1 0-1 0 0,0 0 1 0 0,0 0-1 0 0,-1 0 1 0 0,-7-8-1 0 0,11 13-105 0 0,-1 1 0 0 0,1-1 0 0 0,-1 0 0 0 0,0 1 0 0 0,0-1 0 0 0,1 1 0 0 0,-1-1 0 0 0,0 1 0 0 0,0-1 0 0 0,0 1 0 0 0,0 0 0 0 0,1-1 0 0 0,-1 1 0 0 0,0 0 0 0 0,0-1 0 0 0,0 1 0 0 0,0 0-1 0 0,0 0 1 0 0,0 0 0 0 0,0 0 0 0 0,0 0 0 0 0,0 0 0 0 0,0 0 0 0 0,0 0 0 0 0,0 1 0 0 0,1-1 0 0 0,-1 0 0 0 0,0 1 0 0 0,0-1 0 0 0,0 0 0 0 0,0 1 0 0 0,0-1 0 0 0,1 1 0 0 0,-1-1 0 0 0,0 1 0 0 0,0-1 0 0 0,1 1 0 0 0,-1 0 0 0 0,0-1-1 0 0,1 1 1 0 0,-1 0 0 0 0,1 0 0 0 0,-1-1 0 0 0,1 1 0 0 0,-1 0 0 0 0,0 1 0 0 0,-1 1-181 0 0,1 0 0 0 0,-1 0-1 0 0,1 0 1 0 0,0 1 0 0 0,0-1-1 0 0,0 0 1 0 0,0 0 0 0 0,0 1-1 0 0,1-1 1 0 0,-1 0 0 0 0,1 1 0 0 0,0 3-1 0 0,2 1-935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8.5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106 49 2761 0 0,'0'-2'7767'0'0,"22"17"-6146"0"0,-13-16-642 0 0,-10-16-544 0 0,1 15-391 0 0,0 0 0 0 0,-1 0 0 0 0,0-1 0 0 0,1 1 0 0 0,-1 0 0 0 0,0 0 0 0 0,0 0 0 0 0,0 0 0 0 0,-1 0 0 0 0,1 0 0 0 0,0 0 0 0 0,-1 0 0 0 0,1 1 0 0 0,-1-1 0 0 0,0 1 0 0 0,1-1 0 0 0,-1 1 0 0 0,0-1 0 0 0,0 1 0 0 0,0 0 0 0 0,0 0 0 0 0,0 0 0 0 0,0 0 0 0 0,-5-1 0 0 0,5 2 8 0 0,-1 0 0 0 0,0 0 0 0 0,1 0-1 0 0,-1 1 1 0 0,1-1 0 0 0,-1 1 0 0 0,1 0 0 0 0,-1 0 0 0 0,1 0-1 0 0,-1 0 1 0 0,1 0 0 0 0,0 0 0 0 0,-1 1 0 0 0,1-1 0 0 0,0 1-1 0 0,0 0 1 0 0,0-1 0 0 0,0 1 0 0 0,1 0 0 0 0,-1 0 0 0 0,-2 4-1 0 0,0-1-13 0 0,1 0 0 0 0,0 0-1 0 0,0 0 1 0 0,1 0-1 0 0,0 0 1 0 0,0 0-1 0 0,0 1 1 0 0,-2 10 0 0 0,4-15-29 0 0,-1 0 0 0 0,1 1 0 0 0,0-1 0 0 0,0 0 0 0 0,0 0 0 0 0,0 0 0 0 0,0 0 0 0 0,1 0 0 0 0,-1 0 0 0 0,0 0 0 0 0,0 1 0 0 0,1-1 0 0 0,-1 0 0 0 0,1 0 0 0 0,-1 0 0 0 0,1 0 0 0 0,-1 0 0 0 0,1 0 0 0 0,1 1 0 0 0,-1-1 20 0 0,0 0 0 0 0,1-1 0 0 0,-1 1 0 0 0,0-1 1 0 0,1 1-1 0 0,-1-1 0 0 0,1 1 0 0 0,-1-1 0 0 0,0 0 0 0 0,1 0 0 0 0,-1 0 0 0 0,1 0 0 0 0,-1 0 0 0 0,1 0 0 0 0,-1 0 1 0 0,1 0-1 0 0,-1 0 0 0 0,0-1 0 0 0,1 1 0 0 0,1-1 0 0 0,-2 1 2 0 0,-1 0 0 0 0,1-1 0 0 0,0 1 0 0 0,0 0-1 0 0,0 0 1 0 0,0-1 0 0 0,0 1 0 0 0,-1 0 0 0 0,1-1 0 0 0,0 1 0 0 0,0-1 0 0 0,-1 1 0 0 0,1-1-1 0 0,0 0 1 0 0,0 1 0 0 0,-1-1 0 0 0,1 0 0 0 0,-1 1 0 0 0,1-1 0 0 0,-1 0 0 0 0,1 0 0 0 0,-1 1-1 0 0,1-1 1 0 0,-1 0 0 0 0,0 0 0 0 0,1 0 0 0 0,-1 0 0 0 0,0 1 0 0 0,0-1 0 0 0,0 0 0 0 0,0 0-1 0 0,0 0 1 0 0,0-1 0 0 0,0 0 7 0 0,0 0-1 0 0,-1 0 1 0 0,1 0-1 0 0,-1 0 0 0 0,0 0 1 0 0,0 0-1 0 0,0 0 1 0 0,0 0-1 0 0,0 0 1 0 0,0 1-1 0 0,0-1 1 0 0,-1 0-1 0 0,-2-2 0 0 0,3 2-15 0 0,-1 1-1 0 0,1 0 1 0 0,-1-1-1 0 0,0 1 1 0 0,1 0-1 0 0,-1 0 0 0 0,0 0 1 0 0,0 0-1 0 0,1 0 1 0 0,-1 1-1 0 0,0-1 0 0 0,0 0 1 0 0,0 1-1 0 0,0-1 1 0 0,-2 1-1 0 0,3 0-3 0 0,-1 0-1 0 0,1 0 0 0 0,0 1 1 0 0,0-1-1 0 0,0 0 1 0 0,0 1-1 0 0,0-1 1 0 0,0 1-1 0 0,0-1 1 0 0,-1 1-1 0 0,1-1 1 0 0,1 1-1 0 0,-1 0 0 0 0,0-1 1 0 0,0 1-1 0 0,0 0 1 0 0,0 0-1 0 0,0 0 1 0 0,1 0-1 0 0,-1 0 1 0 0,0 0-1 0 0,1 0 0 0 0,-1 0 1 0 0,1 0-1 0 0,-1 0 1 0 0,1 0-1 0 0,-1 0 1 0 0,1 2-1 0 0,-1-1-16 0 0,0 0 0 0 0,0 0 0 0 0,1 0 0 0 0,-1 0 0 0 0,1 0 0 0 0,0 0 0 0 0,-1 0 0 0 0,1 0 0 0 0,0 0 0 0 0,0 0 0 0 0,1 0 0 0 0,-1 0-1 0 0,0 0 1 0 0,1 0 0 0 0,-1 0 0 0 0,1 0 0 0 0,-1 0 0 0 0,3 4 0 0 0,-2-5-4 0 0,0 0-1 0 0,0 0 1 0 0,0 0-1 0 0,0 1 0 0 0,0-1 1 0 0,1 0-1 0 0,-1-1 1 0 0,0 1-1 0 0,1 0 1 0 0,-1 0-1 0 0,1-1 1 0 0,-1 1-1 0 0,1 0 1 0 0,-1-1-1 0 0,1 0 1 0 0,-1 1-1 0 0,1-1 0 0 0,0 0 1 0 0,1 0-1 0 0,1 1 21 0 0,0-1-1 0 0,-1-1 0 0 0,1 1 0 0 0,0-1 0 0 0,-1 1 0 0 0,1-1 0 0 0,0 0 0 0 0,-1 0 0 0 0,1-1 0 0 0,-1 1 1 0 0,1-1-1 0 0,-1 0 0 0 0,0 0 0 0 0,0 0 0 0 0,0 0 0 0 0,0 0 0 0 0,0-1 0 0 0,0 1 0 0 0,-1-1 0 0 0,3-3 1 0 0,-2 3-3 0 0,-1 0 1 0 0,0 0-1 0 0,-1-1 1 0 0,1 1-1 0 0,-1-1 1 0 0,1 1-1 0 0,-1-1 1 0 0,0 0-1 0 0,0 1 1 0 0,0-7-1 0 0,-1 9-29 0 0,0 1 0 0 0,0-1-1 0 0,0 0 1 0 0,0 0 0 0 0,0 0 0 0 0,-1 0 0 0 0,1 0 0 0 0,0 0-1 0 0,-1 0 1 0 0,1 0 0 0 0,0 1 0 0 0,-1-1 0 0 0,1 0 0 0 0,-1 0-1 0 0,0 0 1 0 0,1 1 0 0 0,-1-1 0 0 0,1 0 0 0 0,-1 1 0 0 0,0-1-1 0 0,0 0 1 0 0,1 1 0 0 0,-1-1 0 0 0,0 1 0 0 0,0-1 0 0 0,0 1-1 0 0,0 0 1 0 0,1-1 0 0 0,-1 1 0 0 0,0 0 0 0 0,0 0-1 0 0,0-1 1 0 0,0 1 0 0 0,0 0 0 0 0,0 0 0 0 0,0 0 0 0 0,0 0-1 0 0,0 0 1 0 0,0 0 0 0 0,0 1 0 0 0,0-1 0 0 0,1 0 0 0 0,-3 1-1 0 0,-25 6-2420 0 0,12 2-4474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8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84 122 2304 0 0,'-42'-1'2550'0'0,"0"0"5896"0"0,63-6-2962 0 0,15-6-4498 0 0,49-5 155 0 0,129-8 0 0 0,91 12-814 0 0,-148 8 148 0 0,26 5-9 0 0,-91 2-141 0 0,-90-1-331 0 0,-1 1 0 0 0,1-1 0 0 0,0 0 0 0 0,0-1 0 0 0,0 1 0 0 0,-1 0 0 0 0,1 0 0 0 0,0-1 0 0 0,0 1 0 0 0,0-1 0 0 0,-1 0 0 0 0,1 1 0 0 0,0-1 0 0 0,-1 0 0 0 0,1 0 0 0 0,-1 0 0 0 0,1 0-1 0 0,-1 0 1 0 0,1 0 0 0 0,-1-1 0 0 0,0 1 0 0 0,2-2 0 0 0,5-16-3878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9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64 145 14283 0 0,'-13'1'738'0'0,"9"-1"-745"0"0,1 1 0 0 0,-1-1 0 0 0,0 0 0 0 0,1 1 0 0 0,-1 0 0 0 0,1 0 0 0 0,-1 0 0 0 0,-3 2 0 0 0,5-2 82 0 0,1 0 0 0 0,0 0 0 0 0,0 0 0 0 0,0 0 0 0 0,0 1 0 0 0,0-1 1 0 0,0 0-1 0 0,1 0 0 0 0,-1 1 0 0 0,0-1 0 0 0,0 1 0 0 0,1-1 0 0 0,-1 0 0 0 0,1 1 0 0 0,0-1 0 0 0,-1 1 0 0 0,1-1 0 0 0,0 1 0 0 0,0-1 0 0 0,0 1 0 0 0,0 0 0 0 0,0-1 0 0 0,0 1 0 0 0,0 1 0 0 0,1 8 38 0 0,1-1-1 0 0,0 1 1 0 0,0-1-1 0 0,1 1 1 0 0,0-1 0 0 0,1 0-1 0 0,0 0 1 0 0,1 0-1 0 0,0-1 1 0 0,0 1-1 0 0,1-1 1 0 0,0 0-1 0 0,1-1 1 0 0,0 0-1 0 0,0 0 1 0 0,1 0 0 0 0,0-1-1 0 0,0 0 1 0 0,0 0-1 0 0,1-1 1 0 0,0-1-1 0 0,1 1 1 0 0,-1-1-1 0 0,1-1 1 0 0,0 0 0 0 0,0 0-1 0 0,0-1 1 0 0,1 0-1 0 0,-1-1 1 0 0,1 0-1 0 0,0-1 1 0 0,20 1-1 0 0,-28-2-86 0 0,1 0 0 0 0,-1 0 0 0 0,1 0 0 0 0,-1-1 0 0 0,1 1 1 0 0,-1-1-1 0 0,0 0 0 0 0,1 0 0 0 0,-1 0 0 0 0,0 0 0 0 0,0-1 0 0 0,0 1 0 0 0,0-1 0 0 0,0 0 0 0 0,0 0 0 0 0,0 0 0 0 0,0 0 0 0 0,4-5 0 0 0,-5 3 19 0 0,0 1 1 0 0,1-1-1 0 0,-1 0 1 0 0,0 0-1 0 0,-1 0 1 0 0,1 0-1 0 0,-1 0 1 0 0,1 0-1 0 0,-1-1 1 0 0,-1 1-1 0 0,1 0 1 0 0,-1-1-1 0 0,1-4 1 0 0,-2-4 70 0 0,0 0 0 0 0,0 0 0 0 0,-1 0 0 0 0,-1 0 0 0 0,0 0 0 0 0,-1 1 0 0 0,0-1 0 0 0,-11-21 0 0 0,6 19-69 0 0,0 0 0 0 0,-1 1 0 0 0,0 0 1 0 0,-1 0-1 0 0,-1 1 0 0 0,0 1 0 0 0,-25-20 0 0 0,26 24-221 0 0,0 0-1 0 0,-1 1 1 0 0,0 0-1 0 0,0 1 0 0 0,-1 0 1 0 0,0 1-1 0 0,0 0 0 0 0,0 1 1 0 0,0 1-1 0 0,-19-3 1 0 0,19 6-877 0 0,3 1-235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9.8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38 1840 0 0,'2'7'14041'0'0,"18"27"-11662"0"0,1-10-318 0 0,-10-10-1556 0 0,1-1 0 0 0,1 1-1 0 0,22 17 1 0 0,-33-29-506 0 0,2 1 0 0 0,-1-1 0 0 0,0 0 0 0 0,0 0 0 0 0,1 0 0 0 0,-1-1 0 0 0,1 1 0 0 0,-1-1 0 0 0,1 0 0 0 0,0 0 1 0 0,0 0-1 0 0,-1 0 0 0 0,1-1 0 0 0,0 0 0 0 0,0 1 0 0 0,0-2 0 0 0,0 1 0 0 0,-1 0 0 0 0,1-1 0 0 0,0 1 0 0 0,0-1 0 0 0,5-2 0 0 0,-5 1-6 0 0,-1 1-1 0 0,0-1 1 0 0,0 0 0 0 0,0 0 0 0 0,0-1-1 0 0,-1 1 1 0 0,1 0 0 0 0,0-1-1 0 0,-1 0 1 0 0,0 0 0 0 0,0 1-1 0 0,0-1 1 0 0,0 0 0 0 0,0-1-1 0 0,0 1 1 0 0,-1 0 0 0 0,1-1-1 0 0,-1 1 1 0 0,0 0 0 0 0,0-1-1 0 0,0-5 1 0 0,1-8 2 0 0,0 0 0 0 0,-2 0 0 0 0,-1-24 0 0 0,0 8 398 0 0,4 41-286 0 0,1-1 0 0 0,0 0-1 0 0,7 11 1 0 0,-4-7-72 0 0,0-1 1 0 0,1 1-1 0 0,0-2 1 0 0,0 1-1 0 0,1-1 0 0 0,0 0 1 0 0,20 14-1 0 0,-24-20-349 0 0,1 1 1 0 0,-1-1-1 0 0,1 0 0 0 0,0 0 0 0 0,0 0 0 0 0,0-1 0 0 0,1 0 1 0 0,-1 0-1 0 0,0-1 0 0 0,1 0 0 0 0,-1 0 0 0 0,1 0 0 0 0,0-1 1 0 0,-1 0-1 0 0,1 0 0 0 0,8-2 0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0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17 8754 0 0,'-13'-9'91'0'0,"-13"1"11177"0"0,27 25-10282 0 0,11 29-373 0 0,2-2 0 0 0,2 0 0 0 0,38 75 0 0 0,-38-86-479 0 0,37 70-107 0 0,8 20-761 0 0,-26-37-7249 0 0,-30-70 1518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0.3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27 134 7370 0 0,'-1'-1'133'0'0,"0"1"1"0"0,-1 0 0 0 0,1 0-1 0 0,0-1 1 0 0,0 1 0 0 0,-1-1-1 0 0,1 1 1 0 0,0-1 0 0 0,0 1 0 0 0,0-1-1 0 0,0 0 1 0 0,0 1 0 0 0,-1-1-1 0 0,2 0 1 0 0,-1 0 0 0 0,0 0-1 0 0,0 0 1 0 0,0 0 0 0 0,0 0 0 0 0,0 0-1 0 0,1 0 1 0 0,-1 0 0 0 0,1-1-1 0 0,-1 1 1 0 0,1 0 0 0 0,-1-2-1 0 0,1 2 97 0 0,0-1 0 0 0,1 0 0 0 0,-1 1-1 0 0,1-1 1 0 0,-1 1 0 0 0,1-1-1 0 0,0 0 1 0 0,-1 1 0 0 0,1-1 0 0 0,0 1-1 0 0,0 0 1 0 0,0-1 0 0 0,0 1-1 0 0,1 0 1 0 0,-1 0 0 0 0,0-1 0 0 0,0 1-1 0 0,1 0 1 0 0,-1 0 0 0 0,3-1-1 0 0,13-9 855 0 0,0 1-1 0 0,1 1 0 0 0,0 1 0 0 0,35-12 1 0 0,34-3-2430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3.7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52 123 4729 0 0,'-3'-8'111'0'0,"0"0"0"0"0,0 0 0 0 0,1-1 0 0 0,-2-10 0 0 0,-32-52 16989 0 0,42 83-16154 0 0,-2-6-937 0 0,0 1 0 0 0,0-1 1 0 0,-1 1-1 0 0,1 0 0 0 0,-2 0 0 0 0,1 0 0 0 0,-1 0 0 0 0,0 0 0 0 0,2 12 0 0 0,-4 56 535 0 0,59 281-544 0 0,-31-218 0 0 0,14 214 0 0 0,-38-190 152 0 0,10 149 256 0 0,31 299 251 0 0,-41-474-618 0 0,6 69 3 0 0,4-55 40 0 0,10 67 64 0 0,23 78-20 0 0,-42-261-115 0 0,-4-18-68 0 0,1 0 0 0 0,7 24 0 0 0,-9-41 26 0 0,0 1 0 0 0,0 0 0 0 0,0 0-1 0 0,0 0 1 0 0,0 0 0 0 0,0 0 0 0 0,0 0 0 0 0,0-1-1 0 0,1 1 1 0 0,-1 0 0 0 0,0 0 0 0 0,0 0-1 0 0,0 0 1 0 0,0 0 0 0 0,0 0 0 0 0,0 0-1 0 0,0 0 1 0 0,1 0 0 0 0,-1-1 0 0 0,0 1-1 0 0,0 0 1 0 0,0 0 0 0 0,0 0 0 0 0,0 0-1 0 0,0 0 1 0 0,1 0 0 0 0,-1 0 0 0 0,0 0 0 0 0,0 0-1 0 0,0 0 1 0 0,0 0 0 0 0,0 0 0 0 0,1 0-1 0 0,-1 0 1 0 0,0 0 0 0 0,0 0 0 0 0,0 0-1 0 0,0 0 1 0 0,0 0 0 0 0,1 0 0 0 0,-1 1-1 0 0,0-1 1 0 0,0 0 0 0 0,0 0 0 0 0,0 0-1 0 0,0 0 1 0 0,0 0 0 0 0,0 0 0 0 0,1 0-1 0 0,-1 0 1 0 0,0 0 0 0 0,0 1 0 0 0,0-1 0 0 0,0 0-1 0 0,0 0 1 0 0,3-13-1149 0 0,-1 3 345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2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128 84 3177 0 0,'-24'-9'140'0'0,"-29"-9"1193"0"0,49 17-572 0 0,0 1 0 0 0,0-1 1 0 0,0 0-1 0 0,0 1 0 0 0,0 0 0 0 0,-1 0 0 0 0,1 0 0 0 0,0 0 0 0 0,0 1 1 0 0,-6 1-1 0 0,31-11 1866 0 0,-4 1-390 0 0,1 0 0 0 0,1 1-1 0 0,19-4 1 0 0,19 4-2232 0 0,-1 3 0 0 0,1 2-1 0 0,76 7 1 0 0,8 0 14 0 0,-107-6-278 0 0,1 3 0 0 0,-1 0 0 0 0,0 2 1 0 0,41 11-1 0 0,-72-14 347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6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 2304 0 0,'-1'1'-310'0'0,"-17"32"13924"0"0,36-25-11404 0 0,-4-3-1704 0 0,-1 0-1 0 0,0 0 0 0 0,0 1 0 0 0,0 1 0 0 0,-1 0 0 0 0,0 0 1 0 0,0 1-1 0 0,-1 1 0 0 0,0 0 0 0 0,-1 1 0 0 0,18 20 0 0 0,-2 4-533 0 0,-1 1-1 0 0,30 61 0 0 0,-48-84 147 0 0,7 13-75 0 0,42 70-1033 0 0,-56-95 936 0 0,0 0 0 0 0,0 1 1 0 0,1-1-1 0 0,-1 0 0 0 0,0 1 0 0 0,0-1 0 0 0,1 0 1 0 0,-1 0-1 0 0,0 1 0 0 0,0-1 0 0 0,1 0 0 0 0,-1 0 1 0 0,0 0-1 0 0,1 1 0 0 0,-1-1 0 0 0,0 0 0 0 0,1 0 1 0 0,-1 0-1 0 0,0 0 0 0 0,1 0 0 0 0,-1 1 0 0 0,0-1 1 0 0,1 0-1 0 0,-1 0 0 0 0,0 0 0 0 0,1 0 0 0 0,-1 0 1 0 0,1 0-1 0 0,-1 0 0 0 0,0 0 0 0 0,1 0 1 0 0,-1-1-1 0 0,1 1 0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8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281 58 3681 0 0,'1'-4'712'0'0,"8"-26"3157"0"0,-9 29-3598 0 0,1 0 0 0 0,-1 0 0 0 0,1 0-1 0 0,-1 0 1 0 0,0-1 0 0 0,0 1 0 0 0,0 0 0 0 0,0 0 0 0 0,0 0 0 0 0,0-1-1 0 0,0 1 1 0 0,0 0 0 0 0,0 0 0 0 0,0 0 0 0 0,-1 0 0 0 0,1-1-1 0 0,-1 1 1 0 0,0-2 0 0 0,0 3-80 0 0,0 0 0 0 0,1 0-1 0 0,-1 0 1 0 0,0 0 0 0 0,0 0-1 0 0,0 0 1 0 0,0 0 0 0 0,0 0-1 0 0,0 1 1 0 0,1-1 0 0 0,-1 0-1 0 0,0 0 1 0 0,0 1 0 0 0,0-1 0 0 0,0 0-1 0 0,1 1 1 0 0,-1-1 0 0 0,0 1-1 0 0,0-1 1 0 0,1 1 0 0 0,-1-1-1 0 0,1 1 1 0 0,-1 0 0 0 0,0-1-1 0 0,1 1 1 0 0,-1 1 0 0 0,-18 20 1326 0 0,18-21-1340 0 0,-91 135 2697 0 0,5-6-2098 0 0,67-99-557 0 0,16-23-235 0 0,-1 0 0 0 0,0 0 1 0 0,0-1-1 0 0,-1 0 0 0 0,1 0 1 0 0,-2-1-1 0 0,-6 7 0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5.6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91 6913 0 0,'-1'-6'369'0'0,"0"0"0"0"0,0 0-1 0 0,0 0 1 0 0,0-1 0 0 0,1-8-1 0 0,1 9 605 0 0,-2 0-1 0 0,1 0 0 0 0,0 0 1 0 0,-1 1-1 0 0,-7-11 3798 0 0,8 17-4700 0 0,-7 7 1446 0 0,-3 11-314 0 0,2 4-1037 0 0,1 0 1 0 0,1 0 0 0 0,1 1 0 0 0,2-1 0 0 0,0 1-1 0 0,1 0 1 0 0,1 0 0 0 0,2 0 0 0 0,5 39 0 0 0,-4-51-168 0 0,0 0 0 0 0,1 0 0 0 0,1 0 0 0 0,0-1 1 0 0,1 1-1 0 0,0-1 0 0 0,1 0 0 0 0,0 0 0 0 0,0-1 1 0 0,1 0-1 0 0,1 0 0 0 0,0 0 0 0 0,0-1 0 0 0,1 0 1 0 0,0-1-1 0 0,0 0 0 0 0,1 0 0 0 0,0-1 1 0 0,1-1-1 0 0,15 9 0 0 0,22 2-213 0 0,-45-16 186 0 0,0 0 0 0 0,1 0 1 0 0,-1 0-1 0 0,0-1 0 0 0,1 0 1 0 0,-1 1-1 0 0,0-1 0 0 0,1-1 1 0 0,-1 1-1 0 0,0 0 0 0 0,1-1 1 0 0,4-1-1 0 0,-8 2 11 0 0,1-1 0 0 0,-1 1-1 0 0,0-1 1 0 0,0 1 0 0 0,0 0 0 0 0,0-1 0 0 0,0 1 0 0 0,0-1-1 0 0,0 1 1 0 0,0 0 0 0 0,0-1 0 0 0,0 1 0 0 0,0-1 0 0 0,-1 1-1 0 0,1 0 1 0 0,0-1 0 0 0,0 1 0 0 0,0-1 0 0 0,0 1 0 0 0,-1 0-1 0 0,1-1 1 0 0,0 1 0 0 0,0 0 0 0 0,-1-1 0 0 0,1 1 0 0 0,0 0-1 0 0,-1 0 1 0 0,1-1 0 0 0,0 1 0 0 0,-1 0 0 0 0,1 0 0 0 0,0-1-1 0 0,-1 1 1 0 0,1 0 0 0 0,0 0 0 0 0,-1 0 0 0 0,-18-15-306 0 0,16 13 236 0 0,-7-5 12 0 0,0 0 1 0 0,0-1-1 0 0,1 0 1 0 0,0-1 0 0 0,1 0-1 0 0,0 0 1 0 0,-7-12-1 0 0,13 17 53 0 0,0 0 0 0 0,0 0 0 0 0,0 0 0 0 0,1 0-1 0 0,-1 0 1 0 0,1 0 0 0 0,0-1 0 0 0,0 1 0 0 0,1 0-1 0 0,-1-1 1 0 0,1 1 0 0 0,0 0 0 0 0,0-1-1 0 0,1 1 1 0 0,-1-1 0 0 0,1 1 0 0 0,0 0 0 0 0,0 0-1 0 0,1-1 1 0 0,-1 1 0 0 0,1 0 0 0 0,0 0 0 0 0,3-5-1 0 0,2-2 35 0 0,1 1 0 0 0,0 0-1 0 0,0 1 1 0 0,1 0-1 0 0,0 0 1 0 0,1 0 0 0 0,0 1-1 0 0,1 1 1 0 0,-1 0-1 0 0,1 0 1 0 0,1 1 0 0 0,-1 1-1 0 0,1 0 1 0 0,0 0-1 0 0,0 1 1 0 0,0 1 0 0 0,1 0-1 0 0,14-2 1 0 0,-24 5 25 0 0,-1 0-1 0 0,1 0 1 0 0,0 0 0 0 0,-1 0 0 0 0,1 0 0 0 0,0 1 0 0 0,-1-1 0 0 0,1 1 0 0 0,-1-1 0 0 0,1 1-1 0 0,-1 0 1 0 0,1 0 0 0 0,-1 0 0 0 0,1 1 0 0 0,-1-1 0 0 0,0 1 0 0 0,0-1 0 0 0,0 1-1 0 0,3 2 1 0 0,-2-1 23 0 0,0 1 0 0 0,-1 0 1 0 0,1 0-1 0 0,-1 0 0 0 0,0 0 0 0 0,0 0 0 0 0,0 1 0 0 0,0-1 0 0 0,-1 0 0 0 0,2 7 0 0 0,0 8 91 0 0,-1 1 0 0 0,-1 0 0 0 0,0-1 0 0 0,-3 21 0 0 0,2-36-143 0 0,-5 65 216 0 0,1-36-323 0 0,2-1 1 0 0,5 65-1 0 0,-3-97 29 0 0,-1 1 1 0 0,1-1-1 0 0,0 1 0 0 0,0 0 0 0 0,0-1 1 0 0,0 1-1 0 0,0 0 0 0 0,0-1 0 0 0,1 1 1 0 0,-1 0-1 0 0,0-1 0 0 0,0 1 0 0 0,0-1 1 0 0,1 1-1 0 0,-1 0 0 0 0,0-1 0 0 0,0 1 1 0 0,1-1-1 0 0,-1 1 0 0 0,1-1 0 0 0,-1 1 1 0 0,0-1-1 0 0,1 1 0 0 0,-1-1 1 0 0,1 1-1 0 0,-1-1 0 0 0,1 0 0 0 0,-1 1 1 0 0,1-1-1 0 0,0 0 0 0 0,-1 1 0 0 0,1-1 1 0 0,-1 0-1 0 0,1 0 0 0 0,0 0 0 0 0,-1 0 1 0 0,1 1-1 0 0,0-1 0 0 0,-1 0 0 0 0,2 0 1 0 0,5-3-1592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5.8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 6913 0 0,'-4'6'9696'0'0,"5"5"-5741"0"0,7 33-3225 0 0,-6-32 494 0 0,28 122-447 0 0,13 80-2255 0 0,-43-210 432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1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1 152 5529 0 0,'5'-6'6637'0'0,"-5"6"-6485"0"0,12 4 2654 0 0,8 9-604 0 0,17 16 190 0 0,44 25 0 0 0,-64-44-2167 0 0,-1-2 0 0 0,2 1-1 0 0,-1-2 1 0 0,1 0 0 0 0,29 6-1 0 0,-45-12-202 0 0,-1-1 0 0 0,0 0 0 0 0,0 0 0 0 0,1 1 0 0 0,-1-1-1 0 0,0 0 1 0 0,0 0 0 0 0,1 0 0 0 0,-1 0 0 0 0,0 0 0 0 0,0 0 0 0 0,1-1-1 0 0,-1 1 1 0 0,0 0 0 0 0,0-1 0 0 0,1 1 0 0 0,-1-1 0 0 0,0 1 0 0 0,0-1-1 0 0,0 0 1 0 0,0 1 0 0 0,0-1 0 0 0,0 0 0 0 0,0 0 0 0 0,0 1 0 0 0,0-1-1 0 0,0 0 1 0 0,0 0 0 0 0,-1 0 0 0 0,1 0 0 0 0,0 0 0 0 0,-1-1 0 0 0,1 1-1 0 0,-1 0 1 0 0,1 0 0 0 0,-1 0 0 0 0,1 0 0 0 0,-1-1 0 0 0,0 1 0 0 0,0 0-1 0 0,1 0 1 0 0,-1-1 0 0 0,0 1 0 0 0,0 0 0 0 0,0-1 0 0 0,-1-1 0 0 0,0-9 24 0 0,0-1 1 0 0,-1 1-1 0 0,0 0 1 0 0,-5-13-1 0 0,3 6-47 0 0,-12-85-501 0 0,14 59-6393 0 0,3 20-551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2 9218 0 0,'-3'-1'720'0'0,"0"1"-1"0"0,0 0 1 0 0,0 0 0 0 0,0 0-1 0 0,0 1 1 0 0,0-1 0 0 0,0 1-1 0 0,0-1 1 0 0,0 1 0 0 0,0 0-1 0 0,-4 2 1 0 0,6-2-502 0 0,1-1-1 0 0,-1 1 1 0 0,1-1 0 0 0,-1 1 0 0 0,1 0 0 0 0,0-1-1 0 0,-1 1 1 0 0,1 0 0 0 0,0-1 0 0 0,-1 1-1 0 0,1 0 1 0 0,0 0 0 0 0,0-1 0 0 0,-1 1 0 0 0,1 0-1 0 0,0 0 1 0 0,0-1 0 0 0,0 1 0 0 0,0 0 0 0 0,0 0-1 0 0,1 1 1 0 0,3 18 237 0 0,125 338 946 0 0,-112-306-1695 0 0,-13-38 95 0 0,0 0 0 0 0,1 0 1 0 0,10 19-1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79 8290 0 0,'0'0'101'0'0,"-1"-1"0"0"0,1 1 1 0 0,0 0-1 0 0,-1-1 1 0 0,1 1-1 0 0,-1-1 0 0 0,1 1 1 0 0,0 0-1 0 0,0-1 0 0 0,-1 1 1 0 0,1-1-1 0 0,0 1 0 0 0,0-1 1 0 0,-1 1-1 0 0,1-1 0 0 0,0 1 1 0 0,0-1-1 0 0,0 1 0 0 0,0-1 1 0 0,0 1-1 0 0,0-1 0 0 0,0 1 1 0 0,0-1-1 0 0,0 0 0 0 0,0 1 1 0 0,0-1-1 0 0,0 1 1 0 0,0-1-1 0 0,0 1 0 0 0,0-1 1 0 0,0 1-1 0 0,1-1 0 0 0,-1 1 1 0 0,0-1-1 0 0,0 1 0 0 0,1 0 1 0 0,-1-1-1 0 0,0 1 0 0 0,1-1 1 0 0,-1 0-1 0 0,12-22 1465 0 0,-7 19-1241 0 0,0 1 0 0 0,0-1 0 0 0,0 1 0 0 0,0 0 0 0 0,0 0 0 0 0,1 0 0 0 0,-1 1 0 0 0,1 0 0 0 0,0 0 0 0 0,0 0 0 0 0,-1 1-1 0 0,1-1 1 0 0,0 2 0 0 0,0-1 0 0 0,1 1 0 0 0,9 0 0 0 0,0 1 114 0 0,0 0 0 0 0,1 1 0 0 0,-1 1 0 0 0,0 0 0 0 0,15 6 0 0 0,-20-6-347 0 0,-1 1 1 0 0,-1 1 0 0 0,1-1-1 0 0,0 1 1 0 0,-1 1 0 0 0,0 0-1 0 0,0 0 1 0 0,-1 1 0 0 0,0 0-1 0 0,0 0 1 0 0,-1 1 0 0 0,1 0-1 0 0,-2 0 1 0 0,8 12 0 0 0,-9-12-61 0 0,-1 0 1 0 0,0 0-1 0 0,-1 1 0 0 0,0 0 1 0 0,0-1-1 0 0,-1 1 0 0 0,0 0 1 0 0,-1 0-1 0 0,1 1 1 0 0,-2-1-1 0 0,1 0 0 0 0,-2 0 1 0 0,1 0-1 0 0,-1 0 0 0 0,0 1 1 0 0,-6 16-1 0 0,-1 0 49 0 0,-1 0 1 0 0,-1-1-1 0 0,-2 0 0 0 0,-25 42 1 0 0,26-51-159 0 0,0 0 0 0 0,-1-1 0 0 0,-1 0 0 0 0,0-1 0 0 0,-1 0 0 0 0,0-1 0 0 0,-26 17 0 0 0,40-30 70 0 0,-1 2-138 0 0,-1-1-1 0 0,1 0 1 0 0,-1 0-1 0 0,1 0 1 0 0,-1-1-1 0 0,0 1 1 0 0,1 0-1 0 0,-1-1 0 0 0,0 1 1 0 0,0-1-1 0 0,1 1 1 0 0,-1-1-1 0 0,0 0 1 0 0,0 0-1 0 0,-3 0 1 0 0,-6-5-1240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7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109 1 5985 0 0,'-2'0'145'0'0,"-1"1"1"0"0,0 0-1 0 0,0-1 0 0 0,0 1 0 0 0,1 0 0 0 0,-1 0 1 0 0,0 1-1 0 0,1-1 0 0 0,-1 0 0 0 0,1 1 0 0 0,-1 0 0 0 0,1-1 1 0 0,0 1-1 0 0,0 0 0 0 0,-1 0 0 0 0,2 1 0 0 0,-1-1 1 0 0,0 0-1 0 0,0 1 0 0 0,-2 4 0 0 0,0 0 6 0 0,0 1-1 0 0,0 0 1 0 0,0 0 0 0 0,1 0-1 0 0,-3 16 1 0 0,1 1 120 0 0,2 0 1 0 0,1 1-1 0 0,1-1 0 0 0,5 46 1 0 0,1-26-11 0 0,21 81 0 0 0,-22-113-246 0 0,0 1 0 0 0,1-1 0 0 0,0 0-1 0 0,1 0 1 0 0,1 0 0 0 0,0-1 0 0 0,0 0-1 0 0,1 0 1 0 0,1-1 0 0 0,12 14 0 0 0,-15-20 38 0 0,0 0 0 0 0,0 0 1 0 0,0-1-1 0 0,1 1 0 0 0,-1-1 1 0 0,1-1-1 0 0,0 1 1 0 0,0-1-1 0 0,0-1 0 0 0,1 1 1 0 0,-1-1-1 0 0,1 0 0 0 0,-1-1 1 0 0,1 0-1 0 0,0 0 0 0 0,-1-1 1 0 0,1 0-1 0 0,0 0 0 0 0,0 0 1 0 0,10-3-1 0 0,-12 2-17 0 0,0-1 0 0 0,0 1 0 0 0,0-1-1 0 0,0 0 1 0 0,0 0 0 0 0,0-1 0 0 0,-1 0 0 0 0,0 0-1 0 0,1 0 1 0 0,-1-1 0 0 0,0 1 0 0 0,-1-1 0 0 0,1 0-1 0 0,-1-1 1 0 0,6-6 0 0 0,-5 5 37 0 0,-1-1 1 0 0,0 0-1 0 0,0-1 0 0 0,-1 1 0 0 0,0-1 1 0 0,0 1-1 0 0,0-1 0 0 0,-1 0 1 0 0,-1 0-1 0 0,2-13 0 0 0,-2 6 139 0 0,0 0 0 0 0,-2 0 0 0 0,0 0 0 0 0,0 0 0 0 0,-2 0 0 0 0,0 0 0 0 0,0 1 0 0 0,-1-1 0 0 0,-1 1 1 0 0,-1 0-1 0 0,0 0 0 0 0,-10-16 0 0 0,4 12 168 0 0,-2 0 1 0 0,-1 1-1 0 0,0 0 1 0 0,-1 1 0 0 0,0 1-1 0 0,-35-24 1 0 0,-4 3 230 0 0,-62-31 0 0 0,108 62-701 0 0,5 2-195 0 0,-1 1 1 0 0,1-1-1 0 0,-1 1 0 0 0,0 0 1 0 0,0 0-1 0 0,0 0 0 0 0,0 1 1 0 0,0 0-1 0 0,-10-1 0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309 24 2761 0 0,'-3'-2'261'0'0,"1"1"0"0"0,-1-1 0 0 0,0 1 0 0 0,0 0 0 0 0,0-1 0 0 0,1 2 0 0 0,-1-1 1 0 0,0 0-1 0 0,0 0 0 0 0,-1 1 0 0 0,1 0 0 0 0,-5 0 0 0 0,-41 0 2132 0 0,46 1-2211 0 0,-4-1 29 0 0,-1 1 0 0 0,1 0 0 0 0,0 0 0 0 0,0 1 0 0 0,0 0 0 0 0,1 0 0 0 0,-1 1 0 0 0,0-1 0 0 0,1 1 0 0 0,0 1 0 0 0,-1 0 0 0 0,1 0 0 0 0,1 0 0 0 0,-1 0 0 0 0,1 1 0 0 0,-1 0 0 0 0,1 0 0 0 0,1 0 0 0 0,-6 7 0 0 0,1 3-63 0 0,0 1 0 0 0,1 0-1 0 0,0 0 1 0 0,1 0 0 0 0,1 1 0 0 0,-6 29-1 0 0,4-14-83 0 0,1 0-1 0 0,2 1 1 0 0,2 0-1 0 0,1 0 0 0 0,2 46 1 0 0,2-60-88 0 0,0 0-1 0 0,1 0 1 0 0,1 0-1 0 0,1 0 1 0 0,1-1-1 0 0,0 0 1 0 0,1 0 0 0 0,1-1-1 0 0,1 1 1 0 0,19 27-1 0 0,-22-37 10 0 0,0-1-1 0 0,0 0 0 0 0,1 0 1 0 0,0 0-1 0 0,1-1 1 0 0,-1 0-1 0 0,1-1 0 0 0,1 0 1 0 0,-1 0-1 0 0,1 0 1 0 0,-1-1-1 0 0,1-1 0 0 0,0 1 1 0 0,0-2-1 0 0,14 4 0 0 0,-17-5 82 0 0,0-1 0 0 0,0 1 0 0 0,0-1 0 0 0,0 0-1 0 0,0 0 1 0 0,1-1 0 0 0,-1 1 0 0 0,0-1 0 0 0,0-1-1 0 0,0 1 1 0 0,0-1 0 0 0,-1 0 0 0 0,1-1 0 0 0,0 1-1 0 0,-1-1 1 0 0,0 0 0 0 0,1-1 0 0 0,-1 1 0 0 0,0-1-1 0 0,-1 0 1 0 0,1 0 0 0 0,-1 0 0 0 0,0-1 0 0 0,7-9-1 0 0,7-16 309 0 0,-1-1 0 0 0,-1-1 0 0 0,-2-1 0 0 0,-1 0 0 0 0,-2-1 0 0 0,-1 0 0 0 0,6-41 0 0 0,-12 55-242 0 0,-1-1 0 0 0,-1 1 0 0 0,-1 0 1 0 0,-1-1-1 0 0,0 1 0 0 0,-2-1 0 0 0,-5-24 1 0 0,4 33-67 0 0,0 0 1 0 0,-1 0 0 0 0,-1 0 0 0 0,0 1 0 0 0,0 0 0 0 0,-1 0-1 0 0,0 0 1 0 0,-1 0 0 0 0,-1 1 0 0 0,0 1 0 0 0,0-1 0 0 0,0 1 0 0 0,-12-8-1 0 0,10 7-491 0 0,-1 1 0 0 0,0 0-1 0 0,-1 1 1 0 0,0 0-1 0 0,0 1 1 0 0,0 0-1 0 0,-21-7 1 0 0,24 12-837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21 391 3681 0 0,'-5'-20'508'0'0,"-2"-3"1059"0"0,-1 11 2628 0 0,24 13-357 0 0,9 2-2887 0 0,-18 3-644 0 0,0 0 0 0 0,0 0 0 0 0,0 0 0 0 0,-1 1 0 0 0,0 0 0 0 0,0 0-1 0 0,-1 0 1 0 0,10 17 0 0 0,11 15 251 0 0,1-10-221 0 0,2-1 0 0 0,0-1 1 0 0,2-1-1 0 0,1-2 0 0 0,0-1 0 0 0,66 33 0 0 0,-89-51-289 0 0,1-1-1 0 0,0 0 0 0 0,0-1 1 0 0,0 0-1 0 0,12 2 0 0 0,-18-4 1 0 0,-1 0-1 0 0,1-1 1 0 0,-1 1-1 0 0,1-1 0 0 0,-1 0 1 0 0,1 0-1 0 0,-1 0 1 0 0,1-1-1 0 0,-1 1 1 0 0,1-1-1 0 0,-1 0 0 0 0,0 0 1 0 0,1 0-1 0 0,-1 0 1 0 0,0 0-1 0 0,0-1 0 0 0,0 0 1 0 0,0 1-1 0 0,3-4 1 0 0,-4 4 0 0 0,-1-1 0 0 0,0 0 1 0 0,0 1-1 0 0,0-1 0 0 0,0 0 1 0 0,0 0-1 0 0,-1 0 1 0 0,1 0-1 0 0,0 0 0 0 0,-1 0 1 0 0,1 0-1 0 0,-1 0 0 0 0,0 0 1 0 0,0 0-1 0 0,0-1 0 0 0,0 1 1 0 0,0-3-1 0 0,-9-41 321 0 0,3 21-208 0 0,-19-199 421 0 0,24 193-555 0 0,1 0 0 0 0,2 0 0 0 0,1 1 0 0 0,2-1 0 0 0,10-38 0 0 0,-6 29-24 0 0,-7 27-87 0 0,1 1-1 0 0,0 0 1 0 0,10-23-1 0 0,-10 30-237 0 0,1 0-85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6:22.3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 6913 0 0,'-2'53'1471'0'0,"2"0"0"0"0,3-1-1 0 0,9 54 1 0 0,-1-15-1835 0 0,3 103 811 0 0,-17 314 1 0 0,-45 634 1899 0 0,49 655 1954 0 0,44-537-4008 0 0,-27 98 250 0 0,8 336-253 0 0,6-710-128 0 0,24 473 132 0 0,-32-1139-147 0 0,11 299 371 0 0,17-14 505 0 0,-48-563-964 0 0,-3-1 0 0 0,-1 1 0 0 0,-2 0 0 0 0,-1-1 1 0 0,-13 56-1 0 0,12-76 43 0 0,-4 35 265 0 0,8-51-356 0 0,0 1 0 0 0,0-1 1 0 0,0 0-1 0 0,1 0 0 0 0,-1 0 1 0 0,1 0-1 0 0,-1 0 0 0 0,1 0 1 0 0,0 0-1 0 0,0 0 0 0 0,1 0 1 0 0,-1-1-1 0 0,0 1 0 0 0,4 4 1 0 0,3 2-102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309 24 2761 0 0,'-3'-2'261'0'0,"1"1"0"0"0,-1-1 0 0 0,0 1 0 0 0,0 0 0 0 0,0-1 0 0 0,1 2 0 0 0,-1-1 1 0 0,0 0-1 0 0,0 0 0 0 0,-1 1 0 0 0,1 0 0 0 0,-5 0 0 0 0,-41 0 2132 0 0,46 1-2211 0 0,-4-1 29 0 0,-1 1 0 0 0,1 0 0 0 0,0 0 0 0 0,0 1 0 0 0,0 0 0 0 0,1 0 0 0 0,-1 1 0 0 0,0-1 0 0 0,1 1 0 0 0,0 1 0 0 0,-1 0 0 0 0,1 0 0 0 0,1 0 0 0 0,-1 0 0 0 0,1 1 0 0 0,-1 0 0 0 0,1 0 0 0 0,1 0 0 0 0,-6 7 0 0 0,1 3-63 0 0,0 1 0 0 0,1 0-1 0 0,0 0 1 0 0,1 0 0 0 0,1 1 0 0 0,-6 29-1 0 0,4-14-83 0 0,1 0-1 0 0,2 1 1 0 0,2 0-1 0 0,1 0 0 0 0,2 46 1 0 0,2-60-88 0 0,0 0-1 0 0,1 0 1 0 0,1 0-1 0 0,1 0 1 0 0,1-1-1 0 0,0 0 1 0 0,1 0 0 0 0,1-1-1 0 0,1 1 1 0 0,19 27-1 0 0,-22-37 10 0 0,0-1-1 0 0,0 0 0 0 0,1 0 1 0 0,0 0-1 0 0,1-1 1 0 0,-1 0-1 0 0,1-1 0 0 0,1 0 1 0 0,-1 0-1 0 0,1 0 1 0 0,-1-1-1 0 0,1-1 0 0 0,0 1 1 0 0,0-2-1 0 0,14 4 0 0 0,-17-5 82 0 0,0-1 0 0 0,0 1 0 0 0,0-1 0 0 0,0 0-1 0 0,0 0 1 0 0,1-1 0 0 0,-1 1 0 0 0,0-1 0 0 0,0-1-1 0 0,0 1 1 0 0,0-1 0 0 0,-1 0 0 0 0,1-1 0 0 0,0 1-1 0 0,-1-1 1 0 0,0 0 0 0 0,1-1 0 0 0,-1 1 0 0 0,0-1-1 0 0,-1 0 1 0 0,1 0 0 0 0,-1 0 0 0 0,0-1 0 0 0,7-9-1 0 0,7-16 309 0 0,-1-1 0 0 0,-1-1 0 0 0,-2-1 0 0 0,-1 0 0 0 0,-2-1 0 0 0,-1 0 0 0 0,6-41 0 0 0,-12 55-242 0 0,-1-1 0 0 0,-1 1 0 0 0,-1 0 1 0 0,-1-1-1 0 0,0 1 0 0 0,-2-1 0 0 0,-5-24 1 0 0,4 33-67 0 0,0 0 1 0 0,-1 0 0 0 0,-1 0 0 0 0,0 1 0 0 0,0 0 0 0 0,-1 0-1 0 0,0 0 1 0 0,-1 0 0 0 0,-1 1 0 0 0,0 1 0 0 0,0-1 0 0 0,0 1 0 0 0,-12-8-1 0 0,10 7-491 0 0,-1 1 0 0 0,0 0-1 0 0,-1 1 1 0 0,0 0-1 0 0,0 1 1 0 0,0 0-1 0 0,-21-7 1 0 0,24 12-837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21 391 3681 0 0,'-5'-20'508'0'0,"-2"-3"1059"0"0,-1 11 2628 0 0,24 13-357 0 0,9 2-2887 0 0,-18 3-644 0 0,0 0 0 0 0,0 0 0 0 0,0 0 0 0 0,-1 1 0 0 0,0 0 0 0 0,0 0-1 0 0,-1 0 1 0 0,10 17 0 0 0,11 15 251 0 0,1-10-221 0 0,2-1 0 0 0,0-1 1 0 0,2-1-1 0 0,1-2 0 0 0,0-1 0 0 0,66 33 0 0 0,-89-51-289 0 0,1-1-1 0 0,0 0 0 0 0,0-1 1 0 0,0 0-1 0 0,12 2 0 0 0,-18-4 1 0 0,-1 0-1 0 0,1-1 1 0 0,-1 1-1 0 0,1-1 0 0 0,-1 0 1 0 0,1 0-1 0 0,-1 0 1 0 0,1-1-1 0 0,-1 1 1 0 0,1-1-1 0 0,-1 0 0 0 0,0 0 1 0 0,1 0-1 0 0,-1 0 1 0 0,0 0-1 0 0,0-1 0 0 0,0 0 1 0 0,0 1-1 0 0,3-4 1 0 0,-4 4 0 0 0,-1-1 0 0 0,0 0 1 0 0,0 1-1 0 0,0-1 0 0 0,0 0 1 0 0,0 0-1 0 0,-1 0 1 0 0,1 0-1 0 0,0 0 0 0 0,-1 0 1 0 0,1 0-1 0 0,-1 0 0 0 0,0 0 1 0 0,0 0-1 0 0,0-1 0 0 0,0 1 1 0 0,0-3-1 0 0,-9-41 321 0 0,3 21-208 0 0,-19-199 421 0 0,24 193-555 0 0,1 0 0 0 0,2 0 0 0 0,1 1 0 0 0,2-1 0 0 0,10-38 0 0 0,-6 29-24 0 0,-7 27-87 0 0,1 1-1 0 0,0 0 1 0 0,10-23-1 0 0,-10 30-237 0 0,1 0-85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6.1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1145 31 9674 0 0,'-4'-20'1841'0'0,"1"10"1928"0"0,2 27-1647 0 0,8 125-1085 0 0,30 172 1 0 0,-22-206-843 0 0,-3-26-187 0 0,4-2 0 0 0,3 0 0 0 0,47 124 0 0 0,-61-192 168 0 0,-1 0 0 0 0,0 0 0 0 0,0 1 0 0 0,-1-1 0 0 0,1 17 0 0 0,-4-27-149 0 0,1 0 0 0 0,-1 0 0 0 0,0 0 0 0 0,0 1 0 0 0,-1-1 0 0 0,1 0 0 0 0,0 0 0 0 0,-1 0 0 0 0,1 1 0 0 0,-1-1 0 0 0,0 0 0 0 0,1 0 1 0 0,-1 0-1 0 0,0 0 0 0 0,0 0 0 0 0,-1 0 0 0 0,1 0 0 0 0,0-1 0 0 0,-1 1 0 0 0,1 0 0 0 0,-1-1 0 0 0,1 1 0 0 0,-1-1 0 0 0,0 1 0 0 0,0-1 0 0 0,1 0 0 0 0,-1 0 0 0 0,0 0 0 0 0,0 0 0 0 0,0 0 0 0 0,0 0 0 0 0,-1 0 0 0 0,1-1 0 0 0,0 1 0 0 0,0-1 0 0 0,0 0 0 0 0,0 1 0 0 0,-1-1 0 0 0,-1 0 0 0 0,-23 0 79 0 0,0-1 0 0 0,1-1 0 0 0,-35-7 1 0 0,29 3-44 0 0,-55-1 1 0 0,-22 13-39 0 0,0 4 0 0 0,-139 33 0 0 0,87-14-20 0 0,55-16-39 0 0,58-8 3 0 0,-62 14 0 0 0,97-16 31 0 0,3 1 0 0 0,0-2 0 0 0,0 1 0 0 0,-1-1 0 0 0,1-1 0 0 0,0 1 0 0 0,-1-2 0 0 0,1 0 0 0 0,-22-2 0 0 0,32 3 5 0 0,-1 0 0 0 0,1 1 0 0 0,0-1 0 0 0,0 0 0 0 0,-1 0-1 0 0,1 0 1 0 0,0 1 0 0 0,0-1 0 0 0,0 0 0 0 0,0 0 0 0 0,0 0 0 0 0,1 1 0 0 0,-1-1 0 0 0,0 0 0 0 0,0 0 0 0 0,1 0 0 0 0,0 2 0 0 0,9 47 155 0 0,-2-13-89 0 0,34 290-71 0 0,6 32 0 0 0,-21-177 0 0 0,-15-90 0 0 0,30 119 0 0 0,-38-198 14 0 0,0 0 1 0 0,1 1-1 0 0,1-1 0 0 0,0-1 1 0 0,0 1-1 0 0,1-1 1 0 0,1 0-1 0 0,0-1 0 0 0,12 13 1 0 0,-15-19-8 0 0,0 0 0 0 0,0 0 0 0 0,1-1 1 0 0,0 0-1 0 0,0 0 0 0 0,1 0 0 0 0,-1 0 0 0 0,1-1 1 0 0,-1 0-1 0 0,1-1 0 0 0,0 0 0 0 0,0 0 0 0 0,0 0 1 0 0,0-1-1 0 0,1 1 0 0 0,-1-2 0 0 0,0 1 0 0 0,0-1 1 0 0,10-1-1 0 0,102-17-7 0 0,-75 10 0 0 0,73-5 0 0 0,379 33-80 0 0,-445-16 83 0 0,13-3 26 0 0,-45-1 11 0 0,1 0 1 0 0,-1 2 0 0 0,0 0 0 0 0,1 1 0 0 0,23 6 0 0 0,33 7-22 0 0,-75-16 22 0 0,0 0-1 0 0,0 1 1 0 0,0-1 0 0 0,0 0-1 0 0,0 1 1 0 0,0-1 0 0 0,0 1 0 0 0,-1-1-1 0 0,1 1 1 0 0,0-1 0 0 0,0 1-1 0 0,0 0 1 0 0,0-1 0 0 0,0 1 0 0 0,-1 0-1 0 0,1 0 1 0 0,0-1 0 0 0,-1 1-1 0 0,1 0 1 0 0,-1 0 0 0 0,1 0-1 0 0,0 2 257 0 0,2 18-179 0 0,5 23 17 0 0,15 51 0 0 0,-2-13-139 0 0,99 326 4 0 0,-31-120 0 0 0,-36-121-8 0 0,11 46 160 0 0,-57-191-72 0 0,1 1-1 0 0,1-2 0 0 0,0 1 1 0 0,2-1-1 0 0,14 21 0 0 0,-23-37-59 0 0,1 0-4 0 0,-1 0 1 0 0,0 1-1 0 0,0 0 0 0 0,-1-1 0 0 0,1 1 0 0 0,-1 0 0 0 0,0 8 0 0 0,-1-9-2 0 0,1 0 1 0 0,0 0 0 0 0,0 0-1 0 0,0 0 1 0 0,0 0 0 0 0,1 0-1 0 0,0 0 1 0 0,4 7-1 0 0,-6-11-6 0 0,0-1-1 0 0,1 1 0 0 0,-1-1 0 0 0,0 0 0 0 0,1 1 0 0 0,-1-1 0 0 0,0 1 0 0 0,1-1 0 0 0,-1 1 0 0 0,0-1 0 0 0,0 1 0 0 0,0-1 0 0 0,0 1 0 0 0,1-1 0 0 0,-1 1 0 0 0,0-1 0 0 0,0 1 1 0 0,0-1-1 0 0,0 1 0 0 0,0-1 0 0 0,0 1 0 0 0,0 0 0 0 0,0-1 0 0 0,-1 1 0 0 0,1-1 0 0 0,0 1 0 0 0,0-1 0 0 0,0 1 0 0 0,0-1 0 0 0,-1 1 0 0 0,1-1 0 0 0,0 1 0 0 0,-1-1 0 0 0,1 0 1 0 0,0 1-1 0 0,-1-1 0 0 0,1 1 0 0 0,0-1 0 0 0,-1 1 0 0 0,-26 7 3 0 0,-114 16-669 0 0,-84 17-731 0 0,-26 6 712 0 0,-84 22 105 0 0,309-63 498 0 0,0-1 0 0 0,0-2 1 0 0,0-1-1 0 0,-1-1 0 0 0,1-1 0 0 0,-33-4 0 0 0,-2 0 92 0 0,-77 8 994 0 0,140-3-948 0 0,1-1 0 0 0,-1 1 0 0 0,0 0 1 0 0,0 0-1 0 0,0 0 0 0 0,0 1 0 0 0,0-1 0 0 0,-1 0 0 0 0,1 1 0 0 0,0-1 0 0 0,-1 1 0 0 0,1-1 0 0 0,-1 1 0 0 0,1 0 0 0 0,-1 0 0 0 0,0-1 0 0 0,1 1 0 0 0,-1 0 0 0 0,1 4 1 0 0,26 54-58 0 0,-19-38 7 0 0,18 38-65 0 0,-4 1 0 0 0,-1 1 0 0 0,-4 1 0 0 0,-2 1 0 0 0,8 68-1 0 0,2 234-40 0 0,-26-350 85 0 0,0 28 23 0 0,2 0-1 0 0,1 0 0 0 0,3-1 1 0 0,13 53-1 0 0,-16-85-1 0 0,-2-8 10 0 0,-1 0 0 0 0,1 0-1 0 0,0 0 1 0 0,0 0 0 0 0,1 0 0 0 0,-1 0 0 0 0,0 0-1 0 0,1-1 1 0 0,2 4 0 0 0,-2-5-14 0 0,-1 0-1 0 0,1 0 1 0 0,-1 0 0 0 0,1 0 0 0 0,-1-1 0 0 0,1 1-1 0 0,0 0 1 0 0,0-1 0 0 0,-1 1 0 0 0,1-1-1 0 0,0 0 1 0 0,0 1 0 0 0,0-1 0 0 0,-1 0-1 0 0,1 0 1 0 0,0 0 0 0 0,0-1 0 0 0,0 1-1 0 0,3-1 1 0 0,106-10-22 0 0,1 5 1 0 0,0 5-1 0 0,1 5 0 0 0,133 22 0 0 0,-110 1 53 0 0,17 3 53 0 0,-135-29-83 0 0,1 1 0 0 0,-1-2-1 0 0,1-1 1 0 0,-1 0 0 0 0,0-1 0 0 0,26-7 0 0 0,-28 5-119 0 0,1 0 1 0 0,-1 1 0 0 0,33-2-1 0 0,-48 6 132 0 0,-1 0 0 0 0,1 0-1 0 0,-1 0 1 0 0,1 0 0 0 0,-1 0 0 0 0,0 0-1 0 0,0 1 1 0 0,0-1 0 0 0,1 0-1 0 0,-1 0 1 0 0,0 0 0 0 0,0 0 0 0 0,-1 1-1 0 0,1-1 1 0 0,0 0 0 0 0,-1 2-1 0 0,1 13 136 0 0,72 428-31 0 0,-10-91-38 0 0,3 461 844 0 0,-52-591-799 0 0,-11-187-262 0 0,1-1 0 0 0,3 1-1 0 0,17 62 1 0 0,-23-96-5 0 0,1-1 16 0 0,-1 0 0 0 0,0 0 0 0 0,0 1 0 0 0,1-1 0 0 0,-1 0-1 0 0,1 0 1 0 0,-1 0 0 0 0,1 1 0 0 0,-1-1 0 0 0,1 0-1 0 0,0 0 1 0 0,-1 0 0 0 0,1 0 0 0 0,0 0 0 0 0,0 0-1 0 0,0-1 1 0 0,0 1 0 0 0,0 0 0 0 0,0 0 0 0 0,0-1 0 0 0,0 1-1 0 0,0 0 1 0 0,0-1 0 0 0,2 1 0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6.8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47 8754 0 0,'-12'-14'2475'0'0,"11"11"-2025"0"0,-1 1 0 0 0,0-1 0 0 0,0 1 0 0 0,1-1 0 0 0,-1 1 0 0 0,-1 0 0 0 0,1 0 0 0 0,0 0 0 0 0,-1 0 0 0 0,1 0 0 0 0,-1 0 0 0 0,1 1 0 0 0,-6-3 0 0 0,7 4-342 0 0,1 1-1 0 0,-1 0 1 0 0,0-1 0 0 0,1 1 0 0 0,-1-1-1 0 0,1 1 1 0 0,-1 0 0 0 0,1-1-1 0 0,-1 1 1 0 0,1 0 0 0 0,0 0-1 0 0,-1-1 1 0 0,1 1 0 0 0,0 0-1 0 0,0 0 1 0 0,-1 0 0 0 0,1 0 0 0 0,0-1-1 0 0,0 1 1 0 0,0 0 0 0 0,0 0-1 0 0,0 0 1 0 0,0 0 0 0 0,0-1-1 0 0,0 2 1 0 0,1 26 551 0 0,-1-26-584 0 0,42 315 1198 0 0,-6-70-1111 0 0,-20-36-142 0 0,-11-107 65 0 0,36 194 0 0 0,-36-281-265 0 0,-1 0 0 0 0,2-1 1 0 0,0 0-1 0 0,15 28 0 0 0,9-3-3590 0 0,-23-36 2462 0 0,-10-8 998 0 0,-5-4 256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7.2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237 43 4145 0 0,'-14'-6'846'0'0,"-1"1"-1"0"0,1 0 1 0 0,-1 2 0 0 0,0-1 0 0 0,-24-1 0 0 0,35 5-605 0 0,0-1 0 0 0,0 1 1 0 0,1 0-1 0 0,-1 0 0 0 0,0 1 1 0 0,0-1-1 0 0,1 1 0 0 0,-1 0 1 0 0,0 0-1 0 0,1 0 0 0 0,-1 1 1 0 0,1-1-1 0 0,0 1 0 0 0,-1-1 1 0 0,1 1-1 0 0,0 0 0 0 0,0 1 1 0 0,0-1-1 0 0,0 0 0 0 0,0 1 0 0 0,1 0 1 0 0,-1 0-1 0 0,1-1 0 0 0,0 1 1 0 0,0 1-1 0 0,0-1 0 0 0,0 0 1 0 0,-2 5-1 0 0,-2 8-46 0 0,1 0 0 0 0,0 1 0 0 0,1 0 0 0 0,1 0 0 0 0,0 1 0 0 0,2-1 0 0 0,0 35 0 0 0,1-44-128 0 0,1 0-1 0 0,0-1 1 0 0,0 1-1 0 0,1 0 1 0 0,0 0-1 0 0,0-1 1 0 0,1 1-1 0 0,0-1 1 0 0,0 0-1 0 0,0 0 1 0 0,1 0-1 0 0,0 0 1 0 0,1-1-1 0 0,-1 1 1 0 0,1-1-1 0 0,1 0 1 0 0,-1-1-1 0 0,1 1 1 0 0,12 8-1 0 0,-16-12-52 0 0,1-1 0 0 0,-1 1 1 0 0,0-1-1 0 0,1 0 0 0 0,-1 0 0 0 0,1 1 1 0 0,0-2-1 0 0,-1 1 0 0 0,1 0 0 0 0,0 0 0 0 0,-1-1 1 0 0,1 0-1 0 0,0 1 0 0 0,0-1 0 0 0,0 0 0 0 0,-1 0 1 0 0,1-1-1 0 0,0 1 0 0 0,0-1 0 0 0,-1 1 0 0 0,4-2 1 0 0,-3 0 31 0 0,0 1 1 0 0,0-1-1 0 0,0 0 0 0 0,-1-1 1 0 0,1 1-1 0 0,0 0 1 0 0,-1-1-1 0 0,0 0 1 0 0,1 1-1 0 0,-1-1 1 0 0,0 0-1 0 0,0 0 1 0 0,-1 0-1 0 0,3-5 1 0 0,0-4 75 0 0,0 1 1 0 0,0-1 0 0 0,-1 0 0 0 0,-1 0 0 0 0,0 0 0 0 0,0 0 0 0 0,-1 0-1 0 0,-1-19 1 0 0,-1 21-150 0 0,0-1 0 0 0,-1 0-1 0 0,0 1 1 0 0,-1 0 0 0 0,0 0-1 0 0,-1 0 1 0 0,0 0 0 0 0,0 0 0 0 0,-1 0-1 0 0,0 1 1 0 0,-1 0 0 0 0,0 0-1 0 0,0 1 1 0 0,-1 0 0 0 0,0 0 0 0 0,0 0-1 0 0,-1 1 1 0 0,0 0 0 0 0,0 0-1 0 0,-1 1 1 0 0,0 0 0 0 0,0 1-1 0 0,0 0 1 0 0,-1 0 0 0 0,0 1 0 0 0,0 0-1 0 0,-14-3 1 0 0,7 4-1292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7.6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1044 35 4145 0 0,'1'-1'213'0'0,"0"0"1"0"0,-1 0 0 0 0,1 0-1 0 0,-1 0 1 0 0,1 0 0 0 0,-1 0-1 0 0,1 0 1 0 0,-1 0-1 0 0,0-1 1 0 0,0 1 0 0 0,1 0-1 0 0,-1 0 1 0 0,0 0-1 0 0,0 0 1 0 0,0 0 0 0 0,0 0-1 0 0,0-1 1 0 0,-1 1-1 0 0,1 0 1 0 0,0 0 0 0 0,0 0-1 0 0,-2-2 1 0 0,2 2 20 0 0,-1 0-1 0 0,0 1 1 0 0,0-1 0 0 0,0 0 0 0 0,0 1-1 0 0,0-1 1 0 0,0 1 0 0 0,0-1 0 0 0,0 1 0 0 0,0 0-1 0 0,0-1 1 0 0,0 1 0 0 0,-1 0 0 0 0,1 0-1 0 0,0-1 1 0 0,0 1 0 0 0,0 0 0 0 0,-2 1 0 0 0,-8 0 1012 0 0,0 0 0 0 0,0 1 0 0 0,-17 5 0 0 0,20-5-1199 0 0,-77 17 1089 0 0,0-3 1 0 0,-1-5-1 0 0,-90 1 1 0 0,101-13-1088 0 0,-89-12-1 0 0,-40-1-33 0 0,122 10-562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8.4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3 5985 0 0,'-6'-1'-282'0'0,"4"1"790"0"0,0-1 0 0 0,0 1 0 0 0,0 0 0 0 0,0-1 0 0 0,0 1 1 0 0,0 0-1 0 0,0 0 0 0 0,0 0 0 0 0,0 1 0 0 0,-1-1 0 0 0,-1 1 0 0 0,3 0-292 0 0,0 0 0 0 0,0 0 0 0 0,0 0 0 0 0,0 0 0 0 0,0 0 0 0 0,1 0 0 0 0,-1 0 0 0 0,0 0 0 0 0,1 0 0 0 0,-1 0 0 0 0,1 1 0 0 0,-1-1 0 0 0,1 0 0 0 0,0 1 0 0 0,-1-1 0 0 0,1 0 0 0 0,0 0 0 0 0,0 1 0 0 0,0-1 0 0 0,0 0 0 0 0,0 3 0 0 0,-1 60 771 0 0,10 105 0 0 0,23 64-629 0 0,-21-161-202 0 0,101 448-73 0 0,-60-302-142 0 0,62 422 47 0 0,-91-497-74 0 0,30 256 179 0 0,6-1 105 0 0,0 12 1404 0 0,-54-363-1432 0 0,-2-15 345 0 0,-1 0-1 0 0,-4 63 1 0 0,1-86-494 0 0,0-6 137 0 0,0 1 0 0 0,1-1 0 0 0,0 1 0 0 0,-1 0 0 0 0,1 0 0 0 0,1 7 0 0 0,-1-11-142 0 0,1 1 0 0 0,-1-1 0 0 0,0 1-1 0 0,0-1 1 0 0,0 0 0 0 0,1 1 0 0 0,-1-1 0 0 0,0 1 0 0 0,0-1-1 0 0,1 1 1 0 0,-1-1 0 0 0,0 0 0 0 0,1 1 0 0 0,-1-1 0 0 0,0 0-1 0 0,1 1 1 0 0,-1-1 0 0 0,1 0 0 0 0,-1 1 0 0 0,1-1-1 0 0,-1 0 1 0 0,1 0 0 0 0,0 1 0 0 0,0-1-38 0 0,0 0 0 0 0,1 0 0 0 0,-1 0 0 0 0,0 0 0 0 0,1 0 0 0 0,-1-1 1 0 0,0 1-1 0 0,1 0 0 0 0,-1-1 0 0 0,0 1 0 0 0,1 0 0 0 0,-1-1 0 0 0,1 0 0 0 0,56-31-5 0 0,-44 24 35 0 0,0 0-1 0 0,0 1 1 0 0,1 0 0 0 0,0 1-1 0 0,17-4 1 0 0,365-50-282 0 0,-348 55 285 0 0,-15-1-21 0 0,0-2 0 0 0,0 0 0 0 0,-1-3 0 0 0,0 0 0 0 0,48-26 0 0 0,-62 30 32 0 0,0 0 0 0 0,0 2 1 0 0,33-6-1 0 0,-37 9-454 0 0,1-1 0 0 0,-1 0 0 0 0,1-2 0 0 0,-1 1 0 0 0,0-2 0 0 0,22-11 0 0 0,-27 10-962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8.8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7 4145 0 0,'-1'-1'432'0'0,"0"0"1"0"0,0 1-1 0 0,0-1 1 0 0,0 0-1 0 0,-1 1 0 0 0,1 0 1 0 0,0-1-1 0 0,-1 1 1 0 0,1-1-1 0 0,0 1 0 0 0,-1 0 1 0 0,1 0-1 0 0,0 0 1 0 0,-1 0-1 0 0,1 0 1 0 0,0 0-1 0 0,-1 0 0 0 0,1 0 1 0 0,0 1-1 0 0,-1-1 1 0 0,1 0-1 0 0,0 1 0 0 0,-2 0 1 0 0,2 0-178 0 0,0 0 0 0 0,0 0-1 0 0,0 1 1 0 0,0-1 0 0 0,0 0 0 0 0,1 0 0 0 0,-1 1-1 0 0,0-1 1 0 0,1 1 0 0 0,-1-1 0 0 0,0 0 0 0 0,1 1-1 0 0,0-1 1 0 0,-1 1 0 0 0,1-1 0 0 0,0 1 0 0 0,0 1 0 0 0,0 9 126 0 0,0 0 1 0 0,1 1-1 0 0,5 22 1 0 0,-5-28-94 0 0,64 254 1334 0 0,-30-133-1488 0 0,7 37 29 0 0,45 169 223 0 0,-70-272-2816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1.3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2085 46 6913 0 0,'10'-10'750'0'0,"7"-7"393"0"0,-14 14 123 0 0,-2 3-1125 0 0,-1 0 0 0 0,0-1-1 0 0,0 1 1 0 0,1 0 0 0 0,-1-1 0 0 0,0 1-1 0 0,0 0 1 0 0,0-1 0 0 0,0 1-1 0 0,0-1 1 0 0,0 1 0 0 0,1-1 0 0 0,-1 1-1 0 0,0 0 1 0 0,0-1 0 0 0,0 1 0 0 0,0-1-1 0 0,0 1 1 0 0,-1 0 0 0 0,1-1-1 0 0,0 1 1 0 0,0-1 0 0 0,0 0 0 0 0,-4 0 266 0 0,0 0 1 0 0,1 1 0 0 0,-1-1 0 0 0,0 1 0 0 0,0-1-1 0 0,1 1 1 0 0,-1 1 0 0 0,0-1 0 0 0,0 0 0 0 0,-4 2 0 0 0,-10-1 212 0 0,-149-4 2216 0 0,-91 1-1807 0 0,-437 51-1309 0 0,509-28 576 0 0,-350 86 0 0 0,493-94-301 0 0,20-5-18 0 0,0-1 0 0 0,0-2 1 0 0,0 0-1 0 0,-38 2 0 0 0,47-9-452 0 0,13-4-217 0 0,21-6-7263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1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297 1 6449 0 0,'-12'2'348'0'0,"0"1"-1"0"0,0 0 0 0 0,1 0 1 0 0,-1 2-1 0 0,1-1 1 0 0,0 1-1 0 0,0 1 0 0 0,0 0 1 0 0,1 1-1 0 0,0 0 0 0 0,0 0 1 0 0,-12 13-1 0 0,1-1 68 0 0,1 2 1 0 0,1 0-1 0 0,1 1 0 0 0,-19 31 0 0 0,33-46-317 0 0,0-1 0 0 0,1 0-1 0 0,-1 1 1 0 0,1 0-1 0 0,1 0 1 0 0,-4 12-1 0 0,6-17-34 0 0,0-1 1 0 0,-1 0-1 0 0,1 1 0 0 0,0-1 1 0 0,0 0-1 0 0,0 0 0 0 0,1 1 0 0 0,-1-1 1 0 0,0 0-1 0 0,0 0 0 0 0,1 1 1 0 0,-1-1-1 0 0,1 0 0 0 0,-1 0 0 0 0,1 0 1 0 0,-1 0-1 0 0,1 1 0 0 0,1 0 1 0 0,-1-1 39 0 0,1 0 0 0 0,-1 0 0 0 0,1 0 1 0 0,-1 0-1 0 0,1 0 0 0 0,0 0 0 0 0,-1 0 1 0 0,1-1-1 0 0,0 1 0 0 0,-1-1 1 0 0,1 1-1 0 0,0-1 0 0 0,0 0 0 0 0,0 0 1 0 0,-1 0-1 0 0,5 0 0 0 0,1 0 2 0 0,0-1-1 0 0,0 0 0 0 0,0-1 1 0 0,0 0-1 0 0,0 0 0 0 0,0 0 1 0 0,0-1-1 0 0,0 0 0 0 0,-1 0 1 0 0,0-1-1 0 0,0 1 0 0 0,0-2 1 0 0,0 1-1 0 0,0 0 1 0 0,-1-1-1 0 0,0 0 0 0 0,8-9 1 0 0,-7 7-68 0 0,-1-1 0 0 0,0 1 1 0 0,0-1-1 0 0,0 1 1 0 0,-1-2-1 0 0,0 1 0 0 0,0 0 1 0 0,-1-1-1 0 0,0 1 1 0 0,-1-1-1 0 0,0 0 0 0 0,0 0 1 0 0,0-15-1 0 0,-2 22-22 0 0,0 0 1 0 0,0 0-1 0 0,0 0 0 0 0,0 1 0 0 0,0-1 1 0 0,0 0-1 0 0,0 0 0 0 0,-1 0 0 0 0,1 1 1 0 0,-1-1-1 0 0,0 0 0 0 0,1 1 1 0 0,-1-1-1 0 0,0 0 0 0 0,0 1 0 0 0,0-1 1 0 0,0 1-1 0 0,0-1 0 0 0,0 1 0 0 0,0 0 1 0 0,-2-2-1 0 0,1 2 22 0 0,1 1 1 0 0,-1-1 0 0 0,0 0-1 0 0,1 1 1 0 0,-1 0-1 0 0,0-1 1 0 0,0 1 0 0 0,0 0-1 0 0,1 0 1 0 0,-1 0-1 0 0,0 0 1 0 0,0 0-1 0 0,1 0 1 0 0,-1 0 0 0 0,0 1-1 0 0,0-1 1 0 0,-2 1-1 0 0,-3 2 84 0 0,-1 0-1 0 0,1 1 1 0 0,-1-1-1 0 0,1 1 1 0 0,0 1-1 0 0,0 0 1 0 0,-10 9-1 0 0,13-10-195 0 0,0 0-1 0 0,0 1 0 0 0,0-1 1 0 0,1 1-1 0 0,0 0 0 0 0,0 0 1 0 0,-4 8-1 0 0,1 3-503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2.1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60 103 10594 0 0,'-6'-14'1277'0'0,"0"1"-1"0"0,0-1 0 0 0,-1 2 0 0 0,-1-1 1 0 0,0 1-1 0 0,-10-12 0 0 0,26 76 1167 0 0,15 48-2832 0 0,5-1-1 0 0,4-2 0 0 0,55 115 0 0 0,-59-159-3252 0 0,-16-31-2614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3.0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87 548 10594 0 0,'-10'-20'868'0'0,"-6"-11"592"0"0,4 15 2727 0 0,16 22-3440 0 0,0 0-1 0 0,-1-1 1 0 0,0 1 0 0 0,5 13-1 0 0,0 0-568 0 0,24 43-96 0 0,-1-1-4402 0 0,-78-158 3195 0 0,42 86 1550 0 0,0-1 0 0 0,1 1 0 0 0,-5-21 0 0 0,6 20-152 0 0,0 1 0 0 0,-1 0 0 0 0,0 0 1 0 0,-11-19-1 0 0,9 20 111 0 0,0 0 408 0 0,0 0 1 0 0,-1 0-1 0 0,-10-10 1 0 0,18 21-762 0 0,0 0 0 0 0,0 0 0 0 0,-1 0 0 0 0,1 0 0 0 0,0 0 0 0 0,0 0 0 0 0,-1 0 0 0 0,1 1 0 0 0,-1-1 1 0 0,1 0-1 0 0,-1 0 0 0 0,0 1 0 0 0,1-1 0 0 0,-1 0 0 0 0,0 3 0 0 0,1 2-5 0 0,18 36-19 0 0,1 0 1 0 0,2-2 0 0 0,2 0 0 0 0,2-1 0 0 0,1-2-1 0 0,45 47 1 0 0,-69-79-31 0 0,-1-4 4 0 0,0 1-1 0 0,0 0 1 0 0,0 0 0 0 0,-1 0-1 0 0,1 0 1 0 0,-1 0-1 0 0,1 0 1 0 0,-1 1 0 0 0,0-1-1 0 0,0 0 1 0 0,0 1-1 0 0,0-1 1 0 0,0 5-1 0 0,-31-32-44 0 0,6-4 155 0 0,2-1 0 0 0,1 0 0 0 0,2-2 0 0 0,1 0 0 0 0,1-1-1 0 0,2-1 1 0 0,2 0 0 0 0,-14-50 0 0 0,25 70 139 0 0,7 16 34 0 0,13 22-34 0 0,-14-18-353 0 0,23 32-112 0 0,52 57-1 0 0,-67-83 214 0 0,1 0 0 0 0,1-1 0 0 0,0-1 0 0 0,0 0 0 0 0,1-1 0 0 0,0 0 1 0 0,27 10-1 0 0,-33-15-1 0 0,0 0 1 0 0,1-1-1 0 0,0 0 0 0 0,0-1 1 0 0,0 0-1 0 0,0-1 1 0 0,12 1-1 0 0,-19-2 23 0 0,-1-1 0 0 0,0 1 0 0 0,1 0 0 0 0,-1 0 1 0 0,1-1-1 0 0,-1 0 0 0 0,0 1 0 0 0,1-1 0 0 0,-1 0 0 0 0,0 0 0 0 0,0 0 0 0 0,0 0 0 0 0,1-1 0 0 0,-1 1 0 0 0,0-1 1 0 0,-1 1-1 0 0,1-1 0 0 0,0 1 0 0 0,0-1 0 0 0,-1 0 0 0 0,1 0 0 0 0,-1 0 0 0 0,0 0 0 0 0,1 0 0 0 0,-1 0 0 0 0,0-1 1 0 0,0 1-1 0 0,0 0 0 0 0,-1 0 0 0 0,1-1 0 0 0,0 1 0 0 0,-1-1 0 0 0,0 1 0 0 0,1 0 0 0 0,-1-4 0 0 0,0-6 84 0 0,0-1 0 0 0,0 1 0 0 0,-2 0 0 0 0,1 0 0 0 0,-1 0-1 0 0,-6-18 1 0 0,-30-72 363 0 0,16 47-296 0 0,-4-13-58 0 0,11 34-233 0 0,2-1 0 0 0,1-1 0 0 0,2 0 0 0 0,-8-55 0 0 0,17 70-1745 0 0,4 2-5975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0.1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122 322 3225 0 0,'-19'2'1737'0'0,"-1"1"1"0"0,1 1 0 0 0,0 0 0 0 0,-26 11-1 0 0,68-17 2622 0 0,30 5-3367 0 0,-9 0-516 0 0,22-4-199 0 0,1-2 0 0 0,97-19-1 0 0,130-43 225 0 0,-220 48-216 0 0,73-21 181 0 0,111-23 315 0 0,-84 30-685 0 0,484-65 472 0 0,3 79 850 0 0,-457 14-3197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0.4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35 2761 0 0,'-15'-10'-39'0'0,"-21"6"15181"0"0,36 4-14892 0 0,0 2-103 0 0,-1-1 0 0 0,1 1-1 0 0,0 0 1 0 0,0-1 0 0 0,0 1 0 0 0,0-1-1 0 0,0 1 1 0 0,0-1 0 0 0,1 1-1 0 0,-1-1 1 0 0,0 1 0 0 0,1-1 0 0 0,-1 1-1 0 0,2 1 1 0 0,0 1-62 0 0,0 0 1 0 0,0-1-1 0 0,0 1 0 0 0,1-1 0 0 0,0 1 1 0 0,0-1-1 0 0,0 0 0 0 0,0 0 0 0 0,0 0 1 0 0,0 0-1 0 0,1-1 0 0 0,-1 1 1 0 0,1-1-1 0 0,0 0 0 0 0,0 0 0 0 0,0 0 1 0 0,0-1-1 0 0,0 1 0 0 0,0-1 0 0 0,0 0 1 0 0,1 0-1 0 0,-1 0 0 0 0,8-1 0 0 0,-6 1-46 0 0,1-1 0 0 0,-1 1 0 0 0,0-2 0 0 0,1 1-1 0 0,-1-1 1 0 0,0 0 0 0 0,0 0 0 0 0,1 0 0 0 0,-1-1-1 0 0,0 0 1 0 0,-1-1 0 0 0,1 1 0 0 0,0-1 0 0 0,-1 0-1 0 0,1 0 1 0 0,4-5 0 0 0,-8 7-15 0 0,-1 0 0 0 0,0 0-1 0 0,0 0 1 0 0,0 0 0 0 0,0 0 0 0 0,0 0 0 0 0,0 0-1 0 0,0 0 1 0 0,0 0 0 0 0,0-1 0 0 0,-1 1-1 0 0,1 0 1 0 0,0-1 0 0 0,-1 1 0 0 0,1 0 0 0 0,-1-1-1 0 0,0 1 1 0 0,1-1 0 0 0,-1 1 0 0 0,0-1 0 0 0,0 1-1 0 0,0-1 1 0 0,0 1 0 0 0,0-1 0 0 0,0 1 0 0 0,0-1-1 0 0,-1 1 1 0 0,1-1 0 0 0,0 1 0 0 0,-1 0 0 0 0,0-1-1 0 0,1 1 1 0 0,-1-1 0 0 0,0 1 0 0 0,1 0 0 0 0,-1 0-1 0 0,0-1 1 0 0,0 1 0 0 0,0 0 0 0 0,0 0 0 0 0,0 0-1 0 0,-2-1 1 0 0,1 0-123 0 0,-1 0 0 0 0,1 0 0 0 0,-1 1 1 0 0,0-1-1 0 0,1 1 0 0 0,-1-1 0 0 0,0 1 0 0 0,0 0 0 0 0,0 0 0 0 0,0 0 0 0 0,0 1 0 0 0,0-1 0 0 0,-1 1 0 0 0,1 0 1 0 0,0 0-1 0 0,0 0 0 0 0,0 0 0 0 0,0 0 0 0 0,-5 2 0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3.7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14 14283 0 0,'-1'0'109'0'0,"0"0"1"0"0,1-1-1 0 0,-1 1 1 0 0,0 0-1 0 0,0 0 0 0 0,1 0 1 0 0,-1 0-1 0 0,0-1 1 0 0,0 1-1 0 0,1 0 0 0 0,-1 0 1 0 0,0 0-1 0 0,0 1 0 0 0,1-1 1 0 0,-1 0-1 0 0,0 0 1 0 0,0 0-1 0 0,1 1 0 0 0,-1-1 1 0 0,0 0-1 0 0,1 1 1 0 0,-1-1-1 0 0,0 0 0 0 0,1 1 1 0 0,-1-1-1 0 0,0 1 1 0 0,1-1-1 0 0,-1 1 0 0 0,1-1 1 0 0,-1 1-1 0 0,1 0 0 0 0,-1-1 1 0 0,1 1-1 0 0,0-1 1 0 0,-1 2-1 0 0,-17 26 793 0 0,14-18-876 0 0,1 0 1 0 0,0 1 0 0 0,0-1-1 0 0,2 1 1 0 0,-1-1-1 0 0,1 1 1 0 0,1 0 0 0 0,0-1-1 0 0,0 1 1 0 0,1 0 0 0 0,0-1-1 0 0,1 1 1 0 0,1-1-1 0 0,-1 1 1 0 0,1-1 0 0 0,1 0-1 0 0,0 0 1 0 0,6 11 0 0 0,-5-11-10 0 0,1 1 0 0 0,0-1 1 0 0,1 0-1 0 0,0-1 1 0 0,0 0-1 0 0,1 0 0 0 0,0 0 1 0 0,0-1-1 0 0,1 0 0 0 0,0 0 1 0 0,1-1-1 0 0,-1-1 1 0 0,2 0-1 0 0,-1 0 0 0 0,0-1 1 0 0,15 6-1 0 0,-22-10 6 0 0,0 0-1 0 0,0 0 1 0 0,0 0-1 0 0,0-1 1 0 0,0 1-1 0 0,1-1 0 0 0,-1 0 1 0 0,0 1-1 0 0,0-2 1 0 0,0 1-1 0 0,0 0 1 0 0,1 0-1 0 0,-1-1 1 0 0,0 0-1 0 0,0 0 0 0 0,0 0 1 0 0,0 0-1 0 0,0 0 1 0 0,0 0-1 0 0,-1-1 1 0 0,1 0-1 0 0,0 1 1 0 0,-1-1-1 0 0,1 0 0 0 0,-1 0 1 0 0,1 0-1 0 0,-1-1 1 0 0,0 1-1 0 0,0 0 1 0 0,0-1-1 0 0,0 0 1 0 0,-1 1-1 0 0,1-1 1 0 0,-1 0-1 0 0,2-4 0 0 0,0-2 56 0 0,0 0 0 0 0,-1 1 0 0 0,0-1 0 0 0,-1-1 1 0 0,1 1-1 0 0,-2 0 0 0 0,1 0 0 0 0,-2 0 0 0 0,1 0 0 0 0,-1-1 0 0 0,-2-10 0 0 0,-1 4 36 0 0,-1 0 1 0 0,-1-1 0 0 0,0 2 0 0 0,-1-1 0 0 0,0 1-1 0 0,-1 0 1 0 0,-17-22 0 0 0,18 28-435 0 0,-1-1 0 0 0,0 1 0 0 0,-1 0 0 0 0,-17-12 0 0 0,20 16-664 0 0,-1 1 1 0 0,0-1 0 0 0,-1 1-1 0 0,1 1 1 0 0,-1 0 0 0 0,1 0-1 0 0,-14-3 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2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32 131 3225 0 0,'-32'-2'12568'0'0,"34"15"-13151"0"0,3 5 1092 0 0,1-1 1 0 0,1 0-1 0 0,0 0 0 0 0,1-1 1 0 0,1 0-1 0 0,0 0 0 0 0,1-1 0 0 0,1 0 1 0 0,1-1-1 0 0,17 17 0 0 0,-24-26-486 0 0,1 0 0 0 0,-1 0-1 0 0,1-1 1 0 0,0 1-1 0 0,1-1 1 0 0,-1-1 0 0 0,1 1-1 0 0,0-1 1 0 0,7 2-1 0 0,-11-4-36 0 0,0 0-1 0 0,0-1 1 0 0,0 1-1 0 0,1-1 1 0 0,-1 0-1 0 0,0 0 1 0 0,0 0-1 0 0,1 0 1 0 0,-1-1-1 0 0,0 1 1 0 0,0-1-1 0 0,0 0 1 0 0,0 0-1 0 0,0 0 1 0 0,0 0-1 0 0,0-1 1 0 0,0 1-1 0 0,0-1 0 0 0,0 0 1 0 0,-1 1-1 0 0,1-1 1 0 0,4-4-1 0 0,0-2 29 0 0,0 0 0 0 0,0-1 0 0 0,-1 0-1 0 0,0 0 1 0 0,-1 0 0 0 0,0 0 0 0 0,0-1 0 0 0,-1 0-1 0 0,0 0 1 0 0,-1 0 0 0 0,0 0 0 0 0,-1-1-1 0 0,0 1 1 0 0,0-1 0 0 0,-1-15 0 0 0,0-10 206 0 0,-2 0 0 0 0,-2 0 0 0 0,-8-44 0 0 0,19 113-127 0 0,2 0 1 0 0,2-1-1 0 0,1 0 1 0 0,1-1-1 0 0,2 0 1 0 0,0-1-1 0 0,3-1 1 0 0,30 38-1 0 0,-41-59-693 0 0,0 0-1 0 0,0-1 1 0 0,1 0 0 0 0,16 8-1 0 0,-2-2-519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5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15 10594 0 0,'-1'-1'358'0'0,"0"0"0"0"0,0 0-1 0 0,0 0 1 0 0,0 0 0 0 0,0 0-1 0 0,0 0 1 0 0,0 0 0 0 0,0 0-1 0 0,-1 0 1 0 0,1 0 0 0 0,0 1-1 0 0,0-1 1 0 0,-1 1 0 0 0,1-1-1 0 0,-1 1 1 0 0,1-1 0 0 0,-1 1-1 0 0,1 0 1 0 0,-2-1 0 0 0,2 2-215 0 0,0-1 0 0 0,1 1 1 0 0,-1-1-1 0 0,0 1 0 0 0,1-1 1 0 0,-1 1-1 0 0,1-1 0 0 0,-1 1 1 0 0,1-1-1 0 0,-1 1 0 0 0,1 0 1 0 0,0-1-1 0 0,-1 1 0 0 0,1 0 1 0 0,0-1-1 0 0,-1 1 0 0 0,1 0 1 0 0,0 0-1 0 0,0-1 0 0 0,-1 1 1 0 0,1 0-1 0 0,0 0 0 0 0,0 0 1 0 0,0 1-1 0 0,0 7 97 0 0,0 1 0 0 0,1-1 0 0 0,0 0 0 0 0,3 13 0 0 0,10 32-24 0 0,2-1 0 0 0,3-1-1 0 0,2-1 1 0 0,34 62-1 0 0,128 182-288 0 0,-173-279-2 0 0,8 10-1260 0 0,-2 1 0 0 0,18 42 0 0 0,-23-39-5798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7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1 310 13363 0 0,'-1'-1'88'0'0,"1"0"0"0"0,0 0-1 0 0,0 0 1 0 0,0 0 0 0 0,0 0 0 0 0,0 0 0 0 0,0 0 0 0 0,0 0 0 0 0,1 0-1 0 0,-1 0 1 0 0,0 0 0 0 0,0 0 0 0 0,1 0 0 0 0,-1 0 0 0 0,1 0 0 0 0,-1 0-1 0 0,1 0 1 0 0,-1 0 0 0 0,1 0 0 0 0,-1 0 0 0 0,1 0 0 0 0,0 1 0 0 0,0-1-1 0 0,0-1 1 0 0,26-21 1052 0 0,-18 14-815 0 0,164-132 4252 0 0,-49 61-5244 0 0,-92 64-56 0 0,-1 0-12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5.5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239 338 10594 0 0,'-31'11'258'0'0,"-1"-1"0"0"0,1-2 0 0 0,-42 6 1 0 0,2-4 2625 0 0,420-69 808 0 0,-101 15-2912 0 0,75-19 452 0 0,-88 16-435 0 0,418-74 540 0 0,-558 103-1252 0 0,-27 5-3 0 0,-1 2 0 0 0,94-3 0 0 0,-153 14-327 0 0,0 0 1 0 0,0 0-1 0 0,1 1 1 0 0,-1 0-1 0 0,0 0 1 0 0,0 1-1 0 0,0 0 1 0 0,11 5-1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6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0 5985 0 0,'-1'1'170'0'0,"1"-1"-1"0"0,-1 1 0 0 0,1-1 1 0 0,-1 1-1 0 0,1 0 0 0 0,0-1 1 0 0,-1 1-1 0 0,1 0 0 0 0,0-1 1 0 0,0 1-1 0 0,-1 0 0 0 0,1-1 1 0 0,0 1-1 0 0,0 0 0 0 0,0 0 1 0 0,0-1-1 0 0,0 1 1 0 0,0 0-1 0 0,0-1 0 0 0,0 1 1 0 0,0 0-1 0 0,0 0 0 0 0,1 0 1 0 0,1 19 1192 0 0,24 109 2957 0 0,-9-52-3448 0 0,-3 0 1 0 0,6 132-1 0 0,-25-147-96 0 0,3-49-768 0 0,1 0 0 0 0,0 0 0 0 0,1 1 1 0 0,0-1-1 0 0,1 0 0 0 0,3 20 1 0 0,12-5-6600 0 0,-11-22 4415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6.9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93 129 9218 0 0,'-66'11'2255'0'0,"39"-6"2073"0"0,37-6-1929 0 0,306-64 858 0 0,-198 36-2987 0 0,167-17 1 0 0,-252 43-885 0 0,-1 2 0 0 0,54 5-1 0 0,-13 11-2473 0 0,-58-10 762 0 0,0 0 0 0 0,25 13 0 0 0,-24-9-2066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7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1 14283 0 0,'-16'4'528'0'0,"0"1"1235"0"0,17-4-1704 0 0,-1-1 0 0 0,1 1 0 0 0,-1 0 0 0 0,1-1 0 0 0,0 0 0 0 0,-1 1 0 0 0,1-1 0 0 0,0 1 0 0 0,-1-1 0 0 0,1 0 0 0 0,0 1 0 0 0,0-1 0 0 0,-1 0 0 0 0,1 0 0 0 0,0 0 1 0 0,0 1-1 0 0,0-1 0 0 0,-1 0 0 0 0,1 0 0 0 0,0 0 0 0 0,0 0 0 0 0,1-1 0 0 0,19 6 418 0 0,0 0 1 0 0,0 1-1 0 0,0 1 0 0 0,-1 1 1 0 0,0 1-1 0 0,21 13 1 0 0,111 80 919 0 0,-39-25-1207 0 0,29 2-2877 0 0,-114-63-4620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7.4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250 0 13363 0 0,'-8'11'5204'0'0,"-30"65"-2446"0"0,-135 478-598 0 0,146-428-2304 0 0,24-91-256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8.3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 10594 0 0,'-24'0'7211'0'0,"24"2"-7035"0"0,0 0-1 0 0,0 1 1 0 0,0-1-1 0 0,0 0 1 0 0,0 0-1 0 0,1 1 1 0 0,-1-1-1 0 0,1 0 1 0 0,0 0-1 0 0,0 0 0 0 0,1 4 1 0 0,36 93 755 0 0,27 107 0 0 0,-57-178-2073 0 0,1-1 1 0 0,1-1 0 0 0,22 41 0 0 0,-28-60-576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8.6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16 136 7370 0 0,'1'-7'294'0'0,"0"0"0"0"0,0 0 0 0 0,1 0 1 0 0,1 0-1 0 0,-1 0 0 0 0,1 1 0 0 0,0-1 1 0 0,0 1-1 0 0,1-1 0 0 0,0 1 0 0 0,0 0 1 0 0,0 1-1 0 0,1-1 0 0 0,0 1 0 0 0,0 0 0 0 0,1 0 1 0 0,-1 0-1 0 0,1 1 0 0 0,0-1 0 0 0,0 2 1 0 0,11-6-1 0 0,-15 8-177 0 0,0 0-1 0 0,0 1 1 0 0,0-1-1 0 0,0 1 1 0 0,0-1 0 0 0,0 1-1 0 0,0 0 1 0 0,0 0-1 0 0,0 0 1 0 0,0 0 0 0 0,0 0-1 0 0,0 1 1 0 0,0-1 0 0 0,-1 1-1 0 0,1-1 1 0 0,0 1-1 0 0,0-1 1 0 0,0 1 0 0 0,0 0-1 0 0,3 2 1 0 0,-3-1 8 0 0,1 1 1 0 0,0-1 0 0 0,-1 1-1 0 0,0 0 1 0 0,1-1 0 0 0,-1 1-1 0 0,0 0 1 0 0,-1 0 0 0 0,1 1-1 0 0,0-1 1 0 0,0 4-1 0 0,1 1 0 0 0,0 0-1 0 0,-1 0 0 0 0,0 1 1 0 0,-1-1-1 0 0,0 1 0 0 0,0-1 1 0 0,-1 1-1 0 0,0 0 0 0 0,-1 8 1 0 0,-3 1-38 0 0,0-1-1 0 0,-2 1 1 0 0,0-1 0 0 0,0-1 0 0 0,-2 1-1 0 0,-14 23 1 0 0,14-28-154 0 0,0 0-1 0 0,-1 0 1 0 0,0-1 0 0 0,0 0-1 0 0,-2-1 1 0 0,1 0 0 0 0,-1 0-1 0 0,-20 12 1 0 0,30-21-197 0 0,0 0 1 0 0,-1 0-1 0 0,1 0 1 0 0,-1-1-1 0 0,0 1 0 0 0,1-1 1 0 0,-1 1-1 0 0,0-1 1 0 0,1 1-1 0 0,-1-1 0 0 0,0 0 1 0 0,1 0-1 0 0,-1 0 0 0 0,0 0 1 0 0,1 0-1 0 0,-1 0 1 0 0,-2-1-1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2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40 103 10594 0 0,'-1'-1'112'0'0,"0"1"0"0"0,0 0-1 0 0,1 0 1 0 0,-1 0 0 0 0,0 0-1 0 0,0 0 1 0 0,1 0 0 0 0,-1 1-1 0 0,0-1 1 0 0,1 0 0 0 0,-1 0-1 0 0,0 0 1 0 0,1 1 0 0 0,-1-1-1 0 0,0 0 1 0 0,1 1 0 0 0,-1-1-1 0 0,0 1 1 0 0,1-1 0 0 0,-1 0 0 0 0,1 1-1 0 0,-1-1 1 0 0,1 1 0 0 0,-1 0-1 0 0,1-1 1 0 0,-1 1 0 0 0,1-1-1 0 0,0 1 1 0 0,-1 0 0 0 0,1-1-1 0 0,0 1 1 0 0,0 0 0 0 0,-1 0-1 0 0,-12 25 1902 0 0,10-16-1755 0 0,2 0 0 0 0,-1 0 0 0 0,1 0 0 0 0,1 0 1 0 0,0 1-1 0 0,0-1 0 0 0,3 12 0 0 0,16 71-142 0 0,-14-72-41 0 0,-2-10-140 0 0,-1-1-47 0 0,0 0 1 0 0,0 0-1 0 0,1 0 0 0 0,0 0 1 0 0,1 0-1 0 0,0-1 0 0 0,1 0 1 0 0,0 0-1 0 0,8 12 0 0 0,-15-51-3659 0 0,-1 8 3022 0 0,-16-134-1373 0 0,18 131 2613 0 0,1 0 0 0 0,0 0 1 0 0,2 0-1 0 0,7-32 0 0 0,-9 55-386 0 0,0 1 0 0 0,0 0 1 0 0,0-1-1 0 0,1 1 0 0 0,-1 0 0 0 0,0-1 0 0 0,1 1 0 0 0,-1 0 0 0 0,1-1 0 0 0,0 1 0 0 0,-1 0 1 0 0,1 0-1 0 0,0-1 0 0 0,0 1 0 0 0,-1 0 0 0 0,1 0 0 0 0,0 0 0 0 0,0 0 0 0 0,0 0 1 0 0,0 0-1 0 0,1 1 0 0 0,-1-1 0 0 0,0 0 0 0 0,1 0 0 0 0,0 1 44 0 0,-1 0 0 0 0,1 0-1 0 0,-1 0 1 0 0,0 0 0 0 0,1 1-1 0 0,-1-1 1 0 0,0 1 0 0 0,1-1 0 0 0,-1 1-1 0 0,0-1 1 0 0,0 1 0 0 0,1 0-1 0 0,-1 0 1 0 0,0-1 0 0 0,0 1 0 0 0,0 0-1 0 0,0 0 1 0 0,2 2 0 0 0,5 7 431 0 0,0 0 0 0 0,-1 0 1 0 0,11 19-1 0 0,6 20-110 0 0,-14-28-408 0 0,0-1-1 0 0,13 19 1 0 0,-20-34-66 0 0,1 0-1 0 0,-1-1 1 0 0,1 1 0 0 0,0-1-1 0 0,1 0 1 0 0,-1 0 0 0 0,1 0 0 0 0,0-1-1 0 0,-1 0 1 0 0,1 0 0 0 0,1 0-1 0 0,7 3 1 0 0,-11-5-56 0 0,0 0 0 0 0,0-1 1 0 0,0 1-1 0 0,1-1 0 0 0,-1 1 0 0 0,0-1 1 0 0,0 0-1 0 0,0 0 0 0 0,1 0 0 0 0,-1 0 1 0 0,0 0-1 0 0,0-1 0 0 0,0 1 0 0 0,1-1 1 0 0,-1 1-1 0 0,0-1 0 0 0,0 0 0 0 0,0 0 0 0 0,3-1 1 0 0,-2-1-41 0 0,0 0 0 0 0,0 1 0 0 0,1-1 0 0 0,-2 0 0 0 0,1 0 0 0 0,0-1 0 0 0,0 1 0 0 0,-1 0 0 0 0,3-7 0 0 0,3-7-44 0 0,-1 0 0 0 0,-1 0-1 0 0,7-31 1 0 0,-11 41 243 0 0,6-25 74 0 0,-6 18 37 0 0,1 0-1 0 0,0 0 1 0 0,1 1 0 0 0,1-1-1 0 0,0 1 1 0 0,1 0-1 0 0,0 0 1 0 0,10-13-1 0 0,-16 25-181 0 0,1 0 0 0 0,0 0 0 0 0,0 0 0 0 0,0 0 0 0 0,0 0-1 0 0,0 0 1 0 0,0 0 0 0 0,0 0 0 0 0,0 1 0 0 0,0-1-1 0 0,0 1 1 0 0,0-1 0 0 0,0 1 0 0 0,1-1 0 0 0,-1 1-1 0 0,0-1 1 0 0,0 1 0 0 0,0 0 0 0 0,1 0 0 0 0,-1 0-1 0 0,0-1 1 0 0,0 1 0 0 0,1 1 0 0 0,-1-1 0 0 0,0 0-1 0 0,1 0 1 0 0,-1 0 0 0 0,0 1 0 0 0,0-1 0 0 0,0 0-1 0 0,1 1 1 0 0,-1-1 0 0 0,0 1 0 0 0,0 0 0 0 0,0-1-1 0 0,0 1 1 0 0,0 0 0 0 0,0 0 0 0 0,0-1 0 0 0,0 1-1 0 0,0 0 1 0 0,0 0 0 0 0,-1 0 0 0 0,1 0 0 0 0,0 0-1 0 0,0 2 1 0 0,6 6 47 0 0,-1 0 0 0 0,0 1 1 0 0,-1 0-1 0 0,4 12 0 0 0,-6-15-40 0 0,2 2-135 0 0,5 15 236 0 0,1-1 0 0 0,18 26 0 0 0,-23-41-546 0 0,-1-1-1 0 0,1 0 1 0 0,1 0-1 0 0,-1 0 1 0 0,1-1-1 0 0,0 0 1 0 0,0-1-1 0 0,1 1 1 0 0,15 7-1 0 0,-3-4-6551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5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1 10594 0 0,'-2'1'135'0'0,"0"0"0"0"0,0 0 0 0 0,0 1 0 0 0,1-1 0 0 0,-1 0 0 0 0,1 1 0 0 0,-1-1 0 0 0,1 1 0 0 0,-1 0 0 0 0,1 0 0 0 0,0-1 0 0 0,0 1 0 0 0,0 0 0 0 0,-2 4 0 0 0,-12 35 1524 0 0,10-26-1283 0 0,0-4-250 0 0,1 1 0 0 0,1-1 0 0 0,0 0 0 0 0,1 1 0 0 0,0 0 0 0 0,0 0 0 0 0,1-1 0 0 0,1 1 0 0 0,0 0 0 0 0,1 0 0 0 0,0 0 0 0 0,1-1 0 0 0,0 1 0 0 0,1 0 0 0 0,0-1 0 0 0,1 0 0 0 0,0 0 0 0 0,0 0 0 0 0,2 0-1 0 0,-1-1 1 0 0,1 1 0 0 0,1-1 0 0 0,0-1 0 0 0,0 1 0 0 0,1-1 0 0 0,0-1 0 0 0,0 0 0 0 0,1 0 0 0 0,0 0 0 0 0,1-1 0 0 0,13 8 0 0 0,-16-11 10 0 0,0 0 0 0 0,0 0 0 0 0,0-1 0 0 0,0 0 0 0 0,0-1 0 0 0,1 1 0 0 0,-1-1 0 0 0,1-1 0 0 0,11 2-1 0 0,-16-3-94 0 0,0 0-1 0 0,0 0 0 0 0,0-1 0 0 0,1 1 0 0 0,-1-1 1 0 0,0 1-1 0 0,0-1 0 0 0,-1 0 0 0 0,1-1 0 0 0,0 1 1 0 0,0 0-1 0 0,0-1 0 0 0,-1 1 0 0 0,1-1 0 0 0,-1 0 1 0 0,1 0-1 0 0,-1 0 0 0 0,0 0 0 0 0,0 0 0 0 0,0-1 1 0 0,0 1-1 0 0,0-1 0 0 0,0 1 0 0 0,-1-1 0 0 0,1 0 1 0 0,1-3-1 0 0,1-6 87 0 0,0 1-1 0 0,0 0 1 0 0,-1-1 0 0 0,-1 0 0 0 0,0 0-1 0 0,-1 0 1 0 0,0 0 0 0 0,0 0 0 0 0,-2 0-1 0 0,1 1 1 0 0,-2-1 0 0 0,-4-23 0 0 0,3 24-85 0 0,0-1 1 0 0,0 1-1 0 0,-1 0 1 0 0,-1 0-1 0 0,0 0 1 0 0,0 1-1 0 0,-1 0 1 0 0,0 0-1 0 0,-1 0 1 0 0,0 1-1 0 0,-1 0 1 0 0,0 0-1 0 0,-11-9 1 0 0,14 14-94 0 0,0 1 1 0 0,0 0-1 0 0,0 0 1 0 0,-1 0-1 0 0,1 1 0 0 0,-1 0 1 0 0,1 0-1 0 0,-1 0 0 0 0,0 1 1 0 0,0 0-1 0 0,0 0 1 0 0,0 0-1 0 0,0 1 0 0 0,0 0 1 0 0,0 0-1 0 0,0 0 1 0 0,0 1-1 0 0,0 0 0 0 0,0 0 1 0 0,-5 3-1 0 0,2-2-239 0 0,0 2 0 0 0,1-1 1 0 0,0 1-1 0 0,0 0 0 0 0,0 1 0 0 0,0 0 0 0 0,1 0 1 0 0,0 0-1 0 0,0 1 0 0 0,0 0 0 0 0,1 1 0 0 0,-9 10 1 0 0,0 4 254 0 0,1-3 35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155 69 11522 0 0,'1'-4'365'0'0,"-1"1"0"0"0,0-1-1 0 0,0 1 1 0 0,0-1-1 0 0,-1 0 1 0 0,1 1-1 0 0,-1-1 1 0 0,0 1 0 0 0,0-1-1 0 0,0 1 1 0 0,0-1-1 0 0,-1 1 1 0 0,1 0-1 0 0,-3-4 1 0 0,4 6-279 0 0,-1 0-1 0 0,0 0 1 0 0,0 0-1 0 0,0 0 1 0 0,0 1 0 0 0,0-1-1 0 0,0 0 1 0 0,0 0-1 0 0,-1 1 1 0 0,1-1-1 0 0,0 0 1 0 0,0 1 0 0 0,0-1-1 0 0,-1 1 1 0 0,1 0-1 0 0,0-1 1 0 0,-1 1 0 0 0,1 0-1 0 0,0 0 1 0 0,-1 0-1 0 0,1 0 1 0 0,0 0 0 0 0,-1 0-1 0 0,1 0 1 0 0,0 0-1 0 0,-1 0 1 0 0,1 1 0 0 0,0-1-1 0 0,0 1 1 0 0,-1-1-1 0 0,1 1 1 0 0,0-1 0 0 0,0 1-1 0 0,0 0 1 0 0,0-1-1 0 0,-1 1 1 0 0,1 0 0 0 0,0 0-1 0 0,0 0 1 0 0,0 1-1 0 0,-8 6 3 0 0,1-1 0 0 0,0 2-1 0 0,0-1 1 0 0,1 1-1 0 0,0 1 1 0 0,1-1 0 0 0,0 1-1 0 0,0 0 1 0 0,1 0-1 0 0,0 1 1 0 0,1 0-1 0 0,0 0 1 0 0,-2 12 0 0 0,4-17-90 0 0,1-1 1 0 0,0 1 0 0 0,0-1 0 0 0,1 1 0 0 0,-1 0-1 0 0,1-1 1 0 0,0 1 0 0 0,1 0 0 0 0,-1-1 0 0 0,1 1-1 0 0,0 0 1 0 0,1-1 0 0 0,-1 1 0 0 0,1-1-1 0 0,0 0 1 0 0,0 0 0 0 0,1 0 0 0 0,0 0 0 0 0,0 0-1 0 0,0 0 1 0 0,0 0 0 0 0,1-1 0 0 0,0 0-1 0 0,0 0 1 0 0,0 0 0 0 0,0 0 0 0 0,10 6 0 0 0,7 1 35 0 0,1-1 0 0 0,29 10 1 0 0,32 14 130 0 0,-75-30-147 0 0,0 0-1 0 0,-1 1 1 0 0,1 0 0 0 0,-1 0 0 0 0,0 1 0 0 0,-1 0 0 0 0,10 11-1 0 0,-14-14-11 0 0,0 0-1 0 0,0 0 0 0 0,0 0 0 0 0,-1 0 1 0 0,1 0-1 0 0,-1 1 0 0 0,0-1 0 0 0,0 0 1 0 0,0 1-1 0 0,-1-1 0 0 0,1 1 0 0 0,-1-1 1 0 0,0 1-1 0 0,1-1 0 0 0,-2 1 0 0 0,1 0 0 0 0,0-1 1 0 0,-1 1-1 0 0,0-1 0 0 0,0 0 0 0 0,0 1 1 0 0,0-1-1 0 0,0 0 0 0 0,-1 1 0 0 0,1-1 1 0 0,-1 0-1 0 0,0 0 0 0 0,-4 5 0 0 0,-3 4 54 0 0,1-1-1 0 0,-2-1 0 0 0,1 0 0 0 0,-2 0 1 0 0,-21 15-1 0 0,-83 46-2049 0 0,87-53-5420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0.6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2 9674 0 0,'-7'-1'9325'0'0,"7"1"-9244"0"0,5 63 280 0 0,3 0 0 0 0,16 63 0 0 0,44 127-4111 0 0,-64-238-2253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0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3 119 10594 0 0,'-2'-1'1050'0'0,"31"25"1601"0"0,14 42-591 0 0,-29-42-1777 0 0,1 0 0 0 0,26 29-1 0 0,-37-48-153 0 0,1 0-1 0 0,-1-1 0 0 0,1 0 1 0 0,0 1-1 0 0,0-2 0 0 0,0 1 0 0 0,1 0 1 0 0,-1-1-1 0 0,1 0 0 0 0,0-1 1 0 0,0 1-1 0 0,0-1 0 0 0,0 0 1 0 0,0-1-1 0 0,11 2 0 0 0,-16-2-71 0 0,0-1-1 0 0,0 0 1 0 0,0 0-1 0 0,0-1 1 0 0,0 1-1 0 0,0 0 0 0 0,0 0 1 0 0,0 0-1 0 0,0-1 1 0 0,0 1-1 0 0,0 0 1 0 0,0-1-1 0 0,0 1 1 0 0,0-1-1 0 0,0 0 1 0 0,0 1-1 0 0,0-1 1 0 0,0 1-1 0 0,0-1 1 0 0,-1 0-1 0 0,1 0 1 0 0,0 0-1 0 0,0-1 1 0 0,1 0 55 0 0,-1-1 0 0 0,0 1 0 0 0,1-1 0 0 0,-1 0 0 0 0,0 1 0 0 0,-1-1 0 0 0,1 0 0 0 0,0-5 0 0 0,0-3 110 0 0,-1 0 0 0 0,0 0 0 0 0,-3-17-1 0 0,-15-52-133 0 0,-1-4-270 0 0,17 75-397 0 0,1 0 0 0 0,1 0 1 0 0,-1 0-1 0 0,2 0 1 0 0,-1-1-1 0 0,4-15 1 0 0,1 9-829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1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 10594 0 0,'-2'5'6038'0'0,"2"15"-4256"0"0,1 22-1097 0 0,2 0 176 0 0,18 83 1 0 0,-16-105-1407 0 0,1 0 1 0 0,1 0-1 0 0,1 0 1 0 0,1 0-1 0 0,21 33 0 0 0,-23-43-597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5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0 158 3681 0 0,'4'11'8642'0'0,"5"6"-4120"0"0,34 48-3522 0 0,-23-35 127 0 0,-10-15-732 0 0,1 0 1 0 0,21 21-1 0 0,-28-31-312 0 0,0-1-1 0 0,0-1 0 0 0,0 1 1 0 0,1 0-1 0 0,0-1 0 0 0,-1 0 1 0 0,1 0-1 0 0,0-1 0 0 0,0 1 1 0 0,1-1-1 0 0,-1 0 0 0 0,11 2 1 0 0,-14-4-91 0 0,0 0 1 0 0,0-1-1 0 0,0 1 1 0 0,-1-1 0 0 0,1 1-1 0 0,0-1 1 0 0,0 0 0 0 0,-1 0-1 0 0,1 0 1 0 0,0 0 0 0 0,-1 0-1 0 0,1 0 1 0 0,-1 0-1 0 0,1 0 1 0 0,-1-1 0 0 0,1 1-1 0 0,-1-1 1 0 0,0 1 0 0 0,0-1-1 0 0,0 1 1 0 0,0-1 0 0 0,0 0-1 0 0,0 1 1 0 0,1-4-1 0 0,17-45-200 0 0,2-53-145 0 0,-18 78 505 0 0,1 1 0 0 0,2-1 1 0 0,0 1-1 0 0,2 0 0 0 0,12-28 1 0 0,-19 50-111 0 0,0 0 1 0 0,0 1 0 0 0,-1-1 0 0 0,1 0 0 0 0,0 0 0 0 0,0 1 0 0 0,1-1 0 0 0,-1 1 0 0 0,0-1-1 0 0,1 1 1 0 0,-1-1 0 0 0,0 1 0 0 0,1 0 0 0 0,0 0 0 0 0,-1-1 0 0 0,1 1 0 0 0,0 0 0 0 0,-1 1-1 0 0,1-1 1 0 0,0 0 0 0 0,0 0 0 0 0,0 1 0 0 0,0-1 0 0 0,3 0 0 0 0,-3 2-25 0 0,1 0 1 0 0,-1 0 0 0 0,0 0-1 0 0,-1 0 1 0 0,1 0-1 0 0,0 0 1 0 0,0 0 0 0 0,0 0-1 0 0,-1 1 1 0 0,1-1-1 0 0,0 1 1 0 0,-1 0 0 0 0,0-1-1 0 0,1 1 1 0 0,-1 0 0 0 0,0 0-1 0 0,0-1 1 0 0,0 1-1 0 0,0 0 1 0 0,0 0 0 0 0,0 0-1 0 0,0 4 1 0 0,23 65 240 0 0,-20-53-438 0 0,1 0 1 0 0,1-1-1 0 0,1 0 1 0 0,1 0-1 0 0,0-1 1 0 0,20 31-1 0 0,-12-28-1700 0 0,1 2-5385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9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53 143 10594 0 0,'0'-1'153'0'0,"-1"0"0"0"0,1 1-1 0 0,-1-1 1 0 0,1 1-1 0 0,0-1 1 0 0,-1 0 0 0 0,1 1-1 0 0,-1-1 1 0 0,1 1 0 0 0,-1-1-1 0 0,1 1 1 0 0,-1-1 0 0 0,0 1-1 0 0,1 0 1 0 0,-1-1 0 0 0,1 1-1 0 0,-1 0 1 0 0,0-1 0 0 0,1 1-1 0 0,-1 0 1 0 0,0 0-1 0 0,1 0 1 0 0,-1 0 0 0 0,0 0-1 0 0,0 0 1 0 0,1-1 0 0 0,-1 2-1 0 0,-1-1 1 0 0,1 0 47 0 0,0 1-1 0 0,0-1 1 0 0,0 1 0 0 0,-1 0 0 0 0,1 0-1 0 0,0 0 1 0 0,0-1 0 0 0,0 1 0 0 0,0 0-1 0 0,1 0 1 0 0,-1 0 0 0 0,0 1 0 0 0,0-1-1 0 0,0 1 1 0 0,-2 4 54 0 0,0 0 1 0 0,0-1-1 0 0,1 1 0 0 0,0 0 1 0 0,0 1-1 0 0,-1 6 1 0 0,2-1-232 0 0,1 1 0 0 0,0 0 0 0 0,0-1 0 0 0,1 1 0 0 0,1 0 0 0 0,0-1-1 0 0,1 1 1 0 0,0-1 0 0 0,1 0 0 0 0,0 0 0 0 0,11 21 0 0 0,-12-28-24 0 0,-1 1 0 0 0,1-1 0 0 0,1 0 0 0 0,-1 0 0 0 0,1-1 0 0 0,0 1 0 0 0,0-1 0 0 0,0 0 0 0 0,0 0 0 0 0,1 0 0 0 0,0 0 0 0 0,-1-1 0 0 0,1 0 0 0 0,1 0 0 0 0,-1 0 0 0 0,0-1 0 0 0,1 0 0 0 0,-1 0 0 0 0,1 0 0 0 0,0 0 0 0 0,0-1 0 0 0,0 0 0 0 0,-1 0-1 0 0,1-1 1 0 0,0 0 0 0 0,0 0 0 0 0,9-1 0 0 0,-13 1 13 0 0,0-1-1 0 0,1 1 1 0 0,-1-1-1 0 0,1 0 0 0 0,-1 0 1 0 0,0 0-1 0 0,0 0 1 0 0,1 0-1 0 0,-1-1 1 0 0,0 1-1 0 0,0-1 1 0 0,0 1-1 0 0,-1-1 0 0 0,1 0 1 0 0,0 1-1 0 0,0-1 1 0 0,2-4-1 0 0,-1 1 30 0 0,-1 0 0 0 0,1-1 0 0 0,-1 1 0 0 0,0 0 0 0 0,0-1 0 0 0,-1 1 0 0 0,2-10 0 0 0,-1-3 136 0 0,-1 0-1 0 0,-1-1 1 0 0,-3-34 0 0 0,-1 30-75 0 0,0 0 1 0 0,-1 0 0 0 0,-16-43 0 0 0,17 56-233 0 0,0 1-1 0 0,-1-1 1 0 0,0 1 0 0 0,0 0-1 0 0,0 0 1 0 0,-2 1 0 0 0,1-1-1 0 0,-1 2 1 0 0,0-1 0 0 0,0 1 0 0 0,-12-9-1 0 0,17 14-9 0 0,-1 1 0 0 0,0-1 0 0 0,1 1-1 0 0,-1 0 1 0 0,0 0 0 0 0,0 0 0 0 0,0 0 0 0 0,0 0-1 0 0,0 0 1 0 0,0 1 0 0 0,0 0 0 0 0,0 0 0 0 0,0-1-1 0 0,0 2 1 0 0,0-1 0 0 0,0 0 0 0 0,0 1 0 0 0,0-1-1 0 0,0 1 1 0 0,0 0 0 0 0,0 0 0 0 0,-4 2 0 0 0,-9 9-845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2.2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0 2304 0 0,'-3'2'441'0'0,"0"0"0"0"0,0 0 0 0 0,0 1 0 0 0,0-1 0 0 0,0 1 0 0 0,1-1 0 0 0,-1 1 0 0 0,1 0 0 0 0,0 0 0 0 0,0 0 0 0 0,0 0 0 0 0,0 0 0 0 0,0 1 0 0 0,1-1 0 0 0,-1 1 0 0 0,1-1 0 0 0,0 1 0 0 0,0-1 0 0 0,0 1 0 0 0,1 0-1 0 0,-1-1 1 0 0,1 1 0 0 0,0 0 0 0 0,0 7 0 0 0,1-5-167 0 0,0 0 0 0 0,1-1 1 0 0,-1 1-1 0 0,1 0 0 0 0,0 0 0 0 0,0-1 0 0 0,1 1 0 0 0,0-1 0 0 0,0 0 0 0 0,0 0 0 0 0,1 0 0 0 0,-1 0 1 0 0,1-1-1 0 0,8 9 0 0 0,56 36 1357 0 0,-55-41-1300 0 0,-1 0 0 0 0,0 1 0 0 0,0 0 0 0 0,0 1 0 0 0,-1 0 0 0 0,-1 1 0 0 0,0 0 0 0 0,15 22 0 0 0,-23-29-267 0 0,0 0 0 0 0,0 0 1 0 0,0 1-1 0 0,-1-1 0 0 0,0 1 0 0 0,1-1 0 0 0,-2 1 0 0 0,1-1 0 0 0,0 1 1 0 0,-1-1-1 0 0,0 1 0 0 0,0 0 0 0 0,-1-1 0 0 0,0 7 0 0 0,-1-3-9 0 0,0 0 0 0 0,-1-1 0 0 0,0 1 0 0 0,0-1 0 0 0,0 0 0 0 0,-1 0 0 0 0,-8 11 0 0 0,-4 2-94 0 0,-1-1 0 0 0,0-1 1 0 0,-2-1-1 0 0,-23 18 0 0 0,15-14 153 0 0,-56 32 0 0 0,50-35-11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8.7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85 920 0 0,'-8'-3'547'0'0,"1"1"-1"0"0,-1 0 1 0 0,0 1 0 0 0,1-1-1 0 0,-1 1 1 0 0,0 1-1 0 0,0 0 1 0 0,1 0 0 0 0,-1 0-1 0 0,-15 3 1 0 0,19-2-340 0 0,0 1-1 0 0,0-1 1 0 0,1 1 0 0 0,-1 0 0 0 0,0 0 0 0 0,1 0 0 0 0,-1 0 0 0 0,1 0-1 0 0,-1 1 1 0 0,1 0 0 0 0,0-1 0 0 0,0 1 0 0 0,0 0 0 0 0,1 1 0 0 0,-1-1-1 0 0,1 0 1 0 0,0 1 0 0 0,-1 0 0 0 0,2-1 0 0 0,-1 1 0 0 0,0 0 0 0 0,0 4-1 0 0,-4 11-97 0 0,1 1-1 0 0,2-1 1 0 0,0 1-1 0 0,0 0 1 0 0,2 0-1 0 0,1 0 1 0 0,0 0-1 0 0,2-1 0 0 0,0 1 1 0 0,8 31-1 0 0,-7-36-148 0 0,1-1-1 0 0,1 1 1 0 0,1-1-1 0 0,0 0 0 0 0,0 0 1 0 0,2-1-1 0 0,-1 0 1 0 0,2 0-1 0 0,0 0 1 0 0,0-1-1 0 0,1-1 0 0 0,1 0 1 0 0,0 0-1 0 0,17 13 1 0 0,-19-19-36 0 0,-1 0 1 0 0,0-1-1 0 0,1 0 1 0 0,0 0-1 0 0,0-1 1 0 0,0 0-1 0 0,1-1 1 0 0,-1 0-1 0 0,1 0 1 0 0,-1-1-1 0 0,1 0 1 0 0,-1-1-1 0 0,1 0 1 0 0,-1-1-1 0 0,13-1 1 0 0,-17 1 129 0 0,1 0 0 0 0,0-1-1 0 0,0 1 1 0 0,-1-1 0 0 0,1 0 0 0 0,-1 0 0 0 0,1-1 0 0 0,-1 0 0 0 0,0 0 0 0 0,0 0 0 0 0,0 0-1 0 0,-1-1 1 0 0,1 0 0 0 0,-1 0 0 0 0,0 0 0 0 0,0-1 0 0 0,0 1 0 0 0,-1-1 0 0 0,1 0 0 0 0,-1 0 0 0 0,0 0-1 0 0,-1 0 1 0 0,1-1 0 0 0,-1 1 0 0 0,3-10 0 0 0,-1-11 456 0 0,-1 0 0 0 0,-1 0 0 0 0,-1-1-1 0 0,-1 1 1 0 0,-1 0 0 0 0,-2 0 0 0 0,0 0 0 0 0,-2 0 0 0 0,-1 0 0 0 0,-1 1-1 0 0,-1 0 1 0 0,-14-29 0 0 0,16 40-256 0 0,-2 1-1 0 0,0-1 1 0 0,0 2-1 0 0,-1-1 1 0 0,-1 1-1 0 0,-16-16 0 0 0,19 22-235 0 0,0 0-1 0 0,0 0 1 0 0,0 0-1 0 0,-1 1 1 0 0,0 1-1 0 0,0-1 1 0 0,0 1-1 0 0,-1 0 1 0 0,1 1-1 0 0,-1 0 1 0 0,0 0-1 0 0,-9-1 1 0 0,-3 4-278 0 0,21 0 110 0 0,-1 0 0 0 0,0 0-1 0 0,1 0 1 0 0,-1 1 0 0 0,0-1 0 0 0,1 0 0 0 0,-1 0-1 0 0,0 0 1 0 0,1 1 0 0 0,-1-1 0 0 0,1 0 0 0 0,-1 1 0 0 0,1-1-1 0 0,-1 0 1 0 0,0 1 0 0 0,1-1 0 0 0,0 1 0 0 0,-1-1-1 0 0,1 1 1 0 0,-1-1 0 0 0,1 1 0 0 0,-1-1 0 0 0,1 1 0 0 0,0-1-1 0 0,-1 1 1 0 0,1-1 0 0 0,0 2 0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9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25 341 6913 0 0,'-14'-9'287'0'0,"3"3"2928"0"0,15 14-122 0 0,-4-7-2751 0 0,4 4-22 0 0,24 35 593 0 0,58 63 0 0 0,-74-92-699 0 0,0 1-1 0 0,0-2 1 0 0,1 0 0 0 0,1 0-1 0 0,-1-1 1 0 0,1-1-1 0 0,1 0 1 0 0,0-1-1 0 0,24 8 1 0 0,-16-8 203 0 0,-12-3-95 0 0,0 0 0 0 0,0-2 0 0 0,0 1 0 0 0,0-1 0 0 0,14 1-1 0 0,-31-40 1276 0 0,-42-187-325 0 0,5 29-2314 0 0,36 153-2151 0 0,0-47 0 0 0,7 69-3654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9.7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1222 19 6449 0 0,'-4'-19'3884'0'0,"9"31"35"0"0,8 30-1441 0 0,4 22-2088 0 0,3-1-1 0 0,29 66 1 0 0,68 114 793 0 0,-92-194-1133 0 0,1 3-109 0 0,3 4-252 0 0,35 96 1 0 0,-60-139 175 0 0,0 0 0 0 0,-1 0 0 0 0,-1 0 0 0 0,0 0 0 0 0,-1 0-1 0 0,0 0 1 0 0,-2 25 0 0 0,0-31 142 0 0,0-1 0 0 0,-1 1 0 0 0,1-1 0 0 0,-1 1 0 0 0,0-1 0 0 0,-1 0 0 0 0,0 0 0 0 0,0 0 0 0 0,0 0 0 0 0,0 0 0 0 0,-1-1 0 0 0,0 1 0 0 0,0-1 0 0 0,-1 0 0 0 0,0 0 0 0 0,1-1 0 0 0,-9 6 0 0 0,-30 18 1111 0 0,-3-2 0 0 0,-92 38-1 0 0,-10 5-546 0 0,121-54-551 0 0,-31 18 69 0 0,-1-4 0 0 0,-86 31 1 0 0,-312 94-110 0 0,261-87-51 0 0,35-7-2037 0 0,104-39-5110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40.0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98 199 2304 0 0,'-64'-127'5857'0'0,"31"55"738"0"0,74 161-1981 0 0,47 134-3758 0 0,-60-153-642 0 0,2-1 0 0 0,4-2 0 0 0,83 123 0 0 0,21 30-2025 0 0,-131-212 909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40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49 602 2761 0 0,'-34'-23'500'0'0,"33"22"-413"0"0,-1 0 0 0 0,1-1 0 0 0,0 1 0 0 0,0 0-1 0 0,0 0 1 0 0,0-1 0 0 0,0 1 0 0 0,0-1 0 0 0,1 1 0 0 0,-1-1-1 0 0,0 1 1 0 0,1-1 0 0 0,-1 1 0 0 0,1-1 0 0 0,0 0 0 0 0,-1 1-1 0 0,1-1 1 0 0,0 0 0 0 0,0 1 0 0 0,0-1 0 0 0,0 0 0 0 0,1-2-1 0 0,-1 3 46 0 0,1-1 0 0 0,0 1 0 0 0,0-1 0 0 0,0 1 0 0 0,-1 0 0 0 0,2-1-1 0 0,-1 1 1 0 0,0 0 0 0 0,0 0 0 0 0,0 0 0 0 0,0 0 0 0 0,1 0 0 0 0,-1 0-1 0 0,1 0 1 0 0,-1 0 0 0 0,3 0 0 0 0,29-12 815 0 0,-21 8-544 0 0,201-88 2616 0 0,41-16-406 0 0,-180 82-976 0 0,117-28 1 0 0,108-13 820 0 0,342-69-1054 0 0,-596 129-1482 0 0,1 2-242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58.6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76 206 1840 0 0,'-37'28'1457'0'0,"-1"0"4184"0"0,60-34-625 0 0,2-4-4431 0 0,-2-1 0 0 0,1 0 0 0 0,-2-2 1 0 0,28-21-1 0 0,77-73 824 0 0,-117 99-1367 0 0,0 0 0 0 0,1 0 0 0 0,0 1 0 0 0,0 1 0 0 0,0 0 0 0 0,17-8 0 0 0,18 2-6961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0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77 1840 0 0,'-5'-12'1475'0'0,"-18"-30"2261"0"0,22 41-3418 0 0,0-1 1 0 0,0 0-1 0 0,0 1 0 0 0,0-1 0 0 0,-1 1 1 0 0,1-1-1 0 0,-1 1 0 0 0,1 0 0 0 0,-1 0 1 0 0,0 0-1 0 0,1 0 0 0 0,-1 0 0 0 0,0 0 1 0 0,0 0-1 0 0,0 0 0 0 0,0 0 0 0 0,1 1 1 0 0,-1-1-1 0 0,-4 1 0 0 0,5 0-201 0 0,0 0-1 0 0,1 1 0 0 0,-1-1 1 0 0,0 0-1 0 0,0 1 1 0 0,0-1-1 0 0,1 1 0 0 0,-1 0 1 0 0,0-1-1 0 0,1 1 0 0 0,-1 0 1 0 0,0-1-1 0 0,1 1 1 0 0,-1 0-1 0 0,1 0 0 0 0,-1-1 1 0 0,1 1-1 0 0,-1 0 1 0 0,1 0-1 0 0,0 0 0 0 0,-1 0 1 0 0,1-1-1 0 0,0 1 0 0 0,0 0 1 0 0,0 0-1 0 0,0 0 1 0 0,0 2-1 0 0,-3 29 340 0 0,2-29-343 0 0,1 24-69 0 0,0-1 0 0 0,2 1 0 0 0,1 0 0 0 0,12 50 0 0 0,-11-62-34 0 0,0-1 1 0 0,1 0-1 0 0,1 0 1 0 0,0 0-1 0 0,1-1 1 0 0,1 0 0 0 0,0 0-1 0 0,1-1 1 0 0,0 0-1 0 0,14 14 1 0 0,-15-19-26 0 0,0-1 1 0 0,0 0 0 0 0,1-1-1 0 0,0 0 1 0 0,0 0 0 0 0,0-1 0 0 0,1 0-1 0 0,-1-1 1 0 0,1 0 0 0 0,0 0-1 0 0,0-1 1 0 0,0 0 0 0 0,0-1-1 0 0,0 0 1 0 0,0-1 0 0 0,0 0-1 0 0,1 0 1 0 0,18-4 0 0 0,-26 3 20 0 0,-1 0 1 0 0,1 0-1 0 0,0 0 1 0 0,-1 0-1 0 0,1 0 1 0 0,-1-1 0 0 0,0 1-1 0 0,0-1 1 0 0,1 0-1 0 0,-1 1 1 0 0,0-1-1 0 0,0 0 1 0 0,0 0-1 0 0,-1 0 1 0 0,1 0-1 0 0,0-1 1 0 0,-1 1 0 0 0,0 0-1 0 0,2-3 1 0 0,-2 1 56 0 0,0-1 0 0 0,0 1 1 0 0,0 0-1 0 0,0 0 0 0 0,-1 0 1 0 0,0 0-1 0 0,0-1 0 0 0,0 1 1 0 0,0 0-1 0 0,-1 0 0 0 0,-1-6 1 0 0,-2-6 203 0 0,-1 1 0 0 0,-1-1-1 0 0,-1 1 1 0 0,0 0 0 0 0,-10-15 0 0 0,0 1 182 0 0,0 2-1 0 0,-3 0 0 0 0,-35-39 1 0 0,48 59-441 0 0,-1-1 0 0 0,0 1 0 0 0,0 0 0 0 0,0 1 1 0 0,-1 0-1 0 0,0 0 0 0 0,-1 1 0 0 0,1 0 0 0 0,-1 0 1 0 0,0 1-1 0 0,0 1 0 0 0,0-1 0 0 0,0 2 0 0 0,-1-1 0 0 0,-11 0 1 0 0,18 3-123 0 0,0 0 0 0 0,-1 0 1 0 0,1 1-1 0 0,0-1 1 0 0,0 1-1 0 0,0 0 1 0 0,0 0-1 0 0,0 0 0 0 0,-7 4 1 0 0,-5 7-5778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3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33 8842 0 0,'0'-1'253'0'0,"-11"-19"1045"0"0,10 19-1067 0 0,1 1 0 0 0,-5-8 3005 0 0,4 8-3005 0 0,1-1 1 0 0,-1 1-1 0 0,1 0 0 0 0,-1 0 0 0 0,1-1 0 0 0,-1 1 0 0 0,0 0 0 0 0,0-1 0 0 0,1 5-32 0 0,1 0 0 0 0,-1 0 0 0 0,1-1-1 0 0,0 1 1 0 0,0-1 0 0 0,0 1 0 0 0,0-1-1 0 0,1 1 1 0 0,-1-1 0 0 0,4 5 0 0 0,-3-3 63 0 0,37 94 482 0 0,17 36 231 0 0,-49-121-1149 0 0,0 0 1 0 0,1-1 0 0 0,1-1-1 0 0,0 0 1 0 0,1 0 0 0 0,0 0-1 0 0,15 12 1 0 0,-11-15-1685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40 320 456 0 0,'-12'-8'-857'0'0,"-15"-11"11166"0"0,42 34-7530 0 0,25 24-865 0 0,-19-18-1113 0 0,0-1 1 0 0,48 34-1 0 0,-63-50-673 0 0,0 0-1 0 0,0-1 1 0 0,1 0-1 0 0,0 0 1 0 0,-1 0-1 0 0,1 0 1 0 0,0-1-1 0 0,0 0 1 0 0,0-1-1 0 0,1 0 1 0 0,-1 0-1 0 0,0 0 1 0 0,0-1-1 0 0,1 0 1 0 0,-1-1-1 0 0,0 1 1 0 0,8-3-1 0 0,-12 3-22 0 0,-1-1 0 0 0,1 0 0 0 0,-1 0 0 0 0,1 0 0 0 0,-1 0 1 0 0,0-1-1 0 0,1 1 0 0 0,-1 0 0 0 0,0-1 0 0 0,0 0 0 0 0,0 1 0 0 0,0-1 0 0 0,0 0 0 0 0,-1 0 0 0 0,1 0 0 0 0,0 0 0 0 0,1-3 0 0 0,-1 1 6 0 0,0-1 1 0 0,0 0-1 0 0,-1 1 0 0 0,1-1 0 0 0,-1 0 0 0 0,0 0 0 0 0,0 0 0 0 0,0-7 1 0 0,-2-7 71 0 0,0 0 0 0 0,0 0 0 0 0,-8-31 0 0 0,8 48-166 0 0,-7-35-90 0 0,-1-1 1 0 0,-2 2-1 0 0,-2 0 0 0 0,-1 0 0 0 0,-28-49 1 0 0,38 73-1797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0 6449 0 0,'-2'1'183'0'0,"0"-1"-1"0"0,0 1 0 0 0,0-1 0 0 0,1 1 0 0 0,-1 0 1 0 0,0-1-1 0 0,0 1 0 0 0,1 0 0 0 0,-1 0 0 0 0,0 0 0 0 0,1 0 1 0 0,-1 1-1 0 0,1-1 0 0 0,0 0 0 0 0,-1 1 0 0 0,1-1 1 0 0,0 1-1 0 0,0-1 0 0 0,0 1 0 0 0,0-1 0 0 0,0 1 1 0 0,0 0-1 0 0,0 0 0 0 0,0 0 0 0 0,1-1 0 0 0,-1 1 0 0 0,1 0 1 0 0,-1 3-1 0 0,-1 4 136 0 0,1-1 1 0 0,-1 1-1 0 0,2-1 0 0 0,-1 1 1 0 0,1 9-1 0 0,2 1 44 0 0,1 0 0 0 0,0 0 0 0 0,1 0 0 0 0,1 0 0 0 0,1-1 0 0 0,1 0 0 0 0,14 28 0 0 0,-14-34-250 0 0,0 1-1 0 0,1-1 0 0 0,0-1 1 0 0,1 1-1 0 0,1-2 0 0 0,-1 1 1 0 0,2-1-1 0 0,-1-1 0 0 0,2 0 0 0 0,22 15 1 0 0,-29-21-68 0 0,0-1 1 0 0,-1 0-1 0 0,1 0 1 0 0,1 0-1 0 0,-1-1 1 0 0,0 0-1 0 0,0 0 1 0 0,0 0-1 0 0,1 0 1 0 0,-1-1-1 0 0,0 0 1 0 0,1 0-1 0 0,-1 0 1 0 0,0-1-1 0 0,0 0 1 0 0,1 0-1 0 0,-1 0 1 0 0,0-1-1 0 0,0 1 1 0 0,0-1-1 0 0,0-1 1 0 0,8-4-1 0 0,-9 5 3 0 0,-1-1 0 0 0,0 1 0 0 0,0-1 0 0 0,0 0 0 0 0,0 0 0 0 0,0 0 0 0 0,-1 0 0 0 0,1-1 0 0 0,-1 1 0 0 0,0-1 0 0 0,0 1 0 0 0,0-1 0 0 0,-1 0 0 0 0,1 1 0 0 0,-1-1 0 0 0,0 0 0 0 0,0 0 0 0 0,0 0 0 0 0,0 0 0 0 0,-1 0 0 0 0,0 0 0 0 0,0-1 0 0 0,0 1 0 0 0,0 0 0 0 0,-1 0 0 0 0,1 0 0 0 0,-1 0 0 0 0,0 0 0 0 0,0 0 0 0 0,-2-4 0 0 0,-4-6 158 0 0,1 0-1 0 0,-2 1 1 0 0,0 0-1 0 0,0 0 1 0 0,-1 1-1 0 0,-1 0 1 0 0,-19-19-1 0 0,-1 3 137 0 0,-56-40 0 0 0,75 60-369 0 0,-1 1 0 0 0,0 0 0 0 0,0 1 0 0 0,0 1 0 0 0,-21-7 0 0 0,-34-3-4133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23 10594 0 0,'-1'0'128'0'0,"1"0"-1"0"0,-1 0 1 0 0,0 0-1 0 0,1 0 1 0 0,-1-1-1 0 0,1 1 1 0 0,-1 0-1 0 0,0-1 1 0 0,1 1-1 0 0,-1 0 1 0 0,1-1-1 0 0,-1 1 1 0 0,1-1-1 0 0,-1 1 1 0 0,1 0-1 0 0,-1-1 1 0 0,1 1 0 0 0,0-1-1 0 0,-1 0 1 0 0,1 1-1 0 0,0-1 1 0 0,-1 1-1 0 0,1-1 1 0 0,0 1-1 0 0,0-1 1 0 0,-1 0-1 0 0,1 1 1 0 0,0-1-1 0 0,0 0 1 0 0,0 1-1 0 0,2-9 3602 0 0,11 18-2190 0 0,-2 4-1233 0 0,-1 1 0 0 0,0 0 0 0 0,0 0 1 0 0,-2 1-1 0 0,9 20 0 0 0,27 83 962 0 0,-4-6-2190 0 0,-32-95 19 0 0,0-1 0 0 0,1 0 0 0 0,0-1-1 0 0,18 23 1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5 219 456 0 0,'-2'-12'758'0'0,"1"0"0"0"0,0 1 0 0 0,0-1 0 0 0,1 0 0 0 0,1 0 0 0 0,0 1 0 0 0,0-1 0 0 0,1 0 0 0 0,1 1 0 0 0,6-18 0 0 0,-8 25-568 0 0,1 0-1 0 0,0 0 0 0 0,0 0 1 0 0,0 0-1 0 0,0 0 0 0 0,1 0 1 0 0,-1 0-1 0 0,1 1 1 0 0,0-1-1 0 0,0 1 0 0 0,0 0 1 0 0,1 0-1 0 0,-1 0 0 0 0,1 1 1 0 0,0-1-1 0 0,-1 1 0 0 0,1 0 1 0 0,0 0-1 0 0,1 0 0 0 0,-1 0 1 0 0,0 1-1 0 0,0-1 1 0 0,1 1-1 0 0,-1 0 0 0 0,1 1 1 0 0,-1-1-1 0 0,1 1 0 0 0,-1 0 1 0 0,1 0-1 0 0,6 1 0 0 0,1 1-930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9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0 210 7834 0 0,'20'-31'6058'0'0,"25"-40"-4068"0"0,-36 59-2422 0 0,0 1-1 0 0,1 0 1 0 0,0 1 0 0 0,1 0 0 0 0,12-9-1 0 0,-16 15-164 0 0,-1-1 0 0 0,1 1 0 0 0,0 1 0 0 0,0-1 0 0 0,0 1 0 0 0,0 1 0 0 0,1-1 0 0 0,-1 1 0 0 0,1 0 0 0 0,0 1 0 0 0,8-1 0 0 0,-2 3 578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2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3209 0 0,'-6'34'16643'0'0,"14"-23"-18043"0"0,13 22 2060 0 0,-1 1 1 0 0,-2 0-1 0 0,23 61 1 0 0,-22-46-2941 0 0,32 54 0 0 0,-46-95 541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4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7 148 3225 0 0,'-1'-3'586'0'0,"0"1"0"0"0,0-1 0 0 0,0 0 1 0 0,0 0-1 0 0,1 0 0 0 0,-1 1 1 0 0,1-1-1 0 0,0 0 0 0 0,0 0 0 0 0,0 0 1 0 0,0 0-1 0 0,2-5 0 0 0,-1 2-18 0 0,1 0 0 0 0,-1 0 0 0 0,2 1 0 0 0,-1-1 0 0 0,1 1 0 0 0,3-7 0 0 0,-3 8-538 0 0,0-1-1 0 0,0 0 1 0 0,0 1 0 0 0,1 0 0 0 0,-1-1 0 0 0,1 1-1 0 0,0 1 1 0 0,0-1 0 0 0,1 1 0 0 0,-1-1-1 0 0,1 1 1 0 0,0 1 0 0 0,0-1 0 0 0,9-3 0 0 0,-5 5-3754 0 0,3 3-1236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6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1 138 8754 0 0,'3'2'6324'0'0,"12"-15"-3511"0"0,17-19-477 0 0,23-37-2961 0 0,-38 44-6390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4.7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2240 0 0,'0'1'236'0'0,"0"0"-1"0"0,0 1 1 0 0,-1-1-1 0 0,1 1 1 0 0,0-1-1 0 0,0 0 1 0 0,0 1-1 0 0,0-1 0 0 0,1 1 1 0 0,-1-1-1 0 0,0 0 1 0 0,1 1-1 0 0,-1-1 1 0 0,1 0-1 0 0,-1 1 1 0 0,1-1-1 0 0,0 2 0 0 0,17 41 7025 0 0,-8-20-4753 0 0,2 9-2420 0 0,32 87 280 0 0,-8-41-3586 0 0,-26-60-1747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4.1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516 899 3681 0 0,'-3'0'47'0'0,"0"0"0"0"0,0 0 1 0 0,0 0-1 0 0,1 1 1 0 0,-1-1-1 0 0,0 1 0 0 0,0-1 1 0 0,0 1-1 0 0,1 0 0 0 0,-1 0 1 0 0,0 0-1 0 0,1 1 0 0 0,-1-1 1 0 0,1 1-1 0 0,-1-1 0 0 0,1 1 1 0 0,0 0-1 0 0,0 0 0 0 0,0 0 1 0 0,-3 3-1 0 0,-5 5 86 0 0,0 1 0 0 0,-15 22 0 0 0,8-5-43 0 0,2 1-1 0 0,1 0 1 0 0,1 2-1 0 0,1-1 1 0 0,-11 51-1 0 0,-24 166 371 0 0,45-233-458 0 0,-65 584 862 0 0,27 1 89 0 0,39-581-913 0 0,-4 129 482 0 0,5-120-273 0 0,2-1 0 0 0,1 0 0 0 0,9 37-1 0 0,-12-61-230 0 0,0 0 0 0 0,0-1 0 0 0,1 1 0 0 0,-1-1 0 0 0,1 1 0 0 0,-1-1 0 0 0,1 1 0 0 0,-1-1 0 0 0,1 1 0 0 0,0-1 0 0 0,0 0 0 0 0,0 1 0 0 0,0-1 0 0 0,0 0 0 0 0,0 0-1 0 0,0 0 1 0 0,0 0 0 0 0,0 0 0 0 0,1 0 0 0 0,-1 0 0 0 0,2 1 0 0 0,-2-2-4 0 0,0 0 0 0 0,1 0-1 0 0,-1 0 1 0 0,0 0 0 0 0,0 0-1 0 0,0 0 1 0 0,1-1 0 0 0,-1 1-1 0 0,0 0 1 0 0,0-1 0 0 0,0 1-1 0 0,0-1 1 0 0,0 1 0 0 0,0-1-1 0 0,0 0 1 0 0,0 1 0 0 0,0-1-1 0 0,0 0 1 0 0,0 0 0 0 0,1-1 0 0 0,6-7 12 0 0,0 0 0 0 0,-2 0 0 0 0,1-1 1 0 0,6-13-1 0 0,50-100-123 0 0,46-131 1 0 0,31-140 214 0 0,-75 194-118 0 0,68-186 0 0 0,-96 292 0 0 0,5 2 0 0 0,54-89 0 0 0,-93 175-8 0 0,126-214 60 0 0,-94 153-319 0 0,35-96 1 0 0,-68 159 203 0 0,11-37-393 0 0,-13 40 420 0 0,1-1 1 0 0,-1 0-1 0 0,0 1 0 0 0,1-1 0 0 0,-1 0 0 0 0,0 1 0 0 0,0-1 1 0 0,0 0-1 0 0,0 0 0 0 0,0 1 0 0 0,0-1 0 0 0,-1 0 0 0 0,1 1 1 0 0,-1-1-1 0 0,1 0 0 0 0,-1 1 0 0 0,1-1 0 0 0,-1 1 0 0 0,0-1 1 0 0,-1-1-1 0 0,1 3 45 0 0,0-1 0 0 0,0 1-1 0 0,0 0 1 0 0,0-1 0 0 0,0 1 0 0 0,-1 0 0 0 0,1 0 0 0 0,0 0 0 0 0,0 0 0 0 0,0 0 0 0 0,0 0-1 0 0,0 0 1 0 0,-1 0 0 0 0,1 1 0 0 0,0-1 0 0 0,0 0 0 0 0,0 1 0 0 0,0-1 0 0 0,0 1 0 0 0,0-1-1 0 0,0 1 1 0 0,0-1 0 0 0,0 1 0 0 0,0 0 0 0 0,0 0 0 0 0,0-1 0 0 0,0 1 0 0 0,1 0 0 0 0,-1 0-1 0 0,-1 1 1 0 0,-26 30 447 0 0,27-31-447 0 0,-27 42 416 0 0,2 0-1 0 0,2 2 1 0 0,-36 93-1 0 0,7-15-248 0 0,-384 929 771 0 0,303-713-665 0 0,-75 227 388 0 0,106-181 384 0 0,84-294-572 0 0,4 1-1 0 0,-4 118 1 0 0,19-197-431 0 0,-1-8-30 0 0,0 0-1 0 0,1 0 1 0 0,0 1 0 0 0,0-1 0 0 0,1 0 0 0 0,-1 0 0 0 0,1 0 0 0 0,0 0 0 0 0,0 0 0 0 0,1 0-1 0 0,4 9 1 0 0,-6-13-28 0 0,1 0-1 0 0,-1-1 0 0 0,1 1 1 0 0,-1-1-1 0 0,1 1 0 0 0,0-1 1 0 0,-1 1-1 0 0,1-1 0 0 0,0 1 1 0 0,-1-1-1 0 0,1 0 0 0 0,0 1 1 0 0,0-1-1 0 0,0 0 0 0 0,-1 0 1 0 0,1 1-1 0 0,0-1 0 0 0,0 0 1 0 0,0 0-1 0 0,-1 0 0 0 0,1 0 1 0 0,0 0-1 0 0,0 0 0 0 0,0 0 1 0 0,0 0-1 0 0,-1 0 0 0 0,1-1 1 0 0,0 1-1 0 0,0 0 0 0 0,0-1 1 0 0,-1 1-1 0 0,1 0 0 0 0,0-1 0 0 0,-1 1 1 0 0,1-1-1 0 0,0 1 0 0 0,-1-1 1 0 0,2 0-1 0 0,24-25-453 0 0,-11 4 181 0 0,-1-1-1 0 0,-1 0 1 0 0,17-40-1 0 0,21-82-516 0 0,-32 89 605 0 0,108-302 485 0 0,128-407 821 0 0,-156 397-1114 0 0,176-580 0 0 0,-227 795-317 0 0,-24 71-169 0 0,3 1-1 0 0,60-124 1 0 0,-83 198 504 0 0,-5 9 106 0 0,-11 19 316 0 0,-17 36 362 0 0,-86 263-299 0 0,66-168-494 0 0,-20 73-65 0 0,-42 241 1 0 0,-9 243-133 0 0,39-211 127 0 0,25-207 324 0 0,-26 156 401 0 0,80-431-583 0 0,-6 60 392 0 0,7-68-377 0 0,1 0 0 0 0,1 0 1 0 0,-1 0-1 0 0,1 0 0 0 0,0 0 0 0 0,1 0 0 0 0,3 8 0 0 0,-5-15-94 0 0,0 0 1 0 0,0-1 0 0 0,1 1-1 0 0,-1 0 1 0 0,0 0 0 0 0,1 0-1 0 0,-1 0 1 0 0,1 0-1 0 0,-1-1 1 0 0,1 1 0 0 0,-1 0-1 0 0,1 0 1 0 0,0-1 0 0 0,-1 1-1 0 0,1 0 1 0 0,0-1-1 0 0,0 1 1 0 0,0-1 0 0 0,-1 1-1 0 0,1-1 1 0 0,0 1 0 0 0,0-1-1 0 0,0 0 1 0 0,0 1-1 0 0,0-1 1 0 0,0 0 0 0 0,-1 0-1 0 0,1 0 1 0 0,0 1 0 0 0,0-1-1 0 0,0 0 1 0 0,0 0-1 0 0,0 0 1 0 0,0-1 0 0 0,0 1-1 0 0,0 0 1 0 0,0 0 0 0 0,0 0-1 0 0,0-1 1 0 0,0 1-1 0 0,0 0 1 0 0,-1-1 0 0 0,1 1-1 0 0,0-1 1 0 0,1 0 0 0 0,2-2-60 0 0,1-1 1 0 0,-1 1-1 0 0,0-1 1 0 0,0 1-1 0 0,0-1 1 0 0,6-9-1 0 0,6-10-258 0 0,-1-1 0 0 0,-2-1 0 0 0,18-43 1 0 0,23-85 62 0 0,-29 75 292 0 0,191-528 133 0 0,51-152 158 0 0,-124 354-330 0 0,35 14-293 0 0,182-224 1047 0 0,-248 461-583 0 0,-9 13-793 0 0,-100 134 147 0 0,-13 15 262 0 0,-14 18 51 0 0,-8 19 101 0 0,3 1 1 0 0,-40 83-1 0 0,-31 110-99 0 0,69-162 145 0 0,-97 241 27 0 0,-121 299 86 0 0,-15 68 301 0 0,26 10 252 0 0,198-579-518 0 0,-178 655 935 0 0,184-604-878 0 0,8 1 0 0 0,-8 287 1 0 0,34-448-193 0 0,2 131 63 0 0,0-115-96 0 0,0 0-1 0 0,2 0 1 0 0,11 38 0 0 0,-14-59 16 0 0,0 0 0 0 0,0 0 1 0 0,0 0-1 0 0,0-1 1 0 0,1 1-1 0 0,-1 0 0 0 0,1-1 1 0 0,0 1-1 0 0,0-1 1 0 0,0 1-1 0 0,0-1 1 0 0,0 0-1 0 0,0 0 0 0 0,0 0 1 0 0,4 2-1 0 0,-5-3 0 0 0,1-1 0 0 0,-1 0 1 0 0,1 1-1 0 0,0-1 0 0 0,-1 0 0 0 0,1 0 0 0 0,-1 1 0 0 0,1-1 1 0 0,0-1-1 0 0,-1 1 0 0 0,1 0 0 0 0,-1 0 0 0 0,1 0 0 0 0,-1-1 0 0 0,1 1 1 0 0,-1-1-1 0 0,1 0 0 0 0,-1 1 0 0 0,1-1 0 0 0,-1 0 0 0 0,0 0 0 0 0,1 1 1 0 0,-1-1-1 0 0,0 0 0 0 0,0-1 0 0 0,1 1 0 0 0,-1 0 0 0 0,0 0 0 0 0,0 0 1 0 0,1-3-1 0 0,8-8-98 0 0,-1-1 1 0 0,0-1-1 0 0,-1 1 1 0 0,-1-1-1 0 0,11-25 1 0 0,19-80 88 0 0,-23 72 123 0 0,375-1388 1553 0 0,-300 1079-1748 0 0,213-545 0 0 0,-252 777 93 0 0,151-358 221 0 0,-130 331-120 0 0,103-159 1 0 0,-143 260-120 0 0,194-335-721 0 0,-201 338 529 0 0,-2 5-405 0 0,-2-1 0 0 0,21-68 0 0 0,-41 111 618 0 0,1 0-1 0 0,-1 0 0 0 0,0 0 0 0 0,0 0 1 0 0,0-1-1 0 0,0 1 0 0 0,1 0 0 0 0,-1 0 1 0 0,0 0-1 0 0,0 0 0 0 0,0-1 1 0 0,0 1-1 0 0,0 0 0 0 0,0 0 0 0 0,0 0 1 0 0,1 0-1 0 0,-1-1 0 0 0,0 1 0 0 0,0 0 1 0 0,0 0-1 0 0,0-1 0 0 0,0 1 0 0 0,0 0 1 0 0,0 0-1 0 0,0 0 0 0 0,0-1 0 0 0,0 1 1 0 0,0 0-1 0 0,0 0 0 0 0,0 0 0 0 0,0-1 1 0 0,-1 1-1 0 0,1 0 0 0 0,0 0 0 0 0,0 0 1 0 0,0-1-1 0 0,0 1 0 0 0,0 0 1 0 0,0 0-1 0 0,0 0 0 0 0,-1 0 0 0 0,1-1 1 0 0,0 1-1 0 0,0 0 0 0 0,0 0 0 0 0,0 0 1 0 0,-1 0-1 0 0,1 0 0 0 0,0 0 0 0 0,0 0 1 0 0,-1-1-1 0 0,-9 12 154 0 0,-12 22 318 0 0,-20 47 8 0 0,-59 162-1 0 0,56-127-436 0 0,-62 148 13 0 0,-91 234 6 0 0,23 11-31 0 0,-45 178 33 0 0,18-60-56 0 0,-57 389 13 0 0,205-782 46 0 0,35-152-32 0 0,-63 305 46 0 0,69-307 25 0 0,4-1-1 0 0,3 153 0 0 0,7-208 11 0 0,1 1 0 0 0,1 0 0 0 0,10 38 0 0 0,-12-57-102 0 0,1 0 1 0 0,-1 0 0 0 0,1 0 0 0 0,0-1-1 0 0,0 1 1 0 0,0 0 0 0 0,1-1 0 0 0,0 1 0 0 0,0-1-1 0 0,0 0 1 0 0,0 0 0 0 0,1 0 0 0 0,-1 0-1 0 0,1-1 1 0 0,0 0 0 0 0,0 1 0 0 0,0-1-1 0 0,1-1 1 0 0,-1 1 0 0 0,1-1 0 0 0,0 1-1 0 0,-1-1 1 0 0,7 1 0 0 0,-8-2-29 0 0,1-1 0 0 0,0 0 0 0 0,0 0-1 0 0,0 0 1 0 0,0-1 0 0 0,0 1 0 0 0,0-1 0 0 0,-1 0 0 0 0,1 0 0 0 0,0 0 0 0 0,0-1 0 0 0,-1 1-1 0 0,1-1 1 0 0,-1 0 0 0 0,0 0 0 0 0,1 0 0 0 0,-1-1 0 0 0,0 1 0 0 0,0-1 0 0 0,0 1-1 0 0,-1-1 1 0 0,1 0 0 0 0,3-5 0 0 0,5-6-38 0 0,-1-1-1 0 0,-1-1 1 0 0,14-27 0 0 0,18-55 298 0 0,49-180 1 0 0,-59 174 47 0 0,219-755 881 0 0,-39 75-802 0 0,-53 181-307 0 0,29 10-72 0 0,149-238-1694 0 0,-331 820 1637 0 0,-1 2 30 0 0,0 1 1 0 0,-1-1-1 0 0,0 1 1 0 0,2-11-1 0 0,-5 19 36 0 0,0 0-1 0 0,0 0 1 0 0,0 0-1 0 0,0 0 0 0 0,0 0 1 0 0,0 0-1 0 0,0 1 1 0 0,0-1-1 0 0,-1 0 0 0 0,1 0 1 0 0,0 0-1 0 0,0 0 1 0 0,0 0-1 0 0,0 0 1 0 0,0 0-1 0 0,0 0 0 0 0,0 0 1 0 0,0 0-1 0 0,0 0 1 0 0,0 0-1 0 0,0 0 0 0 0,0 0 1 0 0,0 0-1 0 0,0 0 1 0 0,-1 0-1 0 0,1 0 1 0 0,0 0-1 0 0,0 0 0 0 0,0 0 1 0 0,0 0-1 0 0,0 0 1 0 0,0 0-1 0 0,0 0 0 0 0,0 0 1 0 0,0 0-1 0 0,0 0 1 0 0,0 0-1 0 0,0 0 1 0 0,0 0-1 0 0,-1 0 0 0 0,1 0 1 0 0,0 0-1 0 0,0 0 1 0 0,0 0-1 0 0,0 0 0 0 0,0 0 1 0 0,0-1-1 0 0,0 1 1 0 0,0 0-1 0 0,0 0 1 0 0,0 0-1 0 0,0 0 0 0 0,0 0 1 0 0,0 0-1 0 0,0 0 1 0 0,0 0-1 0 0,0 0 1 0 0,0 0-1 0 0,0 0 0 0 0,0 0 1 0 0,0 0-1 0 0,0-1 1 0 0,0 1-1 0 0,0 0 0 0 0,0 0 1 0 0,0 0-1 0 0,-9 8-71 0 0,-7 10-18 0 0,-15 29-13 0 0,2 1 1 0 0,2 2 0 0 0,2 1 0 0 0,-21 61 0 0 0,26-61 50 0 0,-263 665-763 0 0,39 18 64 0 0,177-500 760 0 0,-179 636 112 0 0,25 2 21 0 0,173-660-37 0 0,-117 539 894 0 0,143-638-359 0 0,-7 121 0 0 0,26-188-440 0 0,2 1-1 0 0,2-1 1 0 0,3 0 0 0 0,1 0-1 0 0,17 68 1 0 0,-21-108-228 0 0,1 1 0 0 0,1-1 0 0 0,-1 1 0 0 0,1-1 0 0 0,0 0 0 0 0,1 0 0 0 0,-1-1 0 0 0,1 1 1 0 0,7 6-1 0 0,-10-10-16 0 0,0-1 0 0 0,0 0 0 0 0,1 0 1 0 0,-1 0-1 0 0,0 0 0 0 0,1 0 1 0 0,-1 0-1 0 0,1 0 0 0 0,-1-1 0 0 0,1 1 1 0 0,0 0-1 0 0,-1-1 0 0 0,1 1 0 0 0,0-1 1 0 0,-1 0-1 0 0,1 1 0 0 0,0-1 1 0 0,0 0-1 0 0,-1 0 0 0 0,1 0 0 0 0,0-1 1 0 0,-1 1-1 0 0,1 0 0 0 0,0 0 0 0 0,0-1 1 0 0,-1 1-1 0 0,1-1 0 0 0,-1 0 1 0 0,1 0-1 0 0,-1 1 0 0 0,1-1 0 0 0,-1 0 1 0 0,1 0-1 0 0,-1 0 0 0 0,1 0 0 0 0,-1-1 1 0 0,0 1-1 0 0,0 0 0 0 0,0 0 1 0 0,2-3-1 0 0,3-4-137 0 0,0 1 0 0 0,-1-2 0 0 0,1 1 0 0 0,-2 0 0 0 0,1-1 0 0 0,-1 0 1 0 0,3-11-1 0 0,18-72-277 0 0,-20 73 370 0 0,92-461-136 0 0,-36 159 670 0 0,296-1118-417 0 0,-343 1391-33 0 0,152-478-14 0 0,38 16 620 0 0,165-247 1908 0 0,-92 225-2943 0 0,-264 511-138 0 0,-220 663-3623 0 0,39 5 4390 0 0,141-539-318 0 0,-262 988 303 0 0,45-132 469 0 0,-22 81 319 0 0,243-963-955 0 0,-140 513-18 0 0,31 3-40 0 0,126-566 43 0 0,0-6-10 0 0,2 0 1 0 0,0 0-1 0 0,2 0 1 0 0,2 50-1 0 0,0-75 10 0 0,0 1 0 0 0,0 0 0 0 0,0-1 0 0 0,0 1 0 0 0,1 0 0 0 0,-1-1 0 0 0,1 1 0 0 0,-1-1 0 0 0,1 1-1 0 0,0-1 1 0 0,-1 1 0 0 0,1-1 0 0 0,0 1 0 0 0,0-1 0 0 0,0 0 0 0 0,0 0 0 0 0,0 1 0 0 0,3 1 0 0 0,-3-3-6 0 0,0 1 1 0 0,0-1-1 0 0,0 0 1 0 0,0 0-1 0 0,0 0 1 0 0,0 1-1 0 0,0-1 1 0 0,0 0-1 0 0,0 0 1 0 0,0 0-1 0 0,0-1 0 0 0,0 1 1 0 0,0 0-1 0 0,0 0 1 0 0,0 0-1 0 0,0-1 1 0 0,0 1-1 0 0,0-1 1 0 0,0 1-1 0 0,0-1 1 0 0,1 0-1 0 0,4-3-34 0 0,-1 0 0 0 0,1 0 0 0 0,-1-1 0 0 0,0 0 1 0 0,-1 0-1 0 0,1 0 0 0 0,4-7 0 0 0,12-26-306 0 0,0 0 0 0 0,-3-2-1 0 0,-1 0 1 0 0,15-56 0 0 0,-21 64 258 0 0,406-1282 2521 0 0,-57 359-463 0 0,-255 713-1477 0 0,314-665 732 0 0,-107 344-816 0 0,-19 123-114 0 0,-119 192-263 0 0,-139 195-383 0 0,49-55 0 0 0,-161 242-2316 0 0,71-124 2536 0 0,-104 223-419 0 0,44-88 560 0 0,-430 963-433 0 0,400-874 269 0 0,-281 730-111 0 0,-245 967 419 0 0,480-1452-384 0 0,-38 135-406 0 0,36 6 220 0 0,140-594 382 0 0,-2 2-55 0 0,1 0-1 0 0,-1 56 1 0 0,6-83 89 0 0,0 0-1 0 0,0 0 1 0 0,0 0-1 0 0,0 0 0 0 0,0 0 1 0 0,0 0-1 0 0,0 0 1 0 0,0 0-1 0 0,1 0 0 0 0,-1 0 1 0 0,0 0-1 0 0,1 0 1 0 0,-1 0-1 0 0,0 0 0 0 0,1 0 1 0 0,-1 0-1 0 0,1 0 1 0 0,0 0-1 0 0,-1 0 1 0 0,1 0-1 0 0,0-1 0 0 0,-1 1 1 0 0,2 1-1 0 0,-1-2-5 0 0,0 0 1 0 0,0 0-1 0 0,0 0 0 0 0,0 0 0 0 0,0 0 1 0 0,0 0-1 0 0,0 0 0 0 0,0-1 0 0 0,0 1 1 0 0,-1 0-1 0 0,1 0 0 0 0,0-1 0 0 0,0 1 1 0 0,0-1-1 0 0,0 1 0 0 0,0 0 0 0 0,-1-1 0 0 0,1 0 1 0 0,0 1-1 0 0,0-2 0 0 0,7-5-87 0 0,0 0 0 0 0,-1-1 0 0 0,8-10 0 0 0,-15 17 89 0 0,21-27-175 0 0,-2-1-1 0 0,-2-1 0 0 0,17-36 0 0 0,35-101-341 0 0,-40 92 317 0 0,261-735 1427 0 0,-27 66 743 0 0,360-744 1043 0 0,-548 1328-2724 0 0,133-278 522 0 0,23 16-252 0 0,59-40-172 0 0,25 21-720 0 0,-262 377 90 0 0,-81 133 169 0 0,-141 371 16 0 0,34 16-210 0 0,129-434 260 0 0,-92 336-115 0 0,-129 425-17 0 0,68-325 119 0 0,-17 52 216 0 0,26 5 733 0 0,141-479-787 0 0,-1-1-19 0 0,1 0 1 0 0,3 1 0 0 0,0 0 0 0 0,0 58 0 0 0,6-91-123 0 0,0-1 1 0 0,0 1-1 0 0,1-1 0 0 0,-1 1 0 0 0,1-1 1 0 0,-1 1-1 0 0,1-1 0 0 0,2 5 1 0 0,-3-6-9 0 0,1-1-1 0 0,-1 1 1 0 0,0-1 0 0 0,1 0 0 0 0,-1 1 0 0 0,0-1 0 0 0,1 1 0 0 0,-1-1 0 0 0,1 0 0 0 0,-1 1 0 0 0,0-1-1 0 0,1 0 1 0 0,-1 0 0 0 0,1 1 0 0 0,-1-1 0 0 0,1 0 0 0 0,-1 0 0 0 0,1 0 0 0 0,-1 1 0 0 0,1-1 0 0 0,-1 0-1 0 0,1 0 1 0 0,-1 0 0 0 0,1 0 0 0 0,-1 0 0 0 0,2 0 0 0 0,1-1-42 0 0,-1-1 0 0 0,1 1 1 0 0,0-1-1 0 0,-1 1 0 0 0,1-1 0 0 0,-1 0 0 0 0,0 0 0 0 0,1 0 1 0 0,-1 0-1 0 0,0 0 0 0 0,0 0 0 0 0,-1-1 0 0 0,4-3 0 0 0,11-19-237 0 0,0-1-1 0 0,-2-1 1 0 0,15-37-1 0 0,25-89 179 0 0,-41 116 121 0 0,458-1216 1425 0 0,-45 361-408 0 0,-424 888-1018 0 0,365-651 785 0 0,-341 605-767 0 0,2 1 0 0 0,67-87 1 0 0,-76 119-52 0 0,-19 17 26 0 0,0 0 0 0 0,0 0-1 0 0,0 0 1 0 0,0 0 0 0 0,1 0 0 0 0,-1 0-1 0 0,0 0 1 0 0,0 0 0 0 0,0 0 0 0 0,0 0-1 0 0,1 0 1 0 0,-1 1 0 0 0,0-1 0 0 0,0 0-1 0 0,0 0 1 0 0,0 0 0 0 0,0 0 0 0 0,1 0 0 0 0,-1 0-1 0 0,0 1 1 0 0,0-1 0 0 0,0 0 0 0 0,0 0-1 0 0,0 0 1 0 0,0 0 0 0 0,0 1 0 0 0,0-1-1 0 0,0 0 1 0 0,1 0 0 0 0,-1 0 0 0 0,0 0-1 0 0,0 1 1 0 0,0-1 0 0 0,0 0 0 0 0,0 0-1 0 0,0 0 1 0 0,0 0 0 0 0,0 1 0 0 0,0-1-1 0 0,0 0 1 0 0,-1 0 0 0 0,1 0 0 0 0,0 0-1 0 0,0 1 1 0 0,0-1 0 0 0,0 0 0 0 0,0 0-1 0 0,0 0 1 0 0,0 0 0 0 0,0 1 0 0 0,0-1-1 0 0,0 0 1 0 0,-1 0 0 0 0,-15 45-347 0 0,15-45 344 0 0,-255 723-1030 0 0,141-372 773 0 0,-308 708-262 0 0,376-949 498 0 0,-345 740-38 0 0,200-441 92 0 0,-32 60 82 0 0,-31 32-914 0 0,439-895-2780 0 0,-47 93 4124 0 0,56-130 786 0 0,105-207 788 0 0,-263 573-1911 0 0,221-396 1302 0 0,29 18-559 0 0,-48 113-968 0 0,-232 323-16 0 0,-3 4 5 0 0,0 0 1 0 0,0 0-1 0 0,0 0 1 0 0,0 0 0 0 0,1 1-1 0 0,-1-1 1 0 0,1 1-1 0 0,3-3 1 0 0,-17 48-1136 0 0,-102 281-1227 0 0,-40 105 829 0 0,-208 563-945 0 0,200-562 2277 0 0,-56 187 1695 0 0,165-385-151 0 0,46-196-1039 0 0,3 1 0 0 0,0-1 0 0 0,3 1 0 0 0,5 50-1 0 0,-4-79-257 0 0,0-1 0 0 0,0 0-1 0 0,1-1 1 0 0,0 1 0 0 0,0 0 0 0 0,4 6-1 0 0,-6-11-24 0 0,1-1-1 0 0,0 0 1 0 0,0 1 0 0 0,-1-1-1 0 0,1 0 1 0 0,0 0-1 0 0,0 0 1 0 0,0 0 0 0 0,0 0-1 0 0,1 0 1 0 0,-1 0-1 0 0,0 0 1 0 0,0 0 0 0 0,1 0-1 0 0,-1 0 1 0 0,0-1-1 0 0,1 1 1 0 0,-1-1-1 0 0,1 1 1 0 0,-1-1 0 0 0,0 1-1 0 0,1-1 1 0 0,-1 0-1 0 0,1 0 1 0 0,-1 0 0 0 0,1 0-1 0 0,-1 0 1 0 0,1 0-1 0 0,-1 0 1 0 0,1 0 0 0 0,-1-1-1 0 0,1 1 1 0 0,-1 0-1 0 0,3-2 1 0 0,4-1-116 0 0,-1-1 0 0 0,0 0 0 0 0,0 0 0 0 0,0 0 0 0 0,-1-1 0 0 0,1 0 0 0 0,-1-1 0 0 0,7-7 0 0 0,44-56-489 0 0,-50 60 544 0 0,57-80-511 0 0,77-144-1 0 0,32-112 943 0 0,-62 120-200 0 0,-13 33-77 0 0,192-393 210 0 0,-20 26 34 0 0,43 23-253 0 0,-206 387-233 0 0,-92 131 101 0 0,0 0-1 0 0,2 1 1 0 0,0 1-1 0 0,1 1 1 0 0,33-22-1 0 0,-47 34 34 0 0,1 1 0 0 0,-1-1 0 0 0,1 1 0 0 0,0 0 0 0 0,9-2 0 0 0,-13 4 18 0 0,-1 0 0 0 0,1-1 0 0 0,0 1 1 0 0,-1 0-1 0 0,1 0 0 0 0,0 0 0 0 0,-1 0 1 0 0,1 0-1 0 0,0 1 0 0 0,-1-1 1 0 0,1 0-1 0 0,0 0 0 0 0,-1 0 0 0 0,1 0 1 0 0,0 1-1 0 0,-1-1 0 0 0,1 0 0 0 0,-1 1 1 0 0,1-1-1 0 0,0 1 0 0 0,-1-1 0 0 0,1 0 1 0 0,-1 1-1 0 0,1-1 0 0 0,-1 1 0 0 0,0-1 1 0 0,1 1-1 0 0,-1-1 0 0 0,1 1 1 0 0,-1 0-1 0 0,0-1 0 0 0,0 1 0 0 0,1 0 1 0 0,-1-1-1 0 0,0 1 0 0 0,0 0 0 0 0,0-1 1 0 0,1 1-1 0 0,-1 0 0 0 0,0-1 0 0 0,0 1 1 0 0,0 0-1 0 0,0-1 0 0 0,0 1 1 0 0,-1 0-1 0 0,1-1 0 0 0,0 1 0 0 0,0 0 1 0 0,0-1-1 0 0,0 1 0 0 0,-1 0 0 0 0,1 0 1 0 0,-5 18-13 0 0,0 0 0 0 0,-2-1 0 0 0,0 1 0 0 0,-11 20 0 0 0,1-1 194 0 0,-340 782 2094 0 0,-4-136-1365 0 0,182-364-65 0 0,-140 183 1097 0 0,230-373-1445 0 0,79-113-410 0 0,6-11-66 0 0,0 1 0 0 0,-1-1 0 0 0,0 0 0 0 0,-7 8 0 0 0,12-14-16 0 0,0 0 1 0 0,0 0-1 0 0,0 0 0 0 0,0 0 0 0 0,0 0 1 0 0,0 0-1 0 0,0-1 0 0 0,0 1 0 0 0,0 0 1 0 0,0 0-1 0 0,0 0 0 0 0,0 0 0 0 0,0 0 0 0 0,0 0 1 0 0,0 0-1 0 0,0 0 0 0 0,0 0 0 0 0,0-1 1 0 0,0 1-1 0 0,0 0 0 0 0,0 0 0 0 0,0 0 1 0 0,0 0-1 0 0,0 0 0 0 0,0 0 0 0 0,0 0 1 0 0,-1 0-1 0 0,1 0 0 0 0,0 0 0 0 0,0-1 1 0 0,0 1-1 0 0,0 0 0 0 0,0 0 0 0 0,0 0 1 0 0,0 0-1 0 0,0 0 0 0 0,0 0 0 0 0,0 0 1 0 0,0 0-1 0 0,-1 0 0 0 0,1 0 0 0 0,0 0 1 0 0,0 0-1 0 0,0 0 0 0 0,0 0 0 0 0,0 0 1 0 0,0 0-1 0 0,0 0 0 0 0,0 0 0 0 0,0 0 1 0 0,-1 0-1 0 0,1 0 0 0 0,0 0 0 0 0,0 0 1 0 0,0 0-1 0 0,0 0 0 0 0,0 0 0 0 0,0 0 1 0 0,0 0-1 0 0,0 0 0 0 0,0 0 0 0 0,-1 0 1 0 0,1 0-1 0 0,0 0 0 0 0,0 1 0 0 0,0-1 1 0 0,3-16-221 0 0,6-17-122 0 0,33-90-357 0 0,119-312 36 0 0,152-300 828 0 0,178-303 484 0 0,-426 912-631 0 0,6 3 0 0 0,113-150 0 0 0,-126 197-91 0 0,17-24-389 0 0,120-124 1 0 0,-187 216 374 0 0,0 0 1 0 0,0 1-1 0 0,1 1 1 0 0,11-8-1 0 0,-19 13 72 0 0,0 1 0 0 0,0-1-1 0 0,0 0 1 0 0,1 0-1 0 0,-1 1 1 0 0,0-1 0 0 0,0 1-1 0 0,0-1 1 0 0,1 1-1 0 0,-1-1 1 0 0,0 1-1 0 0,1 0 1 0 0,-1 0 0 0 0,0-1-1 0 0,1 1 1 0 0,-1 0-1 0 0,0 0 1 0 0,1 1-1 0 0,-1-1 1 0 0,1 0 0 0 0,-1 0-1 0 0,0 1 1 0 0,0-1-1 0 0,1 0 1 0 0,-1 1-1 0 0,0-1 1 0 0,0 1 0 0 0,1 0-1 0 0,-1-1 1 0 0,0 1-1 0 0,0 0 1 0 0,0 0-1 0 0,0 0 1 0 0,0 0 0 0 0,0 0-1 0 0,0 0 1 0 0,0 0-1 0 0,-1 0 1 0 0,1 0-1 0 0,0 0 1 0 0,-1 0 0 0 0,1 1-1 0 0,0-1 1 0 0,0 2-1 0 0,1 6-88 0 0,0-1 0 0 0,0 0 0 0 0,-1 1 0 0 0,0-1 0 0 0,-1 0 0 0 0,0 1 0 0 0,0-1 0 0 0,-2 13-1 0 0,-17 74-456 0 0,10-58 375 0 0,-237 836-1474 0 0,38-330 906 0 0,-32-14-173 0 0,225-497 911 0 0,-131 261-101 0 0,117-242 181 0 0,-3-2 0 0 0,-1 0 0 0 0,-59 64 0 0 0,88-108 1 0 0,-1-1-1 0 0,1 0 1 0 0,-1 0 0 0 0,-9 6 0 0 0,13-9-45 0 0,1-1 1 0 0,0 0-1 0 0,-1 0 1 0 0,1 1-1 0 0,0-1 1 0 0,-1 0-1 0 0,1 0 1 0 0,0 0-1 0 0,-1 0 1 0 0,1 0-1 0 0,-1 0 1 0 0,1 0-1 0 0,0 0 1 0 0,-1 0-1 0 0,1 1 1 0 0,0-2-1 0 0,-1 1 1 0 0,1 0-1 0 0,-1 0 1 0 0,1 0-1 0 0,0 0 1 0 0,-1 0-1 0 0,1 0 0 0 0,0 0 1 0 0,-1 0-1 0 0,1-1 1 0 0,-1 1-1 0 0,1 0 1 0 0,0 0-1 0 0,-1-1 1 0 0,1 0 27 0 0,-1 0-1 0 0,1 0 1 0 0,0 0 0 0 0,-1 0 0 0 0,1-1-1 0 0,0 1 1 0 0,0 0 0 0 0,0 0 0 0 0,0 0-1 0 0,0-1 1 0 0,0 1 0 0 0,0 0 0 0 0,1 0-1 0 0,-1 0 1 0 0,1-2 0 0 0,57-191 1662 0 0,-34 124-1547 0 0,85-242 140 0 0,13 4 0 0 0,228-411 0 0 0,-184 432 1261 0 0,202-265 0 0 0,-366 550-1553 0 0,342-439 1272 0 0,-244 324-772 0 0,186-167-1 0 0,-240 244-394 0 0,-17 12-115 0 0,2 1 0 0 0,2 2 0 0 0,0 1 0 0 0,48-27 0 0 0,-75 48-47 0 0,0 1 0 0 0,0 0-1 0 0,0 0 1 0 0,0 0 0 0 0,0 0 0 0 0,1 1-1 0 0,7-1 1 0 0,-13 2 14 0 0,1 0 0 0 0,-1 0 0 0 0,1 0 0 0 0,-1 0 0 0 0,1 1 1 0 0,-1-1-1 0 0,0 0 0 0 0,1 0 0 0 0,-1 1 0 0 0,1-1 0 0 0,-1 1 0 0 0,0 0 0 0 0,1-1 0 0 0,-1 1 0 0 0,0 0 0 0 0,0-1 0 0 0,0 1 0 0 0,0 0 0 0 0,1 0 0 0 0,-1 0 0 0 0,0 0 0 0 0,0 0 0 0 0,-1 1 0 0 0,1-1 0 0 0,0 0 0 0 0,0 0 0 0 0,-1 1 1 0 0,1-1-1 0 0,0 0 0 0 0,-1 1 0 0 0,1-1 0 0 0,-1 0 0 0 0,0 1 0 0 0,1-1 0 0 0,-1 1 0 0 0,0 1 0 0 0,0 5-102 0 0,0 1 0 0 0,0-1 1 0 0,-1 1-1 0 0,0-1 0 0 0,0 0 0 0 0,-1 1 0 0 0,0-1 1 0 0,-1 0-1 0 0,-4 9 0 0 0,-38 75-793 0 0,33-71 707 0 0,-56 106 502 0 0,-6-3-1 0 0,-6-4 1 0 0,-4-3-1 0 0,-112 118 1 0 0,128-164 2 0 0,-174 171 335 0 0,233-235-613 0 0,0 0 0 0 0,0 0 0 0 0,-1-1-1 0 0,0 0 1 0 0,-1 0 0 0 0,1-1 0 0 0,-17 5-1 0 0,25-10-20 0 0,0 1-1 0 0,-1-1 0 0 0,1 1 0 0 0,0-1 0 0 0,-1 0 1 0 0,1 0-1 0 0,0 0 0 0 0,-1 0 0 0 0,1 0 1 0 0,0 0-1 0 0,-1 0 0 0 0,1-1 0 0 0,0 0 0 0 0,0 1 1 0 0,0-1-1 0 0,-1 0 0 0 0,-2-2 0 0 0,3 1-30 0 0,0 0-1 0 0,0 0 1 0 0,0 0-1 0 0,1 0 1 0 0,-1 0-1 0 0,1-1 1 0 0,-1 1 0 0 0,1 0-1 0 0,0-1 1 0 0,0 1-1 0 0,0-1 1 0 0,1 1-1 0 0,-1-1 1 0 0,0 0-1 0 0,1 1 1 0 0,0-1-1 0 0,0 0 1 0 0,-1 1-1 0 0,2-5 1 0 0,-1-14-132 0 0,2-1 1 0 0,0 1 0 0 0,2 0 0 0 0,7-26-1 0 0,31-83-186 0 0,-32 101 251 0 0,351-861-1094 0 0,-352 871 1207 0 0,-9 18 15 0 0,13-38-234 0 0,-12 39 217 0 0,-1 0 0 0 0,0-1 0 0 0,0 1 0 0 0,0 0 0 0 0,0-1 0 0 0,0 1 0 0 0,0 0 0 0 0,0-1 0 0 0,0 1-1 0 0,0 0 1 0 0,0-1 0 0 0,0 1 0 0 0,0 0 0 0 0,0-1 0 0 0,-1 1 0 0 0,1 0 0 0 0,0-1 0 0 0,0 1 0 0 0,0 0 0 0 0,0 0 0 0 0,0-1 0 0 0,-1 1 0 0 0,1 0 0 0 0,0-1 0 0 0,0 1 0 0 0,-1 0-1 0 0,1 0 1 0 0,0 0 0 0 0,0-1 0 0 0,-1 1 0 0 0,1 0 0 0 0,-1 0 0 0 0,0 0 8 0 0,0 0 1 0 0,-1 0-1 0 0,1 0 1 0 0,0 0-1 0 0,-1 1 0 0 0,1-1 1 0 0,0 1-1 0 0,-1-1 0 0 0,1 1 1 0 0,0-1-1 0 0,0 1 1 0 0,0 0-1 0 0,-2 1 0 0 0,-28 20 322 0 0,2 2-1 0 0,1 0 1 0 0,1 2-1 0 0,-34 42 1 0 0,11-13 179 0 0,-493 511 1224 0 0,49-80-1354 0 0,479-473-369 0 0,7-5-6 0 0,0 0 0 0 0,-1-1 0 0 0,-1 0 1 0 0,1 0-1 0 0,-1-1 0 0 0,0 0 0 0 0,0 0 1 0 0,-1-1-1 0 0,1-1 0 0 0,-16 5 0 0 0,24-9-13 0 0,1 1 1 0 0,-1-1-1 0 0,0 0 0 0 0,1 0 0 0 0,-1 0 1 0 0,1 0-1 0 0,-1 0 0 0 0,0-1 0 0 0,1 1 1 0 0,-1 0-1 0 0,1-1 0 0 0,-1 1 0 0 0,1-1 1 0 0,-1 1-1 0 0,1-1 0 0 0,-1 0 0 0 0,1 0 1 0 0,0 1-1 0 0,-1-1 0 0 0,1 0 0 0 0,0 0 1 0 0,0 0-1 0 0,0-1 0 0 0,0 1 0 0 0,0 0 1 0 0,0 0-1 0 0,0-1 0 0 0,0 1 0 0 0,0 0 1 0 0,0-1-1 0 0,1 1 0 0 0,-1-1 0 0 0,1 1 1 0 0,-1-1-1 0 0,1 1 0 0 0,-1-1 0 0 0,1 1 1 0 0,0-4-1 0 0,-1-6-94 0 0,0 0 0 0 0,0 0-1 0 0,2 0 1 0 0,1-16 0 0 0,-2 26 102 0 0,13-97-809 0 0,35-133-1 0 0,45-92-113 0 0,-26 125 735 0 0,9 2 0 0 0,8 4 1 0 0,113-185-1 0 0,-173 334 191 0 0,100-162-74 0 0,-103 174 48 0 0,2 1 0 0 0,1 1 0 0 0,2 1 0 0 0,34-30 0 0 0,-54 53-34 0 0,0-1 0 0 0,0 2 0 0 0,0-1 0 0 0,0 1 0 0 0,1 0 0 0 0,0 0 0 0 0,0 0 0 0 0,0 1 0 0 0,0 0 0 0 0,13-3 0 0 0,-20 6 45 0 0,1 0 0 0 0,0 0 0 0 0,-1 0 0 0 0,1 0-1 0 0,-1 0 1 0 0,1 0 0 0 0,0 0 0 0 0,-1 0-1 0 0,1 0 1 0 0,0 0 0 0 0,-1 0 0 0 0,1 0-1 0 0,0 0 1 0 0,-1 0 0 0 0,1 1 0 0 0,0-1 0 0 0,-1 0-1 0 0,1 0 1 0 0,-1 1 0 0 0,1-1 0 0 0,-1 1-1 0 0,1-1 1 0 0,-1 0 0 0 0,1 1 0 0 0,-1-1-1 0 0,1 1 1 0 0,-1-1 0 0 0,1 1 0 0 0,-1-1 0 0 0,0 1-1 0 0,1-1 1 0 0,-1 1 0 0 0,0 0 0 0 0,0-1-1 0 0,1 1 1 0 0,-1-1 0 0 0,0 1 0 0 0,0 0-1 0 0,0-1 1 0 0,0 1 0 0 0,0 0 0 0 0,0-1 0 0 0,0 1-1 0 0,0 0 1 0 0,0-1 0 0 0,0 1 0 0 0,0 0-1 0 0,0 0 1 0 0,-11 34-460 0 0,11-34 473 0 0,-35 73-264 0 0,-63 98 0 0 0,59-107 592 0 0,-477 676 2334 0 0,423-619-2092 0 0,-120 145 742 0 0,200-251-1202 0 0,-1-1 0 0 0,0 0-1 0 0,-2-1 1 0 0,1-1-1 0 0,-2 0 1 0 0,0-2 0 0 0,0 1-1 0 0,-20 8 1 0 0,35-19-93 0 0,0 0 0 0 0,0 0 1 0 0,0 0-1 0 0,-1 0 0 0 0,1 0 0 0 0,0 0 0 0 0,-1-1 1 0 0,1 1-1 0 0,0-1 0 0 0,-1 0 0 0 0,1 1 0 0 0,-1-1 0 0 0,1 0 1 0 0,-1-1-1 0 0,1 1 0 0 0,0 0 0 0 0,-1-1 0 0 0,1 1 1 0 0,-1-1-1 0 0,1 0 0 0 0,-4-2 0 0 0,4 1-2 0 0,0 0-1 0 0,0 0 1 0 0,0 0 0 0 0,0 0-1 0 0,1-1 1 0 0,-1 1-1 0 0,1-1 1 0 0,0 1 0 0 0,-1-1-1 0 0,1 0 1 0 0,1 0-1 0 0,-1 1 1 0 0,0-1 0 0 0,1 0-1 0 0,-1 0 1 0 0,1 0 0 0 0,0 0-1 0 0,0-3 1 0 0,0-48 90 0 0,4 0 1 0 0,1 0 0 0 0,25-105-1 0 0,-26 142-100 0 0,100-376-856 0 0,25 6 239 0 0,-44 136 539 0 0,-13 38 135 0 0,8 3 0 0 0,118-215 0 0 0,126-170 1335 0 0,-313 577-1315 0 0,-6 10-57 0 0,-1 1 1 0 0,0-1 0 0 0,0 0-1 0 0,-1 0 1 0 0,4-13 0 0 0,-10 23 4 0 0,0-1 0 0 0,0 1 1 0 0,0 0-1 0 0,1-1 0 0 0,-1 1 1 0 0,0 1-1 0 0,1-1 0 0 0,-3 3 1 0 0,-62 68 285 0 0,-67 98 1 0 0,40-48-107 0 0,-30 33-194 0 0,-174 211 43 0 0,-21-26 102 0 0,297-319-170 0 0,4-4-25 0 0,0-1 1 0 0,0 0-1 0 0,-2-1 1 0 0,0-1-1 0 0,-1-1 1 0 0,-28 14-1 0 0,48-28 22 0 0,0 1-1 0 0,0-1 1 0 0,0 1 0 0 0,0-1-1 0 0,0 0 1 0 0,0 1 0 0 0,-1-1-1 0 0,1 0 1 0 0,0 0 0 0 0,0 1-1 0 0,0-1 1 0 0,0 0 0 0 0,-1 0-1 0 0,1-1 1 0 0,0 1 0 0 0,0 0-1 0 0,0 0 1 0 0,-1 0 0 0 0,1-1-1 0 0,0 1 1 0 0,0-1-1 0 0,0 1 1 0 0,0-1 0 0 0,0 1-1 0 0,-2-2 1 0 0,2 1-9 0 0,0-1 1 0 0,0 1-1 0 0,0-1 0 0 0,0 0 0 0 0,0 1 0 0 0,1-1 1 0 0,-1 0-1 0 0,0 0 0 0 0,1 0 0 0 0,-1 1 0 0 0,1-1 1 0 0,0 0-1 0 0,0 0 0 0 0,0-3 0 0 0,0-9-114 0 0,1 1 0 0 0,0-1 0 0 0,6-20 0 0 0,-6 29 100 0 0,28-118-786 0 0,6 1-1 0 0,84-197 1 0 0,151-209-29 0 0,-207 417 785 0 0,106-175 305 0 0,21 14 259 0 0,180-154 1388 0 0,-361 417-1854 0 0,19-19 91 0 0,-26 27-115 0 0,-1 0 0 0 0,1-1-1 0 0,0 1 1 0 0,-1 0 0 0 0,1 0 0 0 0,0 0-1 0 0,0 0 1 0 0,0 0 0 0 0,0 0-1 0 0,0 1 1 0 0,0-1 0 0 0,0 1-1 0 0,0-1 1 0 0,2 1 0 0 0,-3 0-10 0 0,-1 0 0 0 0,0 1 1 0 0,1-1-1 0 0,-1 0 0 0 0,1 0 1 0 0,-1 1-1 0 0,0-1 1 0 0,1 0-1 0 0,-1 1 0 0 0,1-1 1 0 0,-1 0-1 0 0,0 1 0 0 0,0-1 1 0 0,1 1-1 0 0,-1-1 0 0 0,0 1 1 0 0,0-1-1 0 0,1 0 1 0 0,-1 1-1 0 0,0-1 0 0 0,0 1 1 0 0,0-1-1 0 0,0 1 0 0 0,0-1 1 0 0,0 1-1 0 0,0-1 0 0 0,0 1 1 0 0,0-1-1 0 0,0 1 1 0 0,0-1-1 0 0,0 1 0 0 0,0-1 1 0 0,0 1-1 0 0,0-1 0 0 0,-1 1 1 0 0,1-1-1 0 0,0 1 0 0 0,0-1 1 0 0,0 1-1 0 0,-1 0 1 0 0,-9 24-105 0 0,8-22 83 0 0,-158 295-1227 0 0,124-236 1295 0 0,-367 514 659 0 0,306-448-572 0 0,-34 41 218 0 0,-227 224-1 0 0,343-378-288 0 0,-29 27 128 0 0,40-39-160 0 0,0 0-1 0 0,0-1 1 0 0,0 1-1 0 0,0-1 1 0 0,0 0-1 0 0,0 0 1 0 0,-1 0-1 0 0,1 0 1 0 0,-9 1-1 0 0,12-3-33 0 0,1 0 0 0 0,-1 0 0 0 0,0 0 0 0 0,0 0 0 0 0,0 0 0 0 0,0 0 0 0 0,0 0 1 0 0,1-1-1 0 0,-1 1 0 0 0,0 0 0 0 0,0 0 0 0 0,0-1 0 0 0,1 1 0 0 0,-1-1 0 0 0,0 1 0 0 0,0-1 0 0 0,1 1 0 0 0,-1-1 0 0 0,0 1 0 0 0,1-1 0 0 0,-1 1 0 0 0,1-1 1 0 0,-1 0-1 0 0,1 1 0 0 0,-1-1 0 0 0,1 0 0 0 0,-1 0 0 0 0,1 1 0 0 0,0-1 0 0 0,-1 0 0 0 0,1 0 0 0 0,0 0 0 0 0,0 1 0 0 0,0-1 0 0 0,-1 0 0 0 0,1 0 0 0 0,0 0 1 0 0,0-1-1 0 0,0-37-291 0 0,1 37 283 0 0,11-95-1141 0 0,4 2 1 0 0,38-127 0 0 0,81-185-417 0 0,-134 404 1572 0 0,304-743 666 0 0,-174 443 191 0 0,257-481 1913 0 0,-213 435-1994 0 0,-172 342-778 0 0,0 0 0 0 0,-1 0 0 0 0,0 0 0 0 0,0 0 0 0 0,-1 0 0 0 0,0 0 0 0 0,1-9 1 0 0,-2 15-3 0 0,0 0 0 0 0,0 0 1 0 0,0 0-1 0 0,-1 0 0 0 0,1 0 1 0 0,0 0-1 0 0,0 0 1 0 0,-1 0-1 0 0,1 0 0 0 0,-1 0 1 0 0,1 0-1 0 0,-1 0 0 0 0,1 0 1 0 0,-1 0-1 0 0,0 0 0 0 0,1 0 1 0 0,-1 0-1 0 0,0 1 1 0 0,0-1-1 0 0,-1-1 0 0 0,0 1-2 0 0,0 1-1 0 0,0-1 1 0 0,0 0-1 0 0,0 1 1 0 0,0 0-1 0 0,0-1 1 0 0,0 1-1 0 0,0 0 1 0 0,0 0-1 0 0,0 0 1 0 0,0 0-1 0 0,0 1 1 0 0,1-1 0 0 0,-1 0-1 0 0,-4 2 1 0 0,-9 3 21 0 0,0 0 0 0 0,1 1 0 0 0,-1 0 1 0 0,1 1-1 0 0,-17 12 0 0 0,-67 53 112 0 0,88-64-113 0 0,-105 86 350 0 0,-107 116 1 0 0,-90 126-576 0 0,260-278 61 0 0,-423 504-127 0 0,300-348 162 0 0,70-81-8 0 0,-45 51-279 0 0,146-178 340 0 0,-1 0-1 0 0,0-1 1 0 0,0 0-1 0 0,-1 0 1 0 0,0 0-1 0 0,0-1 1 0 0,-12 7-1 0 0,18-11 56 0 0,0 0 0 0 0,0 0 0 0 0,0 1-1 0 0,0-1 1 0 0,-1 0 0 0 0,1 0 0 0 0,0 0 0 0 0,0 0-1 0 0,0 0 1 0 0,-1 0 0 0 0,1 0 0 0 0,0 0 0 0 0,0 0-1 0 0,0 0 1 0 0,-1 0 0 0 0,1 0 0 0 0,0 0 0 0 0,0 0-1 0 0,0 0 1 0 0,-1 0 0 0 0,1 0 0 0 0,0 0 0 0 0,0 0-1 0 0,0 0 1 0 0,-1 0 0 0 0,1 0 0 0 0,0 0-1 0 0,0 0 1 0 0,0 0 0 0 0,0 0 0 0 0,-1-1 0 0 0,1 1-1 0 0,0 0 1 0 0,0 0 0 0 0,0 0 0 0 0,0 0 0 0 0,-1 0-1 0 0,1 0 1 0 0,0-1 0 0 0,0 1 0 0 0,0 0 0 0 0,0 0-1 0 0,0 0 1 0 0,0-1 0 0 0,2-11-276 0 0,12-16-64 0 0,-13 26 324 0 0,252-434-1724 0 0,29 16 1571 0 0,-147 237 173 0 0,81-104 16 0 0,-141 195-53 0 0,89-83-1 0 0,-122 134-6 0 0,-9 7 109 0 0,2 1 0 0 0,1 2 0 0 0,68-45 0 0 0,-74 63 83 0 0,-29 13-140 0 0,-1 0-1 0 0,1 0 0 0 0,-1 0 1 0 0,1-1-1 0 0,-1 1 1 0 0,0 0-1 0 0,1 0 0 0 0,-1 0 1 0 0,1 0-1 0 0,-1 1 0 0 0,1-1 1 0 0,-1 0-1 0 0,1 0 1 0 0,-1 0-1 0 0,1 0 0 0 0,-1 0 1 0 0,1 1-1 0 0,-1-1 0 0 0,0 0 1 0 0,1 0-1 0 0,-1 1 0 0 0,1-1 1 0 0,-1 1-1 0 0,1-1 2 0 0,-1 1-1 0 0,0 0 0 0 0,1 0 1 0 0,-1 0-1 0 0,0 0 1 0 0,0-1-1 0 0,0 1 1 0 0,0 0-1 0 0,0 0 0 0 0,0 0 1 0 0,0 0-1 0 0,0-1 1 0 0,0 1-1 0 0,0 0 0 0 0,-1 0 1 0 0,1 0-1 0 0,0 0 1 0 0,-1 1-1 0 0,-16 43 36 0 0,-3-1-1 0 0,-1-1 0 0 0,-38 58 1 0 0,18-32 14 0 0,-203 333 847 0 0,-24 42-200 0 0,-77 137-66 0 0,162-277-513 0 0,171-280-288 0 0,33-50-93 0 0,182-287-2464 0 0,-99 146 1345 0 0,436-781 562 0 0,-338 573 1412 0 0,-185 345-459 0 0,5-8 61 0 0,-19 29 579 0 0,-49 73 604 0 0,-36 71 0 0 0,22-35-442 0 0,40-68-858 0 0,-501 749-675 0 0,431-669 127 0 0,-4-5 0 0 0,-180 159 0 0 0,243-240 435 0 0,-2-1 0 0 0,-38 23 0 0 0,53-37 29 0 0,-1-1 0 0 0,0-1-1 0 0,0-1 1 0 0,0-1 0 0 0,-40 9 0 0 0,55-15-12 0 0,-1 0 0 0 0,0 0 1 0 0,0 0-1 0 0,0-1 1 0 0,1 0-1 0 0,-1 0 1 0 0,0 0-1 0 0,0 0 1 0 0,0-1-1 0 0,0 0 0 0 0,1 0 1 0 0,-1 0-1 0 0,0-1 1 0 0,1 1-1 0 0,-1-1 1 0 0,1 0-1 0 0,0 0 0 0 0,-1-1 1 0 0,1 1-1 0 0,0-1 1 0 0,1 0-1 0 0,-1 0 1 0 0,0 0-1 0 0,1-1 1 0 0,0 1-1 0 0,-1-1 0 0 0,1 0 1 0 0,1 0-1 0 0,-1 0 1 0 0,1 0-1 0 0,-1-1 1 0 0,-2-8-1 0 0,-4-10-88 0 0,2 0 0 0 0,0-1 0 0 0,1 0 0 0 0,2 0 0 0 0,-2-25 0 0 0,-1-128-453 0 0,7 133 395 0 0,-4-154-552 0 0,0-285-55 0 0,31 3 768 0 0,-11 350 25 0 0,7 0-1 0 0,5 2 1 0 0,49-136 0 0 0,-62 212 482 0 0,-15 52-499 0 0,0 0 1 0 0,-1 0 0 0 0,1 0-1 0 0,0 0 1 0 0,0 1 0 0 0,0-1-1 0 0,0 0 1 0 0,0 0 0 0 0,0 0-1 0 0,0 0 1 0 0,0 0 0 0 0,0 0-1 0 0,0 0 1 0 0,0 0 0 0 0,0 0-1 0 0,0 0 1 0 0,-1 0 0 0 0,1 0-1 0 0,0 0 1 0 0,0 0 0 0 0,0 0-1 0 0,0-1 1 0 0,0 1 0 0 0,0 0 61 0 0,0 0-61 0 0,-9 12-14 0 0,-9 17-199 0 0,-60 137-880 0 0,-58 176 1 0 0,-12 33 327 0 0,-230 364 846 0 0,371-727-42 0 0,5-7-2 0 0,0-1 1 0 0,-1 1-1 0 0,1-1 0 0 0,-1 0 0 0 0,0 0 0 0 0,0 0 0 0 0,0 0 0 0 0,-1 0 0 0 0,0-1 0 0 0,1 1 1 0 0,-1-1-1 0 0,0 0 0 0 0,-7 3 0 0 0,10-6-26 0 0,1 0 0 0 0,-1 0-1 0 0,0 0 1 0 0,0 0 0 0 0,1 0 0 0 0,-1 0 0 0 0,0 0 0 0 0,1-1 0 0 0,-1 1-1 0 0,0 0 1 0 0,1-1 0 0 0,-1 1 0 0 0,0 0 0 0 0,1-1 0 0 0,-1 1-1 0 0,1-1 1 0 0,-1 1 0 0 0,1-1 0 0 0,-1 1 0 0 0,1-1 0 0 0,-1 1 0 0 0,1-1-1 0 0,-1 0 1 0 0,1 1 0 0 0,0-1 0 0 0,-1 0 0 0 0,1 1 0 0 0,0-1 0 0 0,-1 0-1 0 0,1 1 1 0 0,0-1 0 0 0,0 0 0 0 0,0 0 0 0 0,0 1 0 0 0,0-1 0 0 0,0 0-1 0 0,0 0 1 0 0,0 1 0 0 0,0-1 0 0 0,0 0 0 0 0,1-1 0 0 0,1-39 325 0 0,-1 35-272 0 0,25-180 177 0 0,77-285 0 0 0,100-169-455 0 0,-65 270 858 0 0,31 16 613 0 0,-162 340-1191 0 0,-5 9-60 0 0,1 0 0 0 0,0 0 1 0 0,0 0-1 0 0,0 0 0 0 0,0 0 0 0 0,0 1 0 0 0,1 0 0 0 0,0 0 0 0 0,8-7 1 0 0,-12 11-16 0 0,0 0 1 0 0,1 0 0 0 0,-1-1-1 0 0,0 1 1 0 0,0 0 0 0 0,1 0-1 0 0,-1 0 1 0 0,0 0 0 0 0,0 0-1 0 0,1 0 1 0 0,-1 0 0 0 0,0 0-1 0 0,1 0 1 0 0,-1 0 0 0 0,0 0-1 0 0,0 0 1 0 0,1 0 0 0 0,-1 0-1 0 0,0 0 1 0 0,1 0 0 0 0,-1 0-1 0 0,0 0 1 0 0,0 0 0 0 0,1 0-1 0 0,-1 0 1 0 0,0 0 0 0 0,0 1-1 0 0,1-1 1 0 0,-1 0 0 0 0,0 0-1 0 0,0 0 1 0 0,1 0 0 0 0,-1 1 0 0 0,0-1-1 0 0,0 0 1 0 0,0 0 0 0 0,1 1-1 0 0,-1-1 1 0 0,0 0 0 0 0,0 0-1 0 0,0 1 1 0 0,0-1 0 0 0,0 0-1 0 0,0 0 1 0 0,0 1 0 0 0,1-1-1 0 0,-1 0 1 0 0,0 0 0 0 0,0 1-1 0 0,0-1 1 0 0,0 0 0 0 0,0 1-1 0 0,0-1 1 0 0,0 20-56 0 0,-31 174-130 0 0,10-80 295 0 0,-42 264 189 0 0,-61 392 43 0 0,30 6-221 0 0,45-103-769 0 0,40-1-1864 0 0,10-648 2356 0 0,11 144-915 0 0,-10-153 1004 0 0,1 1 0 0 0,1-1 0 0 0,0 0 0 0 0,1-1 1 0 0,0 1-1 0 0,1-1 0 0 0,1 0 0 0 0,13 21 1 0 0,-16-29 104 0 0,1-1 0 0 0,0 0 1 0 0,0 1-1 0 0,0-1 1 0 0,1-1-1 0 0,-1 1 0 0 0,1-1 1 0 0,0 0-1 0 0,0-1 0 0 0,1 1 1 0 0,-1-1-1 0 0,1 0 1 0 0,0-1-1 0 0,-1 0 0 0 0,1 0 1 0 0,0 0-1 0 0,0-1 0 0 0,1 0 1 0 0,-1 0-1 0 0,0-1 1 0 0,0 0-1 0 0,0 0 0 0 0,0 0 1 0 0,1-1-1 0 0,8-2 0 0 0,15-5 323 0 0,0-1 0 0 0,0-1 0 0 0,-1-2-1 0 0,38-20 1 0 0,-33 15 50 0 0,-28 14-329 0 0,0 0 46 0 0,0-1 1 0 0,1 1-1 0 0,-1 1 1 0 0,1-1-1 0 0,-1 1 1 0 0,13-2-1 0 0,-18 4-112 0 0,0 0 0 0 0,0 1 1 0 0,0-1-1 0 0,0 0 0 0 0,0 1 0 0 0,0-1 0 0 0,0 1 0 0 0,0-1 0 0 0,0 1 0 0 0,0 0 0 0 0,0 0 1 0 0,-1 0-1 0 0,1 0 0 0 0,0 0 0 0 0,-1 0 0 0 0,1 1 0 0 0,-1-1 0 0 0,1 0 0 0 0,-1 1 0 0 0,0-1 1 0 0,0 1-1 0 0,1 0 0 0 0,-1-1 0 0 0,0 1 0 0 0,0 0 0 0 0,-1 0 0 0 0,1-1 0 0 0,0 1 0 0 0,0 0 0 0 0,-1 0 1 0 0,1 3-1 0 0,4 13 195 0 0,-1 1 1 0 0,-1 0-1 0 0,0 1 1 0 0,-1-1-1 0 0,-2 33 1 0 0,-15 100 630 0 0,13-139-762 0 0,-113 634 2100 0 0,62-376-1802 0 0,6-20-144 0 0,-230 1168-40 0 0,60-268-898 0 0,72-355-1119 0 0,137-759 1682 0 0,-98 417-1820 0 0,152-568 1599 0 0,26-181 585 0 0,-54 202 106 0 0,4 1-1 0 0,39-102 0 0 0,-53 174-294 0 0,1 1 0 0 0,19-31 1 0 0,-25 45-43 0 0,1 0 0 0 0,-1 0 1 0 0,1 0-1 0 0,0 1 1 0 0,1-1-1 0 0,-1 1 0 0 0,1 0 1 0 0,0 0-1 0 0,0 1 0 0 0,0-1 1 0 0,0 1-1 0 0,1 0 1 0 0,10-4-1 0 0,-15 7 1 0 0,1-1 0 0 0,0 1 0 0 0,0 0 0 0 0,-1 0 0 0 0,1 0 0 0 0,0 0 0 0 0,0 0 0 0 0,-1 0 0 0 0,1 0 0 0 0,0 0 0 0 0,-1 1 0 0 0,1-1 0 0 0,0 1 0 0 0,-1-1 0 0 0,1 1 0 0 0,0 0 0 0 0,-1-1 0 0 0,1 1 1 0 0,-1 0-1 0 0,1 0 0 0 0,-1 0 0 0 0,0 0 0 0 0,1 1 0 0 0,-1-1 0 0 0,0 0 0 0 0,0 0 0 0 0,0 1 0 0 0,0-1 0 0 0,0 1 0 0 0,0-1 0 0 0,0 1 0 0 0,-1-1 0 0 0,2 4 0 0 0,2 5 7 0 0,-1 0 0 0 0,0 0 0 0 0,0 0 0 0 0,1 14 0 0 0,4 42 659 0 0,-1 123 1 0 0,-20 70 224 0 0,12-241-835 0 0,-140 1164 1110 0 0,50-747-1258 0 0,90-432 84 0 0,-10 31-55 0 0,11-33 59 0 0,0 0 1 0 0,-1 0-1 0 0,1-1 0 0 0,0 1 0 0 0,-1 0 0 0 0,1 0 0 0 0,0 0 1 0 0,-1 0-1 0 0,1 0 0 0 0,-1-1 0 0 0,1 1 0 0 0,-1 0 1 0 0,0-1-1 0 0,1 1 0 0 0,-1 0 0 0 0,0-1 0 0 0,1 1 1 0 0,-1 0-1 0 0,0-1 0 0 0,0 1 0 0 0,0-1 0 0 0,1 0 1 0 0,-1 1-1 0 0,0-1 0 0 0,0 0 0 0 0,0 1 0 0 0,-1-1 1 0 0,1-1-6 0 0,0 0 0 0 0,0 0 1 0 0,0 0-1 0 0,0 0 0 0 0,1 0 1 0 0,-1 0-1 0 0,0 0 1 0 0,1 0-1 0 0,-1 0 0 0 0,0-1 1 0 0,1 1-1 0 0,0 0 1 0 0,-1 0-1 0 0,1-1 0 0 0,0 1 1 0 0,-1 0-1 0 0,1-1 0 0 0,0 1 1 0 0,0-3-1 0 0,0-1-48 0 0,-10-82-951 0 0,5-167 0 0 0,6 161 604 0 0,-2-62 183 0 0,16-519-789 0 0,-16 653 1009 0 0,-5 28 0 0 0,-8 33 99 0 0,-11 64 955 0 0,-10 110 1 0 0,18-99-1094 0 0,1-21 50 0 0,-138 767 313 0 0,152-850-319 0 0,-4 21-57 0 0,6-32 60 0 0,0 0 0 0 0,0 0-1 0 0,0 0 1 0 0,0 0 0 0 0,0 0 0 0 0,0 0-1 0 0,0 0 1 0 0,0 0 0 0 0,0 0-1 0 0,0 0 1 0 0,0 0 0 0 0,0 0-1 0 0,0 0 1 0 0,0 0 0 0 0,1 0-1 0 0,-1 0 1 0 0,0 0 0 0 0,0 0-1 0 0,0 0 1 0 0,0 0 0 0 0,0 0-1 0 0,0 0 1 0 0,0 0 0 0 0,0 0-1 0 0,0 0 1 0 0,0 0 0 0 0,0 0 0 0 0,0 0-1 0 0,0 0 1 0 0,0 0 0 0 0,0 0-1 0 0,0 0 1 0 0,0 1 0 0 0,0-1-1 0 0,0 0 1 0 0,0 0 0 0 0,0 0-1 0 0,0 0 1 0 0,0 0 0 0 0,0 0-1 0 0,0 0 1 0 0,0 0 0 0 0,0 0-1 0 0,8-18-74 0 0,61-210-1242 0 0,-12 35 237 0 0,-43 151 1015 0 0,79-207-41 0 0,-70 195 110 0 0,3 1 1 0 0,47-73 0 0 0,-61 109 8 0 0,0 1 1 0 0,1 0-1 0 0,0 1 1 0 0,1 0-1 0 0,1 1 1 0 0,1 1-1 0 0,27-19 1 0 0,-38 28 14 0 0,1 1 1 0 0,-1 0 0 0 0,1 0-1 0 0,0 0 1 0 0,0 1-1 0 0,0 0 1 0 0,0 0 0 0 0,0 0-1 0 0,1 1 1 0 0,-1 0 0 0 0,1 0-1 0 0,-1 1 1 0 0,0 0-1 0 0,1 0 1 0 0,-1 0 0 0 0,1 1-1 0 0,-1 0 1 0 0,1 0 0 0 0,-1 1-1 0 0,0-1 1 0 0,0 1-1 0 0,0 1 1 0 0,0-1 0 0 0,0 1-1 0 0,0 0 1 0 0,-1 0-1 0 0,8 7 1 0 0,-2-1 54 0 0,-1 1 0 0 0,0 0 0 0 0,-1 1 0 0 0,0 0 0 0 0,-1 0 0 0 0,-1 1-1 0 0,1 0 1 0 0,-2 0 0 0 0,0 1 0 0 0,0 0 0 0 0,-1 0 0 0 0,4 17 0 0 0,4 22 522 0 0,10 99 0 0 0,-16-100-246 0 0,2 28 105 0 0,-6-37-242 0 0,3-1 0 0 0,1 0 0 0 0,18 57 0 0 0,-25-95-224 0 0,1 0-1 0 0,0-1 0 0 0,0 1 1 0 0,0 0-1 0 0,1 0 0 0 0,-1 0 1 0 0,1-1-1 0 0,-1 1 0 0 0,1-1 1 0 0,0 0-1 0 0,0 1 0 0 0,0-1 1 0 0,0 0-1 0 0,1 0 0 0 0,-1 0 1 0 0,1 0-1 0 0,-1-1 0 0 0,1 1 1 0 0,-1 0-1 0 0,1-1 0 0 0,0 0 1 0 0,0 0-1 0 0,3 1 0 0 0,-3-2-40 0 0,0 0 0 0 0,1 0 0 0 0,-1-1 1 0 0,0 1-1 0 0,0-1 0 0 0,0 0 0 0 0,1 1 0 0 0,-1-2 0 0 0,0 1 0 0 0,0 0 0 0 0,0-1 0 0 0,0 1 0 0 0,-1-1 0 0 0,1 0 0 0 0,0 0 0 0 0,-1 0 0 0 0,1 0 0 0 0,-1 0 0 0 0,0-1 0 0 0,1 1 0 0 0,1-4 0 0 0,17-23-481 0 0,-1-2 0 0 0,-1 0 0 0 0,-2-1-1 0 0,-1-1 1 0 0,12-34 0 0 0,-10 25 506 0 0,8-23-71 0 0,-14 33 123 0 0,1 0 0 0 0,2 1 0 0 0,32-51 0 0 0,-85 176 1427 0 0,-49 107 90 0 0,-154 316-567 0 0,233-502-944 0 0,0 1 4 0 0,0-1 1 0 0,-2 1-1 0 0,0-1 1 0 0,0-1-1 0 0,-20 21 1 0 0,30-35-44 0 0,-1 1 1 0 0,0 0 0 0 0,1 0-1 0 0,-1-1 1 0 0,0 1 0 0 0,1-1-1 0 0,-1 1 1 0 0,0 0 0 0 0,0-1-1 0 0,0 0 1 0 0,1 1 0 0 0,-1-1-1 0 0,0 1 1 0 0,0-1 0 0 0,0 0-1 0 0,0 0 1 0 0,0 1 0 0 0,0-1-1 0 0,0 0 1 0 0,0 0 0 0 0,0 0-1 0 0,1 0 1 0 0,-1 0 0 0 0,0 0-1 0 0,0 0 1 0 0,0-1 0 0 0,0 1-1 0 0,0 0 1 0 0,-1-1 0 0 0,0 0-6 0 0,1 0 0 0 0,0-1 0 0 0,0 1 1 0 0,-1-1-1 0 0,1 1 0 0 0,0-1 1 0 0,0 1-1 0 0,1-1 0 0 0,-1 0 1 0 0,0 1-1 0 0,0-1 0 0 0,1 0 0 0 0,-1-3 1 0 0,-2-8-103 0 0,1 0 1 0 0,1 0-1 0 0,0-15 1 0 0,4-28-817 0 0,1 27 109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7.2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170 152 6913 0 0,'-39'-5'-3419'0'0,"31"3"3962"0"0,-1-1 0 0 0,1-1 0 0 0,0 0 0 0 0,-9-5 0 0 0,13 8-305 0 0,1-1 0 0 0,-1 1 0 0 0,1 0 0 0 0,-1 1-1 0 0,0-1 1 0 0,1 1 0 0 0,-1-1 0 0 0,0 1 0 0 0,0 0 0 0 0,1 1-1 0 0,-1-1 1 0 0,0 1 0 0 0,1-1 0 0 0,-1 1 0 0 0,1 0 0 0 0,-1 0-1 0 0,1 1 1 0 0,-1-1 0 0 0,1 1 0 0 0,-5 3 596 0 0,42-9 3625 0 0,21-12-2646 0 0,-8 2-1098 0 0,47-9-364 0 0,5-2 498 0 0,1 4 0 0 0,103-8 0 0 0,-201 29-934 0 0,-1-1 0 0 0,0 1 0 0 0,1 0 1 0 0,-1 0-1 0 0,0 0 0 0 0,1 0 0 0 0,-1 1 1 0 0,0-1-1 0 0,1 0 0 0 0,-1 0 0 0 0,0 1 0 0 0,0-1 1 0 0,1 1-1 0 0,-1-1 0 0 0,0 1 0 0 0,0-1 1 0 0,0 1-1 0 0,0 0 0 0 0,1 0 0 0 0,-1 0 1 0 0,0-1-1 0 0,-1 1 0 0 0,1 0 0 0 0,0 0 1 0 0,0 0-1 0 0,0 0 0 0 0,0 1 0 0 0,-1-1 0 0 0,1 0 1 0 0,-1 0-1 0 0,1 0 0 0 0,-1 0 0 0 0,1 3 1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7.9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10 349 8290 0 0,'-2'-6'652'0'0,"0"1"0"0"0,1-1 0 0 0,-1 0 0 0 0,1 0 0 0 0,0 0 0 0 0,1 0 0 0 0,-1-1 0 0 0,1 1 0 0 0,0 0 0 0 0,1 0 0 0 0,0 0 0 0 0,0 0 0 0 0,2-9 0 0 0,-2 15-579 0 0,-1-1-1 0 0,1 1 0 0 0,-1-1 1 0 0,1 1-1 0 0,0-1 0 0 0,-1 1 0 0 0,1 0 1 0 0,-1-1-1 0 0,1 1 0 0 0,0 0 0 0 0,-1 0 1 0 0,1-1-1 0 0,0 1 0 0 0,-1 0 1 0 0,1 0-1 0 0,0 0 0 0 0,0 0 0 0 0,-1 0 1 0 0,1 0-1 0 0,0 0 0 0 0,-1 0 1 0 0,1 0-1 0 0,0 0 0 0 0,-1 1 0 0 0,1-1 1 0 0,0 0-1 0 0,-1 0 0 0 0,1 1 1 0 0,0-1-1 0 0,-1 0 0 0 0,1 1 0 0 0,-1-1 1 0 0,1 0-1 0 0,-1 1 0 0 0,1-1 1 0 0,-1 1-1 0 0,2 0 0 0 0,26 21 255 0 0,-24-18-103 0 0,107 104 657 0 0,-80-74-741 0 0,2-2 1 0 0,49 38-1 0 0,-75-65-105 0 0,1-1-1 0 0,-1 1 1 0 0,1-1-1 0 0,0-1 1 0 0,0 1-1 0 0,1-2 1 0 0,-1 1 0 0 0,1-1-1 0 0,-1 0 1 0 0,16 1-1 0 0,-20-3-1 0 0,-1 1-1 0 0,1-2 0 0 0,-1 1 0 0 0,1 0 0 0 0,-1 0 1 0 0,0-1-1 0 0,1 0 0 0 0,-1 0 0 0 0,0 0 1 0 0,1 0-1 0 0,-1 0 0 0 0,0-1 0 0 0,0 1 0 0 0,0-1 1 0 0,0 0-1 0 0,0 0 0 0 0,-1 0 0 0 0,1 0 1 0 0,-1 0-1 0 0,1-1 0 0 0,-1 1 0 0 0,0-1 0 0 0,0 0 1 0 0,0 0-1 0 0,0 0 0 0 0,0 1 0 0 0,0-2 1 0 0,-1 1-1 0 0,2-6 0 0 0,6-23 119 0 0,-2 0 1 0 0,-2-1-1 0 0,-1 0 0 0 0,0-37 0 0 0,8-62-318 0 0,-9 115-60 0 0,1 1 1 0 0,0-1-1 0 0,1 1 0 0 0,1 0 0 0 0,14-27 0 0 0,-14 32-820 0 0,0 1-1 0 0,0 0 1 0 0,10-10 0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4 3681 0 0,'0'0'68'0'0,"0"-1"0"0"0,-1 1 1 0 0,1 0-1 0 0,-1-1 1 0 0,1 1-1 0 0,0 0 0 0 0,-1 0 1 0 0,1-1-1 0 0,-1 1 0 0 0,1 0 1 0 0,-1 0-1 0 0,1 0 0 0 0,-1 0 1 0 0,1-1-1 0 0,-1 1 0 0 0,1 0 1 0 0,-1 0-1 0 0,1 0 0 0 0,-1 0 1 0 0,1 0-1 0 0,-1 0 0 0 0,1 0 1 0 0,-1 0-1 0 0,1 1 0 0 0,0-1 1 0 0,-1 0-1 0 0,1 0 0 0 0,-1 0 1 0 0,1 0-1 0 0,-1 1 0 0 0,1-1 1 0 0,-1 0-1 0 0,0 1 1 0 0,-4 17 2430 0 0,10 26 442 0 0,-5-42-2940 0 0,10 62 1836 0 0,20 101 1540 0 0,-24-141-4573 0 0,2 0 1 0 0,13 31-1 0 0,-16-45 54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0 123 920 0 0,'0'-3'145'0'0,"0"1"-1"0"0,0-1 1 0 0,1 1-1 0 0,-1-1 1 0 0,0 1-1 0 0,1-1 1 0 0,0 1-1 0 0,-1-1 1 0 0,1 1 0 0 0,0-1-1 0 0,0 1 1 0 0,1 0-1 0 0,-1 0 1 0 0,0 0-1 0 0,3-3 1 0 0,25-30 2457 0 0,-23 30-2234 0 0,0 0 1 0 0,0 1 0 0 0,1-1-1 0 0,-1 1 1 0 0,1 1 0 0 0,0-1-1 0 0,0 1 1 0 0,0 0 0 0 0,0 1-1 0 0,0 0 1 0 0,1 0 0 0 0,-1 0-1 0 0,1 1 1 0 0,0 0 0 0 0,-1 1-1 0 0,1 0 1 0 0,-1 0 0 0 0,1 0-1 0 0,0 1 1 0 0,-1 0 0 0 0,13 4-1 0 0,-14-3-263 0 0,0 0-1 0 0,0 0 0 0 0,0 1 1 0 0,-1 0-1 0 0,1 0 1 0 0,-1 1-1 0 0,0-1 0 0 0,0 1 1 0 0,0 0-1 0 0,-1 1 1 0 0,1-1-1 0 0,-1 1 0 0 0,0 0 1 0 0,0 0-1 0 0,-1 0 0 0 0,1 0 1 0 0,-1 1-1 0 0,0-1 1 0 0,-1 1-1 0 0,1 0 0 0 0,-1 0 1 0 0,-1 0-1 0 0,1 0 0 0 0,-1 0 1 0 0,0 0-1 0 0,1 11 1 0 0,-2-4-142 0 0,0-1 0 0 0,-1 1 0 0 0,0-1 1 0 0,-1 0-1 0 0,-1 1 0 0 0,0-1 1 0 0,0 0-1 0 0,-1-1 0 0 0,-1 1 0 0 0,0-1 1 0 0,-1 1-1 0 0,-10 15 0 0 0,10-18-583 0 0,-1 0 0 0 0,0-1 0 0 0,0 0 0 0 0,-17 15-1 0 0,17-18-433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32 1376 0 0,'5'-31'8062'0'0,"-5"35"-7219"0"0,-5 93 2422 0 0,0 34-1427 0 0,5-116-1770 0 0,1 0 0 0 0,1 1 1 0 0,1-1-1 0 0,0 0 0 0 0,0 0 1 0 0,9 19-1 0 0,-10-29-310 0 0,1-1-1 0 0,-1 0 1 0 0,1 1 0 0 0,0-1-1 0 0,0 0 1 0 0,0 0 0 0 0,1-1-1 0 0,-1 1 1 0 0,1-1 0 0 0,0 0-1 0 0,0 0 1 0 0,0 0 0 0 0,6 3-1 0 0,0-1-1048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9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1928 0 0,'4'-39'343'0'0,"-3"34"177"0"0,1 0 1 0 0,0 1-1 0 0,0-1 1 0 0,0 0-1 0 0,0 1 1 0 0,1-1-1 0 0,0 1 1 0 0,0 0-1 0 0,0 0 1 0 0,0 0-1 0 0,1 0 1 0 0,0 1-1 0 0,-1-1 1 0 0,9-5-1 0 0,-6 6-280 0 0,0-1 0 0 0,0 1 0 0 0,0 0 0 0 0,0 0 0 0 0,0 1 0 0 0,1 0 0 0 0,-1 0-1 0 0,1 1 1 0 0,0-1 0 0 0,-1 1 0 0 0,1 1 0 0 0,0-1 0 0 0,0 1 0 0 0,-1 0 0 0 0,1 1 0 0 0,0 0 0 0 0,0 0 0 0 0,-1 0-1 0 0,1 1 1 0 0,-1 0 0 0 0,1 0 0 0 0,-1 0 0 0 0,0 1 0 0 0,0 0 0 0 0,0 1 0 0 0,0-1 0 0 0,5 5 0 0 0,-5-4-173 0 0,-1 0 0 0 0,0 0 1 0 0,0 1-1 0 0,0-1 1 0 0,-1 1-1 0 0,0 0 1 0 0,0 0-1 0 0,0 1 1 0 0,0-1-1 0 0,-1 1 0 0 0,0 0 1 0 0,0 0-1 0 0,0 0 1 0 0,-1 0-1 0 0,0 1 1 0 0,0-1-1 0 0,-1 0 1 0 0,0 1-1 0 0,0-1 0 0 0,0 1 1 0 0,-1 0-1 0 0,0-1 1 0 0,0 1-1 0 0,-1-1 1 0 0,0 1-1 0 0,0 0 1 0 0,-3 10-1 0 0,-2-4 8 0 0,0 0-1 0 0,0-1 1 0 0,-1 0 0 0 0,-1 0 0 0 0,0-1-1 0 0,-1 0 1 0 0,0 0 0 0 0,-16 15-1 0 0,9-11-513 0 0,-2-1-1 0 0,1 0 1 0 0,-2-2-1 0 0,-31 18 0 0 0,35-23-5764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7.3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29 6449 0 0,'-22'-28'10291'0'0,"22"28"-10219"0"0,-1 24 755 0 0,1 36 234 0 0,0-55-916 0 0,0-1-1 0 0,0 0 1 0 0,1 0-1 0 0,0 0 1 0 0,0 0-1 0 0,0 0 1 0 0,0 0-1 0 0,1 0 1 0 0,0 0-1 0 0,3 6 1 0 0,-4-9-114 0 0,-1-1 0 0 0,1 1 0 0 0,0-1 1 0 0,-1 0-1 0 0,1 0 0 0 0,-1 1 0 0 0,1-1 1 0 0,0 0-1 0 0,-1 0 0 0 0,1 0 0 0 0,-1 1 1 0 0,1-1-1 0 0,0 0 0 0 0,-1 0 0 0 0,1 0 1 0 0,0 0-1 0 0,-1 0 0 0 0,1 0 0 0 0,0-1 1 0 0,-1 1-1 0 0,1 0 0 0 0,0 0 0 0 0,-1 0 1 0 0,1-1-1 0 0,-1 1 0 0 0,1 0 0 0 0,-1 0 1 0 0,1-1-1 0 0,-1 1 0 0 0,1-1 1 0 0,0 1-1 0 0,-1 0 0 0 0,0-1 0 0 0,1 1 1 0 0,-1-1-1 0 0,1 1 0 0 0,-1-1 0 0 0,0 1 1 0 0,1-1-1 0 0,-1 0 0 0 0,0 1 0 0 0,1-1 1 0 0,-1 1-1 0 0,0-2 0 0 0,15-26 422 0 0,-13-12-211 0 0,-2 39-236 0 0,0-1-1 0 0,0 1 1 0 0,0 0 0 0 0,0-1 0 0 0,0 1-1 0 0,-1-1 1 0 0,1 1 0 0 0,0 0 0 0 0,-1-1-1 0 0,1 1 1 0 0,-1 0 0 0 0,1-1 0 0 0,-1 1 0 0 0,0 0-1 0 0,0 0 1 0 0,1 0 0 0 0,-1-1 0 0 0,0 1-1 0 0,0 0 1 0 0,0 0 0 0 0,0 0 0 0 0,0 0 0 0 0,0 1-1 0 0,-1-1 1 0 0,0-1 0 0 0,1 2 1 0 0,1 0-1 0 0,-1 0 1 0 0,1 0 0 0 0,-1-1-1 0 0,1 1 1 0 0,-1 0 0 0 0,1 0-1 0 0,-1 0 1 0 0,0 0 0 0 0,1 0 0 0 0,-1 0-1 0 0,1 0 1 0 0,-1 0 0 0 0,1 1-1 0 0,-1-1 1 0 0,1 0 0 0 0,-1 0-1 0 0,1 0 1 0 0,-1 1 0 0 0,1-1-1 0 0,-1 0 1 0 0,1 0 0 0 0,-1 1 0 0 0,1-1-1 0 0,-1 0 1 0 0,1 1 0 0 0,0-1-1 0 0,-1 1 1 0 0,1-1 0 0 0,-1 1-1 0 0,1-1 1 0 0,0 0 0 0 0,0 1 0 0 0,-1-1-1 0 0,1 1 1 0 0,0-1 0 0 0,0 1-1 0 0,0-1 1 0 0,-1 1 0 0 0,1 1-1 0 0,2 21-3606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7.8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85 2761 0 0,'-90'-4'-674'0'0,"60"1"2881"0"0,0 2-1 0 0,-66-2 7348 0 0,125-10-7333 0 0,23 3-1210 0 0,1 2 1 0 0,56-1-1 0 0,71-11 194 0 0,-164 17-1180 0 0,-6 0-110 0 0,-1 1 0 0 0,1 0 0 0 0,0 0 0 0 0,0 1 0 0 0,0 1 1 0 0,0 0-1 0 0,0 0 0 0 0,0 1 0 0 0,16 3 0 0 0,-25-4-99 0 0,0 1 0 0 0,1 0 1 0 0,-1-1-1 0 0,0 1 0 0 0,0 0 0 0 0,0 0 0 0 0,0 0 1 0 0,0 0-1 0 0,0 0 0 0 0,0 0 0 0 0,-1 0 1 0 0,1 0-1 0 0,1 2 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8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4145 0 0,'7'31'17062'0'0,"8"-21"-16735"0"0,15 23 1459 0 0,-29-33-1744 0 0,-4-20-2565 0 0,4 20 2546 0 0,-1 1 0 0 0,0-1 0 0 0,1 0 0 0 0,-1 0 0 0 0,0 1 1 0 0,1-1-1 0 0,-1 0 0 0 0,0 0 0 0 0,1 0 0 0 0,-1 1 0 0 0,0-1 0 0 0,1 0 0 0 0,-1 0 0 0 0,0 0 0 0 0,1 0 0 0 0,-1 0 0 0 0,1 0 0 0 0,-1 0 0 0 0,0 0 1 0 0,1 0-1 0 0,-1 0 0 0 0,1 0 0 0 0,-1 0 0 0 0,0 0 0 0 0,1 0 0 0 0,-1 0 0 0 0,0 0 0 0 0,1-1 0 0 0,-1 1 0 0 0,1 0 0 0 0,-1 0 0 0 0,0 0 0 0 0,1-1 0 0 0,-1 1 1 0 0,0 0-1 0 0,0 0 0 0 0,1-1 0 0 0,-1 1 0 0 0,0 0 0 0 0,0 0 0 0 0,1-1 0 0 0,-1 1 0 0 0,0 0 0 0 0,0-1 0 0 0,0 1 0 0 0,1-1 0 0 0,-1 1 0 0 0,0 0 1 0 0,0-1-1 0 0,0 1 0 0 0,0 0 0 0 0,0-1 0 0 0,0 1 0 0 0,0-1 0 0 0,0 1 0 0 0,0 0 0 0 0,0-1 0 0 0,0 1 0 0 0,0-1 0 0 0,0 1 0 0 0,0 0 0 0 0,0-1 1 0 0,0 1-1 0 0,0 0 0 0 0,-1-1 0 0 0,1 0 0 0 0,19 15 484 0 0,41 36-228 0 0,-2 3 0 0 0,-2 2 1 0 0,63 83-1 0 0,-49-56-147 0 0,-28-33-273 0 0,-15-16-185 0 0,47 45 0 0 0,-72-76 164 0 0,0 0 0 0 0,0 0 0 0 0,0-1 1 0 0,0 1-1 0 0,0-1 0 0 0,0 0 0 0 0,0 1 0 0 0,0-1 1 0 0,1 0-1 0 0,-1 0 0 0 0,0 0 0 0 0,1-1 1 0 0,-1 1-1 0 0,1 0 0 0 0,-1-1 0 0 0,1 0 0 0 0,-1 0 1 0 0,1 1-1 0 0,-1-1 0 0 0,1-1 0 0 0,0 1 1 0 0,4-1-1 0 0,4-5-973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8.6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314 51 6913 0 0,'0'-5'758'0'0,"0"-27"1434"0"0,-5 18 3287 0 0,-2 23-1624 0 0,-2 15-2846 0 0,8-23-869 0 0,-101 220 2557 0 0,8-20-2287 0 0,80-164-466 0 0,-42 117 404 0 0,49-131-623 0 0,2 1 0 0 0,0 1 0 0 0,1-1 0 0 0,0 38 0 0 0,4-48-754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9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45 4337 0 0,'-3'1'174'0'0,"0"0"1"0"0,0 0-1 0 0,0 0 0 0 0,0-1 0 0 0,0 1 1 0 0,0-1-1 0 0,0 0 0 0 0,-11-8 5211 0 0,33-3-3047 0 0,-3 5-1580 0 0,-1 1 1 0 0,1 0 0 0 0,0 0 0 0 0,1 2 0 0 0,-1 0 0 0 0,1 1 0 0 0,-1 1 0 0 0,18 0-1 0 0,12 4-1326 0 0,73 14 0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9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114 299 10138 0 0,'-2'1'214'0'0,"0"-1"1"0"0,0 0-1 0 0,0-1 0 0 0,0 1 0 0 0,0 0 1 0 0,0-1-1 0 0,0 1 0 0 0,0-1 0 0 0,0 1 1 0 0,0-1-1 0 0,1 0 0 0 0,-1 0 0 0 0,0 0 1 0 0,0 0-1 0 0,1 0 0 0 0,-1 0 0 0 0,1 0 1 0 0,-1-1-1 0 0,1 1 0 0 0,-1-1 0 0 0,1 1 1 0 0,0-1-1 0 0,0 1 0 0 0,0-1 0 0 0,0 0 1 0 0,0 0-1 0 0,-2-3 0 0 0,-4-9 976 0 0,0 0-1 0 0,-7-23 1 0 0,9 24-797 0 0,-3-9 63 0 0,1 0 0 0 0,-6-32 0 0 0,7-14-2482 0 0,7 44-4972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2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55 456 0 0,'-1'0'0'0'0,"0"-1"-5"0"0,1 1 1 0 0,-1 0-1 0 0,1-1 0 0 0,-1 1 0 0 0,1-1 1 0 0,0 1-1 0 0,-1-1 0 0 0,1 1 0 0 0,-1 0 1 0 0,1-1-1 0 0,0 0 0 0 0,-1 1 0 0 0,1-1 1 0 0,0 1-1 0 0,0-1 0 0 0,-1 1 0 0 0,1-1 1 0 0,0 0-1 0 0,0 1 0 0 0,0-1 1 0 0,0 1-1 0 0,0-1 0 0 0,0 0 0 0 0,0 1 1 0 0,0-1-1 0 0,0 1 0 0 0,0-1 0 0 0,0 0 1 0 0,0 1-1 0 0,0-1 0 0 0,0 1 0 0 0,1-1 1 0 0,-1-1-1 0 0,9-32 9327 0 0,-19 72-3913 0 0,6-20-5000 0 0,4-11-114 0 0,0 0 0 0 0,1-1 1 0 0,-1 1-1 0 0,1-1 0 0 0,1 1 0 0 0,-1-1 0 0 0,1 1 0 0 0,0-1 0 0 0,1 0 0 0 0,-1 0 0 0 0,1 0 0 0 0,5 7 0 0 0,-4-5-99 0 0,1 1-1 0 0,-2-1 1 0 0,1 1-1 0 0,-1 1 1 0 0,2 9-1 0 0,5 41 285 0 0,22 149 1066 0 0,-28-161-1461 0 0,-1-1 0 0 0,-6 69 0 0 0,-2 63 176 0 0,3-70-178 0 0,4 115 16 0 0,0-77-70 0 0,-1-58 5 0 0,-11 254 236 0 0,8-302-246 0 0,2 1 1 0 0,7 58-1 0 0,-2-50 3 0 0,-2 53 1 0 0,-3-95-28 0 0,-6 129 64 0 0,15 161 0 0 0,1-181 4 0 0,14 111 120 0 0,-18-189-148 0 0,-5-22-13 0 0,2-1 0 0 0,0 1 1 0 0,0 0-1 0 0,11 27 0 0 0,-3 4 233 0 0,-10-48-112 0 0,-2 1-132 0 0,0 0-5 0 0,1-1 82 0 0,21-4-221 0 0,-15 1 122 0 0,1 1-1 0 0,0-2 0 0 0,-1 1 0 0 0,1-1 0 0 0,-1 0 1 0 0,0 0-1 0 0,11-10 0 0 0,15-10-117 0 0,-3 10 72 0 0,2 1 0 0 0,-1 1 1 0 0,2 2-1 0 0,51-10 1 0 0,-4 0 36 0 0,-22 8-2 0 0,0 2 0 0 0,69-3-1 0 0,-64 7 65 0 0,99-20 0 0 0,-67 8 9 0 0,181-13 1 0 0,-20 5 431 0 0,-220 20-488 0 0,0 2 0 0 0,1 1 0 0 0,-1 2 0 0 0,69 7 0 0 0,-60 3-208 0 0,-49-17 208 0 0,3 5 10 0 0,0 1-1 0 0,0 0 0 0 0,0 0 1 0 0,-1 0-1 0 0,1 0 1 0 0,-1 0-1 0 0,0 0 0 0 0,1 1 1 0 0,-1-1-1 0 0,0 1 1 0 0,0-1-1 0 0,-4 0 1 0 0,5 2-9 0 0,0-1 0 0 0,0 1 0 0 0,0 0 0 0 0,0 0 0 0 0,0 0 0 0 0,0 1 0 0 0,0-1 0 0 0,1 0 0 0 0,-1 1 0 0 0,0-1 0 0 0,0 1 0 0 0,0-1 0 0 0,0 1 0 0 0,1 0 0 0 0,-1 0 0 0 0,0 0 0 0 0,1 0 0 0 0,-1 0 0 0 0,1 0 0 0 0,-1 1 0 0 0,1-1 0 0 0,-1 0 0 0 0,1 1 0 0 0,-2 1 0 0 0,-2 4-18 0 0,0 0 0 0 0,0 0 0 0 0,0 1 0 0 0,1-1 0 0 0,0 1 0 0 0,-4 9 0 0 0,7-15 14 0 0,1 0 0 0 0,-1 0 1 0 0,0 0-1 0 0,1-1 0 0 0,-1 1 0 0 0,1 0 0 0 0,0 0 0 0 0,-1 0 0 0 0,1 0 0 0 0,0 0 1 0 0,0 0-1 0 0,0 0 0 0 0,0 0 0 0 0,1 0 0 0 0,-1 0 0 0 0,0 0 0 0 0,1-1 0 0 0,0 1 0 0 0,-1 0 1 0 0,1 0-1 0 0,0 0 0 0 0,0-1 0 0 0,0 1 0 0 0,0 0 0 0 0,0-1 0 0 0,0 1 0 0 0,0-1 0 0 0,1 1 1 0 0,-1-1-1 0 0,1 0 0 0 0,-1 1 0 0 0,1-1 0 0 0,-1 0 0 0 0,3 1 0 0 0,-2-1 3 0 0,1-1 0 0 0,-1 1-1 0 0,1-1 1 0 0,0 1 0 0 0,-1-1-1 0 0,1 0 1 0 0,0 0 0 0 0,0 0 0 0 0,-1-1-1 0 0,1 1 1 0 0,0-1 0 0 0,-1 1-1 0 0,1-1 1 0 0,-1 0 0 0 0,1 0-1 0 0,-1 0 1 0 0,1 0 0 0 0,-1 0 0 0 0,0-1-1 0 0,1 1 1 0 0,-1-1 0 0 0,0 1-1 0 0,0-1 1 0 0,0 0 0 0 0,0 0 0 0 0,3-4-1 0 0,2-1 0 0 0,-1-1 0 0 0,0 0 0 0 0,0 0 0 0 0,-1 0 0 0 0,0 0-1 0 0,5-11 1 0 0,-9 16 10 0 0,0 0 1 0 0,1 0-1 0 0,-1 0 0 0 0,0-1 0 0 0,-1 1 1 0 0,1 0-1 0 0,0-1 0 0 0,-1 1 0 0 0,0 0 1 0 0,0-1-1 0 0,0 1 0 0 0,0 0 0 0 0,0-1 0 0 0,-1 1 1 0 0,0 0-1 0 0,1-1 0 0 0,-1 1 0 0 0,0 0 1 0 0,-1 0-1 0 0,1 0 0 0 0,-1 0 0 0 0,1 0 0 0 0,-1 0 1 0 0,-4-5-1 0 0,3 5 5 0 0,-1-1-1 0 0,0 1 1 0 0,0 1 0 0 0,0-1-1 0 0,0 0 1 0 0,0 1 0 0 0,0 0 0 0 0,-1 0-1 0 0,1 0 1 0 0,-1 1 0 0 0,0-1-1 0 0,1 1 1 0 0,-1 0 0 0 0,0 1 0 0 0,0-1-1 0 0,1 1 1 0 0,-6 0 0 0 0,9 0-86 0 0,-14 1 307 0 0,15-1-271 0 0,0 0 0 0 0,-1 0 0 0 0,1 0 0 0 0,0 0 0 0 0,0 0 0 0 0,0 0 0 0 0,-1 0 0 0 0,1 0 0 0 0,0 0 0 0 0,0 0 0 0 0,0 0 0 0 0,-1 1 0 0 0,1-1 0 0 0,0 0 0 0 0,0 0 0 0 0,0 0 0 0 0,0 0 0 0 0,-1 0 0 0 0,1 0 0 0 0,0 0 0 0 0,0 1 0 0 0,0-1 0 0 0,0 0 0 0 0,0 0 0 0 0,0 0 0 0 0,-1 0 0 0 0,1 1 0 0 0,0-1 0 0 0,0 0 1 0 0,0 0-1 0 0,0 0 0 0 0,0 1 0 0 0,0-1 0 0 0,0 0 0 0 0,0 0 0 0 0,0 0 0 0 0,0 0 0 0 0,0 1 0 0 0,0-1 0 0 0,0 0 0 0 0,0 0 0 0 0,0 0 0 0 0,0 1 0 0 0,0-1 0 0 0,0 0 0 0 0,0 0 0 0 0,0 0 0 0 0,0 1 0 0 0,0-1 0 0 0,0 0 0 0 0,1 0 0 0 0,-1 0 0 0 0,0 0 0 0 0,0 1 0 0 0,0-1 0 0 0,0 0 0 0 0,0 0 0 0 0,0 0 0 0 0,1 0 0 0 0,-1 0 0 0 0,0 0 0 0 0,0 1 0 0 0,1-1 1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3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25 6913 0 0,'-1'-2'199'0'0,"1"0"-1"0"0,-1 1 1 0 0,1-1-1 0 0,-1 0 0 0 0,0 1 1 0 0,0-1-1 0 0,0 1 1 0 0,0-1-1 0 0,0 1 0 0 0,0-1 1 0 0,0 1-1 0 0,0 0 0 0 0,-1-1 1 0 0,-2-1-1 0 0,3 3-33 0 0,1 1 0 0 0,-1-1 0 0 0,0 0 0 0 0,0 0 0 0 0,0 1-1 0 0,1-1 1 0 0,-1 1 0 0 0,0-1 0 0 0,0 1 0 0 0,1-1 0 0 0,-1 1 0 0 0,0-1-1 0 0,1 1 1 0 0,-1-1 0 0 0,1 1 0 0 0,-1 0 0 0 0,0 0 0 0 0,1-1 0 0 0,0 1-1 0 0,-1 0 1 0 0,1 0 0 0 0,-1-1 0 0 0,1 1 0 0 0,0 0 0 0 0,0 0 0 0 0,-1 0 0 0 0,1 0-1 0 0,0-1 1 0 0,0 3 0 0 0,-5 11 21 0 0,1 1-1 0 0,0-1 1 0 0,1 1-1 0 0,1 0 1 0 0,0 0-1 0 0,1 1 1 0 0,0-1-1 0 0,2 0 1 0 0,0 0 0 0 0,0 0-1 0 0,6 22 1 0 0,-5-28-90 0 0,1 0 0 0 0,0 0 1 0 0,1 0-1 0 0,0 0 0 0 0,0-1 1 0 0,1 1-1 0 0,0-1 0 0 0,0 0 1 0 0,1-1-1 0 0,0 0 0 0 0,1 1 1 0 0,-1-2-1 0 0,1 1 0 0 0,0-1 0 0 0,1 0 1 0 0,0-1-1 0 0,0 0 0 0 0,0 0 1 0 0,14 6-1 0 0,-19-10-49 0 0,0 1 0 0 0,0-1 0 0 0,0 1 1 0 0,1-1-1 0 0,-1 0 0 0 0,0-1 0 0 0,1 1 0 0 0,-1-1 0 0 0,1 1 0 0 0,-1-1 1 0 0,1 0-1 0 0,-1 0 0 0 0,1 0 0 0 0,-1-1 0 0 0,1 1 0 0 0,-1-1 0 0 0,0 0 1 0 0,1 0-1 0 0,-1 0 0 0 0,0-1 0 0 0,0 1 0 0 0,1-1 0 0 0,-1 1 0 0 0,0-1 1 0 0,-1 0-1 0 0,1 0 0 0 0,0 0 0 0 0,-1-1 0 0 0,1 1 0 0 0,-1-1 0 0 0,1 1 1 0 0,-1-1-1 0 0,0 0 0 0 0,0 0 0 0 0,-1 0 0 0 0,1 0 0 0 0,0 0 0 0 0,-1 0 1 0 0,0-1-1 0 0,0 1 0 0 0,0 0 0 0 0,0-1 0 0 0,0 1 0 0 0,-1-1 0 0 0,1-6 1 0 0,-1 0 52 0 0,-1 0 1 0 0,1 0 0 0 0,-2 0-1 0 0,1 1 1 0 0,-1-1-1 0 0,-1 0 1 0 0,0 1 0 0 0,0-1-1 0 0,0 1 1 0 0,-2 0 0 0 0,1 0-1 0 0,-6-8 1 0 0,5 10-95 0 0,0-1 0 0 0,0 2 0 0 0,0-1 0 0 0,0 1 0 0 0,-1-1 0 0 0,0 2 0 0 0,-1-1 0 0 0,1 1 0 0 0,-1 0-1 0 0,0 0 1 0 0,-1 0 0 0 0,1 1 0 0 0,-1 0 0 0 0,-11-3 0 0 0,17 6-155 0 0,0 0 0 0 0,-1 0-1 0 0,1 1 1 0 0,-1-1 0 0 0,1 1 0 0 0,0 0-1 0 0,-1 0 1 0 0,1 0 0 0 0,-1 0-1 0 0,1 0 1 0 0,-1 0 0 0 0,1 1 0 0 0,-1-1-1 0 0,1 1 1 0 0,0-1 0 0 0,-1 1 0 0 0,1 0-1 0 0,0 0 1 0 0,0 0 0 0 0,0 0 0 0 0,-1 1-1 0 0,1-1 1 0 0,0 1 0 0 0,1-1-1 0 0,-1 1 1 0 0,-2 2 0 0 0,-2 5-1099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3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5529 0 0,'1'-14'10276'0'0,"1"29"-7777"0"0,1 30-1632 0 0,-3-36-751 0 0,2-1 0 0 0,-1 1 0 0 0,1-1 0 0 0,0 0 1 0 0,1 0-1 0 0,-1 0 0 0 0,2 0 0 0 0,-1 0 0 0 0,1 0 1 0 0,1-1-1 0 0,-1 0 0 0 0,1 0 0 0 0,0 0 0 0 0,1 0 0 0 0,-1-1 1 0 0,1 0-1 0 0,1 0 0 0 0,-1 0 0 0 0,1-1 0 0 0,0 0 1 0 0,0-1-1 0 0,1 1 0 0 0,-1-1 0 0 0,1-1 0 0 0,16 6 0 0 0,-22-8-106 0 0,0-1 0 0 0,0 1 0 0 0,0-1 0 0 0,0 0 0 0 0,0 0 0 0 0,0 0 0 0 0,0 0 0 0 0,1 0 0 0 0,-1 0-1 0 0,0-1 1 0 0,0 1 0 0 0,0 0 0 0 0,0-1 0 0 0,0 0 0 0 0,0 0 0 0 0,0 1 0 0 0,-1-1 0 0 0,1 0 0 0 0,0 0 0 0 0,3-3-1 0 0,-2 1-4 0 0,0 0-1 0 0,0 0 0 0 0,-1-1 1 0 0,1 1-1 0 0,-1-1 0 0 0,0 0 0 0 0,0 1 1 0 0,0-1-1 0 0,2-7 0 0 0,1-7-5 0 0,-1 0-1 0 0,0 1 0 0 0,1-32 0 0 0,-5 47 6 0 0,1-14 43 0 0,-1 10-18 0 0,0 0 0 0 0,0 0 0 0 0,1 0 0 0 0,-1 0-1 0 0,1 0 1 0 0,1 0 0 0 0,-1 0 0 0 0,1 1 0 0 0,0-1-1 0 0,0 0 1 0 0,1 1 0 0 0,3-6 0 0 0,-5 10-25 0 0,0 1 0 0 0,0-1 0 0 0,0 1 0 0 0,0 0 0 0 0,-1-1 0 0 0,1 1 0 0 0,0 0 0 0 0,0 0 0 0 0,0 0 0 0 0,0 0 0 0 0,0 0 0 0 0,0 0 0 0 0,0 0 0 0 0,0 0 0 0 0,0 0 0 0 0,0 0 0 0 0,0 0 0 0 0,0 1 0 0 0,0-1 0 0 0,0 0 0 0 0,0 1 0 0 0,0-1 0 0 0,0 1 0 0 0,0-1 0 0 0,0 1 0 0 0,-1-1 0 0 0,1 1 0 0 0,0 0 0 0 0,0-1 0 0 0,-1 1 0 0 0,1 0 0 0 0,0-1 0 0 0,-1 1 0 0 0,1 0 0 0 0,0 1 0 0 0,24 30 108 0 0,-18-19-494 0 0,2 1 1 0 0,0-2-1 0 0,0 1 0 0 0,1-1 1 0 0,1-1-1 0 0,0 0 0 0 0,0 0 1 0 0,1-1-1 0 0,1-1 1 0 0,-1 0-1 0 0,19 10 0 0 0,-13-12-1271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4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 5985 0 0,'-22'-1'5512'0'0,"17"19"-1057"0"0,4-4-4274 0 0,0-3 321 0 0,1 0 0 0 0,1 0 0 0 0,0 0 0 0 0,0 0 0 0 0,1 0 0 0 0,1 0 0 0 0,0 0 0 0 0,0 0 0 0 0,6 12 0 0 0,9 14 212 0 0,26 42 0 0 0,-6-13-455 0 0,10 43-528 0 0,-25-33-4237 0 0,-20-59-2181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4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19 225 3209 0 0,'-17'-6'62'0'0,"15"-3"2721"0"0,22-13 4219 0 0,-13 16-6126 0 0,18-17 1712 0 0,38-25-1 0 0,-25 23-1335 0 0,74-37 0 0 0,-103 58-1572 0 0,1 0 1 0 0,-1 1-1 0 0,1-1 0 0 0,0 2 0 0 0,0-1 0 0 0,11 0 0 0 0,-4 3-6689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6.3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11 203 3225 0 0,'2'-3'-33'0'0,"0"0"0"0"0,0 0 0 0 0,-1 0 0 0 0,1-1 1 0 0,-1 1-1 0 0,0-1 0 0 0,1 1 0 0 0,-2-1 0 0 0,1 0 0 0 0,0 1 1 0 0,-1-1-1 0 0,1-4 0 0 0,-1 7 256 0 0,0-1 0 0 0,1 0-1 0 0,-1 1 1 0 0,0-1 0 0 0,0 0 0 0 0,0 1 0 0 0,0-1-1 0 0,-1 1 1 0 0,1-1 0 0 0,0 0 0 0 0,-1 1 0 0 0,1-1-1 0 0,-1 1 1 0 0,1-1 0 0 0,-1 1 0 0 0,0-1 0 0 0,1 1-1 0 0,-1-1 1 0 0,0 1 0 0 0,0 0 0 0 0,0-1 0 0 0,0 1-1 0 0,-1 0 1 0 0,1 0 0 0 0,0 0 0 0 0,0 0 0 0 0,-1 0-1 0 0,1 0 1 0 0,-2-1 0 0 0,3 3-136 0 0,-1-1 0 0 0,1 0 0 0 0,0 0 0 0 0,-1 0 0 0 0,1 1 0 0 0,0-1 0 0 0,-1 0 0 0 0,1 0 1 0 0,0 1-1 0 0,-1-1 0 0 0,1 0 0 0 0,0 0 0 0 0,0 1 0 0 0,-1-1 0 0 0,1 0 0 0 0,0 1 0 0 0,0-1 0 0 0,0 1 0 0 0,-1-1 0 0 0,1 0 0 0 0,0 1 0 0 0,0-1 0 0 0,0 1 0 0 0,0-1 0 0 0,0 0 0 0 0,0 1 0 0 0,0-1 1 0 0,0 1-1 0 0,0-1 0 0 0,0 0 0 0 0,0 1 0 0 0,0 0 0 0 0,0 18 348 0 0,0-17-176 0 0,0 9 56 0 0,1 0-1 0 0,0-1 0 0 0,1 1 0 0 0,0 0 1 0 0,1-1-1 0 0,0 0 0 0 0,6 13 0 0 0,-7-17-160 0 0,0-1 0 0 0,1-1 0 0 0,0 1 0 0 0,0 0 0 0 0,0 0-1 0 0,0-1 1 0 0,1 0 0 0 0,-1 0 0 0 0,1 0 0 0 0,0 0 0 0 0,1 0-1 0 0,-1-1 1 0 0,1 0 0 0 0,-1 0 0 0 0,1 0 0 0 0,5 2 0 0 0,-9-5-137 0 0,-1 0 0 0 0,1 1 0 0 0,-1-1 1 0 0,1 0-1 0 0,0 0 0 0 0,-1 0 1 0 0,1 0-1 0 0,0 0 0 0 0,-1 0 0 0 0,1 0 1 0 0,-1 0-1 0 0,1 0 0 0 0,0 0 1 0 0,-1 0-1 0 0,1 0 0 0 0,0 0 0 0 0,-1-1 1 0 0,1 1-1 0 0,-1 0 0 0 0,1 0 1 0 0,-1-1-1 0 0,1 1 0 0 0,-1 0 0 0 0,1-1 1 0 0,-1 1-1 0 0,1-1 0 0 0,-1 1 1 0 0,1 0-1 0 0,-1-1 0 0 0,1 0 0 0 0,8-24 469 0 0,-7-26 200 0 0,-3 37-643 0 0,0 1 1 0 0,-1 0 0 0 0,-5-17-1 0 0,6 25-25 0 0,-1-1 0 0 0,0 1 0 0 0,0 0 0 0 0,0 1-1 0 0,0-1 1 0 0,-1 0 0 0 0,0 1 0 0 0,0-1-1 0 0,0 1 1 0 0,0 0 0 0 0,-5-4 0 0 0,8 7-17 0 0,-1 1 1 0 0,1-1-1 0 0,-1 0 0 0 0,1 1 1 0 0,0-1-1 0 0,-1 1 1 0 0,1-1-1 0 0,-1 1 1 0 0,1 0-1 0 0,-1-1 1 0 0,1 1-1 0 0,-1 0 0 0 0,0-1 1 0 0,1 1-1 0 0,-1 0 1 0 0,1-1-1 0 0,-1 1 1 0 0,0 0-1 0 0,1 0 1 0 0,-1 0-1 0 0,0 0 0 0 0,1-1 1 0 0,-1 1-1 0 0,0 0 1 0 0,1 0-1 0 0,-1 0 1 0 0,0 1-1 0 0,1-1 1 0 0,-1 0-1 0 0,1 0 0 0 0,-1 0 1 0 0,0 0-1 0 0,1 1 1 0 0,-1-1-1 0 0,0 0 1 0 0,1 0-1 0 0,-1 1 1 0 0,1-1-1 0 0,-1 0 0 0 0,1 1 1 0 0,-1-1-1 0 0,1 1 1 0 0,-1-1-1 0 0,1 1 1 0 0,-1-1-1 0 0,1 1 1 0 0,0-1-1 0 0,-1 1 0 0 0,1-1 1 0 0,0 1-1 0 0,-1 0 1 0 0,1-1-1 0 0,0 1 1 0 0,-1 1-1 0 0,1 0-68 0 0,-1 0-1 0 0,1 1 1 0 0,0-1-1 0 0,0 0 1 0 0,-1 1-1 0 0,1-1 1 0 0,1 0 0 0 0,-1 1-1 0 0,0-1 1 0 0,1 0-1 0 0,-1 0 1 0 0,1 1-1 0 0,-1-1 1 0 0,3 4-1 0 0,-1-3 102 0 0,0-1 0 0 0,0 1 0 0 0,1-1 0 0 0,-1 0 0 0 0,1 0-1 0 0,-1 1 1 0 0,1-2 0 0 0,0 1 0 0 0,0 0 0 0 0,0 0-1 0 0,0-1 1 0 0,0 0 0 0 0,0 0 0 0 0,0 0 0 0 0,0 0 0 0 0,1 0-1 0 0,-1 0 1 0 0,0-1 0 0 0,1 1 0 0 0,-1-1 0 0 0,0 0-1 0 0,1 0 1 0 0,-1-1 0 0 0,1 1 0 0 0,-1-1 0 0 0,0 1 0 0 0,0-1-1 0 0,1 0 1 0 0,-1 0 0 0 0,0-1 0 0 0,0 1 0 0 0,0-1 0 0 0,0 1-1 0 0,0-1 1 0 0,-1 0 0 0 0,1 0 0 0 0,0 0 0 0 0,2-3-1 0 0,-2 1 62 0 0,-1 0-1 0 0,1-1 1 0 0,0 1-1 0 0,-1 0 1 0 0,0-1-1 0 0,0 0 1 0 0,-1 0-1 0 0,1 1 1 0 0,-1-1-1 0 0,0 0 1 0 0,0 0-1 0 0,-1 0 1 0 0,0 0-1 0 0,1 0 1 0 0,-2-10-1 0 0,0 12-74 0 0,1 0 1 0 0,0 0-1 0 0,-1 0 0 0 0,0 0 1 0 0,0 0-1 0 0,0 0 0 0 0,0 0 1 0 0,0 0-1 0 0,0 1 0 0 0,-1-1 1 0 0,0 0-1 0 0,1 1 0 0 0,-1-1 1 0 0,0 1-1 0 0,0 0 0 0 0,0-1 1 0 0,-1 1-1 0 0,1 0 0 0 0,0 0 1 0 0,-1 0-1 0 0,1 1 0 0 0,-1-1 1 0 0,0 1-1 0 0,0-1 0 0 0,1 1 1 0 0,-7-2-1 0 0,7 3-10 0 0,1 0 1 0 0,-1-1-1 0 0,0 1 1 0 0,0 0-1 0 0,0 0 1 0 0,0 0-1 0 0,0 1 0 0 0,0-1 1 0 0,0 0-1 0 0,0 1 1 0 0,0-1-1 0 0,1 1 1 0 0,-1 0-1 0 0,0-1 1 0 0,0 1-1 0 0,1 0 0 0 0,-1 0 1 0 0,0 0-1 0 0,1 0 1 0 0,-1 0-1 0 0,1 1 1 0 0,-1-1-1 0 0,1 0 1 0 0,0 1-1 0 0,0-1 0 0 0,-1 1 1 0 0,0 2-1 0 0,-10 23-1733 0 0,12 0-4977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2.6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3857 0 0,'1'-1'18'0'0,"0"0"-1"0"0,1 1 1 0 0,-1-1 0 0 0,0 0 0 0 0,1 1-1 0 0,-1-1 1 0 0,0 1 0 0 0,1 0 0 0 0,-1-1-1 0 0,1 1 1 0 0,-1 0 0 0 0,1 0-1 0 0,-1 0 1 0 0,1 0 0 0 0,-1 0 0 0 0,0 0-1 0 0,1 0 1 0 0,2 1 0 0 0,-3-1-29 0 0,0 1 1 0 0,0-1-1 0 0,0 0 1 0 0,0 0-1 0 0,0 0 0 0 0,0 0 1 0 0,1 0-1 0 0,-1 0 0 0 0,0 0 1 0 0,0 0-1 0 0,0 0 1 0 0,0 0-1 0 0,0-1 0 0 0,0 1 1 0 0,0 0-1 0 0,0-1 1 0 0,0 1-1 0 0,0-1 0 0 0,0 1 1 0 0,0-1-1 0 0,0 0 1 0 0,0 1-1 0 0,0-1 0 0 0,-1 0 1 0 0,2 0-1 0 0,1-2 130 0 0,9-7-765 0 0,-11 24 892 0 0,-2-13 185 0 0,0 5-86 0 0,-5 24 61 0 0,1-10 4 0 0,1 0-1 0 0,0 0 0 0 0,2 1 0 0 0,0-1 1 0 0,1 1-1 0 0,4 38 0 0 0,10 18 451 0 0,-4 1-1 0 0,-3 0 0 0 0,-4 0 1 0 0,-9 93-1 0 0,-6 10-431 0 0,15 299 0 0 0,14-17 1248 0 0,6 82-1162 0 0,51-106-718 0 0,-51-333 576 0 0,-14-64-345 0 0,2 0 0 0 0,30 79 0 0 0,-34-107-62 0 0,0-2 0 0 0,1 1 0 0 0,0-1-1 0 0,1 0 1 0 0,1 0 0 0 0,-1-1-1 0 0,2 0 1 0 0,0 0 0 0 0,0-1 0 0 0,0-1-1 0 0,2 0 1 0 0,21 15 0 0 0,-10-12-338 0 0,0 0-1 0 0,1-1 1 0 0,0-1 0 0 0,1-2 0 0 0,0 0-1 0 0,29 4 1 0 0,-35-9 328 0 0,0-1-1 0 0,0-1 0 0 0,1-1 1 0 0,-1 0-1 0 0,0-1 0 0 0,1-2 1 0 0,-1 0-1 0 0,36-11 1 0 0,73-32-530 0 0,-75 26 353 0 0,0 1 0 0 0,70-14 0 0 0,-60 21 326 0 0,41-8 676 0 0,139-8 1 0 0,-164 21 12 0 0,1-4 1 0 0,-2-3-1 0 0,93-29 1 0 0,-150 38-799 0 0,1 1 1 0 0,28-1 0 0 0,14-3-1037 0 0,-57 7 413 0 0,0-1 0 0 0,0 0 0 0 0,0 0 0 0 0,0 0-1 0 0,-1-1 1 0 0,1 0 0 0 0,0-1 0 0 0,-1 0 0 0 0,0 0 0 0 0,8-6 0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3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32 6913 0 0,'-16'-7'739'0'0,"-1"1"0"0"0,-25-7 0 0 0,36 12-138 0 0,-1-1 0 0 0,1 1 0 0 0,-1 0 1 0 0,1 1-1 0 0,-1 0 0 0 0,1 0 0 0 0,-1 0 1 0 0,1 1-1 0 0,-1 0 0 0 0,-7 2 0 0 0,14-3-565 0 0,0 0-1 0 0,0 0 0 0 0,0 0 0 0 0,0 0 0 0 0,0 0 0 0 0,0 0 0 0 0,0 0 1 0 0,-1 0-1 0 0,1 0 0 0 0,0 0 0 0 0,0 0 0 0 0,0 0 0 0 0,0 0 0 0 0,0 0 1 0 0,0 0-1 0 0,0 1 0 0 0,-1-1 0 0 0,1 0 0 0 0,0 0 0 0 0,0 0 0 0 0,0 0 1 0 0,0 0-1 0 0,0 0 0 0 0,0 0 0 0 0,0 0 0 0 0,0 0 0 0 0,0 1 1 0 0,0-1-1 0 0,0 0 0 0 0,0 0 0 0 0,0 0 0 0 0,0 0 0 0 0,-1 0 0 0 0,1 0 1 0 0,0 0-1 0 0,0 1 0 0 0,0-1 0 0 0,0 0 0 0 0,0 0 0 0 0,0 0 0 0 0,0 0 1 0 0,0 0-1 0 0,1 0 0 0 0,-1 1 0 0 0,0-1 0 0 0,0 0 0 0 0,0 0 1 0 0,0 0-1 0 0,0 0 0 0 0,0 0 0 0 0,0 0 0 0 0,0 0 0 0 0,0 1 0 0 0,0-1 1 0 0,0 0-1 0 0,0 0 0 0 0,0 0 0 0 0,0 0 0 0 0,1 0 0 0 0,-1 0 0 0 0,0 0 1 0 0,0 0-1 0 0,0 0 0 0 0,0 0 0 0 0,0 0 0 0 0,1 0 0 0 0,13 7 909 0 0,16 3-232 0 0,-12-4-606 0 0,0 0 1 0 0,-1 1-1 0 0,0 1 1 0 0,0 1-1 0 0,22 15 1 0 0,-9-2 147 0 0,49 45-1 0 0,-76-65-233 0 0,-1 0-1 0 0,1 0 0 0 0,-1 0 0 0 0,0 1 0 0 0,0-1 0 0 0,0 1 0 0 0,0 0 0 0 0,0-1 0 0 0,-1 1 0 0 0,1 0 0 0 0,-1 0 0 0 0,0 0 0 0 0,0 0 1 0 0,0 0-1 0 0,0 0 0 0 0,0 1 0 0 0,-1-1 0 0 0,1 0 0 0 0,-1 0 0 0 0,0 1 0 0 0,0-1 0 0 0,0 4 0 0 0,-2-2 26 0 0,0 1-1 0 0,0-1 1 0 0,-1 1-1 0 0,1-1 1 0 0,-1 0 0 0 0,0 0-1 0 0,-1 0 1 0 0,1 0-1 0 0,-1-1 1 0 0,0 1-1 0 0,-7 5 1 0 0,-54 52 357 0 0,35-35-1176 0 0,1 1 0 0 0,-49 62 0 0 0,64-68-6449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3 264 10594 0 0,'0'0'60'0'0,"0"1"0"0"0,0-1 0 0 0,-1 0-1 0 0,1 0 1 0 0,0 0 0 0 0,0 1 0 0 0,0-1-1 0 0,-1 0 1 0 0,1 1 0 0 0,0-1 0 0 0,0 0 0 0 0,0 0-1 0 0,0 1 1 0 0,0-1 0 0 0,0 0 0 0 0,-1 1-1 0 0,1-1 1 0 0,0 0 0 0 0,0 1 0 0 0,0-1-1 0 0,0 0 1 0 0,0 1 0 0 0,0-1 0 0 0,0 0 0 0 0,0 1-1 0 0,1-1 1 0 0,-1 0 0 0 0,0 1 0 0 0,0-1-1 0 0,0 0 1 0 0,0 0 0 0 0,0 1 0 0 0,0-1 0 0 0,1 0-1 0 0,-1 1 1 0 0,0-1 0 0 0,0 0 0 0 0,0 0-1 0 0,1 0 1 0 0,-1 1 0 0 0,0-1 0 0 0,0 0-1 0 0,1 0 1 0 0,-1 0 0 0 0,1 1 0 0 0,10 14 1271 0 0,44 43 1414 0 0,77 108-1 0 0,-123-154-2605 0 0,8 12 4 0 0,33 36-1 0 0,-46-56-102 0 0,1 1 0 0 0,0-1-1 0 0,0 0 1 0 0,0 0 0 0 0,0 0-1 0 0,0-1 1 0 0,1 1 0 0 0,-1-1-1 0 0,1-1 1 0 0,0 1 0 0 0,0-1-1 0 0,0 0 1 0 0,0 0 0 0 0,7 0-1 0 0,-12-2 12 0 0,1 0 0 0 0,0 0 0 0 0,0 0 0 0 0,0-1 0 0 0,-1 1 0 0 0,1 0 0 0 0,0-1 0 0 0,0 0 1 0 0,-1 1-1 0 0,1-1 0 0 0,0 0 0 0 0,-1 0 0 0 0,1 0 0 0 0,-1 0 0 0 0,1 0 0 0 0,-1 0 0 0 0,0 0 0 0 0,1-1 0 0 0,-1 1 0 0 0,0 0 0 0 0,0-1 0 0 0,0 1 0 0 0,0-1 0 0 0,0 1 0 0 0,0-1 0 0 0,0 0 0 0 0,0 1 0 0 0,-1-1 0 0 0,1 0 0 0 0,-1 0 0 0 0,1 1 0 0 0,-1-3 0 0 0,3-8 62 0 0,-1-1 0 0 0,0 1 0 0 0,-1-21 0 0 0,-1 20 1 0 0,5-109 203 0 0,14-173-78 0 0,-16 270-388 0 0,-2 12-87 0 0,0-1 0 0 0,2 1 0 0 0,0-1 0 0 0,8-24 0 0 0,-7 32-1652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2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0,'0'6'437'0'0,"0"0"0"0"0,1 0 0 0 0,0 1 0 0 0,0-1 0 0 0,0 0 0 0 0,1 0 0 0 0,0 0 0 0 0,0 0 1 0 0,4 7-1 0 0,2 8 522 0 0,8 34 1218 0 0,19 57-410 0 0,-27-91-2379 0 0,0 0 0 0 0,2-1-1 0 0,13 20 1 0 0,-18-31-764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 11058 0 0,'27'-3'4868'0'0,"-20"3"-4198"0"0,11-2 411 0 0,7-1-146 0 0,0 1 0 0 0,0 1 0 0 0,1 2 0 0 0,44 5 0 0 0,-64-5-909 0 0,0 1 1 0 0,-1-1 0 0 0,1 1 0 0 0,-1 0 0 0 0,1 0 0 0 0,-1 1-1 0 0,0-1 1 0 0,1 1 0 0 0,-1 0 0 0 0,-1 1 0 0 0,1-1-1 0 0,0 1 1 0 0,-1 0 0 0 0,0 0 0 0 0,0 0 0 0 0,0 1-1 0 0,-1-1 1 0 0,1 1 0 0 0,-1 0 0 0 0,0 0 0 0 0,0 0 0 0 0,-1 1-1 0 0,1-1 1 0 0,-1 1 0 0 0,-1-1 0 0 0,3 10 0 0 0,-3-5-12 0 0,0 1 1 0 0,0 0 0 0 0,-1 0 0 0 0,0 0 0 0 0,-1 0-1 0 0,-1-1 1 0 0,1 1 0 0 0,-2 0 0 0 0,1-1-1 0 0,-2 0 1 0 0,1 1 0 0 0,-1-1 0 0 0,-1 0 0 0 0,0-1-1 0 0,0 1 1 0 0,-1-1 0 0 0,-12 16 0 0 0,5-10-436 0 0,0 0 1 0 0,-1-1 0 0 0,0 0-1 0 0,-1-1 1 0 0,-1-1 0 0 0,0 0-1 0 0,-1-1 1 0 0,-34 17 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8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5985 0 0,'1'-1'151'0'0,"0"1"0"0"0,0 0 0 0 0,0 0 0 0 0,0-1-1 0 0,-1 1 1 0 0,1 0 0 0 0,0 0 0 0 0,0 0 0 0 0,0 0-1 0 0,0 0 1 0 0,0 0 0 0 0,0 1 0 0 0,0-1 0 0 0,0 0-1 0 0,0 0 1 0 0,0 1 0 0 0,-1-1 0 0 0,1 0 0 0 0,0 1-1 0 0,0-1 1 0 0,0 1 0 0 0,-1-1 0 0 0,1 1 0 0 0,0 0 0 0 0,0-1-1 0 0,-1 1 1 0 0,1 0 0 0 0,-1-1 0 0 0,1 1 0 0 0,0 0-1 0 0,-1 0 1 0 0,1-1 0 0 0,-1 1 0 0 0,0 0 0 0 0,1 0-1 0 0,-1 1 1 0 0,17 41 4255 0 0,-12-29-3265 0 0,14 42 1718 0 0,13 64-1 0 0,-11-35-3261 0 0,5-2-3478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5.0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62 6449 0 0,'-1'-1'160'0'0,"-1"0"0"0"0,1 0-1 0 0,1 0 1 0 0,-1-1-1 0 0,0 1 1 0 0,0 0 0 0 0,0-1-1 0 0,1 1 1 0 0,-1-1-1 0 0,0 1 1 0 0,1-1 0 0 0,0 1-1 0 0,-1-1 1 0 0,1 1 0 0 0,0-1-1 0 0,0 1 1 0 0,0-1-1 0 0,0 1 1 0 0,0-1 0 0 0,0 0-1 0 0,0 1 1 0 0,0-1-1 0 0,1 1 1 0 0,-1-1 0 0 0,1 1-1 0 0,-1-1 1 0 0,2-1-1 0 0,0 1 124 0 0,0 0-1 0 0,-1 0 0 0 0,1 1 0 0 0,1-1 0 0 0,-1 1 0 0 0,0 0 0 0 0,0-1 0 0 0,1 1 1 0 0,-1 0-1 0 0,0 0 0 0 0,1 1 0 0 0,-1-1 0 0 0,1 0 0 0 0,-1 1 0 0 0,1-1 1 0 0,-1 1-1 0 0,4 0 0 0 0,3 0-162 0 0,0 0 0 0 0,0 0 1 0 0,0 1-1 0 0,-1 0 0 0 0,1 1 1 0 0,0 0-1 0 0,0 1 0 0 0,-1-1 1 0 0,0 2-1 0 0,1-1 0 0 0,-1 1 1 0 0,0 0-1 0 0,-1 1 0 0 0,1 0 0 0 0,-1 0 1 0 0,0 0-1 0 0,0 1 0 0 0,-1 0 1 0 0,1 1-1 0 0,-1-1 0 0 0,7 12 1 0 0,-8-11-27 0 0,0-1 0 0 0,-1 1 1 0 0,0 0-1 0 0,0 1 0 0 0,0-1 1 0 0,-1 1-1 0 0,-1 0 1 0 0,1 0-1 0 0,-1 0 0 0 0,0 0 1 0 0,-1 0-1 0 0,0 0 0 0 0,0 0 1 0 0,-1 1-1 0 0,0-1 1 0 0,0 0-1 0 0,-1 0 0 0 0,0 1 1 0 0,-1-1-1 0 0,0 0 0 0 0,0 0 1 0 0,0 0-1 0 0,-5 8 0 0 0,-1-3-413 0 0,0 0-1 0 0,-1 0 1 0 0,-1-1-1 0 0,0 0 1 0 0,-1-1-1 0 0,0 0 0 0 0,-1-1 1 0 0,0-1-1 0 0,0 1 1 0 0,-25 12-1 0 0,17-10-6015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4.3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60 6913 0 0,'1'-6'4128'0'0,"-1"6"-4066"0"0,19-7 2036 0 0,27-5 111 0 0,178-18 2745 0 0,-133 26-4204 0 0,159 12-1 0 0,-119 13-3360 0 0,-110-18 1587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5.0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126 0 4609 0 0,'-2'0'165'0'0,"-36"0"4276"0"0,-48 11 3230 0 0,87-11-7622 0 0,10 8 1211 0 0,15 8-315 0 0,8 4-620 0 0,0 2 1 0 0,-2 2-1 0 0,-1 0 1 0 0,-1 3-1 0 0,46 50 1 0 0,-73-75-334 0 0,-1 0 1 0 0,0 1 0 0 0,0-1 0 0 0,0 1-1 0 0,-1-1 1 0 0,1 1 0 0 0,0 0 0 0 0,-1 0-1 0 0,0 0 1 0 0,0 0 0 0 0,0 0 0 0 0,0 0-1 0 0,0 0 1 0 0,0 6 0 0 0,-1-7-6 0 0,-1 0 0 0 0,1 1 0 0 0,-1-1-1 0 0,0 0 1 0 0,0 0 0 0 0,0 0 0 0 0,0 0 0 0 0,0 0 0 0 0,0 0 0 0 0,0-1-1 0 0,-1 1 1 0 0,1 0 0 0 0,-1-1 0 0 0,1 1 0 0 0,-1-1 0 0 0,0 1 0 0 0,0-1-1 0 0,1 0 1 0 0,-1 1 0 0 0,0-1 0 0 0,0 0 0 0 0,-3 0 0 0 0,-141 64 259 0 0,105-48-822 0 0,24-9-1103 0 0,0 3-5071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5.7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97 9218 0 0,'1'9'6001'0'0,"15"23"-3664"0"0,-6-13-1717 0 0,11 39-49 0 0,3 10-665 0 0,-23-68 70 0 0,0 0-1 0 0,-1 0 1 0 0,1-1-1 0 0,-1 1 1 0 0,1 0-1 0 0,-1-1 0 0 0,1 1 1 0 0,-1 0-1 0 0,1-1 1 0 0,-1 1-1 0 0,1-1 1 0 0,-1 1-1 0 0,1-1 1 0 0,-1 1-1 0 0,0-1 1 0 0,1 1-1 0 0,-1-1 0 0 0,0 1 1 0 0,1-1-1 0 0,-1 1 1 0 0,0-1-1 0 0,0 0 1 0 0,1 1-1 0 0,-1-1 1 0 0,0 1-1 0 0,0-2 1 0 0,14-30-76 0 0,-9 21 21 0 0,9-18-40 0 0,22-35 1 0 0,-30 54 300 0 0,1 0 0 0 0,1 0 0 0 0,-1 1 0 0 0,2 0 0 0 0,-1 0 0 0 0,16-11 0 0 0,-23 19-85 0 0,1 0 0 0 0,-1 0 0 0 0,1 0 0 0 0,-1 1 0 0 0,1-1 0 0 0,-1 0 0 0 0,1 1 0 0 0,-1-1 0 0 0,1 1 1 0 0,0 0-1 0 0,-1-1 0 0 0,1 1 0 0 0,0 0 0 0 0,-1 0 0 0 0,1 0 0 0 0,0 0 0 0 0,-1 0 0 0 0,1 1 0 0 0,0-1 0 0 0,2 1 0 0 0,0 1-11 0 0,-1-1 1 0 0,0 1 0 0 0,0 0-1 0 0,0 0 1 0 0,0 0 0 0 0,-1 0-1 0 0,1 1 1 0 0,0-1 0 0 0,3 5-1 0 0,3 5 16 0 0,0 1 0 0 0,-1 0-1 0 0,10 22 1 0 0,-15-31-41 0 0,7 25-128 0 0,-9-24 72 0 0,0 0 0 0 0,0-1 0 0 0,1 1 0 0 0,-1-1 1 0 0,1 0-1 0 0,1 1 0 0 0,-1-1 0 0 0,0 0 0 0 0,6 6 0 0 0,-7-9-8 0 0,-1-1 1 0 0,1 1-1 0 0,0 0 1 0 0,0-1-1 0 0,-1 0 1 0 0,1 1-1 0 0,0-1 1 0 0,0 1-1 0 0,0-1 1 0 0,0 0-1 0 0,-1 0 1 0 0,1 0-1 0 0,0 1 1 0 0,0-1-1 0 0,0 0 1 0 0,0 0-1 0 0,0 0 1 0 0,0 0-1 0 0,0 0 1 0 0,0-1-1 0 0,-1 1 1 0 0,1 0 0 0 0,0 0-1 0 0,0 0 1 0 0,1-1-1 0 0,0 0-6 0 0,0-1 0 0 0,0 1 0 0 0,0-1 0 0 0,0 1 0 0 0,0-1-1 0 0,-1 0 1 0 0,1 1 0 0 0,0-1 0 0 0,1-3 0 0 0,3-5-58 0 0,0-1 0 0 0,9-21 0 0 0,-14 28 48 0 0,6-14-19 0 0,2 0 0 0 0,-1 1 1 0 0,2 0-1 0 0,14-19 0 0 0,-21 31 69 0 0,0 1 0 0 0,1 0 0 0 0,-1 0-1 0 0,1 1 1 0 0,0-1 0 0 0,-1 1 0 0 0,2 0-1 0 0,-1 0 1 0 0,0 0 0 0 0,0 0 0 0 0,1 1-1 0 0,0-1 1 0 0,-1 1 0 0 0,1 1 0 0 0,0-1-1 0 0,0 1 1 0 0,0-1 0 0 0,0 2 0 0 0,0-1-1 0 0,1 0 1 0 0,6 1 0 0 0,-10 1-17 0 0,0-1 0 0 0,0 1 1 0 0,0 0-1 0 0,0 0 0 0 0,0 0 0 0 0,0 0 1 0 0,0 0-1 0 0,0 0 0 0 0,-1 1 1 0 0,1-1-1 0 0,0 0 0 0 0,-1 1 0 0 0,1 0 1 0 0,-1-1-1 0 0,0 1 0 0 0,0 0 1 0 0,1 0-1 0 0,-1-1 0 0 0,0 1 0 0 0,0 0 1 0 0,1 4-1 0 0,15 49 327 0 0,-15-46-324 0 0,4 15 6 0 0,0 0-891 0 0,1 0-1 0 0,14 34 1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78 103 10138 0 0,'-2'-1'195'0'0,"1"0"-1"0"0,-1-1 1 0 0,0 1 0 0 0,1 0-1 0 0,-1 0 1 0 0,0 0 0 0 0,0 1-1 0 0,1-1 1 0 0,-1 0 0 0 0,0 1-1 0 0,0-1 1 0 0,0 1-1 0 0,0 0 1 0 0,0-1 0 0 0,0 1-1 0 0,0 0 1 0 0,0 0 0 0 0,0 0-1 0 0,0 1 1 0 0,0-1 0 0 0,0 0-1 0 0,-4 2 1 0 0,5-1 3 0 0,-1 1 0 0 0,0-1 0 0 0,0 1 0 0 0,0-1 0 0 0,1 1 0 0 0,-1 0 0 0 0,1 0 0 0 0,-1 0-1 0 0,1 0 1 0 0,0 0 0 0 0,0 0 0 0 0,0 0 0 0 0,0 0 0 0 0,0 0 0 0 0,0 1 0 0 0,0 2 0 0 0,-2 6 127 0 0,1 1 0 0 0,1 0 0 0 0,0 0 0 0 0,0 0 0 0 0,1 0 0 0 0,3 16 0 0 0,-1-15-256 0 0,0 0-1 0 0,2-1 1 0 0,-1 1-1 0 0,2-1 1 0 0,-1 0-1 0 0,10 16 1 0 0,-12-24-121 0 0,0 0 1 0 0,1 0 0 0 0,-1 0 0 0 0,1-1 0 0 0,-1 1 0 0 0,1-1-1 0 0,0 1 1 0 0,0-1 0 0 0,1 0 0 0 0,-1 0 0 0 0,1-1-1 0 0,-1 1 1 0 0,1-1 0 0 0,0 0 0 0 0,0 0 0 0 0,0 0 0 0 0,0 0-1 0 0,0-1 1 0 0,0 1 0 0 0,1-1 0 0 0,-1 0 0 0 0,5 0 0 0 0,-5-1 47 0 0,-1-1 0 0 0,1 1 0 0 0,-1-1 0 0 0,0 0 0 0 0,1 0 0 0 0,-1 0 0 0 0,0-1 1 0 0,0 1-1 0 0,0-1 0 0 0,0 1 0 0 0,0-1 0 0 0,0 0 0 0 0,0 0 0 0 0,0-1 1 0 0,-1 1-1 0 0,0-1 0 0 0,1 1 0 0 0,-1-1 0 0 0,0 0 0 0 0,0 1 0 0 0,0-1 1 0 0,0 0-1 0 0,-1-1 0 0 0,1 1 0 0 0,-1 0 0 0 0,0 0 0 0 0,0 0 0 0 0,1-5 1 0 0,1-4 216 0 0,0-1 1 0 0,-1 1 0 0 0,0 0 0 0 0,-1-1-1 0 0,0 1 1 0 0,-2-20 0 0 0,-1 12 42 0 0,-1 0 1 0 0,-1 0-1 0 0,-1 0 0 0 0,-7-20 1 0 0,10 34-231 0 0,-1-1 0 0 0,1 1 0 0 0,-1 0 0 0 0,-1-1 0 0 0,1 1 1 0 0,-1 1-1 0 0,0-1 0 0 0,0 1 0 0 0,-1-1 0 0 0,0 1 0 0 0,0 0 1 0 0,0 1-1 0 0,0-1 0 0 0,-1 1 0 0 0,-9-5 0 0 0,11 7-212 0 0,0 1-1 0 0,-1 0 0 0 0,1 0 1 0 0,-1 0-1 0 0,0 0 0 0 0,1 1 1 0 0,-1 0-1 0 0,-4 0 0 0 0,2 0-740 0 0,-12 0-6329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6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3225 0 0,'1'0'288'0'0,"1"0"-288"0"0,-1 0 0 0 0,0 0-168 0 0,-1 1-88 0 0,2-1-24 0 0,-2 1 0 0 0,1 2 280 0 0,-1 0-64 0 0,0 1 64 0 0,7 18-64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8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4 4145 0 0,'-1'0'280'0'0,"0"-1"0"0"0,1 1 1 0 0,-1-1-1 0 0,0 1 0 0 0,0 0 1 0 0,0-1-1 0 0,0 1 0 0 0,0 0 0 0 0,0 0 1 0 0,0 0-1 0 0,0-1 0 0 0,0 1 0 0 0,0 0 1 0 0,0 0-1 0 0,0 1 0 0 0,0-1 1 0 0,0 0-1 0 0,0 0 0 0 0,0 0 0 0 0,0 1 1 0 0,0-1-1 0 0,0 0 0 0 0,0 1 1 0 0,0-1-1 0 0,0 1 0 0 0,1-1 0 0 0,-1 1 1 0 0,0 0-1 0 0,0-1 0 0 0,0 1 0 0 0,1 0 1 0 0,-1-1-1 0 0,0 1 0 0 0,1 0 1 0 0,-1 0-1 0 0,0 1 0 0 0,2 4 403 0 0,-1 0 1 0 0,1 0-1 0 0,1 1 1 0 0,-1-1-1 0 0,1 0 0 0 0,0-1 1 0 0,1 1-1 0 0,-1 0 1 0 0,4 5-1 0 0,34 52 373 0 0,-22-37-839 0 0,34 53-2317 0 0,-43-63 422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1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0 456 0 0,'8'3'7005'0'0,"14"4"-2952"0"0,-12-2-3740 0 0,-1-1 0 0 0,1 2 0 0 0,-1-1 0 0 0,-1 1 0 0 0,1 1 0 0 0,-1 0 0 0 0,0 0-1 0 0,-1 0 1 0 0,0 1 0 0 0,0 0 0 0 0,0 0 0 0 0,-1 1 0 0 0,0 0 0 0 0,-1 0-1 0 0,0 1 1 0 0,-1-1 0 0 0,1 1 0 0 0,-2 0 0 0 0,4 14 0 0 0,-4-12-3 0 0,-1 1 1 0 0,-1-1 0 0 0,0 0-1 0 0,0 1 1 0 0,-2 0 0 0 0,1-1-1 0 0,-1 1 1 0 0,-1-1 0 0 0,-1 0-1 0 0,1 1 1 0 0,-2-1 0 0 0,0 0-1 0 0,0-1 1 0 0,-1 1 0 0 0,0-1-1 0 0,-8 11 1 0 0,3-6-445 0 0,-1 0 0 0 0,-1-1 1 0 0,-1-1-1 0 0,0 0 0 0 0,-16 13 0 0 0,22-21-101 0 0,0 0 1 0 0,0-1-1 0 0,-1 0 0 0 0,0 0 1 0 0,0 0-1 0 0,0-1 0 0 0,0 0 0 0 0,-1-1 1 0 0,0 0-1 0 0,0 0 0 0 0,0-1 0 0 0,-13 2 1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47 1840 0 0,'-7'-4'160'0'0,"-9"-4"5858"0"0,13 7-4834 0 0,-1-2-72 0 0,2-1-24 0 0,4 1 1 0 0,6-1-889 0 0,2-3-200 0 0,-1-5 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140 49 10594 0 0,'-10'-10'-815'0'0,"6"5"1278"0"0,-1 0-1 0 0,0 1 1 0 0,1-1 0 0 0,-2 1 0 0 0,1 0 0 0 0,-7-3 0 0 0,10 6-326 0 0,1 0 1 0 0,-1 0-1 0 0,0 1 1 0 0,0-1 0 0 0,0 1-1 0 0,1 0 1 0 0,-1-1-1 0 0,0 1 1 0 0,0 0 0 0 0,0 0-1 0 0,0 0 1 0 0,0 1-1 0 0,1-1 1 0 0,-1 0 0 0 0,0 1-1 0 0,0-1 1 0 0,0 1 0 0 0,0-1-1 0 0,1 1 1 0 0,-1 0-1 0 0,0 0 1 0 0,1 0 0 0 0,-1 0-1 0 0,1 0 1 0 0,-1 0-1 0 0,1 0 1 0 0,-2 2 0 0 0,-1 0-88 0 0,1 1 0 0 0,-1 0 0 0 0,1 0 0 0 0,0 0 1 0 0,0 0-1 0 0,0 1 0 0 0,1-1 0 0 0,0 1 0 0 0,0-1 1 0 0,0 1-1 0 0,0 0 0 0 0,1 0 0 0 0,-1 0 0 0 0,1 0 1 0 0,1 0-1 0 0,-1 0 0 0 0,1 0 0 0 0,-1 0 1 0 0,2 0-1 0 0,-1 0 0 0 0,0 0 0 0 0,1 0 0 0 0,0 0 1 0 0,0 0-1 0 0,1 0 0 0 0,2 8 0 0 0,-1-7-72 0 0,-1-1-1 0 0,0 0 0 0 0,1 1 1 0 0,0-1-1 0 0,1 0 1 0 0,-1 0-1 0 0,1 0 0 0 0,0-1 1 0 0,0 1-1 0 0,0-1 1 0 0,0 0-1 0 0,1 0 1 0 0,0-1-1 0 0,0 1 0 0 0,0-1 1 0 0,0 0-1 0 0,0-1 1 0 0,1 1-1 0 0,-1-1 1 0 0,1 0-1 0 0,0 0 0 0 0,9 1 1 0 0,-10-2 45 0 0,0 0 0 0 0,0-1 1 0 0,0 0-1 0 0,0 0 0 0 0,0-1 1 0 0,1 1-1 0 0,-1-1 0 0 0,0 0 0 0 0,0 0 1 0 0,0-1-1 0 0,-1 1 0 0 0,1-1 1 0 0,0 0-1 0 0,7-5 0 0 0,-10 5-17 0 0,0 1 1 0 0,0-1-1 0 0,0 0 0 0 0,-1 0 1 0 0,1 0-1 0 0,-1 0 0 0 0,1 0 0 0 0,-1 0 1 0 0,0-1-1 0 0,0 1 0 0 0,0 0 1 0 0,0-1-1 0 0,0 1 0 0 0,-1-1 0 0 0,1 1 1 0 0,-1-1-1 0 0,1 1 0 0 0,-1-1 1 0 0,0 1-1 0 0,0-1 0 0 0,0 1 0 0 0,0-1 1 0 0,-1 0-1 0 0,1 1 0 0 0,-1-1 0 0 0,1 1 1 0 0,-1 0-1 0 0,0-1 0 0 0,0 1 1 0 0,-3-5-1 0 0,0-2-121 0 0,-1-1-1 0 0,0 1 1 0 0,-1 0 0 0 0,0 0 0 0 0,0 0-1 0 0,-1 1 1 0 0,0 0 0 0 0,-1 1 0 0 0,0-1-1 0 0,0 1 1 0 0,0 1 0 0 0,-1-1-1 0 0,-15-7 1 0 0,7 7-1104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1 166 8754 0 0,'12'5'791'0'0,"0"1"0"0"0,0 0 0 0 0,0 1 0 0 0,-1 0 1 0 0,15 12-1 0 0,-20-14-506 0 0,-1 0 0 0 0,1 0 0 0 0,-1 1 0 0 0,0-1 0 0 0,0 1 0 0 0,-1 0 0 0 0,1 1 0 0 0,-1-1 0 0 0,-1 1 0 0 0,1 0 0 0 0,2 7 0 0 0,-6-13-251 0 0,0-1-1 0 0,1 1 1 0 0,-1 0 0 0 0,0 0 0 0 0,1 0 0 0 0,-1-1-1 0 0,0 1 1 0 0,0 0 0 0 0,0 0 0 0 0,0 0-1 0 0,0 0 1 0 0,0-1 0 0 0,0 1 0 0 0,0 0 0 0 0,0 0-1 0 0,0 0 1 0 0,0 0 0 0 0,0-1 0 0 0,0 1-1 0 0,-1 0 1 0 0,1 0 0 0 0,0 0 0 0 0,-1-1-1 0 0,1 1 1 0 0,-1 0 0 0 0,1-1 0 0 0,-1 1 0 0 0,1 0-1 0 0,-1-1 1 0 0,1 1 0 0 0,-1 0 0 0 0,0-1-1 0 0,1 1 1 0 0,-1-1 0 0 0,0 1 0 0 0,-1 0-1 0 0,1-1 38 0 0,0 0-1 0 0,0 0 0 0 0,-1 0 1 0 0,1-1-1 0 0,0 1 0 0 0,0 0 0 0 0,0 0 1 0 0,0-1-1 0 0,0 1 0 0 0,-1-1 1 0 0,1 1-1 0 0,0-1 0 0 0,0 1 1 0 0,0-1-1 0 0,0 0 0 0 0,0 0 0 0 0,1 1 1 0 0,-1-1-1 0 0,0 0 0 0 0,0 0 1 0 0,0 0-1 0 0,1 0 0 0 0,-1 0 0 0 0,0 0 1 0 0,1 0-1 0 0,-2-2 0 0 0,-2-5 182 0 0,0-2 0 0 0,1 1 0 0 0,0 0 0 0 0,0-1 0 0 0,1 0 0 0 0,0 1 0 0 0,1-1-1 0 0,0-19 1 0 0,1 5-181 0 0,1-1 0 0 0,6-33-1 0 0,5 13-865 0 0,0 16-4960 0 0,-2 10-1128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10594 0 0,'8'15'691'0'0,"-1"1"0"0"0,-1-1-1 0 0,0 1 1 0 0,-1 0 0 0 0,4 26 0 0 0,-5-23-419 0 0,0 0 0 0 0,2-1 0 0 0,12 30 0 0 0,-18-47-293 0 0,1-1 0 0 0,-1 1-1 0 0,0 0 1 0 0,0-1-1 0 0,1 1 1 0 0,-1 0 0 0 0,0-1-1 0 0,1 1 1 0 0,-1-1-1 0 0,0 1 1 0 0,1-1 0 0 0,-1 1-1 0 0,1-1 1 0 0,-1 1 0 0 0,1-1-1 0 0,-1 1 1 0 0,1-1-1 0 0,0 1 1 0 0,-1-1 0 0 0,1 0-1 0 0,-1 1 1 0 0,1-1-1 0 0,0 0 1 0 0,-1 0 0 0 0,1 0-1 0 0,0 1 1 0 0,-1-1-1 0 0,1 0 1 0 0,0 0 0 0 0,-1 0-1 0 0,1 0 1 0 0,0 0-1 0 0,-1 0 1 0 0,1 0 0 0 0,0 0-1 0 0,-1-1 1 0 0,1 1-1 0 0,0 0 1 0 0,-1 0 0 0 0,1 0-1 0 0,0-1 1 0 0,-1 1 0 0 0,1 0-1 0 0,0-1 1 0 0,-1 1-1 0 0,1 0 1 0 0,-1-1 0 0 0,2 0-1 0 0,2-11 22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4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 11979 0 0,'-2'1'4118'0'0,"6"6"-1969"0"0,9 14-1619 0 0,-5-9-1311 0 0,5 11-4149 0 0,30 38 1 0 0,-30-45 4051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6913 0 0,'6'31'2597'0'0,"26"165"6150"0"0,-11-59-4047 0 0,-16-113-5156 0 0,1-1 1 0 0,1 0 0 0 0,1-1-1 0 0,1 0 1 0 0,20 34-1 0 0,-16-32-6869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8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44 6913 0 0,'-12'-7'1252'0'0,"11"2"782"0"0,19 0 971 0 0,-10 4-3324 0 0,124-21 594 0 0,-102 18-4945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9.1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0 6913 0 0,'-9'4'8512'0'0,"8"0"-8320"0"0,0 0 1 0 0,1 0-1 0 0,-1 0 1 0 0,1 0-1 0 0,0 1 1 0 0,0-1-1 0 0,1 0 1 0 0,-1 0-1 0 0,1 0 1 0 0,-1 0-1 0 0,1 0 1 0 0,1 0-1 0 0,-1 0 1 0 0,1-1-1 0 0,-1 1 1 0 0,4 5-1 0 0,-2-3-213 0 0,-1 0-1 0 0,1-1 0 0 0,0 0 1 0 0,1 0-1 0 0,-1 0 0 0 0,1 0 0 0 0,0 0 1 0 0,0 0-1 0 0,7 5 0 0 0,-10-9 25 0 0,1 0 0 0 0,-1 0 0 0 0,1 0-1 0 0,0 0 1 0 0,-1-1 0 0 0,1 1 0 0 0,-1 0 0 0 0,1-1 0 0 0,0 1-1 0 0,0-1 1 0 0,-1 0 0 0 0,1 1 0 0 0,0-1 0 0 0,0 0-1 0 0,0 0 1 0 0,-1 0 0 0 0,1 0 0 0 0,0 0 0 0 0,0-1-1 0 0,-1 1 1 0 0,1-1 0 0 0,0 1 0 0 0,0-1 0 0 0,-1 1-1 0 0,1-1 1 0 0,-1 0 0 0 0,1 0 0 0 0,0 0 0 0 0,-1 0-1 0 0,0 0 1 0 0,1 0 0 0 0,-1 0 0 0 0,0 0 0 0 0,1-1-1 0 0,1-2 1 0 0,19-25 58 0 0,-15 18-109 0 0,0 1 0 0 0,1 1-1 0 0,1-1 1 0 0,10-9-1 0 0,-17 17 96 0 0,-1 1 1 0 0,1 0-1 0 0,0-1 0 0 0,0 1 0 0 0,0 0 0 0 0,0 0 0 0 0,0 0 0 0 0,0 0 0 0 0,0 0 0 0 0,1 0 0 0 0,-1 1 0 0 0,0-1 0 0 0,0 1 0 0 0,1-1 0 0 0,-1 1 1 0 0,0 0-1 0 0,1 0 0 0 0,-1 0 0 0 0,0 0 0 0 0,0 1 0 0 0,1-1 0 0 0,-1 0 0 0 0,0 1 0 0 0,0 0 0 0 0,1-1 0 0 0,-1 1 0 0 0,0 0 0 0 0,2 1 1 0 0,-1 1 50 0 0,0 0 1 0 0,0-1 0 0 0,0 1 0 0 0,-1 0 0 0 0,1 0 0 0 0,-1 1-1 0 0,1-1 1 0 0,-1 0 0 0 0,0 1 0 0 0,-1-1 0 0 0,1 1 0 0 0,-1 0 0 0 0,1 0-1 0 0,-1-1 1 0 0,1 6 0 0 0,8 61 493 0 0,-9-55-547 0 0,-1-1-1 0 0,-1 1 0 0 0,0 0 0 0 0,-1-1 1 0 0,-1 0-1 0 0,0 1 0 0 0,-1-1 1 0 0,0 0-1 0 0,-1 0 0 0 0,-1-1 0 0 0,0 0 1 0 0,0 0-1 0 0,-16 21 0 0 0,10-17-118 0 0,-1 0 1 0 0,-2-1-1 0 0,1 0 0 0 0,-2-1 0 0 0,0-1 1 0 0,0-1-1 0 0,-2 0 0 0 0,-31 17 0 0 0,27-18-504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9.4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157 1 7370 0 0,'-3'1'602'0'0,"0"1"1"0"0,0 0-1 0 0,0 0 1 0 0,1 0 0 0 0,-1 1-1 0 0,1-1 1 0 0,-1 1 0 0 0,1-1-1 0 0,0 1 1 0 0,0 0 0 0 0,0 0-1 0 0,0 0 1 0 0,-2 6-1 0 0,-13 48 4801 0 0,5-15-4270 0 0,-5 3-1030 0 0,-2-1 0 0 0,-28 48 1 0 0,38-78-119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0 251 10138 0 0,'0'7'4524'0'0,"0"-7"-4423"0"0,22 0 2808 0 0,-6-6-2772 0 0,-1-1 0 0 0,0 0 1 0 0,0 0-1 0 0,-1-2 0 0 0,0 0 1 0 0,22-19-1 0 0,-30 23-100 0 0,0 0 0 0 0,0 0 0 0 0,0-1 0 0 0,-1 0-1 0 0,0 0 1 0 0,0-1 0 0 0,-1 0 0 0 0,0 1 0 0 0,0-1 0 0 0,-1-1 0 0 0,1 1 0 0 0,-1 0 0 0 0,-1-1-1 0 0,0 1 1 0 0,0-1 0 0 0,1-8 0 0 0,-3 14-30 0 0,0-1 0 0 0,0 1 0 0 0,0 0 0 0 0,0-1 0 0 0,-1 1 0 0 0,1 0 0 0 0,-1-1 0 0 0,0 1-1 0 0,1 0 1 0 0,-1 0 0 0 0,0-1 0 0 0,0 1 0 0 0,0 0 0 0 0,-1 0 0 0 0,1 0 0 0 0,0 0 0 0 0,-1 1 0 0 0,1-1 0 0 0,-1 0 0 0 0,0 0 0 0 0,-3-2-1 0 0,1 2 21 0 0,1 0 0 0 0,0 0 0 0 0,-1 1-1 0 0,0-1 1 0 0,1 1 0 0 0,-1 0 0 0 0,0 0-1 0 0,1 0 1 0 0,-1 0 0 0 0,0 1-1 0 0,0-1 1 0 0,-7 1 0 0 0,8 0-10 0 0,0 0 0 0 0,0 0-1 0 0,0 0 1 0 0,0 1 0 0 0,0-1 0 0 0,0 1 0 0 0,0 0-1 0 0,0-1 1 0 0,0 1 0 0 0,0 1 0 0 0,1-1 0 0 0,-1 0-1 0 0,0 1 1 0 0,1-1 0 0 0,-1 1 0 0 0,1 0 0 0 0,-1-1-1 0 0,1 1 1 0 0,0 1 0 0 0,0-1 0 0 0,0 0 0 0 0,0 0-1 0 0,0 1 1 0 0,1-1 0 0 0,-1 1 0 0 0,1 0 0 0 0,-1-1-1 0 0,1 1 1 0 0,0 0 0 0 0,0 0 0 0 0,0 0 0 0 0,1 0-1 0 0,-1 0 1 0 0,0 0 0 0 0,1 0 0 0 0,0 5 0 0 0,2 7 10 0 0,1-1 0 0 0,1 0 0 0 0,0 0 1 0 0,0-1-1 0 0,2 1 0 0 0,-1-1 0 0 0,2 0 1 0 0,0-1-1 0 0,0 1 0 0 0,1-1 0 0 0,1-1 0 0 0,0 1 1 0 0,1-2-1 0 0,0 1 0 0 0,0-1 0 0 0,1-1 1 0 0,0 0-1 0 0,16 10 0 0 0,-6-10-1419 0 0,2-2-3436 0 0,0-2-1497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21 6913 0 0,'-27'-20'10932'0'0,"32"29"-7062"0"0,-2-4-3250 0 0,8 23-235 0 0,-1 0-1 0 0,-1 0 1 0 0,-2 1-1 0 0,8 53 1 0 0,-3-12-518 0 0,17 44-2818 0 0,-19-84-4716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7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0 206 2761 0 0,'30'-21'2330'0'0,"-21"16"-1450"0"0,0-1-1 0 0,-1 0 1 0 0,0 0-1 0 0,0-1 1 0 0,0-1-1 0 0,-1 1 0 0 0,0-1 1 0 0,-1 0-1 0 0,9-14 1 0 0,-11 15-421 0 0,0-1 0 0 0,-1 1 0 0 0,0-1 0 0 0,-1 1 0 0 0,1-1 0 0 0,1-12 0 0 0,-4 18-404 0 0,0 1 0 0 0,0 0 0 0 0,1 0 0 0 0,-1-1 0 0 0,0 1 0 0 0,-1 0 0 0 0,1-1 0 0 0,0 1 0 0 0,0 0 0 0 0,0 0 0 0 0,-1-1 1 0 0,1 1-1 0 0,-1 0 0 0 0,1 0 0 0 0,-1-1 0 0 0,1 1 0 0 0,-1 0 0 0 0,0 0 0 0 0,0 0 0 0 0,1 0 0 0 0,-1 0 0 0 0,0 0 0 0 0,0 0 0 0 0,0 0 0 0 0,0 1 0 0 0,0-1 0 0 0,0 0 0 0 0,0 0 0 0 0,0 1 0 0 0,-1-1 0 0 0,1 1 0 0 0,0-1 0 0 0,0 1 1 0 0,0-1-1 0 0,-1 1 0 0 0,1 0 0 0 0,0 0 0 0 0,-1-1 0 0 0,1 1 0 0 0,0 0 0 0 0,0 0 0 0 0,-1 0 0 0 0,1 0 0 0 0,0 1 0 0 0,-1-1 0 0 0,1 0 0 0 0,0 1 0 0 0,-2 0 0 0 0,-1-1-62 0 0,0 1-1 0 0,0-1 1 0 0,0 1-1 0 0,0 0 1 0 0,0 0-1 0 0,1 1 1 0 0,-1-1-1 0 0,0 1 1 0 0,1 0-1 0 0,-1 0 1 0 0,1 0-1 0 0,0 0 1 0 0,0 0-1 0 0,0 1 1 0 0,0 0-1 0 0,0-1 1 0 0,0 1-1 0 0,1 0 1 0 0,-1 1-1 0 0,1-1 1 0 0,0 0-1 0 0,0 1 1 0 0,0-1-1 0 0,0 1 1 0 0,1-1-1 0 0,-1 1 1 0 0,1 0-1 0 0,0 0 1 0 0,0 0-1 0 0,0-1 1 0 0,1 1-1 0 0,0 0 1 0 0,-1 0-1 0 0,2 7 1 0 0,-1-4-35 0 0,1 0 1 0 0,0-1 0 0 0,1 1 0 0 0,-1-1 0 0 0,1 1 0 0 0,0-1 0 0 0,1 0 0 0 0,0 0 0 0 0,0 0 0 0 0,0 0 0 0 0,1 0-1 0 0,-1-1 1 0 0,1 1 0 0 0,1-1 0 0 0,-1 0 0 0 0,1-1 0 0 0,0 1 0 0 0,0-1 0 0 0,0 0 0 0 0,8 5 0 0 0,8 1-1170 0 0,3 0-6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0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0 8698 0 0,'-10'3'1438'0'0,"1"1"0"0"0,0-1-1 0 0,-1 2 1 0 0,1-1 0 0 0,1 1 0 0 0,-14 10 0 0 0,20-13-1114 0 0,0 0 0 0 0,0 0 1 0 0,0 0-1 0 0,0 0 0 0 0,0 1 1 0 0,0-1-1 0 0,1 0 0 0 0,-1 1 1 0 0,1 0-1 0 0,0-1 1 0 0,-1 4-1 0 0,1-3-281 0 0,0 0 0 0 0,1 0 1 0 0,0-1-1 0 0,-1 1 0 0 0,1 0 1 0 0,1 0-1 0 0,-1 0 0 0 0,0 0 0 0 0,1-1 1 0 0,-1 1-1 0 0,1 0 0 0 0,0 0 1 0 0,1 3-1 0 0,2 2-62 0 0,-1-1 0 0 0,2 0 0 0 0,-1 0 0 0 0,1-1 0 0 0,0 1 0 0 0,0-1 0 0 0,1 0 0 0 0,-1 0 0 0 0,9 5 0 0 0,35 24-3532 0 0,-31-25-3582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30 11058 0 0,'-43'-29'10543'0'0,"48"68"-9396"0"0,10 46-243 0 0,-7-34-1736 0 0,27 95-1 0 0,-27-120-7071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8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1 152 3225 0 0,'4'-3'186'0'0,"0"1"0"0"0,0 0 1 0 0,0-1-1 0 0,1 1 1 0 0,-1 1-1 0 0,1-1 0 0 0,-1 1 1 0 0,1-1-1 0 0,9 0 1 0 0,49-3 4111 0 0,-30 4-3015 0 0,-7-1 289 0 0,6-2 227 0 0,1 2 0 0 0,43 4 0 0 0,-68-2-1710 0 0,0 1 0 0 0,-1 0 0 0 0,1 0 0 0 0,-1 1 0 0 0,1 0 0 0 0,-1 0 0 0 0,0 1 0 0 0,0 0 1 0 0,0 0-1 0 0,0 1 0 0 0,0 0 0 0 0,-1 0 0 0 0,0 1 0 0 0,1-1 0 0 0,7 9 0 0 0,-11-9-196 0 0,-1 0 0 0 0,1 1 0 0 0,-1-1 0 0 0,0 0 0 0 0,0 1 0 0 0,-1-1 0 0 0,1 1 0 0 0,-1-1 0 0 0,0 1 0 0 0,0 0 0 0 0,-1 0 0 0 0,1 6 0 0 0,-1-6 36 0 0,1 0 0 0 0,-1-1 0 0 0,1 1 0 0 0,0 0 0 0 0,0 0 0 0 0,1-1 0 0 0,-1 1 0 0 0,1-1 0 0 0,0 1 0 0 0,4 5 0 0 0,-7-84 4896 0 0,2 66-4776 0 0,0-1 0 0 0,1 0-1 0 0,0 1 1 0 0,0-1 0 0 0,1 1 0 0 0,1 0 0 0 0,-1 0 0 0 0,1 0 0 0 0,0 0 0 0 0,1 0 0 0 0,0 1 0 0 0,0 0 0 0 0,1 0 0 0 0,0 0 0 0 0,0 1 0 0 0,0 0 0 0 0,1 0 0 0 0,0 1 0 0 0,0-1 0 0 0,11-5-1 0 0,1 1-823 0 0,-1 1 0 0 0,1 1 0 0 0,0 1 0 0 0,0 1 0 0 0,1 0 0 0 0,0 2 0 0 0,37-5 0 0 0,-45 8-222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2.1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 1376 0 0,'-3'0'536'0'0,"0"1"-1"0"0,-1 0 1 0 0,1 0-1 0 0,0 0 1 0 0,-1 0-1 0 0,1 0 1 0 0,0 1-1 0 0,0 0 1 0 0,0-1-1 0 0,0 1 1 0 0,1 0-1 0 0,-1 1 1 0 0,0-1-1 0 0,1 0 1 0 0,-1 1-1 0 0,1-1 1 0 0,0 1-1 0 0,0 0 1 0 0,0 0 0 0 0,0 0-1 0 0,-2 5 1 0 0,2-3-104 0 0,-1 0 1 0 0,1 0-1 0 0,0 0 1 0 0,0 0-1 0 0,0 1 1 0 0,1-1-1 0 0,-1 0 1 0 0,1 1-1 0 0,1 0 1 0 0,-1-1-1 0 0,1 1 1 0 0,1 10-1 0 0,0-11-315 0 0,1-1 0 0 0,0 0 0 0 0,0 1 1 0 0,0-1-1 0 0,0 0 0 0 0,1 0 0 0 0,0-1 0 0 0,0 1 0 0 0,0 0 0 0 0,0-1 1 0 0,0 0-1 0 0,1 0 0 0 0,-1 0 0 0 0,1 0 0 0 0,0 0 0 0 0,0-1 1 0 0,0 1-1 0 0,6 2 0 0 0,-6-4-124 0 0,-1 1 0 0 0,1-1-1 0 0,-1 1 1 0 0,1-1 0 0 0,0 0 0 0 0,-1 0 0 0 0,1-1 0 0 0,0 1 0 0 0,-1-1 0 0 0,1 0 0 0 0,0 0-1 0 0,0 0 1 0 0,0 0 0 0 0,-1-1 0 0 0,1 0 0 0 0,0 1 0 0 0,-1-1 0 0 0,1-1 0 0 0,0 1 0 0 0,-1 0-1 0 0,0-1 1 0 0,1 0 0 0 0,3-2 0 0 0,-5 2-4 0 0,-1 1 0 0 0,0-1 0 0 0,0 1 0 0 0,0-1 0 0 0,0 1 0 0 0,0-1-1 0 0,0 0 1 0 0,-1 1 0 0 0,1-1 0 0 0,0 0 0 0 0,-1 0 0 0 0,1 1 0 0 0,-1-1 0 0 0,0 0 0 0 0,0 0 0 0 0,1 0 0 0 0,-1 0-1 0 0,0 0 1 0 0,-1 1 0 0 0,1-1 0 0 0,0 0 0 0 0,-1 0 0 0 0,1 0 0 0 0,-1 0 0 0 0,1 1 0 0 0,-1-1 0 0 0,0 0 0 0 0,1 1-1 0 0,-1-1 1 0 0,0 0 0 0 0,-2-1 0 0 0,-1-5 3 0 0,-1 1 1 0 0,0 1-1 0 0,0-1 0 0 0,-1 1 0 0 0,-10-10 1 0 0,-2 2-1074 0 0,-2 2-3550 0 0,-1 0-1689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2.6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0 656 0 0,'46'14'4315'0'0,"15"6"5832"0"0,-56-18-9576 0 0,-1 0 0 0 0,0 0 0 0 0,0 0 1 0 0,0 1-1 0 0,0 0 0 0 0,0-1 1 0 0,-1 1-1 0 0,1 1 0 0 0,-1-1 1 0 0,5 6-1 0 0,-5-4-433 0 0,0 1 1 0 0,-1-1-1 0 0,0 1 1 0 0,0 0 0 0 0,0-1-1 0 0,0 1 1 0 0,-1 0-1 0 0,0 0 1 0 0,0 0-1 0 0,-1 0 1 0 0,0 7-1 0 0,-6 69-362 0 0,5-74 144 0 0,0-7 53 0 0,1 0 0 0 0,0-1 0 0 0,0 1 0 0 0,0-1 0 0 0,0 1 0 0 0,0 0 1 0 0,0-1-1 0 0,0 1 0 0 0,0-1 0 0 0,0 1 0 0 0,0 0 0 0 0,0-1 1 0 0,0 1-1 0 0,0 0 0 0 0,0-1 0 0 0,0 1 0 0 0,1-1 0 0 0,-1 1 1 0 0,0-1-1 0 0,0 1 0 0 0,1 0 0 0 0,0 0 0 0 0,9-6-456 0 0,9-18-41 0 0,-6 0 395 0 0,47-69 880 0 0,-54 84-600 0 0,0 0 1 0 0,1 0-1 0 0,1 1 0 0 0,-1 0 0 0 0,1 0 0 0 0,0 1 0 0 0,1 0 0 0 0,10-6 0 0 0,-17 10-120 0 0,0 1 1 0 0,0 0-1 0 0,0 1 0 0 0,0-1 1 0 0,1 0-1 0 0,-1 0 0 0 0,0 1 0 0 0,0 0 1 0 0,0-1-1 0 0,0 1 0 0 0,1 0 1 0 0,-1 0-1 0 0,0 0 0 0 0,0 0 1 0 0,1 0-1 0 0,-1 1 0 0 0,0-1 1 0 0,0 1-1 0 0,0-1 0 0 0,0 1 0 0 0,0 0 1 0 0,3 1-1 0 0,-2 1-3 0 0,0-1 0 0 0,0 1 0 0 0,0-1 0 0 0,-1 1 0 0 0,1 0 0 0 0,-1 0 0 0 0,1 0 0 0 0,-1 0 0 0 0,0 1 0 0 0,0-1 0 0 0,2 7 0 0 0,2 5-97 0 0,-1 1 0 0 0,-1-1 0 0 0,0 1 0 0 0,2 31 0 0 0,-5-37-486 0 0,0-1 0 0 0,1 1 0 0 0,1-1 1 0 0,4 14-1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3.0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230 29 7370 0 0,'0'-1'242'0'0,"0"0"1"0"0,0 0 0 0 0,0-1 0 0 0,0 1 0 0 0,0 0-1 0 0,0 0 1 0 0,0 0 0 0 0,-1 0 0 0 0,1 0 0 0 0,0 0-1 0 0,-1 0 1 0 0,1 0 0 0 0,-1 0 0 0 0,1 0 0 0 0,-1 0-1 0 0,0 0 1 0 0,1 0 0 0 0,-1 0 0 0 0,0 1 0 0 0,1-1-1 0 0,-1 0 1 0 0,0 0 0 0 0,0 1 0 0 0,0-1 0 0 0,-1 0-1 0 0,0 0 125 0 0,0 0 0 0 0,0 1-1 0 0,0-1 1 0 0,0 1-1 0 0,0 0 1 0 0,0-1 0 0 0,0 1-1 0 0,-1 0 1 0 0,1 0-1 0 0,0 1 1 0 0,0-1 0 0 0,-4 1-1 0 0,2 0-45 0 0,-1 0 0 0 0,1 1 0 0 0,-1-1 0 0 0,1 1 0 0 0,0 0-1 0 0,-1 1 1 0 0,1-1 0 0 0,0 0 0 0 0,0 1 0 0 0,1 0 0 0 0,-1 0 0 0 0,-4 5-1 0 0,7-6-293 0 0,0 0-1 0 0,0 1 0 0 0,0-1 1 0 0,0 0-1 0 0,0 1 0 0 0,1 0 1 0 0,-1-1-1 0 0,1 1 0 0 0,-1-1 0 0 0,1 1 1 0 0,0-1-1 0 0,0 1 0 0 0,0 0 1 0 0,0-1-1 0 0,1 1 0 0 0,-1-1 0 0 0,1 1 1 0 0,0-1-1 0 0,-1 1 0 0 0,1-1 1 0 0,0 1-1 0 0,0-1 0 0 0,1 0 1 0 0,-1 1-1 0 0,0-1 0 0 0,1 0 0 0 0,0 0 1 0 0,3 3-1 0 0,6 8 44 0 0,0 0 1 0 0,1-1-1 0 0,18 13 0 0 0,-22-18-27 0 0,13 9-37 0 0,32 29-57 0 0,-50-42 16 0 0,0 0 0 0 0,0 1 0 0 0,-1-1 0 0 0,1 1 0 0 0,-1-1 0 0 0,1 1-1 0 0,-1 0 1 0 0,0-1 0 0 0,-1 1 0 0 0,1 0 0 0 0,-1 1 0 0 0,2 5 0 0 0,-3-9 18 0 0,0 1 1 0 0,0-1-1 0 0,0 1 1 0 0,-1-1-1 0 0,1 1 1 0 0,0-1 0 0 0,-1 0-1 0 0,1 1 1 0 0,-1-1-1 0 0,1 0 1 0 0,-1 1-1 0 0,0-1 1 0 0,0 0-1 0 0,1 0 1 0 0,-1 1-1 0 0,0-1 1 0 0,0 0-1 0 0,0 0 1 0 0,0 0-1 0 0,-1 0 1 0 0,1 0-1 0 0,0 0 1 0 0,0-1-1 0 0,0 1 1 0 0,-1 0-1 0 0,1-1 1 0 0,0 1-1 0 0,-1-1 1 0 0,-2 2-1 0 0,-46 9-173 0 0,46-11 164 0 0,-21 3-251 0 0,1-1 0 0 0,-1-2 1 0 0,1 0-1 0 0,-1-2 0 0 0,1 0 0 0 0,-42-11 0 0 0,45 8-299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3.9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38 7834 0 0,'21'-3'2696'0'0,"64"-10"1882"0"0,43-5-423 0 0,-97 15-3918 0 0,65 3-1 0 0,-89 1-2012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4.5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1 108 8754 0 0,'0'-5'762'0'0,"0"0"-1"0"0,1-1 1 0 0,0 1-1 0 0,0 0 1 0 0,1 0 0 0 0,-1-1-1 0 0,1 1 1 0 0,0 0 0 0 0,4-6-1 0 0,-5 10-676 0 0,-1 1 0 0 0,1 0 0 0 0,-1 0 0 0 0,1 0 0 0 0,-1 0 0 0 0,1 0 0 0 0,0 0 0 0 0,-1 0 0 0 0,1 0 0 0 0,-1 0 0 0 0,1 0 0 0 0,0 0 0 0 0,-1 0 0 0 0,1 0 0 0 0,-1 0 0 0 0,1 0-1 0 0,-1 0 1 0 0,1 1 0 0 0,0-1 0 0 0,-1 0 0 0 0,1 0 0 0 0,-1 1 0 0 0,1-1 0 0 0,-1 1 0 0 0,1-1 0 0 0,-1 0 0 0 0,0 1 0 0 0,1-1 0 0 0,-1 1 0 0 0,1-1 0 0 0,-1 1 0 0 0,0-1 0 0 0,1 1 0 0 0,-1 0 0 0 0,15 18 965 0 0,-9-9-877 0 0,-1 0 0 0 0,-1 0 0 0 0,0 1 0 0 0,0 0 1 0 0,-1 0-1 0 0,0 0 0 0 0,-1 0 0 0 0,0 0 0 0 0,0 1 0 0 0,-1 17 0 0 0,0-9-339 0 0,8 39-1 0 0,18-108-2154 0 0,-8 18 2000 0 0,1 0-1 0 0,2 2 1 0 0,41-45 0 0 0,-51 60 298 0 0,-6 6 271 0 0,1 1 0 0 0,0 0-1 0 0,0 0 1 0 0,0 1 0 0 0,0 0 0 0 0,15-9 0 0 0,-19 14-134 0 0,1 0-1 0 0,-1-1 1 0 0,1 1 0 0 0,-1 0 0 0 0,1 1-1 0 0,-1-1 1 0 0,1 1 0 0 0,0-1 0 0 0,-1 1-1 0 0,1 0 1 0 0,0 1 0 0 0,-1-1-1 0 0,1 0 1 0 0,-1 1 0 0 0,1 0 0 0 0,0 0-1 0 0,-1 0 1 0 0,0 0 0 0 0,1 1 0 0 0,4 2-1 0 0,0 0-81 0 0,0 1-1 0 0,-1 0 0 0 0,0 0 0 0 0,0 0 0 0 0,0 1 0 0 0,-1 0 1 0 0,1 0-1 0 0,-1 0 0 0 0,9 14 0 0 0,-2 1 3 0 0,-1 0 1 0 0,11 29-1 0 0,-18-39-18 0 0,18 29-135 0 0,-22-38-115 0 0,1 0 1 0 0,-1 0-1 0 0,1 0 0 0 0,0-1 1 0 0,0 1-1 0 0,0 0 1 0 0,0-1-1 0 0,0 1 1 0 0,0-1-1 0 0,0 0 0 0 0,0 0 1 0 0,1 0-1 0 0,-1 0 1 0 0,0 0-1 0 0,1 0 1 0 0,2 0-1 0 0,1-1-1402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0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6 124 7834 0 0,'-1'-2'222'0'0,"1"1"0"0"0,-1-1 0 0 0,0 0 0 0 0,1 0 0 0 0,-1 0 0 0 0,1 0 0 0 0,-1 0 1 0 0,1 0-1 0 0,0 0 0 0 0,0 0 0 0 0,0 0 0 0 0,0 0 0 0 0,0 0 0 0 0,1 0 0 0 0,-1 0 0 0 0,0 0 0 0 0,1 0 1 0 0,0 0-1 0 0,-1 0 0 0 0,1 1 0 0 0,1-3 0 0 0,21-39 2340 0 0,-20 39-2446 0 0,0 1 0 0 0,0 0 0 0 0,0 0-1 0 0,0 0 1 0 0,1 1 0 0 0,0-1 0 0 0,-1 1 0 0 0,1 0 0 0 0,0 0 0 0 0,0 0-1 0 0,0 1 1 0 0,0-1 0 0 0,0 1 0 0 0,1 0 0 0 0,-1 0 0 0 0,0 1 0 0 0,0-1-1 0 0,1 1 1 0 0,-1 0 0 0 0,1 0 0 0 0,-1 0 0 0 0,0 1 0 0 0,0-1 0 0 0,1 1 0 0 0,-1 0-1 0 0,0 0 1 0 0,0 1 0 0 0,5 1 0 0 0,1 1 171 0 0,-1 0 1 0 0,1 0-1 0 0,-1 1 1 0 0,0 1-1 0 0,0-1 0 0 0,0 1 1 0 0,-1 1-1 0 0,0-1 1 0 0,0 2-1 0 0,11 13 0 0 0,-11-8-269 0 0,0 0 0 0 0,0 1 0 0 0,-2 1 0 0 0,0-1-1 0 0,0 1 1 0 0,-2 0 0 0 0,0 0 0 0 0,0 1 0 0 0,1 16-1 0 0,0-2-1512 0 0,1-20-1847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7834 0 0,'0'0'356'0'0,"11"21"4010"0"0,13 29 2393 0 0,12 28-2635 0 0,-28-61-4480 0 0,-2 0 1 0 0,0 1 0 0 0,0 0-1 0 0,4 32 1 0 0,-10-46-943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0 12899 0 0,'0'3'1264'0'0,"1"-2"-1128"0"0,-1 1-136 0 0,0-1 0 0 0,0 2 632 0 0,0 0 96 0 0,-1 2 17 0 0,-1 1 7 0 0,1 1-920 0 0,1 1-184 0 0,-2-1-41 0 0,2 1-7 0 0,2 0 400 0 0,-2 2 0 0 0,0 1 0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8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53 11979 0 0,'1'-3'333'0'0,"0"1"0"0"0,-1-1 0 0 0,1 1 0 0 0,1-1 0 0 0,-1 1 1 0 0,0 0-1 0 0,0 0 0 0 0,1-1 0 0 0,0 1 0 0 0,-1 0 0 0 0,1 0 1 0 0,0 0-1 0 0,0 1 0 0 0,0-1 0 0 0,0 0 0 0 0,0 1 1 0 0,0-1-1 0 0,4-1 0 0 0,-4 2-140 0 0,0-1 1 0 0,0 1-1 0 0,0 0 0 0 0,0 0 1 0 0,1 0-1 0 0,-1 0 0 0 0,0 0 1 0 0,1 0-1 0 0,-1 1 0 0 0,1-1 0 0 0,-1 1 1 0 0,1-1-1 0 0,-1 1 0 0 0,1 0 1 0 0,-1 0-1 0 0,1 0 0 0 0,-1 0 1 0 0,1 1-1 0 0,3 0 0 0 0,-5 0-172 0 0,1 0-1 0 0,-1 1 1 0 0,0-1 0 0 0,0 0-1 0 0,1 1 1 0 0,-1-1-1 0 0,0 1 1 0 0,0-1-1 0 0,-1 1 1 0 0,1-1-1 0 0,0 1 1 0 0,0 0-1 0 0,-1-1 1 0 0,1 1-1 0 0,0 3 1 0 0,5 32 332 0 0,-5-21-285 0 0,15 38-274 0 0,-15-51 189 0 0,0-1 1 0 0,0 1-1 0 0,0 0 0 0 0,0 0 1 0 0,1-1-1 0 0,0 1 0 0 0,-1-1 1 0 0,1 1-1 0 0,0-1 1 0 0,0 1-1 0 0,0-1 0 0 0,0 0 1 0 0,1 0-1 0 0,-1 0 0 0 0,6 3 1 0 0,-7-6-16 0 0,0 1 0 0 0,1 0 1 0 0,-1 0-1 0 0,0 0 0 0 0,0-1 1 0 0,1 1-1 0 0,-1-1 0 0 0,0 1 1 0 0,0-1-1 0 0,0 0 0 0 0,0 1 1 0 0,1-1-1 0 0,-1 0 0 0 0,0 0 0 0 0,0 0 1 0 0,0 1-1 0 0,0-3 0 0 0,21-19-87 0 0,-19 19 97 0 0,10-11-43 0 0,-3 2 76 0 0,1 0-1 0 0,0 2 1 0 0,0-1-1 0 0,1 1 1 0 0,20-13-1 0 0,-31 23 3 0 0,0 0-1 0 0,-1-1 0 0 0,1 1 0 0 0,0 0 0 0 0,0 0 1 0 0,-1 0-1 0 0,1-1 0 0 0,0 1 0 0 0,-1 0 1 0 0,1 0-1 0 0,0 0 0 0 0,0 0 0 0 0,-1 0 0 0 0,1 0 1 0 0,0 1-1 0 0,0-1 0 0 0,-1 0 0 0 0,1 0 1 0 0,0 0-1 0 0,-1 1 0 0 0,1-1 0 0 0,0 0 0 0 0,-1 1 1 0 0,1-1-1 0 0,0 1 0 0 0,-1-1 0 0 0,1 0 1 0 0,-1 1-1 0 0,1 0 0 0 0,-1-1 0 0 0,1 1 0 0 0,-1-1 1 0 0,1 1-1 0 0,-1-1 0 0 0,1 1 0 0 0,-1 0 1 0 0,0-1-1 0 0,0 1 0 0 0,1 0 0 0 0,-1 0 1 0 0,0-1-1 0 0,0 1 0 0 0,0 0 0 0 0,1-1 0 0 0,-1 1 1 0 0,0 1-1 0 0,5 43 437 0 0,-5-34-439 0 0,9 22-433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17 7834 0 0,'-11'-14'8438'0'0,"10"16"-8201"0"0,-7 26 5577 0 0,6-11-6560 0 0,4-11 782 0 0,-1-1 1 0 0,1 1-1 0 0,0 0 1 0 0,0-1-1 0 0,0 1 1 0 0,1-1 0 0 0,0 0-1 0 0,0 0 1 0 0,0 0-1 0 0,0 0 1 0 0,1 0-1 0 0,0-1 1 0 0,0 1-1 0 0,0-1 1 0 0,1 0 0 0 0,-1-1-1 0 0,1 1 1 0 0,0-1-1 0 0,9 5 1 0 0,-10-6-15 0 0,1 1 0 0 0,-1-1 0 0 0,1 0 0 0 0,0-1 0 0 0,-1 1 1 0 0,1-1-1 0 0,0 0 0 0 0,0 0 0 0 0,0-1 0 0 0,0 1 0 0 0,0-1 0 0 0,0 0 0 0 0,0-1 1 0 0,0 1-1 0 0,0-1 0 0 0,0 0 0 0 0,0 0 0 0 0,-1 0 0 0 0,1-1 0 0 0,0 0 0 0 0,-1 1 1 0 0,1-2-1 0 0,-1 1 0 0 0,5-4 0 0 0,-8 6-22 0 0,1-1 0 0 0,-1 0 1 0 0,0 0-1 0 0,0 0 0 0 0,0 0 0 0 0,0 0 1 0 0,0 0-1 0 0,0 0 0 0 0,-1 0 1 0 0,1-1-1 0 0,0 1 0 0 0,0 0 0 0 0,-1 0 1 0 0,1-1-1 0 0,-1 1 0 0 0,1 0 0 0 0,-1-1 1 0 0,0 1-1 0 0,1-1 0 0 0,-1 1 0 0 0,0 0 1 0 0,0-1-1 0 0,0 1 0 0 0,0-1 0 0 0,0-2 1 0 0,-1 1 0 0 0,-1 0 0 0 0,1 0 0 0 0,0 0 0 0 0,-1 0 0 0 0,1 0 0 0 0,-1 0 0 0 0,0 0 0 0 0,0 1 0 0 0,0-1 0 0 0,-5-4 0 0 0,-4-2-6 0 0,0 0 0 0 0,-1 0 0 0 0,0 1 0 0 0,-15-8 0 0 0,-20-7-3257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0 123 6449 0 0,'17'1'1580'0'0,"0"1"0"0"0,0 1 0 0 0,0 1 0 0 0,0 0 0 0 0,-1 1 0 0 0,1 1 0 0 0,-1 0 0 0 0,19 11 0 0 0,19 7 463 0 0,-59-32-1907 0 0,0 0 0 0 0,1 0 0 0 0,0 0 0 0 0,1-1 0 0 0,0 0 0 0 0,0 1 0 0 0,-1-10 0 0 0,3 11-288 0 0,0 0-1 0 0,0-1 1 0 0,1 1 0 0 0,0 0 0 0 0,1 0-1 0 0,-1 0 1 0 0,1-1 0 0 0,1 1 0 0 0,-1 0 0 0 0,1 0-1 0 0,0 0 1 0 0,1 1 0 0 0,4-9 0 0 0,0 4-416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6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0 11522 0 0,'-3'63'3599'0'0,"1"-40"-1134"0"0,1 1 0 0 0,3 37 1 0 0,-1-58-2783 0 0,-1-1 0 0 0,1 1 1 0 0,0 0-1 0 0,0 0 0 0 0,1 0 0 0 0,-1-1 1 0 0,1 1-1 0 0,-1-1 0 0 0,4 5 0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10138 0 0,'-2'0'448'0'0,"2"1"96"0"0,0 1-440 0 0,0-1-104 0 0,0 1 0 0 0,3 0 705 0 0,-2 2 111 0 0,2 1 24 0 0,0 0 8 0 0,0 2-432 0 0,-1 0-96 0 0,1 0-8 0 0,1-2-8 0 0,-1 2-1968 0 0,1 1-384 0 0,0 3-89 0 0,-1 2-7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7.0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11 10138 0 0,'0'-1'67'0'0,"-1"1"-1"0"0,1 0 0 0 0,0 0 1 0 0,0 0-1 0 0,0 0 1 0 0,-1-1-1 0 0,1 1 1 0 0,0 0-1 0 0,0 0 0 0 0,0 0 1 0 0,0-1-1 0 0,-1 1 1 0 0,1 0-1 0 0,0 0 0 0 0,0-1 1 0 0,0 1-1 0 0,0 0 1 0 0,0-1-1 0 0,0 1 1 0 0,0 0-1 0 0,0 0 0 0 0,0-1 1 0 0,0 1-1 0 0,0 0 1 0 0,0 0-1 0 0,0-1 0 0 0,0 1 1 0 0,0 0-1 0 0,0-1 1 0 0,0 1-1 0 0,0 0 1 0 0,0 0-1 0 0,0-1 0 0 0,0 1 1 0 0,1 0-1 0 0,-1 0 1 0 0,0-1-1 0 0,0 1 0 0 0,0 0 1 0 0,0 0-1 0 0,1-1 1 0 0,11 7 2717 0 0,14 15 1036 0 0,-17-11-3398 0 0,-1 1 1 0 0,0 0-1 0 0,-1 0 0 0 0,0 0 1 0 0,-1 1-1 0 0,0 0 0 0 0,-1 0 1 0 0,0 1-1 0 0,5 22 0 0 0,-1 9-167 0 0,5 70-1 0 0,-1-3-1209 0 0,-10-97 259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7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8 117 6913 0 0,'-1'-1'64'0'0,"0"0"0"0"0,1 0-1 0 0,-1-1 1 0 0,0 1 0 0 0,0 0-1 0 0,1 0 1 0 0,-1 0-1 0 0,1-1 1 0 0,-1 1 0 0 0,1 0-1 0 0,0-1 1 0 0,0 1-1 0 0,-1 0 1 0 0,1-1 0 0 0,0 1-1 0 0,0-1 1 0 0,0 1-1 0 0,0 0 1 0 0,0-1 0 0 0,1 1-1 0 0,-1 0 1 0 0,0-1-1 0 0,1 1 1 0 0,-1 0 0 0 0,1 0-1 0 0,-1-1 1 0 0,1 1-1 0 0,0 0 1 0 0,-1 0 0 0 0,2-2-1 0 0,2-1 191 0 0,0 0-1 0 0,1 0 0 0 0,-1 0 0 0 0,1 1 1 0 0,-1-1-1 0 0,7-2 0 0 0,2-1-37 0 0,0 0-1 0 0,1 1 0 0 0,-1 1 0 0 0,1 0 1 0 0,0 1-1 0 0,1 1 0 0 0,-1 0 0 0 0,26-2 1 0 0,9 4-1947 0 0,63 5 1 0 0,-8 1-1173 0 0,-103-6 3116 0 0,1 1 1 0 0,-1 0-1 0 0,0 0 1 0 0,1 0-1 0 0,-1 1 0 0 0,0-1 1 0 0,1 0-1 0 0,-1 0 1 0 0,0 1-1 0 0,1-1 1 0 0,-1 1-1 0 0,0-1 0 0 0,0 1 1 0 0,1 0-1 0 0,-1-1 1 0 0,0 1-1 0 0,0 0 0 0 0,0 0 1 0 0,0 0-1 0 0,0 0 1 0 0,0 0-1 0 0,0 0 1 0 0,0 0-1 0 0,-1 0 0 0 0,1 0 1 0 0,0 0-1 0 0,-1 0 1 0 0,2 2-1 0 0,-1 3 544 0 0,1 0 0 0 0,-1-1 1 0 0,-1 1-1 0 0,1 0 0 0 0,-1 10 0 0 0,0-10-371 0 0,0 0 0 0 0,0 0 0 0 0,0-1 0 0 0,1 1 0 0 0,0 0 0 0 0,0 0 0 0 0,3 5-1 0 0,-3-10-348 0 0,-1 1-1 0 0,1 0 0 0 0,1-1 0 0 0,-1 1 0 0 0,0-1 1 0 0,0 1-1 0 0,1-1 0 0 0,-1 0 0 0 0,0 1 0 0 0,1-1 0 0 0,-1 0 1 0 0,1 0-1 0 0,0 0 0 0 0,-1 0 0 0 0,1-1 0 0 0,0 1 1 0 0,0 0-1 0 0,-1-1 0 0 0,1 1 0 0 0,0-1 0 0 0,0 1 1 0 0,0-1-1 0 0,0 0 0 0 0,0 0 0 0 0,0 0 0 0 0,3 0 0 0 0,3 0 46 0 0,-1-1 0 0 0,1 0 0 0 0,0 0-1 0 0,0 0 1 0 0,-1-1 0 0 0,1 0 0 0 0,-1-1-1 0 0,1 0 1 0 0,-1 0 0 0 0,0 0 0 0 0,0-1-1 0 0,0 0 1 0 0,8-7 0 0 0,-3 0 83 0 0,0 0 0 0 0,-1 0 1 0 0,0-1-1 0 0,-1-1 1 0 0,13-19-1 0 0,-23 32-161 0 0,1-1 1 0 0,-1 1-1 0 0,0-1 1 0 0,1 1-1 0 0,-1-1 1 0 0,0 1-1 0 0,1-1 1 0 0,-1 1-1 0 0,1-1 1 0 0,-1 1-1 0 0,1 0 1 0 0,-1-1-1 0 0,1 1 1 0 0,-1 0-1 0 0,1-1 1 0 0,-1 1-1 0 0,1 0 1 0 0,-1 0-1 0 0,1 0 1 0 0,0-1-1 0 0,-1 1 1 0 0,1 0-1 0 0,-1 0 1 0 0,1 0-1 0 0,0 0 1 0 0,-1 0-1 0 0,1 0 1 0 0,-1 0-1 0 0,1 0 0 0 0,0 1 1 0 0,17 13 314 0 0,10 32 266 0 0,-25-40-556 0 0,21 37 35 0 0,-10-19 82 0 0,0 0 0 0 0,-2 1 0 0 0,-1 1 0 0 0,10 31 0 0 0,-19-51-120 0 0,-1 1 0 0 0,0 0 0 0 0,1 0 0 0 0,-2 0 0 0 0,1 0 1 0 0,-1 0-1 0 0,0 0 0 0 0,-1 0 0 0 0,0 0 0 0 0,0 0 0 0 0,0 0 0 0 0,-1-1 0 0 0,0 1 1 0 0,0 0-1 0 0,-1-1 0 0 0,1 1 0 0 0,-2-1 0 0 0,1 0 0 0 0,-1 0 0 0 0,0 0 0 0 0,-7 9 0 0 0,-9 4-219 0 0,0-1-1 0 0,-2 0 1 0 0,0-2-1 0 0,0 0 0 0 0,-2-1 1 0 0,1-2-1 0 0,-2 0 0 0 0,0-2 1 0 0,-53 17-1 0 0,54-21-8304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1.3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289 24 5465 0 0,'-10'-1'7'0'0,"1"1"0"0"0,0 0-1 0 0,-1 0 1 0 0,1 1 0 0 0,0 0-1 0 0,0 1 1 0 0,-14 3 0 0 0,-6 2-7 0 0,17-5 40 0 0,-3 1 58 0 0,-1-1 1 0 0,-24 1-1 0 0,34-4 354 0 0,0 1 0 0 0,0-1 0 0 0,0 0 0 0 0,0 0 0 0 0,0-1-1 0 0,0 0 1 0 0,0 0 0 0 0,1 0 0 0 0,-11-6 0 0 0,-4 3 4694 0 0,30 6-4239 0 0,58 5-25 0 0,0 0-365 0 0,99-3 1 0 0,541-34 1638 0 0,-534 24-1666 0 0,-57 5-282 0 0,-117 2-254 0 0,0 0 0 0 0,0 1 0 0 0,0-1 0 0 0,-1 0-91 0 0,1 0 91 0 0,0 0 0 0 0,0 0 0 0 0,0 0 0 0 0,0 1 1 0 0,0-1-1 0 0,0 0 0 0 0,0 0 0 0 0,0 0 0 0 0,0 0 0 0 0,0 0 1 0 0,0 1-1 0 0,0-1 0 0 0,0 0 0 0 0,0 0 0 0 0,0 0 0 0 0,0 0 1 0 0,0 0-1 0 0,0 1 0 0 0,0-1 0 0 0,0 0 0 0 0,0 0 0 0 0,0 0 1 0 0,0 0-1 0 0,0 0 0 0 0,0 1 0 0 0,0-1 0 0 0,0 0 0 0 0,0 0 1 0 0,0 0-1 0 0,0 0 0 0 0,0 0 0 0 0,1 0 0 0 0,-1 1-91 0 0,0-1 91 0 0,0 0 0 0 0,0 0 0 0 0,0 0 0 0 0,0 0 1 0 0,1 0-1 0 0,-1 0 0 0 0,0 0 0 0 0,0 0 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0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80 7834 0 0,'-7'-8'794'0'0,"-1"1"0"0"0,2-1 0 0 0,-10-14 1 0 0,-13-13 6397 0 0,41 58-3627 0 0,-1 26-3547 0 0,-7-30 273 0 0,14 97-280 0 0,-12-68 153 0 0,19 71-1 0 0,-21-106-427 0 0,0 1 0 0 0,2-1 0 0 0,-1 0 0 0 0,1 0 0 0 0,1 0 0 0 0,1-1 0 0 0,0 0 0 0 0,0 0 0 0 0,16 16 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3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32 7370 0 0,'25'-31'10638'0'0,"-24"35"-10015"0"0,27 153 2671 0 0,4 86-2839 0 0,-16-119-440 0 0,-13-100-250 0 0,11 38-1 0 0,-12-54-369 0 0,0-1 0 0 0,1 0-1 0 0,0 0 1 0 0,1 0 0 0 0,-1 0 0 0 0,1-1 0 0 0,0 1 0 0 0,1-1 0 0 0,5 6 0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5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46 14283 0 0,'28'0'1704'0'0,"55"-9"-85"0"0,0-6-3850 0 0,-31 6-1887 0 0,-23 4 1894 0 0,1-2-16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9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 1 6913 0 0,'-8'2'724'0'0,"1"1"0"0"0,0 1 0 0 0,0-1 0 0 0,0 1 0 0 0,0 1 0 0 0,0-1 0 0 0,1 1 0 0 0,0 0 0 0 0,0 0 0 0 0,0 1 0 0 0,1 0 0 0 0,0 0 0 0 0,0 0 0 0 0,1 1 0 0 0,-1 0 0 0 0,-3 7 0 0 0,7-12-673 0 0,0 0 0 0 0,0 1-1 0 0,0-1 1 0 0,0 0 0 0 0,1 1-1 0 0,-1-1 1 0 0,1 1 0 0 0,-1-1-1 0 0,1 1 1 0 0,0-1 0 0 0,0 1-1 0 0,0-1 1 0 0,0 1 0 0 0,1-1-1 0 0,-1 0 1 0 0,1 1 0 0 0,-1-1-1 0 0,1 1 1 0 0,0-1 0 0 0,0 0-1 0 0,0 1 1 0 0,0-1 0 0 0,0 0-1 0 0,1 0 1 0 0,-1 0 0 0 0,0 0-1 0 0,1 0 1 0 0,0 0 0 0 0,-1 0-1 0 0,1-1 1 0 0,0 1 0 0 0,0 0-1 0 0,0-1 1 0 0,0 0 0 0 0,3 2-1 0 0,1 1-21 0 0,1-1-1 0 0,-1 0 0 0 0,1 0 1 0 0,0 0-1 0 0,0-1 0 0 0,0 0 0 0 0,0 0 1 0 0,0-1-1 0 0,1 0 0 0 0,12 0 1 0 0,-12-1-2 0 0,1-1 0 0 0,-1 0 0 0 0,0 0 0 0 0,0-1 0 0 0,0 0 0 0 0,0 0 0 0 0,0-1 0 0 0,14-6 0 0 0,-20 8-29 0 0,0 0-1 0 0,0-1 1 0 0,-1 1 0 0 0,1 0-1 0 0,0-1 1 0 0,0 1 0 0 0,-1-1-1 0 0,1 0 1 0 0,-1 0 0 0 0,1 1-1 0 0,-1-1 1 0 0,0 0 0 0 0,0 0-1 0 0,0 0 1 0 0,0 0 0 0 0,0-1 0 0 0,0 1-1 0 0,0 0 1 0 0,-1 0 0 0 0,1 0-1 0 0,-1-1 1 0 0,0 1 0 0 0,1 0-1 0 0,-1-1 1 0 0,0 1 0 0 0,0 0-1 0 0,-1 0 1 0 0,1-1 0 0 0,0 1-1 0 0,-1 0 1 0 0,0-1 0 0 0,1 1 0 0 0,-1 0-1 0 0,0 0 1 0 0,-1-3 0 0 0,-1-1-15 0 0,-1 0 0 0 0,1-1 1 0 0,-1 2-1 0 0,0-1 1 0 0,0 0-1 0 0,-1 1 1 0 0,1 0-1 0 0,-1 0 0 0 0,0 0 1 0 0,-1 0-1 0 0,-9-6 1 0 0,10 8-354 0 0,0 1-1 0 0,0-1 1 0 0,1 1 0 0 0,-2 0 0 0 0,1 0 0 0 0,0 1 0 0 0,0 0 0 0 0,0 0 0 0 0,-10-1 0 0 0,-2 3-6101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1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41 6449 0 0,'-4'-2'139'0'0,"1"0"0"0"0,0 0 0 0 0,0-1 0 0 0,-1 0 0 0 0,2 1 0 0 0,-7-25 10693 0 0,19 41-9459 0 0,-7-7-1068 0 0,0 1 0 0 0,-1-1 1 0 0,0 1-1 0 0,0 0 0 0 0,0-1 0 0 0,-1 1 0 0 0,0 0 0 0 0,-1 12 0 0 0,-7 69 188 0 0,1-29-479 0 0,5-11-75 0 0,9 78 1 0 0,1-52-6415 0 0,-5-42-468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5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25 265 9218 0 0,'0'1'121'0'0,"-1"0"1"0"0,1 0-1 0 0,0 0 1 0 0,0 0-1 0 0,1 0 1 0 0,-1 0-1 0 0,0 0 1 0 0,0 0-1 0 0,0 0 1 0 0,1 0-1 0 0,-1 0 1 0 0,0 0-1 0 0,1 0 1 0 0,-1 0-1 0 0,1-1 1 0 0,-1 1-1 0 0,1 0 1 0 0,-1 0-1 0 0,1-1 1 0 0,-1 1-1 0 0,1 0 1 0 0,0 0-1 0 0,0-1 1 0 0,-1 1-1 0 0,1-1 0 0 0,0 1 1 0 0,0-1-1 0 0,0 1 1 0 0,1 0-1 0 0,26 13 3470 0 0,-23-14-3362 0 0,0 0 0 0 0,0 0 0 0 0,0 0 1 0 0,1 0-1 0 0,-1-1 0 0 0,0 0 0 0 0,-1 0 0 0 0,1 0 1 0 0,0 0-1 0 0,0-1 0 0 0,0 0 0 0 0,-1 0 1 0 0,1 0-1 0 0,-1-1 0 0 0,0 1 0 0 0,1-1 0 0 0,-1 0 1 0 0,0 0-1 0 0,-1-1 0 0 0,1 1 0 0 0,3-5 0 0 0,1 0-182 0 0,-2 0 0 0 0,1 0 0 0 0,-1-1 0 0 0,0 1 0 0 0,-1-1 0 0 0,0-1 0 0 0,0 1 0 0 0,-1-1 0 0 0,4-12 0 0 0,-7 15-47 0 0,0 0 0 0 0,-1 0 1 0 0,1 0-1 0 0,-1 0 1 0 0,-1 0-1 0 0,1 1 0 0 0,-1-1 1 0 0,0 0-1 0 0,-1 0 1 0 0,0 0-1 0 0,0 1 0 0 0,0-1 1 0 0,-1 1-1 0 0,0-1 1 0 0,0 1-1 0 0,-1 0 0 0 0,-4-6 1 0 0,6 9-4 0 0,0 1 1 0 0,0-1 0 0 0,0 1 0 0 0,0-1 0 0 0,0 1-1 0 0,-1 0 1 0 0,1 0 0 0 0,-1 0 0 0 0,0 0-1 0 0,1 1 1 0 0,-1-1 0 0 0,0 1 0 0 0,0-1-1 0 0,0 1 1 0 0,0 0 0 0 0,0 0 0 0 0,0 1 0 0 0,0-1-1 0 0,-1 0 1 0 0,1 1 0 0 0,0 0 0 0 0,0 0-1 0 0,-1 0 1 0 0,1 0 0 0 0,0 0 0 0 0,0 1-1 0 0,0 0 1 0 0,0-1 0 0 0,0 1 0 0 0,-1 0 0 0 0,1 0-1 0 0,1 1 1 0 0,-1-1 0 0 0,0 1 0 0 0,0-1-1 0 0,0 1 1 0 0,1 0 0 0 0,-4 3 0 0 0,-1 1-9 0 0,-1 0 1 0 0,1 0 0 0 0,0 1 0 0 0,1 0 0 0 0,0 0-1 0 0,0 1 1 0 0,0 0 0 0 0,1 0 0 0 0,0 0 0 0 0,1 0-1 0 0,0 1 1 0 0,0 0 0 0 0,1 0 0 0 0,-4 14 0 0 0,6-15-5 0 0,0 0 1 0 0,0-1 0 0 0,1 1-1 0 0,0 0 1 0 0,0 0 0 0 0,1-1-1 0 0,0 1 1 0 0,1 0 0 0 0,-1-1-1 0 0,1 1 1 0 0,1-1 0 0 0,-1 0-1 0 0,1 0 1 0 0,1 0 0 0 0,-1 0-1 0 0,1 0 1 0 0,1-1 0 0 0,6 9-1 0 0,-5-8-252 0 0,0 0-1 0 0,1-1 1 0 0,0 0 0 0 0,0 0-1 0 0,0-1 1 0 0,1 0 0 0 0,-1 0-1 0 0,1 0 1 0 0,1-1-1 0 0,-1-1 1 0 0,0 1 0 0 0,1-1-1 0 0,0-1 1 0 0,-1 0-1 0 0,1 0 1 0 0,0 0 0 0 0,17-1-1 0 0,7 0-5856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8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21 2761 0 0,'1'-1'160'0'0,"-1"1"0"0"0,0 0 0 0 0,1-1 0 0 0,-1 1 0 0 0,0-1 1 0 0,0 1-1 0 0,0-1 0 0 0,1 1 0 0 0,-1-1 0 0 0,0 1 1 0 0,0-1-1 0 0,0 1 0 0 0,0-1 0 0 0,0 1 0 0 0,0-1 0 0 0,0 1 1 0 0,0-1-1 0 0,0 1 0 0 0,0-1 0 0 0,0 1 0 0 0,-1-1 0 0 0,1 1 1 0 0,0-1-1 0 0,0 1 0 0 0,0-1 0 0 0,-1 1 0 0 0,1 0 1 0 0,0-1-1 0 0,0 1 0 0 0,-1-1 0 0 0,1 1 0 0 0,-1-1 0 0 0,-17-4 3821 0 0,-22 11 47 0 0,33-3-3585 0 0,0 1-1 0 0,-1 0 1 0 0,1 0-1 0 0,1 0 1 0 0,-1 1-1 0 0,1 0 1 0 0,-1 0-1 0 0,2 0 1 0 0,-7 7-1 0 0,11-10-395 0 0,-1-1 0 0 0,1 1-1 0 0,0 0 1 0 0,-1 0 0 0 0,1 0-1 0 0,0 0 1 0 0,0 0 0 0 0,0 0-1 0 0,1 0 1 0 0,-1 0-1 0 0,0 0 1 0 0,1 0 0 0 0,-1 0-1 0 0,1 0 1 0 0,0 0 0 0 0,0 1-1 0 0,0-1 1 0 0,0 0 0 0 0,0 0-1 0 0,0 0 1 0 0,0 1 0 0 0,1-1-1 0 0,-1 0 1 0 0,1 0-1 0 0,0 0 1 0 0,-1 0 0 0 0,1 0-1 0 0,0 0 1 0 0,0 0 0 0 0,0 0-1 0 0,1 0 1 0 0,-1 0 0 0 0,0-1-1 0 0,1 1 1 0 0,-1 0-1 0 0,4 2 1 0 0,9 7-59 0 0,1 0 0 0 0,0-1 0 0 0,26 13 0 0 0,-28-16-204 0 0,0 0 0 0 0,0 0 0 0 0,-1 1 1 0 0,0 1-1 0 0,-1 0 0 0 0,18 18 0 0 0,-28-26 188 0 0,0 1 1 0 0,1-1-1 0 0,-1 1 1 0 0,0 0-1 0 0,0-1 1 0 0,0 1-1 0 0,0 0 0 0 0,0 0 1 0 0,-1 0-1 0 0,1 0 1 0 0,-1-1-1 0 0,1 1 0 0 0,-1 0 1 0 0,1 0-1 0 0,-1 0 1 0 0,0 0-1 0 0,0 0 0 0 0,0 0 1 0 0,0 0-1 0 0,-1 0 1 0 0,1 0-1 0 0,0 0 0 0 0,-1 0 1 0 0,1 0-1 0 0,-1 0 1 0 0,0 0-1 0 0,0 0 0 0 0,0 0 1 0 0,0 0-1 0 0,0-1 1 0 0,0 1-1 0 0,0 0 0 0 0,0-1 1 0 0,-1 1-1 0 0,1-1 1 0 0,-1 0-1 0 0,1 1 0 0 0,-1-1 1 0 0,1 0-1 0 0,-1 0 1 0 0,-2 1-1 0 0,-7 6 12 0 0,-2-1 0 0 0,1 0-1 0 0,-1-1 1 0 0,-19 7 0 0 0,-29 5-1404 0 0,28-10-5021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1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73 173 3225 0 0,'-15'-52'1227'0'0,"9"32"1142"0"0,1 0 1 0 0,-5-40-1 0 0,10 59-2198 0 0,0-1 1 0 0,-1 1 0 0 0,1 0-1 0 0,0 0 1 0 0,0 0 0 0 0,0-1-1 0 0,-1 1 1 0 0,1 0 0 0 0,-1 0-1 0 0,1 0 1 0 0,-1 0 0 0 0,1 0-1 0 0,-1 0 1 0 0,1 0 0 0 0,-1 0-1 0 0,-1-2 1 0 0,-4 5 1645 0 0,2 11-870 0 0,-12 189 876 0 0,13-128-1452 0 0,5 656 981 0 0,15-513-1274 0 0,55 261 0 0 0,14 171 187 0 0,-86-644-264 0 0,8 568 1725 0 0,-12-558-3557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3.2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22 6913 0 0,'-3'-1'153'0'0,"1"1"0"0"0,-1 0 0 0 0,1 0-1 0 0,-1 0 1 0 0,1 0 0 0 0,-1 0 0 0 0,1 0-1 0 0,0 1 1 0 0,-1-1 0 0 0,1 1-1 0 0,0-1 1 0 0,-1 1 0 0 0,1 0 0 0 0,0 0-1 0 0,0 0 1 0 0,-1 0 0 0 0,1 1 0 0 0,0-1-1 0 0,-3 4 1 0 0,4-4-128 0 0,0-1 0 0 0,0 1 1 0 0,0 0-1 0 0,1 0 0 0 0,-1 1 0 0 0,0-1 1 0 0,1 0-1 0 0,-1 0 0 0 0,1 0 0 0 0,-1 0 1 0 0,1 1-1 0 0,-1-1 0 0 0,1 0 0 0 0,0 0 0 0 0,0 1 1 0 0,0-1-1 0 0,-1 0 0 0 0,1 0 0 0 0,0 1 1 0 0,1-1-1 0 0,-1 0 0 0 0,0 0 0 0 0,0 1 0 0 0,0-1 1 0 0,1 0-1 0 0,-1 0 0 0 0,1 1 0 0 0,-1-1 1 0 0,1 0-1 0 0,-1 0 0 0 0,1 0 0 0 0,0 0 1 0 0,0 0-1 0 0,-1 0 0 0 0,1 0 0 0 0,0 0 0 0 0,0 0 1 0 0,0 0-1 0 0,0 0 0 0 0,1 0 0 0 0,3 2-29 0 0,-1 0 0 0 0,0 0 0 0 0,1-1-1 0 0,-1 0 1 0 0,1 0 0 0 0,0 0-1 0 0,0 0 1 0 0,0-1 0 0 0,0 0 0 0 0,0 0-1 0 0,0 0 1 0 0,0-1 0 0 0,0 1 0 0 0,7-2-1 0 0,13 0 53 0 0,39-7 0 0 0,-51 6 50 0 0,466-38 2819 0 0,2 37-1296 0 0,212-10-1133 0 0,-146-20-165 0 0,-1 32 952 0 0,-124 24-50 0 0,197 7 197 0 0,-432-30-905 0 0,249-32 0 0 0,-370 22-313 0 0,-38 5-199 0 0,1 1 1 0 0,-1 1-1 0 0,1 1 0 0 0,0 1 0 0 0,33 5 1 0 0,-62-4-29 0 0,1 0 0 0 0,-1-1 0 0 0,1 1 0 0 0,-1 0 0 0 0,0 0 0 0 0,1 0 0 0 0,-1 0 0 0 0,1 0 0 0 0,-1 0 0 0 0,1 0 0 0 0,-1 0 0 0 0,1 0 0 0 0,-1 1 0 0 0,0-1 0 0 0,1 0 0 0 0,-1 0 0 0 0,1 0 0 0 0,-1 0 0 0 0,1 1 0 0 0,-1-1 0 0 0,0 0 0 0 0,1 0 0 0 0,-1 1 0 0 0,0-1 0 0 0,1 0 0 0 0,-1 1 0 0 0,0-1 0 0 0,1 0 0 0 0,-1 1 0 0 0,0-1 0 0 0,0 0 0 0 0,1 1 0 0 0,-1-1 0 0 0,0 1 0 0 0,0-1 0 0 0,0 0 0 0 0,0 1 0 0 0,0-1 0 0 0,1 1 0 0 0,-1-1 0 0 0,0 1 0 0 0,0-1 0 0 0,0 1 0 0 0,0-1 0 0 0,0 0 0 0 0,0 1 0 0 0,0-1 0 0 0,-1 1 0 0 0,1-1 0 0 0,0 1 0 0 0,0-1 0 0 0,0 0 0 0 0,0 1 0 0 0,0-1 0 0 0,-1 1 0 0 0,1-1 0 0 0,0 0 0 0 0,0 1 0 0 0,-1-1 0 0 0,1 1 0 0 0,0-1 0 0 0,-1 0 0 0 0,1 0 0 0 0,0 1 0 0 0,-1-1 0 0 0,1 0 0 0 0,0 0 0 0 0,-1 1 0 0 0,-2 1-952 0 0,0 1 0 0 0,0-1 1 0 0,0 0-1 0 0,-1 0 0 0 0,1 0 1 0 0,-8 2-1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4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1840 0 0,'3'0'160'0'0,"-2"0"-160"0"0,0 0 0 0 0,1 0-192 0 0,-1 1-80 0 0,0-1-16 0 0,2 0 0 0 0,1 2 160 0 0,-2-1 32 0 0,-1-1 368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5.8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5067 1 3681 0 0,'0'0'0'0'0,"0"-1"0"0"0,1 1 1 0 0,-1 0-1 0 0,0 0 1 0 0,0 0-1 0 0,0 0 0 0 0,1 0 1 0 0,-1 0-1 0 0,0 0 0 0 0,0 0 1 0 0,1 0-1 0 0,-1 1 0 0 0,0-1 1 0 0,0 0-1 0 0,1 0 0 0 0,-1 0 1 0 0,0 0-1 0 0,0 0 0 0 0,0 0 1 0 0,1 0-1 0 0,-1 1 1 0 0,0-1-1 0 0,0 0 0 0 0,0 0 1 0 0,1 0-1 0 0,-1 0 0 0 0,0 1 1 0 0,0-1-1 0 0,0 0 0 0 0,0 0 1 0 0,0 0-1 0 0,1 1 0 0 0,-1-1 1 0 0,0 0-1 0 0,0 0 0 0 0,0 1 1 0 0,0-1-1 0 0,0 0 1 0 0,-5 11-75 0 0,4-10 62 0 0,0 1 0 0 0,-1-1 1 0 0,1 1-1 0 0,-1-1 0 0 0,1 1 1 0 0,-1-1-1 0 0,1 0 0 0 0,-1 0 1 0 0,0 0-1 0 0,0 0 0 0 0,-2 1 1 0 0,-8-1 494 0 0,12-4 540 0 0,3-6-6 0 0,1 11-90 0 0,2 0-343 0 0,-1 1 0 0 0,0 1 1 0 0,-1-1-1 0 0,1 1 0 0 0,-1 0 1 0 0,1 0-1 0 0,-1 0 0 0 0,0 0 1 0 0,-1 1-1 0 0,1 0 0 0 0,-1 0 1 0 0,0 0-1 0 0,3 6 0 0 0,-1-1-100 0 0,0 1 0 0 0,-1 0 0 0 0,-1 0 0 0 0,1 0-1 0 0,2 22 1 0 0,-3-17-135 0 0,0-1 0 0 0,9 24-1 0 0,0-10-41 0 0,0-5-47 0 0,-2 0 0 0 0,-1 1 0 0 0,-1 1 0 0 0,-1 0 0 0 0,-1 0 0 0 0,3 35 0 0 0,-10 229 355 0 0,-2-34-335 0 0,22 21-3 0 0,86 436 1 0 0,-95-648-211 0 0,-2-1-1 0 0,-1 76 1 0 0,-15 130 85 0 0,7-243-152 0 0,1-1 0 0 0,2 1 0 0 0,0-1 0 0 0,2 0 0 0 0,1 0 0 0 0,1 0 0 0 0,1 0 0 0 0,18 41 0 0 0,-22-59 30 0 0,-1-1 0 0 0,0 1 1 0 0,-1 0-1 0 0,0 0 0 0 0,0 0 0 0 0,0 0 1 0 0,-1-1-1 0 0,0 1 0 0 0,-1 0 0 0 0,0 0 1 0 0,0 0-1 0 0,-1 0 0 0 0,0 0 0 0 0,-5 13 1 0 0,0 6 15 0 0,6-23-47 0 0,0-1-1 0 0,1 1 1 0 0,0 0 0 0 0,0-1-1 0 0,0 1 1 0 0,0-1 0 0 0,1 1-1 0 0,-1 0 1 0 0,1-1 0 0 0,0 1-1 0 0,0-1 1 0 0,0 0 0 0 0,0 1-1 0 0,1-1 1 0 0,-1 0 0 0 0,4 5-1 0 0,8 21-11 0 0,-13-29 13 0 0,1 0 0 0 0,-1 0 0 0 0,0 1 0 0 0,0-1 0 0 0,0 0 0 0 0,0 0 0 0 0,0 1 0 0 0,0-1 0 0 0,0 0 0 0 0,0 0 0 0 0,0 1 0 0 0,0-1 0 0 0,0 0 0 0 0,0 0 0 0 0,0 1 0 0 0,0-1 0 0 0,0 0 0 0 0,0 0 0 0 0,0 1 0 0 0,0-1 0 0 0,0 0 0 0 0,0 0 0 0 0,0 0 0 0 0,0 1 0 0 0,0-1 0 0 0,0 0 0 0 0,0 0 0 0 0,-1 1 0 0 0,1-1 0 0 0,0 0 0 0 0,0 0 0 0 0,0 0 0 0 0,0 0 0 0 0,-1 1 0 0 0,1-1 0 0 0,0 0 0 0 0,0 0 0 0 0,0 0 0 0 0,-1 0 0 0 0,1 0 0 0 0,0 1 0 0 0,0-1 0 0 0,0 0 0 0 0,-1 0 0 0 0,1 0 0 0 0,0 0 0 0 0,0 0 0 0 0,-1 0 0 0 0,1 0 0 0 0,0 0 0 0 0,0 0 0 0 0,-1 0 0 0 0,1 0 0 0 0,0 0 0 0 0,0 0 0 0 0,-1 0 0 0 0,1 0 0 0 0,-66 12-80 0 0,-1-3 0 0 0,-112 2 0 0 0,-236 5-56 0 0,205-12 106 0 0,-85 5-20 0 0,40-6 55 0 0,37-1-30 0 0,-60 0-255 0 0,-28 0 117 0 0,84 3-16 0 0,-33 1 5 0 0,-504 20-306 0 0,415-16 488 0 0,-51 2-451 0 0,57-6 93 0 0,154-7 604 0 0,18-2-146 0 0,-191-2 1749 0 0,348 4-1875 0 0,-10 1 108 0 0,9 0-87 0 0,1 0 1 0 0,-1-1-1 0 0,0 1 1 0 0,1-2 0 0 0,0 0-1 0 0,-15-4 1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5.2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1203 13 3041 0 0,'6'-9'4105'0'0,"-6"8"-3864"0"0,1 1 1 0 0,0 0-1 0 0,-1-1 1 0 0,1 1-1 0 0,-1 0 1 0 0,1 0-1 0 0,0-1 1 0 0,-1 1-1 0 0,1 0 1 0 0,0 0-1 0 0,0 0 1 0 0,17 11 4974 0 0,-4-2-6168 0 0,-6-2 993 0 0,0 0 0 0 0,0 0-1 0 0,0 1 1 0 0,-1 0 0 0 0,0 1-1 0 0,0 0 1 0 0,-1 0 0 0 0,0 0-1 0 0,-1 0 1 0 0,0 1 0 0 0,0 0-1 0 0,-1 0 1 0 0,-1 0 0 0 0,1 1-1 0 0,2 17 1 0 0,0 11 257 0 0,-1 0 1 0 0,0 79-1 0 0,-6-98-181 0 0,0 0 1 0 0,-2 0-1 0 0,0 0 0 0 0,-1 0 1 0 0,-1 0-1 0 0,-1-1 1 0 0,0 1-1 0 0,-2-1 0 0 0,0-1 1 0 0,-1 0-1 0 0,-1 0 0 0 0,-1-1 1 0 0,-15 19-1 0 0,9-14 112 0 0,-2-2 0 0 0,0 0 0 0 0,-1-1 1 0 0,-2-1-1 0 0,1-1 0 0 0,-2-1 0 0 0,0-1 0 0 0,-1-1 0 0 0,-30 13 0 0 0,-15 2 109 0 0,-3-3 0 0 0,-139 32 1 0 0,-156-2 1267 0 0,76-14-525 0 0,291-42-1166 0 0,-1 0-1 0 0,1 1 0 0 0,0-1 0 0 0,0 0 0 0 0,-1 0 1 0 0,1 0-1 0 0,0 0 0 0 0,-1 0 0 0 0,1 0 1 0 0,0 0-1 0 0,-1 0 0 0 0,1 0 0 0 0,0 0 0 0 0,0 0 1 0 0,-1 0-1 0 0,1 0 0 0 0,0-1 0 0 0,-1 1 0 0 0,1 0 1 0 0,0 0-1 0 0,0 0 0 0 0,-1 0 0 0 0,1 0 1 0 0,0 0-1 0 0,0-1 0 0 0,-1 1 0 0 0,1 0 0 0 0,0 0 1 0 0,0 0-1 0 0,-1-1 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6.5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52 5065 0 0,'4'-20'1961'0'0,"-3"19"-1664"0"0,-1-1-1 0 0,1 1 1 0 0,-1 0 0 0 0,1 0 0 0 0,-1-1 0 0 0,0 1-1 0 0,0 0 1 0 0,0-1 0 0 0,1 1 0 0 0,-1 0 0 0 0,-1-1-1 0 0,1 1 1 0 0,0 0 0 0 0,0-1 0 0 0,0 1 0 0 0,-1 0 0 0 0,1-1-1 0 0,-1 1 1 0 0,1 0 0 0 0,-2-3 0 0 0,2 4-244 0 0,0 0 1 0 0,0 0-1 0 0,0 0 0 0 0,0 0 1 0 0,0 0-1 0 0,-1-1 1 0 0,1 1-1 0 0,0 0 0 0 0,0 0 1 0 0,0 0-1 0 0,0 0 1 0 0,0 0-1 0 0,-1 0 0 0 0,1 0 1 0 0,0 0-1 0 0,0 0 1 0 0,0 0-1 0 0,0 0 0 0 0,-1-1 1 0 0,1 1-1 0 0,0 0 1 0 0,0 0-1 0 0,0 0 1 0 0,-1 0-1 0 0,1 0 0 0 0,0 1 1 0 0,0-1-1 0 0,0 0 1 0 0,0 0-1 0 0,-1 0 0 0 0,1 0 1 0 0,0 0-1 0 0,0 0 1 0 0,0 0-1 0 0,0 0 0 0 0,0 0 1 0 0,-1 0-1 0 0,1 0 1 0 0,0 0-1 0 0,0 1 0 0 0,0-1 1 0 0,0 0-1 0 0,-1 0 1 0 0,-6 11 907 0 0,-4 10-369 0 0,0 14-442 0 0,1 0-1 0 0,1 1 1 0 0,2 1-1 0 0,2-1 1 0 0,1 1-1 0 0,2-1 1 0 0,2 1-1 0 0,1 0 1 0 0,1 0-1 0 0,3 0 1 0 0,15 61-1 0 0,-10-60-126 0 0,1-1 0 0 0,3-1 0 0 0,1 0 0 0 0,29 51 0 0 0,-29-64-7 0 0,0-1 0 0 0,1-1 1 0 0,1-1-1 0 0,1 0 0 0 0,0-1 1 0 0,2-1-1 0 0,32 24 0 0 0,-27-26 3 0 0,1-1 1 0 0,1-1-1 0 0,0-1 0 0 0,0-2 0 0 0,1 0 0 0 0,1-2 0 0 0,-1-1 0 0 0,1-1 0 0 0,1-2 0 0 0,43 3 0 0 0,27-5 159 0 0,179-17 0 0 0,-123 2 19 0 0,64 10-62 0 0,-47 2 133 0 0,-168 0-323 0 0,67-5 744 0 0,-67 4-844 0 0,0 0-1 0 0,0 0 1 0 0,0 0 0 0 0,0-1 0 0 0,0 0-1 0 0,0 0 1 0 0,-1 0 0 0 0,1 0-1 0 0,-1-1 1 0 0,0 0 0 0 0,7-5-1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1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 50 3225 0 0,'-5'-4'844'0'0,"1"0"0"0"0,0 0 0 0 0,-1-1 0 0 0,1 1 1 0 0,-5-9-1 0 0,-1-3 3733 0 0,20 51 1292 0 0,-9 6-3735 0 0,-11 49-2770 0 0,4-47 1164 0 0,3-22-515 0 0,2-1 0 0 0,0 1 0 0 0,1 0 1 0 0,2-1-1 0 0,0 1 0 0 0,1-1 0 0 0,6 24 0 0 0,-3-26-1568 0 0,1 1 0 0 0,11 21 0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5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24 5065 0 0,'-1'0'143'0'0,"0"0"1"0"0,1 0-1 0 0,-1 0 0 0 0,0 0 0 0 0,0 0 1 0 0,0 0-1 0 0,0 0 0 0 0,0 0 0 0 0,0 0 1 0 0,1 0-1 0 0,-1 0 0 0 0,0 0 0 0 0,0 1 1 0 0,0-1-1 0 0,0 0 0 0 0,1 1 0 0 0,-1-1 1 0 0,0 1-1 0 0,0-1 0 0 0,1 1 0 0 0,-1-1 1 0 0,0 1-1 0 0,1-1 0 0 0,-1 1 1 0 0,1 0-1 0 0,-1-1 0 0 0,0 1 0 0 0,1 0 1 0 0,0 0-1 0 0,-1 0 0 0 0,1 0 28 0 0,0 0-1 0 0,1 1 1 0 0,-1-1-1 0 0,0 0 1 0 0,1 0 0 0 0,-1 0-1 0 0,1 0 1 0 0,-1 0-1 0 0,1 0 1 0 0,0 0 0 0 0,-1-1-1 0 0,1 1 1 0 0,0 0-1 0 0,0 0 1 0 0,0 0 0 0 0,-1-1-1 0 0,1 1 1 0 0,0 0-1 0 0,0-1 1 0 0,0 1 0 0 0,0-1-1 0 0,0 1 1 0 0,0-1-1 0 0,2 1 1 0 0,31 18 684 0 0,-2 1 0 0 0,0 2 0 0 0,-1 1 0 0 0,45 45 0 0 0,-14-14-181 0 0,-31-25-486 0 0,-13-12 227 0 0,28 21-1 0 0,-41-35-289 0 0,-1 1-1 0 0,1-1 1 0 0,0-1-1 0 0,0 1 1 0 0,0-1-1 0 0,0 0 1 0 0,0 0-1 0 0,1 0 1 0 0,-1-1-1 0 0,0 0 1 0 0,11 1-1 0 0,-13-2-75 0 0,-1 0 0 0 0,1-1 0 0 0,-1 0 0 0 0,1 1 0 0 0,0-1 0 0 0,-1 0 0 0 0,0 0 0 0 0,1 0 0 0 0,-1 0 0 0 0,0-1-1 0 0,0 1 1 0 0,1-1 0 0 0,-1 1 0 0 0,0-1 0 0 0,0 0 0 0 0,-1 0 0 0 0,1 0 0 0 0,0 0 0 0 0,-1 0 0 0 0,1 0 0 0 0,-1 0 0 0 0,0-1 0 0 0,1 1 0 0 0,-1 0 0 0 0,0-1-1 0 0,0 1 1 0 0,0-4 0 0 0,3-8 19 0 0,0-1 0 0 0,-1 0 0 0 0,2-21 0 0 0,-4 30-24 0 0,3-92 103 0 0,-3 25-2078 0 0,5 24-3985 0 0,-2 30-635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8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66 10594 0 0,'29'-10'2321'0'0,"0"2"0"0"0,48-8 0 0 0,11-3-1850 0 0,-75 18-2320 0 0,-11 1 1700 0 0,0 0-1 0 0,0 0 1 0 0,0 0 0 0 0,0 0 0 0 0,0 0 0 0 0,0 0 0 0 0,0-1 0 0 0,0 1 0 0 0,0-1-1 0 0,-1 1 1 0 0,1-1 0 0 0,0 0 0 0 0,2-1 0 0 0,-2-4 69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8.0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9674 0 0,'-1'7'668'0'0,"0"-1"0"0"0,0 1 1 0 0,1-1-1 0 0,0 1 0 0 0,0-1 0 0 0,1 1 0 0 0,0-1 1 0 0,0 1-1 0 0,0-1 0 0 0,4 10 0 0 0,1 17 1723 0 0,7 117-969 0 0,-6-45-3904 0 0,7-3-4016 0 0,-6-65 3747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8.7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3 3225 0 0,'-7'-3'14634'0'0,"2"21"-11699"0"0,0 25-3231 0 0,-6 121 769 0 0,-4 99-4120 0 0,15-254 3219 0 0,-1-1-260 0 0,1 0 1 0 0,0 0-1 0 0,0 1 0 0 0,0-1 0 0 0,1 0 0 0 0,1 0 0 0 0,-1 0 1 0 0,1-1-1 0 0,1 1 0 0 0,4 12 0 0 0,-3-14-816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1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12 262 8754 0 0,'-12'-13'1074'0'0,"14"4"1441"0"0,-1 8-2398 0 0,0 1 0 0 0,0-1 0 0 0,0 1 1 0 0,0 0-1 0 0,0-1 0 0 0,1 1 0 0 0,-1 0 0 0 0,0 0 0 0 0,0 0 0 0 0,0 0 0 0 0,0 0 0 0 0,1 0 1 0 0,-1 0-1 0 0,0 1 0 0 0,0-1 0 0 0,0 0 0 0 0,0 1 0 0 0,0-1 0 0 0,0 1 0 0 0,0-1 1 0 0,0 1-1 0 0,0-1 0 0 0,2 2 0 0 0,17 13 270 0 0,0 0 1 0 0,-2 2-1 0 0,0 0 1 0 0,-1 1-1 0 0,0 1 1 0 0,18 27-1 0 0,43 46 112 0 0,-72-85-523 0 0,1-1 0 0 0,0 0 0 0 0,1 0 0 0 0,-1 0 0 0 0,1-1 0 0 0,0 0 0 0 0,12 5 0 0 0,-18-9 59 0 0,0 0 1 0 0,0-1-1 0 0,0 1 1 0 0,0-1-1 0 0,0 1 0 0 0,0-1 1 0 0,0 0-1 0 0,0 0 1 0 0,0 0-1 0 0,0 0 0 0 0,0 0 1 0 0,1-1-1 0 0,-1 1 1 0 0,0 0-1 0 0,0-1 1 0 0,0 0-1 0 0,0 1 0 0 0,-1-1 1 0 0,1 0-1 0 0,0 0 1 0 0,0 0-1 0 0,0 0 0 0 0,-1 0 1 0 0,1-1-1 0 0,0 1 1 0 0,-1 0-1 0 0,1-1 1 0 0,-1 1-1 0 0,0-1 0 0 0,1 0 1 0 0,-1 1-1 0 0,0-1 1 0 0,0 0-1 0 0,0 0 0 0 0,0 0 1 0 0,-1 0-1 0 0,1 1 1 0 0,0-1-1 0 0,0-4 1 0 0,4-10 259 0 0,-1 0 1 0 0,-1 0 0 0 0,0-1 0 0 0,-1 1 0 0 0,0-23 0 0 0,-6-84 581 0 0,3 107-722 0 0,-4-37-142 0 0,-20-84 0 0 0,25 136-72 0 0,-4-24-631 0 0,3 24 469 0 0,1 0 0 0 0,0 0 0 0 0,0 0 0 0 0,0 0 0 0 0,0 0 0 0 0,0 0 0 0 0,0 0 0 0 0,1 0 0 0 0,-1 0 1 0 0,0 0-1 0 0,0 0 0 0 0,1 0 0 0 0,-1 0 0 0 0,0 0 0 0 0,1 0 0 0 0,-1 1 0 0 0,1-1 0 0 0,-1 0 0 0 0,1 0 0 0 0,0 0 0 0 0,0 0 0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4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48 10594 0 0,'0'0'37'0'0,"0"0"-1"0"0,-1 0 0 0 0,1 0 1 0 0,0 0-1 0 0,0 0 0 0 0,-1 0 1 0 0,1 0-1 0 0,0 0 0 0 0,0 0 1 0 0,-1 0-1 0 0,1 0 0 0 0,0 0 1 0 0,-1 0-1 0 0,1-1 0 0 0,0 1 0 0 0,0 0 1 0 0,-1 0-1 0 0,1 0 0 0 0,0 0 1 0 0,0 0-1 0 0,0-1 0 0 0,-1 1 1 0 0,1 0-1 0 0,0 0 0 0 0,0 0 1 0 0,0 0-1 0 0,-1-1 0 0 0,1 1 1 0 0,0 0-1 0 0,0 0 0 0 0,0-1 1 0 0,0 1-1 0 0,0 0 0 0 0,0 0 1 0 0,0-1-1 0 0,0 1 0 0 0,-1 0 1 0 0,1 0-1 0 0,0-1 0 0 0,0 1 1 0 0,0 0-1 0 0,0-1 0 0 0,0 1 1 0 0,0 0-1 0 0,0 0 0 0 0,0-1 1 0 0,1 1-1 0 0,-1 0 0 0 0,0 0 1 0 0,0-1-1 0 0,0 1 0 0 0,0 0 1 0 0,0 0-1 0 0,1-1 0 0 0,18-12 1659 0 0,29-7 478 0 0,-34 18-2318 0 0,0 1 1 0 0,0 0 0 0 0,1 0 0 0 0,-1 2 0 0 0,0 0 0 0 0,19 3 0 0 0,-21-2-1303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7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12899 0 0,'3'1'584'0'0,"-1"1"0"0"0,1 0 0 0 0,-1 0 0 0 0,1 1 0 0 0,-1-1 0 0 0,0 0 0 0 0,1 1 1 0 0,-1-1-1 0 0,0 1 0 0 0,-1 0 0 0 0,1-1 0 0 0,2 6 0 0 0,0 1-35 0 0,0 2-1 0 0,0-1 1 0 0,3 17-1 0 0,-1 5-693 0 0,2 59 1 0 0,-6-61-1501 0 0,1 1-5808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7834 0 0,'12'26'9958'0'0,"9"69"-7723"0"0,-7 114-166 0 0,-3-16-2553 0 0,-7-164-1399 0 0,2-1 0 0 0,12 40 0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5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0 189 6913 0 0,'1'-5'183'0'0,"0"-1"0"0"0,0 1 0 0 0,1 0 0 0 0,-1-1 0 0 0,1 1 0 0 0,0 0-1 0 0,1 0 1 0 0,-1 0 0 0 0,1 1 0 0 0,0-1 0 0 0,0 0 0 0 0,0 1-1 0 0,1 0 1 0 0,7-7 0 0 0,-1 1 580 0 0,1 0-1 0 0,1 0 1 0 0,-1 2 0 0 0,19-11 0 0 0,-13 10-86 0 0,-1 0 0 0 0,2 2 0 0 0,-1 0 0 0 0,24-5 0 0 0,-32 10-419 0 0,0 0 1 0 0,0 1 0 0 0,0 0-1 0 0,0 0 1 0 0,1 1 0 0 0,-1 0-1 0 0,0 0 1 0 0,1 1 0 0 0,-1 1 0 0 0,14 3-1 0 0,-21-4-221 0 0,0-1 0 0 0,0 1-1 0 0,0 0 1 0 0,1 0 0 0 0,-1 0 0 0 0,0 0-1 0 0,-1 0 1 0 0,1 0 0 0 0,0 1-1 0 0,0-1 1 0 0,0 1 0 0 0,-1-1 0 0 0,1 1-1 0 0,-1-1 1 0 0,1 1 0 0 0,-1 0 0 0 0,0 0-1 0 0,0 0 1 0 0,0 0 0 0 0,0 0-1 0 0,1 3 1 0 0,-1-2 2 0 0,-1 0 0 0 0,1 1 1 0 0,-1-1-1 0 0,0 0 0 0 0,0 1 0 0 0,-1-1 0 0 0,1 0 0 0 0,-1 1 0 0 0,1-1 0 0 0,-1 0 1 0 0,0 0-1 0 0,0 0 0 0 0,-2 3 0 0 0,-3 7 100 0 0,-1-1-1 0 0,0 0 1 0 0,-1-1-1 0 0,0 0 1 0 0,-17 17-1 0 0,8-11 5 0 0,0-1 0 0 0,-1-1 0 0 0,0-1 0 0 0,-31 18 0 0 0,37-25-495 0 0,-1 0 0 0 0,0-1 0 0 0,0-1 1 0 0,0-1-1 0 0,-1 1 0 0 0,0-2 1 0 0,0 0-1 0 0,-24 2 0 0 0,24-5-1248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9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39 8754 0 0,'19'-8'4690'0'0,"17"-6"-2643"0"0,-19 9-1883 0 0,-1 2-1 0 0,1 0 0 0 0,0 0 0 0 0,1 2 0 0 0,-1 0 0 0 0,0 1 1 0 0,0 1-1 0 0,0 0 0 0 0,0 1 0 0 0,20 6 0 0 0,-15-2-216 0 0,-1-3 40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4.1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6 9674 0 0,'0'0'26'0'0,"0"-1"-1"0"0,0 1 0 0 0,0 0 1 0 0,0 0-1 0 0,0 0 1 0 0,0-1-1 0 0,0 1 1 0 0,0 0-1 0 0,0 0 1 0 0,0 0-1 0 0,0 0 1 0 0,0-1-1 0 0,0 1 1 0 0,0 0-1 0 0,0 0 1 0 0,0 0-1 0 0,-1-1 1 0 0,1 1-1 0 0,0 0 0 0 0,0 0 1 0 0,0 0-1 0 0,0 0 1 0 0,0 0-1 0 0,0-1 1 0 0,-1 1-1 0 0,1 0 1 0 0,0 0-1 0 0,0 0 1 0 0,0 0-1 0 0,0 0 1 0 0,-1 0-1 0 0,1 0 1 0 0,0 0-1 0 0,0 0 1 0 0,0 0-1 0 0,0 0 0 0 0,-1 0 1 0 0,1-1-1 0 0,0 1 1 0 0,0 0-1 0 0,0 0 1 0 0,-1 0-1 0 0,1 1 1 0 0,0-1-1 0 0,0 0 1 0 0,0 0-1 0 0,0 0 1 0 0,-1 0-1 0 0,1 0 1 0 0,0 0-1 0 0,0 0 1 0 0,0 0-1 0 0,0 0 0 0 0,-1 0 1 0 0,1 0-1 0 0,0 0 1 0 0,0 1-1 0 0,0-1 1 0 0,0 0-1 0 0,0 0 1 0 0,-1 0-1 0 0,1 0 1 0 0,-1 19 2942 0 0,9 28 1173 0 0,15 37-4132 0 0,20 68 30 0 0,-33-125-33 0 0,0-1 0 0 0,2 0 0 0 0,22 36 0 0 0,-32-58 5 0 0,1 1 0 0 0,0-2-1 0 0,0 1 1 0 0,0 0 0 0 0,1-1 0 0 0,-1 1 0 0 0,1-1-1 0 0,0 0 1 0 0,4 2 0 0 0,-7-4-8 0 0,0 0 0 0 0,0-1 0 0 0,0 0 0 0 0,0 1 0 0 0,0-1 0 0 0,0 0 0 0 0,1 0 1 0 0,-1 1-1 0 0,0-1 0 0 0,0 0 0 0 0,0 0 0 0 0,0 0 0 0 0,0 0 0 0 0,1-1 0 0 0,-1 1 0 0 0,0 0 0 0 0,0 0 0 0 0,0-1 0 0 0,0 1 0 0 0,0 0 0 0 0,0-1 1 0 0,0 1-1 0 0,0-1 0 0 0,0 0 0 0 0,0 1 0 0 0,0-1 0 0 0,0 0 0 0 0,0 1 0 0 0,-1-1 0 0 0,1 0 0 0 0,0 0 0 0 0,0 0 0 0 0,-1 0 0 0 0,1 0 0 0 0,0 0 0 0 0,-1 0 1 0 0,1 0-1 0 0,-1 0 0 0 0,0 0 0 0 0,1 0 0 0 0,-1 0 0 0 0,1-2 0 0 0,2-8 110 0 0,1 0 1 0 0,-1 0-1 0 0,-1 0 1 0 0,0 0-1 0 0,-1 0 1 0 0,0 0-1 0 0,0-1 0 0 0,-1 1 1 0 0,-3-20-1 0 0,2 23-55 0 0,0 1 1 0 0,-1-1-1 0 0,0 0 0 0 0,0 1 0 0 0,0 0 0 0 0,-1 0 0 0 0,0 0 0 0 0,-1 0 0 0 0,0 0 1 0 0,0 0-1 0 0,0 1 0 0 0,-1 0 0 0 0,0 0 0 0 0,0 0 0 0 0,-7-5 0 0 0,11 10-216 0 0,0-1 0 0 0,-1 1 0 0 0,1 1 0 0 0,-1-1 0 0 0,0 0 0 0 0,1 0 0 0 0,-1 1 0 0 0,1-1-1 0 0,-1 1 1 0 0,0-1 0 0 0,0 1 0 0 0,1-1 0 0 0,-1 1 0 0 0,0 0 0 0 0,0 0 0 0 0,1 0 0 0 0,-4 1-1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4.5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191 53 7058 0 0,'14'-13'3204'0'0,"-13"11"-2656"0"0,0 1 0 0 0,0 0 0 0 0,0-1 1 0 0,0 1-1 0 0,1-4 0 0 0,-2 4-331 0 0,-1 0 0 0 0,1 0 0 0 0,0 0 0 0 0,0 0 0 0 0,-1 1 0 0 0,1-1 0 0 0,-1 0 0 0 0,1 0 0 0 0,-1 0 0 0 0,1 0 0 0 0,-1 0 0 0 0,0 1 0 0 0,1-1 0 0 0,-1 0 0 0 0,0 0 0 0 0,1 1 0 0 0,-1-1 0 0 0,0 1 0 0 0,0-1 0 0 0,0 0 0 0 0,0 1 0 0 0,0 0 0 0 0,0-1 0 0 0,-1 0 0 0 0,-1 0-171 0 0,1 0-1 0 0,-1-1 1 0 0,0 1 0 0 0,0 0 0 0 0,1 1-1 0 0,-1-1 1 0 0,0 0 0 0 0,0 1 0 0 0,0 0-1 0 0,0-1 1 0 0,0 1 0 0 0,0 0-1 0 0,0 1 1 0 0,1-1 0 0 0,-1 0 0 0 0,0 1-1 0 0,-3 1 1 0 0,1 0 105 0 0,0 0 0 0 0,0 0 0 0 0,0 1 1 0 0,0 0-1 0 0,0 0 0 0 0,0 0 0 0 0,1 0 0 0 0,-6 6 1 0 0,-1 3 154 0 0,0 0 0 0 0,1 0 0 0 0,1 1 0 0 0,0 0 1 0 0,-10 20-1 0 0,15-24-378 0 0,0 0 0 0 0,1 1 0 0 0,0-1 0 0 0,0 1 0 0 0,1 0 1 0 0,0-1-1 0 0,1 1 0 0 0,0 0 0 0 0,1 0 0 0 0,1 11 0 0 0,-1-18 48 0 0,0-1 0 0 0,0 1 0 0 0,0 0 0 0 0,1 0 0 0 0,-1 0 0 0 0,1-1 0 0 0,0 1 0 0 0,0 0 0 0 0,0-1 0 0 0,0 1 0 0 0,0 0 0 0 0,1-1 0 0 0,-1 0 0 0 0,1 1 1 0 0,0-1-1 0 0,-1 0 0 0 0,1 0 0 0 0,0 0 0 0 0,0 0 0 0 0,1 0 0 0 0,-1 0 0 0 0,0 0 0 0 0,1-1 0 0 0,-1 1 0 0 0,1-1 0 0 0,-1 0 0 0 0,1 0 0 0 0,-1 0 0 0 0,1 0 0 0 0,0 0 0 0 0,0 0 0 0 0,-1-1 0 0 0,1 1 0 0 0,0-1 0 0 0,0 0 0 0 0,0 0 0 0 0,0 0 0 0 0,-1 0 0 0 0,5-1 0 0 0,-1-1-213 0 0,0 1 0 0 0,0-1-1 0 0,0 0 1 0 0,-1-1 0 0 0,1 1-1 0 0,-1-1 1 0 0,1 0 0 0 0,-1-1 0 0 0,0 1-1 0 0,0-1 1 0 0,-1 0 0 0 0,6-6-1 0 0,3-1-706 0 0,0 1 73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5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0 279 6913 0 0,'32'-10'7434'0'0,"-26"6"-7034"0"0,0-2-1 0 0,0 1 1 0 0,0-1-1 0 0,-1 1 1 0 0,0-2 0 0 0,0 1-1 0 0,-1 0 1 0 0,0-1-1 0 0,0 0 1 0 0,0 0 0 0 0,-1 0-1 0 0,0-1 1 0 0,4-14-1 0 0,-4 11-453 0 0,0-1-1 0 0,-1 0 1 0 0,0 0-1 0 0,-1 0 1 0 0,0 0-1 0 0,-1 0 1 0 0,0 0-1 0 0,-3-19 1 0 0,2 29-186 0 0,1-1 0 0 0,-1 1 0 0 0,0-1 0 0 0,1 1 0 0 0,-1-1 0 0 0,0 1-1 0 0,0 0 1 0 0,-1-1 0 0 0,1 1 0 0 0,0 0 0 0 0,-1 0 0 0 0,1 0 0 0 0,-1 0 0 0 0,-2-3 0 0 0,-2 2-871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5.5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243 331 10138 0 0,'-2'-3'254'0'0,"1"0"-1"0"0,-1 0 1 0 0,0 0-1 0 0,0 0 1 0 0,0 0-1 0 0,0 0 1 0 0,-1 1-1 0 0,1-1 1 0 0,-1 1-1 0 0,0 0 1 0 0,1-1-1 0 0,-1 1 1 0 0,0 0 0 0 0,0 1-1 0 0,-1-1 1 0 0,1 0-1 0 0,0 1 1 0 0,0 0-1 0 0,-1 0 1 0 0,1 0-1 0 0,-1 0 1 0 0,1 0-1 0 0,-1 1 1 0 0,1-1-1 0 0,-1 1 1 0 0,1 0-1 0 0,-1 0 1 0 0,-5 1-1 0 0,1 0-105 0 0,1 1 0 0 0,-1-1 0 0 0,1 1-1 0 0,0 0 1 0 0,0 1 0 0 0,0 0-1 0 0,0 0 1 0 0,0 0 0 0 0,0 1-1 0 0,1 0 1 0 0,0 0 0 0 0,0 1 0 0 0,0 0-1 0 0,0 0 1 0 0,1 0 0 0 0,0 1-1 0 0,-8 9 1 0 0,10-11-164 0 0,0 0 0 0 0,0 0 0 0 0,0 1 0 0 0,1-1 0 0 0,0 1 0 0 0,-1-1 0 0 0,1 1 0 0 0,1 0 0 0 0,-1 0 0 0 0,1 0 0 0 0,0 0 0 0 0,0 0 0 0 0,0 0 0 0 0,1 0 0 0 0,0 0 0 0 0,0 1 0 0 0,0-1 0 0 0,1 0-1 0 0,-1 0 1 0 0,1 0 0 0 0,0 0 0 0 0,1 0 0 0 0,-1 0 0 0 0,1 0 0 0 0,0 0 0 0 0,4 7 0 0 0,-4-9-1 0 0,0-1-1 0 0,0 1 1 0 0,1 0-1 0 0,-1 0 1 0 0,0-1-1 0 0,1 1 1 0 0,0-1-1 0 0,-1 0 1 0 0,1 0-1 0 0,0 0 1 0 0,0 0-1 0 0,0 0 0 0 0,1-1 1 0 0,-1 1-1 0 0,0-1 1 0 0,1 0-1 0 0,-1 0 1 0 0,4 1-1 0 0,-1-2-80 0 0,0 0 0 0 0,0 0 0 0 0,-1 0 0 0 0,1 0 0 0 0,0-1 0 0 0,-1 0 0 0 0,1 0 0 0 0,-1-1-1 0 0,1 0 1 0 0,6-3 0 0 0,3-2-410 0 0,0-1 0 0 0,-1 0-1 0 0,-1-1 1 0 0,1-1 0 0 0,-1 0-1 0 0,22-23 1 0 0,-27 23 290 0 0,1 0 0 0 0,-1 0 1 0 0,-1 0-1 0 0,0-1 0 0 0,0-1 0 0 0,-1 1 1 0 0,9-24-1 0 0,-12 23 396 0 0,0 0 0 0 0,-1 0 0 0 0,0-1 0 0 0,0 1 0 0 0,-2-1 0 0 0,1 1 0 0 0,-2-1 0 0 0,1 1 0 0 0,-2-1 0 0 0,0 1 0 0 0,0-1 1 0 0,-1 1-1 0 0,-5-12 0 0 0,-4-16 824 0 0,6 20-52 0 0,0 1 1 0 0,-15-32 0 0 0,21 50-903 0 0,0 0 0 0 0,-1 1 0 0 0,1-1 0 0 0,0 1 0 0 0,0-1 0 0 0,-1 1 0 0 0,1-1 0 0 0,0 1 0 0 0,-1-1 0 0 0,1 1 0 0 0,0-1 0 0 0,-1 1 0 0 0,1-1 0 0 0,-1 1 0 0 0,1-1 0 0 0,-1 1 0 0 0,1 0 0 0 0,-1-1 0 0 0,1 1 0 0 0,-1 0 0 0 0,1 0 0 0 0,-1-1 0 0 0,1 1 0 0 0,-1 0 0 0 0,1 0 0 0 0,-1 0 0 0 0,0-1 0 0 0,1 1 0 0 0,-2 0 0 0 0,1 1-4 0 0,0-1 1 0 0,1 1 0 0 0,-1 0-1 0 0,0-1 1 0 0,1 1-1 0 0,-1 0 1 0 0,0-1 0 0 0,1 1-1 0 0,-1 0 1 0 0,1 0-1 0 0,-1 0 1 0 0,1 0 0 0 0,-1 0-1 0 0,1-1 1 0 0,0 1 0 0 0,-1 1-1 0 0,-7 39 524 0 0,9-17-473 0 0,0-1 1 0 0,2 0-1 0 0,0 0 0 0 0,2 0 1 0 0,1 0-1 0 0,15 40 1 0 0,1-16 166 0 0,53 89 1 0 0,-21-49-3439 0 0,-43-69-4171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6.0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70 6913 0 0,'4'28'6266'0'0,"8"11"-3529"0"0,-10-33-2490 0 0,1-1 0 0 0,0 1-1 0 0,0-1 1 0 0,0 1 0 0 0,0-1-1 0 0,1 0 1 0 0,0 0 0 0 0,0 0-1 0 0,1-1 1 0 0,-1 1-1 0 0,1-1 1 0 0,10 7 0 0 0,-11-9-186 0 0,1 1 1 0 0,0-1 0 0 0,-1 0-1 0 0,1 0 1 0 0,0 0 0 0 0,0-1-1 0 0,1 0 1 0 0,-1 0 0 0 0,0 0-1 0 0,0-1 1 0 0,0 1 0 0 0,1-1-1 0 0,-1-1 1 0 0,0 1-1 0 0,1-1 1 0 0,-1 1 0 0 0,0-2-1 0 0,0 1 1 0 0,0 0 0 0 0,0-1-1 0 0,0 0 1 0 0,9-5 0 0 0,-8 2 13 0 0,1 1 1 0 0,-1-1 0 0 0,0 0 0 0 0,0 0-1 0 0,-1-1 1 0 0,0 0 0 0 0,0 0 0 0 0,0 0-1 0 0,0-1 1 0 0,-1 1 0 0 0,0-1-1 0 0,-1 0 1 0 0,0 0 0 0 0,5-14 0 0 0,-1-4-8 0 0,-6 17-18 0 0,1 0 0 0 0,0 1 0 0 0,0-1 1 0 0,1 1-1 0 0,0-1 0 0 0,0 1 0 0 0,1 0 1 0 0,7-11-1 0 0,-11 18-22 0 0,1-1 0 0 0,-1 1 0 0 0,0 0 0 0 0,1-1 0 0 0,-1 1 0 0 0,0 0 0 0 0,1 0 0 0 0,-1-1 0 0 0,0 1 0 0 0,1 0 0 0 0,-1 0 0 0 0,0 0 1 0 0,1 0-1 0 0,-1 0 0 0 0,1-1 0 0 0,-1 1 0 0 0,0 0 0 0 0,1 0 0 0 0,-1 0 0 0 0,1 0 0 0 0,-1 0 0 0 0,0 0 0 0 0,1 0 0 0 0,-1 0 0 0 0,1 0 0 0 0,-1 1 0 0 0,0-1 0 0 0,1 0 1 0 0,-1 0-1 0 0,0 0 0 0 0,1 0 0 0 0,-1 0 0 0 0,1 1 0 0 0,-1-1 0 0 0,12 16 300 0 0,2 24-548 0 0,-13-36 187 0 0,11 38 74 0 0,-2 0 0 0 0,-2 1 0 0 0,-2 0 0 0 0,-2 0 0 0 0,-1 1 1 0 0,-3-1-1 0 0,-9 78 0 0 0,5-88 101 0 0,-3 0 0 0 0,0 0 1 0 0,-3 0-1 0 0,0-1 1 0 0,-2-1-1 0 0,-1 0 1 0 0,-2-1-1 0 0,-1 0 1 0 0,-1-1-1 0 0,-34 43 0 0 0,42-61-176 0 0,-1-1-1 0 0,-1 0 0 0 0,1 0 1 0 0,-2-1-1 0 0,1-1 1 0 0,-16 9-1 0 0,-19 6-6983 0 0,20-13-677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0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15 1376 0 0,'-20'-15'15029'0'0,"41"20"-15127"0"0,-1-1 0 0 0,1 0-1 0 0,0-2 1 0 0,22 1 0 0 0,-17-2-1712 0 0,-15-1 107 0 0,0-1-2920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0 456 0 0,'-5'10'17212'0'0,"23"-2"-12843"0"0,-2-4-6463 0 0,47 0-1926 0 0,-46-2 2700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7 2761 0 0,'-2'0'2248'0'0,"42"-1"5214"0"0,1 0-4455 0 0,80-3-6274 0 0,-104 4 2370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5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3681 0 0,'13'4'6569'0'0,"18"-2"-4096"0"0,-30-2-2076 0 0,63-3 2902 0 0,5 0-2343 0 0,-23 6-5346 0 0,-32 0-1177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3.3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60 385 920 0 0,'-11'-6'16343'0'0,"7"-1"-13500"0"0,0-7-3398 0 0,-3-12 2105 0 0,5 19-1451 0 0,0 0 1 0 0,1 0 0 0 0,0 0 0 0 0,0 0 0 0 0,0-1 0 0 0,1 1 0 0 0,0 0 0 0 0,2-12 0 0 0,-1-7 323 0 0,1-20-220 0 0,-2-39-106 0 0,0 77-118 0 0,-1 0 0 0 0,0 1 0 0 0,-1-1 0 0 0,0 1-1 0 0,0-1 1 0 0,-1 1 0 0 0,1 0 0 0 0,-7-11 0 0 0,1-2-1008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4.5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1 282 1376 0 0,'12'-10'6979'0'0,"71"-34"-2989"0"0,-47 29-3616 0 0,0 2 0 0 0,1 1-1 0 0,0 2 1 0 0,1 1-1 0 0,39-3 1 0 0,19 5 901 0 0,93-11 1478 0 0,-139 14-2546 0 0,84 2 1 0 0,-30 3-134 0 0,-73-2-41 0 0,-7-1-4 0 0,0 1-1 0 0,-1 1 1 0 0,1 1-1 0 0,0 2 1 0 0,42 9-1 0 0,-54-9-35 0 0,0-1-1 0 0,1 0 1 0 0,-1 0-1 0 0,1-1 1 0 0,-1-1-1 0 0,25-2 1 0 0,79-18-76 0 0,-59 8 66 0 0,-22 6-42 0 0,-22 2-3 0 0,0 2 1 0 0,0-1 0 0 0,1 2-1 0 0,-1 0 1 0 0,1 0-1 0 0,-1 2 1 0 0,17 1-1 0 0,-20 0-2 0 0,0-1 0 0 0,0 0-1 0 0,0-1 1 0 0,0 0 0 0 0,0 0-1 0 0,0-1 1 0 0,0 0-1 0 0,14-5 1 0 0,2-2 206 0 0,43-19 0 0 0,-9 2 447 0 0,-53 22-558 0 0,17-5 62 0 0,0 0 0 0 0,29-6 0 0 0,-44 13-102 0 0,0 0 1 0 0,0 0 0 0 0,0 1-1 0 0,1 0 1 0 0,-1 1 0 0 0,0 0-1 0 0,0 0 1 0 0,0 1 0 0 0,13 4-1 0 0,4 3-68 0 0,0 2 0 0 0,-1 0-1 0 0,-1 1 1 0 0,34 23 0 0 0,-39-22 81 0 0,-2 0 78 0 0,0-2 0 0 0,2 0 1 0 0,-1-1-1 0 0,1 0 0 0 0,35 11 0 0 0,-38-16-1675 0 0,1 0-1 0 0,-1 2 1 0 0,26 14 0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5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17 3225 0 0,'0'-1'268'0'0,"0"0"0"0"0,0 0 1 0 0,-1 0-1 0 0,1 0 0 0 0,-1 0 1 0 0,1 1-1 0 0,0-1 0 0 0,-1 0 1 0 0,0 0-1 0 0,1 1 0 0 0,-1-1 1 0 0,1 0-1 0 0,-1 1 0 0 0,0-1 1 0 0,1 1-1 0 0,-1-1 0 0 0,0 1 1 0 0,0-1-1 0 0,1 1 0 0 0,-1-1 1 0 0,0 1-1 0 0,0 0 0 0 0,0-1 1 0 0,0 1-1 0 0,1 0 0 0 0,-1 0 1 0 0,0 0-1 0 0,0 0 0 0 0,0 0 1 0 0,0 0-1 0 0,0 0 0 0 0,0 0 0 0 0,0 0 1 0 0,0 0-1 0 0,1 0 0 0 0,-1 0 1 0 0,0 1-1 0 0,0-1 0 0 0,0 0 1 0 0,-1 1-1 0 0,0 0 185 0 0,1 0-1 0 0,0 0 0 0 0,0 0 1 0 0,-1 1-1 0 0,1-1 1 0 0,0 0-1 0 0,0 0 0 0 0,0 1 1 0 0,0-1-1 0 0,1 0 1 0 0,-2 3-1 0 0,-2 12 365 0 0,5 33-476 0 0,2 1 1 0 0,3-1-1 0 0,12 53 0 0 0,-11-74-355 0 0,-4-20 86 0 0,-1 1 0 0 0,0-1-1 0 0,0 0 1 0 0,-1 0 0 0 0,0 1-1 0 0,-1-1 1 0 0,0 13 0 0 0,2 50 344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0.2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97 463 4609 0 0,'-5'3'448'0'0,"-1"1"1"0"0,0-1-1 0 0,0 0 0 0 0,0 0 1 0 0,0-1-1 0 0,-1 1 0 0 0,1-1 1 0 0,-1-1-1 0 0,1 1 0 0 0,-1-1 0 0 0,-7 0 1 0 0,13-1-325 0 0,1 0 0 0 0,-1 0 0 0 0,1 0 0 0 0,-1 0 0 0 0,1 0 0 0 0,-1 0 0 0 0,1 0 0 0 0,-1 0 0 0 0,1 0 0 0 0,-1 0 0 0 0,1 0 0 0 0,-1-1 0 0 0,1 1 0 0 0,-1 0 0 0 0,1 0 0 0 0,-1-1 0 0 0,1 1 0 0 0,-1 0 0 0 0,1 0 0 0 0,-1-1 0 0 0,1 1 0 0 0,0-1 0 0 0,-1 1 0 0 0,1 0 0 0 0,0-1 0 0 0,-1 1 0 0 0,1-1 0 0 0,0 1 0 0 0,-1-1 0 0 0,1 1 0 0 0,0-1 0 0 0,0 1 0 0 0,0-1 0 0 0,-1 1 0 0 0,1-2 0 0 0,0 1 82 0 0,1-1-1 0 0,-1 1 1 0 0,1-1-1 0 0,-1 0 0 0 0,1 1 1 0 0,0-1-1 0 0,0 1 1 0 0,-1 0-1 0 0,1-1 1 0 0,0 1-1 0 0,2-3 1 0 0,34-29 1558 0 0,-16 19-1453 0 0,2 2 1 0 0,-1 0 0 0 0,1 1 0 0 0,27-7 0 0 0,103-26 290 0 0,-55 18-227 0 0,367-97 443 0 0,-176 36-663 0 0,-140 39-158 0 0,-141 45-449 0 0,36-11 910 0 0,-17 0-7223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0.7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175 39 4609 0 0,'15'-20'1291'0'0,"0"2"3395"0"0,-45 70 1429 0 0,-21 28-3958 0 0,-14 22-1592 0 0,47-75-227 0 0,-12 20 239 0 0,29-45-518 0 0,-1 1-1 0 0,1 0 0 0 0,0-1 1 0 0,0 1-1 0 0,0 0 0 0 0,0 0 1 0 0,0 0-1 0 0,1 0 0 0 0,-1 0 1 0 0,1 0-1 0 0,0 0 1 0 0,0 0-1 0 0,0 4 0 0 0,1-5-48 0 0,0-1 1 0 0,-1 0-1 0 0,1 0 0 0 0,0 1 0 0 0,0-1 1 0 0,-1 0-1 0 0,1 0 0 0 0,0 0 0 0 0,0 0 1 0 0,0 0-1 0 0,0 0 0 0 0,1 0 0 0 0,-1-1 1 0 0,0 1-1 0 0,0 0 0 0 0,0-1 0 0 0,1 1 0 0 0,-1 0 1 0 0,0-1-1 0 0,1 0 0 0 0,-1 1 0 0 0,0-1 1 0 0,1 0-1 0 0,-1 0 0 0 0,1 1 0 0 0,-1-1 1 0 0,0 0-1 0 0,1 0 0 0 0,-1-1 0 0 0,2 1 1 0 0,44-7 256 0 0,-46 7-266 0 0,28-9-278 0 0,33-13 0 0 0,-39 13-66 0 0,12-5-681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159 21 6449 0 0,'-9'0'777'0'0,"1"1"0"0"0,-1 0 1 0 0,0 0-1 0 0,0 0 0 0 0,1 1 0 0 0,-1 1 0 0 0,1-1 0 0 0,0 1 0 0 0,0 1 0 0 0,0-1 0 0 0,-9 7 0 0 0,13-8-604 0 0,0 1 0 0 0,1 0 0 0 0,-1 0 0 0 0,1 0-1 0 0,0 0 1 0 0,0 0 0 0 0,0 1 0 0 0,1-1 0 0 0,-1 1 0 0 0,1 0 0 0 0,0 0 0 0 0,0 0-1 0 0,0 0 1 0 0,0 0 0 0 0,1 0 0 0 0,-1 1 0 0 0,1-1 0 0 0,0 0 0 0 0,1 1-1 0 0,-1-1 1 0 0,1 1 0 0 0,0-1 0 0 0,0 8 0 0 0,1-3-128 0 0,1-1 0 0 0,-1 1-1 0 0,2 0 1 0 0,-1-1 0 0 0,1 1 0 0 0,0-1 0 0 0,1 0 0 0 0,0 0 0 0 0,0 0-1 0 0,1 0 1 0 0,0-1 0 0 0,0 1 0 0 0,0-1 0 0 0,1-1 0 0 0,0 1 0 0 0,10 7-1 0 0,-12-11-16 0 0,0 0 0 0 0,1 0 0 0 0,-1 0 0 0 0,1-1-1 0 0,0 1 1 0 0,0-1 0 0 0,0 0 0 0 0,0 0 0 0 0,0-1-1 0 0,0 0 1 0 0,0 0 0 0 0,1 0 0 0 0,-1 0-1 0 0,0-1 1 0 0,1 0 0 0 0,-1 0 0 0 0,0 0 0 0 0,1-1-1 0 0,-1 0 1 0 0,0 0 0 0 0,1 0 0 0 0,-1 0 0 0 0,0-1-1 0 0,0 0 1 0 0,0 0 0 0 0,-1-1 0 0 0,1 1-1 0 0,5-5 1 0 0,-5 4 20 0 0,-1 0 0 0 0,1-1-1 0 0,-1 1 1 0 0,0-1 0 0 0,0 0-1 0 0,0 0 1 0 0,-1-1 0 0 0,1 1-1 0 0,-1-1 1 0 0,0 0 0 0 0,0 0-1 0 0,-1 0 1 0 0,0 0 0 0 0,1 0-1 0 0,-2-1 1 0 0,1 1 0 0 0,-1 0 0 0 0,0-1-1 0 0,0 1 1 0 0,0-1 0 0 0,-1 0-1 0 0,1 1 1 0 0,-2-1 0 0 0,1 0-1 0 0,0 1 1 0 0,-1-1 0 0 0,0 1-1 0 0,-1-1 1 0 0,1 1 0 0 0,-1-1-1 0 0,0 1 1 0 0,-3-6 0 0 0,1 2-163 0 0,-1 0 1 0 0,0 1-1 0 0,0-1 0 0 0,0 1 1 0 0,-1 0-1 0 0,-1 0 0 0 0,1 1 1 0 0,-9-7-1 0 0,9 9-498 0 0,0 0 1 0 0,0 0-1 0 0,-1 1 0 0 0,0-1 0 0 0,1 1 0 0 0,-2 1 1 0 0,1 0-1 0 0,0 0 0 0 0,-1 0 0 0 0,-7-1 1 0 0,-2 2-5967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5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5985 0 0,'9'11'1153'0'0,"0"-1"0"0"0,1 0 0 0 0,0-1 0 0 0,1 0 0 0 0,21 15 0 0 0,66 31 3420 0 0,-39-24-2191 0 0,-28-10-1655 0 0,24 12-321 0 0,-51-31-604 0 0,0-1 0 0 0,0 1-1 0 0,0-1 1 0 0,0 1 0 0 0,1-1 0 0 0,-1 0-1 0 0,0-1 1 0 0,1 1 0 0 0,-1-1 0 0 0,1 0-1 0 0,5 0 1 0 0,0-2-714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7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244 1 3225 0 0,'-3'3'477'0'0,"0"0"0"0"0,0 0 0 0 0,0 1 0 0 0,1 0 0 0 0,0-1-1 0 0,-1 1 1 0 0,1 0 0 0 0,0 0 0 0 0,1 0 0 0 0,-1 0 0 0 0,1 0 0 0 0,0 0 0 0 0,-2 9 0 0 0,-2 8 781 0 0,-14 21 1460 0 0,-1 0 1 0 0,-36 55 0 0 0,34-62-2153 0 0,1 1 1 0 0,2 1 0 0 0,-21 60 0 0 0,37-89-719 0 0,1 0 0 0 0,0 0 0 0 0,1 0 0 0 0,0 0-1 0 0,0 1 1 0 0,0-1 0 0 0,1 0 0 0 0,2 15 0 0 0,2-12-818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9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1376 0 0,'-3'7'6308'0'0,"4"8"-3597"0"0,5 11-29 0 0,27 76 3822 0 0,-6-22-4443 0 0,-16-48-2325 0 0,0-13-2773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1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3 7834 0 0,'-1'-2'685'0'0,"1"2"-642"0"0,0 0 0 0 0,0 0 0 0 0,0 0-1 0 0,0 0 1 0 0,0 0 0 0 0,-1 0 0 0 0,1 0 0 0 0,0 0 0 0 0,0 0-1 0 0,0 0 1 0 0,0 0 0 0 0,0 0 0 0 0,0 0 0 0 0,-2 1 899 0 0,1-1-899 0 0,1 0 0 0 0,0 0 0 0 0,0 1-1 0 0,0-1 1 0 0,0 0 0 0 0,0 0 0 0 0,0 0 0 0 0,0 0 0 0 0,0 0-1 0 0,0 0 1 0 0,0 1 0 0 0,0 12 1596 0 0,6 15 113 0 0,-3-21-1959 0 0,0 0 0 0 0,1-1 0 0 0,-1 0 0 0 0,2 1 0 0 0,-1-2 0 0 0,1 1 0 0 0,0 0 0 0 0,0-1 0 0 0,0 0 0 0 0,1 0 0 0 0,9 6 0 0 0,4 0 303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4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432 88 3225 0 0,'-3'-5'668'0'0,"-1"1"0"0"0,0 0 0 0 0,0 0 0 0 0,0 0 1 0 0,-1 1-1 0 0,0-1 0 0 0,1 1 0 0 0,-10-4 0 0 0,-42-18 3403 0 0,55 25-3992 0 0,-13-6 340 0 0,0 2 0 0 0,0 0 0 0 0,0 1 0 0 0,-1 0 0 0 0,1 1 0 0 0,-1 0 0 0 0,1 2 0 0 0,-1-1 0 0 0,0 2 0 0 0,1 0 0 0 0,-25 5 0 0 0,32-4-269 0 0,0 0 0 0 0,1 0 0 0 0,-1 0 0 0 0,1 1 0 0 0,-1 0 0 0 0,1 0 0 0 0,0 1 1 0 0,0-1-1 0 0,0 1 0 0 0,1 1 0 0 0,0-1 0 0 0,-1 1 0 0 0,1 0 0 0 0,1 0 0 0 0,-1 0 0 0 0,1 1 1 0 0,0 0-1 0 0,0 0 0 0 0,1 0 0 0 0,-1 0 0 0 0,2 0 0 0 0,-1 1 0 0 0,0-1 0 0 0,1 1 1 0 0,1 0-1 0 0,-3 9 0 0 0,3-9-218 0 0,0 0 0 0 0,1 1 1 0 0,0-1-1 0 0,0 0 0 0 0,0 0 0 0 0,1 0 1 0 0,0 0-1 0 0,0 0 0 0 0,1 0 1 0 0,0 0-1 0 0,0 0 0 0 0,0 0 0 0 0,1-1 1 0 0,6 10-1 0 0,-7-12 17 0 0,1-1 0 0 0,-1 1 0 0 0,1-1 1 0 0,0 0-1 0 0,0 0 0 0 0,1 0 0 0 0,-1-1 0 0 0,1 1 0 0 0,-1-1 0 0 0,1 1 1 0 0,0-1-1 0 0,0-1 0 0 0,0 1 0 0 0,0 0 0 0 0,0-1 0 0 0,0 0 1 0 0,0 0-1 0 0,0 0 0 0 0,1 0 0 0 0,-1-1 0 0 0,0 0 0 0 0,0 1 1 0 0,1-2-1 0 0,-1 1 0 0 0,5-1 0 0 0,2-1-409 0 0,-1 0 0 0 0,1-1-1 0 0,-1 0 1 0 0,1-1 0 0 0,12-6 0 0 0,24-17-5118 0 0,-22 10 475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6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160 274 456 0 0,'-108'-235'9579'0'0,"106"230"-8876"0"0,-1 1 0 0 0,0-1 0 0 0,0 1 0 0 0,0 0 0 0 0,0 0-1 0 0,-6-5 1 0 0,8 9-577 0 0,1-1 0 0 0,0 1-1 0 0,-1 0 1 0 0,1-1 0 0 0,-1 1-1 0 0,1 0 1 0 0,0 0 0 0 0,-1 0 0 0 0,1-1-1 0 0,-1 1 1 0 0,1 0 0 0 0,-1 0-1 0 0,1 0 1 0 0,-1 0 0 0 0,1 0-1 0 0,-1 0 1 0 0,1 0 0 0 0,-1 0 0 0 0,1 0-1 0 0,-1 0 1 0 0,1 0 0 0 0,0 0-1 0 0,-1 0 1 0 0,1 0 0 0 0,-1 0-1 0 0,1 1 1 0 0,-1-1 0 0 0,0 0-1 0 0,0 1 42 0 0,0 1 0 0 0,0-1 0 0 0,0 0 0 0 0,1 0 0 0 0,-1 1 0 0 0,0-1-1 0 0,0 0 1 0 0,1 1 0 0 0,-1-1 0 0 0,1 1 0 0 0,-1-1 0 0 0,1 1 0 0 0,-1 2-1 0 0,0 6 9 0 0,1 0-1 0 0,-1-1 0 0 0,1 1 0 0 0,1 0 0 0 0,0 0 0 0 0,0-1 0 0 0,1 1 0 0 0,0-1 1 0 0,1 1-1 0 0,6 14 0 0 0,7 13-76 0 0,26 44 0 0 0,-19-38 106 0 0,-2-2-670 0 0,68 123 1362 0 0,-19-63-7950 0 0,-45-70-92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3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30 370 5065 0 0,'0'1'199'0'0,"1"0"1"0"0,0-1-1 0 0,0 1 1 0 0,-1 0-1 0 0,1-1 0 0 0,0 1 1 0 0,0-1-1 0 0,0 1 0 0 0,0-1 1 0 0,0 1-1 0 0,0-1 1 0 0,0 1-1 0 0,0-1 0 0 0,0 0 1 0 0,0 0-1 0 0,0 0 0 0 0,0 1 1 0 0,0-1-1 0 0,0 0 1 0 0,1 0-1 0 0,-1-1 0 0 0,0 1 1 0 0,0 0-1 0 0,0 0 0 0 0,0 0 1 0 0,0-1-1 0 0,0 1 1 0 0,0 0-1 0 0,0-1 0 0 0,0 1 1 0 0,1-2-1 0 0,30-15 2855 0 0,-24 10-2636 0 0,0 0 0 0 0,-1-1 0 0 0,0 0-1 0 0,0-1 1 0 0,-1 0 0 0 0,0 0 0 0 0,0 0 0 0 0,-1 0 0 0 0,-1-1 0 0 0,1 0-1 0 0,-1 0 1 0 0,-1 0 0 0 0,4-21 0 0 0,-4 20-332 0 0,-2 1-1 0 0,1-1 1 0 0,-1 1 0 0 0,-1-1 0 0 0,0 1 0 0 0,-1-1-1 0 0,0 1 1 0 0,0-1 0 0 0,-1 1 0 0 0,0-1-1 0 0,-1 1 1 0 0,0 0 0 0 0,-1 0 0 0 0,-6-12-1 0 0,8 19-64 0 0,1 0 0 0 0,-1 0-1 0 0,0 1 1 0 0,0-1 0 0 0,0 1-1 0 0,-1-1 1 0 0,1 1 0 0 0,-1-1-1 0 0,1 1 1 0 0,-1 0 0 0 0,0 0-1 0 0,0 1 1 0 0,1-1 0 0 0,-1 1-1 0 0,0-1 1 0 0,-1 1 0 0 0,1 0-1 0 0,0 0 1 0 0,0 0 0 0 0,0 0-1 0 0,-1 1 1 0 0,1-1 0 0 0,0 1-1 0 0,-1 0 1 0 0,1 0 0 0 0,0 0-1 0 0,-5 1 1 0 0,5 0-11 0 0,-1 0 0 0 0,0 0 1 0 0,0 1-1 0 0,1-1 0 0 0,-1 1 1 0 0,1 0-1 0 0,0 0 0 0 0,-1 0 0 0 0,1 0 1 0 0,0 1-1 0 0,0 0 0 0 0,0-1 1 0 0,1 1-1 0 0,-1 0 0 0 0,1 0 1 0 0,-1 0-1 0 0,1 0 0 0 0,0 1 0 0 0,0-1 1 0 0,1 1-1 0 0,-1-1 0 0 0,1 1 1 0 0,-2 4-1 0 0,1-1-21 0 0,0 1-1 0 0,1-1 1 0 0,0 1 0 0 0,0-1-1 0 0,0 1 1 0 0,1 0 0 0 0,0-1 0 0 0,1 1-1 0 0,0-1 1 0 0,0 1 0 0 0,0-1 0 0 0,1 1-1 0 0,4 10 1 0 0,-2-9 6 0 0,1 1-1 0 0,0-1 1 0 0,0 0-1 0 0,1 0 1 0 0,0-1-1 0 0,1 1 1 0 0,0-2-1 0 0,16 15 1 0 0,-9-10-1 0 0,0-1 0 0 0,2-1 1 0 0,-1-1-1 0 0,1 0 0 0 0,0-1 1 0 0,1 0-1 0 0,0-1 1 0 0,0-1-1 0 0,0-1 0 0 0,1-1 1 0 0,20 3-1 0 0,10-3-298 0 0,3-2-101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3.6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14 4889 0 0,'14'13'368'0'0,"-13"-11"-257"0"0,-10-7-70 0 0,-3-11-41 0 0,10 9 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4.2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307 721 4889 0 0,'-6'1'99'0'0,"-1"0"-1"0"0,1 1 1 0 0,-1-1 0 0 0,1 1-1 0 0,-11 5 1 0 0,-5 3 357 0 0,-14 4-1800 0 0,7-11 4873 0 0,2-4 7608 0 0,8-6-8826 0 0,17 6-2304 0 0,1-1-1 0 0,-1 1 1 0 0,1-1-1 0 0,0 0 1 0 0,-1 1-1 0 0,1-1 1 0 0,0 0-1 0 0,0 0 1 0 0,0 0-1 0 0,0 0 1 0 0,0 0-1 0 0,1 0 1 0 0,-1 0-1 0 0,1 0 1 0 0,-1-1-1 0 0,1 1 1 0 0,0 0 0 0 0,0 0-1 0 0,0-4 1 0 0,-4-21 261 0 0,0 1 0 0 0,-2 0-1 0 0,-1 0 1 0 0,-19-49 0 0 0,13 42-37 0 0,2 0-1 0 0,-7-37 1 0 0,13 32-135 0 0,2-1 0 0 0,3-74-1 0 0,1 70-420 0 0,-7-85 0 0 0,4 117-168 0 0,-2-12-442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4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75 185 4609 0 0,'-10'-3'275'0'0,"-28"-14"811"0"0,36 16-862 0 0,0 0 0 0 0,0 1 0 0 0,0-2 0 0 0,0 1 1 0 0,1 0-1 0 0,-1 0 0 0 0,0 0 0 0 0,1-1 0 0 0,-1 1 1 0 0,1-1-1 0 0,0 1 0 0 0,-1-1 0 0 0,1 0 0 0 0,0 1 1 0 0,-1-4-1 0 0,2 4-69 0 0,0-1 1 0 0,0 1 0 0 0,0 0 0 0 0,1-1-1 0 0,-1 1 1 0 0,1 0 0 0 0,-1-1 0 0 0,1 1-1 0 0,-1 0 1 0 0,1 0 0 0 0,-1-1 0 0 0,1 1 0 0 0,0 0-1 0 0,0 0 1 0 0,0 0 0 0 0,0 0 0 0 0,0 0-1 0 0,0 0 1 0 0,0 0 0 0 0,0 0 0 0 0,0 0-1 0 0,0 1 1 0 0,2-2 0 0 0,30-15 1051 0 0,17 3-622 0 0,2 2 0 0 0,0 2 0 0 0,0 2 1 0 0,79-1-1 0 0,93-14-727 0 0,-175 15 205 0 0,2 2-1 0 0,-1 2 1 0 0,0 2-1 0 0,97 10 0 0 0,36 2 154 0 0,-113-8-113 0 0,-1 3 0 0 0,75 15 0 0 0,-121-16 83 0 0,-1 0 1 0 0,1-1 0 0 0,0-2 0 0 0,0 0 0 0 0,1-1 0 0 0,-1-2 0 0 0,0 0-1 0 0,33-9 1 0 0,-33 8-55 0 0,0 0-1 0 0,0 2 1 0 0,-1 0 0 0 0,1 2-1 0 0,0 0 1 0 0,34 7-1 0 0,18 1 52 0 0,101-6-2982 0 0,-168-1 1614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5.6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171 1 3745 0 0,'-11'14'380'0'0,"11"-13"-389"0"0,-1 0 0 0 0,1 1 0 0 0,-1-1 0 0 0,0 0 0 0 0,0 0 0 0 0,1 0 0 0 0,-1 0 0 0 0,0 0 0 0 0,0 1 0 0 0,0-2 0 0 0,0 1 1 0 0,0 0-1 0 0,0 0 0 0 0,-1 0 0 0 0,1 0 0 0 0,0-1 0 0 0,0 1 0 0 0,-1 0 0 0 0,1-1 0 0 0,0 1 0 0 0,-1-1 0 0 0,1 0 0 0 0,0 1 1 0 0,-1-1-1 0 0,1 0 0 0 0,0 0 0 0 0,-1 0 0 0 0,1 0 0 0 0,-1 0 0 0 0,1 0 0 0 0,0 0 0 0 0,-1-1 0 0 0,1 1 0 0 0,-1 0 0 0 0,-1-1 0 0 0,-31-6 948 0 0,24 7 427 0 0,-1 1 0 0 0,1 0-1 0 0,0 0 1 0 0,0 2-1 0 0,-1-1 1 0 0,-9 5 0 0 0,23-8-1235 0 0,1 1 0 0 0,-1-1 0 0 0,1 1 0 0 0,-1 0 0 0 0,0 0 0 0 0,1 0 0 0 0,-1 1 0 0 0,1-1 0 0 0,-1 1 0 0 0,0 0 0 0 0,1 0 0 0 0,-1 0 0 0 0,0 0 0 0 0,0 1 0 0 0,0-1 0 0 0,0 1 0 0 0,0 0 0 0 0,0 0 0 0 0,0 0 0 0 0,-1 0 0 0 0,1 0 0 0 0,-1 1 0 0 0,1-1 0 0 0,-1 1 0 0 0,0 0 0 0 0,2 3 0 0 0,4 3 350 0 0,-1 1 0 0 0,-1 1-1 0 0,1 0 1 0 0,-2 0 0 0 0,1 0 0 0 0,4 15 0 0 0,3 18-433 0 0,-8-23 17 0 0,1 0 0 0 0,2-1 0 0 0,0 1 0 0 0,1-2 0 0 0,0 1 0 0 0,21 29 1 0 0,-18-34-38 0 0,-1 1 0 0 0,-1 1 0 0 0,14 29 0 0 0,-20-36-14 0 0,0 1 0 0 0,-1 1 0 0 0,0-1 0 0 0,-1 0 0 0 0,0 1 0 0 0,0-1 0 0 0,-1 18 0 0 0,-4 10-5 0 0,2-29 12 0 0,0 0 0 0 0,1 1 0 0 0,-1-1 0 0 0,2 0 1 0 0,0 0-1 0 0,3 17 0 0 0,3-21-1292 0 0,-1-6 768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6.7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128 29 2304 0 0,'-20'-1'2961'0'0,"19"0"-2754"0"0,1 0 0 0 0,-1 1 0 0 0,1-1 0 0 0,-1 1 0 0 0,1-1 0 0 0,0 0 0 0 0,-1 1 0 0 0,1-1 1 0 0,0 0-1 0 0,-1 1 0 0 0,1-1 0 0 0,0 0 0 0 0,0 0 0 0 0,0 1 0 0 0,-1-1 0 0 0,1 0 0 0 0,0 0 0 0 0,0 1 0 0 0,0-1 0 0 0,0 0 0 0 0,0 0 0 0 0,1 1 0 0 0,-1-1 0 0 0,0 0 0 0 0,0 0 0 0 0,0 1 0 0 0,1-1 0 0 0,-1 0 0 0 0,0 1 0 0 0,7-7 2645 0 0,-27 26 590 0 0,9-5-3337 0 0,1 0 0 0 0,1 0 0 0 0,0 1 0 0 0,1 0 0 0 0,0 1 0 0 0,2-1 0 0 0,-1 2 0 0 0,2-1 0 0 0,0 1 0 0 0,1-1-1 0 0,1 1 1 0 0,1 0 0 0 0,0 0 0 0 0,1 34 0 0 0,2-46-134 0 0,-1-1 0 0 0,1 1 0 0 0,1-1-1 0 0,-1 0 1 0 0,1 1 0 0 0,-1-1 0 0 0,1 0-1 0 0,1 0 1 0 0,-1 0 0 0 0,0-1 0 0 0,1 1 0 0 0,0 0-1 0 0,0-1 1 0 0,0 0 0 0 0,0 1 0 0 0,0-1 0 0 0,1-1-1 0 0,0 1 1 0 0,-1 0 0 0 0,1-1 0 0 0,0 0 0 0 0,0 0-1 0 0,0 0 1 0 0,0 0 0 0 0,1-1 0 0 0,-1 1 0 0 0,9 0-1 0 0,-6 0-60 0 0,0-1 0 0 0,0 0 0 0 0,0 0 0 0 0,1-1 0 0 0,-1 0 0 0 0,0-1-1 0 0,0 1 1 0 0,0-1 0 0 0,1-1 0 0 0,-1 1 0 0 0,0-1 0 0 0,0 0 0 0 0,-1-1 0 0 0,1 0 0 0 0,0 0-1 0 0,11-8 1 0 0,-15 9-32 0 0,-1 0 0 0 0,1-1 0 0 0,-1 0-1 0 0,0 1 1 0 0,0-1 0 0 0,0 0 0 0 0,0 0 0 0 0,0 0-1 0 0,-1 0 1 0 0,0 0 0 0 0,1 0 0 0 0,-1 0 0 0 0,0-1-1 0 0,0 1 1 0 0,-1 0 0 0 0,1-1 0 0 0,-1 1 0 0 0,1-1-1 0 0,-1-3 1 0 0,0 4 86 0 0,0 1 0 0 0,-1-1 0 0 0,1 0-1 0 0,0 0 1 0 0,-1 1 0 0 0,0-1 0 0 0,1 0 0 0 0,-1 1-1 0 0,0-1 1 0 0,0 0 0 0 0,-1 1 0 0 0,1-1 0 0 0,0 1 0 0 0,-1 0-1 0 0,0 0 1 0 0,1-1 0 0 0,-1 1 0 0 0,0 0 0 0 0,0 0-1 0 0,0 0 1 0 0,0 1 0 0 0,-1-1 0 0 0,-1-1 0 0 0,3 3 55 0 0,0 0 0 0 0,1 0 0 0 0,-1-1 0 0 0,1 1 0 0 0,-1 0 0 0 0,0 0 0 0 0,1-1 0 0 0,-1 1 0 0 0,1 0 0 0 0,-1-1 0 0 0,1 1 0 0 0,-1 0 0 0 0,1-1 0 0 0,-1 1 0 0 0,1-1 0 0 0,0 1 0 0 0,-1-1 0 0 0,1 1 0 0 0,-1-1 0 0 0,1 1 0 0 0,0-1 0 0 0,0 1 0 0 0,-1-1 0 0 0,1 0 0 0 0,0 1 0 0 0,0-1 0 0 0,0 1 0 0 0,0-1 0 0 0,-1 0 0 0 0,1 1 0 0 0,0-1 0 0 0,0 1 0 0 0,0-1 0 0 0,0 0 0 0 0,1 1 1 0 0,-1-1-1 0 0,0-1 0 0 0,1 1 1 0 0,1-1 0 0 0,-1 0 0 0 0,1 0 1 0 0,-1 1-1 0 0,1-1 0 0 0,0 1 0 0 0,-1 0 1 0 0,1-1-1 0 0,0 1 0 0 0,0 0 0 0 0,2-1 1 0 0,9-4 123 0 0,-1 1 1 0 0,23-6 0 0 0,-28 9 116 0 0,0 0-1 0 0,0 1 1 0 0,0 0 0 0 0,0 1-1 0 0,1-1 1 0 0,-1 1-1 0 0,0 1 1 0 0,0-1 0 0 0,1 1-1 0 0,-1 0 1 0 0,13 5 0 0 0,-16-5-186 0 0,-1 1 0 0 0,0 0 0 0 0,0-1 0 0 0,0 1 0 0 0,0 0 0 0 0,0 0 0 0 0,-1 1 0 0 0,1-1-1 0 0,-1 1 1 0 0,1-1 0 0 0,-1 1 0 0 0,0 0 0 0 0,0 0 0 0 0,0 0 0 0 0,0 0 0 0 0,0 0 0 0 0,-1 0 0 0 0,0 1 0 0 0,1-1 0 0 0,-1 0 0 0 0,0 1 0 0 0,-1-1 0 0 0,1 1 0 0 0,-1-1 0 0 0,1 7 0 0 0,0 6-505 0 0,5 56 1199 0 0,7-23-7424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1 3681 0 0,'-3'0'263'0'0,"1"0"0"0"0,-1-1 1 0 0,1 2-1 0 0,-1-1 0 0 0,1 0 0 0 0,0 0 1 0 0,-1 1-1 0 0,1-1 0 0 0,0 1 0 0 0,-1 0 1 0 0,1 0-1 0 0,0 0 0 0 0,0 0 0 0 0,-1 0 1 0 0,1 0-1 0 0,0 1 0 0 0,0-1 1 0 0,0 1-1 0 0,1-1 0 0 0,-1 1 0 0 0,0 0 1 0 0,1-1-1 0 0,-1 1 0 0 0,1 0 0 0 0,-1 0 1 0 0,-1 4-1 0 0,-6 8 413 0 0,1 0 0 0 0,-11 29 0 0 0,11-24-482 0 0,5-13-201 0 0,-13 33 87 0 0,15-37-98 0 0,1 0 1 0 0,-1 0-1 0 0,1 0 1 0 0,-1 0-1 0 0,1 0 0 0 0,0 0 1 0 0,-1 0-1 0 0,1 0 1 0 0,0 0-1 0 0,0 0 1 0 0,1 0-1 0 0,-1 0 0 0 0,0 0 1 0 0,1 0-1 0 0,1 4 1 0 0,-2-6 3 0 0,0 1 0 0 0,0-1 0 0 0,1 0 0 0 0,-1 1 1 0 0,0-1-1 0 0,0 0 0 0 0,1 1 0 0 0,-1-1 0 0 0,0 0 0 0 0,1 1 1 0 0,-1-1-1 0 0,1 0 0 0 0,-1 0 0 0 0,0 1 0 0 0,1-1 1 0 0,-1 0-1 0 0,0 0 0 0 0,1 0 0 0 0,-1 0 0 0 0,1 0 0 0 0,-1 0 1 0 0,1 1-1 0 0,-1-1 0 0 0,0 0 0 0 0,1 0 0 0 0,-1 0 0 0 0,1 0 1 0 0,-1-1-1 0 0,1 1 0 0 0,-1 0 0 0 0,1 0 0 0 0,14-10-435 0 0,7-18-180 0 0,-17 16 353 0 0,0-1 0 0 0,0 1-1 0 0,-1-1 1 0 0,3-24-1 0 0,-4 21 829 0 0,1 0 0 0 0,8-24 0 0 0,-12 40-473 0 0,0-1 0 0 0,0 1 0 0 0,0 0 0 0 0,1-1 0 0 0,-1 1 0 0 0,0-1 0 0 0,0 1 0 0 0,0 0 1 0 0,0-1-1 0 0,1 1 0 0 0,-1 0 0 0 0,0-1 0 0 0,0 1 0 0 0,0 0 0 0 0,1 0 0 0 0,-1-1 0 0 0,0 1 0 0 0,1 0 0 0 0,-1-1 0 0 0,0 1 1 0 0,1 0-1 0 0,-1 0 0 0 0,0 0 0 0 0,1 0 0 0 0,-1-1 0 0 0,0 1 0 0 0,1 0 0 0 0,-1 0 0 0 0,0 0 0 0 0,1 0 0 0 0,7 9 1460 0 0,3 29-54 0 0,-9-29-1088 0 0,4 7-140 0 0,0 0 1 0 0,1-1-1 0 0,1 1 1 0 0,0-2-1 0 0,1 1 1 0 0,17 21-1 0 0,-16-24-1207 0 0,1 0 0 0 0,0-2 0 0 0,0 1 0 0 0,18 11 0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 6913 0 0,'-2'2'752'0'0,"0"1"-1"0"0,0-1 0 0 0,0 1 1 0 0,0-1-1 0 0,1 1 0 0 0,0 0 0 0 0,-1-1 1 0 0,1 1-1 0 0,0 0 0 0 0,-1 5 0 0 0,-2 37 2916 0 0,6-20-2711 0 0,9 42-1 0 0,-8-54-356 0 0,3 21-724 0 0,25 103 1543 0 0,-8-71-3532 0 0,-17-52-224 0 0,1 0-1 0 0,13 18 1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6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83 2304 0 0,'-7'-1'9133'0'0,"12"-1"-8477"0"0,0 0 0 0 0,0 0-1 0 0,-1-1 1 0 0,1 1 0 0 0,-1-1-1 0 0,1 0 1 0 0,-1-1 0 0 0,7-6-1 0 0,8-5 178 0 0,36-15-3298 0 0,-38 25-3279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8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14 223 2304 0 0,'3'0'319'0'0,"0"-1"-1"0"0,0 0 0 0 0,0 0 0 0 0,0 0 0 0 0,0 0 0 0 0,0 0 0 0 0,-1-1 0 0 0,1 1 0 0 0,0-1 0 0 0,-1 0 0 0 0,4-3 0 0 0,27-25 3436 0 0,-33 30-3735 0 0,7-7 485 0 0,-1-1 0 0 0,0 1 0 0 0,0-1 0 0 0,-1-1 0 0 0,0 1 0 0 0,4-10 0 0 0,-7 14-377 0 0,0 0 1 0 0,-1-1 0 0 0,1 1 0 0 0,-1 0 0 0 0,0-1 0 0 0,0 1 0 0 0,0-1-1 0 0,-1 0 1 0 0,1 1 0 0 0,-1-1 0 0 0,0 1 0 0 0,-1-1 0 0 0,1 1 0 0 0,-1-1-1 0 0,-1-5 1 0 0,1 8-102 0 0,1 0-1 0 0,-1 0 0 0 0,0 1 1 0 0,0-1-1 0 0,-1 0 0 0 0,1 0 1 0 0,0 0-1 0 0,0 1 0 0 0,-1-1 1 0 0,1 1-1 0 0,-1-1 0 0 0,0 1 1 0 0,1 0-1 0 0,-1-1 0 0 0,0 1 1 0 0,0 0-1 0 0,0 0 0 0 0,1 0 1 0 0,-1 0-1 0 0,0 1 0 0 0,0-1 1 0 0,-1 0-1 0 0,1 1 0 0 0,0 0 1 0 0,0-1-1 0 0,0 1 0 0 0,0 0 1 0 0,0 0-1 0 0,0 0 0 0 0,0 0 1 0 0,-1 1-1 0 0,1-1 0 0 0,0 0 1 0 0,0 1-1 0 0,0 0 0 0 0,0-1 1 0 0,0 1-1 0 0,0 0 0 0 0,0 0 1 0 0,-2 2-1 0 0,-1-1 80 0 0,1 0 0 0 0,0 1 0 0 0,-1-1 0 0 0,1 1 0 0 0,1 0 0 0 0,-1 0 0 0 0,0 0 0 0 0,1 1 0 0 0,-1 0 0 0 0,1-1 0 0 0,0 1 0 0 0,0 0 0 0 0,1 0 0 0 0,-1 1 0 0 0,1-1 0 0 0,0 0 0 0 0,-2 6 0 0 0,4-6-25 0 0,0 0 1 0 0,0 1-1 0 0,1-1 0 0 0,-1 0 1 0 0,1 0-1 0 0,0 1 1 0 0,0-1-1 0 0,0 0 0 0 0,1 0 1 0 0,-1 0-1 0 0,1 0 0 0 0,0 0 1 0 0,0-1-1 0 0,1 1 1 0 0,-1-1-1 0 0,1 1 0 0 0,0-1 1 0 0,5 6-1 0 0,7 6 353 0 0,0-1 1 0 0,26 17-1 0 0,-32-24-585 0 0,0-2 0 0 0,0 1 0 0 0,1-1 0 0 0,0 0-1 0 0,0-1 1 0 0,0-1 0 0 0,1 1 0 0 0,-1-2 0 0 0,19 4 0 0 0,2-3-6907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1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1072 1101 3225 0 0,'-33'8'13175'0'0,"31"-9"-12792"0"0,-8-15 1837 0 0,-2-27-1771 0 0,1-1 0 0 0,3 0 0 0 0,1-1-1 0 0,0-50 1 0 0,1 25-353 0 0,-7-170 139 0 0,10 139-77 0 0,-4 1 0 0 0,-24-120 1 0 0,30 215-240 0 0,0 0 1 0 0,-1 1 0 0 0,1-1-1 0 0,-1 1 1 0 0,0-1 0 0 0,0 1 0 0 0,-1-1-1 0 0,0 1 1 0 0,1 0 0 0 0,-1 0-1 0 0,-1 1 1 0 0,1-1 0 0 0,0 1-1 0 0,-1-1 1 0 0,0 1 0 0 0,0 0-1 0 0,0 0 1 0 0,0 1 0 0 0,0-1-1 0 0,0 1 1 0 0,-1 0 0 0 0,1 0-1 0 0,-1 0 1 0 0,0 1 0 0 0,1-1 0 0 0,-10 0-1 0 0,33 35-6927 0 0,-17-30 7183 0 0,12 9 86 0 0,-13-12-89 0 0,-1 0 0 0 0,1 0 0 0 0,-1 0 1 0 0,1 0-1 0 0,-1 0 0 0 0,1 0 0 0 0,0 0 1 0 0,-1-1-1 0 0,1 1 0 0 0,-1 0 0 0 0,1 0 0 0 0,-1 0 1 0 0,1-1-1 0 0,-1 1 0 0 0,1 0 0 0 0,-1 0 1 0 0,1-1-1 0 0,-1 1 0 0 0,1 0 0 0 0,-1-1 0 0 0,0 1 1 0 0,1-1-1 0 0,0 0 0 0 0,-36 7 2475 0 0,-29 17-1512 0 0,37-12-1012 0 0,-1-1 0 0 0,0-1 0 0 0,0-2 0 0 0,-1-1 0 0 0,-29 2 0 0 0,-221-16 133 0 0,71-1-14 0 0,120 10-516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2.4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177 57 1928 0 0,'9'-6'91'0'0,"30"-22"1166"0"0,-37 26-898 0 0,0 0 0 0 0,0 1 0 0 0,-1-1 0 0 0,1 0-1 0 0,-1 0 1 0 0,1 0 0 0 0,-1 0 0 0 0,0-1-1 0 0,2-1 1 0 0,-13 5 3747 0 0,-12 11-2197 0 0,7 3-1431 0 0,1 0 1 0 0,0 1 0 0 0,0 1-1 0 0,2 0 1 0 0,-15 28-1 0 0,5-10-169 0 0,-64 116 1530 0 0,85-150-1781 0 0,0 0-1 0 0,1 0 1 0 0,-1 0-1 0 0,1 0 1 0 0,-1 1-1 0 0,1-1 1 0 0,0 0-1 0 0,-1 0 1 0 0,1 0-1 0 0,0 0 1 0 0,0 1-1 0 0,0-1 1 0 0,0 0-1 0 0,0 0 1 0 0,0 0-1 0 0,0 1 1 0 0,0-1-1 0 0,0 0 1 0 0,1 0-1 0 0,-1 0 1 0 0,0 1-1 0 0,1-1 1 0 0,-1 0-1 0 0,1 0 1 0 0,-1 0-1 0 0,1 0 1 0 0,0 0-1 0 0,0 0 0 0 0,-1 0 1 0 0,1 0-1 0 0,0 0 1 0 0,0-1-1 0 0,0 1 1 0 0,0 0-1 0 0,0 0 1 0 0,0-1-1 0 0,0 1 1 0 0,0 0-1 0 0,0-1 1 0 0,0 1-1 0 0,0-1 1 0 0,0 0-1 0 0,0 1 1 0 0,2-1-1 0 0,9 4 164 0 0,0 0 1 0 0,0-1-1 0 0,18 3 0 0 0,-17-4 94 0 0,16 4 36 0 0,46 15-1 0 0,-33-2-6671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4.6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396 50 920 0 0,'-1'0'37'0'0,"1"0"0"0"0,0-1 0 0 0,-1 1 0 0 0,1 0 0 0 0,0 0 0 0 0,-1 0-1 0 0,1-1 1 0 0,0 1 0 0 0,0 0 0 0 0,-1 0 0 0 0,1-1 0 0 0,0 1 0 0 0,0 0 0 0 0,-1-1 0 0 0,1 1 0 0 0,0 0-1 0 0,0-1 1 0 0,0 1 0 0 0,0 0 0 0 0,-1-1 0 0 0,1 1 0 0 0,0 0 0 0 0,0-1 0 0 0,0 1 0 0 0,0-1 0 0 0,0 1-1 0 0,0 0 1 0 0,0-1 0 0 0,0 1 0 0 0,0 0 0 0 0,0-1 0 0 0,0 1 0 0 0,0-1 0 0 0,0 1 0 0 0,1-1 0 0 0,7-18 547 0 0,-2 1 2404 0 0,-25 41 2025 0 0,-23 87-2241 0 0,28-68-1528 0 0,-33 67 0 0 0,47-108-1225 0 0,-1-1 0 0 0,1 1 1 0 0,-1 0-1 0 0,1-1 0 0 0,-1 1 0 0 0,1 0 0 0 0,-1 0 1 0 0,1 0-1 0 0,0-1 0 0 0,0 1 0 0 0,-1 0 0 0 0,1 0 1 0 0,0 0-1 0 0,0 0 0 0 0,0-1 0 0 0,0 1 0 0 0,0 0 1 0 0,0 0-1 0 0,0 0 0 0 0,0 0 0 0 0,0 0 0 0 0,0-1 1 0 0,1 1-1 0 0,-1 0 0 0 0,0 0 0 0 0,1 0 0 0 0,-1 0 0 0 0,0-1 1 0 0,1 1-1 0 0,-1 0 0 0 0,1-1 0 0 0,-1 1 0 0 0,1 0 1 0 0,0-1-1 0 0,-1 1 0 0 0,1 0 0 0 0,-1-1 0 0 0,1 1 1 0 0,0-1-1 0 0,0 1 0 0 0,-1-1 0 0 0,1 0 0 0 0,0 1 1 0 0,0-1-1 0 0,1 1 0 0 0,6 1 23 0 0,0-1 0 0 0,0 1 1 0 0,0-1-1 0 0,12-1 0 0 0,17 4 204 0 0,-26 1-206 0 0,0 1-1 0 0,-1 0 0 0 0,1 1 1 0 0,-1 0-1 0 0,-1 0 1 0 0,1 1-1 0 0,9 10 0 0 0,34 27 140 0 0,-52-45-131 0 0,1 1 0 0 0,-1 0 0 0 0,0-1 0 0 0,0 1 0 0 0,0 0 0 0 0,0 0 0 0 0,-1 0 0 0 0,1 0 0 0 0,0 0 0 0 0,0 0 0 0 0,0 0 0 0 0,-1 0 0 0 0,1 0 0 0 0,-1 1 0 0 0,1-1 0 0 0,-1 0 0 0 0,1 0 0 0 0,-1 1 0 0 0,0-1 0 0 0,1 0 0 0 0,-1 1 0 0 0,0-1 0 0 0,0 0 0 0 0,0 0 0 0 0,0 1 0 0 0,0 1 0 0 0,-1 1 57 0 0,0-1 0 0 0,-1 0 0 0 0,1 0 0 0 0,0 0 0 0 0,-1 1 0 0 0,0-1 0 0 0,0-1 0 0 0,0 1 0 0 0,0 0 0 0 0,-3 3 0 0 0,-5 4 161 0 0,-1 0 1 0 0,0-1-1 0 0,0 0 1 0 0,-15 8-1 0 0,9-6-285 0 0,0-2-1 0 0,-1 0 1 0 0,0 0-1 0 0,0-2 1 0 0,-1 0-1 0 0,0-2 1 0 0,0 0-1 0 0,0 0 1 0 0,-1-2-1 0 0,0-1 1 0 0,1 0-1 0 0,-1-2 1 0 0,0 0-1 0 0,0-1 1 0 0,0-1-1 0 0,1 0 1 0 0,-1-2-1 0 0,1-1 1 0 0,0 0-1 0 0,-30-13 1 0 0,27 7-1159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5.5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249 160 2761 0 0,'-64'-20'6794'0'0,"63"20"-6741"0"0,1 0 0 0 0,0 0 0 0 0,0 0 0 0 0,-1-1 0 0 0,1 1 0 0 0,0 0-1 0 0,0 0 1 0 0,-1-1 0 0 0,1 1 0 0 0,0 0 0 0 0,0 0 0 0 0,0-1 0 0 0,0 1-1 0 0,-1 0 1 0 0,1 0 0 0 0,0-1 0 0 0,0 1 0 0 0,0 0 0 0 0,0-1 0 0 0,0 1 0 0 0,0 0-1 0 0,0-1 1 0 0,0 1 0 0 0,0 0 0 0 0,0-1 0 0 0,0 1 0 0 0,0 0 0 0 0,0-1-1 0 0,0 1 1 0 0,0 0 0 0 0,0-1 0 0 0,0 1 0 0 0,0 0 0 0 0,0 0 0 0 0,1-1-1 0 0,-1 1 1 0 0,0 0 0 0 0,0-1 0 0 0,0 1 0 0 0,0 0 0 0 0,1 0 0 0 0,-1-1 0 0 0,0 1-1 0 0,0 0 1 0 0,1 0 0 0 0,-1 0 0 0 0,0-1 0 0 0,0 1 0 0 0,1 0 0 0 0,-1 0-1 0 0,0 0 1 0 0,1 0 0 0 0,-1 0 0 0 0,0-1 0 0 0,1 1 0 0 0,-1 0 0 0 0,1 0-1 0 0,21-12 568 0 0,-20 11-541 0 0,41-20 496 0 0,0 2-1 0 0,1 2 1 0 0,1 1-1 0 0,68-12 1 0 0,-95 24-374 0 0,1 1-1 0 0,0 1 1 0 0,1 0 0 0 0,-1 2-1 0 0,0 0 1 0 0,0 1 0 0 0,0 1-1 0 0,0 1 1 0 0,0 1 0 0 0,0 0 0 0 0,0 2-1 0 0,-1 0 1 0 0,32 16 0 0 0,-38-15-175 0 0,-1 0 0 0 0,0 1 0 0 0,-1 1 0 0 0,0 0 0 0 0,16 18 0 0 0,39 59-43 0 0,-17-21 23 0 0,51 67 250 0 0,-83-109-192 0 0,-2 1 0 0 0,-1 1 0 0 0,18 50 0 0 0,-16-34-21 0 0,-3 0 0 0 0,12 67-1 0 0,-22-92-30 0 0,-1-1 0 0 0,0 1-1 0 0,-1-1 1 0 0,-1 0-1 0 0,0 1 1 0 0,-1-1 0 0 0,-1 0-1 0 0,-1 0 1 0 0,0 0 0 0 0,-10 25-1 0 0,5-19 20 0 0,-1 0 1 0 0,-1 0-1 0 0,-1-1 0 0 0,0-1 0 0 0,-2 0 0 0 0,0-1 0 0 0,-1 0 0 0 0,-1-1 1 0 0,-1-1-1 0 0,0 0 0 0 0,-1-2 0 0 0,0 0 0 0 0,-1-1 0 0 0,-1 0 0 0 0,0-2 1 0 0,-36 15-1 0 0,17-12 139 0 0,0-1 0 0 0,-1-2 0 0 0,-1-2 0 0 0,0-2 0 0 0,0-1 0 0 0,0-2 0 0 0,-1-3 0 0 0,1 0 0 0 0,-70-10 0 0 0,101 7-155 0 0,-1-1 1 0 0,1 0-1 0 0,0 0 0 0 0,0-1 0 0 0,0-1 1 0 0,1 0-1 0 0,-1 0 0 0 0,-16-13 1 0 0,-5-6 140 0 0,-30-32-1 0 0,19 17-36 0 0,23 22-143 0 0,1-1 1 0 0,0 0-1 0 0,2-1 0 0 0,0-1 0 0 0,1 0 1 0 0,-13-25-1 0 0,21 31 25 0 0,0 0 0 0 0,1-1-1 0 0,1 0 1 0 0,0 0 0 0 0,1-1 0 0 0,0 1 0 0 0,2-1-1 0 0,0 0 1 0 0,0 0 0 0 0,2-30 0 0 0,4 11-8 0 0,2 0 0 0 0,1 0-1 0 0,2 0 1 0 0,1 1 0 0 0,1 0 0 0 0,2 1 0 0 0,2 1 0 0 0,36-62 0 0 0,-43 83-5 0 0,0 0 0 0 0,0 1 0 0 0,1 0 0 0 0,0 0 0 0 0,0 0 1 0 0,1 1-1 0 0,1 1 0 0 0,-1 0 0 0 0,16-8 0 0 0,-7 6-293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6.5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221 1080 6913 0 0,'0'-1'110'0'0,"1"1"-1"0"0,-1-1 0 0 0,0 0 0 0 0,0 0 0 0 0,0 0 0 0 0,0 0 0 0 0,0 0 0 0 0,0 0 0 0 0,0 0 0 0 0,0 0 1 0 0,0 0-1 0 0,-1 0 0 0 0,1 0 0 0 0,0 1 0 0 0,-1-1 0 0 0,1 0 0 0 0,0 0 0 0 0,-1 0 0 0 0,0-1 0 0 0,-11-19 2500 0 0,11 19-2258 0 0,-18-32 3739 0 0,-24-57 0 0 0,-2-42-1850 0 0,-16-141-1993 0 0,50 194-240 0 0,-2-136-1 0 0,8 89-186 0 0,-1 62-933 0 0,5 47 115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7.1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0 524 6913 0 0,'35'-36'900'0'0,"-23"22"-16"0"0,1 0-1 0 0,1 1 1 0 0,0 1 0 0 0,28-20 0 0 0,-3 12-397 0 0,2 1-1 0 0,0 3 1 0 0,1 1-1 0 0,83-18 1 0 0,15-5-287 0 0,7-5-194 0 0,152-24 1 0 0,157 1-10 0 0,-378 56 6 0 0,485-45 58 0 0,225 34 105 0 0,-503 39 2758 0 0,-278-17-3383 0 0,0 0-1 0 0,0 1 0 0 0,-1 0 1 0 0,1 0-1 0 0,-1 0 1 0 0,0 1-1 0 0,7 3 0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7.4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3 456 0 0,'1'-1'0'0'0,"-1"-1"0"0"0,-1 2 136 0 0,-1 0-8 0 0,2 2-8 0 0,-3 0 0 0 0,1 3-56 0 0,-1 0-64 0 0,2 2 88 0 0,-1-2-88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8.0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 10138 0 0,'0'0'11'0'0,"0"-1"0"0"0,0 0-1 0 0,-1 1 1 0 0,1-1 0 0 0,0 1-1 0 0,0-1 1 0 0,0 1 0 0 0,0-1-1 0 0,0 1 1 0 0,0-1 0 0 0,0 1-1 0 0,0-1 1 0 0,1 0 0 0 0,-1 1-1 0 0,0-1 1 0 0,0 1 0 0 0,0-1-1 0 0,0 1 1 0 0,1-1 0 0 0,-1 1 0 0 0,0-1-1 0 0,1 1 1 0 0,-1-1 0 0 0,0 1-1 0 0,1 0 1 0 0,-1-1 0 0 0,0 1-1 0 0,1 0 1 0 0,-1-1 0 0 0,1 1-1 0 0,-1 0 1 0 0,1-1 0 0 0,0 1-1 0 0,24-3 2440 0 0,-19 4-1721 0 0,0 0-1 0 0,0 0 1 0 0,0 1 0 0 0,-1-1 0 0 0,1 1-1 0 0,10 5 1 0 0,-10-2-470 0 0,0 0 1 0 0,-1 1-1 0 0,1 0 1 0 0,-1-1-1 0 0,0 2 1 0 0,0-1-1 0 0,-1 0 1 0 0,0 1-1 0 0,0 0 0 0 0,-1 0 1 0 0,0 0-1 0 0,0 1 1 0 0,0-1-1 0 0,2 11 1 0 0,2 15-125 0 0,-1 0 0 0 0,1 36 0 0 0,-4-34-34 0 0,10 33-191 0 0,0 10-4035 0 0,-12-77 3860 0 0,-1 0 0 0 0,0 0 0 0 0,0 0 0 0 0,0 0 0 0 0,0 0 0 0 0,0 0 0 0 0,0 0 0 0 0,0 0 0 0 0,-1 0 0 0 0,1 0 0 0 0,0 0 0 0 0,0 0 0 0 0,-1 0 0 0 0,1 0 0 0 0,-1 0 0 0 0,1-1 0 0 0,-1 1 0 0 0,1 0 0 0 0,-1 0 0 0 0,1 0 0 0 0,-1-1 0 0 0,0 1 0 0 0,1 0 0 0 0,-1-1 0 0 0,-1 2 0 0 0,-4-1-1646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8.3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3 110 6913 0 0,'0'-2'17'0'0,"-1"1"0"0"0,1 0 0 0 0,-1 0 0 0 0,1-1 0 0 0,0 1 0 0 0,-1 0 0 0 0,1-1 0 0 0,0 1 0 0 0,0 0 0 0 0,0-1 0 0 0,0 1 0 0 0,0 0 0 0 0,0-1-1 0 0,1 1 1 0 0,-1 0 0 0 0,0-1 0 0 0,1 1 0 0 0,-1 0 0 0 0,1-1 0 0 0,-1 1 0 0 0,2-2 0 0 0,0 0 6 0 0,0 0-1 0 0,1 0 1 0 0,-1 0 0 0 0,1 0 0 0 0,0 0-1 0 0,0 0 1 0 0,4-3 0 0 0,5-1 693 0 0,0-1 0 0 0,1 1 1 0 0,16-6-1 0 0,-21 10-292 0 0,0 0 0 0 0,0 0 0 0 0,0 1 0 0 0,1 0 0 0 0,-1 0 0 0 0,1 1 0 0 0,0 0 0 0 0,-1 1 0 0 0,1 0 0 0 0,0 0 0 0 0,-1 1 0 0 0,1 0 0 0 0,-1 1 0 0 0,1 0 0 0 0,-1 0 0 0 0,0 1 0 0 0,12 5 0 0 0,-9-3-188 0 0,-1 1 1 0 0,0 0-1 0 0,0 1 0 0 0,0 0 0 0 0,-1 1 1 0 0,0 0-1 0 0,-1 1 0 0 0,1-1 1 0 0,-2 2-1 0 0,1-1 0 0 0,10 20 1 0 0,-11-18-207 0 0,-1 1 0 0 0,-1 1 1 0 0,1-1-1 0 0,-2 1 0 0 0,0 0 1 0 0,-1 0-1 0 0,0 0 0 0 0,-1 0 1 0 0,0 1-1 0 0,0 20 0 0 0,-3-24-22 0 0,1-1 0 0 0,-1 1 0 0 0,-1-1 0 0 0,0 0 0 0 0,0 1 0 0 0,-1-1 0 0 0,0 0-1 0 0,0-1 1 0 0,-1 1 0 0 0,0 0 0 0 0,-1-1 0 0 0,0 0 0 0 0,0 0 0 0 0,-1-1 0 0 0,-11 13 0 0 0,2-6-99 0 0,-2-1 1 0 0,1 0-1 0 0,-2-1 1 0 0,0-1 0 0 0,0 0-1 0 0,-1-1 1 0 0,-29 10 0 0 0,38-17-1685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9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947 132 920 0 0,'-9'-10'561'0'0,"0"0"1"0"0,-1 1-1 0 0,0 0 0 0 0,-1 0 0 0 0,0 1 0 0 0,0 1 0 0 0,0 0 0 0 0,-21-9 1 0 0,10 7 559 0 0,-1 1 0 0 0,-1 1 0 0 0,0 0 0 0 0,0 2 0 0 0,0 1 0 0 0,-25-1 0 0 0,23 4-861 0 0,0 0 0 0 0,0 2 0 0 0,1 1 1 0 0,-1 1-1 0 0,1 1 0 0 0,-1 1 0 0 0,1 1 0 0 0,1 2 0 0 0,-39 16 1 0 0,38-10-137 0 0,-1 0 0 0 0,2 2 1 0 0,0 2-1 0 0,1 0 1 0 0,1 1-1 0 0,1 1 1 0 0,1 1-1 0 0,0 0 1 0 0,-16 26-1 0 0,22-28 38 0 0,1 1 1 0 0,1 0-1 0 0,1 1 0 0 0,0 0 0 0 0,2 1 0 0 0,0 0 0 0 0,2 1 0 0 0,0-1 0 0 0,2 2 0 0 0,0-1 0 0 0,-2 36 1 0 0,8-35-121 0 0,0-1 1 0 0,2 0 0 0 0,0 1 0 0 0,2-1-1 0 0,0-1 1 0 0,2 1 0 0 0,0-1 0 0 0,1 0-1 0 0,2-1 1 0 0,0 0 0 0 0,1 0 0 0 0,24 32-1 0 0,-6-14 69 0 0,2-2-1 0 0,1-2 1 0 0,2 0-1 0 0,2-2 1 0 0,44 31-1 0 0,-47-39-62 0 0,1-1-1 0 0,0-3 0 0 0,2 0 0 0 0,59 24 1 0 0,-77-39-32 0 0,1 0 0 0 0,-1-1 1 0 0,1 0-1 0 0,0-2 0 0 0,0 0 1 0 0,0-1-1 0 0,0-1 0 0 0,0-1 1 0 0,0-1-1 0 0,0 0 0 0 0,38-9 1 0 0,-24 1-9 0 0,1-2 0 0 0,-2-2 1 0 0,1-1-1 0 0,34-20 1 0 0,-13 1 33 0 0,70-55 0 0 0,-104 72 48 0 0,-2 0-1 0 0,0-1 1 0 0,-1-1 0 0 0,-1 0-1 0 0,0-2 1 0 0,-2 0 0 0 0,25-43-1 0 0,-30 45-19 0 0,-1 0 1 0 0,-1-1-1 0 0,-1 0 0 0 0,0 0 0 0 0,-1-1 1 0 0,-2 1-1 0 0,0-1 0 0 0,0 0 0 0 0,-2 0 1 0 0,-2-26-1 0 0,-16-123 393 0 0,13 141-373 0 0,-2 1-1 0 0,-1 0 1 0 0,-1 0-1 0 0,-13-27 1 0 0,15 42-76 0 0,-1 0 1 0 0,-1 1 0 0 0,0-1 0 0 0,-1 2-1 0 0,0-1 1 0 0,0 1 0 0 0,-1 1-1 0 0,-1-1 1 0 0,1 2 0 0 0,-14-9-1 0 0,-12-6 50 0 0,-74-35 0 0 0,-6 10-1932 0 0,79 35-783 0 0,-47-9-1 0 0,51 16-4620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0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92 467 3097 0 0,'-3'-4'172'0'0,"-1"0"0"0"0,1 0 1 0 0,-1 0-1 0 0,0 0 1 0 0,0 1-1 0 0,0-1 0 0 0,0 1 1 0 0,0 0-1 0 0,-7-3 1 0 0,-5-4 911 0 0,12 7-753 0 0,2 1 143 0 0,-1 0 0 0 0,1 0 1 0 0,-1 0-1 0 0,1 0 0 0 0,0 0 1 0 0,0 0-1 0 0,-4-6 0 0 0,1-13 6253 0 0,22 35-1131 0 0,38 18-6162 0 0,-31-19 800 0 0,11 10-270 0 0,0 1 0 0 0,-2 2 1 0 0,30 30-1 0 0,82 97 445 0 0,-145-153-397 0 0,0 0-1 0 0,0 0 0 0 0,0 0 0 0 0,0 0 0 0 0,0 0 0 0 0,0 0 0 0 0,0 0 1 0 0,1 1-1 0 0,-1-1 0 0 0,0 0 0 0 0,0 0 0 0 0,0 0 0 0 0,0 0 0 0 0,0 0 1 0 0,1 0-1 0 0,-1 0 0 0 0,0 0 0 0 0,0 0 0 0 0,0 0 0 0 0,0 0 0 0 0,0 0 1 0 0,1 0-1 0 0,-1 0 0 0 0,0 0 0 0 0,0 0 0 0 0,0 0 0 0 0,0 0 0 0 0,0-1 1 0 0,1 1-1 0 0,-1 0 0 0 0,0 0 0 0 0,0 0 0 0 0,0 0 0 0 0,0 0 0 0 0,0 0 1 0 0,0 0-1 0 0,0 0 0 0 0,1 0 0 0 0,-1-1 0 0 0,0 1 0 0 0,0 0 0 0 0,0 0 1 0 0,0 0-1 0 0,0 0 0 0 0,0 0 0 0 0,0 0 0 0 0,0-1 0 0 0,0 1 0 0 0,0 0 1 0 0,0 0-1 0 0,0 0 0 0 0,0 0 0 0 0,0 0 0 0 0,0-1 0 0 0,0 1 1 0 0,5-18 327 0 0,2-35-82 0 0,-4 25-64 0 0,52-196 377 0 0,-35 158-401 0 0,20-128-1 0 0,-39 183-289 0 0,1 0 1 0 0,0 0-1 0 0,0 0 0 0 0,1 0 1 0 0,1 1-1 0 0,8-19 0 0 0,-9 25-1082 0 0,0-1-1 0 0,0 1 1 0 0,0 0-1 0 0,0 0 1 0 0,8-7-1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4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1 10138 0 0,'-10'3'6939'0'0,"10"-3"-6823"0"0,10 23 1906 0 0,26 28-1474 0 0,-34-49-260 0 0,24 31 99 0 0,0 1 0 0 0,-2 2 0 0 0,-2 1 0 0 0,-1 0 0 0 0,27 71 0 0 0,-40-84-448 0 0,-6-13-240 0 0,1-1-1 0 0,1 0 1 0 0,0 0 0 0 0,0 0 0 0 0,1 0-1 0 0,1 0 1 0 0,7 10 0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8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83 920 0 0,'0'-2'300'0'0,"0"0"1"0"0,0 0-1 0 0,0-1 0 0 0,0 1 0 0 0,1 0 0 0 0,-1-1 1 0 0,1 1-1 0 0,-1 0 0 0 0,1 0 0 0 0,0 0 0 0 0,-1 0 1 0 0,1 0-1 0 0,1-1 0 0 0,-1 2 0 0 0,0-1 0 0 0,0 0 0 0 0,1 0 1 0 0,-1 0-1 0 0,1 0 0 0 0,-1 1 0 0 0,1-1 0 0 0,0 1 1 0 0,-1-1-1 0 0,1 1 0 0 0,0 0 0 0 0,3-2 0 0 0,2-1 408 0 0,0-1 0 0 0,0 2 1 0 0,0-1-1 0 0,0 1 0 0 0,0 0 0 0 0,14-4 0 0 0,-14 7-397 0 0,0 0 0 0 0,0 0 0 0 0,-1 0 0 0 0,1 1 0 0 0,0 0 0 0 0,0 0 0 0 0,0 1 0 0 0,0-1 0 0 0,-1 2 0 0 0,1-1 0 0 0,-1 1 0 0 0,0 0 0 0 0,0 0 0 0 0,0 1 0 0 0,0-1 0 0 0,0 1 0 0 0,-1 1 0 0 0,0-1 0 0 0,8 9 0 0 0,-7-8-252 0 0,-1 1 1 0 0,1 0-1 0 0,-1 0 0 0 0,0 1 1 0 0,0 0-1 0 0,-1 0 1 0 0,0 0-1 0 0,-1 0 1 0 0,1 1-1 0 0,-1-1 1 0 0,0 1-1 0 0,-1 0 1 0 0,0 0-1 0 0,0 0 1 0 0,-1 0-1 0 0,1 11 1 0 0,-3-14-34 0 0,0 0 1 0 0,0 0 0 0 0,-1 0 0 0 0,1 0-1 0 0,-1 0 1 0 0,0-1 0 0 0,0 1 0 0 0,-1 0 0 0 0,0-1-1 0 0,1 0 1 0 0,-1 0 0 0 0,0 0 0 0 0,-1 0-1 0 0,1 0 1 0 0,-1-1 0 0 0,0 1 0 0 0,-5 2 0 0 0,-9 8 29 0 0,-2-1 1 0 0,-28 15-1 0 0,33-21-81 0 0,9-3-111 0 0,-18 8-301 0 0,9-10-2935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4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167 47 1840 0 0,'12'-11'-822'0'0,"-1"-18"12487"0"0,-12 28-11443 0 0,0 0-25 0 0,0 0 1 0 0,-1 1-1 0 0,1-1 1 0 0,-1 1-1 0 0,1-1 1 0 0,0 1-1 0 0,-1-1 1 0 0,1 1-1 0 0,-1 0 1 0 0,1 0-1 0 0,-1 0 1 0 0,1 0-1 0 0,-2 0 1 0 0,-3 1 93 0 0,-1-1 0 0 0,1 2 0 0 0,0-1 0 0 0,0 1 0 0 0,0 0 0 0 0,0 0 0 0 0,0 0 0 0 0,1 1 0 0 0,-1 0-1 0 0,1 0 1 0 0,0 1 0 0 0,0-1 0 0 0,0 1 0 0 0,-7 8 0 0 0,5-6-165 0 0,1 0 1 0 0,0 1-1 0 0,0 0 0 0 0,1 0 0 0 0,-1 1 1 0 0,2-1-1 0 0,-1 1 0 0 0,1 0 0 0 0,-5 14 1 0 0,8-18-133 0 0,0 0 1 0 0,0 0 0 0 0,0 0 0 0 0,1-1 0 0 0,0 1 0 0 0,-1 1 0 0 0,1-1 0 0 0,0 0 0 0 0,1 0 0 0 0,-1 0 0 0 0,1 0 0 0 0,0-1 0 0 0,0 1 0 0 0,0 0 0 0 0,0 0-1 0 0,1 0 1 0 0,-1-1 0 0 0,1 1 0 0 0,0-1 0 0 0,0 1 0 0 0,1-1 0 0 0,-1 0 0 0 0,1 1 0 0 0,-1-1 0 0 0,1-1 0 0 0,0 1 0 0 0,0 0 0 0 0,4 2 0 0 0,9 5-293 0 0,0 0 0 0 0,1-2 0 0 0,0 1 0 0 0,34 10 0 0 0,5 3-735 0 0,-51-20 980 0 0,1 1 1 0 0,-1 0-1 0 0,0 1 1 0 0,0 0-1 0 0,0-1 1 0 0,0 2-1 0 0,-1-1 1 0 0,1 0-1 0 0,-1 1 1 0 0,0 0-1 0 0,4 8 1 0 0,-7-12 115 0 0,0 1 1 0 0,0 0-1 0 0,0 0 1 0 0,0 0-1 0 0,-1 0 1 0 0,1 0 0 0 0,-1 0-1 0 0,1 0 1 0 0,-1 0-1 0 0,0 0 1 0 0,0 0-1 0 0,0 1 1 0 0,0-1-1 0 0,0 0 1 0 0,0 0 0 0 0,-1 0-1 0 0,1 0 1 0 0,-1 0-1 0 0,1 0 1 0 0,-1 0-1 0 0,0 0 1 0 0,0 0 0 0 0,0 0-1 0 0,0-1 1 0 0,0 1-1 0 0,0 0 1 0 0,0 0-1 0 0,-1-1 1 0 0,1 1-1 0 0,-1-1 1 0 0,1 1 0 0 0,-1-1-1 0 0,0 0 1 0 0,1 0-1 0 0,-1 1 1 0 0,-3 0-1 0 0,-16 9 250 0 0,-1-1 0 0 0,0-1 1 0 0,0-1-1 0 0,-1-1 0 0 0,0-1 0 0 0,-1-1 0 0 0,-46 4 0 0 0,67-9-811 0 0,-21 2 1526 0 0,12-3-2531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59.9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11 6449 0 0,'-3'-2'988'0'0,"-16"-7"7258"0"0,14 59-7692 0 0,1 0 0 0 0,5 77-1 0 0,21 106-4 0 0,-13-148-278 0 0,15 85 55 0 0,-19-147-330 0 0,1-1 0 0 0,1 1 0 0 0,1-1 0 0 0,1-1 1 0 0,14 28-1 0 0,-1-23-390 0 0,-21-25 256 0 0,-1-1-1 0 0,1 1 1 0 0,-1 0 0 0 0,1-1 0 0 0,-1 1 0 0 0,1 0 0 0 0,-1-1 0 0 0,1 1 0 0 0,0-1 0 0 0,-1 1 0 0 0,1-1 0 0 0,0 1 0 0 0,0-1 0 0 0,-1 0 0 0 0,1 1 0 0 0,0-1 0 0 0,0 0 0 0 0,-1 0 0 0 0,1 0 0 0 0,0 1 0 0 0,0-1 0 0 0,0 0 0 0 0,-1 0 0 0 0,1 0 0 0 0,0 0 0 0 0,0 0 0 0 0,0 0 0 0 0,0-1 0 0 0,-1 1 0 0 0,1 0 0 0 0,0 0 0 0 0,0 0 0 0 0,-1-1 0 0 0,1 1 0 0 0,0 0-1 0 0,1-1 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0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20 265 1376 0 0,'-19'0'664'0'0,"27"-6"2337"0"0,32-10 397 0 0,39-4-935 0 0,146-16 0 0 0,-135 23-1625 0 0,321-16 1045 0 0,-104 11-1141 0 0,88-40-156 0 0,-25 1-15 0 0,-292 50-613 0 0,2 3 0 0 0,132 10 1 0 0,-177-3-231 0 0,-1 2 1 0 0,1 2-1 0 0,34 11 1 0 0,-56-14 193 0 0,0 1 0 0 0,0 0 1 0 0,0 1-1 0 0,-1 1 0 0 0,0 0 1 0 0,0 0-1 0 0,0 2 0 0 0,-1-1 1 0 0,-1 1-1 0 0,15 16 0 0 0,19 21 398 0 0,-34-37-6 0 0,0 1-1 0 0,-1 0 0 0 0,0 0 1 0 0,0 1-1 0 0,-1 0 1 0 0,0 1-1 0 0,-1-1 1 0 0,7 18-1 0 0,74 171 21 0 0,-51-123-125 0 0,52 159 0 0 0,-84-216-220 0 0,-1-1 0 0 0,-1 1 0 0 0,0 0 0 0 0,-2 0 0 0 0,0 0 0 0 0,-1 0 0 0 0,-1 0 0 0 0,-1 0 0 0 0,-1 0-1 0 0,-1 0 1 0 0,-1-1 0 0 0,-10 30 0 0 0,10-39 22 0 0,0-1 1 0 0,0 0-1 0 0,-1-1 0 0 0,0 1 1 0 0,0-1-1 0 0,-1 0 0 0 0,0-1 0 0 0,-1 1 1 0 0,1-2-1 0 0,-1 1 0 0 0,-1-1 1 0 0,1 0-1 0 0,-1-1 0 0 0,0 1 1 0 0,-18 5-1 0 0,-10 4 80 0 0,-1-3 1 0 0,-70 14-1 0 0,62-16-52 0 0,-324 53 704 0 0,197-38-347 0 0,-315 21-248 0 0,352-38-283 0 0,-342-6-38 0 0,443-5 173 0 0,0 0 0 0 0,0-3 0 0 0,1-1 0 0 0,-1-1 0 0 0,2-2 0 0 0,-1-1 0 0 0,1-2 0 0 0,-36-20 0 0 0,35 15 104 0 0,-34-16 385 0 0,61 31-450 0 0,1 1 0 0 0,-1 0 0 0 0,0 0 0 0 0,1 0 0 0 0,-1 1 0 0 0,0 0 0 0 0,0 1 0 0 0,-10-1 0 0 0,15 2-41 0 0,-1-1 1 0 0,1 0-1 0 0,0 1 1 0 0,-1-1-1 0 0,1 1 1 0 0,0 0-1 0 0,0 0 1 0 0,0 0-1 0 0,0 0 1 0 0,0 0-1 0 0,0 0 1 0 0,0 0-1 0 0,0 1 1 0 0,0-1-1 0 0,-2 3 1 0 0,1 1-479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1.7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155 552 8754 0 0,'-20'-31'2329'0'0,"0"1"0"0"0,-2 1 1 0 0,0 1-1 0 0,-38-35 0 0 0,59 63-2291 0 0,0-1-1 0 0,0 0 0 0 0,0 0 1 0 0,0 0-1 0 0,0 0 0 0 0,0 0 1 0 0,1 0-1 0 0,-1-1 0 0 0,0 1 1 0 0,1 0-1 0 0,-1 0 0 0 0,1 0 1 0 0,0-1-1 0 0,-1 0 0 0 0,1 1-11 0 0,0 1 0 0 0,0 0 0 0 0,0-1 0 0 0,0 1 0 0 0,0 0 0 0 0,0-1 0 0 0,0 1 0 0 0,0-1 0 0 0,1 1 0 0 0,-1 0-1 0 0,0-1 1 0 0,0 1 0 0 0,0 0 0 0 0,0 0 0 0 0,1-1 0 0 0,-1 1 0 0 0,0 0 0 0 0,0-1 0 0 0,1 1 0 0 0,-1 0 0 0 0,0 0-1 0 0,0-1 1 0 0,1 1 0 0 0,-1 0 0 0 0,0 0 0 0 0,1 0 0 0 0,-1-1 0 0 0,0 1 0 0 0,1 0 0 0 0,0 0 0 0 0,0 0 17 0 0,0 0 0 0 0,1 0 0 0 0,-1 0 0 0 0,1 0 0 0 0,-1 0 0 0 0,1 0 0 0 0,-1 0 0 0 0,1 0 0 0 0,-1 1 0 0 0,0-1 0 0 0,1 1 0 0 0,-1-1 0 0 0,0 1 0 0 0,1-1 0 0 0,-1 1 0 0 0,0 0 1 0 0,0 0-1 0 0,1 0 0 0 0,-1 0 0 0 0,0 0 0 0 0,0 0 0 0 0,0 0 0 0 0,1 2 0 0 0,11 15-43 0 0,-1 1 0 0 0,0 1 0 0 0,-2 0 0 0 0,10 25 0 0 0,18 35 0 0 0,-20-49-72 0 0,2-1 0 0 0,1 0 0 0 0,1-2 0 0 0,47 46 0 0 0,-52-58 29 0 0,2 0 0 0 0,0-2 1 0 0,0 0-1 0 0,2-1 0 0 0,-1 0 1 0 0,2-2-1 0 0,-1-1 0 0 0,28 9 1 0 0,-47-18 47 0 0,1 0 0 0 0,0 0 0 0 0,0 0 0 0 0,-1-1 0 0 0,1 0 0 0 0,0 1 0 0 0,0-1 0 0 0,0 0 0 0 0,-1 0 0 0 0,1 0 0 0 0,0-1 0 0 0,0 1 0 0 0,0-1 0 0 0,-1 1 0 0 0,1-1 0 0 0,0 0-1 0 0,-1 0 1 0 0,1 0 0 0 0,3-3 0 0 0,-3 2 28 0 0,0-1 0 0 0,0 0 0 0 0,0 0-1 0 0,0 0 1 0 0,-1 0 0 0 0,1 0-1 0 0,-1 0 1 0 0,0-1 0 0 0,0 1-1 0 0,0-1 1 0 0,0 0 0 0 0,1-4-1 0 0,1-9 79 0 0,1 0 0 0 0,-2 0 1 0 0,-1 0-1 0 0,0 0 0 0 0,0-21 0 0 0,-1-26 86 0 0,23-359 332 0 0,-16 370-559 0 0,-4 29-204 0 0,0 0 0 0 0,-1-1 0 0 0,-2 0 0 0 0,-2-42 0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1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31 8754 0 0,'0'-1'54'0'0,"0"-1"1"0"0,0 1-1 0 0,0-1 0 0 0,0 1 1 0 0,0-1-1 0 0,1 1 0 0 0,-1-1 0 0 0,0 1 1 0 0,1-1-1 0 0,-1 1 0 0 0,1 0 1 0 0,0-1-1 0 0,-1 1 0 0 0,1 0 1 0 0,0 0-1 0 0,1-3 0 0 0,-1 4 150 0 0,0-1 1 0 0,0 1-1 0 0,-1-1 0 0 0,1 1 0 0 0,0-1 0 0 0,0 1 0 0 0,0 0 0 0 0,0-1 0 0 0,-1 1 0 0 0,1 0 0 0 0,0 0 0 0 0,0 0 0 0 0,0-1 0 0 0,0 1 0 0 0,0 0 0 0 0,0 0 0 0 0,0 0 0 0 0,0 0 0 0 0,-1 1 0 0 0,3-1 0 0 0,-1 1 138 0 0,1 0-1 0 0,-1 0 1 0 0,1 0-1 0 0,-1 0 1 0 0,0 0-1 0 0,1 1 1 0 0,-1-1-1 0 0,0 1 1 0 0,0 0 0 0 0,0-1-1 0 0,0 1 1 0 0,0 0-1 0 0,0 0 1 0 0,-1 0-1 0 0,1 1 1 0 0,-1-1-1 0 0,2 3 1 0 0,5 16-3 0 0,-1 0 0 0 0,-1 0 0 0 0,-2 0 1 0 0,0 1-1 0 0,3 39 0 0 0,-4-29-313 0 0,12 56 0 0 0,-6-59-175 0 0,1-1 0 0 0,1 1 0 0 0,27 48 0 0 0,4-13-3898 0 0,-38-60 2448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4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53 143 2304 0 0,'-6'-3'420'0'0,"1"-1"0"0"0,0 0-1 0 0,0 0 1 0 0,0 0-1 0 0,1-1 1 0 0,0 1-1 0 0,0-1 1 0 0,-6-8-1 0 0,10 11-294 0 0,-1 1-1 0 0,0-1 0 0 0,0 1 0 0 0,1-1 1 0 0,-1 0-1 0 0,1 1 0 0 0,0-1 1 0 0,-1 0-1 0 0,1 1 0 0 0,0-1 0 0 0,0 0 1 0 0,0 1-1 0 0,0-1 0 0 0,0 0 0 0 0,1 1 1 0 0,-1-1-1 0 0,0 0 0 0 0,1 1 0 0 0,-1-1 1 0 0,1 0-1 0 0,0 1 0 0 0,-1-1 1 0 0,1 1-1 0 0,0-1 0 0 0,0 1 0 0 0,0-1 1 0 0,0 1-1 0 0,0 0 0 0 0,0 0 0 0 0,1-1 1 0 0,-1 1-1 0 0,0 0 0 0 0,1 0 0 0 0,-1 0 1 0 0,1 0-1 0 0,1 0 0 0 0,6-5 223 0 0,-1 1 0 0 0,1 0 0 0 0,1 1 0 0 0,-1 0 1 0 0,1 0-1 0 0,0 1 0 0 0,-1 0 0 0 0,1 1 0 0 0,1 0 0 0 0,-1 0 0 0 0,0 2 0 0 0,0-1 0 0 0,0 1 0 0 0,1 0 0 0 0,-1 1 0 0 0,0 0 0 0 0,0 1 0 0 0,0 0 0 0 0,16 6 0 0 0,-18-5-246 0 0,1 0 0 0 0,0 1 0 0 0,-1 1-1 0 0,0-1 1 0 0,0 1 0 0 0,0 1 0 0 0,-1 0-1 0 0,0 0 1 0 0,0 0 0 0 0,0 1 0 0 0,-1 0-1 0 0,0 0 1 0 0,0 0 0 0 0,-1 1 0 0 0,0 0 0 0 0,0 0-1 0 0,0 0 1 0 0,-2 1 0 0 0,1-1 0 0 0,-1 1-1 0 0,4 14 1 0 0,-7-18-146 0 0,1-1 0 0 0,-1 1-1 0 0,0 0 1 0 0,0 0 0 0 0,0 0-1 0 0,0-1 1 0 0,-1 1 0 0 0,0 0-1 0 0,0 0 1 0 0,0-1 0 0 0,-1 1-1 0 0,0-1 1 0 0,0 1 0 0 0,0-1-1 0 0,0 0 1 0 0,-1 1 0 0 0,1-1-1 0 0,-1 0 1 0 0,0-1 0 0 0,0 1-1 0 0,0 0 1 0 0,-1-1 0 0 0,0 0-1 0 0,-4 3 1 0 0,-4 4 417 0 0,-1-1 0 0 0,0-1 1 0 0,-1 0-1 0 0,0-1 0 0 0,0-1 0 0 0,-19 7 1 0 0,22-12-1562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9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219 0 4609 0 0,'-30'7'3558'0'0,"11"2"-1903"0"0,1 0 0 0 0,0 1 0 0 0,-28 21 0 0 0,36-24-1219 0 0,1 1 1 0 0,0 0-1 0 0,0 1 1 0 0,1 0-1 0 0,0 0 1 0 0,1 0-1 0 0,-11 19 1 0 0,17-26-439 0 0,-1 0-1 0 0,1 1 1 0 0,0-1 0 0 0,0 1 0 0 0,0 0 0 0 0,0-1 0 0 0,1 1 0 0 0,-1 0 0 0 0,1-1 0 0 0,0 1 0 0 0,-1 0 0 0 0,1 0 0 0 0,0-1 0 0 0,1 1 0 0 0,-1 0 0 0 0,0 0-1 0 0,1-1 1 0 0,0 1 0 0 0,0 3 0 0 0,1-3-48 0 0,0 1-1 0 0,0-1 0 0 0,0 0 0 0 0,1 0 0 0 0,-1 0 1 0 0,1 0-1 0 0,0-1 0 0 0,-1 1 0 0 0,1-1 0 0 0,0 1 1 0 0,1-1-1 0 0,3 2 0 0 0,9 4-151 0 0,0-1-1 0 0,0 0 1 0 0,1-2-1 0 0,30 7 1 0 0,22 0-55 0 0,-48-10 191 0 0,-1 2-1 0 0,0 0 0 0 0,0 1 0 0 0,0 1 0 0 0,20 8 0 0 0,-39-13 62 0 0,0-1-1 0 0,1 1 0 0 0,-1 0 1 0 0,1-1-1 0 0,-1 1 0 0 0,0 0 1 0 0,0 0-1 0 0,1 0 0 0 0,-1 0 0 0 0,0 0 1 0 0,0 0-1 0 0,0 0 0 0 0,0 0 1 0 0,0 0-1 0 0,0 1 0 0 0,0-1 1 0 0,-1 0-1 0 0,1 1 0 0 0,0-1 1 0 0,-1 0-1 0 0,1 1 0 0 0,-1-1 0 0 0,1 1 1 0 0,-1-1-1 0 0,0 1 0 0 0,0 1 1 0 0,0 0 63 0 0,-1 0-1 0 0,0-1 1 0 0,1 1 0 0 0,-1-1 0 0 0,0 0 0 0 0,-1 1 0 0 0,1-1 0 0 0,0 0-1 0 0,-1 0 1 0 0,1 0 0 0 0,-1 0 0 0 0,0 0 0 0 0,0 0 0 0 0,-2 2 0 0 0,-6 5 487 0 0,-1-1 0 0 0,0 0 1 0 0,-1 0-1 0 0,-21 9 0 0 0,11-7-153 0 0,-1-1 0 0 0,0-2 0 0 0,-26 6-1 0 0,-3-5-6828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3.2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59 6913 0 0,'9'-2'1371'0'0,"1"0"-1"0"0,-1 0 0 0 0,0-1 0 0 0,-1 0 0 0 0,1-1 1 0 0,9-5-1 0 0,15-5 48 0 0,-21 10-1630 0 0,0 0 1 0 0,1 0 0 0 0,25-3-1 0 0,-31 6-131 0 0,0 1-1 0 0,-1 0 0 0 0,1 1 1 0 0,-1-1-1 0 0,1 1 0 0 0,-1 1 0 0 0,1-1 1 0 0,-1 1-1 0 0,11 4 0 0 0,-9-2 411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3.4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1 101 1840 0 0,'24'-2'3262'0'0,"3"-7"-2645"0"0,-1-2 0 0 0,30-16 0 0 0,-28 13-1049 0 0,42-16 0 0 0,-51 22 432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4.5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 92 3225 0 0,'-17'-5'2278'0'0,"11"2"-777"0"0,-1 1 0 0 0,1 0 0 0 0,-1 1 0 0 0,0 0 1 0 0,1 0-1 0 0,-12 0 0 0 0,16 1-1326 0 0,0 0 0 0 0,0 1 0 0 0,0-1 0 0 0,0 1 1 0 0,0-1-1 0 0,0 1 0 0 0,0 0 0 0 0,0 0 0 0 0,0 0 0 0 0,1 0 0 0 0,-1 0 0 0 0,0 1 0 0 0,0-1 1 0 0,1 0-1 0 0,-1 1 0 0 0,1-1 0 0 0,-1 1 0 0 0,1 0 0 0 0,0-1 0 0 0,0 1 0 0 0,0 0 0 0 0,0 0 1 0 0,0 0-1 0 0,0-1 0 0 0,0 1 0 0 0,0 3 0 0 0,-3 8-129 0 0,0 0 1 0 0,1 0-1 0 0,1 1 0 0 0,1-1 1 0 0,-1 0-1 0 0,2 1 0 0 0,0 0 1 0 0,1-1-1 0 0,4 24 1 0 0,0-11-69 0 0,1 0 1 0 0,1 0 0 0 0,1-1 0 0 0,13 25 0 0 0,-14-34 16 0 0,2-1 1 0 0,0 1 0 0 0,1-2-1 0 0,0 0 1 0 0,1 0-1 0 0,0 0 1 0 0,2-2 0 0 0,18 16 0 0 0,-23-21 2 0 0,1 0 1 0 0,0-1-1 0 0,0 0 1 0 0,1 0-1 0 0,0-1 1 0 0,0-1 0 0 0,0 0-1 0 0,0 0 1 0 0,1-1-1 0 0,-1 0 1 0 0,1-1 0 0 0,0 0-1 0 0,0 0 1 0 0,18-1-1 0 0,-26-1 16 0 0,0-1 0 0 0,0 1-1 0 0,0-1 1 0 0,0 1-1 0 0,1-1 1 0 0,-1 0 0 0 0,0 0-1 0 0,0 0 1 0 0,0-1-1 0 0,-1 1 1 0 0,1-1-1 0 0,0 0 1 0 0,0 1 0 0 0,-1-1-1 0 0,1-1 1 0 0,3-3-1 0 0,-3 2 45 0 0,1-1 0 0 0,-1 0-1 0 0,0 0 1 0 0,0 0 0 0 0,0 0 0 0 0,-1 0-1 0 0,0-1 1 0 0,3-9 0 0 0,-2-1 86 0 0,0-1 0 0 0,-1 0 1 0 0,0 0-1 0 0,-1 0 0 0 0,-3-24 1 0 0,-1 17-67 0 0,-1 0 0 0 0,-1 0 1 0 0,-1 1-1 0 0,-2 0 0 0 0,0 0 0 0 0,-1 0 1 0 0,-1 1-1 0 0,-1 1 0 0 0,-1 0 0 0 0,-1 0 0 0 0,-1 1 1 0 0,-1 1-1 0 0,0 0 0 0 0,-2 1 0 0 0,0 1 1 0 0,-1 1-1 0 0,-30-23 0 0 0,44 36-281 0 0,-1 0-1 0 0,1 1 1 0 0,-1-1-1 0 0,1 1 1 0 0,-1-1 0 0 0,0 1-1 0 0,0 1 1 0 0,0-1-1 0 0,0 1 1 0 0,-6-1-1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5.9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30 170 1840 0 0,'-9'-29'3029'0'0,"-12"-15"9487"0"0,60 117-6136 0 0,-7-16-6378 0 0,253 401 60 0 0,-268-433-28 0 0,-9-13 19 0 0,1 0-1 0 0,0 0 0 0 0,0-1 1 0 0,19 18-1 0 0,-27-29-30 0 0,-1 0-1 0 0,1 0 0 0 0,-1 0 1 0 0,1 0-1 0 0,-1 0 0 0 0,1 0 1 0 0,0 0-1 0 0,-1 0 1 0 0,1 0-1 0 0,-1 0 0 0 0,1 0 1 0 0,-1 0-1 0 0,1 0 1 0 0,0-1-1 0 0,-1 1 0 0 0,1 0 1 0 0,-1 0-1 0 0,1-1 1 0 0,-1 1-1 0 0,1 0 0 0 0,-1-1 1 0 0,1 1-1 0 0,-1 0 0 0 0,0-1 1 0 0,1 1-1 0 0,-1-1 1 0 0,1 1-1 0 0,-1 0 0 0 0,0-1 1 0 0,1 1-1 0 0,-1-1 1 0 0,0 1-1 0 0,0-1 0 0 0,1 0 1 0 0,-1 1-1 0 0,0-1 1 0 0,0 0-1 0 0,12-26 248 0 0,-12 26-239 0 0,24-74 283 0 0,-4-1-1 0 0,18-146 1 0 0,-26 137-861 0 0,4 0 1 0 0,27-85-1 0 0,-43 170 526 0 0,1-4-168 0 0,0 1-1 0 0,0 0 0 0 0,0 0 1 0 0,1 0-1 0 0,-1 0 0 0 0,1 0 1 0 0,3-4-1 0 0,0 3-621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6.7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203 28 2761 0 0,'-9'-26'11626'0'0,"8"26"-11452"0"0,0-1 0 0 0,0 1 1 0 0,0 0-1 0 0,0 0 0 0 0,0 0 1 0 0,0 0-1 0 0,0 0 0 0 0,0 0 1 0 0,0 0-1 0 0,0 0 0 0 0,0 0 1 0 0,1 1-1 0 0,-1-1 0 0 0,0 0 1 0 0,0 0-1 0 0,-1 2 0 0 0,-13 3 385 0 0,1 1-1 0 0,0 0 1 0 0,1 1-1 0 0,0 1 1 0 0,0 0-1 0 0,-20 17 1 0 0,27-21-542 0 0,1 0 0 0 0,0 1 0 0 0,1 0-1 0 0,-1 0 1 0 0,1 0 0 0 0,0 1 0 0 0,0-1 0 0 0,1 1 0 0 0,-1 0 0 0 0,1 0 0 0 0,1 0 0 0 0,-1 1 0 0 0,1-1 0 0 0,0 1 0 0 0,0-1 0 0 0,1 1 0 0 0,-1 10 0 0 0,2-15-10 0 0,0 0 0 0 0,1 1 0 0 0,-1-1 0 0 0,1 0 1 0 0,-1 0-1 0 0,1 0 0 0 0,0 0 0 0 0,0 0 0 0 0,0 0 0 0 0,0 0 1 0 0,0-1-1 0 0,0 1 0 0 0,1 0 0 0 0,-1 0 0 0 0,0-1 1 0 0,1 1-1 0 0,0-1 0 0 0,-1 1 0 0 0,1-1 0 0 0,0 0 1 0 0,0 0-1 0 0,-1 0 0 0 0,1 0 0 0 0,3 2 0 0 0,8 2 57 0 0,-1-1 0 0 0,0 0 0 0 0,16 3 0 0 0,4 2-3 0 0,-24-6-53 0 0,0 0 0 0 0,0 0 0 0 0,0 1 1 0 0,-1 0-1 0 0,1 0 0 0 0,-1 1 0 0 0,8 6 1 0 0,-13-8-14 0 0,1 0 0 0 0,0 0 0 0 0,-1 0 0 0 0,0 0 0 0 0,1 0 0 0 0,-1 1 0 0 0,-1-1 0 0 0,1 1 0 0 0,0 0 0 0 0,-1-1 0 0 0,0 1 0 0 0,0 0 0 0 0,0 0 0 0 0,0 0 0 0 0,-1 0 0 0 0,1 0 0 0 0,-1 6 0 0 0,-1 7 37 0 0,1-1 1 0 0,-2 0 0 0 0,0 0 0 0 0,-1 0-1 0 0,-1 0 1 0 0,0 0 0 0 0,-1-1 0 0 0,-1 1-1 0 0,0-1 1 0 0,-15 24 0 0 0,16-34 95 0 0,3-6-211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1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62 7834 0 0,'-15'-31'4966'0'0,"15"30"-4707"0"0,0 0 1 0 0,-1 0 0 0 0,1 0-1 0 0,0-1 1 0 0,0 1-1 0 0,0 0 1 0 0,0 0-1 0 0,0 0 1 0 0,0 0-1 0 0,0-1 1 0 0,0 1-1 0 0,0 0 1 0 0,0 0-1 0 0,1 0 1 0 0,-1 0-1 0 0,1 0 1 0 0,-1 0 0 0 0,0 0-1 0 0,1 0 1 0 0,0 0-1 0 0,-1 0 1 0 0,1 0-1 0 0,0 0 1 0 0,-1 0-1 0 0,1 0 1 0 0,0 0-1 0 0,1-1 1 0 0,-1 2-184 0 0,-1 0 0 0 0,1 0 0 0 0,0 1-1 0 0,-1-1 1 0 0,1 0 0 0 0,-1 0 0 0 0,1 0 0 0 0,0 0 0 0 0,-1 1 0 0 0,1-1 0 0 0,-1 0-1 0 0,1 0 1 0 0,-1 1 0 0 0,1-1 0 0 0,-1 0 0 0 0,1 1 0 0 0,-1-1 0 0 0,1 1 0 0 0,-1-1-1 0 0,1 1 1 0 0,-1-1 0 0 0,0 1 0 0 0,1-1 0 0 0,-1 1 0 0 0,0-1 0 0 0,1 1 0 0 0,-1 0 0 0 0,13 21 311 0 0,-10-18-258 0 0,18 34 182 0 0,-1 0 1 0 0,-2 2 0 0 0,-2 0 0 0 0,20 75-1 0 0,-22-52-348 0 0,-2 0 1 0 0,5 101-1 0 0,-20-140-1403 0 0,-19-75-4198 0 0,16 29 5572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4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73 4609 0 0,'0'-1'130'0'0,"-1"0"1"0"0,0 0-1 0 0,0 0 0 0 0,1 0 1 0 0,-1 0-1 0 0,1 0 0 0 0,-1 0 1 0 0,1-1-1 0 0,0 1 1 0 0,-1 0-1 0 0,1 0 0 0 0,0-1 1 0 0,0 1-1 0 0,0 0 0 0 0,-1 0 1 0 0,1-1-1 0 0,1 1 0 0 0,-1 0 1 0 0,0 0-1 0 0,0-1 0 0 0,0 1 1 0 0,1 0-1 0 0,-1 0 1 0 0,1 0-1 0 0,-1-1 0 0 0,1 0 1 0 0,1 0 192 0 0,0 0 0 0 0,0 0 1 0 0,0 0-1 0 0,0 0 0 0 0,0 0 1 0 0,0 0-1 0 0,0 1 1 0 0,1-1-1 0 0,-1 1 0 0 0,1 0 1 0 0,3-2-1 0 0,6-1 560 0 0,-1 1 0 0 0,0 0 0 0 0,1 0 0 0 0,-1 1-1 0 0,13 0 1 0 0,-6 1-433 0 0,-1 2 0 0 0,0 0-1 0 0,1 1 1 0 0,-1 1-1 0 0,0 0 1 0 0,0 1 0 0 0,0 1-1 0 0,-1 1 1 0 0,1 0-1 0 0,-1 1 1 0 0,17 11 0 0 0,-26-14-413 0 0,0 1 0 0 0,0 0 0 0 0,0 0 0 0 0,-1 1 0 0 0,0 0 1 0 0,0 0-1 0 0,-1 1 0 0 0,1-1 0 0 0,-1 1 0 0 0,7 14 0 0 0,-9-15-45 0 0,-1 0-1 0 0,0 1 0 0 0,0 0 1 0 0,0-1-1 0 0,-1 1 0 0 0,0 0 0 0 0,0 0 1 0 0,-1 0-1 0 0,1 0 0 0 0,-2 0 0 0 0,1-1 1 0 0,-1 1-1 0 0,0 0 0 0 0,-3 12 1 0 0,-2-2-17 0 0,0-1-1 0 0,0 0 1 0 0,-2 0 0 0 0,0 0 0 0 0,-1-1 0 0 0,-14 19 0 0 0,1-5 125 0 0,-53 52 1 0 0,68-75-81 0 0,1 0 0 0 0,-1-1 0 0 0,0 0 0 0 0,0 0 0 0 0,-1 0-1 0 0,-15 6 1 0 0,-8-5-6602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175 9 5985 0 0,'-2'-1'328'0'0,"0"0"0"0"0,0 0 0 0 0,0 0 0 0 0,0 0-1 0 0,-1 0 1 0 0,1 0 0 0 0,0 1 0 0 0,0-1 0 0 0,-1 1-1 0 0,1 0 1 0 0,0 0 0 0 0,0-1 0 0 0,-1 2 0 0 0,1-1-1 0 0,0 0 1 0 0,-1 0 0 0 0,1 1 0 0 0,0-1 0 0 0,0 1-1 0 0,-1 0 1 0 0,1-1 0 0 0,-2 2 0 0 0,-2 0 423 0 0,-1 1 1 0 0,1 0-1 0 0,0 0 1 0 0,0 0-1 0 0,1 1 1 0 0,-9 6-1 0 0,12-9-673 0 0,0 1 0 0 0,1 0-1 0 0,-1 0 1 0 0,0-1 0 0 0,1 1-1 0 0,0 0 1 0 0,-1 1 0 0 0,1-1-1 0 0,0 0 1 0 0,0 0 0 0 0,0 0-1 0 0,0 1 1 0 0,0-1 0 0 0,1 0-1 0 0,-1 1 1 0 0,1-1 0 0 0,0 1-1 0 0,-1-1 1 0 0,1 1 0 0 0,0-1-1 0 0,0 0 1 0 0,1 1 0 0 0,-1-1-1 0 0,0 1 1 0 0,1-1 0 0 0,0 0-1 0 0,-1 1 1 0 0,1-1 0 0 0,0 0-1 0 0,2 4 1 0 0,4 5-17 0 0,0 0 1 0 0,1 0-1 0 0,0-1 0 0 0,17 17 1 0 0,4 5 67 0 0,-7-4-141 0 0,35 64 0 0 0,-50-79 6 0 0,0 1 0 0 0,-1 1 0 0 0,-1-1 0 0 0,0 1 0 0 0,-1 0 0 0 0,-1 0 0 0 0,2 20 0 0 0,-5-31 22 0 0,1 0 1 0 0,-1 0-1 0 0,-1 0 1 0 0,1 0-1 0 0,0 0 1 0 0,-1 0-1 0 0,0 0 1 0 0,0-1-1 0 0,0 1 1 0 0,0 0-1 0 0,-1-1 1 0 0,1 1-1 0 0,-1 0 1 0 0,0-1-1 0 0,0 0 1 0 0,0 1-1 0 0,-1-1 1 0 0,-2 3 0 0 0,1-2 38 0 0,-1-1 1 0 0,1 1 0 0 0,-1-1 0 0 0,0 0 0 0 0,0 0 0 0 0,0 0 0 0 0,-1 0 0 0 0,1-1 0 0 0,-1 0 0 0 0,1-1 0 0 0,-7 2-1 0 0,-1 0 17 0 0,1-2 0 0 0,-1 1 0 0 0,0-2-1 0 0,1 0 1 0 0,-1 0 0 0 0,1-1-1 0 0,-1 0 1 0 0,1-2 0 0 0,-1 1 0 0 0,-18-7-1 0 0,15 2-500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8.5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206 21 5065 0 0,'-1'-1'259'0'0,"1"0"1"0"0,0 0-1 0 0,-1 0 0 0 0,1 0 0 0 0,-1 1 1 0 0,0-1-1 0 0,1 0 0 0 0,-1 0 0 0 0,0 0 1 0 0,1 1-1 0 0,-1-1 0 0 0,0 1 1 0 0,0-1-1 0 0,1 0 0 0 0,-1 1 0 0 0,0-1 1 0 0,0 1-1 0 0,0 0 0 0 0,0-1 0 0 0,0 1 1 0 0,0 0-1 0 0,-1-1 0 0 0,-22-5 3939 0 0,17 6-3705 0 0,-1 1 1 0 0,1 0-1 0 0,0 0 1 0 0,0 0-1 0 0,0 1 1 0 0,0 0-1 0 0,0 0 1 0 0,0 0-1 0 0,0 1 1 0 0,1 0-1 0 0,-11 7 1 0 0,13-8-440 0 0,1 0 0 0 0,0 0 0 0 0,0 0 0 0 0,0 1 0 0 0,0-1 0 0 0,0 1 0 0 0,0-1 0 0 0,1 1 0 0 0,-1 0 0 0 0,1 0 0 0 0,0 0 0 0 0,0 1 0 0 0,0-1 0 0 0,0 0 0 0 0,1 1 0 0 0,-1-1 0 0 0,1 1 0 0 0,0-1 0 0 0,0 1 0 0 0,0 0 0 0 0,1 0 0 0 0,-1-1 0 0 0,1 1 0 0 0,0 5 0 0 0,1-6-53 0 0,0 0 0 0 0,0 0-1 0 0,0 0 1 0 0,1 0 0 0 0,-1 0 0 0 0,1 0-1 0 0,0-1 1 0 0,0 1 0 0 0,0-1 0 0 0,0 1-1 0 0,0-1 1 0 0,1 0 0 0 0,-1 1-1 0 0,1-2 1 0 0,-1 1 0 0 0,1 0 0 0 0,4 2-1 0 0,54 25-2 0 0,-51-25 2 0 0,26 11-36 0 0,-8-5-74 0 0,31 17 0 0 0,-53-24 95 0 0,1 1 0 0 0,-1 0 1 0 0,0 0-1 0 0,0 1 0 0 0,-1-1 0 0 0,1 1 0 0 0,-1 0 0 0 0,0 1 1 0 0,-1-1-1 0 0,6 8 0 0 0,-9-11 14 0 0,0 0 0 0 0,0 1 0 0 0,-1-1 0 0 0,1 1 0 0 0,-1-1 0 0 0,1 1 1 0 0,-1-1-1 0 0,0 1 0 0 0,0-1 0 0 0,0 1 0 0 0,0-1 0 0 0,-1 1 0 0 0,1-1 0 0 0,0 1 0 0 0,-1-1 0 0 0,0 0 0 0 0,0 1 0 0 0,0-1 0 0 0,0 0 1 0 0,0 1-1 0 0,0-1 0 0 0,0 0 0 0 0,-1 0 0 0 0,1 0 0 0 0,-1 0 0 0 0,1 0 0 0 0,-1 0 0 0 0,-2 1 0 0 0,-5 6 71 0 0,-1 0-1 0 0,0 0 0 0 0,-21 13 1 0 0,6-8 68 0 0,-1 0 0 0 0,-1-2 0 0 0,-31 10 0 0 0,-39 18-1816 0 0,89-35 483 0 0,5 1-285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9.2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96 1376 0 0,'1'-1'481'0'0,"1"0"-1"0"0,-1 0 0 0 0,1 0 0 0 0,-1 0 0 0 0,1 0 1 0 0,-1 1-1 0 0,1-1 0 0 0,-1 1 0 0 0,1-1 1 0 0,0 1-1 0 0,-1-1 0 0 0,1 1 0 0 0,0 0 1 0 0,-1 0-1 0 0,1 0 0 0 0,0 0 0 0 0,-1 0 0 0 0,1 0 1 0 0,0 1-1 0 0,-1-1 0 0 0,1 0 0 0 0,0 1 1 0 0,2 1-1 0 0,-2-1 53 0 0,1 1 0 0 0,0 0 1 0 0,-1 0-1 0 0,1 0 0 0 0,-1 0 1 0 0,0 1-1 0 0,0-1 0 0 0,0 1 1 0 0,0-1-1 0 0,0 1 0 0 0,2 5 1 0 0,0 1-100 0 0,1 1 0 0 0,-2 0 0 0 0,0 0 0 0 0,0 0 0 0 0,-1 0-1 0 0,3 19 1 0 0,-5-21-453 0 0,0-3-2 0 0,0-1 0 0 0,0 1 1 0 0,0 0-1 0 0,1 0 0 0 0,-1-1 0 0 0,1 1 0 0 0,0 0 1 0 0,1-1-1 0 0,-1 1 0 0 0,1-1 0 0 0,0 1 0 0 0,0-1 1 0 0,4 5-1 0 0,-5-10-87 0 0,1-1-1 0 0,0 0 1 0 0,-1 1 0 0 0,1-1 0 0 0,-1 0 0 0 0,0 0 0 0 0,0 0 0 0 0,0 0 0 0 0,0 0 0 0 0,0 0-1 0 0,0 0 1 0 0,1-4 0 0 0,-1 3-16 0 0,16-31 140 0 0,2 1-1 0 0,1 1 0 0 0,2 1 1 0 0,36-40-1 0 0,-55 67 46 0 0,30-30 356 0 0,-31 32-369 0 0,0 1 1 0 0,0-1-1 0 0,0 0 0 0 0,0 1 1 0 0,0 0-1 0 0,0 0 1 0 0,0-1-1 0 0,1 1 0 0 0,-1 1 1 0 0,0-1-1 0 0,1 0 1 0 0,-1 0-1 0 0,1 1 0 0 0,-1 0 1 0 0,1-1-1 0 0,2 1 1 0 0,-4 1-29 0 0,1-1 1 0 0,-1 1-1 0 0,0 0 1 0 0,1 0-1 0 0,-1-1 1 0 0,0 1-1 0 0,0 0 1 0 0,0 0-1 0 0,1 1 1 0 0,-1-1-1 0 0,0 0 1 0 0,0 0-1 0 0,-1 0 1 0 0,1 1 0 0 0,0-1-1 0 0,0 0 1 0 0,-1 1-1 0 0,1-1 1 0 0,-1 1-1 0 0,1-1 1 0 0,0 3-1 0 0,8 36 417 0 0,-8-37-429 0 0,15 77 59 0 0,6 40 37 0 0,-22-119-105 0 0,0-1 1 0 0,0 0 0 0 0,0 0 0 0 0,0 0-1 0 0,0 0 1 0 0,0 1 0 0 0,0-1 0 0 0,0 0-1 0 0,0 0 1 0 0,0 0 0 0 0,0 1-1 0 0,0-1 1 0 0,0 0 0 0 0,0 0 0 0 0,0 0-1 0 0,0 0 1 0 0,0 1 0 0 0,1-1 0 0 0,-1 0-1 0 0,0 0 1 0 0,0 0 0 0 0,0 0 0 0 0,0 1-1 0 0,0-1 1 0 0,1 0 0 0 0,-1 0 0 0 0,0 0-1 0 0,0 0 1 0 0,0 0 0 0 0,0 0 0 0 0,1 0-1 0 0,-1 0 1 0 0,0 0 0 0 0,0 0 0 0 0,0 1-1 0 0,0-1 1 0 0,1 0 0 0 0,-1 0 0 0 0,0 0-1 0 0,0 0 1 0 0,0 0 0 0 0,1 0-1 0 0,-1 0 1 0 0,0 0 0 0 0,0-1 0 0 0,0 1-1 0 0,1 0 1 0 0,-1 0 0 0 0,0 0 0 0 0,13-10-27 0 0,17-27 33 0 0,-21 26 57 0 0,21-28-58 0 0,-20 24 82 0 0,1 1 1 0 0,0 1-1 0 0,1 0 0 0 0,0 0 0 0 0,22-16 0 0 0,-33 28-82 0 0,1 0 0 0 0,-1 0 0 0 0,1 0 0 0 0,0 0 0 0 0,0 0 0 0 0,-1 0 0 0 0,1 0 0 0 0,0 1 0 0 0,0-1 0 0 0,0 1 0 0 0,0-1 0 0 0,0 1 0 0 0,0 0 0 0 0,0 0 0 0 0,0 0 0 0 0,0 0 0 0 0,0 0 0 0 0,0 0 0 0 0,0 1 0 0 0,0-1 0 0 0,2 1 0 0 0,-2 1-1 0 0,1-1 1 0 0,0 1-1 0 0,-1 0 0 0 0,1-1 0 0 0,-1 1 0 0 0,0 0 0 0 0,1 1 0 0 0,-1-1 0 0 0,0 0 0 0 0,0 1 0 0 0,-1-1 0 0 0,3 5 0 0 0,4 7-39 0 0,-2 1 0 0 0,1 0 0 0 0,-2 1 0 0 0,4 17 0 0 0,-6-23-34 0 0,0 1-242 0 0,0 0 0 0 0,0 0 0 0 0,1-1 0 0 0,0 0 0 0 0,1 1 0 0 0,0-2 1 0 0,1 1-1 0 0,0-1 0 0 0,15 17 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9.7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204 8 10138 0 0,'-3'-2'402'0'0,"0"1"0"0"0,-1 0 1 0 0,1 0-1 0 0,-1 0 0 0 0,1 1 0 0 0,-1-1 0 0 0,1 1 0 0 0,-1-1 1 0 0,0 1-1 0 0,1 0 0 0 0,-1 1 0 0 0,1-1 0 0 0,-1 1 0 0 0,1-1 1 0 0,-1 1-1 0 0,1 0 0 0 0,-1 1 0 0 0,1-1 0 0 0,0 0 0 0 0,0 1 1 0 0,-4 2-1 0 0,1-1-139 0 0,1 1 1 0 0,-1 0-1 0 0,1 1 1 0 0,0-1-1 0 0,0 1 1 0 0,0 0-1 0 0,0 0 1 0 0,1 0-1 0 0,-7 12 1 0 0,-2 7-146 0 0,2 0 1 0 0,0 0-1 0 0,-9 33 1 0 0,17-47-110 0 0,0 0 0 0 0,1 0 0 0 0,1 0 0 0 0,-1 0 0 0 0,1 0 0 0 0,1 1 0 0 0,0-1 0 0 0,0 0 0 0 0,1 0 0 0 0,1 1 0 0 0,3 15 0 0 0,-4-23-45 0 0,0-1 0 0 0,0 1 0 0 0,0 0-1 0 0,0 0 1 0 0,1-1 0 0 0,-1 1-1 0 0,1-1 1 0 0,0 1 0 0 0,-1-1 0 0 0,1 0-1 0 0,0 1 1 0 0,0-1 0 0 0,1 0-1 0 0,-1 0 1 0 0,0-1 0 0 0,1 1 0 0 0,-1 0-1 0 0,1-1 1 0 0,-1 0 0 0 0,1 1-1 0 0,0-1 1 0 0,0 0 0 0 0,-1 0 0 0 0,1-1-1 0 0,0 1 1 0 0,4 0 0 0 0,-3-1-24 0 0,-1 0 0 0 0,1-1 0 0 0,0 1 0 0 0,-1-1 0 0 0,1 0 1 0 0,-1 0-1 0 0,0 0 0 0 0,1-1 0 0 0,-1 1 0 0 0,0-1 0 0 0,0 0 0 0 0,0 1 1 0 0,0-1-1 0 0,0-1 0 0 0,0 1 0 0 0,0 0 0 0 0,-1-1 0 0 0,1 1 0 0 0,-1-1 1 0 0,0 0-1 0 0,3-4 0 0 0,5-11-81 0 0,-2 0 0 0 0,0 0 0 0 0,-1 0 0 0 0,0-1 1 0 0,-2 0-1 0 0,0-1 0 0 0,3-32 0 0 0,7-27 781 0 0,-15 86-356 0 0,-1 0 1 0 0,1 0-1 0 0,0 0 0 0 0,1 0 0 0 0,0 0 1 0 0,0-1-1 0 0,0 1 0 0 0,1 0 0 0 0,0 0 1 0 0,0-1-1 0 0,1 0 0 0 0,0 1 0 0 0,4 5 1 0 0,6 14-813 0 0,33 43-1 0 0,-19-39-1096 0 0,-6-13-3835 0 0,-2-5-1116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0.0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8754 0 0,'0'1'936'0'0,"1"46"7318"0"0,3-1-4967 0 0,1 33-1738 0 0,-3-26-1166 0 0,2 0 0 0 0,11 57 0 0 0,-8-79-448 0 0,1-1 1 0 0,1 0-1 0 0,2 0 1 0 0,27 53-1 0 0,-5-25-580 0 0,-18-33-3201 0 0,-10-17 1165 0 0,7 11-4391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0.3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0 6449 0 0,'-4'0'13659'0'0,"2"16"-10997"0"0,4 23-2735 0 0,60 203 1655 0 0,-8-41-1157 0 0,-10 11-1460 0 0,-39-187 595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3.3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99 359 456 0 0,'-23'-28'3100'0'0,"-8"-6"3403"0"0,29 32-5786 0 0,0 0 1 0 0,-1 1-1 0 0,1-1 0 0 0,-1 1 1 0 0,0 0-1 0 0,1-1 0 0 0,-1 1 1 0 0,0 0-1 0 0,0 1 0 0 0,0-1 1 0 0,0 0-1 0 0,0 1 0 0 0,0 0 1 0 0,-3 0 441 0 0,24 13 57 0 0,-7-6-1218 0 0,0 0-1 0 0,-1 1 1 0 0,0 0 0 0 0,0 0 0 0 0,-1 1 0 0 0,0 1 0 0 0,-1 0-1 0 0,0 0 1 0 0,0 0 0 0 0,11 22 0 0 0,-2 1-8 0 0,2 0 1 0 0,1-1-1 0 0,1-1 0 0 0,2-1 1 0 0,2-1-1 0 0,0-1 1 0 0,2-1-1 0 0,0-2 0 0 0,45 32 1 0 0,-69-55 18 0 0,0 0 1 0 0,0 0-1 0 0,0 0 1 0 0,0 0-1 0 0,0-1 1 0 0,1 0-1 0 0,-1 1 1 0 0,0-1-1 0 0,1 0 1 0 0,-1-1-1 0 0,1 1 1 0 0,-1-1-1 0 0,1 1 1 0 0,-1-1 0 0 0,1 0-1 0 0,6-1 1 0 0,-7 0 20 0 0,0 0 1 0 0,0-1 0 0 0,0 1-1 0 0,0 0 1 0 0,-1-1-1 0 0,1 0 1 0 0,0 0 0 0 0,-1 0-1 0 0,1 0 1 0 0,-1 0 0 0 0,1-1-1 0 0,-1 1 1 0 0,0 0 0 0 0,0-1-1 0 0,0 0 1 0 0,-1 0 0 0 0,1 1-1 0 0,1-5 1 0 0,10-20 100 0 0,-2 0-1 0 0,-1-1 1 0 0,-1 0 0 0 0,10-56 0 0 0,6-122 712 0 0,-20 142-764 0 0,-1-19-477 0 0,-5 61 189 0 0,2-1 1 0 0,0 1 0 0 0,2 0 0 0 0,0 0-1 0 0,7-22 1 0 0,-6 33-1498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3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64 4609 0 0,'-8'-27'5278'0'0,"8"25"-4502"0"0,0-1 0 0 0,-1 0-1 0 0,1 0 1 0 0,-1 1 0 0 0,0-1-1 0 0,0 1 1 0 0,0-1 0 0 0,0 1-1 0 0,0-1 1 0 0,-1 1 0 0 0,1 0-1 0 0,-3-4 1 0 0,14 18-590 0 0,1 1-1 0 0,-2 0 1 0 0,0 0 0 0 0,0 1-1 0 0,-1 0 1 0 0,8 21 0 0 0,32 100 1252 0 0,-35-96-1318 0 0,53 114-567 0 0,-39-95 278 0 0,-27-57 119 0 0,0-1 0 0 0,1 1 0 0 0,-1-1 0 0 0,0 1 0 0 0,0-1 0 0 0,0 1 0 0 0,0-1 0 0 0,1 1 0 0 0,-1-1 0 0 0,0 1 0 0 0,0-1 0 0 0,0 1 0 0 0,0-1 0 0 0,0 1 0 0 0,0-1 0 0 0,0 1 0 0 0,-1-1 0 0 0,1 1 0 0 0,0-1 0 0 0,0 1 0 0 0,0-1 1 0 0,0 0-1 0 0,-1 1 0 0 0,1-1 0 0 0,0 1 0 0 0,0-1 0 0 0,-1 1 0 0 0,1-1 0 0 0,0 0 0 0 0,-1 1 0 0 0,1-1 0 0 0,0 0 0 0 0,-1 1 0 0 0,1-1 0 0 0,0 0 0 0 0,-1 1 0 0 0,1-1 0 0 0,-1 0 0 0 0,1 0 0 0 0,-1 1 0 0 0,1-1 0 0 0,-1 0 0 0 0,1 0 0 0 0,-1 0 0 0 0,1 0 0 0 0,-1 0 0 0 0,1 0 0 0 0,-1 0 0 0 0,1 0 0 0 0,-1 0 1 0 0,1 0-1 0 0,-1 0 0 0 0,1 0 0 0 0,-1 0 0 0 0,-30-4-3988 0 0,18 2-1707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4.2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26 130 2961 0 0,'-2'-1'97'0'0,"1"0"0"0"0,-1 1 0 0 0,0-1 0 0 0,1 0 0 0 0,-1-1 0 0 0,1 1 0 0 0,0 0 0 0 0,-1 0 0 0 0,1-1 1 0 0,0 1-1 0 0,0 0 0 0 0,0-1 0 0 0,0 1 0 0 0,0-1 0 0 0,0 0 0 0 0,0 1 0 0 0,1-1 0 0 0,-1 0 0 0 0,0 1 0 0 0,1-1 1 0 0,-1 0-1 0 0,1 0 0 0 0,0 0 0 0 0,0 1 0 0 0,0-1 0 0 0,0 0 0 0 0,0 0 0 0 0,0 0 0 0 0,0 1 0 0 0,0-1 0 0 0,1 0 1 0 0,-1 0-1 0 0,1 1 0 0 0,-1-1 0 0 0,1 0 0 0 0,0 0 0 0 0,0 1 0 0 0,-1-1 0 0 0,1 1 0 0 0,0-1 0 0 0,1 1 0 0 0,1-3 1 0 0,2-1 279 0 0,0 0 0 0 0,0 0 0 0 0,0 1 0 0 0,1 0 1 0 0,-1 0-1 0 0,1 0 0 0 0,0 1 0 0 0,1-1 1 0 0,-1 2-1 0 0,9-4 0 0 0,-1 2 225 0 0,1 0 0 0 0,0 1 0 0 0,-1 1 0 0 0,1 0 0 0 0,0 2 0 0 0,0-1 0 0 0,0 2-1 0 0,0 0 1 0 0,0 0 0 0 0,0 1 0 0 0,0 1 0 0 0,-1 1 0 0 0,26 9 0 0 0,-31-9-576 0 0,-1 0 0 0 0,1 1 0 0 0,-1 0 0 0 0,0 0 0 0 0,-1 1 0 0 0,1 0 0 0 0,-1 0 0 0 0,0 0 0 0 0,0 1 0 0 0,-1 0 0 0 0,0 1 1 0 0,0-1-1 0 0,-1 1 0 0 0,0 0 0 0 0,0 1 0 0 0,-1-1 0 0 0,0 1 0 0 0,-1 0 0 0 0,0 0 0 0 0,0 0 0 0 0,0 0 0 0 0,1 17 0 0 0,-3-14-2 0 0,0 0 1 0 0,-1 1-1 0 0,0-1 0 0 0,-1 1 1 0 0,0-1-1 0 0,-1 0 0 0 0,0 0 0 0 0,-1 1 1 0 0,-1-1-1 0 0,0-1 0 0 0,0 1 1 0 0,-1-1-1 0 0,0 1 0 0 0,-14 18 1 0 0,14-22 32 0 0,0-2 1 0 0,-1 1 0 0 0,0 0-1 0 0,-1-1 1 0 0,1 0 0 0 0,-1-1-1 0 0,0 0 1 0 0,0 0 0 0 0,-1 0-1 0 0,0-1 1 0 0,0 0 0 0 0,0 0 0 0 0,0-1-1 0 0,0 0 1 0 0,-1 0 0 0 0,1-1-1 0 0,-1 0 1 0 0,0-1 0 0 0,1 0-1 0 0,-1 0 1 0 0,-14-1 0 0 0,17 0-428 0 0,1-1 0 0 0,-1 1-1 0 0,0-1 1 0 0,0 0 0 0 0,0 0 0 0 0,1-1 0 0 0,-11-3 0 0 0,11 1-786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4.7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267 15 456 0 0,'0'-1'151'0'0,"0"0"-1"0"0,0 0 1 0 0,-1 0-1 0 0,1 1 1 0 0,-1-1-1 0 0,1 0 1 0 0,-1 0-1 0 0,1 1 1 0 0,-1-1-1 0 0,1 0 1 0 0,-1 1-1 0 0,1-1 1 0 0,-1 1-1 0 0,0-1 1 0 0,1 1-1 0 0,-1-1 1 0 0,0 1-1 0 0,0-1 1 0 0,1 1-1 0 0,-1 0 1 0 0,0-1-1 0 0,0 1 1 0 0,0 0-1 0 0,1 0 1 0 0,-1-1-1 0 0,0 1 1 0 0,0 0-1 0 0,0 0 1 0 0,0 0-1 0 0,1 0 1 0 0,-1 0-1 0 0,0 0 1 0 0,-1 1-1 0 0,-30 3 2918 0 0,22 3-2606 0 0,0-1 0 0 0,0 1 0 0 0,1 1 1 0 0,0 0-1 0 0,0 0 0 0 0,1 0 0 0 0,0 1 1 0 0,0 1-1 0 0,1-1 0 0 0,0 1 0 0 0,1 0 1 0 0,0 1-1 0 0,1 0 0 0 0,0 0 0 0 0,0 0 1 0 0,2 0-1 0 0,-1 0 0 0 0,1 1 0 0 0,1 0 1 0 0,-2 21-1 0 0,4-28-518 0 0,0 0 0 0 0,0 0 0 0 0,1 0 0 0 0,-1 0 0 0 0,1 0 0 0 0,1 0 0 0 0,-1 0 0 0 0,1-1 0 0 0,-1 1 0 0 0,1 0 0 0 0,1-1 0 0 0,-1 1 0 0 0,1-1 0 0 0,-1 0 1 0 0,1 0-1 0 0,1 0 0 0 0,-1 0 0 0 0,0 0 0 0 0,6 3 0 0 0,3 2-278 0 0,0-1 1 0 0,1-1-1 0 0,0 0 1 0 0,1 0 0 0 0,14 4-1 0 0,-11-5 116 0 0,-1 1 0 0 0,0 1-1 0 0,19 12 1 0 0,-34-19 240 0 0,-1-1 0 0 0,1 1-1 0 0,0-1 1 0 0,0 1 0 0 0,0 0-1 0 0,0 0 1 0 0,-1-1 0 0 0,1 1 0 0 0,0 0-1 0 0,-1 0 1 0 0,1 0 0 0 0,0-1-1 0 0,-1 1 1 0 0,1 0 0 0 0,-1 0 0 0 0,1 0-1 0 0,-1 0 1 0 0,0 0 0 0 0,0 0 0 0 0,1 0-1 0 0,-1 0 1 0 0,0 0 0 0 0,0 1-1 0 0,0-1 1 0 0,0 0 0 0 0,0 2 0 0 0,-1-1 61 0 0,0 0 0 0 0,0 0 0 0 0,0-1 1 0 0,0 1-1 0 0,0 0 0 0 0,0 0 1 0 0,0-1-1 0 0,-1 1 0 0 0,1-1 0 0 0,-1 1 1 0 0,1-1-1 0 0,-4 3 0 0 0,-5 3 400 0 0,-1-1 1 0 0,0 0-1 0 0,-18 8 0 0 0,9-6 34 0 0,-1-1 0 0 0,0 0-1 0 0,-39 6 1 0 0,47-11-910 0 0,1-1 0 0 0,-1-1 1 0 0,0 0-1 0 0,-20-2 0 0 0,14-1-6121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3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10138 0 0,'5'15'8546'0'0,"2"11"-4360"0"0,26 136-3970 0 0,6 115-103 0 0,-18-111-579 0 0,-21-162 361 0 0,1 6-337 0 0,1-1-1 0 0,-1-1 0 0 0,1 1 1 0 0,1 0-1 0 0,0 0 0 0 0,5 11 1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4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0 1 12355 0 0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6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82 7778 0 0,'0'-1'87'0'0,"-1"0"0"0"0,1 1 0 0 0,0-1 0 0 0,-1 0 0 0 0,1 0 0 0 0,0 0 0 0 0,0 0 0 0 0,0 0 0 0 0,-1 0 0 0 0,1 0 0 0 0,0 0 0 0 0,0 0 0 0 0,1 0 0 0 0,-1 0 0 0 0,0 0 0 0 0,0 0 0 0 0,0 0 0 0 0,1 0 0 0 0,-1 0 0 0 0,0 0 0 0 0,1 0 0 0 0,-1 0 0 0 0,1 1 0 0 0,0-3-1 0 0,1 1 128 0 0,0 0 0 0 0,0 0 0 0 0,1 0 0 0 0,-1 0 0 0 0,0 0 0 0 0,1 0 0 0 0,-1 1 0 0 0,5-3-1 0 0,4-1 494 0 0,1 1-1 0 0,0-1 1 0 0,12-1-1 0 0,4 0 23 0 0,0 1 1 0 0,0 1-1 0 0,1 2 0 0 0,-1 1 0 0 0,1 2 0 0 0,0 0 0 0 0,-1 2 1 0 0,41 9-1 0 0,-65-12-678 0 0,-1 1-1 0 0,1 0 1 0 0,-1 1 0 0 0,1-1-1 0 0,-1 0 1 0 0,1 1 0 0 0,-1 0-1 0 0,0 0 1 0 0,0 0 0 0 0,0 0-1 0 0,0 0 1 0 0,0 1 0 0 0,0-1-1 0 0,-1 1 1 0 0,1 0 0 0 0,-1 0-1 0 0,3 4 1 0 0,-4-5-30 0 0,0 1 0 0 0,-1 0 0 0 0,1-1 1 0 0,0 1-1 0 0,-1 0 0 0 0,0-1 0 0 0,0 1 0 0 0,1 0 0 0 0,-2 0 0 0 0,1-1 0 0 0,0 1 1 0 0,-1 0-1 0 0,1 0 0 0 0,-1-1 0 0 0,1 1 0 0 0,-1 0 0 0 0,0-1 0 0 0,-1 1 0 0 0,1-1 1 0 0,0 0-1 0 0,-1 1 0 0 0,1-1 0 0 0,-1 0 0 0 0,-1 3 0 0 0,-10 11-144 0 0,0-1 1 0 0,-1 0-1 0 0,0 0 0 0 0,-24 17 0 0 0,27-24-919 0 0,0 0 0 0 0,0-1-1 0 0,-1-1 1 0 0,-19 9 0 0 0,26-14-388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9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 7370 0 0,'3'0'313'0'0,"-1"-1"0"0"0,1 1 0 0 0,0-1 0 0 0,-1 1 0 0 0,1 0 0 0 0,0 0 0 0 0,0 0 0 0 0,-1 0 0 0 0,1 0 1 0 0,0 1-1 0 0,-1-1 0 0 0,1 1 0 0 0,0 0 0 0 0,-1 0 0 0 0,1 0 0 0 0,-1 0 0 0 0,1 0 0 0 0,-1 0 0 0 0,4 3 1 0 0,-2-2 208 0 0,0 1 1 0 0,0 0 0 0 0,0 0 0 0 0,-1 0 0 0 0,1 0 0 0 0,-1 0-1 0 0,0 1 1 0 0,0-1 0 0 0,0 1 0 0 0,3 5 0 0 0,-3-1-331 0 0,-2-1-1 0 0,1 1 1 0 0,-1-1 0 0 0,0 1-1 0 0,-1-1 1 0 0,0 1 0 0 0,0 0-1 0 0,-1-1 1 0 0,1 1 0 0 0,-2-1 0 0 0,1 1-1 0 0,-1-1 1 0 0,-3 9 0 0 0,2-5-304 0 0,0-1-1 0 0,1 1 1 0 0,0 0 0 0 0,1 0 0 0 0,1 16 0 0 0,7 1-917 0 0,5-13-2596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6.0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7 5529 0 0,'-7'-7'3705'0'0,"11"9"-1913"0"0,4 20-4776 0 0,-9-13 2824 0 0,-3 4 160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6.4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30 6449 0 0,'2'0'235'0'0,"0"0"0"0"0,0 1 0 0 0,0-1-1 0 0,0 0 1 0 0,0 1 0 0 0,-1-1 0 0 0,1 1-1 0 0,0-1 1 0 0,0 1 0 0 0,0 0 0 0 0,-1 0-1 0 0,1 0 1 0 0,0 0 0 0 0,-1 0 0 0 0,1 0-1 0 0,-1 0 1 0 0,1 1 0 0 0,-1-1-1 0 0,0 1 1 0 0,2 2 0 0 0,0 0 192 0 0,-1 0 1 0 0,1 1-1 0 0,-1-1 0 0 0,0 1 1 0 0,-1 0-1 0 0,1-1 0 0 0,1 11 1 0 0,0 4 249 0 0,-2 1 1 0 0,0-1-1 0 0,-1 22 1 0 0,-2-23-635 0 0,1-13-58 0 0,0 0 0 0 0,1 0 0 0 0,0 0 0 0 0,0 0 0 0 0,0 1 1 0 0,0-1-1 0 0,1 0 0 0 0,1 7 0 0 0,-2-11-20 0 0,0-1 0 0 0,1 0 1 0 0,-1 0-1 0 0,0 0 0 0 0,0 1 0 0 0,0-1 0 0 0,0 0 1 0 0,1 0-1 0 0,-1 0 0 0 0,0 1 0 0 0,0-1 0 0 0,0 0 0 0 0,1 0 1 0 0,-1 0-1 0 0,0 0 0 0 0,0 0 0 0 0,0 0 0 0 0,1 1 1 0 0,-1-1-1 0 0,0 0 0 0 0,0 0 0 0 0,1 0 0 0 0,-1 0 0 0 0,0 0 1 0 0,0 0-1 0 0,1 0 0 0 0,-1 0 0 0 0,0 0 0 0 0,0 0 1 0 0,1 0-1 0 0,-1 0 0 0 0,0 0 0 0 0,0 0 0 0 0,1 0 1 0 0,-1-1-1 0 0,0 1 0 0 0,0 0 0 0 0,1 0 0 0 0,10-10-1019 0 0,6-11-565 0 0,-5-1 1174 0 0,-2-1 1 0 0,0 1 0 0 0,10-37 0 0 0,2-4 2047 0 0,-21 59-1358 0 0,1 1 1 0 0,-1 0-1 0 0,1 0 0 0 0,0 0 0 0 0,0 0 1 0 0,1 0-1 0 0,-1 1 0 0 0,0-1 0 0 0,1 1 0 0 0,0-1 1 0 0,-1 1-1 0 0,1 0 0 0 0,0 0 0 0 0,0 0 1 0 0,0 0-1 0 0,1 1 0 0 0,4-2 0 0 0,-7 2-218 0 0,1 1-1 0 0,0-1 0 0 0,-1 1 0 0 0,1 0 0 0 0,-1 0 1 0 0,1-1-1 0 0,0 1 0 0 0,-1 1 0 0 0,1-1 1 0 0,0 0-1 0 0,-1 0 0 0 0,1 1 0 0 0,-1-1 1 0 0,1 0-1 0 0,0 1 0 0 0,-1 0 0 0 0,1-1 1 0 0,-1 1-1 0 0,0 0 0 0 0,1 0 0 0 0,-1 0 1 0 0,0 0-1 0 0,1 0 0 0 0,-1 0 0 0 0,0 0 1 0 0,0 0-1 0 0,0 0 0 0 0,0 1 0 0 0,0-1 1 0 0,0 0-1 0 0,0 1 0 0 0,0-1 0 0 0,-1 1 1 0 0,1-1-1 0 0,0 1 0 0 0,-1-1 0 0 0,0 1 1 0 0,1-1-1 0 0,-1 4 0 0 0,7 44-3579 0 0,-7-35-2024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7.1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138 388 7834 0 0,'0'0'81'0'0,"1"0"1"0"0,-1 0 0 0 0,0-1 0 0 0,1 1-1 0 0,-1 0 1 0 0,0-1 0 0 0,0 1 0 0 0,1 0-1 0 0,-1-1 1 0 0,0 1 0 0 0,0-1 0 0 0,0 1-1 0 0,0 0 1 0 0,1-1 0 0 0,-1 1 0 0 0,0-1-1 0 0,0 1 1 0 0,0-1 0 0 0,0 1 0 0 0,0 0-1 0 0,0-1 1 0 0,0 1 0 0 0,0-1 0 0 0,0 1-1 0 0,0-1 1 0 0,-1 1 0 0 0,1 0 0 0 0,0-1-1 0 0,0 1 1 0 0,0-1 0 0 0,0 1 0 0 0,-1 0-1 0 0,1-1 1 0 0,0 1 0 0 0,-1-1 0 0 0,-16-2 2931 0 0,12 3-2555 0 0,0 1 0 0 0,1 0 0 0 0,0 0 0 0 0,-1 0 0 0 0,1 0 0 0 0,0 1 0 0 0,-7 2 0 0 0,4 2-324 0 0,1-1-1 0 0,-1 1 1 0 0,1 1-1 0 0,0-1 1 0 0,1 1-1 0 0,0 0 1 0 0,0 0-1 0 0,0 1 1 0 0,1-1-1 0 0,0 1 1 0 0,0 0-1 0 0,1 0 1 0 0,0 1-1 0 0,0-1 1 0 0,1 0-1 0 0,0 1 1 0 0,1 0 0 0 0,0-1-1 0 0,0 1 1 0 0,1 15-1 0 0,1-16-131 0 0,-1 0-1 0 0,1 0 1 0 0,0 0 0 0 0,1 0 0 0 0,-1-1-1 0 0,2 1 1 0 0,-1-1 0 0 0,1 1-1 0 0,0-1 1 0 0,1 0 0 0 0,-1 0 0 0 0,2 0-1 0 0,-1 0 1 0 0,1-1 0 0 0,0 0-1 0 0,0 0 1 0 0,0 0 0 0 0,1 0-1 0 0,0-1 1 0 0,0 0 0 0 0,0 0 0 0 0,1-1-1 0 0,7 4 1 0 0,-10-6-17 0 0,-1-1-1 0 0,0 1 1 0 0,0-1 0 0 0,1 0 0 0 0,-1 0-1 0 0,1-1 1 0 0,-1 1 0 0 0,1-1 0 0 0,-1 1-1 0 0,1-1 1 0 0,-1 0 0 0 0,1-1 0 0 0,-1 1-1 0 0,1 0 1 0 0,-1-1 0 0 0,1 0 0 0 0,5-2-1 0 0,-3 0-56 0 0,-1 0-1 0 0,0 0 0 0 0,0 0 0 0 0,0-1 0 0 0,0 1 0 0 0,-1-1 0 0 0,0 0 0 0 0,1-1 0 0 0,5-8 0 0 0,1-2-36 0 0,-1-2 0 0 0,-1 1-1 0 0,0-1 1 0 0,-1-1 0 0 0,9-30 0 0 0,39-196 220 0 0,-37 144 27 0 0,-9 58 442 0 0,-3-1 0 0 0,4-73 303 0 0,-8 152 342 0 0,3 38-1122 0 0,16 128-227 0 0,-17-172-76 0 0,1 1-1 0 0,2-1 1 0 0,1-1 0 0 0,19 42 0 0 0,-26-66 161 0 0,1 0 0 0 0,0 0 0 0 0,0 0 0 0 0,1 0 0 0 0,-1 0 0 0 0,1-1 0 0 0,0 1 0 0 0,6 4 0 0 0,-9-8 10 0 0,0 0-1 0 0,0-1 1 0 0,-1 1-1 0 0,1-1 1 0 0,0 1-1 0 0,0-1 0 0 0,0 0 1 0 0,0 1-1 0 0,0-1 1 0 0,0 0-1 0 0,0 0 1 0 0,0 1-1 0 0,0-1 0 0 0,0 0 1 0 0,0 0-1 0 0,0 0 1 0 0,0 0-1 0 0,0 0 1 0 0,0 0-1 0 0,0-1 0 0 0,1 1 1 0 0,0-1-32 0 0,-1 0 1 0 0,1 0 0 0 0,-1 0-1 0 0,1 0 1 0 0,-1-1-1 0 0,0 1 1 0 0,0 0-1 0 0,1-1 1 0 0,-1 1 0 0 0,0 0-1 0 0,0-1 1 0 0,0 1-1 0 0,-1-1 1 0 0,1 0 0 0 0,0 1-1 0 0,0-4 1 0 0,8-20-468 0 0,7-35 1 0 0,-10 35 393 0 0,0 0-1 0 0,14-30 1 0 0,-17 48 99 0 0,0 0-1 0 0,0 1 0 0 0,1 0 1 0 0,0-1-1 0 0,1 2 1 0 0,-1-1-1 0 0,1 0 0 0 0,0 1 1 0 0,0 0-1 0 0,1 0 1 0 0,0 0-1 0 0,8-5 0 0 0,-12 9 106 0 0,0 0 0 0 0,0-1 0 0 0,-1 1-1 0 0,1 1 1 0 0,0-1 0 0 0,0 0 0 0 0,0 0-1 0 0,0 1 1 0 0,0-1 0 0 0,1 1 0 0 0,-1-1-1 0 0,0 1 1 0 0,0 0 0 0 0,0 0 0 0 0,0 0-1 0 0,0 0 1 0 0,0 0 0 0 0,0 1 0 0 0,0-1 0 0 0,1 1-1 0 0,-1-1 1 0 0,0 1 0 0 0,0 0 0 0 0,0-1-1 0 0,-1 1 1 0 0,1 0 0 0 0,0 1 0 0 0,0-1-1 0 0,0 0 1 0 0,-1 0 0 0 0,1 1 0 0 0,-1-1-1 0 0,1 1 1 0 0,-1-1 0 0 0,1 1 0 0 0,-1 0-1 0 0,0-1 1 0 0,0 1 0 0 0,0 0 0 0 0,2 4-1 0 0,3 8 395 0 0,0 0-1 0 0,-2 0 1 0 0,1 1-1 0 0,3 24 1 0 0,-4-20-914 0 0,0-8-1197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7.7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65 7834 0 0,'-1'-2'412'0'0,"-1"1"-1"0"0,1-1 1 0 0,-1 1 0 0 0,1-1 0 0 0,-1 1 0 0 0,0 0 0 0 0,0 0 0 0 0,1 0-1 0 0,-1 0 1 0 0,0 0 0 0 0,0 0 0 0 0,0 0 0 0 0,0 1 0 0 0,0-1 0 0 0,0 0-1 0 0,0 1 1 0 0,0 0 0 0 0,0 0 0 0 0,0-1 0 0 0,0 1 0 0 0,0 1 0 0 0,-4-1-1 0 0,5 1-155 0 0,-1-1 0 0 0,1 1 0 0 0,-1 0 0 0 0,1-1-1 0 0,0 1 1 0 0,-1 0 0 0 0,1 0 0 0 0,0 0 0 0 0,0 0-1 0 0,0 0 1 0 0,0 0 0 0 0,0 0 0 0 0,0 1 0 0 0,0-1-1 0 0,0 0 1 0 0,0 2 0 0 0,-7 21-350 0 0,5-7 159 0 0,2 1 0 0 0,0 0 0 0 0,2-1 0 0 0,-1 1 0 0 0,2 0 0 0 0,1-1 0 0 0,0 1 1 0 0,1-1-1 0 0,0 0 0 0 0,2 0 0 0 0,0-1 0 0 0,1 1 0 0 0,1-1 0 0 0,0-1 0 0 0,1 1 1 0 0,1-2-1 0 0,20 26 0 0 0,-27-37-81 0 0,0 0 1 0 0,0 0 0 0 0,0 0-1 0 0,1 0 1 0 0,-1-1-1 0 0,1 0 1 0 0,0 0 0 0 0,-1 0-1 0 0,1 0 1 0 0,0 0-1 0 0,0-1 1 0 0,0 1-1 0 0,1-1 1 0 0,-1 0 0 0 0,0 0-1 0 0,0-1 1 0 0,1 1-1 0 0,5-1 1 0 0,-5-1-31 0 0,1 0 0 0 0,-1 0-1 0 0,0-1 1 0 0,0 1 0 0 0,0-1 0 0 0,0-1 0 0 0,0 1-1 0 0,-1 0 1 0 0,1-1 0 0 0,-1 0 0 0 0,1 0 0 0 0,-1-1 0 0 0,4-3-1 0 0,2-3-40 0 0,-1 0 0 0 0,0-1 0 0 0,-1 1-1 0 0,-1-2 1 0 0,1 1 0 0 0,-2-1 0 0 0,1 0-1 0 0,-2-1 1 0 0,0 1 0 0 0,7-25 0 0 0,-10 26 95 0 0,-1-1 1 0 0,0 1-1 0 0,0-1 0 0 0,-1 0 1 0 0,-1 1-1 0 0,0-1 0 0 0,-1 0 1 0 0,0 1-1 0 0,0 0 0 0 0,-1-1 1 0 0,-1 1-1 0 0,-7-16 0 0 0,8 20-31 0 0,0 1 0 0 0,0 0 0 0 0,-1 0 0 0 0,0 0-1 0 0,0 0 1 0 0,0 1 0 0 0,-1 0 0 0 0,0 0-1 0 0,0 0 1 0 0,0 0 0 0 0,-1 1 0 0 0,1 0 0 0 0,-1 0-1 0 0,0 0 1 0 0,0 1 0 0 0,0 0 0 0 0,-1 0-1 0 0,1 0 1 0 0,-1 1 0 0 0,0 0 0 0 0,0 0 0 0 0,-8 0-1 0 0,2 2-1208 0 0,1 2-3522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0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0 6913 0 0,'16'7'8273'0'0,"-16"-7"-8066"0"0,0 1 0 0 0,0-1 0 0 0,0 1 0 0 0,0-1 0 0 0,0 1-1 0 0,0-1 1 0 0,0 1 0 0 0,0-1 0 0 0,0 1 0 0 0,0 0 0 0 0,0 31 1442 0 0,-24 133-228 0 0,12-103-585 0 0,-4 90 1 0 0,15-93-2339 0 0,7 75-1 0 0,-4-116 863 0 0,0-1-1 0 0,2 1 0 0 0,0 0 0 0 0,1-1 1 0 0,0 0-1 0 0,2 0 0 0 0,0-1 0 0 0,15 27 1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2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25 156 2304 0 0,'-3'-1'36'0'0,"1"0"0"0"0,0-1 0 0 0,0 1-1 0 0,0 0 1 0 0,0-1 0 0 0,0 0-1 0 0,0 1 1 0 0,0-1 0 0 0,0 0 0 0 0,-1-2-1 0 0,3 3 19 0 0,0 0 0 0 0,-1 1 0 0 0,1-1 0 0 0,0 0-1 0 0,0 0 1 0 0,0 0 0 0 0,0 0 0 0 0,0 0 0 0 0,0 0 0 0 0,0 1-1 0 0,0-1 1 0 0,1 0 0 0 0,-1 0 0 0 0,0 0 0 0 0,0 0-1 0 0,1 0 1 0 0,-1 1 0 0 0,0-1 0 0 0,1 0 0 0 0,-1 0 0 0 0,1 1-1 0 0,-1-1 1 0 0,1 0 0 0 0,-1 1 0 0 0,1-1 0 0 0,0 0-1 0 0,-1 1 1 0 0,1-1 0 0 0,0 1 0 0 0,0-1 0 0 0,1 0 0 0 0,10-8 839 0 0,0 1 1 0 0,1 0 0 0 0,0 1 0 0 0,0 0-1 0 0,28-9 1 0 0,74-17-1211 0 0,-10 13-519 0 0,-81 16 825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5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1 3681 0 0,'-3'1'270'0'0,"1"-1"0"0"0,-1 1 0 0 0,1 1 0 0 0,-1-1 0 0 0,1 0-1 0 0,-1 1 1 0 0,1-1 0 0 0,0 1 0 0 0,0-1 0 0 0,0 1 0 0 0,0 0 0 0 0,0 0 0 0 0,0 0 0 0 0,0 0 0 0 0,0 1 0 0 0,1-1 0 0 0,-1 0 0 0 0,1 1 0 0 0,-2 3 0 0 0,-3 6 1197 0 0,0 0-1 0 0,-7 22 1 0 0,10-21-736 0 0,0-1 0 0 0,1 1-1 0 0,1 0 1 0 0,0 0 0 0 0,1-1 0 0 0,0 1-1 0 0,1 0 1 0 0,3 18 0 0 0,30 104 1647 0 0,-19-80-1975 0 0,-8-27-309 0 0,-1 0-1 0 0,2 36 1 0 0,-7-50-253 0 0,-1 0-1 0 0,0-1 1 0 0,-1 1 0 0 0,0 0-1 0 0,-1-1 1 0 0,-7 25-1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38 150 1376 0 0,'-5'-6'487'0'0,"1"-1"-1"0"0,-1 0 1 0 0,1 0 0 0 0,1 0-1 0 0,-1 0 1 0 0,1-1-1 0 0,-3-10 1 0 0,6 16-325 0 0,-1 0 0 0 0,0 0 0 0 0,1 0 0 0 0,0 0 1 0 0,-1 0-1 0 0,1 1 0 0 0,0-1 0 0 0,0 0 0 0 0,0 0 1 0 0,0 0-1 0 0,0 0 0 0 0,1 0 0 0 0,-1 0 0 0 0,0 0 0 0 0,1 0 1 0 0,0 0-1 0 0,-1 0 0 0 0,1 0 0 0 0,0 1 0 0 0,0-1 0 0 0,0 0 1 0 0,0 1-1 0 0,0-1 0 0 0,0 0 0 0 0,1 1 0 0 0,-1 0 1 0 0,1-1-1 0 0,-1 1 0 0 0,1 0 0 0 0,-1 0 0 0 0,1-1 0 0 0,0 1 1 0 0,-1 0-1 0 0,4-1 0 0 0,51-15 3183 0 0,-38 11-3200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1.7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143 348 456 0 0,'-11'-28'2943'0'0,"-2"0"-1"0"0,-1 1 1 0 0,-2 1-1 0 0,-22-30 1 0 0,36 54-2528 0 0,0 0 0 0 0,0-1 0 0 0,0 2 0 0 0,0-1 0 0 0,-1 0 0 0 0,1 0 0 0 0,-1 1 1 0 0,1 0-1 0 0,-1-1 0 0 0,1 1 0 0 0,-1 0 0 0 0,0 0 0 0 0,0 0 0 0 0,0 1 0 0 0,1-1 1 0 0,-1 1-1 0 0,-6-1 0 0 0,30 31 189 0 0,1-2-549 0 0,-1 2-1 0 0,-2 0 1 0 0,-1 1-1 0 0,15 38 1 0 0,-14-29-47 0 0,44 67 0 0 0,-54-95-8 0 0,0 0 0 0 0,0-1 0 0 0,1 0 0 0 0,1-1 0 0 0,0 0-1 0 0,0-1 1 0 0,1 0 0 0 0,0 0 0 0 0,19 9 0 0 0,-26-16 1 0 0,-1 0 0 0 0,0 0 0 0 0,1-1 0 0 0,-1 1 1 0 0,1-1-1 0 0,-1 0 0 0 0,1 0 0 0 0,0-1 0 0 0,0 1 0 0 0,-1-1 0 0 0,9-1 0 0 0,-10 1 18 0 0,-1 0 0 0 0,1-1 0 0 0,-1 0-1 0 0,1 0 1 0 0,-1 0 0 0 0,0 0-1 0 0,1 0 1 0 0,-1 0 0 0 0,0 0 0 0 0,0-1-1 0 0,0 1 1 0 0,0-1 0 0 0,0 0 0 0 0,0 0-1 0 0,0 1 1 0 0,-1-1 0 0 0,1 0-1 0 0,0-1 1 0 0,-1 1 0 0 0,0 0 0 0 0,0 0-1 0 0,1-1 1 0 0,0-1 0 0 0,19-58 272 0 0,-2-1 0 0 0,17-105-1 0 0,-26 106-1188 0 0,4 0-1 0 0,41-113 1 0 0,-48 158-4554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1.9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24 4441 0 0,'-2'0'472'0'0,"4"-2"-472"0"0,-2 1 0 0 0,1 0 64 0 0,3-2-64 0 0,-1-3 0 0 0,1 1 0 0 0,0-1 0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2.2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 5529 0 0,'-2'5'9382'0'0,"4"10"-5215"0"0,7 25-3774 0 0,-2-13 1036 0 0,27 232 545 0 0,-18-120-1926 0 0,-15-130-134 0 0,1-2-70 0 0,-1 1-1 0 0,-1-1 1 0 0,1 1-1 0 0,-1 0 1 0 0,0-1-1 0 0,-1 1 1 0 0,-1 10 0 0 0,-1-12-889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2.5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35 3193 0 0,'-1'0'23'0'0,"0"0"0"0"0,1 0 0 0 0,-1 0 0 0 0,0 0 0 0 0,1 0 0 0 0,-1 0 0 0 0,1 0 0 0 0,-1 0 0 0 0,0 0 0 0 0,1-1 1 0 0,-1 1-1 0 0,0 0 0 0 0,1 0 0 0 0,-1-1 0 0 0,0 1 0 0 0,1 0 0 0 0,-1 0 0 0 0,1-1 0 0 0,-1 1 0 0 0,1-1 0 0 0,-1 1 0 0 0,1-1 0 0 0,-1 1 1 0 0,1-1-1 0 0,-1 1 0 0 0,1-1 0 0 0,0 1 0 0 0,-1-2 0 0 0,15-7 2599 0 0,33-5 2432 0 0,-34 12-4205 0 0,0 1-1 0 0,1 1 0 0 0,-1 0 0 0 0,0 1 0 0 0,0 0 0 0 0,0 1 1 0 0,0 0-1 0 0,0 1 0 0 0,20 8 0 0 0,-12-3-544 0 0,-1 1-1 0 0,1 1 1 0 0,-2 0-1 0 0,35 25 1 0 0,-49-30-299 0 0,1-1 0 0 0,0 1-1 0 0,-1 0 1 0 0,0 1 0 0 0,0-1 0 0 0,0 1 0 0 0,-1 0-1 0 0,0 0 1 0 0,0 0 0 0 0,0 1 0 0 0,-1-1 0 0 0,0 1 0 0 0,-1 0-1 0 0,3 8 1 0 0,-4-11-24 0 0,0 1 0 0 0,-1 0 0 0 0,0-1 0 0 0,0 1 0 0 0,0 0-1 0 0,0-1 1 0 0,-1 1 0 0 0,1 0 0 0 0,-1-1 0 0 0,0 1 0 0 0,-1 0-1 0 0,1-1 1 0 0,-1 0 0 0 0,0 1 0 0 0,0-1 0 0 0,0 0 0 0 0,-1 0 0 0 0,1 0-1 0 0,-1 0 1 0 0,0-1 0 0 0,0 1 0 0 0,-7 5 0 0 0,6-5-54 0 0,-20 16 16 0 0,23-19-16 0 0,0-1 0 0 0,0 1 0 0 0,0 0 0 0 0,0-1 0 0 0,-1 1 1 0 0,1-1-1 0 0,0 1 0 0 0,0-1 0 0 0,-1 1 0 0 0,1-1 0 0 0,0 0 1 0 0,-1 0-1 0 0,1 0 0 0 0,0 0 0 0 0,-1 0 0 0 0,1 0 0 0 0,0 0 1 0 0,-1 0-1 0 0,-1-1 0 0 0,-2-2-1034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166 4 4145 0 0,'-14'-4'7685'0'0,"13"5"-7437"0"0,-21 6 1241 0 0,13-2-610 0 0,-1 0 0 0 0,2 1 0 0 0,-1 0-1 0 0,0 1 1 0 0,1-1 0 0 0,-12 14 0 0 0,15-14-651 0 0,0 0 0 0 0,0 0-1 0 0,0 0 1 0 0,0 1 0 0 0,1 0 0 0 0,0 0-1 0 0,1 0 1 0 0,0 0 0 0 0,-4 12 0 0 0,6-13-212 0 0,1 0 0 0 0,-1 0 0 0 0,1 0 1 0 0,1-1-1 0 0,-1 1 0 0 0,1 0 0 0 0,0 0 1 0 0,0-1-1 0 0,1 1 0 0 0,-1 0 0 0 0,1-1 0 0 0,1 1 1 0 0,-1-1-1 0 0,1 0 0 0 0,0 0 0 0 0,0 0 1 0 0,0 0-1 0 0,8 8 0 0 0,6 6-139 0 0,2 0 0 0 0,39 30 0 0 0,-35-30 10 0 0,-4-5 88 0 0,-14-11 15 0 0,0 0-1 0 0,0 0 1 0 0,-1 1 0 0 0,0 0-1 0 0,1 0 1 0 0,-1 0 0 0 0,0 0-1 0 0,-1 0 1 0 0,1 1 0 0 0,-1 0-1 0 0,3 5 1 0 0,-6-9 13 0 0,0 0 1 0 0,0 0-1 0 0,0 0 1 0 0,0 0-1 0 0,0 0 0 0 0,-1 0 1 0 0,1 0-1 0 0,0 0 0 0 0,-1 0 1 0 0,1 0-1 0 0,-1 0 1 0 0,1 0-1 0 0,-1-1 0 0 0,1 1 1 0 0,-1 0-1 0 0,1 0 1 0 0,-1-1-1 0 0,0 1 0 0 0,0 0 1 0 0,1-1-1 0 0,-1 1 1 0 0,0 0-1 0 0,0-1 0 0 0,0 1 1 0 0,0-1-1 0 0,1 0 0 0 0,-1 1 1 0 0,0-1-1 0 0,0 0 1 0 0,0 1-1 0 0,0-1 0 0 0,-1 0 1 0 0,-37 10 355 0 0,36-10-323 0 0,-29 5-500 0 0,-1-1 0 0 0,1-2 0 0 0,-42-3 1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1.2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13 196 9674 0 0,'-2'-2'326'0'0,"1"-1"-1"0"0,-1 1 1 0 0,1-1 0 0 0,0 1 0 0 0,0-1-1 0 0,0 0 1 0 0,0 0 0 0 0,0 1-1 0 0,1-1 1 0 0,-1 0 0 0 0,1 0-1 0 0,0 0 1 0 0,0 0 0 0 0,0 1 0 0 0,1-7-1 0 0,-2 7-106 0 0,1 0-1 0 0,0 0 0 0 0,0 0 1 0 0,1-1-1 0 0,-1 1 0 0 0,0 0 1 0 0,1 0-1 0 0,-1 0 0 0 0,1 0 1 0 0,0 0-1 0 0,0 0 0 0 0,0 0 1 0 0,0 1-1 0 0,0-1 0 0 0,0 0 1 0 0,0 0-1 0 0,0 1 1 0 0,1-1-1 0 0,-1 0 0 0 0,1 1 1 0 0,-1 0-1 0 0,1-1 0 0 0,2-1 1 0 0,-2 3-117 0 0,0 0 0 0 0,1 0 0 0 0,-1 0 0 0 0,0 0 0 0 0,0 1 0 0 0,1-1 0 0 0,-1 0 0 0 0,0 1 0 0 0,0 0 0 0 0,0-1 0 0 0,0 1 0 0 0,0 0 0 0 0,0 0 0 0 0,0 0 0 0 0,0 0 0 0 0,0 1 0 0 0,-1-1 0 0 0,1 0 0 0 0,0 1 0 0 0,-1-1 0 0 0,1 1 0 0 0,1 2 0 0 0,35 46 100 0 0,-31-39-63 0 0,62 105 149 0 0,-4-4-6 0 0,-55-97-190 0 0,1 0 1 0 0,0-2 0 0 0,1 1 0 0 0,1-1 0 0 0,15 12 0 0 0,-27-24-75 0 0,0 0 0 0 0,1 1 0 0 0,0-1 0 0 0,-1 0 0 0 0,1 0 0 0 0,0 0 1 0 0,-1 0-1 0 0,1 0 0 0 0,0-1 0 0 0,0 1 0 0 0,0 0 0 0 0,0-1 0 0 0,0 1 0 0 0,0-1 0 0 0,0 0 1 0 0,0 0-1 0 0,0 1 0 0 0,0-2 0 0 0,0 1 0 0 0,0 0 0 0 0,0 0 0 0 0,0 0 0 0 0,2-2 0 0 0,-2 1-9 0 0,0 0-1 0 0,0 0 0 0 0,-1-1 1 0 0,1 1-1 0 0,-1-1 0 0 0,1 1 1 0 0,-1-1-1 0 0,0 0 0 0 0,1 1 1 0 0,-1-1-1 0 0,0 0 0 0 0,0 0 0 0 0,0 0 1 0 0,-1 0-1 0 0,1 0 0 0 0,0 0 1 0 0,-1 0-1 0 0,1 0 0 0 0,-1 0 1 0 0,0 0-1 0 0,1-4 0 0 0,4-130-318 0 0,0-4-1415 0 0,-2 121 1314 0 0,0 0 0 0 0,1 0-1 0 0,0 1 1 0 0,2-1 0 0 0,10-23 0 0 0,-2 10 384 0 0,0 2 27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1.5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4 8290 0 0,'-1'6'535'0'0,"1"0"-1"0"0,0 0 1 0 0,0 0 0 0 0,0 0 0 0 0,1 0-1 0 0,0 0 1 0 0,0 0 0 0 0,2 5 0 0 0,2 17 1008 0 0,-3 36 1600 0 0,-3-39-1540 0 0,5 40 1 0 0,-3-59-1454 0 0,0 0 0 0 0,0 1 0 0 0,1-1 0 0 0,0 0 0 0 0,0 0 0 0 0,0 0 0 0 0,1 0 0 0 0,0-1 1 0 0,0 1-1 0 0,1 0 0 0 0,4 5 0 0 0,-7-10-141 0 0,0 1 1 0 0,0 0 0 0 0,1-1-1 0 0,-1 1 1 0 0,0-1-1 0 0,1 0 1 0 0,0 1-1 0 0,-1-1 1 0 0,1 0 0 0 0,0 0-1 0 0,-1 0 1 0 0,1 0-1 0 0,0 0 1 0 0,0 0-1 0 0,0-1 1 0 0,0 1-1 0 0,0-1 1 0 0,0 1 0 0 0,0-1-1 0 0,0 0 1 0 0,0 1-1 0 0,0-1 1 0 0,0 0-1 0 0,0-1 1 0 0,0 1 0 0 0,0 0-1 0 0,0 0 1 0 0,0-1-1 0 0,0 1 1 0 0,0-1-1 0 0,0 0 1 0 0,0 0 0 0 0,0 0-1 0 0,-1 0 1 0 0,1 0-1 0 0,0 0 1 0 0,-1 0-1 0 0,1 0 1 0 0,0 0 0 0 0,-1-1-1 0 0,1 1 1 0 0,0-3-1 0 0,3-1-15 0 0,-1 0 0 0 0,0-1 0 0 0,0 1 0 0 0,0-1 1 0 0,-1 0-1 0 0,0 0 0 0 0,0 0 0 0 0,-1-1 0 0 0,0 1 0 0 0,0-1 0 0 0,2-10 0 0 0,-3 7 11 0 0,-1 0 1 0 0,0-1-1 0 0,-1 1 1 0 0,0 0-1 0 0,-1-1 1 0 0,1 1-1 0 0,-2 0 1 0 0,0 0-1 0 0,0 0 1 0 0,-1 1-1 0 0,-7-15 1 0 0,4 11-423 0 0,0 1 0 0 0,-18-22 0 0 0,16 23-1288 0 0,0 0 0 0 0,-21-16 0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2.3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62 5729 0 0,'-2'-4'230'0'0,"1"-1"-1"0"0,0 1 1 0 0,0-1-1 0 0,1 0 0 0 0,0 1 1 0 0,0-6-1 0 0,3-14 6667 0 0,-5 44-550 0 0,6 19-4366 0 0,-1-7-1391 0 0,6 128 778 0 0,-5-132-1514 0 0,0 0 0 0 0,2 0 0 0 0,15 43 0 0 0,-20-67-174 0 0,1 0-1 0 0,1 0 1 0 0,-1 0 0 0 0,0 0-1 0 0,1 0 1 0 0,0 0-1 0 0,0-1 1 0 0,0 0-1 0 0,0 1 1 0 0,1-1 0 0 0,5 4-1 0 0,3 0-958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3.3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10594 0 0,'-1'10'6251'0'0,"7"21"-4059"0"0,-4-25-1449 0 0,35 131 1962 0 0,1 2-2105 0 0,-20-43-295 0 0,12 55-730 0 0,-22-133-1058 0 0,-4-12 85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3.5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87 9218 0 0,'0'0'707'0'0,"18"-4"2956"0"0,19-4-20 0 0,58-19-1 0 0,10-4-2770 0 0,-55 20-1550 0 0,-26 6 311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4.1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119 32 6913 0 0,'-8'-5'1196'0'0,"-1"0"-1"0"0,0 0 0 0 0,-18-6 1 0 0,23 10-935 0 0,1 0 0 0 0,0 0 1 0 0,-1 0-1 0 0,1 0 0 0 0,0 1 1 0 0,-1-1-1 0 0,1 1 1 0 0,-1 0-1 0 0,1 0 0 0 0,-1 0 1 0 0,1 1-1 0 0,-1-1 1 0 0,1 1-1 0 0,0 0 0 0 0,-4 1 1 0 0,6-2-161 0 0,1 1 1 0 0,-1-1-1 0 0,1 0 1 0 0,-1 1-1 0 0,1-1 0 0 0,-1 1 1 0 0,1-1-1 0 0,-1 1 1 0 0,1-1-1 0 0,-1 1 1 0 0,1 0-1 0 0,0-1 1 0 0,-1 1-1 0 0,1-1 1 0 0,0 1-1 0 0,0 0 1 0 0,0-1-1 0 0,-1 1 0 0 0,1 0 1 0 0,0-1-1 0 0,0 1 1 0 0,0 0-1 0 0,0-1 1 0 0,0 1-1 0 0,0 0 1 0 0,0-1-1 0 0,0 1 1 0 0,0 0-1 0 0,1-1 0 0 0,-1 1 1 0 0,0-1-1 0 0,0 1 1 0 0,1 0-1 0 0,-1-1 1 0 0,0 1-1 0 0,0-1 1 0 0,1 1-1 0 0,-1 0 1 0 0,1-1-1 0 0,-1 1 1 0 0,1-1-1 0 0,-1 0 0 0 0,1 1 1 0 0,-1-1-1 0 0,2 1 1 0 0,28 27 911 0 0,-23-22-771 0 0,182 158-79 0 0,-157-140-145 0 0,2-1 0 0 0,0-2 0 0 0,2-1 1 0 0,43 17-1 0 0,215 53-398 0 0,-271-84 370 0 0,-20-5 27 0 0,0 0-1 0 0,0-1 0 0 0,-1 1 0 0 0,1 0 1 0 0,0 1-1 0 0,-1-1 0 0 0,1 0 0 0 0,-1 1 1 0 0,0-1-1 0 0,1 1 0 0 0,-1 0 0 0 0,0 0 1 0 0,0 0-1 0 0,0 0 0 0 0,0 0 1 0 0,0 0-1 0 0,-1 1 0 0 0,1-1 0 0 0,-1 1 1 0 0,2 3-1 0 0,-2-4 10 0 0,-1 0 0 0 0,0 0 0 0 0,0-1-1 0 0,0 1 1 0 0,0 0 0 0 0,0 0 0 0 0,0 0 0 0 0,0 0 0 0 0,0 0 0 0 0,-1 0 0 0 0,1 0 0 0 0,-1-1-1 0 0,0 1 1 0 0,1 0 0 0 0,-1 0 0 0 0,0-1 0 0 0,0 1 0 0 0,0 0 0 0 0,0-1 0 0 0,0 1 0 0 0,-1-1-1 0 0,1 1 1 0 0,0-1 0 0 0,-1 0 0 0 0,1 1 0 0 0,-1-1 0 0 0,1 0 0 0 0,-1 0 0 0 0,0 0 0 0 0,-3 1 0 0 0,-14 11 57 0 0,-1 0 0 0 0,2 1 0 0 0,0 1 0 0 0,-25 27 0 0 0,-56 77 134 0 0,-13 13-17 0 0,105-126-205 0 0,-9 11-60 0 0,0 0 0 0 0,-2-1 1 0 0,0-1-1 0 0,0 0 0 0 0,-1-2 0 0 0,-1 0 1 0 0,-27 12-1 0 0,39-20 51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2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 8290 0 0,'7'-12'11621'0'0,"1"47"-9154"0"0,10 369-2258 0 0,-17-383-2038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4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0 103 2304 0 0,'8'-8'247'0'0,"0"0"-1"0"0,0 1 0 0 0,0 0 1 0 0,1 0-1 0 0,0 1 0 0 0,0 1 0 0 0,12-7 1 0 0,6 0 2185 0 0,39-12 0 0 0,-61 22-1980 0 0,0 1-1 0 0,0 0 1 0 0,0 0-1 0 0,0 0 1 0 0,0 0 0 0 0,0 1-1 0 0,0 0 1 0 0,0 0-1 0 0,1 1 1 0 0,-1-1-1 0 0,0 1 1 0 0,0 0-1 0 0,0 0 1 0 0,6 3 0 0 0,-8-3-317 0 0,-1 1 0 0 0,0-1 0 0 0,0 0 1 0 0,0 1-1 0 0,0-1 0 0 0,-1 1 0 0 0,1-1 1 0 0,0 1-1 0 0,-1 0 0 0 0,1 0 0 0 0,-1 0 1 0 0,1 0-1 0 0,-1 0 0 0 0,0 0 1 0 0,0 0-1 0 0,0 0 0 0 0,0 1 0 0 0,0-1 1 0 0,-1 0-1 0 0,1 0 0 0 0,-1 1 0 0 0,1-1 1 0 0,-1 1-1 0 0,0-1 0 0 0,0 0 0 0 0,0 1 1 0 0,0-1-1 0 0,0 1 0 0 0,-1-1 1 0 0,1 0-1 0 0,-1 1 0 0 0,-1 2 0 0 0,-2 8-42 0 0,0-1 0 0 0,-1 1 0 0 0,-1-1 0 0 0,0 0 0 0 0,-1 0-1 0 0,0-1 1 0 0,-1 0 0 0 0,0 0 0 0 0,-16 15 0 0 0,9-11-540 0 0,-1 0 1 0 0,0-1-1 0 0,-1-1 1 0 0,-1-1-1 0 0,-23 14 0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8754 0 0,'16'16'2652'0'0,"-8"-9"-1750"0"0,0 1 0 0 0,0 0 1 0 0,-1 0-1 0 0,0 1 0 0 0,0 0 0 0 0,-1 0 0 0 0,0 0 0 0 0,6 17 1 0 0,-5-9-295 0 0,-1 0 0 0 0,-1 1 1 0 0,3 22-1 0 0,-7-33-775 0 0,0 0 0 0 0,-1 0-1 0 0,0 1 1 0 0,0-1 0 0 0,0 0 0 0 0,-3 11-1 0 0,-2-7-2200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9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13 12443 0 0,'-4'0'972'0'0,"6"-2"-285"0"0,15-4-252 0 0,-14 5-666 0 0,0 0 0 0 0,0 0 1 0 0,0 0-1 0 0,0 1 0 0 0,0 0 0 0 0,0-1 0 0 0,0 1 0 0 0,0 0 0 0 0,0 0 1 0 0,0 1-1 0 0,-1-1 0 0 0,1 1 0 0 0,0 0 0 0 0,5 1 0 0 0,-4 1-229 0 0,1 1-1 0 0,-1-1 0 0 0,0 1 0 0 0,0 0 0 0 0,0 0 0 0 0,5 8 0 0 0,2 4 415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7.3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3225 0 0,'0'3'771'0'0,"0"-1"0"0"0,1 1 0 0 0,0-1-1 0 0,-1 1 1 0 0,1 0 0 0 0,0-1 0 0 0,0 1 0 0 0,0-1 0 0 0,1 0 0 0 0,-1 1 0 0 0,0-1 0 0 0,1 0 0 0 0,2 3 0 0 0,4 9 1414 0 0,-2 3-1269 0 0,-1 0-1 0 0,0 0 1 0 0,-2 0-1 0 0,0 1 1 0 0,1 30-1 0 0,-2-21-653 0 0,6 34 1 0 0,-8-61-265 0 0,0 1 1 0 0,0-1-1 0 0,0 0 0 0 0,0 1 1 0 0,0-1-1 0 0,0 0 1 0 0,0 0-1 0 0,0 1 0 0 0,0-1 1 0 0,0 0-1 0 0,0 1 1 0 0,1-1-1 0 0,-1 0 0 0 0,0 1 1 0 0,0-1-1 0 0,0 0 1 0 0,0 0-1 0 0,0 1 0 0 0,1-1 1 0 0,-1 0-1 0 0,0 0 1 0 0,0 1-1 0 0,0-1 0 0 0,1 0 1 0 0,-1 0-1 0 0,0 0 1 0 0,0 1-1 0 0,1-1 0 0 0,-1 0 1 0 0,0 0-1 0 0,0 0 1 0 0,1 0-1 0 0,-1 0 0 0 0,0 0 1 0 0,1 1-1 0 0,-1-1 1 0 0,0 0-1 0 0,0 0 1 0 0,1 0-1 0 0,-1 0 0 0 0,0 0 1 0 0,1 0-1 0 0,-1 0 1 0 0,0 0-1 0 0,1 0 0 0 0,-1-1 1 0 0,13-13-164 0 0,5-22-75 0 0,-1-7 290 0 0,-13 28-5 0 0,1 0 0 0 0,1 1 0 0 0,0 0 0 0 0,1 0 0 0 0,1 0 1 0 0,0 1-1 0 0,1 0 0 0 0,20-23 0 0 0,-29 36-39 0 0,1 0 1 0 0,-1-1-1 0 0,0 1 0 0 0,1 0 1 0 0,-1-1-1 0 0,1 1 1 0 0,-1 0-1 0 0,0 0 1 0 0,1-1-1 0 0,-1 1 0 0 0,1 0 1 0 0,-1 0-1 0 0,0 0 1 0 0,1 0-1 0 0,-1-1 1 0 0,1 1-1 0 0,-1 0 0 0 0,1 0 1 0 0,-1 0-1 0 0,1 0 1 0 0,-1 0-1 0 0,1 0 1 0 0,-1 0-1 0 0,1 1 0 0 0,-1-1 1 0 0,0 0-1 0 0,1 0 1 0 0,-1 0-1 0 0,1 1 1 0 0,10 12 143 0 0,1 31 21 0 0,-9-30-153 0 0,-2-9-104 0 0,1 0-1 0 0,0 0 1 0 0,0 0 0 0 0,1 0 0 0 0,0 0-1 0 0,-1-1 1 0 0,1 1 0 0 0,1-1 0 0 0,-1 0-1 0 0,8 8 1 0 0,-7-9-348 0 0,0 0 0 0 0,1 0 0 0 0,-1 0-1 0 0,1 0 1 0 0,-1-1 0 0 0,1 0 0 0 0,5 2 0 0 0,6 2-901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8.2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259 150 3225 0 0,'-4'-2'495'0'0,"1"0"1"0"0,-1 0 0 0 0,0 0-1 0 0,1 0 1 0 0,-1 1 0 0 0,0 0-1 0 0,0 0 1 0 0,0 0 0 0 0,0 0 0 0 0,0 0-1 0 0,0 1 1 0 0,0 0 0 0 0,0 0-1 0 0,0 0 1 0 0,0 0 0 0 0,0 0-1 0 0,0 1 1 0 0,-8 2 0 0 0,2 0-245 0 0,1 0 1 0 0,-1 0 0 0 0,1 1 0 0 0,0 0 0 0 0,0 1-1 0 0,0 0 1 0 0,0 0 0 0 0,1 1 0 0 0,0 0 0 0 0,0 0-1 0 0,1 1 1 0 0,0 0 0 0 0,0 0 0 0 0,-9 13 0 0 0,11-14-80 0 0,0 1 1 0 0,1 0 0 0 0,0 1 0 0 0,0-1 0 0 0,0 1 0 0 0,1 0 0 0 0,0 0 0 0 0,1 0 0 0 0,-1 0 0 0 0,2 1 0 0 0,-1-1 0 0 0,1 0 0 0 0,0 1-1 0 0,1-1 1 0 0,0 1 0 0 0,1-1 0 0 0,1 14 0 0 0,-1-19-198 0 0,0 1-1 0 0,-1-1 0 0 0,1 0 1 0 0,0 0-1 0 0,0 0 1 0 0,1-1-1 0 0,-1 1 1 0 0,1 0-1 0 0,-1 0 0 0 0,1-1 1 0 0,0 1-1 0 0,0-1 1 0 0,0 1-1 0 0,1-1 1 0 0,-1 0-1 0 0,0 0 0 0 0,1 0 1 0 0,-1 0-1 0 0,1 0 1 0 0,0-1-1 0 0,0 1 1 0 0,-1-1-1 0 0,1 0 0 0 0,0 1 1 0 0,0-1-1 0 0,0-1 1 0 0,1 1-1 0 0,-1 0 1 0 0,0-1-1 0 0,0 0 1 0 0,0 1-1 0 0,0-1 0 0 0,1 0 1 0 0,-1-1-1 0 0,5 0 1 0 0,1-1-56 0 0,0 1 1 0 0,0-2-1 0 0,0 0 0 0 0,0 0 1 0 0,-1 0-1 0 0,1-1 1 0 0,-1-1-1 0 0,0 1 1 0 0,0-1-1 0 0,0-1 1 0 0,7-5-1 0 0,-2-2 21 0 0,0 0 0 0 0,-1 0 0 0 0,0-2 0 0 0,-2 1 0 0 0,1-1 0 0 0,-2-1 0 0 0,0 0 0 0 0,0 0 0 0 0,-2-1 0 0 0,0 0 0 0 0,-1 0 0 0 0,-1-1 0 0 0,0 1 0 0 0,3-30 0 0 0,-6 25 589 0 0,-1 1 0 0 0,0-1 0 0 0,-2 1 0 0 0,-4-25-1 0 0,6 107 2776 0 0,-2 13-3315 0 0,3-45 46 0 0,1-1-1 0 0,7 31 1 0 0,-9-52-26 0 0,1 0 1 0 0,0 0-1 0 0,0 0 1 0 0,1 0 0 0 0,0-1-1 0 0,0 1 1 0 0,0-1-1 0 0,1 0 1 0 0,0 0-1 0 0,0 0 1 0 0,1-1-1 0 0,-1 1 1 0 0,1-1-1 0 0,7 5 1 0 0,-12-9-15 0 0,1-1 0 0 0,0 0 0 0 0,0 1 0 0 0,0-1 0 0 0,0 0 0 0 0,0 0 0 0 0,0 0 0 0 0,-1 1 0 0 0,1-1 0 0 0,0 0 0 0 0,0 0 0 0 0,0 0 0 0 0,0 0 0 0 0,0-1 0 0 0,0 1 0 0 0,0 0 0 0 0,0 0 0 0 0,0-1 0 0 0,-1 1 0 0 0,1 0 0 0 0,0-1 0 0 0,0 1 0 0 0,0-1 0 0 0,-1 1 0 0 0,1-1 0 0 0,0 1 0 0 0,0-1 0 0 0,-1 1 0 0 0,1-1 0 0 0,0 0 0 0 0,-1 0 0 0 0,1 1 0 0 0,-1-1 0 0 0,1 0 0 0 0,-1 0 0 0 0,0 1 0 0 0,1-2 0 0 0,20-39 14 0 0,-16 32-16 0 0,1-5-29 0 0,17-28-63 0 0,-22 40 103 0 0,0 0 0 0 0,0 1 0 0 0,0-1 0 0 0,0 1 0 0 0,1-1 0 0 0,-1 1 0 0 0,0 0 0 0 0,1 0 0 0 0,-1-1 0 0 0,1 1 0 0 0,0 0-1 0 0,-1 0 1 0 0,1 0 0 0 0,0 1 0 0 0,0-1 0 0 0,0 0 0 0 0,-1 1 0 0 0,1-1 0 0 0,4 0 0 0 0,-5 1 5 0 0,0 1 1 0 0,0-1-1 0 0,-1 1 1 0 0,1-1-1 0 0,0 1 0 0 0,0-1 1 0 0,0 1-1 0 0,-1-1 1 0 0,1 1-1 0 0,0 0 1 0 0,-1-1-1 0 0,1 1 0 0 0,0 0 1 0 0,-1-1-1 0 0,1 1 1 0 0,-1 0-1 0 0,1 0 1 0 0,-1 0-1 0 0,0 0 0 0 0,1 0 1 0 0,-1-1-1 0 0,1 2 1 0 0,8 27 146 0 0,-7-21-150 0 0,1 0-276 0 0,0 1 1 0 0,1-1-1 0 0,0 0 1 0 0,1 0 0 0 0,8 11-1 0 0,-8-11-933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8.5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61 5529 0 0,'9'-31'1773'0'0,"0"1"6872"0"0,-12 57-3631 0 0,9 6-3692 0 0,-6-32-1315 0 0,0 0 0 0 0,0 1 0 0 0,1-1 0 0 0,-1 0 0 0 0,1 0 0 0 0,-1 1 0 0 0,1-1 0 0 0,-1 0 0 0 0,1 0 0 0 0,0 0 0 0 0,-1 0 0 0 0,1 0 0 0 0,0 0 0 0 0,0 0 0 0 0,0 0 0 0 0,0 0 0 0 0,0 0 0 0 0,0 0 0 0 0,0-1 1 0 0,0 1-1 0 0,0 0 0 0 0,0-1 0 0 0,0 1 0 0 0,0 0 0 0 0,1-1 0 0 0,-1 0 0 0 0,0 1 0 0 0,0-1 0 0 0,1 0 0 0 0,-1 0 0 0 0,0 1 0 0 0,1-1 0 0 0,-1 0 0 0 0,0 0 0 0 0,0 0 0 0 0,1-1 0 0 0,-1 1 0 0 0,0 0 0 0 0,1 0 0 0 0,-1-1 0 0 0,0 1 0 0 0,0-1 0 0 0,0 1 0 0 0,2-1 0 0 0,-1-1 5 0 0,-1 0-1 0 0,1 1 0 0 0,0-1 0 0 0,-1 0 1 0 0,1 0-1 0 0,-1 0 0 0 0,0 0 0 0 0,0 0 1 0 0,1 0-1 0 0,0-4 0 0 0,-2-4-2447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252 23 9674 0 0,'-1'-2'291'0'0,"0"1"-1"0"0,-1-1 1 0 0,1 1-1 0 0,0-1 1 0 0,0 1-1 0 0,-1-1 1 0 0,1 1-1 0 0,-1 0 1 0 0,1 0-1 0 0,-1 0 1 0 0,0 0-1 0 0,1 0 1 0 0,-1 0-1 0 0,0 0 1 0 0,0 0-1 0 0,1 1 1 0 0,-1-1-1 0 0,0 1 1 0 0,0-1-1 0 0,0 1 1 0 0,0 0-1 0 0,0 0 1 0 0,0 0-1 0 0,0 0 1 0 0,0 0-1 0 0,0 0 1 0 0,-2 1-1 0 0,-1 0-31 0 0,1 0-1 0 0,0 0 0 0 0,0 0 0 0 0,0 0 0 0 0,0 1 0 0 0,0-1 0 0 0,0 1 0 0 0,1 0 0 0 0,-1 0 1 0 0,0 1-1 0 0,-5 4 0 0 0,-8 14 71 0 0,0 1 0 0 0,1 0 0 0 0,2 1 1 0 0,-17 34-1 0 0,19-35-260 0 0,5-10-31 0 0,1 0-1 0 0,0 0 1 0 0,1 0 0 0 0,1 1-1 0 0,0 0 1 0 0,0 0 0 0 0,-3 25-1 0 0,7-33-21 0 0,0 1-1 0 0,0-1 1 0 0,1 0-1 0 0,-1 1 1 0 0,1-1-1 0 0,1 0 0 0 0,-1 1 1 0 0,1-1-1 0 0,-1 0 1 0 0,2 0-1 0 0,-1 0 0 0 0,0 0 1 0 0,1-1-1 0 0,0 1 1 0 0,0-1-1 0 0,0 1 0 0 0,1-1 1 0 0,0 0-1 0 0,-1 0 1 0 0,1-1-1 0 0,0 1 1 0 0,7 3-1 0 0,-7-4-25 0 0,0 0 1 0 0,0 0-1 0 0,0-1 1 0 0,1 1-1 0 0,0-1 1 0 0,-1 0-1 0 0,1 0 1 0 0,0-1-1 0 0,0 0 1 0 0,-1 0-1 0 0,1 0 1 0 0,0 0-1 0 0,0 0 1 0 0,0-1-1 0 0,1 0 1 0 0,-1 0-1 0 0,0-1 1 0 0,0 0-1 0 0,0 1 1 0 0,8-4-1 0 0,-7 2-6 0 0,-1-1 1 0 0,0 0-1 0 0,1 0 0 0 0,-1 0 1 0 0,-1 0-1 0 0,1-1 0 0 0,0 0 0 0 0,-1 0 1 0 0,0 0-1 0 0,0 0 0 0 0,0-1 1 0 0,-1 0-1 0 0,1 0 0 0 0,-1 0 0 0 0,0 0 1 0 0,0 0-1 0 0,2-8 0 0 0,0-3 29 0 0,0 0 0 0 0,-2 0 0 0 0,0 0 0 0 0,-1 0 0 0 0,0-1 0 0 0,-1 1 0 0 0,-1-1 0 0 0,-1 1 0 0 0,0 0 0 0 0,-1-1 0 0 0,-1 1 0 0 0,-1 0 0 0 0,0 0 0 0 0,-12-28 0 0 0,13 38-171 0 0,-1 1 0 0 0,0 0 1 0 0,0 0-1 0 0,0 0 0 0 0,-1 0 0 0 0,1 1 0 0 0,-1 0 1 0 0,0 0-1 0 0,-1 0 0 0 0,1 1 0 0 0,-1-1 0 0 0,1 1 1 0 0,-1 0-1 0 0,0 1 0 0 0,0 0 0 0 0,0 0 0 0 0,-1 0 1 0 0,1 0-1 0 0,0 1 0 0 0,-1 0 0 0 0,1 1 0 0 0,-1-1 1 0 0,1 1-1 0 0,-12 1 0 0 0,2 2-6803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7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40 6449 0 0,'-6'-15'1173'0'0,"5"13"-1052"0"0,1 1 0 0 0,0-1 1 0 0,-1 0-1 0 0,1 1 0 0 0,-1-1 0 0 0,0 1 1 0 0,1-1-1 0 0,-1 1 0 0 0,0-1 0 0 0,0 1 1 0 0,0-1-1 0 0,0 1 0 0 0,0 0 0 0 0,-3-2 1 0 0,3 6 666 0 0,0 0 1 0 0,0 1 0 0 0,0-1 0 0 0,0 1-1 0 0,0 0 1 0 0,1 5 0 0 0,-4 38 1475 0 0,2 0 1 0 0,7 74 0 0 0,-1-83-2236 0 0,2 0 1 0 0,2-1-1 0 0,1 1 1 0 0,2-2-1 0 0,2 1 1 0 0,23 46-1 0 0,-24-54-2908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8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73 102 6449 0 0,'0'0'17'0'0,"-8"-1"276"0"0,0 0-1 0 0,0-1 0 0 0,0 0 1 0 0,-12-5-1 0 0,19 6-120 0 0,0 1 0 0 0,0-1-1 0 0,0 1 1 0 0,-1-1-1 0 0,1 1 1 0 0,0-1 0 0 0,0 0-1 0 0,0 0 1 0 0,0 1 0 0 0,0-1-1 0 0,0 0 1 0 0,1 0 0 0 0,-1 0-1 0 0,0 0 1 0 0,0 0-1 0 0,1 0 1 0 0,-1 0 0 0 0,0 0-1 0 0,1 0 1 0 0,-1-1 0 0 0,1 1-1 0 0,0 0 1 0 0,-1 0-1 0 0,1 0 1 0 0,0-1 0 0 0,0 1-1 0 0,-1 0 1 0 0,1 0 0 0 0,0-1-1 0 0,0 1 1 0 0,1 0-1 0 0,-1 0 1 0 0,0-1 0 0 0,0 1-1 0 0,1-2 1 0 0,0 0-175 0 0,1 1 0 0 0,-1-1-1 0 0,1 1 1 0 0,0 0 0 0 0,-1-1 0 0 0,1 1 0 0 0,0 0-1 0 0,0 0 1 0 0,0 0 0 0 0,1 0 0 0 0,-1 1 0 0 0,0-1-1 0 0,1 0 1 0 0,3-1 0 0 0,25-9-1784 0 0,-13 7-2699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0.2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201 16 12899 0 0,'-1'-1'228'0'0,"-1"-1"-1"0"0,1 1 1 0 0,-1 0 0 0 0,1-1-1 0 0,-1 1 1 0 0,1 0 0 0 0,-1 0 0 0 0,0 0-1 0 0,0 1 1 0 0,1-1 0 0 0,-1 0 0 0 0,0 0-1 0 0,0 1 1 0 0,0 0 0 0 0,0-1 0 0 0,0 1-1 0 0,0 0 1 0 0,0 0 0 0 0,0 0 0 0 0,0 0-1 0 0,0 0 1 0 0,-3 1 0 0 0,2 0 23 0 0,-1 0-1 0 0,0 1 1 0 0,0 0 0 0 0,1 0 0 0 0,-1 0-1 0 0,1 0 1 0 0,-1 0 0 0 0,1 1 0 0 0,0-1-1 0 0,-4 5 1 0 0,-3 5 20 0 0,0-1 1 0 0,1 2-1 0 0,0-1 0 0 0,-13 26 0 0 0,13-19-159 0 0,0 0-1 0 0,2 1 0 0 0,0 0 0 0 0,1 0 0 0 0,1 1 0 0 0,1-1 0 0 0,0 1 0 0 0,2 0 1 0 0,0 40-1 0 0,3-45-93 0 0,1 0 0 0 0,1 0 0 0 0,0 0 0 0 0,1-1 0 0 0,1 1 0 0 0,0-1 0 0 0,1 0-1 0 0,1 0 1 0 0,0 0 0 0 0,1-1 0 0 0,1 0 0 0 0,0-1 0 0 0,16 18 0 0 0,-13-17-381 0 0,7 7-107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0.4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37 116 7370 0 0,'-9'-3'-439'0'0,"6"2"1114"0"0,0 0 0 0 0,1 0-1 0 0,-1-1 1 0 0,0 1 0 0 0,1 0 0 0 0,-1-1 0 0 0,1 1-1 0 0,-3-4 1 0 0,4-5 3011 0 0,15-3-2288 0 0,34-15-1526 0 0,30-7-4344 0 0,-51 24 2691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0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1 437 9218 0 0,'-1'-11'11380'0'0,"29"49"-10222"0"0,40 73 0 0 0,9 14-1059 0 0,-65-109-94 0 0,0 0 1 0 0,1-1-1 0 0,1 0 0 0 0,0-1 1 0 0,18 14-1 0 0,-28-25-5 0 0,0 0 0 0 0,1 0 0 0 0,-1-1-1 0 0,0 0 1 0 0,1 1 0 0 0,-1-2 0 0 0,1 1 0 0 0,0 0 0 0 0,-1-1 0 0 0,1 0-1 0 0,0 0 1 0 0,0 0 0 0 0,0-1 0 0 0,6 1 0 0 0,-8-2 1 0 0,1 1 0 0 0,-1-1 0 0 0,0 0 0 0 0,0 0 0 0 0,0 0 0 0 0,0 0 0 0 0,0 0 1 0 0,0-1-1 0 0,0 1 0 0 0,0-1 0 0 0,0 0 0 0 0,-1 0 0 0 0,1 0 0 0 0,-1 0 0 0 0,1 0 0 0 0,-1-1 0 0 0,0 1 0 0 0,0-1 0 0 0,0 0 0 0 0,0 1 0 0 0,0-1 1 0 0,1-4-1 0 0,4-9 70 0 0,0-1 1 0 0,-1 1-1 0 0,-1-1 1 0 0,-1 0-1 0 0,0 0 1 0 0,-1 0-1 0 0,1-22 1 0 0,-5-129 242 0 0,-2 56-263 0 0,4 49-187 0 0,2 0 0 0 0,3 0 0 0 0,16-67 0 0 0,-14 108-349 0 0,-7 21 382 0 0,-1 1 1 0 0,0-1 0 0 0,0 1 0 0 0,1-1 0 0 0,-1 1 0 0 0,0 0 0 0 0,1-1 0 0 0,-1 1 0 0 0,1-1 0 0 0,-1 1 0 0 0,0 0 0 0 0,1-1 0 0 0,-1 1 0 0 0,1 0-1 0 0,-1-1 1 0 0,1 1 0 0 0,-1 0 0 0 0,1 0 0 0 0,-1 0 0 0 0,1-1 0 0 0,-1 1 0 0 0,1 0 0 0 0,0 0 0 0 0,-1 0 0 0 0,1 0 0 0 0,-1 0 0 0 0,1 0 0 0 0,-1 0-1 0 0,1 0 1 0 0,-1 0 0 0 0,1 0 0 0 0,0 1 0 0 0,-1-1 0 0 0,1 0 0 0 0,-1 0 0 0 0,1 0 0 0 0,-1 1 0 0 0,1-1 0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3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27 6161 0 0,'25'-27'15100'0'0,"-16"42"-14366"0"0,13 38 243 0 0,-15-34-933 0 0,1 0-1 0 0,1-1 1 0 0,0 0 0 0 0,12 16-1 0 0,-11-19-199 0 0,-5-7-283 0 0,1-1 1 0 0,0 1-1 0 0,0-1 1 0 0,0 0-1 0 0,8 6 1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6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46 185 5985 0 0,'-1'-2'-15'0'0,"-9"-17"712"0"0,0 0-1 0 0,-6-22 1 0 0,14 36-302 0 0,1 0 0 0 0,-1 0 0 0 0,1 0 1 0 0,0 0-1 0 0,1-1 0 0 0,-1 1 0 0 0,1 0 0 0 0,0 0 0 0 0,0 0 0 0 0,0-1 0 0 0,1 1 1 0 0,0 0-1 0 0,0 0 0 0 0,3-6 0 0 0,-4 9-247 0 0,1 1 0 0 0,-1 0 0 0 0,1 0-1 0 0,0 0 1 0 0,0-1 0 0 0,0 1 0 0 0,0 0 0 0 0,-1 0 0 0 0,2 0-1 0 0,-1 0 1 0 0,0 0 0 0 0,0 1 0 0 0,0-1 0 0 0,0 0 0 0 0,0 1-1 0 0,1-1 1 0 0,-1 0 0 0 0,0 1 0 0 0,1-1 0 0 0,-1 1 0 0 0,3-1-1 0 0,0 1 95 0 0,0 0 0 0 0,0-1-1 0 0,0 2 1 0 0,0-1-1 0 0,0 0 1 0 0,0 1-1 0 0,7 1 1 0 0,3 3 207 0 0,-1 0-1 0 0,1 1 1 0 0,15 8 0 0 0,-22-9-423 0 0,0-1 1 0 0,0 1-1 0 0,-1 0 0 0 0,1 0 0 0 0,-1 1 1 0 0,-1 0-1 0 0,1 0 0 0 0,-1 0 0 0 0,0 1 1 0 0,0 0-1 0 0,-1 0 0 0 0,0 0 0 0 0,0 0 1 0 0,-1 1-1 0 0,0-1 0 0 0,0 1 0 0 0,0 0 1 0 0,2 15-1 0 0,-4-14-63 0 0,0 1-1 0 0,-1-1 1 0 0,0 1 0 0 0,0-1-1 0 0,0 0 1 0 0,-2 1 0 0 0,1-1-1 0 0,-1 0 1 0 0,0 0-1 0 0,-1 0 1 0 0,0 0 0 0 0,-1 0-1 0 0,1-1 1 0 0,-2 1 0 0 0,1-1-1 0 0,-9 11 1 0 0,12-17-99 0 0,-1 0-1 0 0,0 0 1 0 0,0 1-1 0 0,0-1 1 0 0,0-1 0 0 0,0 1-1 0 0,-1 0 1 0 0,1-1-1 0 0,-1 1 1 0 0,1-1 0 0 0,-1 1-1 0 0,1-1 1 0 0,-4 1-1 0 0,-2-1-1052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9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150 12 5529 0 0,'0'-1'67'0'0,"0"1"0"0"0,0 0-1 0 0,0-1 1 0 0,0 1 0 0 0,0 0-1 0 0,0 0 1 0 0,0-1 0 0 0,0 1-1 0 0,1 0 1 0 0,-1-1 0 0 0,0 1-1 0 0,-1 0 1 0 0,1-1 0 0 0,0 1-1 0 0,0 0 1 0 0,0-1 0 0 0,0 1-1 0 0,0 0 1 0 0,0-1 0 0 0,0 1-1 0 0,0 0 1 0 0,0 0 0 0 0,-1-1 0 0 0,1 1-1 0 0,0 0 1 0 0,0 0 0 0 0,0-1-1 0 0,-1 1 1 0 0,1 0 0 0 0,0 0-1 0 0,0 0 1 0 0,0-1 0 0 0,-1 1-1 0 0,1 0 1 0 0,0 0 0 0 0,-1 0-1 0 0,1 0 1 0 0,0-1 0 0 0,0 1-1 0 0,-1 0 1 0 0,1 0 0 0 0,0 0-1 0 0,-1 0 1 0 0,1 0 0 0 0,0 0 0 0 0,-1 0-1 0 0,1 0 1 0 0,0 0 0 0 0,-1 0-1 0 0,1 0 1 0 0,0 0 0 0 0,0 0-1 0 0,-1 0 1 0 0,1 0 0 0 0,0 0-1 0 0,-1 1 1 0 0,1-1 0 0 0,-3 1 1146 0 0,-2 2-397 0 0,-4 3-471 0 0,0 1-1 0 0,0 0 0 0 0,1 0 0 0 0,0 1 0 0 0,0 0 0 0 0,1 1 0 0 0,0 0 0 0 0,-10 15 0 0 0,9-10 164 0 0,0-1 0 0 0,1 2 0 0 0,1-1 1 0 0,0 1-1 0 0,-7 30 0 0 0,12-43-458 0 0,1 1 0 0 0,-1 0 0 0 0,1 0 0 0 0,0-1 0 0 0,1 1 0 0 0,-1 0 1 0 0,0-1-1 0 0,1 1 0 0 0,-1 0 0 0 0,1-1 0 0 0,0 1 0 0 0,0 0 0 0 0,0-1 0 0 0,0 1 0 0 0,0-1 1 0 0,1 0-1 0 0,-1 1 0 0 0,1-1 0 0 0,-1 0 0 0 0,1 0 0 0 0,0 0 0 0 0,0 0 0 0 0,0 0 0 0 0,0 0 1 0 0,0-1-1 0 0,0 1 0 0 0,1-1 0 0 0,-1 1 0 0 0,0-1 0 0 0,1 0 0 0 0,5 2 0 0 0,7 3 383 0 0,2-1-1 0 0,-1-1 0 0 0,34 6 1 0 0,-36-8-374 0 0,2 0-73 0 0,35 8-95 0 0,-49-10 106 0 0,1 1 0 0 0,-1 0-1 0 0,1 0 1 0 0,0 0-1 0 0,-1 0 1 0 0,0 0-1 0 0,1 1 1 0 0,-1-1-1 0 0,0 1 1 0 0,1-1 0 0 0,-1 1-1 0 0,0 0 1 0 0,0 0-1 0 0,2 4 1 0 0,-3-5 35 0 0,-1 0 1 0 0,0 0-1 0 0,0 0 1 0 0,0 0-1 0 0,0 0 1 0 0,0 0-1 0 0,0 0 1 0 0,0 0-1 0 0,0 0 1 0 0,0 0-1 0 0,0 1 1 0 0,-1-1-1 0 0,1 0 1 0 0,0 0-1 0 0,-1 0 1 0 0,1 0-1 0 0,-1 0 1 0 0,1 0-1 0 0,-1 0 0 0 0,0-1 1 0 0,1 1-1 0 0,-1 0 1 0 0,0 0-1 0 0,0 0 1 0 0,1-1-1 0 0,-1 1 1 0 0,0 0-1 0 0,0-1 1 0 0,0 1-1 0 0,0-1 1 0 0,0 1-1 0 0,0-1 1 0 0,0 1-1 0 0,-2 0 1 0 0,-37 16 459 0 0,25-14-1045 0 0,0 1-1 0 0,0-2 0 0 0,-1 0 0 0 0,-21-1 0 0 0,26 0-643 0 0,-7 0-5574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4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 68 9218 0 0,'13'-30'2281'0'0,"-11"28"-1786"0"0,0-1-1 0 0,0 0 1 0 0,-1 0-1 0 0,0 0 0 0 0,1 0 1 0 0,-1 0-1 0 0,0 0 1 0 0,0-1-1 0 0,0-4 1 0 0,-1 8-415 0 0,0 0 1 0 0,-1 0-1 0 0,1-1 1 0 0,0 1 0 0 0,-1 0-1 0 0,1 0 1 0 0,0-1 0 0 0,-1 1-1 0 0,1 0 1 0 0,0 0-1 0 0,-1 0 1 0 0,1 0 0 0 0,0-1-1 0 0,-1 1 1 0 0,1 0 0 0 0,0 0-1 0 0,-1 0 1 0 0,1 0 0 0 0,-1 0-1 0 0,1 0 1 0 0,0 0-1 0 0,-1 0 1 0 0,1 0 0 0 0,0 0-1 0 0,-1 0 1 0 0,1 0 0 0 0,-1 1-1 0 0,1-1 1 0 0,0 0 0 0 0,-1 0-1 0 0,1 0 1 0 0,0 0-1 0 0,-1 1 1 0 0,1-1 0 0 0,0 0-1 0 0,-1 0 1 0 0,1 1 0 0 0,0-1-1 0 0,0 0 1 0 0,-1 0 0 0 0,1 1-1 0 0,0 0 1 0 0,-17 10 810 0 0,8-2-696 0 0,0 0 0 0 0,0 1-1 0 0,1 0 1 0 0,1 1 0 0 0,-1 0 0 0 0,2 0 0 0 0,0 0 0 0 0,-7 18 0 0 0,6-11-189 0 0,1-1 1 0 0,0 1 0 0 0,2 1-1 0 0,0-1 1 0 0,-1 24-1 0 0,5-40-39 0 0,-1 0 0 0 0,1 0-1 0 0,0 1 1 0 0,0-1 0 0 0,1 0-1 0 0,-1 0 1 0 0,0 0-1 0 0,1 1 1 0 0,-1-1 0 0 0,1 0-1 0 0,0 0 1 0 0,1 3 0 0 0,-1-4-11 0 0,-1 0 1 0 0,1-1 0 0 0,-1 1 0 0 0,1 0 0 0 0,0-1 0 0 0,-1 1 0 0 0,1-1 0 0 0,0 1 0 0 0,-1-1 0 0 0,1 1 0 0 0,0-1 0 0 0,0 0-1 0 0,-1 1 1 0 0,1-1 0 0 0,0 0 0 0 0,0 0 0 0 0,0 1 0 0 0,-1-1 0 0 0,1 0 0 0 0,0 0 0 0 0,0 0 0 0 0,1 0 0 0 0,1-1-5 0 0,0 1 0 0 0,0-1 1 0 0,0 0-1 0 0,-1 0 0 0 0,1-1 1 0 0,0 1-1 0 0,-1 0 0 0 0,1-1 0 0 0,-1 0 1 0 0,0 1-1 0 0,1-1 0 0 0,-1 0 1 0 0,0 0-1 0 0,0-1 0 0 0,0 1 1 0 0,-1 0-1 0 0,3-4 0 0 0,3-6 13 0 0,0-1-1 0 0,-1 1 0 0 0,7-25 0 0 0,-8 24 93 0 0,-1 1 0 0 0,2-1 0 0 0,11-20-1 0 0,-17 32-20 0 0,1 0 0 0 0,-1 0 0 0 0,1 0 0 0 0,-1 0 0 0 0,1 0 0 0 0,0 0 0 0 0,-1 1 0 0 0,1-1 0 0 0,0 0 0 0 0,0 0 0 0 0,-1 1 0 0 0,1-1 0 0 0,0 0 0 0 0,0 1 0 0 0,0-1 0 0 0,0 1 0 0 0,0-1 0 0 0,0 1 0 0 0,0 0-1 0 0,0-1 1 0 0,0 1 0 0 0,0 0 0 0 0,0-1 0 0 0,0 1 0 0 0,0 0 0 0 0,0 0 0 0 0,0 0 0 0 0,0 0 0 0 0,0 0 0 0 0,0 0 0 0 0,0 1 0 0 0,0-1 0 0 0,0 0 0 0 0,0 0 0 0 0,0 1 0 0 0,0-1 0 0 0,0 0 0 0 0,0 1 0 0 0,0-1 0 0 0,0 1 0 0 0,0 0 0 0 0,0-1-1 0 0,0 1 1 0 0,-1 0 0 0 0,1-1 0 0 0,0 1 0 0 0,0 0 0 0 0,-1 0 0 0 0,1 0 0 0 0,-1 0 0 0 0,1-1 0 0 0,0 2 0 0 0,5 8 132 0 0,1 0-1 0 0,-2 0 1 0 0,9 21 0 0 0,-8-19-128 0 0,6 15-81 0 0,-5-11-413 0 0,0 0 1 0 0,1-1-1 0 0,1 0 1 0 0,0 0-1 0 0,13 14 1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7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14 2761 0 0,'-16'-13'13236'0'0,"14"20"-12380"0"0,1-1 0 0 0,0 1 1 0 0,1 0-1 0 0,-1 0 0 0 0,2 8 1 0 0,11 66 741 0 0,-6-47-1151 0 0,10 78 274 0 0,11 65-158 0 0,-20-145-747 0 0,1 1-1 0 0,2-1 0 0 0,17 38 0 0 0,-26-68 139 0 0,3 9-252 0 0,1-1 0 0 0,1 0 0 0 0,8 12 0 0 0,-13-21 145 0 0,0 0 0 0 0,-1 1 0 0 0,1-1 0 0 0,0 0 0 0 0,0 0 0 0 0,0 0 0 0 0,0 0 0 0 0,0 0 0 0 0,0 0 0 0 0,0 0 0 0 0,0 0 0 0 0,1 0 0 0 0,-1 0 0 0 0,0-1 0 0 0,1 1 0 0 0,-1 0 0 0 0,0-1 0 0 0,1 1 0 0 0,-1-1 0 0 0,0 0 0 0 0,1 1 0 0 0,-1-1 0 0 0,1 0 0 0 0,-1 0 0 0 0,1 0 0 0 0,-1 0 0 0 0,1 0 0 0 0,-1 0 0 0 0,0 0 0 0 0,1-1 0 0 0,-1 1 0 0 0,1 0 0 0 0,-1-1 0 0 0,0 1 0 0 0,1-1 0 0 0,1-1 0 0 0,6-5-1502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8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5 178 5065 0 0,'-5'-9'5937'0'0,"6"9"-5844"0"0,17-20 2982 0 0,29-15-567 0 0,-17 17-2296 0 0,1 0 1 0 0,0 3-1 0 0,1 0 0 0 0,1 2 0 0 0,0 2 1 0 0,45-10-1 0 0,-55 18-212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7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1 11522 0 0,'2'2'3673'0'0,"-2"3"-2801"0"0,-2 4 185 0 0,0 5 39 0 0,-1 5 8 0 0,-3 6 0 0 0,0 5-784 0 0,-1 3-160 0 0,0 3-32 0 0,1 15-3848 0 0,4-2-769 0 0,0-5-152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6.7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884 15 920 0 0,'1'-14'16951'0'0,"-4"16"-16039"0"0,-4 0-3283 0 0,1 1 2870 0 0,0 0 0 0 0,1 0 0 0 0,-1 1 0 0 0,0 0 0 0 0,1 0 1 0 0,0 0-1 0 0,0 1 0 0 0,0-1 0 0 0,-6 9 0 0 0,-33 52 390 0 0,30-43-516 0 0,-70 114-115 0 0,-99 217 0 0 0,141-266-222 0 0,-84 128 1 0 0,-74 68 493 0 0,153-208-407 0 0,38-57-143 0 0,-2 0 1 0 0,0 0 0 0 0,-1-1 0 0 0,-17 17-1 0 0,27-39-1352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7.3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 0 3225 0 0,'-33'36'2582'0'0,"-10"19"8345"0"0,52-54-9995 0 0,9-3-346 0 0,79-31 1133 0 0,-66 21-1438 0 0,0 1 1 0 0,0 2 0 0 0,1 1-1 0 0,53-6 1 0 0,-82 14-269 0 0,-1 0 1 0 0,0 0-1 0 0,1 0 0 0 0,-1 0 0 0 0,1 1 1 0 0,-1-1-1 0 0,0 1 0 0 0,1-1 0 0 0,-1 1 0 0 0,0 0 1 0 0,0 0-1 0 0,0 0 0 0 0,0 0 0 0 0,1 0 1 0 0,-1 1-1 0 0,-1-1 0 0 0,1 1 0 0 0,0-1 0 0 0,2 3 1 0 0,-1 0 26 0 0,0 0 0 0 0,-1 0 0 0 0,1 0 0 0 0,-1 0 0 0 0,0 0 0 0 0,0 0-1 0 0,-1 1 1 0 0,1-1 0 0 0,0 7 0 0 0,2 8 90 0 0,-2 1 1 0 0,-1-1-1 0 0,-1 34 0 0 0,0-50-132 0 0,-2 28 3 0 0,1-13 83 0 0,0-1 0 0 0,1 0 1 0 0,4 26-1 0 0,-3-37-191 0 0,0-1 0 0 0,0 0 0 0 0,1 0 0 0 0,0 0 0 0 0,0 0 0 0 0,0 0 0 0 0,1 0 0 0 0,0-1 0 0 0,-1 1 0 0 0,2-1 0 0 0,-1 1 0 0 0,0-1 0 0 0,1 0 0 0 0,0 0 0 0 0,6 4 1 0 0,2 1-856 0 0,1-1 1 0 0,0-1 0 0 0,1 0 0 0 0,0-1 0 0 0,0 0 0 0 0,0-1 0 0 0,28 6 0 0 0,-6-4 288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8.2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326 159 4209 0 0,'-4'1'50'0'0,"0"-1"-1"0"0,0 1 1 0 0,0 0 0 0 0,1 0 0 0 0,-1 0-1 0 0,0 1 1 0 0,0-1 0 0 0,-3 3 0 0 0,3-2-54 0 0,1 0 1 0 0,-1-1 0 0 0,1 1-1 0 0,-1-1 1 0 0,1 0 0 0 0,-1 0-1 0 0,0 0 1 0 0,0-1 0 0 0,1 1 0 0 0,-1-1-1 0 0,-4 0 1 0 0,-2-1 565 0 0,-1 1-1 0 0,1 1 1 0 0,-15 2 0 0 0,-25-3 11188 0 0,50-1-11532 0 0,8-7 2580 0 0,19-6-2009 0 0,18 2-768 0 0,1 2-1 0 0,0 1 1 0 0,72-2-1 0 0,-76 7-20 0 0,-40 4-1 0 0,0 0 1 0 0,0 0 0 0 0,0 0 0 0 0,0 0-1 0 0,-1-1 1 0 0,1 1 0 0 0,0 0-1 0 0,0-1 1 0 0,0 0 0 0 0,-1 1-1 0 0,1-1 1 0 0,0 0 0 0 0,-1 0-1 0 0,1 0 1 0 0,0 0 0 0 0,-1 0 0 0 0,0 0-1 0 0,1 0 1 0 0,-1-1 0 0 0,0 1-1 0 0,1-1 1 0 0,-1 1 0 0 0,0 0-1 0 0,0-1 1 0 0,1-3 0 0 0,-1 4 0 0 0,-2-1-1 0 0,1 0 1 0 0,0 1 0 0 0,0-1-1 0 0,0 0 1 0 0,-1 1 0 0 0,1-1 0 0 0,-1 0-1 0 0,1 1 1 0 0,-1-1 0 0 0,0 1-1 0 0,0-1 1 0 0,1 1 0 0 0,-1-1 0 0 0,0 1-1 0 0,0 0 1 0 0,-1-1 0 0 0,1 1 0 0 0,0 0-1 0 0,0 0 1 0 0,-1 0 0 0 0,1 0-1 0 0,0 0 1 0 0,-1 0 0 0 0,1 0 0 0 0,-1 0-1 0 0,1 1 1 0 0,-3-2 0 0 0,-13-7-369 0 0,0 0 0 0 0,-1 2 0 0 0,0 0 0 0 0,-30-8 1 0 0,39 13 214 0 0,1 1 1 0 0,-1 0-1 0 0,1 0 1 0 0,-1 1-1 0 0,1 0 1 0 0,-1 0-1 0 0,0 1 1 0 0,1 0-1 0 0,-1 1 1 0 0,1 0-1 0 0,0 0 1 0 0,-16 7-1 0 0,2 2 235 0 0,1 1 0 0 0,0 1 0 0 0,1 1 0 0 0,0 1-1 0 0,1 0 1 0 0,1 2 0 0 0,1 0 0 0 0,0 1 0 0 0,-23 33-1 0 0,37-47 0 0 0,1 0 0 0 0,-1 1-1 0 0,1 0 1 0 0,0 0-1 0 0,0-1 1 0 0,0 1 0 0 0,1 0-1 0 0,-1 1 1 0 0,1-1-1 0 0,1 0 1 0 0,-1 0 0 0 0,1 0-1 0 0,0 1 1 0 0,0-1-1 0 0,0 0 1 0 0,2 9 0 0 0,0-6 16 0 0,1 0 0 0 0,0 0 0 0 0,0 0 1 0 0,0-1-1 0 0,1 0 0 0 0,0 1 0 0 0,1-1 1 0 0,-1 0-1 0 0,1-1 0 0 0,6 7 0 0 0,-2-4 4 0 0,1 0 0 0 0,-1 0-1 0 0,2-1 1 0 0,-1 0 0 0 0,1 0 0 0 0,0-1-1 0 0,0-1 1 0 0,1 0 0 0 0,0 0-1 0 0,0-2 1 0 0,0 1 0 0 0,1-1-1 0 0,20 3 1 0 0,-18-6-74 0 0,0-1-1 0 0,0-1 1 0 0,0 0 0 0 0,0-1-1 0 0,0-1 1 0 0,-1 0 0 0 0,1-1-1 0 0,-1 0 1 0 0,0-1 0 0 0,0-1 0 0 0,-1 0-1 0 0,16-10 1 0 0,-16 8-1736 0 0,0-1 0 0 0,-1 0-1 0 0,20-19 1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8.5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59 1840 0 0,'8'0'13726'0'0,"-4"-1"-11992"0"0,46-11 2976 0 0,2-6-3417 0 0,18-4-3546 0 0,-49 17-5306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4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0 5529 0 0,'-3'1'243'0'0,"0"0"0"0"0,0 0 0 0 0,0 0-1 0 0,0 0 1 0 0,0 0 0 0 0,0 0 0 0 0,1 1-1 0 0,-1 0 1 0 0,0-1 0 0 0,1 1 0 0 0,-1 0-1 0 0,1 0 1 0 0,0 1 0 0 0,-3 2 0 0 0,-29 37 919 0 0,25-26-984 0 0,0 0 0 0 0,1 0 0 0 0,1 1 0 0 0,1 0 0 0 0,0 0 0 0 0,1 0 0 0 0,1 1 0 0 0,0 0 0 0 0,1 0 0 0 0,0 19 0 0 0,2 26 155 0 0,9 95 0 0 0,-7-143-271 0 0,10 96 96 0 0,4-1 1 0 0,5 0-1 0 0,5-2 1 0 0,53 147-1 0 0,-52-198-109 0 0,2-1 1 0 0,3-1-1 0 0,46 63 0 0 0,-59-90 1 0 0,-16-26-38 0 0,24 42 243 0 0,-25-42-238 0 0,0 1 0 0 0,0-1 1 0 0,0 0-1 0 0,0 1 0 0 0,-1-1 0 0 0,1 0 0 0 0,-1 1 1 0 0,1-1-1 0 0,-1 1 0 0 0,0-1 0 0 0,0 1 1 0 0,0-1-1 0 0,0 1 0 0 0,0-1 0 0 0,-1 1 1 0 0,1-1-1 0 0,-2 4 0 0 0,-4-2-1068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5.5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70 340 4145 0 0,'-13'-24'487'0'0,"1"-1"-1"0"0,2 0 1 0 0,0-1 0 0 0,1-1 0 0 0,-6-36-1 0 0,14 63-477 0 0,1-2 66 0 0,0 1 0 0 0,0-1 0 0 0,0 1 0 0 0,1-1 0 0 0,-1 1 0 0 0,0-1 0 0 0,1 1 0 0 0,-1-1 0 0 0,1 1 0 0 0,-1-1 0 0 0,1 1 0 0 0,-1 0 0 0 0,1-1 0 0 0,0 1 0 0 0,0 0 0 0 0,0 0 0 0 0,0-1 0 0 0,0 1 0 0 0,0 0 0 0 0,0 0 0 0 0,0 0 0 0 0,0 0 0 0 0,0 0 0 0 0,1 0 0 0 0,0 0 0 0 0,41-23 732 0 0,-33 19-692 0 0,20-9 214 0 0,0 1 0 0 0,1 1 0 0 0,0 2-1 0 0,1 1 1 0 0,0 1 0 0 0,0 2 0 0 0,1 1 0 0 0,45 0-1 0 0,-44 3-92 0 0,361 0 394 0 0,-272 8-627 0 0,-64-4-3 0 0,1 2 1 0 0,0 3 0 0 0,85 20-1 0 0,-125-21 27 0 0,82 20-702 0 0,-90-24 593 0 0,0 0 0 0 0,0-1 1 0 0,0 0-1 0 0,1-1 0 0 0,-1-1 1 0 0,18-2-1 0 0,-28 4 758 0 0,-5 3 594 0 0,-2 3 250 0 0,4-4-1140 0 0,-4 15-179 0 0,1 0 1 0 0,0 0-1 0 0,2 0 0 0 0,0 0 1 0 0,1 34-1 0 0,15 100-79 0 0,-4-54 158 0 0,-2 9-240 0 0,39 195 0 0 0,-27-211-64 0 0,-5 0 0 0 0,5 106 0 0 0,-20-193 26 0 0,0 0 0 0 0,0 0-1 0 0,0 0 1 0 0,-1 0 0 0 0,1 0 0 0 0,-1 0 0 0 0,0 0 0 0 0,0 0 0 0 0,-1 0 0 0 0,1 0-1 0 0,-1-1 1 0 0,0 1 0 0 0,0-1 0 0 0,0 1 0 0 0,-5 5 0 0 0,2-4 5 0 0,0 0 1 0 0,-1 0-1 0 0,1 0 0 0 0,-1-1 1 0 0,0 0-1 0 0,0 0 0 0 0,-1 0 1 0 0,-7 3-1 0 0,-10 2 17 0 0,0-1 0 0 0,0-2 0 0 0,-49 8 0 0 0,-33 3 1086 0 0,-189 56 0 0 0,-148 40-793 0 0,441-112-318 0 0,-37 6-690 0 0,-53 5-1 0 0,73-12-6222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6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4609 0 0,'0'3'106'0'0,"-1"-1"1"0"0,0 1-1 0 0,1 0 1 0 0,-1-1-1 0 0,1 1 1 0 0,0 0-1 0 0,0 0 1 0 0,0-1-1 0 0,0 1 1 0 0,0 0-1 0 0,1 3 0 0 0,0-1 192 0 0,9 69 1744 0 0,3-1 0 0 0,42 130-1 0 0,-28-114-1023 0 0,18 111-1 0 0,-34-99-609 0 0,-4 131 0 0 0,-1-26-133 0 0,-6-189-312 0 0,1 1-1 0 0,1-1 0 0 0,1 0 0 0 0,0 0 1 0 0,1 0-1 0 0,1 0 0 0 0,0-1 1 0 0,2 1-1 0 0,0-1 0 0 0,12 19 1 0 0,-8-19-253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6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1 352 2304 0 0,'0'-1'93'0'0,"0"-1"0"0"0,0 1 0 0 0,0 0 0 0 0,0 0-1 0 0,1-1 1 0 0,-1 1 0 0 0,1 0 0 0 0,-1 0-1 0 0,1-1 1 0 0,-1 1 0 0 0,1 0 0 0 0,0 0-1 0 0,-1 0 1 0 0,1 0 0 0 0,0 0 0 0 0,0 0-1 0 0,2-1 1 0 0,19-22 897 0 0,-18 21-801 0 0,9-9 323 0 0,0 1 0 0 0,1 0-1 0 0,1 1 1 0 0,0 1 0 0 0,0 0 0 0 0,18-7 0 0 0,102-35 2164 0 0,-91 36-1981 0 0,50-17 425 0 0,1 4 0 0 0,115-18 0 0 0,-115 30-515 0 0,175-20-217 0 0,-253 36-395 0 0,-1 0 0 0 0,0 0 0 0 0,0 2 0 0 0,0 0 0 0 0,0 1 0 0 0,-1 1 0 0 0,1 0 0 0 0,-1 1 1 0 0,0 1-1 0 0,0 0 0 0 0,19 11 0 0 0,-24-11 29 0 0,0 1-1 0 0,-1 0 1 0 0,1 1 0 0 0,-2 0 0 0 0,1 0-1 0 0,-1 1 1 0 0,0 0 0 0 0,-1 0 0 0 0,0 1-1 0 0,0 0 1 0 0,-1 0 0 0 0,0 1 0 0 0,-1 0-1 0 0,0 0 1 0 0,5 21 0 0 0,28 159 1790 0 0,-22-93-1665 0 0,10 51-147 0 0,10 216 0 0 0,-36-354 4 0 0,0 0 0 0 0,-1 0 0 0 0,0 0 0 0 0,-1 0-1 0 0,0 0 1 0 0,-1 0 0 0 0,0 0 0 0 0,-1-1 0 0 0,0 1 0 0 0,0-1 0 0 0,-1 0 0 0 0,-1 0-1 0 0,1-1 1 0 0,-8 10 0 0 0,3-8 9 0 0,1-1-1 0 0,-2 1 0 0 0,1-1 1 0 0,-1-1-1 0 0,-1 0 1 0 0,0-1-1 0 0,0 0 0 0 0,0-1 1 0 0,-1 0-1 0 0,-19 7 1 0 0,-38 9 712 0 0,-135 27-1 0 0,165-42-429 0 0,-153 25 464 0 0,110-21-474 0 0,-151 41-1 0 0,113-9-211 0 0,60-21-1377 0 0,-109 27 0 0 0,152-47-5725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7.8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3681 0 0,'0'-1'305'0'0,"-1"0"1"0"0,1 0 0 0 0,0-1-1 0 0,-1 1 1 0 0,1 0 0 0 0,0-1-1 0 0,0 1 1 0 0,0 0-1 0 0,0 0 1 0 0,0-1 0 0 0,1 1-1 0 0,-1 0 1 0 0,0-1-1 0 0,5-7 2860 0 0,-2 19-646 0 0,8 181 2547 0 0,9 115-4435 0 0,-10-205-575 0 0,-4-24-28 0 0,3 1-1 0 0,24 91 1 0 0,29 82 62 0 0,-36-140-123 0 0,-3 24 312 0 0,-18-96-473 0 0,2 0 0 0 0,1 0 0 0 0,16 46 0 0 0,-23-83-10 0 0,-1 0 1 0 0,1 0-1 0 0,0 1 0 0 0,0-1 1 0 0,0 0-1 0 0,1-1 1 0 0,-1 1-1 0 0,0 0 1 0 0,1 0-1 0 0,-1 0 0 0 0,1-1 1 0 0,-1 1-1 0 0,1-1 1 0 0,0 1-1 0 0,0-1 1 0 0,4 2-1 0 0,4-2-1099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8.5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5 181 4609 0 0,'-4'4'1180'0'0,"4"-4"-1142"0"0,0 1-1 0 0,0-1 1 0 0,1 0 0 0 0,-1 0 0 0 0,0 1-1 0 0,0-1 1 0 0,1 0 0 0 0,-1 0 0 0 0,0 0-1 0 0,1 1 1 0 0,-1-1 0 0 0,1 0 0 0 0,-1 0-1 0 0,0 0 1 0 0,1 0 0 0 0,-1 0 0 0 0,0 0-1 0 0,1 0 1 0 0,-1 0 0 0 0,0 0 0 0 0,1 0-1 0 0,-1 0 1 0 0,1 0 0 0 0,-1 0 0 0 0,0 0-1 0 0,1 0 1 0 0,-1 0 0 0 0,0 0 0 0 0,1-1-1 0 0,32-6 846 0 0,0-1-1 0 0,-1-3 0 0 0,43-18 0 0 0,-41 14-274 0 0,0 2 0 0 0,1 2-1 0 0,46-9 1 0 0,131 0 767 0 0,11-2-21 0 0,-163 10-1235 0 0,-41 7-131 0 0,0 0 1 0 0,1 2 0 0 0,-1 0-1 0 0,1 2 1 0 0,0 0-1 0 0,31 3 1 0 0,-45-1 115 0 0,-1 1 1 0 0,1 0-1 0 0,0 0 0 0 0,-1 1 1 0 0,0 0-1 0 0,1 0 1 0 0,-1 0-1 0 0,0 0 0 0 0,-1 1 1 0 0,1 0-1 0 0,-1 0 1 0 0,1 0-1 0 0,-1 0 1 0 0,0 1-1 0 0,-1 0 0 0 0,1 0 1 0 0,-1 0-1 0 0,0 0 1 0 0,0 0-1 0 0,-1 1 0 0 0,1-1 1 0 0,-1 1-1 0 0,0 0 1 0 0,-1-1-1 0 0,0 1 1 0 0,2 11-1 0 0,13 195 1608 0 0,1 11-1736 0 0,96 305 164 0 0,-31-176-64 0 0,-78-334-60 0 0,-2 0-1 0 0,0 1 0 0 0,-1-1 1 0 0,-2 20-1 0 0,0-29-4 0 0,1-1 0 0 0,-2 1 0 0 0,1-1 0 0 0,-1 1 0 0 0,-1-1 0 0 0,1 0 0 0 0,-1 0 0 0 0,-1 0 0 0 0,0 0 0 0 0,-8 13 0 0 0,10-19 41 0 0,1-1-1 0 0,-1 1 1 0 0,0 0 0 0 0,0-1 0 0 0,-1 1 0 0 0,1-1 0 0 0,0 0-1 0 0,0 1 1 0 0,-1-1 0 0 0,1 0 0 0 0,0 0 0 0 0,-1-1 0 0 0,1 1 0 0 0,-1-1-1 0 0,1 1 1 0 0,-1-1 0 0 0,0 0 0 0 0,-2 1 0 0 0,-55-6 720 0 0,26 1-600 0 0,-47 7-103 0 0,2 3-1 0 0,-1 4 0 0 0,-89 23 1 0 0,91-16-15 0 0,-1-3 0 0 0,0-4 0 0 0,-96 0 0 0 0,133-14 29 0 0,29 3-868 0 0,-1-1 1 0 0,-21 2-1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9.3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42 3225 0 0,'23'-42'11369'0'0,"-29"66"-9399"0"0,8 34-316 0 0,16 101 0 0 0,25 59-1300 0 0,-10-62-200 0 0,-32-150-149 0 0,118 524 470 0 0,-108-480-336 0 0,-1 0 0 0 0,-3 1 0 0 0,-2 0-1 0 0,-3 1 1 0 0,-4 68 0 0 0,1-99-171 0 0,0-6-24 0 0,0 0 0 0 0,2 0-1 0 0,-1 0 1 0 0,2 0 0 0 0,0 0 0 0 0,4 16-1 0 0,1-22-1326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50.2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49 234 5065 0 0,'-9'1'28'0'0,"4"0"627"0"0,0 0 1 0 0,0-1-1 0 0,0 0 0 0 0,0 0 0 0 0,-9-1 1 0 0,14 1-616 0 0,0 0 1 0 0,0-1 0 0 0,0 1 0 0 0,0-1 0 0 0,0 1 0 0 0,0 0-1 0 0,0-1 1 0 0,0 1 0 0 0,0-1 0 0 0,0 1 0 0 0,0-1 0 0 0,0 1-1 0 0,0 0 1 0 0,0-1 0 0 0,0 1 0 0 0,0-1 0 0 0,0 1 0 0 0,1 0-1 0 0,-1-1 1 0 0,0 1 0 0 0,0 0 0 0 0,0-1 0 0 0,1 1 0 0 0,-1 0-1 0 0,0-1 1 0 0,1 1 0 0 0,-1 0 0 0 0,0-1 0 0 0,1 1 0 0 0,-1 0-1 0 0,0 0 1 0 0,1-1 0 0 0,-1 1 0 0 0,0 0 0 0 0,1 0 0 0 0,15-14 127 0 0,-16 14-117 0 0,21-15 71 0 0,1 1-1 0 0,0 1 1 0 0,1 1 0 0 0,0 0-1 0 0,1 2 1 0 0,0 1-1 0 0,1 1 1 0 0,41-7 0 0 0,18 0 92 0 0,105-3 0 0 0,625-43 16 0 0,-610 53-172 0 0,-167 9 228 0 0,-1 2-1 0 0,0 1 0 0 0,56 14 1 0 0,-87-17-256 0 0,0 1 0 0 0,0-1-1 0 0,0 1 1 0 0,0 0 0 0 0,0 0 0 0 0,0 1 0 0 0,-1-1-1 0 0,1 1 1 0 0,-1 0 0 0 0,0 0 0 0 0,0 0 0 0 0,0 1-1 0 0,0 0 1 0 0,4 5 0 0 0,-6-6 3 0 0,0 1-1 0 0,-1 0 1 0 0,1 0-1 0 0,0 0 1 0 0,-1 0-1 0 0,0 1 1 0 0,0-1-1 0 0,-1 0 1 0 0,1 0-1 0 0,-1 1 1 0 0,0-1-1 0 0,0 0 1 0 0,0 1-1 0 0,0-1 1 0 0,-1 0-1 0 0,0 1 1 0 0,-1 5-1 0 0,-5 31 662 0 0,2 1-1 0 0,2 0 1 0 0,2 0 0 0 0,6 57-1 0 0,-2-10-329 0 0,1-11-252 0 0,4 0 0 0 0,2-1 1 0 0,25 89-1 0 0,79 447 253 0 0,-106-565-314 0 0,6 50 800 0 0,-13-88-669 0 0,-1 1 1 0 0,0 0-1 0 0,-1 0 1 0 0,0 0 0 0 0,-1-1-1 0 0,-5 20 1 0 0,4-23-117 0 0,-1 1 0 0 0,0-1 0 0 0,0 0 0 0 0,-1 0 0 0 0,0 0 0 0 0,0-1 0 0 0,-1 0 0 0 0,0 0 1 0 0,0 0-1 0 0,0-1 0 0 0,-1 1 0 0 0,0-2 0 0 0,0 1 0 0 0,0-1 0 0 0,0 0 0 0 0,-10 4 0 0 0,-16 6-49 0 0,0-2-1 0 0,-47 11 0 0 0,78-22-15 0 0,-37 7 4 0 0,0-1-1 0 0,-41 1 1 0 0,44-5-6 0 0,1 1 0 0 0,-68 17 0 0 0,17 8 1 0 0,-42 12 0 0 0,108-36 0 0 0,1-1 0 0 0,-1-1 0 0 0,0-1 0 0 0,-35-1 0 0 0,-71-14 161 0 0,87 7-72 0 0,-1 2-1 0 0,0 2 1 0 0,-63 4 0 0 0,11 17-150 0 0,73-14 48 0 0,0 0 0 0 0,0-1 0 0 0,0-1 0 0 0,0-1 0 0 0,-40-1 0 0 0,51-2-176 0 0,0-1 1 0 0,0-1-1 0 0,-1 1 0 0 0,1-1 0 0 0,1-1 0 0 0,-1 1 0 0 0,0-1 1 0 0,1-1-1 0 0,0 1 0 0 0,0-1 0 0 0,0-1 0 0 0,1 1 0 0 0,0-1 1 0 0,-11-12-1 0 0,3-1-7150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0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56 456 0 0,'0'-2'415'0'0,"1"0"-1"0"0,-1 0 1 0 0,0 0 0 0 0,0 0 0 0 0,0 0-1 0 0,-1 0 1 0 0,1-1 0 0 0,-11-35 16350 0 0,11 38-16695 0 0,0-1 1 0 0,0 1-1 0 0,7 15-56 0 0,0 0 0 0 0,-1 0 0 0 0,-1 1 0 0 0,6 29 1 0 0,6 75 50 0 0,-4-25-43 0 0,83 297 293 0 0,-25-125-101 0 0,-54-192-90 0 0,1-6 121 0 0,-3 1 1 0 0,-3 1 0 0 0,4 99-1 0 0,-16-163-446 0 0,-1 0-1 0 0,0-1 1 0 0,0 1-1 0 0,0-1 1 0 0,-1 1-1 0 0,0-1 1 0 0,-4 9-1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2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47 318 2761 0 0,'-3'-1'183'0'0,"-1"1"0"0"0,1-1 0 0 0,0 0 1 0 0,-1-1-1 0 0,1 1 0 0 0,0-1 0 0 0,0 1 1 0 0,-1-1-1 0 0,1 0 0 0 0,1 0 0 0 0,-5-4 1 0 0,6 5-87 0 0,1 1 0 0 0,-1-1 0 0 0,1 1 0 0 0,0-1 0 0 0,-1 1 0 0 0,1-1 0 0 0,0 1 0 0 0,0-1 0 0 0,-1 1 0 0 0,1-1 0 0 0,0 1 1 0 0,0-1-1 0 0,0 0 0 0 0,0 1 0 0 0,0-1 0 0 0,0 1 0 0 0,0-1 0 0 0,0 0 0 0 0,0 1 0 0 0,0-1 0 0 0,0 1 0 0 0,0-1 0 0 0,0 0 1 0 0,1 1-1 0 0,-1-1 0 0 0,0 0 0 0 0,1 0 39 0 0,1-1 1 0 0,-1 1 0 0 0,0-1 0 0 0,1 1-1 0 0,-1 0 1 0 0,1-1 0 0 0,-1 1-1 0 0,1 0 1 0 0,-1 0 0 0 0,1 0 0 0 0,0 0-1 0 0,3-1 1 0 0,35-12 1121 0 0,0 1 1 0 0,1 2-1 0 0,64-9 1 0 0,4-2-872 0 0,-34 4-308 0 0,1 3 0 0 0,0 3-1 0 0,91-3 1 0 0,-150 15-72 0 0,649-21 695 0 0,-231-19 595 0 0,-135 11-37 0 0,70-4-413 0 0,607 50-762 0 0,-819-6-100 0 0,210 22-42 0 0,-83-5 185 0 0,-265-25-105 0 0,-1 1 0 0 0,1 0 1 0 0,-1 1-1 0 0,-1 2 0 0 0,1 0 0 0 0,22 12 0 0 0,101 67 874 0 0,-89-51-130 0 0,-4-12 177 0 0,-43-21-888 0 0,-1 0-1 0 0,1 0 0 0 0,-1 0 0 0 0,0 1 0 0 0,1-1 0 0 0,-1 2 1 0 0,-1-1-1 0 0,1 0 0 0 0,0 1 0 0 0,-1 0 0 0 0,1 0 0 0 0,-1 0 0 0 0,0 1 1 0 0,-1-1-1 0 0,5 7 0 0 0,-1 5 34 0 0,-1 1-1 0 0,0 0 1 0 0,-1 0 0 0 0,0 1-1 0 0,2 29 1 0 0,8 30 3 0 0,23 117-24 0 0,-30-137-48 0 0,3 1 1 0 0,22 67-1 0 0,10-16-53 0 0,10 27 37 0 0,-47-117-8 0 0,0 1 0 0 0,-2-1 0 0 0,0 1 0 0 0,-2 0 0 0 0,1 21 0 0 0,-3-32 7 0 0,0 0-1 0 0,-1-1 1 0 0,0 1-1 0 0,-1 0 1 0 0,0-1-1 0 0,0 1 1 0 0,-4 8-1 0 0,5-14-3 0 0,-1 0 0 0 0,1 1 0 0 0,-1-1 0 0 0,0 0 0 0 0,0 0 0 0 0,0 0 0 0 0,0 0 0 0 0,-1-1 0 0 0,1 1 0 0 0,-1-1 0 0 0,0 1 0 0 0,0-1 0 0 0,0 0 0 0 0,0 0 0 0 0,0 0 0 0 0,0 0 0 0 0,0-1 0 0 0,0 1 0 0 0,-6 0 0 0 0,-9 2 102 0 0,-1-2 0 0 0,1 0 0 0 0,-1-2-1 0 0,0 0 1 0 0,-36-4 0 0 0,-21-1 118 0 0,-194 28-322 0 0,107-4 54 0 0,-258 27 57 0 0,-98 8-25 0 0,258-31-88 0 0,-63 4-5 0 0,151-16 92 0 0,-153 0-28 0 0,64-11-236 0 0,-58-2-100 0 0,-254-13 246 0 0,365 23 136 0 0,0 1 0 0 0,5 6 0 0 0,108-6 0 0 0,13 0-1807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3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28 508 7370 0 0,'-14'-33'1486'0'0,"0"1"8327"0"0,17 42-8510 0 0,6 16-959 0 0,42 81-164 0 0,49 149 0 0 0,-78-193-214 0 0,2-1-1 0 0,52 92 0 0 0,-54-116 15 0 0,3-1-1 0 0,1 0 0 0 0,2-2 0 0 0,57 56 0 0 0,-78-85 36 0 0,2 4 139 0 0,1-1-1 0 0,1 0 1 0 0,-1-1 0 0 0,18 10-1 0 0,-26-17-133 0 0,0 0 0 0 0,0 0 1 0 0,0 0-1 0 0,0 0 0 0 0,0 0 0 0 0,0 0 0 0 0,0-1 0 0 0,0 1 0 0 0,0-1 1 0 0,0 0-1 0 0,0 1 0 0 0,0-1 0 0 0,0 0 0 0 0,0 0 0 0 0,1 0 1 0 0,-1-1-1 0 0,0 1 0 0 0,0 0 0 0 0,0-1 0 0 0,0 1 0 0 0,0-1 0 0 0,0 0 1 0 0,0 0-1 0 0,0 0 0 0 0,0 0 0 0 0,-1 0 0 0 0,1 0 0 0 0,0 0 0 0 0,0-1 1 0 0,-1 1-1 0 0,1 0 0 0 0,-1-1 0 0 0,1 0 0 0 0,-1 1 0 0 0,0-1 1 0 0,1-2-1 0 0,8-12 72 0 0,-1 0 1 0 0,-1-1-1 0 0,-1-1 1 0 0,-1 1 0 0 0,6-25-1 0 0,15-95 192 0 0,-17 79-160 0 0,101-661 86 0 0,-105 645-218 0 0,-4-120 0 0 0,-3 99-2049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1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189 113 10594 0 0,'-1'-10'189'0'0,"-1"0"-1"0"0,0 0 1 0 0,-1 1-1 0 0,0-1 1 0 0,-5-11-1 0 0,7 19-37 0 0,1-1 0 0 0,-2 1 0 0 0,1-1 0 0 0,0 1 0 0 0,0 0 0 0 0,-1-1 0 0 0,1 1-1 0 0,-1 0 1 0 0,0 0 0 0 0,0 0 0 0 0,0 0 0 0 0,0 0 0 0 0,0 1 0 0 0,0-1 0 0 0,0 0 0 0 0,-1 1 0 0 0,1 0 0 0 0,0-1 0 0 0,-1 1-1 0 0,1 0 1 0 0,-1 1 0 0 0,0-1 0 0 0,1 0 0 0 0,-4 0 0 0 0,4 1-43 0 0,0 1 1 0 0,0-1-1 0 0,-1 1 0 0 0,1 0 1 0 0,0-1-1 0 0,0 1 1 0 0,0 0-1 0 0,0 0 0 0 0,0 1 1 0 0,0-1-1 0 0,1 0 0 0 0,-1 0 1 0 0,0 1-1 0 0,0-1 0 0 0,1 1 1 0 0,-1 0-1 0 0,1 0 0 0 0,-3 3 1 0 0,-22 40 404 0 0,21-35-479 0 0,-3 6-36 0 0,0 1 0 0 0,1 0 0 0 0,1 0 0 0 0,1 0 0 0 0,0 1 0 0 0,1 0 0 0 0,1 0 1 0 0,1 0-1 0 0,0 1 0 0 0,2 33 0 0 0,1-40-2 0 0,1 1 0 0 0,0-1 1 0 0,1 0-1 0 0,0 0 0 0 0,1 0 1 0 0,0-1-1 0 0,1 1 0 0 0,0-1 1 0 0,1 0-1 0 0,0 0 0 0 0,0-1 0 0 0,2 0 1 0 0,-1 0-1 0 0,1-1 0 0 0,0 1 1 0 0,19 14-1 0 0,-14-14 12 0 0,0 0 0 0 0,1-1 0 0 0,0-1 0 0 0,1 0 0 0 0,-1-1 0 0 0,1 0 0 0 0,1-1 0 0 0,-1-1 0 0 0,1-1 0 0 0,19 3 0 0 0,-30-6-5 0 0,1 0-1 0 0,0 0 1 0 0,0-1 0 0 0,0 0 0 0 0,-1-1-1 0 0,1 1 1 0 0,0-1 0 0 0,0 0 0 0 0,-1 0-1 0 0,1-1 1 0 0,-1 0 0 0 0,1 0 0 0 0,-1 0-1 0 0,0-1 1 0 0,0 1 0 0 0,0-1 0 0 0,0 0-1 0 0,0-1 1 0 0,0 1 0 0 0,-1-1 0 0 0,0 0-1 0 0,0 0 1 0 0,0-1 0 0 0,0 1 0 0 0,-1-1-1 0 0,1 1 1 0 0,-1-1 0 0 0,0 0 0 0 0,-1-1-1 0 0,1 1 1 0 0,2-8 0 0 0,-3 8-10 0 0,-1-1-1 0 0,1 1 1 0 0,-1 0 0 0 0,1 0-1 0 0,-2-1 1 0 0,1 1 0 0 0,-1-1 0 0 0,1 1-1 0 0,-1 0 1 0 0,-1-1 0 0 0,0-7 0 0 0,-3 1 88 0 0,1 1 1 0 0,-2 1-1 0 0,1-1 0 0 0,-9-13 1 0 0,10 19-15 0 0,1 0-1 0 0,-1-1 1 0 0,1 1 0 0 0,0-1-1 0 0,0 1 1 0 0,0-1 0 0 0,1 0-1 0 0,-1-10 1 0 0,2 14-51 0 0,0 0 0 0 0,0 0 0 0 0,1 0 0 0 0,-1 1 0 0 0,1-1 0 0 0,-1 0 0 0 0,1 0 0 0 0,0 1 0 0 0,-1-1 0 0 0,1 0 0 0 0,0 1 0 0 0,0-1 0 0 0,0 1 0 0 0,1-1 0 0 0,-1 1 0 0 0,0-1 0 0 0,0 1 0 0 0,1 0 0 0 0,-1 0 0 0 0,1 0 0 0 0,-1 0 0 0 0,1 0 0 0 0,0 0 0 0 0,-1 0 0 0 0,1 0 0 0 0,0 0 0 0 0,-1 1 0 0 0,1-1 0 0 0,0 1 0 0 0,0-1 0 0 0,3 1 0 0 0,0-2-16 0 0,0 1 0 0 0,1 0 0 0 0,-1 0-1 0 0,0 0 1 0 0,0 1 0 0 0,1-1 0 0 0,-1 1-1 0 0,1 1 1 0 0,-1-1 0 0 0,0 1 0 0 0,0 0 0 0 0,1 0-1 0 0,-1 0 1 0 0,0 1 0 0 0,0 0 0 0 0,0 0-1 0 0,0 0 1 0 0,-1 0 0 0 0,1 1 0 0 0,0 0 0 0 0,-1 0-1 0 0,0 0 1 0 0,0 1 0 0 0,0-1 0 0 0,0 1-1 0 0,0 0 1 0 0,-1 0 0 0 0,0 0 0 0 0,1 1 0 0 0,-2-1-1 0 0,1 1 1 0 0,0 0 0 0 0,-1-1 0 0 0,0 1-1 0 0,2 8 1 0 0,3 9 85 0 0,-1 0 1 0 0,0 0-1 0 0,-2 0 0 0 0,2 30 0 0 0,-2 94 593 0 0,-3-48-534 0 0,-1-68-1952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161 85 9674 0 0,'-2'-23'1100'0'0,"-3"-16"-1090"0"0,4 37 201 0 0,1 1 0 0 0,0 0 0 0 0,0 0 0 0 0,-1 0 0 0 0,1 0 0 0 0,0 0 0 0 0,-1 0 0 0 0,1 0 0 0 0,-1 0 0 0 0,1 0 0 0 0,-1 0 0 0 0,0 0 0 0 0,1 0 0 0 0,-1 0 0 0 0,0 1 0 0 0,0-1 0 0 0,1 0 0 0 0,-1 0 0 0 0,0 1 0 0 0,0-1 0 0 0,0 1 0 0 0,0-1 0 0 0,0 1 0 0 0,0-1 0 0 0,-2 0 0 0 0,1 1 18 0 0,0 1-1 0 0,-1-1 1 0 0,1 0-1 0 0,0 1 1 0 0,0 0-1 0 0,-1-1 1 0 0,1 1-1 0 0,0 0 1 0 0,0 0-1 0 0,0 0 1 0 0,0 1-1 0 0,0-1 1 0 0,0 0-1 0 0,0 1 1 0 0,1-1-1 0 0,-1 1 1 0 0,-1 1-1 0 0,-29 34 581 0 0,28-31-634 0 0,-3 3-138 0 0,0 0 0 0 0,1 0-1 0 0,0 0 1 0 0,1 1 0 0 0,0 0-1 0 0,0 0 1 0 0,1 0 0 0 0,1 1-1 0 0,0-1 1 0 0,-4 19 0 0 0,7-21-50 0 0,0-1 1 0 0,0 1-1 0 0,0 0 1 0 0,1 0-1 0 0,0-1 1 0 0,0 1-1 0 0,1 0 1 0 0,0-1-1 0 0,1 1 1 0 0,-1-1-1 0 0,1 0 1 0 0,1 0-1 0 0,-1 0 0 0 0,1 0 1 0 0,1-1-1 0 0,4 7 1 0 0,-1-3-103 0 0,1-1-1 0 0,-1 0 1 0 0,1 0-1 0 0,1-1 1 0 0,0 0 0 0 0,0-1-1 0 0,1 0 1 0 0,16 8-1 0 0,6 0-504 0 0,54 17 0 0 0,-18-8 41 0 0,-66-23 565 0 0,0 0 0 0 0,1 1 0 0 0,-1-1 0 0 0,0 1 1 0 0,0 0-1 0 0,0 0 0 0 0,0 0 0 0 0,0 0 0 0 0,0 0 0 0 0,-1 1 0 0 0,1-1 0 0 0,-1 1 0 0 0,1 0 0 0 0,-1 0 1 0 0,0 0-1 0 0,0 0 0 0 0,-1 0 0 0 0,1 0 0 0 0,0 0 0 0 0,-1 1 0 0 0,0-1 0 0 0,1 5 0 0 0,-1-3 129 0 0,-1 0-1 0 0,0 0 0 0 0,0 1 0 0 0,0-1 0 0 0,-1 0 0 0 0,1 1 0 0 0,-1-1 0 0 0,-1 0 1 0 0,1 0-1 0 0,-1 0 0 0 0,0 0 0 0 0,0 0 0 0 0,0 0 0 0 0,-5 7 0 0 0,0-2 88 0 0,-1 0 0 0 0,0 0 0 0 0,-1-1 0 0 0,0 0 0 0 0,0-1 0 0 0,-1 0 0 0 0,0 0 0 0 0,0-1 0 0 0,-1 0 0 0 0,-19 9 0 0 0,14-8-182 0 0,0-1 0 0 0,-1-1 1 0 0,0-1-1 0 0,-1 0 1 0 0,1-1-1 0 0,-1-1 0 0 0,-17 2 1 0 0,30-5-321 0 0,0 1-1 0 0,0-1 1 0 0,0 0 0 0 0,-1 0 0 0 0,1-1-1 0 0,0 0 1 0 0,0 1 0 0 0,1-2 0 0 0,-1 1-1 0 0,0-1 1 0 0,0 1 0 0 0,0-1 0 0 0,1 0 0 0 0,-1-1-1 0 0,-5-3 1 0 0,-2-8-1450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7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1 102 3225 0 0,'1'3'3653'0'0,"-1"-2"-3531"0"0,30-5 2803 0 0,41-10 982 0 0,52-21 1455 0 0,-84 22-4875 0 0,1 1-1 0 0,0 3 1 0 0,74-9 0 0 0,-102 17-1344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5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60 269 10594 0 0,'-10'-2'338'0'0,"-28"-2"932"0"0,37 4-1207 0 0,1 0 0 0 0,-1 0 0 0 0,1 0-1 0 0,-1 0 1 0 0,1 0 0 0 0,-1 0-1 0 0,1 0 1 0 0,-1 1 0 0 0,1-1 0 0 0,-1 0-1 0 0,1 0 1 0 0,0 0 0 0 0,-1 1 0 0 0,1-1-1 0 0,-1 0 1 0 0,1 1 0 0 0,0-1-1 0 0,-1 0 1 0 0,1 1 0 0 0,0-1 0 0 0,-1 1-1 0 0,1-1 1 0 0,-1 1 0 0 0,1 0 82 0 0,0 0 0 0 0,0 0 0 0 0,0 0 0 0 0,0 0 0 0 0,0 0-1 0 0,0 0 1 0 0,0 0 0 0 0,1 0 0 0 0,-1 0 0 0 0,0 0 0 0 0,1 0 0 0 0,-1 0 0 0 0,0 0 0 0 0,1 0 0 0 0,-1 0 0 0 0,1 0 0 0 0,0 1 0 0 0,22 32 2164 0 0,33 38 0 0 0,-29-38-1729 0 0,24 38 0 0 0,3 18-497 0 0,83 128 73 0 0,-104-172-135 0 0,1-1 0 0 0,61 60 0 0 0,-83-93-8 0 0,1 0 0 0 0,21 14 1 0 0,-32-24-12 0 0,1-1-1 0 0,-1 1 1 0 0,1 0 0 0 0,0-1 0 0 0,-1 1-1 0 0,1-1 1 0 0,0 0 0 0 0,0 0-1 0 0,0 0 1 0 0,0 0 0 0 0,0-1 0 0 0,0 1-1 0 0,0-1 1 0 0,0 0 0 0 0,0 1 0 0 0,0-1-1 0 0,0-1 1 0 0,0 1 0 0 0,0 0 0 0 0,0-1-1 0 0,0 0 1 0 0,3 0 0 0 0,-3-1 20 0 0,-1 0 0 0 0,0 0 0 0 0,0 0 0 0 0,0 0 0 0 0,0-1 0 0 0,0 1 0 0 0,0 0 0 0 0,0-1 0 0 0,-1 0 1 0 0,1 1-1 0 0,-1-1 0 0 0,0 0 0 0 0,0 0 0 0 0,0 1 0 0 0,0-1 0 0 0,1-5 0 0 0,6-53 396 0 0,-7 52-347 0 0,11-187 785 0 0,6-67-509 0 0,-15 231-326 0 0,10-90-138 0 0,-4-127 0 0 0,-9 239 45 0 0,-2-31-259 0 0,2 38 287 0 0,-1 1 1 0 0,1 0-1 0 0,-1 0 1 0 0,1 0-1 0 0,-1 0 1 0 0,1 0-1 0 0,-1 0 1 0 0,0 0 0 0 0,0 0-1 0 0,0 0 1 0 0,0 0-1 0 0,-1 1 1 0 0,1-1-1 0 0,-3-2 1 0 0,-10 0-348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0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6 11058 0 0,'-4'-5'1263'0'0,"11"8"-103"0"0,10 9 606 0 0,-12-4-1335 0 0,1 0-1 0 0,-1 0 1 0 0,0 1 0 0 0,0-1-1 0 0,-1 1 1 0 0,-1 1-1 0 0,1-1 1 0 0,-1 0 0 0 0,2 17-1 0 0,1 12 317 0 0,1 45 0 0 0,-3-33-575 0 0,4 22-863 0 0,18 84 1 0 0,-20-131-496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6913 0 0,'35'9'2320'0'0,"35"5"1398"0"0,49 12-154 0 0,-102-21-3010 0 0,0 1-1 0 0,0 0 1 0 0,0 1-1 0 0,23 14 1 0 0,-36-18-526 0 0,0-1 1 0 0,0 1 0 0 0,-1 0-1 0 0,1 0 1 0 0,-1 1-1 0 0,0-1 1 0 0,0 1 0 0 0,0-1-1 0 0,0 1 1 0 0,0 0-1 0 0,-1 0 1 0 0,0 0-1 0 0,0 1 1 0 0,0-1 0 0 0,2 7-1 0 0,-2-4 25 0 0,-1 0 0 0 0,0 0 0 0 0,-1 0 0 0 0,1 0 0 0 0,-1 1 0 0 0,-1-1 1 0 0,1 0-1 0 0,-1 0 0 0 0,-2 9 0 0 0,-5 9 71 0 0,-1 0 0 0 0,-1 0 1 0 0,0-1-1 0 0,-20 30 0 0 0,11-23-1152 0 0,-1-2 0 0 0,-2 0 0 0 0,0 0 0 0 0,-2-2-1 0 0,-46 39 1 0 0,53-50-5293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29 2761 0 0,'-3'-5'120'0'0,"2"0"32"0"0,0 3-152 0 0,-1-2 0 0 0,2 2 0 0 0,0 1 0 0 0,2-1 0 0 0,-2 1-88 0 0,1-2 16 0 0,0 1 0 0 0,1 0 72 0 0,-1 2 0 0 0,2 3 0 0 0,-2 0 0 0 0,-1-1 0 0 0,0 4 0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1 3225 0 0,'-10'8'10625'0'0,"-8"2"-7787"0"0,-6 5-2624 0 0,-12 11 419 0 0,23-18-478 0 0,1 1 0 0 0,1 0 0 0 0,-1 0 0 0 0,1 1 0 0 0,1 0 0 0 0,-18 23 0 0 0,27-32-155 0 0,1-1 1 0 0,0 1-1 0 0,-1-1 1 0 0,1 1-1 0 0,0-1 1 0 0,-1 1-1 0 0,1 0 0 0 0,0-1 1 0 0,0 1-1 0 0,0-1 1 0 0,-1 1-1 0 0,1 0 1 0 0,0-1-1 0 0,0 1 0 0 0,0 0 1 0 0,0-1-1 0 0,0 1 1 0 0,0 0-1 0 0,0-1 1 0 0,0 1-1 0 0,1 0 0 0 0,-1-1 1 0 0,0 1-1 0 0,0 0 1 0 0,0-1-1 0 0,1 1 1 0 0,-1-1-1 0 0,1 2 0 0 0,0-1 3 0 0,0 0-1 0 0,0 0 0 0 0,1 0 0 0 0,-1-1 1 0 0,0 1-1 0 0,1 0 0 0 0,-1-1 0 0 0,0 1 1 0 0,1-1-1 0 0,-1 1 0 0 0,0-1 1 0 0,3 1-1 0 0,43 1 69 0 0,-45-2-67 0 0,51-4-154 0 0,-25 2-71 0 0,-1 0 0 0 0,1 2 0 0 0,31 3 0 0 0,-53-3 175 0 0,0 1 1 0 0,0 0-1 0 0,0 0 1 0 0,-1 1-1 0 0,1 0 1 0 0,0 0-1 0 0,-1 0 1 0 0,1 1-1 0 0,-1 0 1 0 0,1 0-1 0 0,-1 0 1 0 0,0 0-1 0 0,-1 1 1 0 0,1 0-1 0 0,-1 0 1 0 0,1 0-1 0 0,-1 1 1 0 0,0-1-1 0 0,5 10 1 0 0,-7-10 44 0 0,0-1 0 0 0,0 2 0 0 0,0-1 0 0 0,-1 0 0 0 0,1 0 1 0 0,-1 0-1 0 0,0 1 0 0 0,-1-1 0 0 0,1 0 0 0 0,-1 1 0 0 0,1-1 0 0 0,-1 1 0 0 0,-1-1 0 0 0,1 0 1 0 0,-1 1-1 0 0,-1 7 0 0 0,-1-5 143 0 0,1-1 0 0 0,-1 1 0 0 0,-1-1 0 0 0,1 1 0 0 0,-1-1 0 0 0,0 0-1 0 0,0-1 1 0 0,-1 1 0 0 0,-8 8 0 0 0,2-4 210 0 0,-1 0 0 0 0,0-1 0 0 0,-1 0 0 0 0,0-1 0 0 0,0-1 0 0 0,0 0 0 0 0,-1-1 0 0 0,0 0 0 0 0,-19 5 0 0 0,23-9-284 0 0,1 0 1 0 0,-1 0 0 0 0,0-1-1 0 0,1-1 1 0 0,-15 0 0 0 0,-6-5-6133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13363 0 0,'4'0'305'0'0,"0"1"-1"0"0,0-1 1 0 0,-1 1-1 0 0,1-1 1 0 0,0 0 0 0 0,0-1-1 0 0,0 1 1 0 0,6-2 0 0 0,16-3 386 0 0,-1-2 0 0 0,1 0 1 0 0,25-12-1 0 0,2-5-1939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6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87 14283 0 0,'3'-2'246'0'0,"1"0"1"0"0,0 0-1 0 0,0 1 1 0 0,0 0-1 0 0,0-1 1 0 0,0 1-1 0 0,0 0 0 0 0,0 1 1 0 0,6-1-1 0 0,9-3 304 0 0,15-5 1791 0 0,43-19-1 0 0,-31 7-8440 0 0,-24 10-712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0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34 588 7834 0 0,'-23'-1'531'0'0,"22"1"-376"0"0,1 0-1 0 0,-1 0 0 0 0,1 0 0 0 0,-1 0 0 0 0,1 0 0 0 0,-1 1 1 0 0,1-1-1 0 0,-1 0 0 0 0,1 0 0 0 0,0 0 0 0 0,-1 1 0 0 0,1-1 1 0 0,-1 0-1 0 0,1 1 0 0 0,0-1 0 0 0,-1 0 0 0 0,1 1 1 0 0,0-1-1 0 0,-1 1 0 0 0,1-1 0 0 0,0 0 0 0 0,-1 1 0 0 0,1 0 1 0 0,0 1 216 0 0,0 0 0 0 0,0 0 1 0 0,0 0-1 0 0,1 0 0 0 0,-1 0 1 0 0,0 0-1 0 0,1 0 0 0 0,0-1 0 0 0,-1 1 1 0 0,1 0-1 0 0,0 0 0 0 0,0 0 1 0 0,0-1-1 0 0,0 1 0 0 0,0 0 1 0 0,1-1-1 0 0,1 3 0 0 0,18 20 1279 0 0,32 30 0 0 0,14 18-1125 0 0,-6 9-418 0 0,28 34-101 0 0,-78-103-7 0 0,0 0 1 0 0,1-1 0 0 0,1 0 0 0 0,0-1-1 0 0,1 0 1 0 0,22 12 0 0 0,-14-16 52 0 0,-21-6-41 0 0,-1 0 0 0 0,1 0 0 0 0,0 0 0 0 0,-1-1-1 0 0,1 1 1 0 0,-1 0 0 0 0,0 0 0 0 0,1 0 0 0 0,-1-1 0 0 0,1 1 0 0 0,-1 0 0 0 0,1 0 0 0 0,-1-1-1 0 0,0 1 1 0 0,1-1 0 0 0,-1 1 0 0 0,1 0 0 0 0,-1-1 0 0 0,0 1 0 0 0,1-1 0 0 0,-1 1 0 0 0,0 0 0 0 0,0-1-1 0 0,1 0 1 0 0,0-3 58 0 0,-1 0-1 0 0,1 0 0 0 0,-1 0 1 0 0,0 0-1 0 0,0 0 0 0 0,0 0 1 0 0,-2-7-1 0 0,1-3-59 0 0,-3-65 307 0 0,4 0 0 0 0,11-84 0 0 0,34-158-346 0 0,-17 139-237 0 0,-9 23-1356 0 0,-16 135 683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3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88 10138 0 0,'0'0'464'0'0,"19"8"3696"0"0,-9-8-3379 0 0,0 0 1 0 0,-1 0 0 0 0,1-1-1 0 0,11-3 1 0 0,71-24 920 0 0,-39 11-1072 0 0,0-2-199 0 0,2 0-644 0 0,-19 11-2723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13363 0 0,'9'10'925'0'0,"0"0"-1"0"0,0 1 1 0 0,-1 0-1 0 0,0 0 1 0 0,-1 1 0 0 0,0 0-1 0 0,-1 0 1 0 0,-1 0 0 0 0,7 20-1 0 0,-7-14-1042 0 0,-2 1 0 0 0,1-1-1 0 0,-2 1 1 0 0,-1-1-1 0 0,0 1 1 0 0,-3 24 0 0 0,0-12-7644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50.1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1016 13827 0 0,'5'-1'180'0'0,"0"-1"0"0"0,0 1-1 0 0,0 0 1 0 0,0 0 0 0 0,0 1 0 0 0,0-1 0 0 0,10 1 0 0 0,10-1-240 0 0,404-70-658 0 0,-117 17 632 0 0,139-4-545 0 0,101 0-377 0 0,-319 35 737 0 0,169-12 438 0 0,2570-233 1601 0 0,-2215 171-1705 0 0,131-16 562 0 0,-638 85-324 0 0,778-80 867 0 0,1 37 1100 0 0,-359 57-770 0 0,-173 6-817 0 0,-446 6-671 0 0,256 3 33 0 0,-302-1-22 0 0,0 0-1 0 0,0 1 1 0 0,0 0-1 0 0,0 0 0 0 0,1 0 1 0 0,-1 0-1 0 0,-1 1 0 0 0,1 0 1 0 0,0 0-1 0 0,0 0 0 0 0,-1 0 1 0 0,1 1-1 0 0,-1 0 0 0 0,0 0 1 0 0,0 0-1 0 0,0 0 0 0 0,0 1 1 0 0,0 0-1 0 0,-1-1 0 0 0,0 1 1 0 0,1 1-1 0 0,-2-1 0 0 0,1 0 1 0 0,0 1-1 0 0,-1-1 0 0 0,0 1 1 0 0,3 8-1 0 0,25 70 182 0 0,35 156 0 0 0,-39-132-143 0 0,243 880-59 0 0,-140-470-67 0 0,-117-453 28 0 0,4 80 0 0 0,-15-121 39 0 0,0 0 0 0 0,-2 0 0 0 0,-1 0 0 0 0,-1 0 1 0 0,0 0-1 0 0,-2-1 0 0 0,-8 24 0 0 0,8-34 23 0 0,0 0 1 0 0,-1-1 0 0 0,0 1-1 0 0,-1-1 1 0 0,0-1 0 0 0,-1 0-1 0 0,0 0 1 0 0,-1 0 0 0 0,0-1-1 0 0,0 0 1 0 0,-1-1 0 0 0,0 0-1 0 0,-1 0 1 0 0,0-1 0 0 0,0-1-1 0 0,0 0 1 0 0,-1 0 0 0 0,-17 5-1 0 0,-16 3 115 0 0,-2-2-1 0 0,1-1 1 0 0,-78 5-1 0 0,81-11-120 0 0,-155 21-17 0 0,-377 43 0 0 0,-5-32 0 0 0,-31-28-252 0 0,-501 12-440 0 0,-402 9 365 0 0,862-22-383 0 0,243-2-146 0 0,-86 8 160 0 0,48 3 457 0 0,243-8 186 0 0,-266 15 84 0 0,-105 4 29 0 0,514-26-78 0 0,-375 8 1415 0 0,-57-7-504 0 0,148 14-851 0 0,135-2-30 0 0,82-3 446 0 0,89-6-798 0 0,0-2 0 0 0,0-2-1 0 0,-75-5 1 0 0,94 1-7055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50.7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6913 0 0,'53'-125'2979'0'0,"-53"125"-2947"0"0,0 0-1 0 0,1 0 1 0 0,-1 0 0 0 0,0 0-1 0 0,0 0 1 0 0,0 0 0 0 0,0 0-1 0 0,0 0 1 0 0,0 0 0 0 0,0 0-1 0 0,0 0 1 0 0,0 0 0 0 0,1 0-1 0 0,-1 0 1 0 0,0 0 0 0 0,0 0 0 0 0,0 0-1 0 0,0 0 1 0 0,0 0 0 0 0,0 0-1 0 0,0 0 1 0 0,0 0 0 0 0,1 1 380 0 0,-1-1-381 0 0,0 0 1 0 0,0 0 0 0 0,0 0-1 0 0,1 0 1 0 0,-1 0 0 0 0,0 0-1 0 0,0 0 1 0 0,0 1 0 0 0,0-1-1 0 0,0 0 1 0 0,0 0 0 0 0,0 0-1 0 0,0 0 1 0 0,0 0 0 0 0,0 0-1 0 0,0 0 1 0 0,0 0 0 0 0,0 0-1 0 0,0 1 1 0 0,4 12 837 0 0,1 15-599 0 0,14 176 767 0 0,15 127 646 0 0,55 202-775 0 0,-24-155-465 0 0,0-59 900 0 0,-33-178 81 0 0,23 223 0 0 0,-53-299-638 0 0,-2-56-786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DE795-76F5-ED47-7388-A43F4A8F6B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1D51B-644D-5959-8FB4-EE9694CB6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09CD9926-94D6-4100-8273-E75A6AC34B12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AD95CC-F24A-39A9-6F11-DF6049DE17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E20159-174F-4164-27DD-1272BDA61A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ADDAF8D8-F1C6-490C-8B67-F180E0BDE183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07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759.png"/><Relationship Id="rId42" Type="http://schemas.openxmlformats.org/officeDocument/2006/relationships/customXml" Target="../ink/ink20.xml"/><Relationship Id="rId47" Type="http://schemas.openxmlformats.org/officeDocument/2006/relationships/image" Target="../media/image772.png"/><Relationship Id="rId63" Type="http://schemas.openxmlformats.org/officeDocument/2006/relationships/image" Target="../media/image780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16" Type="http://schemas.openxmlformats.org/officeDocument/2006/relationships/customXml" Target="../ink/ink7.xml"/><Relationship Id="rId11" Type="http://schemas.openxmlformats.org/officeDocument/2006/relationships/image" Target="../media/image754.png"/><Relationship Id="rId32" Type="http://schemas.openxmlformats.org/officeDocument/2006/relationships/customXml" Target="../ink/ink15.xml"/><Relationship Id="rId37" Type="http://schemas.openxmlformats.org/officeDocument/2006/relationships/image" Target="../media/image767.png"/><Relationship Id="rId53" Type="http://schemas.openxmlformats.org/officeDocument/2006/relationships/image" Target="../media/image775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788.png"/><Relationship Id="rId5" Type="http://schemas.openxmlformats.org/officeDocument/2006/relationships/image" Target="../media/image751.png"/><Relationship Id="rId19" Type="http://schemas.openxmlformats.org/officeDocument/2006/relationships/image" Target="../media/image758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762.png"/><Relationship Id="rId30" Type="http://schemas.openxmlformats.org/officeDocument/2006/relationships/customXml" Target="../ink/ink14.xml"/><Relationship Id="rId35" Type="http://schemas.openxmlformats.org/officeDocument/2006/relationships/image" Target="../media/image766.png"/><Relationship Id="rId43" Type="http://schemas.openxmlformats.org/officeDocument/2006/relationships/image" Target="../media/image770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783.png"/><Relationship Id="rId77" Type="http://schemas.openxmlformats.org/officeDocument/2006/relationships/image" Target="../media/image787.png"/><Relationship Id="rId8" Type="http://schemas.openxmlformats.org/officeDocument/2006/relationships/customXml" Target="../ink/ink3.xml"/><Relationship Id="rId51" Type="http://schemas.openxmlformats.org/officeDocument/2006/relationships/image" Target="../media/image774.png"/><Relationship Id="rId72" Type="http://schemas.openxmlformats.org/officeDocument/2006/relationships/customXml" Target="../ink/ink35.xml"/><Relationship Id="rId80" Type="http://schemas.openxmlformats.org/officeDocument/2006/relationships/customXml" Target="../ink/ink39.xml"/><Relationship Id="rId85" Type="http://schemas.openxmlformats.org/officeDocument/2006/relationships/image" Target="../media/image791.png"/><Relationship Id="rId3" Type="http://schemas.openxmlformats.org/officeDocument/2006/relationships/image" Target="../media/image3.png"/><Relationship Id="rId12" Type="http://schemas.openxmlformats.org/officeDocument/2006/relationships/customXml" Target="../ink/ink5.xml"/><Relationship Id="rId17" Type="http://schemas.openxmlformats.org/officeDocument/2006/relationships/image" Target="../media/image757.png"/><Relationship Id="rId25" Type="http://schemas.openxmlformats.org/officeDocument/2006/relationships/image" Target="../media/image761.png"/><Relationship Id="rId33" Type="http://schemas.openxmlformats.org/officeDocument/2006/relationships/image" Target="../media/image765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778.png"/><Relationship Id="rId67" Type="http://schemas.openxmlformats.org/officeDocument/2006/relationships/image" Target="../media/image782.png"/><Relationship Id="rId20" Type="http://schemas.openxmlformats.org/officeDocument/2006/relationships/customXml" Target="../ink/ink9.xml"/><Relationship Id="rId41" Type="http://schemas.openxmlformats.org/officeDocument/2006/relationships/image" Target="../media/image769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786.png"/><Relationship Id="rId83" Type="http://schemas.openxmlformats.org/officeDocument/2006/relationships/image" Target="../media/image79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5" Type="http://schemas.openxmlformats.org/officeDocument/2006/relationships/image" Target="../media/image756.png"/><Relationship Id="rId23" Type="http://schemas.openxmlformats.org/officeDocument/2006/relationships/image" Target="../media/image760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773.png"/><Relationship Id="rId57" Type="http://schemas.openxmlformats.org/officeDocument/2006/relationships/image" Target="../media/image777.png"/><Relationship Id="rId10" Type="http://schemas.openxmlformats.org/officeDocument/2006/relationships/customXml" Target="../ink/ink4.xml"/><Relationship Id="rId31" Type="http://schemas.openxmlformats.org/officeDocument/2006/relationships/image" Target="../media/image764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781.png"/><Relationship Id="rId73" Type="http://schemas.openxmlformats.org/officeDocument/2006/relationships/image" Target="../media/image785.png"/><Relationship Id="rId78" Type="http://schemas.openxmlformats.org/officeDocument/2006/relationships/customXml" Target="../ink/ink38.xml"/><Relationship Id="rId81" Type="http://schemas.openxmlformats.org/officeDocument/2006/relationships/image" Target="../media/image789.png"/><Relationship Id="rId4" Type="http://schemas.openxmlformats.org/officeDocument/2006/relationships/customXml" Target="../ink/ink1.xml"/><Relationship Id="rId9" Type="http://schemas.openxmlformats.org/officeDocument/2006/relationships/image" Target="../media/image753.png"/><Relationship Id="rId13" Type="http://schemas.openxmlformats.org/officeDocument/2006/relationships/image" Target="../media/image755.png"/><Relationship Id="rId18" Type="http://schemas.openxmlformats.org/officeDocument/2006/relationships/customXml" Target="../ink/ink8.xml"/><Relationship Id="rId39" Type="http://schemas.openxmlformats.org/officeDocument/2006/relationships/image" Target="../media/image768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776.png"/><Relationship Id="rId76" Type="http://schemas.openxmlformats.org/officeDocument/2006/relationships/customXml" Target="../ink/ink37.xml"/><Relationship Id="rId7" Type="http://schemas.openxmlformats.org/officeDocument/2006/relationships/image" Target="../media/image752.png"/><Relationship Id="rId71" Type="http://schemas.openxmlformats.org/officeDocument/2006/relationships/image" Target="../media/image784.png"/><Relationship Id="rId2" Type="http://schemas.openxmlformats.org/officeDocument/2006/relationships/image" Target="../media/image2.png"/><Relationship Id="rId29" Type="http://schemas.openxmlformats.org/officeDocument/2006/relationships/image" Target="../media/image763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771.png"/><Relationship Id="rId66" Type="http://schemas.openxmlformats.org/officeDocument/2006/relationships/customXml" Target="../ink/ink32.xml"/><Relationship Id="rId61" Type="http://schemas.openxmlformats.org/officeDocument/2006/relationships/image" Target="../media/image779.png"/><Relationship Id="rId82" Type="http://schemas.openxmlformats.org/officeDocument/2006/relationships/customXml" Target="../ink/ink40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0.png"/><Relationship Id="rId21" Type="http://schemas.openxmlformats.org/officeDocument/2006/relationships/image" Target="../media/image802.png"/><Relationship Id="rId63" Type="http://schemas.openxmlformats.org/officeDocument/2006/relationships/image" Target="../media/image823.png"/><Relationship Id="rId159" Type="http://schemas.openxmlformats.org/officeDocument/2006/relationships/image" Target="../media/image871.png"/><Relationship Id="rId170" Type="http://schemas.openxmlformats.org/officeDocument/2006/relationships/customXml" Target="../ink/ink125.xml"/><Relationship Id="rId226" Type="http://schemas.openxmlformats.org/officeDocument/2006/relationships/customXml" Target="../ink/ink153.xml"/><Relationship Id="rId268" Type="http://schemas.openxmlformats.org/officeDocument/2006/relationships/customXml" Target="../ink/ink174.xml"/><Relationship Id="rId32" Type="http://schemas.openxmlformats.org/officeDocument/2006/relationships/customXml" Target="../ink/ink56.xml"/><Relationship Id="rId74" Type="http://schemas.openxmlformats.org/officeDocument/2006/relationships/customXml" Target="../ink/ink77.xml"/><Relationship Id="rId128" Type="http://schemas.openxmlformats.org/officeDocument/2006/relationships/customXml" Target="../ink/ink104.xml"/><Relationship Id="rId5" Type="http://schemas.openxmlformats.org/officeDocument/2006/relationships/image" Target="../media/image794.png"/><Relationship Id="rId181" Type="http://schemas.openxmlformats.org/officeDocument/2006/relationships/image" Target="../media/image882.png"/><Relationship Id="rId237" Type="http://schemas.openxmlformats.org/officeDocument/2006/relationships/image" Target="../media/image910.png"/><Relationship Id="rId279" Type="http://schemas.openxmlformats.org/officeDocument/2006/relationships/image" Target="../media/image931.png"/><Relationship Id="rId43" Type="http://schemas.openxmlformats.org/officeDocument/2006/relationships/image" Target="../media/image813.png"/><Relationship Id="rId139" Type="http://schemas.openxmlformats.org/officeDocument/2006/relationships/image" Target="../media/image861.png"/><Relationship Id="rId85" Type="http://schemas.openxmlformats.org/officeDocument/2006/relationships/image" Target="../media/image834.png"/><Relationship Id="rId150" Type="http://schemas.openxmlformats.org/officeDocument/2006/relationships/customXml" Target="../ink/ink115.xml"/><Relationship Id="rId192" Type="http://schemas.openxmlformats.org/officeDocument/2006/relationships/customXml" Target="../ink/ink136.xml"/><Relationship Id="rId206" Type="http://schemas.openxmlformats.org/officeDocument/2006/relationships/customXml" Target="../ink/ink143.xml"/><Relationship Id="rId248" Type="http://schemas.openxmlformats.org/officeDocument/2006/relationships/customXml" Target="../ink/ink164.xml"/><Relationship Id="rId269" Type="http://schemas.openxmlformats.org/officeDocument/2006/relationships/image" Target="../media/image926.png"/><Relationship Id="rId12" Type="http://schemas.openxmlformats.org/officeDocument/2006/relationships/customXml" Target="../ink/ink46.xml"/><Relationship Id="rId33" Type="http://schemas.openxmlformats.org/officeDocument/2006/relationships/image" Target="../media/image808.png"/><Relationship Id="rId108" Type="http://schemas.openxmlformats.org/officeDocument/2006/relationships/customXml" Target="../ink/ink94.xml"/><Relationship Id="rId129" Type="http://schemas.openxmlformats.org/officeDocument/2006/relationships/image" Target="../media/image856.png"/><Relationship Id="rId280" Type="http://schemas.openxmlformats.org/officeDocument/2006/relationships/customXml" Target="../ink/ink180.xml"/><Relationship Id="rId54" Type="http://schemas.openxmlformats.org/officeDocument/2006/relationships/customXml" Target="../ink/ink67.xml"/><Relationship Id="rId75" Type="http://schemas.openxmlformats.org/officeDocument/2006/relationships/image" Target="../media/image829.png"/><Relationship Id="rId96" Type="http://schemas.openxmlformats.org/officeDocument/2006/relationships/customXml" Target="../ink/ink88.xml"/><Relationship Id="rId140" Type="http://schemas.openxmlformats.org/officeDocument/2006/relationships/customXml" Target="../ink/ink110.xml"/><Relationship Id="rId161" Type="http://schemas.openxmlformats.org/officeDocument/2006/relationships/image" Target="../media/image872.png"/><Relationship Id="rId182" Type="http://schemas.openxmlformats.org/officeDocument/2006/relationships/customXml" Target="../ink/ink131.xml"/><Relationship Id="rId217" Type="http://schemas.openxmlformats.org/officeDocument/2006/relationships/image" Target="../media/image900.png"/><Relationship Id="rId6" Type="http://schemas.openxmlformats.org/officeDocument/2006/relationships/customXml" Target="../ink/ink43.xml"/><Relationship Id="rId238" Type="http://schemas.openxmlformats.org/officeDocument/2006/relationships/customXml" Target="../ink/ink159.xml"/><Relationship Id="rId259" Type="http://schemas.openxmlformats.org/officeDocument/2006/relationships/image" Target="../media/image921.png"/><Relationship Id="rId23" Type="http://schemas.openxmlformats.org/officeDocument/2006/relationships/image" Target="../media/image803.png"/><Relationship Id="rId119" Type="http://schemas.openxmlformats.org/officeDocument/2006/relationships/image" Target="../media/image851.png"/><Relationship Id="rId270" Type="http://schemas.openxmlformats.org/officeDocument/2006/relationships/customXml" Target="../ink/ink175.xml"/><Relationship Id="rId44" Type="http://schemas.openxmlformats.org/officeDocument/2006/relationships/customXml" Target="../ink/ink62.xml"/><Relationship Id="rId65" Type="http://schemas.openxmlformats.org/officeDocument/2006/relationships/image" Target="../media/image824.png"/><Relationship Id="rId86" Type="http://schemas.openxmlformats.org/officeDocument/2006/relationships/customXml" Target="../ink/ink83.xml"/><Relationship Id="rId130" Type="http://schemas.openxmlformats.org/officeDocument/2006/relationships/customXml" Target="../ink/ink105.xml"/><Relationship Id="rId151" Type="http://schemas.openxmlformats.org/officeDocument/2006/relationships/image" Target="../media/image867.png"/><Relationship Id="rId172" Type="http://schemas.openxmlformats.org/officeDocument/2006/relationships/customXml" Target="../ink/ink126.xml"/><Relationship Id="rId193" Type="http://schemas.openxmlformats.org/officeDocument/2006/relationships/image" Target="../media/image888.png"/><Relationship Id="rId207" Type="http://schemas.openxmlformats.org/officeDocument/2006/relationships/image" Target="../media/image895.png"/><Relationship Id="rId228" Type="http://schemas.openxmlformats.org/officeDocument/2006/relationships/customXml" Target="../ink/ink154.xml"/><Relationship Id="rId249" Type="http://schemas.openxmlformats.org/officeDocument/2006/relationships/image" Target="../media/image916.png"/><Relationship Id="rId13" Type="http://schemas.openxmlformats.org/officeDocument/2006/relationships/image" Target="../media/image798.png"/><Relationship Id="rId109" Type="http://schemas.openxmlformats.org/officeDocument/2006/relationships/image" Target="../media/image846.png"/><Relationship Id="rId260" Type="http://schemas.openxmlformats.org/officeDocument/2006/relationships/customXml" Target="../ink/ink170.xml"/><Relationship Id="rId281" Type="http://schemas.openxmlformats.org/officeDocument/2006/relationships/image" Target="../media/image932.png"/><Relationship Id="rId34" Type="http://schemas.openxmlformats.org/officeDocument/2006/relationships/customXml" Target="../ink/ink57.xml"/><Relationship Id="rId55" Type="http://schemas.openxmlformats.org/officeDocument/2006/relationships/image" Target="../media/image819.png"/><Relationship Id="rId76" Type="http://schemas.openxmlformats.org/officeDocument/2006/relationships/customXml" Target="../ink/ink78.xml"/><Relationship Id="rId97" Type="http://schemas.openxmlformats.org/officeDocument/2006/relationships/image" Target="../media/image840.png"/><Relationship Id="rId120" Type="http://schemas.openxmlformats.org/officeDocument/2006/relationships/customXml" Target="../ink/ink100.xml"/><Relationship Id="rId141" Type="http://schemas.openxmlformats.org/officeDocument/2006/relationships/image" Target="../media/image862.png"/><Relationship Id="rId7" Type="http://schemas.openxmlformats.org/officeDocument/2006/relationships/image" Target="../media/image795.png"/><Relationship Id="rId162" Type="http://schemas.openxmlformats.org/officeDocument/2006/relationships/customXml" Target="../ink/ink121.xml"/><Relationship Id="rId183" Type="http://schemas.openxmlformats.org/officeDocument/2006/relationships/image" Target="../media/image883.png"/><Relationship Id="rId218" Type="http://schemas.openxmlformats.org/officeDocument/2006/relationships/customXml" Target="../ink/ink149.xml"/><Relationship Id="rId239" Type="http://schemas.openxmlformats.org/officeDocument/2006/relationships/image" Target="../media/image911.png"/><Relationship Id="rId250" Type="http://schemas.openxmlformats.org/officeDocument/2006/relationships/customXml" Target="../ink/ink165.xml"/><Relationship Id="rId271" Type="http://schemas.openxmlformats.org/officeDocument/2006/relationships/image" Target="../media/image927.png"/><Relationship Id="rId24" Type="http://schemas.openxmlformats.org/officeDocument/2006/relationships/customXml" Target="../ink/ink52.xml"/><Relationship Id="rId45" Type="http://schemas.openxmlformats.org/officeDocument/2006/relationships/image" Target="../media/image814.png"/><Relationship Id="rId66" Type="http://schemas.openxmlformats.org/officeDocument/2006/relationships/customXml" Target="../ink/ink73.xml"/><Relationship Id="rId87" Type="http://schemas.openxmlformats.org/officeDocument/2006/relationships/image" Target="../media/image835.png"/><Relationship Id="rId110" Type="http://schemas.openxmlformats.org/officeDocument/2006/relationships/customXml" Target="../ink/ink95.xml"/><Relationship Id="rId131" Type="http://schemas.openxmlformats.org/officeDocument/2006/relationships/image" Target="../media/image857.png"/><Relationship Id="rId152" Type="http://schemas.openxmlformats.org/officeDocument/2006/relationships/customXml" Target="../ink/ink116.xml"/><Relationship Id="rId173" Type="http://schemas.openxmlformats.org/officeDocument/2006/relationships/image" Target="../media/image878.png"/><Relationship Id="rId194" Type="http://schemas.openxmlformats.org/officeDocument/2006/relationships/customXml" Target="../ink/ink137.xml"/><Relationship Id="rId208" Type="http://schemas.openxmlformats.org/officeDocument/2006/relationships/customXml" Target="../ink/ink144.xml"/><Relationship Id="rId229" Type="http://schemas.openxmlformats.org/officeDocument/2006/relationships/image" Target="../media/image906.png"/><Relationship Id="rId240" Type="http://schemas.openxmlformats.org/officeDocument/2006/relationships/customXml" Target="../ink/ink160.xml"/><Relationship Id="rId261" Type="http://schemas.openxmlformats.org/officeDocument/2006/relationships/image" Target="../media/image922.png"/><Relationship Id="rId14" Type="http://schemas.openxmlformats.org/officeDocument/2006/relationships/customXml" Target="../ink/ink47.xml"/><Relationship Id="rId35" Type="http://schemas.openxmlformats.org/officeDocument/2006/relationships/image" Target="../media/image809.png"/><Relationship Id="rId56" Type="http://schemas.openxmlformats.org/officeDocument/2006/relationships/customXml" Target="../ink/ink68.xml"/><Relationship Id="rId77" Type="http://schemas.openxmlformats.org/officeDocument/2006/relationships/image" Target="../media/image830.png"/><Relationship Id="rId100" Type="http://schemas.openxmlformats.org/officeDocument/2006/relationships/customXml" Target="../ink/ink90.xml"/><Relationship Id="rId282" Type="http://schemas.openxmlformats.org/officeDocument/2006/relationships/customXml" Target="../ink/ink181.xml"/><Relationship Id="rId8" Type="http://schemas.openxmlformats.org/officeDocument/2006/relationships/customXml" Target="../ink/ink44.xml"/><Relationship Id="rId98" Type="http://schemas.openxmlformats.org/officeDocument/2006/relationships/customXml" Target="../ink/ink89.xml"/><Relationship Id="rId121" Type="http://schemas.openxmlformats.org/officeDocument/2006/relationships/image" Target="../media/image852.png"/><Relationship Id="rId142" Type="http://schemas.openxmlformats.org/officeDocument/2006/relationships/customXml" Target="../ink/ink111.xml"/><Relationship Id="rId163" Type="http://schemas.openxmlformats.org/officeDocument/2006/relationships/image" Target="../media/image873.png"/><Relationship Id="rId184" Type="http://schemas.openxmlformats.org/officeDocument/2006/relationships/customXml" Target="../ink/ink132.xml"/><Relationship Id="rId219" Type="http://schemas.openxmlformats.org/officeDocument/2006/relationships/image" Target="../media/image901.png"/><Relationship Id="rId230" Type="http://schemas.openxmlformats.org/officeDocument/2006/relationships/customXml" Target="../ink/ink155.xml"/><Relationship Id="rId251" Type="http://schemas.openxmlformats.org/officeDocument/2006/relationships/image" Target="../media/image917.png"/><Relationship Id="rId25" Type="http://schemas.openxmlformats.org/officeDocument/2006/relationships/image" Target="../media/image804.png"/><Relationship Id="rId46" Type="http://schemas.openxmlformats.org/officeDocument/2006/relationships/customXml" Target="../ink/ink63.xml"/><Relationship Id="rId67" Type="http://schemas.openxmlformats.org/officeDocument/2006/relationships/image" Target="../media/image825.png"/><Relationship Id="rId272" Type="http://schemas.openxmlformats.org/officeDocument/2006/relationships/customXml" Target="../ink/ink176.xml"/><Relationship Id="rId88" Type="http://schemas.openxmlformats.org/officeDocument/2006/relationships/customXml" Target="../ink/ink84.xml"/><Relationship Id="rId111" Type="http://schemas.openxmlformats.org/officeDocument/2006/relationships/image" Target="../media/image847.png"/><Relationship Id="rId132" Type="http://schemas.openxmlformats.org/officeDocument/2006/relationships/customXml" Target="../ink/ink106.xml"/><Relationship Id="rId153" Type="http://schemas.openxmlformats.org/officeDocument/2006/relationships/image" Target="../media/image868.png"/><Relationship Id="rId174" Type="http://schemas.openxmlformats.org/officeDocument/2006/relationships/customXml" Target="../ink/ink127.xml"/><Relationship Id="rId195" Type="http://schemas.openxmlformats.org/officeDocument/2006/relationships/image" Target="../media/image889.png"/><Relationship Id="rId209" Type="http://schemas.openxmlformats.org/officeDocument/2006/relationships/image" Target="../media/image896.png"/><Relationship Id="rId220" Type="http://schemas.openxmlformats.org/officeDocument/2006/relationships/customXml" Target="../ink/ink150.xml"/><Relationship Id="rId241" Type="http://schemas.openxmlformats.org/officeDocument/2006/relationships/image" Target="../media/image912.png"/><Relationship Id="rId15" Type="http://schemas.openxmlformats.org/officeDocument/2006/relationships/image" Target="../media/image799.png"/><Relationship Id="rId36" Type="http://schemas.openxmlformats.org/officeDocument/2006/relationships/customXml" Target="../ink/ink58.xml"/><Relationship Id="rId57" Type="http://schemas.openxmlformats.org/officeDocument/2006/relationships/image" Target="../media/image820.png"/><Relationship Id="rId262" Type="http://schemas.openxmlformats.org/officeDocument/2006/relationships/customXml" Target="../ink/ink171.xml"/><Relationship Id="rId283" Type="http://schemas.openxmlformats.org/officeDocument/2006/relationships/image" Target="../media/image933.png"/><Relationship Id="rId78" Type="http://schemas.openxmlformats.org/officeDocument/2006/relationships/customXml" Target="../ink/ink79.xml"/><Relationship Id="rId99" Type="http://schemas.openxmlformats.org/officeDocument/2006/relationships/image" Target="../media/image841.png"/><Relationship Id="rId101" Type="http://schemas.openxmlformats.org/officeDocument/2006/relationships/image" Target="../media/image842.png"/><Relationship Id="rId122" Type="http://schemas.openxmlformats.org/officeDocument/2006/relationships/customXml" Target="../ink/ink101.xml"/><Relationship Id="rId143" Type="http://schemas.openxmlformats.org/officeDocument/2006/relationships/image" Target="../media/image863.png"/><Relationship Id="rId164" Type="http://schemas.openxmlformats.org/officeDocument/2006/relationships/customXml" Target="../ink/ink122.xml"/><Relationship Id="rId185" Type="http://schemas.openxmlformats.org/officeDocument/2006/relationships/image" Target="../media/image884.png"/><Relationship Id="rId9" Type="http://schemas.openxmlformats.org/officeDocument/2006/relationships/image" Target="../media/image796.png"/><Relationship Id="rId210" Type="http://schemas.openxmlformats.org/officeDocument/2006/relationships/customXml" Target="../ink/ink145.xml"/><Relationship Id="rId26" Type="http://schemas.openxmlformats.org/officeDocument/2006/relationships/customXml" Target="../ink/ink53.xml"/><Relationship Id="rId231" Type="http://schemas.openxmlformats.org/officeDocument/2006/relationships/image" Target="../media/image907.png"/><Relationship Id="rId252" Type="http://schemas.openxmlformats.org/officeDocument/2006/relationships/customXml" Target="../ink/ink166.xml"/><Relationship Id="rId273" Type="http://schemas.openxmlformats.org/officeDocument/2006/relationships/image" Target="../media/image928.png"/><Relationship Id="rId47" Type="http://schemas.openxmlformats.org/officeDocument/2006/relationships/image" Target="../media/image815.png"/><Relationship Id="rId68" Type="http://schemas.openxmlformats.org/officeDocument/2006/relationships/customXml" Target="../ink/ink74.xml"/><Relationship Id="rId89" Type="http://schemas.openxmlformats.org/officeDocument/2006/relationships/image" Target="../media/image836.png"/><Relationship Id="rId112" Type="http://schemas.openxmlformats.org/officeDocument/2006/relationships/customXml" Target="../ink/ink96.xml"/><Relationship Id="rId133" Type="http://schemas.openxmlformats.org/officeDocument/2006/relationships/image" Target="../media/image858.png"/><Relationship Id="rId154" Type="http://schemas.openxmlformats.org/officeDocument/2006/relationships/customXml" Target="../ink/ink117.xml"/><Relationship Id="rId175" Type="http://schemas.openxmlformats.org/officeDocument/2006/relationships/image" Target="../media/image879.png"/><Relationship Id="rId196" Type="http://schemas.openxmlformats.org/officeDocument/2006/relationships/customXml" Target="../ink/ink138.xml"/><Relationship Id="rId200" Type="http://schemas.openxmlformats.org/officeDocument/2006/relationships/customXml" Target="../ink/ink140.xml"/><Relationship Id="rId16" Type="http://schemas.openxmlformats.org/officeDocument/2006/relationships/customXml" Target="../ink/ink48.xml"/><Relationship Id="rId221" Type="http://schemas.openxmlformats.org/officeDocument/2006/relationships/image" Target="../media/image902.png"/><Relationship Id="rId242" Type="http://schemas.openxmlformats.org/officeDocument/2006/relationships/customXml" Target="../ink/ink161.xml"/><Relationship Id="rId263" Type="http://schemas.openxmlformats.org/officeDocument/2006/relationships/image" Target="../media/image923.png"/><Relationship Id="rId284" Type="http://schemas.openxmlformats.org/officeDocument/2006/relationships/customXml" Target="../ink/ink182.xml"/><Relationship Id="rId37" Type="http://schemas.openxmlformats.org/officeDocument/2006/relationships/image" Target="../media/image810.png"/><Relationship Id="rId58" Type="http://schemas.openxmlformats.org/officeDocument/2006/relationships/customXml" Target="../ink/ink69.xml"/><Relationship Id="rId79" Type="http://schemas.openxmlformats.org/officeDocument/2006/relationships/image" Target="../media/image831.png"/><Relationship Id="rId102" Type="http://schemas.openxmlformats.org/officeDocument/2006/relationships/customXml" Target="../ink/ink91.xml"/><Relationship Id="rId123" Type="http://schemas.openxmlformats.org/officeDocument/2006/relationships/image" Target="../media/image853.png"/><Relationship Id="rId144" Type="http://schemas.openxmlformats.org/officeDocument/2006/relationships/customXml" Target="../ink/ink112.xml"/><Relationship Id="rId90" Type="http://schemas.openxmlformats.org/officeDocument/2006/relationships/customXml" Target="../ink/ink85.xml"/><Relationship Id="rId165" Type="http://schemas.openxmlformats.org/officeDocument/2006/relationships/image" Target="../media/image874.png"/><Relationship Id="rId186" Type="http://schemas.openxmlformats.org/officeDocument/2006/relationships/customXml" Target="../ink/ink133.xml"/><Relationship Id="rId211" Type="http://schemas.openxmlformats.org/officeDocument/2006/relationships/image" Target="../media/image897.png"/><Relationship Id="rId232" Type="http://schemas.openxmlformats.org/officeDocument/2006/relationships/customXml" Target="../ink/ink156.xml"/><Relationship Id="rId253" Type="http://schemas.openxmlformats.org/officeDocument/2006/relationships/image" Target="../media/image918.png"/><Relationship Id="rId274" Type="http://schemas.openxmlformats.org/officeDocument/2006/relationships/customXml" Target="../ink/ink177.xml"/><Relationship Id="rId27" Type="http://schemas.openxmlformats.org/officeDocument/2006/relationships/image" Target="../media/image805.png"/><Relationship Id="rId48" Type="http://schemas.openxmlformats.org/officeDocument/2006/relationships/customXml" Target="../ink/ink64.xml"/><Relationship Id="rId69" Type="http://schemas.openxmlformats.org/officeDocument/2006/relationships/image" Target="../media/image826.png"/><Relationship Id="rId113" Type="http://schemas.openxmlformats.org/officeDocument/2006/relationships/image" Target="../media/image848.png"/><Relationship Id="rId134" Type="http://schemas.openxmlformats.org/officeDocument/2006/relationships/customXml" Target="../ink/ink107.xml"/><Relationship Id="rId80" Type="http://schemas.openxmlformats.org/officeDocument/2006/relationships/customXml" Target="../ink/ink80.xml"/><Relationship Id="rId155" Type="http://schemas.openxmlformats.org/officeDocument/2006/relationships/image" Target="../media/image869.png"/><Relationship Id="rId176" Type="http://schemas.openxmlformats.org/officeDocument/2006/relationships/customXml" Target="../ink/ink128.xml"/><Relationship Id="rId197" Type="http://schemas.openxmlformats.org/officeDocument/2006/relationships/image" Target="../media/image890.png"/><Relationship Id="rId201" Type="http://schemas.openxmlformats.org/officeDocument/2006/relationships/image" Target="../media/image892.png"/><Relationship Id="rId222" Type="http://schemas.openxmlformats.org/officeDocument/2006/relationships/customXml" Target="../ink/ink151.xml"/><Relationship Id="rId243" Type="http://schemas.openxmlformats.org/officeDocument/2006/relationships/image" Target="../media/image913.png"/><Relationship Id="rId264" Type="http://schemas.openxmlformats.org/officeDocument/2006/relationships/customXml" Target="../ink/ink172.xml"/><Relationship Id="rId285" Type="http://schemas.openxmlformats.org/officeDocument/2006/relationships/image" Target="../media/image934.png"/><Relationship Id="rId17" Type="http://schemas.openxmlformats.org/officeDocument/2006/relationships/image" Target="../media/image800.png"/><Relationship Id="rId38" Type="http://schemas.openxmlformats.org/officeDocument/2006/relationships/customXml" Target="../ink/ink59.xml"/><Relationship Id="rId59" Type="http://schemas.openxmlformats.org/officeDocument/2006/relationships/image" Target="../media/image821.png"/><Relationship Id="rId103" Type="http://schemas.openxmlformats.org/officeDocument/2006/relationships/image" Target="../media/image843.png"/><Relationship Id="rId124" Type="http://schemas.openxmlformats.org/officeDocument/2006/relationships/customXml" Target="../ink/ink102.xml"/><Relationship Id="rId70" Type="http://schemas.openxmlformats.org/officeDocument/2006/relationships/customXml" Target="../ink/ink75.xml"/><Relationship Id="rId91" Type="http://schemas.openxmlformats.org/officeDocument/2006/relationships/image" Target="../media/image837.png"/><Relationship Id="rId145" Type="http://schemas.openxmlformats.org/officeDocument/2006/relationships/image" Target="../media/image864.png"/><Relationship Id="rId166" Type="http://schemas.openxmlformats.org/officeDocument/2006/relationships/customXml" Target="../ink/ink123.xml"/><Relationship Id="rId187" Type="http://schemas.openxmlformats.org/officeDocument/2006/relationships/image" Target="../media/image88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46.xml"/><Relationship Id="rId233" Type="http://schemas.openxmlformats.org/officeDocument/2006/relationships/image" Target="../media/image908.png"/><Relationship Id="rId254" Type="http://schemas.openxmlformats.org/officeDocument/2006/relationships/customXml" Target="../ink/ink167.xml"/><Relationship Id="rId28" Type="http://schemas.openxmlformats.org/officeDocument/2006/relationships/customXml" Target="../ink/ink54.xml"/><Relationship Id="rId49" Type="http://schemas.openxmlformats.org/officeDocument/2006/relationships/image" Target="../media/image816.png"/><Relationship Id="rId114" Type="http://schemas.openxmlformats.org/officeDocument/2006/relationships/customXml" Target="../ink/ink97.xml"/><Relationship Id="rId275" Type="http://schemas.openxmlformats.org/officeDocument/2006/relationships/image" Target="../media/image929.png"/><Relationship Id="rId60" Type="http://schemas.openxmlformats.org/officeDocument/2006/relationships/customXml" Target="../ink/ink70.xml"/><Relationship Id="rId81" Type="http://schemas.openxmlformats.org/officeDocument/2006/relationships/image" Target="../media/image832.png"/><Relationship Id="rId135" Type="http://schemas.openxmlformats.org/officeDocument/2006/relationships/image" Target="../media/image859.png"/><Relationship Id="rId156" Type="http://schemas.openxmlformats.org/officeDocument/2006/relationships/customXml" Target="../ink/ink118.xml"/><Relationship Id="rId177" Type="http://schemas.openxmlformats.org/officeDocument/2006/relationships/image" Target="../media/image880.png"/><Relationship Id="rId198" Type="http://schemas.openxmlformats.org/officeDocument/2006/relationships/customXml" Target="../ink/ink139.xml"/><Relationship Id="rId202" Type="http://schemas.openxmlformats.org/officeDocument/2006/relationships/customXml" Target="../ink/ink141.xml"/><Relationship Id="rId223" Type="http://schemas.openxmlformats.org/officeDocument/2006/relationships/image" Target="../media/image903.png"/><Relationship Id="rId244" Type="http://schemas.openxmlformats.org/officeDocument/2006/relationships/customXml" Target="../ink/ink162.xml"/><Relationship Id="rId18" Type="http://schemas.openxmlformats.org/officeDocument/2006/relationships/customXml" Target="../ink/ink49.xml"/><Relationship Id="rId39" Type="http://schemas.openxmlformats.org/officeDocument/2006/relationships/image" Target="../media/image811.png"/><Relationship Id="rId265" Type="http://schemas.openxmlformats.org/officeDocument/2006/relationships/image" Target="../media/image924.png"/><Relationship Id="rId286" Type="http://schemas.openxmlformats.org/officeDocument/2006/relationships/customXml" Target="../ink/ink183.xml"/><Relationship Id="rId50" Type="http://schemas.openxmlformats.org/officeDocument/2006/relationships/customXml" Target="../ink/ink65.xml"/><Relationship Id="rId104" Type="http://schemas.openxmlformats.org/officeDocument/2006/relationships/customXml" Target="../ink/ink92.xml"/><Relationship Id="rId125" Type="http://schemas.openxmlformats.org/officeDocument/2006/relationships/image" Target="../media/image854.png"/><Relationship Id="rId146" Type="http://schemas.openxmlformats.org/officeDocument/2006/relationships/customXml" Target="../ink/ink113.xml"/><Relationship Id="rId167" Type="http://schemas.openxmlformats.org/officeDocument/2006/relationships/image" Target="../media/image875.png"/><Relationship Id="rId188" Type="http://schemas.openxmlformats.org/officeDocument/2006/relationships/customXml" Target="../ink/ink134.xml"/><Relationship Id="rId71" Type="http://schemas.openxmlformats.org/officeDocument/2006/relationships/image" Target="../media/image827.png"/><Relationship Id="rId92" Type="http://schemas.openxmlformats.org/officeDocument/2006/relationships/customXml" Target="../ink/ink86.xml"/><Relationship Id="rId213" Type="http://schemas.openxmlformats.org/officeDocument/2006/relationships/image" Target="../media/image898.png"/><Relationship Id="rId234" Type="http://schemas.openxmlformats.org/officeDocument/2006/relationships/customXml" Target="../ink/ink157.xml"/><Relationship Id="rId2" Type="http://schemas.openxmlformats.org/officeDocument/2006/relationships/image" Target="../media/image4.png"/><Relationship Id="rId29" Type="http://schemas.openxmlformats.org/officeDocument/2006/relationships/image" Target="../media/image806.png"/><Relationship Id="rId255" Type="http://schemas.openxmlformats.org/officeDocument/2006/relationships/image" Target="../media/image919.png"/><Relationship Id="rId276" Type="http://schemas.openxmlformats.org/officeDocument/2006/relationships/customXml" Target="../ink/ink178.xml"/><Relationship Id="rId40" Type="http://schemas.openxmlformats.org/officeDocument/2006/relationships/customXml" Target="../ink/ink60.xml"/><Relationship Id="rId115" Type="http://schemas.openxmlformats.org/officeDocument/2006/relationships/image" Target="../media/image849.png"/><Relationship Id="rId136" Type="http://schemas.openxmlformats.org/officeDocument/2006/relationships/customXml" Target="../ink/ink108.xml"/><Relationship Id="rId157" Type="http://schemas.openxmlformats.org/officeDocument/2006/relationships/image" Target="../media/image870.png"/><Relationship Id="rId178" Type="http://schemas.openxmlformats.org/officeDocument/2006/relationships/customXml" Target="../ink/ink129.xml"/><Relationship Id="rId61" Type="http://schemas.openxmlformats.org/officeDocument/2006/relationships/image" Target="../media/image822.png"/><Relationship Id="rId82" Type="http://schemas.openxmlformats.org/officeDocument/2006/relationships/customXml" Target="../ink/ink81.xml"/><Relationship Id="rId199" Type="http://schemas.openxmlformats.org/officeDocument/2006/relationships/image" Target="../media/image891.png"/><Relationship Id="rId203" Type="http://schemas.openxmlformats.org/officeDocument/2006/relationships/image" Target="../media/image893.png"/><Relationship Id="rId19" Type="http://schemas.openxmlformats.org/officeDocument/2006/relationships/image" Target="../media/image801.png"/><Relationship Id="rId224" Type="http://schemas.openxmlformats.org/officeDocument/2006/relationships/customXml" Target="../ink/ink152.xml"/><Relationship Id="rId245" Type="http://schemas.openxmlformats.org/officeDocument/2006/relationships/image" Target="../media/image914.png"/><Relationship Id="rId266" Type="http://schemas.openxmlformats.org/officeDocument/2006/relationships/customXml" Target="../ink/ink173.xml"/><Relationship Id="rId287" Type="http://schemas.openxmlformats.org/officeDocument/2006/relationships/image" Target="../media/image935.png"/><Relationship Id="rId30" Type="http://schemas.openxmlformats.org/officeDocument/2006/relationships/customXml" Target="../ink/ink55.xml"/><Relationship Id="rId105" Type="http://schemas.openxmlformats.org/officeDocument/2006/relationships/image" Target="../media/image844.png"/><Relationship Id="rId126" Type="http://schemas.openxmlformats.org/officeDocument/2006/relationships/customXml" Target="../ink/ink103.xml"/><Relationship Id="rId147" Type="http://schemas.openxmlformats.org/officeDocument/2006/relationships/image" Target="../media/image865.png"/><Relationship Id="rId168" Type="http://schemas.openxmlformats.org/officeDocument/2006/relationships/customXml" Target="../ink/ink124.xml"/><Relationship Id="rId51" Type="http://schemas.openxmlformats.org/officeDocument/2006/relationships/image" Target="../media/image817.png"/><Relationship Id="rId72" Type="http://schemas.openxmlformats.org/officeDocument/2006/relationships/customXml" Target="../ink/ink76.xml"/><Relationship Id="rId93" Type="http://schemas.openxmlformats.org/officeDocument/2006/relationships/image" Target="../media/image838.png"/><Relationship Id="rId189" Type="http://schemas.openxmlformats.org/officeDocument/2006/relationships/image" Target="../media/image886.png"/><Relationship Id="rId3" Type="http://schemas.openxmlformats.org/officeDocument/2006/relationships/image" Target="../media/image5.png"/><Relationship Id="rId214" Type="http://schemas.openxmlformats.org/officeDocument/2006/relationships/customXml" Target="../ink/ink147.xml"/><Relationship Id="rId235" Type="http://schemas.openxmlformats.org/officeDocument/2006/relationships/image" Target="../media/image909.png"/><Relationship Id="rId256" Type="http://schemas.openxmlformats.org/officeDocument/2006/relationships/customXml" Target="../ink/ink168.xml"/><Relationship Id="rId277" Type="http://schemas.openxmlformats.org/officeDocument/2006/relationships/image" Target="../media/image930.png"/><Relationship Id="rId116" Type="http://schemas.openxmlformats.org/officeDocument/2006/relationships/customXml" Target="../ink/ink98.xml"/><Relationship Id="rId137" Type="http://schemas.openxmlformats.org/officeDocument/2006/relationships/image" Target="../media/image860.png"/><Relationship Id="rId158" Type="http://schemas.openxmlformats.org/officeDocument/2006/relationships/customXml" Target="../ink/ink119.xml"/><Relationship Id="rId20" Type="http://schemas.openxmlformats.org/officeDocument/2006/relationships/customXml" Target="../ink/ink50.xml"/><Relationship Id="rId41" Type="http://schemas.openxmlformats.org/officeDocument/2006/relationships/image" Target="../media/image812.png"/><Relationship Id="rId62" Type="http://schemas.openxmlformats.org/officeDocument/2006/relationships/customXml" Target="../ink/ink71.xml"/><Relationship Id="rId83" Type="http://schemas.openxmlformats.org/officeDocument/2006/relationships/image" Target="../media/image833.png"/><Relationship Id="rId179" Type="http://schemas.openxmlformats.org/officeDocument/2006/relationships/image" Target="../media/image881.png"/><Relationship Id="rId190" Type="http://schemas.openxmlformats.org/officeDocument/2006/relationships/customXml" Target="../ink/ink135.xml"/><Relationship Id="rId204" Type="http://schemas.openxmlformats.org/officeDocument/2006/relationships/customXml" Target="../ink/ink142.xml"/><Relationship Id="rId225" Type="http://schemas.openxmlformats.org/officeDocument/2006/relationships/image" Target="../media/image904.png"/><Relationship Id="rId246" Type="http://schemas.openxmlformats.org/officeDocument/2006/relationships/customXml" Target="../ink/ink163.xml"/><Relationship Id="rId267" Type="http://schemas.openxmlformats.org/officeDocument/2006/relationships/image" Target="../media/image925.png"/><Relationship Id="rId288" Type="http://schemas.openxmlformats.org/officeDocument/2006/relationships/customXml" Target="../ink/ink184.xml"/><Relationship Id="rId106" Type="http://schemas.openxmlformats.org/officeDocument/2006/relationships/customXml" Target="../ink/ink93.xml"/><Relationship Id="rId127" Type="http://schemas.openxmlformats.org/officeDocument/2006/relationships/image" Target="../media/image855.png"/><Relationship Id="rId10" Type="http://schemas.openxmlformats.org/officeDocument/2006/relationships/customXml" Target="../ink/ink45.xml"/><Relationship Id="rId31" Type="http://schemas.openxmlformats.org/officeDocument/2006/relationships/image" Target="../media/image807.png"/><Relationship Id="rId52" Type="http://schemas.openxmlformats.org/officeDocument/2006/relationships/customXml" Target="../ink/ink66.xml"/><Relationship Id="rId73" Type="http://schemas.openxmlformats.org/officeDocument/2006/relationships/image" Target="../media/image828.png"/><Relationship Id="rId94" Type="http://schemas.openxmlformats.org/officeDocument/2006/relationships/customXml" Target="../ink/ink87.xml"/><Relationship Id="rId148" Type="http://schemas.openxmlformats.org/officeDocument/2006/relationships/customXml" Target="../ink/ink114.xml"/><Relationship Id="rId169" Type="http://schemas.openxmlformats.org/officeDocument/2006/relationships/image" Target="../media/image876.png"/><Relationship Id="rId4" Type="http://schemas.openxmlformats.org/officeDocument/2006/relationships/customXml" Target="../ink/ink42.xml"/><Relationship Id="rId180" Type="http://schemas.openxmlformats.org/officeDocument/2006/relationships/customXml" Target="../ink/ink130.xml"/><Relationship Id="rId215" Type="http://schemas.openxmlformats.org/officeDocument/2006/relationships/image" Target="../media/image899.png"/><Relationship Id="rId236" Type="http://schemas.openxmlformats.org/officeDocument/2006/relationships/customXml" Target="../ink/ink158.xml"/><Relationship Id="rId257" Type="http://schemas.openxmlformats.org/officeDocument/2006/relationships/image" Target="../media/image920.png"/><Relationship Id="rId278" Type="http://schemas.openxmlformats.org/officeDocument/2006/relationships/customXml" Target="../ink/ink179.xml"/><Relationship Id="rId42" Type="http://schemas.openxmlformats.org/officeDocument/2006/relationships/customXml" Target="../ink/ink61.xml"/><Relationship Id="rId84" Type="http://schemas.openxmlformats.org/officeDocument/2006/relationships/customXml" Target="../ink/ink82.xml"/><Relationship Id="rId138" Type="http://schemas.openxmlformats.org/officeDocument/2006/relationships/customXml" Target="../ink/ink109.xml"/><Relationship Id="rId191" Type="http://schemas.openxmlformats.org/officeDocument/2006/relationships/image" Target="../media/image887.png"/><Relationship Id="rId205" Type="http://schemas.openxmlformats.org/officeDocument/2006/relationships/image" Target="../media/image894.png"/><Relationship Id="rId247" Type="http://schemas.openxmlformats.org/officeDocument/2006/relationships/image" Target="../media/image915.png"/><Relationship Id="rId107" Type="http://schemas.openxmlformats.org/officeDocument/2006/relationships/image" Target="../media/image845.png"/><Relationship Id="rId289" Type="http://schemas.openxmlformats.org/officeDocument/2006/relationships/image" Target="../media/image936.png"/><Relationship Id="rId11" Type="http://schemas.openxmlformats.org/officeDocument/2006/relationships/image" Target="../media/image797.png"/><Relationship Id="rId53" Type="http://schemas.openxmlformats.org/officeDocument/2006/relationships/image" Target="../media/image818.png"/><Relationship Id="rId149" Type="http://schemas.openxmlformats.org/officeDocument/2006/relationships/image" Target="../media/image866.png"/><Relationship Id="rId95" Type="http://schemas.openxmlformats.org/officeDocument/2006/relationships/image" Target="../media/image839.png"/><Relationship Id="rId160" Type="http://schemas.openxmlformats.org/officeDocument/2006/relationships/customXml" Target="../ink/ink120.xml"/><Relationship Id="rId216" Type="http://schemas.openxmlformats.org/officeDocument/2006/relationships/customXml" Target="../ink/ink148.xml"/><Relationship Id="rId258" Type="http://schemas.openxmlformats.org/officeDocument/2006/relationships/customXml" Target="../ink/ink169.xml"/><Relationship Id="rId22" Type="http://schemas.openxmlformats.org/officeDocument/2006/relationships/customXml" Target="../ink/ink51.xml"/><Relationship Id="rId64" Type="http://schemas.openxmlformats.org/officeDocument/2006/relationships/customXml" Target="../ink/ink72.xml"/><Relationship Id="rId118" Type="http://schemas.openxmlformats.org/officeDocument/2006/relationships/customXml" Target="../ink/ink99.xml"/><Relationship Id="rId171" Type="http://schemas.openxmlformats.org/officeDocument/2006/relationships/image" Target="../media/image877.png"/><Relationship Id="rId227" Type="http://schemas.openxmlformats.org/officeDocument/2006/relationships/image" Target="../media/image905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93.png"/><Relationship Id="rId21" Type="http://schemas.openxmlformats.org/officeDocument/2006/relationships/image" Target="../media/image945.png"/><Relationship Id="rId42" Type="http://schemas.openxmlformats.org/officeDocument/2006/relationships/customXml" Target="../ink/ink204.xml"/><Relationship Id="rId63" Type="http://schemas.openxmlformats.org/officeDocument/2006/relationships/image" Target="../media/image966.png"/><Relationship Id="rId84" Type="http://schemas.openxmlformats.org/officeDocument/2006/relationships/customXml" Target="../ink/ink225.xml"/><Relationship Id="rId138" Type="http://schemas.openxmlformats.org/officeDocument/2006/relationships/customXml" Target="../ink/ink252.xml"/><Relationship Id="rId159" Type="http://schemas.openxmlformats.org/officeDocument/2006/relationships/image" Target="../media/image1014.png"/><Relationship Id="rId170" Type="http://schemas.openxmlformats.org/officeDocument/2006/relationships/customXml" Target="../ink/ink268.xml"/><Relationship Id="rId107" Type="http://schemas.openxmlformats.org/officeDocument/2006/relationships/image" Target="../media/image988.png"/><Relationship Id="rId11" Type="http://schemas.openxmlformats.org/officeDocument/2006/relationships/image" Target="../media/image940.png"/><Relationship Id="rId32" Type="http://schemas.openxmlformats.org/officeDocument/2006/relationships/customXml" Target="../ink/ink199.xml"/><Relationship Id="rId53" Type="http://schemas.openxmlformats.org/officeDocument/2006/relationships/image" Target="../media/image961.png"/><Relationship Id="rId74" Type="http://schemas.openxmlformats.org/officeDocument/2006/relationships/customXml" Target="../ink/ink220.xml"/><Relationship Id="rId128" Type="http://schemas.openxmlformats.org/officeDocument/2006/relationships/customXml" Target="../ink/ink247.xml"/><Relationship Id="rId149" Type="http://schemas.openxmlformats.org/officeDocument/2006/relationships/image" Target="../media/image1009.png"/><Relationship Id="rId5" Type="http://schemas.openxmlformats.org/officeDocument/2006/relationships/image" Target="../media/image937.png"/><Relationship Id="rId95" Type="http://schemas.openxmlformats.org/officeDocument/2006/relationships/image" Target="../media/image982.png"/><Relationship Id="rId160" Type="http://schemas.openxmlformats.org/officeDocument/2006/relationships/customXml" Target="../ink/ink263.xml"/><Relationship Id="rId181" Type="http://schemas.openxmlformats.org/officeDocument/2006/relationships/image" Target="../media/image1025.png"/><Relationship Id="rId22" Type="http://schemas.openxmlformats.org/officeDocument/2006/relationships/customXml" Target="../ink/ink194.xml"/><Relationship Id="rId43" Type="http://schemas.openxmlformats.org/officeDocument/2006/relationships/image" Target="../media/image956.png"/><Relationship Id="rId64" Type="http://schemas.openxmlformats.org/officeDocument/2006/relationships/customXml" Target="../ink/ink215.xml"/><Relationship Id="rId118" Type="http://schemas.openxmlformats.org/officeDocument/2006/relationships/customXml" Target="../ink/ink242.xml"/><Relationship Id="rId139" Type="http://schemas.openxmlformats.org/officeDocument/2006/relationships/image" Target="../media/image1004.png"/><Relationship Id="rId85" Type="http://schemas.openxmlformats.org/officeDocument/2006/relationships/image" Target="../media/image977.png"/><Relationship Id="rId150" Type="http://schemas.openxmlformats.org/officeDocument/2006/relationships/customXml" Target="../ink/ink258.xml"/><Relationship Id="rId171" Type="http://schemas.openxmlformats.org/officeDocument/2006/relationships/image" Target="../media/image1020.png"/><Relationship Id="rId12" Type="http://schemas.openxmlformats.org/officeDocument/2006/relationships/customXml" Target="../ink/ink189.xml"/><Relationship Id="rId33" Type="http://schemas.openxmlformats.org/officeDocument/2006/relationships/image" Target="../media/image951.png"/><Relationship Id="rId108" Type="http://schemas.openxmlformats.org/officeDocument/2006/relationships/customXml" Target="../ink/ink237.xml"/><Relationship Id="rId129" Type="http://schemas.openxmlformats.org/officeDocument/2006/relationships/image" Target="../media/image999.png"/><Relationship Id="rId54" Type="http://schemas.openxmlformats.org/officeDocument/2006/relationships/customXml" Target="../ink/ink210.xml"/><Relationship Id="rId75" Type="http://schemas.openxmlformats.org/officeDocument/2006/relationships/image" Target="../media/image972.png"/><Relationship Id="rId96" Type="http://schemas.openxmlformats.org/officeDocument/2006/relationships/customXml" Target="../ink/ink231.xml"/><Relationship Id="rId140" Type="http://schemas.openxmlformats.org/officeDocument/2006/relationships/customXml" Target="../ink/ink253.xml"/><Relationship Id="rId161" Type="http://schemas.openxmlformats.org/officeDocument/2006/relationships/image" Target="../media/image1015.png"/><Relationship Id="rId182" Type="http://schemas.openxmlformats.org/officeDocument/2006/relationships/customXml" Target="../ink/ink274.xml"/><Relationship Id="rId6" Type="http://schemas.openxmlformats.org/officeDocument/2006/relationships/customXml" Target="../ink/ink186.xml"/><Relationship Id="rId23" Type="http://schemas.openxmlformats.org/officeDocument/2006/relationships/image" Target="../media/image946.png"/><Relationship Id="rId119" Type="http://schemas.openxmlformats.org/officeDocument/2006/relationships/image" Target="../media/image994.png"/><Relationship Id="rId44" Type="http://schemas.openxmlformats.org/officeDocument/2006/relationships/customXml" Target="../ink/ink205.xml"/><Relationship Id="rId65" Type="http://schemas.openxmlformats.org/officeDocument/2006/relationships/image" Target="../media/image967.png"/><Relationship Id="rId86" Type="http://schemas.openxmlformats.org/officeDocument/2006/relationships/customXml" Target="../ink/ink226.xml"/><Relationship Id="rId130" Type="http://schemas.openxmlformats.org/officeDocument/2006/relationships/customXml" Target="../ink/ink248.xml"/><Relationship Id="rId151" Type="http://schemas.openxmlformats.org/officeDocument/2006/relationships/image" Target="../media/image1010.png"/><Relationship Id="rId172" Type="http://schemas.openxmlformats.org/officeDocument/2006/relationships/customXml" Target="../ink/ink269.xml"/><Relationship Id="rId13" Type="http://schemas.openxmlformats.org/officeDocument/2006/relationships/image" Target="../media/image941.png"/><Relationship Id="rId18" Type="http://schemas.openxmlformats.org/officeDocument/2006/relationships/customXml" Target="../ink/ink192.xml"/><Relationship Id="rId39" Type="http://schemas.openxmlformats.org/officeDocument/2006/relationships/image" Target="../media/image954.png"/><Relationship Id="rId109" Type="http://schemas.openxmlformats.org/officeDocument/2006/relationships/image" Target="../media/image989.png"/><Relationship Id="rId34" Type="http://schemas.openxmlformats.org/officeDocument/2006/relationships/customXml" Target="../ink/ink200.xml"/><Relationship Id="rId50" Type="http://schemas.openxmlformats.org/officeDocument/2006/relationships/customXml" Target="../ink/ink208.xml"/><Relationship Id="rId55" Type="http://schemas.openxmlformats.org/officeDocument/2006/relationships/image" Target="../media/image962.png"/><Relationship Id="rId76" Type="http://schemas.openxmlformats.org/officeDocument/2006/relationships/customXml" Target="../ink/ink221.xml"/><Relationship Id="rId97" Type="http://schemas.openxmlformats.org/officeDocument/2006/relationships/image" Target="../media/image983.png"/><Relationship Id="rId104" Type="http://schemas.openxmlformats.org/officeDocument/2006/relationships/customXml" Target="../ink/ink235.xml"/><Relationship Id="rId120" Type="http://schemas.openxmlformats.org/officeDocument/2006/relationships/customXml" Target="../ink/ink243.xml"/><Relationship Id="rId125" Type="http://schemas.openxmlformats.org/officeDocument/2006/relationships/image" Target="../media/image997.png"/><Relationship Id="rId141" Type="http://schemas.openxmlformats.org/officeDocument/2006/relationships/image" Target="../media/image1005.png"/><Relationship Id="rId146" Type="http://schemas.openxmlformats.org/officeDocument/2006/relationships/customXml" Target="../ink/ink256.xml"/><Relationship Id="rId167" Type="http://schemas.openxmlformats.org/officeDocument/2006/relationships/image" Target="../media/image1018.png"/><Relationship Id="rId7" Type="http://schemas.openxmlformats.org/officeDocument/2006/relationships/image" Target="../media/image938.png"/><Relationship Id="rId71" Type="http://schemas.openxmlformats.org/officeDocument/2006/relationships/image" Target="../media/image970.png"/><Relationship Id="rId92" Type="http://schemas.openxmlformats.org/officeDocument/2006/relationships/customXml" Target="../ink/ink229.xml"/><Relationship Id="rId162" Type="http://schemas.openxmlformats.org/officeDocument/2006/relationships/customXml" Target="../ink/ink264.xml"/><Relationship Id="rId183" Type="http://schemas.openxmlformats.org/officeDocument/2006/relationships/image" Target="../media/image1026.png"/><Relationship Id="rId2" Type="http://schemas.openxmlformats.org/officeDocument/2006/relationships/image" Target="../media/image4.png"/><Relationship Id="rId29" Type="http://schemas.openxmlformats.org/officeDocument/2006/relationships/image" Target="../media/image949.png"/><Relationship Id="rId24" Type="http://schemas.openxmlformats.org/officeDocument/2006/relationships/customXml" Target="../ink/ink195.xml"/><Relationship Id="rId40" Type="http://schemas.openxmlformats.org/officeDocument/2006/relationships/customXml" Target="../ink/ink203.xml"/><Relationship Id="rId45" Type="http://schemas.openxmlformats.org/officeDocument/2006/relationships/image" Target="../media/image957.png"/><Relationship Id="rId66" Type="http://schemas.openxmlformats.org/officeDocument/2006/relationships/customXml" Target="../ink/ink216.xml"/><Relationship Id="rId87" Type="http://schemas.openxmlformats.org/officeDocument/2006/relationships/image" Target="../media/image978.png"/><Relationship Id="rId110" Type="http://schemas.openxmlformats.org/officeDocument/2006/relationships/customXml" Target="../ink/ink238.xml"/><Relationship Id="rId115" Type="http://schemas.openxmlformats.org/officeDocument/2006/relationships/image" Target="../media/image992.png"/><Relationship Id="rId131" Type="http://schemas.openxmlformats.org/officeDocument/2006/relationships/image" Target="../media/image1000.png"/><Relationship Id="rId136" Type="http://schemas.openxmlformats.org/officeDocument/2006/relationships/customXml" Target="../ink/ink251.xml"/><Relationship Id="rId157" Type="http://schemas.openxmlformats.org/officeDocument/2006/relationships/image" Target="../media/image1013.png"/><Relationship Id="rId178" Type="http://schemas.openxmlformats.org/officeDocument/2006/relationships/customXml" Target="../ink/ink272.xml"/><Relationship Id="rId61" Type="http://schemas.openxmlformats.org/officeDocument/2006/relationships/image" Target="../media/image965.png"/><Relationship Id="rId82" Type="http://schemas.openxmlformats.org/officeDocument/2006/relationships/customXml" Target="../ink/ink224.xml"/><Relationship Id="rId152" Type="http://schemas.openxmlformats.org/officeDocument/2006/relationships/customXml" Target="../ink/ink259.xml"/><Relationship Id="rId173" Type="http://schemas.openxmlformats.org/officeDocument/2006/relationships/image" Target="../media/image1021.png"/><Relationship Id="rId19" Type="http://schemas.openxmlformats.org/officeDocument/2006/relationships/image" Target="../media/image944.png"/><Relationship Id="rId14" Type="http://schemas.openxmlformats.org/officeDocument/2006/relationships/customXml" Target="../ink/ink190.xml"/><Relationship Id="rId30" Type="http://schemas.openxmlformats.org/officeDocument/2006/relationships/customXml" Target="../ink/ink198.xml"/><Relationship Id="rId35" Type="http://schemas.openxmlformats.org/officeDocument/2006/relationships/image" Target="../media/image952.png"/><Relationship Id="rId56" Type="http://schemas.openxmlformats.org/officeDocument/2006/relationships/customXml" Target="../ink/ink211.xml"/><Relationship Id="rId77" Type="http://schemas.openxmlformats.org/officeDocument/2006/relationships/image" Target="../media/image973.png"/><Relationship Id="rId100" Type="http://schemas.openxmlformats.org/officeDocument/2006/relationships/customXml" Target="../ink/ink233.xml"/><Relationship Id="rId105" Type="http://schemas.openxmlformats.org/officeDocument/2006/relationships/image" Target="../media/image987.png"/><Relationship Id="rId126" Type="http://schemas.openxmlformats.org/officeDocument/2006/relationships/customXml" Target="../ink/ink246.xml"/><Relationship Id="rId147" Type="http://schemas.openxmlformats.org/officeDocument/2006/relationships/image" Target="../media/image1008.png"/><Relationship Id="rId168" Type="http://schemas.openxmlformats.org/officeDocument/2006/relationships/customXml" Target="../ink/ink267.xml"/><Relationship Id="rId8" Type="http://schemas.openxmlformats.org/officeDocument/2006/relationships/customXml" Target="../ink/ink187.xml"/><Relationship Id="rId51" Type="http://schemas.openxmlformats.org/officeDocument/2006/relationships/image" Target="../media/image960.png"/><Relationship Id="rId72" Type="http://schemas.openxmlformats.org/officeDocument/2006/relationships/customXml" Target="../ink/ink219.xml"/><Relationship Id="rId93" Type="http://schemas.openxmlformats.org/officeDocument/2006/relationships/image" Target="../media/image981.png"/><Relationship Id="rId98" Type="http://schemas.openxmlformats.org/officeDocument/2006/relationships/customXml" Target="../ink/ink232.xml"/><Relationship Id="rId121" Type="http://schemas.openxmlformats.org/officeDocument/2006/relationships/image" Target="../media/image995.png"/><Relationship Id="rId142" Type="http://schemas.openxmlformats.org/officeDocument/2006/relationships/customXml" Target="../ink/ink254.xml"/><Relationship Id="rId163" Type="http://schemas.openxmlformats.org/officeDocument/2006/relationships/image" Target="../media/image1016.png"/><Relationship Id="rId184" Type="http://schemas.openxmlformats.org/officeDocument/2006/relationships/customXml" Target="../ink/ink275.xml"/><Relationship Id="rId3" Type="http://schemas.openxmlformats.org/officeDocument/2006/relationships/image" Target="../media/image6.png"/><Relationship Id="rId25" Type="http://schemas.openxmlformats.org/officeDocument/2006/relationships/image" Target="../media/image947.png"/><Relationship Id="rId46" Type="http://schemas.openxmlformats.org/officeDocument/2006/relationships/customXml" Target="../ink/ink206.xml"/><Relationship Id="rId67" Type="http://schemas.openxmlformats.org/officeDocument/2006/relationships/image" Target="../media/image968.png"/><Relationship Id="rId116" Type="http://schemas.openxmlformats.org/officeDocument/2006/relationships/customXml" Target="../ink/ink241.xml"/><Relationship Id="rId137" Type="http://schemas.openxmlformats.org/officeDocument/2006/relationships/image" Target="../media/image1003.png"/><Relationship Id="rId158" Type="http://schemas.openxmlformats.org/officeDocument/2006/relationships/customXml" Target="../ink/ink262.xml"/><Relationship Id="rId20" Type="http://schemas.openxmlformats.org/officeDocument/2006/relationships/customXml" Target="../ink/ink193.xml"/><Relationship Id="rId41" Type="http://schemas.openxmlformats.org/officeDocument/2006/relationships/image" Target="../media/image955.png"/><Relationship Id="rId62" Type="http://schemas.openxmlformats.org/officeDocument/2006/relationships/customXml" Target="../ink/ink214.xml"/><Relationship Id="rId83" Type="http://schemas.openxmlformats.org/officeDocument/2006/relationships/image" Target="../media/image976.png"/><Relationship Id="rId88" Type="http://schemas.openxmlformats.org/officeDocument/2006/relationships/customXml" Target="../ink/ink227.xml"/><Relationship Id="rId111" Type="http://schemas.openxmlformats.org/officeDocument/2006/relationships/image" Target="../media/image990.png"/><Relationship Id="rId132" Type="http://schemas.openxmlformats.org/officeDocument/2006/relationships/customXml" Target="../ink/ink249.xml"/><Relationship Id="rId153" Type="http://schemas.openxmlformats.org/officeDocument/2006/relationships/image" Target="../media/image1011.png"/><Relationship Id="rId174" Type="http://schemas.openxmlformats.org/officeDocument/2006/relationships/customXml" Target="../ink/ink270.xml"/><Relationship Id="rId179" Type="http://schemas.openxmlformats.org/officeDocument/2006/relationships/image" Target="../media/image1024.png"/><Relationship Id="rId15" Type="http://schemas.openxmlformats.org/officeDocument/2006/relationships/image" Target="../media/image942.png"/><Relationship Id="rId36" Type="http://schemas.openxmlformats.org/officeDocument/2006/relationships/customXml" Target="../ink/ink201.xml"/><Relationship Id="rId57" Type="http://schemas.openxmlformats.org/officeDocument/2006/relationships/image" Target="../media/image963.png"/><Relationship Id="rId106" Type="http://schemas.openxmlformats.org/officeDocument/2006/relationships/customXml" Target="../ink/ink236.xml"/><Relationship Id="rId127" Type="http://schemas.openxmlformats.org/officeDocument/2006/relationships/image" Target="../media/image998.png"/><Relationship Id="rId10" Type="http://schemas.openxmlformats.org/officeDocument/2006/relationships/customXml" Target="../ink/ink188.xml"/><Relationship Id="rId31" Type="http://schemas.openxmlformats.org/officeDocument/2006/relationships/image" Target="../media/image950.png"/><Relationship Id="rId52" Type="http://schemas.openxmlformats.org/officeDocument/2006/relationships/customXml" Target="../ink/ink209.xml"/><Relationship Id="rId73" Type="http://schemas.openxmlformats.org/officeDocument/2006/relationships/image" Target="../media/image971.png"/><Relationship Id="rId78" Type="http://schemas.openxmlformats.org/officeDocument/2006/relationships/customXml" Target="../ink/ink222.xml"/><Relationship Id="rId94" Type="http://schemas.openxmlformats.org/officeDocument/2006/relationships/customXml" Target="../ink/ink230.xml"/><Relationship Id="rId99" Type="http://schemas.openxmlformats.org/officeDocument/2006/relationships/image" Target="../media/image984.png"/><Relationship Id="rId101" Type="http://schemas.openxmlformats.org/officeDocument/2006/relationships/image" Target="../media/image985.png"/><Relationship Id="rId122" Type="http://schemas.openxmlformats.org/officeDocument/2006/relationships/customXml" Target="../ink/ink244.xml"/><Relationship Id="rId143" Type="http://schemas.openxmlformats.org/officeDocument/2006/relationships/image" Target="../media/image1006.png"/><Relationship Id="rId148" Type="http://schemas.openxmlformats.org/officeDocument/2006/relationships/customXml" Target="../ink/ink257.xml"/><Relationship Id="rId164" Type="http://schemas.openxmlformats.org/officeDocument/2006/relationships/customXml" Target="../ink/ink265.xml"/><Relationship Id="rId169" Type="http://schemas.openxmlformats.org/officeDocument/2006/relationships/image" Target="../media/image1019.png"/><Relationship Id="rId185" Type="http://schemas.openxmlformats.org/officeDocument/2006/relationships/image" Target="../media/image1027.png"/><Relationship Id="rId4" Type="http://schemas.openxmlformats.org/officeDocument/2006/relationships/customXml" Target="../ink/ink185.xml"/><Relationship Id="rId9" Type="http://schemas.openxmlformats.org/officeDocument/2006/relationships/image" Target="../media/image939.png"/><Relationship Id="rId180" Type="http://schemas.openxmlformats.org/officeDocument/2006/relationships/customXml" Target="../ink/ink273.xml"/><Relationship Id="rId26" Type="http://schemas.openxmlformats.org/officeDocument/2006/relationships/customXml" Target="../ink/ink196.xml"/><Relationship Id="rId47" Type="http://schemas.openxmlformats.org/officeDocument/2006/relationships/image" Target="../media/image958.png"/><Relationship Id="rId68" Type="http://schemas.openxmlformats.org/officeDocument/2006/relationships/customXml" Target="../ink/ink217.xml"/><Relationship Id="rId89" Type="http://schemas.openxmlformats.org/officeDocument/2006/relationships/image" Target="../media/image979.png"/><Relationship Id="rId112" Type="http://schemas.openxmlformats.org/officeDocument/2006/relationships/customXml" Target="../ink/ink239.xml"/><Relationship Id="rId133" Type="http://schemas.openxmlformats.org/officeDocument/2006/relationships/image" Target="../media/image1001.png"/><Relationship Id="rId154" Type="http://schemas.openxmlformats.org/officeDocument/2006/relationships/customXml" Target="../ink/ink260.xml"/><Relationship Id="rId175" Type="http://schemas.openxmlformats.org/officeDocument/2006/relationships/image" Target="../media/image1022.png"/><Relationship Id="rId16" Type="http://schemas.openxmlformats.org/officeDocument/2006/relationships/customXml" Target="../ink/ink191.xml"/><Relationship Id="rId37" Type="http://schemas.openxmlformats.org/officeDocument/2006/relationships/image" Target="../media/image953.png"/><Relationship Id="rId58" Type="http://schemas.openxmlformats.org/officeDocument/2006/relationships/customXml" Target="../ink/ink212.xml"/><Relationship Id="rId79" Type="http://schemas.openxmlformats.org/officeDocument/2006/relationships/image" Target="../media/image974.png"/><Relationship Id="rId102" Type="http://schemas.openxmlformats.org/officeDocument/2006/relationships/customXml" Target="../ink/ink234.xml"/><Relationship Id="rId123" Type="http://schemas.openxmlformats.org/officeDocument/2006/relationships/image" Target="../media/image996.png"/><Relationship Id="rId144" Type="http://schemas.openxmlformats.org/officeDocument/2006/relationships/customXml" Target="../ink/ink255.xml"/><Relationship Id="rId90" Type="http://schemas.openxmlformats.org/officeDocument/2006/relationships/customXml" Target="../ink/ink228.xml"/><Relationship Id="rId165" Type="http://schemas.openxmlformats.org/officeDocument/2006/relationships/image" Target="../media/image1017.png"/><Relationship Id="rId186" Type="http://schemas.openxmlformats.org/officeDocument/2006/relationships/customXml" Target="../ink/ink276.xml"/><Relationship Id="rId27" Type="http://schemas.openxmlformats.org/officeDocument/2006/relationships/image" Target="../media/image948.png"/><Relationship Id="rId48" Type="http://schemas.openxmlformats.org/officeDocument/2006/relationships/customXml" Target="../ink/ink207.xml"/><Relationship Id="rId69" Type="http://schemas.openxmlformats.org/officeDocument/2006/relationships/image" Target="../media/image969.png"/><Relationship Id="rId113" Type="http://schemas.openxmlformats.org/officeDocument/2006/relationships/image" Target="../media/image991.png"/><Relationship Id="rId134" Type="http://schemas.openxmlformats.org/officeDocument/2006/relationships/customXml" Target="../ink/ink250.xml"/><Relationship Id="rId80" Type="http://schemas.openxmlformats.org/officeDocument/2006/relationships/customXml" Target="../ink/ink223.xml"/><Relationship Id="rId155" Type="http://schemas.openxmlformats.org/officeDocument/2006/relationships/image" Target="../media/image1012.png"/><Relationship Id="rId176" Type="http://schemas.openxmlformats.org/officeDocument/2006/relationships/customXml" Target="../ink/ink271.xml"/><Relationship Id="rId17" Type="http://schemas.openxmlformats.org/officeDocument/2006/relationships/image" Target="../media/image943.png"/><Relationship Id="rId38" Type="http://schemas.openxmlformats.org/officeDocument/2006/relationships/customXml" Target="../ink/ink202.xml"/><Relationship Id="rId59" Type="http://schemas.openxmlformats.org/officeDocument/2006/relationships/image" Target="../media/image964.png"/><Relationship Id="rId103" Type="http://schemas.openxmlformats.org/officeDocument/2006/relationships/image" Target="../media/image986.png"/><Relationship Id="rId124" Type="http://schemas.openxmlformats.org/officeDocument/2006/relationships/customXml" Target="../ink/ink245.xml"/><Relationship Id="rId70" Type="http://schemas.openxmlformats.org/officeDocument/2006/relationships/customXml" Target="../ink/ink218.xml"/><Relationship Id="rId91" Type="http://schemas.openxmlformats.org/officeDocument/2006/relationships/image" Target="../media/image980.png"/><Relationship Id="rId145" Type="http://schemas.openxmlformats.org/officeDocument/2006/relationships/image" Target="../media/image1007.png"/><Relationship Id="rId166" Type="http://schemas.openxmlformats.org/officeDocument/2006/relationships/customXml" Target="../ink/ink266.xml"/><Relationship Id="rId187" Type="http://schemas.openxmlformats.org/officeDocument/2006/relationships/image" Target="../media/image1028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97.xml"/><Relationship Id="rId49" Type="http://schemas.openxmlformats.org/officeDocument/2006/relationships/image" Target="../media/image959.png"/><Relationship Id="rId114" Type="http://schemas.openxmlformats.org/officeDocument/2006/relationships/customXml" Target="../ink/ink240.xml"/><Relationship Id="rId60" Type="http://schemas.openxmlformats.org/officeDocument/2006/relationships/customXml" Target="../ink/ink213.xml"/><Relationship Id="rId81" Type="http://schemas.openxmlformats.org/officeDocument/2006/relationships/image" Target="../media/image975.png"/><Relationship Id="rId135" Type="http://schemas.openxmlformats.org/officeDocument/2006/relationships/image" Target="../media/image1002.png"/><Relationship Id="rId156" Type="http://schemas.openxmlformats.org/officeDocument/2006/relationships/customXml" Target="../ink/ink261.xml"/><Relationship Id="rId177" Type="http://schemas.openxmlformats.org/officeDocument/2006/relationships/image" Target="../media/image1023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85.png"/><Relationship Id="rId21" Type="http://schemas.openxmlformats.org/officeDocument/2006/relationships/image" Target="../media/image1037.png"/><Relationship Id="rId42" Type="http://schemas.openxmlformats.org/officeDocument/2006/relationships/customXml" Target="../ink/ink296.xml"/><Relationship Id="rId63" Type="http://schemas.openxmlformats.org/officeDocument/2006/relationships/image" Target="../media/image1058.png"/><Relationship Id="rId84" Type="http://schemas.openxmlformats.org/officeDocument/2006/relationships/customXml" Target="../ink/ink317.xml"/><Relationship Id="rId138" Type="http://schemas.openxmlformats.org/officeDocument/2006/relationships/customXml" Target="../ink/ink344.xml"/><Relationship Id="rId159" Type="http://schemas.openxmlformats.org/officeDocument/2006/relationships/image" Target="../media/image1106.png"/><Relationship Id="rId170" Type="http://schemas.openxmlformats.org/officeDocument/2006/relationships/customXml" Target="../ink/ink360.xml"/><Relationship Id="rId107" Type="http://schemas.openxmlformats.org/officeDocument/2006/relationships/image" Target="../media/image1080.png"/><Relationship Id="rId11" Type="http://schemas.openxmlformats.org/officeDocument/2006/relationships/image" Target="../media/image1032.png"/><Relationship Id="rId32" Type="http://schemas.openxmlformats.org/officeDocument/2006/relationships/customXml" Target="../ink/ink291.xml"/><Relationship Id="rId53" Type="http://schemas.openxmlformats.org/officeDocument/2006/relationships/image" Target="../media/image1053.png"/><Relationship Id="rId74" Type="http://schemas.openxmlformats.org/officeDocument/2006/relationships/customXml" Target="../ink/ink312.xml"/><Relationship Id="rId128" Type="http://schemas.openxmlformats.org/officeDocument/2006/relationships/customXml" Target="../ink/ink339.xml"/><Relationship Id="rId149" Type="http://schemas.openxmlformats.org/officeDocument/2006/relationships/image" Target="../media/image1101.png"/><Relationship Id="rId5" Type="http://schemas.openxmlformats.org/officeDocument/2006/relationships/image" Target="../media/image1029.png"/><Relationship Id="rId95" Type="http://schemas.openxmlformats.org/officeDocument/2006/relationships/image" Target="../media/image1074.png"/><Relationship Id="rId160" Type="http://schemas.openxmlformats.org/officeDocument/2006/relationships/customXml" Target="../ink/ink355.xml"/><Relationship Id="rId181" Type="http://schemas.openxmlformats.org/officeDocument/2006/relationships/image" Target="../media/image1117.png"/><Relationship Id="rId22" Type="http://schemas.openxmlformats.org/officeDocument/2006/relationships/customXml" Target="../ink/ink286.xml"/><Relationship Id="rId43" Type="http://schemas.openxmlformats.org/officeDocument/2006/relationships/image" Target="../media/image1048.png"/><Relationship Id="rId64" Type="http://schemas.openxmlformats.org/officeDocument/2006/relationships/customXml" Target="../ink/ink307.xml"/><Relationship Id="rId118" Type="http://schemas.openxmlformats.org/officeDocument/2006/relationships/customXml" Target="../ink/ink334.xml"/><Relationship Id="rId139" Type="http://schemas.openxmlformats.org/officeDocument/2006/relationships/image" Target="../media/image1096.png"/><Relationship Id="rId85" Type="http://schemas.openxmlformats.org/officeDocument/2006/relationships/image" Target="../media/image1069.png"/><Relationship Id="rId150" Type="http://schemas.openxmlformats.org/officeDocument/2006/relationships/customXml" Target="../ink/ink350.xml"/><Relationship Id="rId171" Type="http://schemas.openxmlformats.org/officeDocument/2006/relationships/image" Target="../media/image1112.png"/><Relationship Id="rId12" Type="http://schemas.openxmlformats.org/officeDocument/2006/relationships/customXml" Target="../ink/ink281.xml"/><Relationship Id="rId33" Type="http://schemas.openxmlformats.org/officeDocument/2006/relationships/image" Target="../media/image1043.png"/><Relationship Id="rId108" Type="http://schemas.openxmlformats.org/officeDocument/2006/relationships/customXml" Target="../ink/ink329.xml"/><Relationship Id="rId129" Type="http://schemas.openxmlformats.org/officeDocument/2006/relationships/image" Target="../media/image1091.png"/><Relationship Id="rId54" Type="http://schemas.openxmlformats.org/officeDocument/2006/relationships/customXml" Target="../ink/ink302.xml"/><Relationship Id="rId75" Type="http://schemas.openxmlformats.org/officeDocument/2006/relationships/image" Target="../media/image1064.png"/><Relationship Id="rId96" Type="http://schemas.openxmlformats.org/officeDocument/2006/relationships/customXml" Target="../ink/ink323.xml"/><Relationship Id="rId140" Type="http://schemas.openxmlformats.org/officeDocument/2006/relationships/customXml" Target="../ink/ink345.xml"/><Relationship Id="rId161" Type="http://schemas.openxmlformats.org/officeDocument/2006/relationships/image" Target="../media/image1107.png"/><Relationship Id="rId182" Type="http://schemas.openxmlformats.org/officeDocument/2006/relationships/customXml" Target="../ink/ink366.xml"/><Relationship Id="rId6" Type="http://schemas.openxmlformats.org/officeDocument/2006/relationships/customXml" Target="../ink/ink278.xml"/><Relationship Id="rId23" Type="http://schemas.openxmlformats.org/officeDocument/2006/relationships/image" Target="../media/image1038.png"/><Relationship Id="rId119" Type="http://schemas.openxmlformats.org/officeDocument/2006/relationships/image" Target="../media/image1086.png"/><Relationship Id="rId44" Type="http://schemas.openxmlformats.org/officeDocument/2006/relationships/customXml" Target="../ink/ink297.xml"/><Relationship Id="rId65" Type="http://schemas.openxmlformats.org/officeDocument/2006/relationships/image" Target="../media/image1059.png"/><Relationship Id="rId86" Type="http://schemas.openxmlformats.org/officeDocument/2006/relationships/customXml" Target="../ink/ink318.xml"/><Relationship Id="rId130" Type="http://schemas.openxmlformats.org/officeDocument/2006/relationships/customXml" Target="../ink/ink340.xml"/><Relationship Id="rId151" Type="http://schemas.openxmlformats.org/officeDocument/2006/relationships/image" Target="../media/image1102.png"/><Relationship Id="rId172" Type="http://schemas.openxmlformats.org/officeDocument/2006/relationships/customXml" Target="../ink/ink361.xml"/><Relationship Id="rId13" Type="http://schemas.openxmlformats.org/officeDocument/2006/relationships/image" Target="../media/image1033.png"/><Relationship Id="rId18" Type="http://schemas.openxmlformats.org/officeDocument/2006/relationships/customXml" Target="../ink/ink284.xml"/><Relationship Id="rId39" Type="http://schemas.openxmlformats.org/officeDocument/2006/relationships/image" Target="../media/image1046.png"/><Relationship Id="rId109" Type="http://schemas.openxmlformats.org/officeDocument/2006/relationships/image" Target="../media/image1081.png"/><Relationship Id="rId34" Type="http://schemas.openxmlformats.org/officeDocument/2006/relationships/customXml" Target="../ink/ink292.xml"/><Relationship Id="rId50" Type="http://schemas.openxmlformats.org/officeDocument/2006/relationships/customXml" Target="../ink/ink300.xml"/><Relationship Id="rId55" Type="http://schemas.openxmlformats.org/officeDocument/2006/relationships/image" Target="../media/image1054.png"/><Relationship Id="rId76" Type="http://schemas.openxmlformats.org/officeDocument/2006/relationships/customXml" Target="../ink/ink313.xml"/><Relationship Id="rId97" Type="http://schemas.openxmlformats.org/officeDocument/2006/relationships/image" Target="../media/image1075.png"/><Relationship Id="rId104" Type="http://schemas.openxmlformats.org/officeDocument/2006/relationships/customXml" Target="../ink/ink327.xml"/><Relationship Id="rId120" Type="http://schemas.openxmlformats.org/officeDocument/2006/relationships/customXml" Target="../ink/ink335.xml"/><Relationship Id="rId125" Type="http://schemas.openxmlformats.org/officeDocument/2006/relationships/image" Target="../media/image1089.png"/><Relationship Id="rId141" Type="http://schemas.openxmlformats.org/officeDocument/2006/relationships/image" Target="../media/image1097.png"/><Relationship Id="rId146" Type="http://schemas.openxmlformats.org/officeDocument/2006/relationships/customXml" Target="../ink/ink348.xml"/><Relationship Id="rId167" Type="http://schemas.openxmlformats.org/officeDocument/2006/relationships/image" Target="../media/image1110.png"/><Relationship Id="rId7" Type="http://schemas.openxmlformats.org/officeDocument/2006/relationships/image" Target="../media/image1030.png"/><Relationship Id="rId71" Type="http://schemas.openxmlformats.org/officeDocument/2006/relationships/image" Target="../media/image1062.png"/><Relationship Id="rId92" Type="http://schemas.openxmlformats.org/officeDocument/2006/relationships/customXml" Target="../ink/ink321.xml"/><Relationship Id="rId162" Type="http://schemas.openxmlformats.org/officeDocument/2006/relationships/customXml" Target="../ink/ink356.xml"/><Relationship Id="rId183" Type="http://schemas.openxmlformats.org/officeDocument/2006/relationships/image" Target="../media/image1118.png"/><Relationship Id="rId2" Type="http://schemas.openxmlformats.org/officeDocument/2006/relationships/image" Target="../media/image4.png"/><Relationship Id="rId29" Type="http://schemas.openxmlformats.org/officeDocument/2006/relationships/image" Target="../media/image1041.png"/><Relationship Id="rId24" Type="http://schemas.openxmlformats.org/officeDocument/2006/relationships/customXml" Target="../ink/ink287.xml"/><Relationship Id="rId40" Type="http://schemas.openxmlformats.org/officeDocument/2006/relationships/customXml" Target="../ink/ink295.xml"/><Relationship Id="rId45" Type="http://schemas.openxmlformats.org/officeDocument/2006/relationships/image" Target="../media/image1049.png"/><Relationship Id="rId66" Type="http://schemas.openxmlformats.org/officeDocument/2006/relationships/customXml" Target="../ink/ink308.xml"/><Relationship Id="rId87" Type="http://schemas.openxmlformats.org/officeDocument/2006/relationships/image" Target="../media/image1070.png"/><Relationship Id="rId110" Type="http://schemas.openxmlformats.org/officeDocument/2006/relationships/customXml" Target="../ink/ink330.xml"/><Relationship Id="rId115" Type="http://schemas.openxmlformats.org/officeDocument/2006/relationships/image" Target="../media/image1084.png"/><Relationship Id="rId131" Type="http://schemas.openxmlformats.org/officeDocument/2006/relationships/image" Target="../media/image1092.png"/><Relationship Id="rId136" Type="http://schemas.openxmlformats.org/officeDocument/2006/relationships/customXml" Target="../ink/ink343.xml"/><Relationship Id="rId157" Type="http://schemas.openxmlformats.org/officeDocument/2006/relationships/image" Target="../media/image1105.png"/><Relationship Id="rId178" Type="http://schemas.openxmlformats.org/officeDocument/2006/relationships/customXml" Target="../ink/ink364.xml"/><Relationship Id="rId61" Type="http://schemas.openxmlformats.org/officeDocument/2006/relationships/image" Target="../media/image1057.png"/><Relationship Id="rId82" Type="http://schemas.openxmlformats.org/officeDocument/2006/relationships/customXml" Target="../ink/ink316.xml"/><Relationship Id="rId152" Type="http://schemas.openxmlformats.org/officeDocument/2006/relationships/customXml" Target="../ink/ink351.xml"/><Relationship Id="rId173" Type="http://schemas.openxmlformats.org/officeDocument/2006/relationships/image" Target="../media/image1113.png"/><Relationship Id="rId19" Type="http://schemas.openxmlformats.org/officeDocument/2006/relationships/image" Target="../media/image1036.png"/><Relationship Id="rId14" Type="http://schemas.openxmlformats.org/officeDocument/2006/relationships/customXml" Target="../ink/ink282.xml"/><Relationship Id="rId30" Type="http://schemas.openxmlformats.org/officeDocument/2006/relationships/customXml" Target="../ink/ink290.xml"/><Relationship Id="rId35" Type="http://schemas.openxmlformats.org/officeDocument/2006/relationships/image" Target="../media/image1044.png"/><Relationship Id="rId56" Type="http://schemas.openxmlformats.org/officeDocument/2006/relationships/customXml" Target="../ink/ink303.xml"/><Relationship Id="rId77" Type="http://schemas.openxmlformats.org/officeDocument/2006/relationships/image" Target="../media/image1065.png"/><Relationship Id="rId100" Type="http://schemas.openxmlformats.org/officeDocument/2006/relationships/customXml" Target="../ink/ink325.xml"/><Relationship Id="rId105" Type="http://schemas.openxmlformats.org/officeDocument/2006/relationships/image" Target="../media/image1079.png"/><Relationship Id="rId126" Type="http://schemas.openxmlformats.org/officeDocument/2006/relationships/customXml" Target="../ink/ink338.xml"/><Relationship Id="rId147" Type="http://schemas.openxmlformats.org/officeDocument/2006/relationships/image" Target="../media/image1100.png"/><Relationship Id="rId168" Type="http://schemas.openxmlformats.org/officeDocument/2006/relationships/customXml" Target="../ink/ink359.xml"/><Relationship Id="rId8" Type="http://schemas.openxmlformats.org/officeDocument/2006/relationships/customXml" Target="../ink/ink279.xml"/><Relationship Id="rId51" Type="http://schemas.openxmlformats.org/officeDocument/2006/relationships/image" Target="../media/image1052.png"/><Relationship Id="rId72" Type="http://schemas.openxmlformats.org/officeDocument/2006/relationships/customXml" Target="../ink/ink311.xml"/><Relationship Id="rId93" Type="http://schemas.openxmlformats.org/officeDocument/2006/relationships/image" Target="../media/image1073.png"/><Relationship Id="rId98" Type="http://schemas.openxmlformats.org/officeDocument/2006/relationships/customXml" Target="../ink/ink324.xml"/><Relationship Id="rId121" Type="http://schemas.openxmlformats.org/officeDocument/2006/relationships/image" Target="../media/image1087.png"/><Relationship Id="rId142" Type="http://schemas.openxmlformats.org/officeDocument/2006/relationships/customXml" Target="../ink/ink346.xml"/><Relationship Id="rId163" Type="http://schemas.openxmlformats.org/officeDocument/2006/relationships/image" Target="../media/image1108.png"/><Relationship Id="rId184" Type="http://schemas.openxmlformats.org/officeDocument/2006/relationships/customXml" Target="../ink/ink367.xml"/><Relationship Id="rId3" Type="http://schemas.openxmlformats.org/officeDocument/2006/relationships/image" Target="../media/image6.png"/><Relationship Id="rId25" Type="http://schemas.openxmlformats.org/officeDocument/2006/relationships/image" Target="../media/image1039.png"/><Relationship Id="rId46" Type="http://schemas.openxmlformats.org/officeDocument/2006/relationships/customXml" Target="../ink/ink298.xml"/><Relationship Id="rId67" Type="http://schemas.openxmlformats.org/officeDocument/2006/relationships/image" Target="../media/image1060.png"/><Relationship Id="rId116" Type="http://schemas.openxmlformats.org/officeDocument/2006/relationships/customXml" Target="../ink/ink333.xml"/><Relationship Id="rId137" Type="http://schemas.openxmlformats.org/officeDocument/2006/relationships/image" Target="../media/image1095.png"/><Relationship Id="rId158" Type="http://schemas.openxmlformats.org/officeDocument/2006/relationships/customXml" Target="../ink/ink354.xml"/><Relationship Id="rId20" Type="http://schemas.openxmlformats.org/officeDocument/2006/relationships/customXml" Target="../ink/ink285.xml"/><Relationship Id="rId41" Type="http://schemas.openxmlformats.org/officeDocument/2006/relationships/image" Target="../media/image1047.png"/><Relationship Id="rId62" Type="http://schemas.openxmlformats.org/officeDocument/2006/relationships/customXml" Target="../ink/ink306.xml"/><Relationship Id="rId83" Type="http://schemas.openxmlformats.org/officeDocument/2006/relationships/image" Target="../media/image1068.png"/><Relationship Id="rId88" Type="http://schemas.openxmlformats.org/officeDocument/2006/relationships/customXml" Target="../ink/ink319.xml"/><Relationship Id="rId111" Type="http://schemas.openxmlformats.org/officeDocument/2006/relationships/image" Target="../media/image1082.png"/><Relationship Id="rId132" Type="http://schemas.openxmlformats.org/officeDocument/2006/relationships/customXml" Target="../ink/ink341.xml"/><Relationship Id="rId153" Type="http://schemas.openxmlformats.org/officeDocument/2006/relationships/image" Target="../media/image1103.png"/><Relationship Id="rId174" Type="http://schemas.openxmlformats.org/officeDocument/2006/relationships/customXml" Target="../ink/ink362.xml"/><Relationship Id="rId179" Type="http://schemas.openxmlformats.org/officeDocument/2006/relationships/image" Target="../media/image1116.png"/><Relationship Id="rId15" Type="http://schemas.openxmlformats.org/officeDocument/2006/relationships/image" Target="../media/image1034.png"/><Relationship Id="rId36" Type="http://schemas.openxmlformats.org/officeDocument/2006/relationships/customXml" Target="../ink/ink293.xml"/><Relationship Id="rId57" Type="http://schemas.openxmlformats.org/officeDocument/2006/relationships/image" Target="../media/image1055.png"/><Relationship Id="rId106" Type="http://schemas.openxmlformats.org/officeDocument/2006/relationships/customXml" Target="../ink/ink328.xml"/><Relationship Id="rId127" Type="http://schemas.openxmlformats.org/officeDocument/2006/relationships/image" Target="../media/image1090.png"/><Relationship Id="rId10" Type="http://schemas.openxmlformats.org/officeDocument/2006/relationships/customXml" Target="../ink/ink280.xml"/><Relationship Id="rId31" Type="http://schemas.openxmlformats.org/officeDocument/2006/relationships/image" Target="../media/image1042.png"/><Relationship Id="rId52" Type="http://schemas.openxmlformats.org/officeDocument/2006/relationships/customXml" Target="../ink/ink301.xml"/><Relationship Id="rId73" Type="http://schemas.openxmlformats.org/officeDocument/2006/relationships/image" Target="../media/image1063.png"/><Relationship Id="rId78" Type="http://schemas.openxmlformats.org/officeDocument/2006/relationships/customXml" Target="../ink/ink314.xml"/><Relationship Id="rId94" Type="http://schemas.openxmlformats.org/officeDocument/2006/relationships/customXml" Target="../ink/ink322.xml"/><Relationship Id="rId99" Type="http://schemas.openxmlformats.org/officeDocument/2006/relationships/image" Target="../media/image1076.png"/><Relationship Id="rId101" Type="http://schemas.openxmlformats.org/officeDocument/2006/relationships/image" Target="../media/image1077.png"/><Relationship Id="rId122" Type="http://schemas.openxmlformats.org/officeDocument/2006/relationships/customXml" Target="../ink/ink336.xml"/><Relationship Id="rId143" Type="http://schemas.openxmlformats.org/officeDocument/2006/relationships/image" Target="../media/image1098.png"/><Relationship Id="rId148" Type="http://schemas.openxmlformats.org/officeDocument/2006/relationships/customXml" Target="../ink/ink349.xml"/><Relationship Id="rId164" Type="http://schemas.openxmlformats.org/officeDocument/2006/relationships/customXml" Target="../ink/ink357.xml"/><Relationship Id="rId169" Type="http://schemas.openxmlformats.org/officeDocument/2006/relationships/image" Target="../media/image1111.png"/><Relationship Id="rId185" Type="http://schemas.openxmlformats.org/officeDocument/2006/relationships/image" Target="../media/image1119.png"/><Relationship Id="rId4" Type="http://schemas.openxmlformats.org/officeDocument/2006/relationships/customXml" Target="../ink/ink277.xml"/><Relationship Id="rId9" Type="http://schemas.openxmlformats.org/officeDocument/2006/relationships/image" Target="../media/image1031.png"/><Relationship Id="rId180" Type="http://schemas.openxmlformats.org/officeDocument/2006/relationships/customXml" Target="../ink/ink365.xml"/><Relationship Id="rId26" Type="http://schemas.openxmlformats.org/officeDocument/2006/relationships/customXml" Target="../ink/ink288.xml"/><Relationship Id="rId47" Type="http://schemas.openxmlformats.org/officeDocument/2006/relationships/image" Target="../media/image1050.png"/><Relationship Id="rId68" Type="http://schemas.openxmlformats.org/officeDocument/2006/relationships/customXml" Target="../ink/ink309.xml"/><Relationship Id="rId89" Type="http://schemas.openxmlformats.org/officeDocument/2006/relationships/image" Target="../media/image1071.png"/><Relationship Id="rId112" Type="http://schemas.openxmlformats.org/officeDocument/2006/relationships/customXml" Target="../ink/ink331.xml"/><Relationship Id="rId133" Type="http://schemas.openxmlformats.org/officeDocument/2006/relationships/image" Target="../media/image1093.png"/><Relationship Id="rId154" Type="http://schemas.openxmlformats.org/officeDocument/2006/relationships/customXml" Target="../ink/ink352.xml"/><Relationship Id="rId175" Type="http://schemas.openxmlformats.org/officeDocument/2006/relationships/image" Target="../media/image1114.png"/><Relationship Id="rId16" Type="http://schemas.openxmlformats.org/officeDocument/2006/relationships/customXml" Target="../ink/ink283.xml"/><Relationship Id="rId37" Type="http://schemas.openxmlformats.org/officeDocument/2006/relationships/image" Target="../media/image1045.png"/><Relationship Id="rId58" Type="http://schemas.openxmlformats.org/officeDocument/2006/relationships/customXml" Target="../ink/ink304.xml"/><Relationship Id="rId79" Type="http://schemas.openxmlformats.org/officeDocument/2006/relationships/image" Target="../media/image1066.png"/><Relationship Id="rId102" Type="http://schemas.openxmlformats.org/officeDocument/2006/relationships/customXml" Target="../ink/ink326.xml"/><Relationship Id="rId123" Type="http://schemas.openxmlformats.org/officeDocument/2006/relationships/image" Target="../media/image1088.png"/><Relationship Id="rId144" Type="http://schemas.openxmlformats.org/officeDocument/2006/relationships/customXml" Target="../ink/ink347.xml"/><Relationship Id="rId90" Type="http://schemas.openxmlformats.org/officeDocument/2006/relationships/customXml" Target="../ink/ink320.xml"/><Relationship Id="rId165" Type="http://schemas.openxmlformats.org/officeDocument/2006/relationships/image" Target="../media/image1109.png"/><Relationship Id="rId186" Type="http://schemas.openxmlformats.org/officeDocument/2006/relationships/customXml" Target="../ink/ink368.xml"/><Relationship Id="rId27" Type="http://schemas.openxmlformats.org/officeDocument/2006/relationships/image" Target="../media/image1040.png"/><Relationship Id="rId48" Type="http://schemas.openxmlformats.org/officeDocument/2006/relationships/customXml" Target="../ink/ink299.xml"/><Relationship Id="rId69" Type="http://schemas.openxmlformats.org/officeDocument/2006/relationships/image" Target="../media/image1061.png"/><Relationship Id="rId113" Type="http://schemas.openxmlformats.org/officeDocument/2006/relationships/image" Target="../media/image1083.png"/><Relationship Id="rId134" Type="http://schemas.openxmlformats.org/officeDocument/2006/relationships/customXml" Target="../ink/ink342.xml"/><Relationship Id="rId80" Type="http://schemas.openxmlformats.org/officeDocument/2006/relationships/customXml" Target="../ink/ink315.xml"/><Relationship Id="rId155" Type="http://schemas.openxmlformats.org/officeDocument/2006/relationships/image" Target="../media/image1104.png"/><Relationship Id="rId176" Type="http://schemas.openxmlformats.org/officeDocument/2006/relationships/customXml" Target="../ink/ink363.xml"/><Relationship Id="rId17" Type="http://schemas.openxmlformats.org/officeDocument/2006/relationships/image" Target="../media/image1035.png"/><Relationship Id="rId38" Type="http://schemas.openxmlformats.org/officeDocument/2006/relationships/customXml" Target="../ink/ink294.xml"/><Relationship Id="rId59" Type="http://schemas.openxmlformats.org/officeDocument/2006/relationships/image" Target="../media/image1056.png"/><Relationship Id="rId103" Type="http://schemas.openxmlformats.org/officeDocument/2006/relationships/image" Target="../media/image1078.png"/><Relationship Id="rId124" Type="http://schemas.openxmlformats.org/officeDocument/2006/relationships/customXml" Target="../ink/ink337.xml"/><Relationship Id="rId70" Type="http://schemas.openxmlformats.org/officeDocument/2006/relationships/customXml" Target="../ink/ink310.xml"/><Relationship Id="rId91" Type="http://schemas.openxmlformats.org/officeDocument/2006/relationships/image" Target="../media/image1072.png"/><Relationship Id="rId145" Type="http://schemas.openxmlformats.org/officeDocument/2006/relationships/image" Target="../media/image1099.png"/><Relationship Id="rId166" Type="http://schemas.openxmlformats.org/officeDocument/2006/relationships/customXml" Target="../ink/ink358.xml"/><Relationship Id="rId187" Type="http://schemas.openxmlformats.org/officeDocument/2006/relationships/image" Target="../media/image1120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89.xml"/><Relationship Id="rId49" Type="http://schemas.openxmlformats.org/officeDocument/2006/relationships/image" Target="../media/image1051.png"/><Relationship Id="rId114" Type="http://schemas.openxmlformats.org/officeDocument/2006/relationships/customXml" Target="../ink/ink332.xml"/><Relationship Id="rId60" Type="http://schemas.openxmlformats.org/officeDocument/2006/relationships/customXml" Target="../ink/ink305.xml"/><Relationship Id="rId81" Type="http://schemas.openxmlformats.org/officeDocument/2006/relationships/image" Target="../media/image1067.png"/><Relationship Id="rId135" Type="http://schemas.openxmlformats.org/officeDocument/2006/relationships/image" Target="../media/image1094.png"/><Relationship Id="rId156" Type="http://schemas.openxmlformats.org/officeDocument/2006/relationships/customXml" Target="../ink/ink353.xml"/><Relationship Id="rId177" Type="http://schemas.openxmlformats.org/officeDocument/2006/relationships/image" Target="../media/image11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34.png"/><Relationship Id="rId21" Type="http://schemas.openxmlformats.org/officeDocument/2006/relationships/customXml" Target="../ink/ink378.xml"/><Relationship Id="rId42" Type="http://schemas.openxmlformats.org/officeDocument/2006/relationships/image" Target="../media/image1142.png"/><Relationship Id="rId47" Type="http://schemas.openxmlformats.org/officeDocument/2006/relationships/customXml" Target="../ink/ink391.xml"/><Relationship Id="rId63" Type="http://schemas.openxmlformats.org/officeDocument/2006/relationships/customXml" Target="../ink/ink399.xml"/><Relationship Id="rId68" Type="http://schemas.openxmlformats.org/officeDocument/2006/relationships/image" Target="../media/image1155.png"/><Relationship Id="rId84" Type="http://schemas.openxmlformats.org/officeDocument/2006/relationships/image" Target="../media/image1163.png"/><Relationship Id="rId89" Type="http://schemas.openxmlformats.org/officeDocument/2006/relationships/customXml" Target="../ink/ink412.xml"/><Relationship Id="rId16" Type="http://schemas.openxmlformats.org/officeDocument/2006/relationships/image" Target="../media/image1129.png"/><Relationship Id="rId11" Type="http://schemas.openxmlformats.org/officeDocument/2006/relationships/customXml" Target="../ink/ink373.xml"/><Relationship Id="rId32" Type="http://schemas.openxmlformats.org/officeDocument/2006/relationships/image" Target="../media/image1137.png"/><Relationship Id="rId37" Type="http://schemas.openxmlformats.org/officeDocument/2006/relationships/customXml" Target="../ink/ink386.xml"/><Relationship Id="rId53" Type="http://schemas.openxmlformats.org/officeDocument/2006/relationships/customXml" Target="../ink/ink394.xml"/><Relationship Id="rId58" Type="http://schemas.openxmlformats.org/officeDocument/2006/relationships/image" Target="../media/image1150.png"/><Relationship Id="rId74" Type="http://schemas.openxmlformats.org/officeDocument/2006/relationships/image" Target="../media/image1158.png"/><Relationship Id="rId79" Type="http://schemas.openxmlformats.org/officeDocument/2006/relationships/customXml" Target="../ink/ink407.xml"/><Relationship Id="rId5" Type="http://schemas.openxmlformats.org/officeDocument/2006/relationships/customXml" Target="../ink/ink370.xml"/><Relationship Id="rId90" Type="http://schemas.openxmlformats.org/officeDocument/2006/relationships/image" Target="../media/image1166.png"/><Relationship Id="rId14" Type="http://schemas.openxmlformats.org/officeDocument/2006/relationships/image" Target="../media/image1128.png"/><Relationship Id="rId22" Type="http://schemas.openxmlformats.org/officeDocument/2006/relationships/image" Target="../media/image1132.png"/><Relationship Id="rId27" Type="http://schemas.openxmlformats.org/officeDocument/2006/relationships/customXml" Target="../ink/ink381.xml"/><Relationship Id="rId30" Type="http://schemas.openxmlformats.org/officeDocument/2006/relationships/image" Target="../media/image1136.png"/><Relationship Id="rId35" Type="http://schemas.openxmlformats.org/officeDocument/2006/relationships/customXml" Target="../ink/ink385.xml"/><Relationship Id="rId43" Type="http://schemas.openxmlformats.org/officeDocument/2006/relationships/customXml" Target="../ink/ink389.xml"/><Relationship Id="rId48" Type="http://schemas.openxmlformats.org/officeDocument/2006/relationships/image" Target="../media/image1145.png"/><Relationship Id="rId56" Type="http://schemas.openxmlformats.org/officeDocument/2006/relationships/image" Target="../media/image1149.png"/><Relationship Id="rId64" Type="http://schemas.openxmlformats.org/officeDocument/2006/relationships/image" Target="../media/image1153.png"/><Relationship Id="rId69" Type="http://schemas.openxmlformats.org/officeDocument/2006/relationships/customXml" Target="../ink/ink402.xml"/><Relationship Id="rId77" Type="http://schemas.openxmlformats.org/officeDocument/2006/relationships/customXml" Target="../ink/ink406.xml"/><Relationship Id="rId8" Type="http://schemas.openxmlformats.org/officeDocument/2006/relationships/image" Target="../media/image1125.png"/><Relationship Id="rId51" Type="http://schemas.openxmlformats.org/officeDocument/2006/relationships/customXml" Target="../ink/ink393.xml"/><Relationship Id="rId72" Type="http://schemas.openxmlformats.org/officeDocument/2006/relationships/image" Target="../media/image1157.png"/><Relationship Id="rId80" Type="http://schemas.openxmlformats.org/officeDocument/2006/relationships/image" Target="../media/image1161.png"/><Relationship Id="rId85" Type="http://schemas.openxmlformats.org/officeDocument/2006/relationships/customXml" Target="../ink/ink410.xml"/><Relationship Id="rId3" Type="http://schemas.openxmlformats.org/officeDocument/2006/relationships/customXml" Target="../ink/ink369.xml"/><Relationship Id="rId12" Type="http://schemas.openxmlformats.org/officeDocument/2006/relationships/image" Target="../media/image1127.png"/><Relationship Id="rId17" Type="http://schemas.openxmlformats.org/officeDocument/2006/relationships/customXml" Target="../ink/ink376.xml"/><Relationship Id="rId25" Type="http://schemas.openxmlformats.org/officeDocument/2006/relationships/customXml" Target="../ink/ink380.xml"/><Relationship Id="rId33" Type="http://schemas.openxmlformats.org/officeDocument/2006/relationships/customXml" Target="../ink/ink384.xml"/><Relationship Id="rId38" Type="http://schemas.openxmlformats.org/officeDocument/2006/relationships/image" Target="../media/image1140.png"/><Relationship Id="rId46" Type="http://schemas.openxmlformats.org/officeDocument/2006/relationships/image" Target="../media/image1144.png"/><Relationship Id="rId59" Type="http://schemas.openxmlformats.org/officeDocument/2006/relationships/customXml" Target="../ink/ink397.xml"/><Relationship Id="rId67" Type="http://schemas.openxmlformats.org/officeDocument/2006/relationships/customXml" Target="../ink/ink401.xml"/><Relationship Id="rId20" Type="http://schemas.openxmlformats.org/officeDocument/2006/relationships/image" Target="../media/image1131.png"/><Relationship Id="rId41" Type="http://schemas.openxmlformats.org/officeDocument/2006/relationships/customXml" Target="../ink/ink388.xml"/><Relationship Id="rId54" Type="http://schemas.openxmlformats.org/officeDocument/2006/relationships/image" Target="../media/image1148.png"/><Relationship Id="rId62" Type="http://schemas.openxmlformats.org/officeDocument/2006/relationships/image" Target="../media/image1152.png"/><Relationship Id="rId70" Type="http://schemas.openxmlformats.org/officeDocument/2006/relationships/image" Target="../media/image1156.png"/><Relationship Id="rId75" Type="http://schemas.openxmlformats.org/officeDocument/2006/relationships/customXml" Target="../ink/ink405.xml"/><Relationship Id="rId83" Type="http://schemas.openxmlformats.org/officeDocument/2006/relationships/customXml" Target="../ink/ink409.xml"/><Relationship Id="rId88" Type="http://schemas.openxmlformats.org/officeDocument/2006/relationships/image" Target="../media/image1165.png"/><Relationship Id="rId91" Type="http://schemas.openxmlformats.org/officeDocument/2006/relationships/customXml" Target="../ink/ink4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4.png"/><Relationship Id="rId15" Type="http://schemas.openxmlformats.org/officeDocument/2006/relationships/customXml" Target="../ink/ink375.xml"/><Relationship Id="rId23" Type="http://schemas.openxmlformats.org/officeDocument/2006/relationships/customXml" Target="../ink/ink379.xml"/><Relationship Id="rId28" Type="http://schemas.openxmlformats.org/officeDocument/2006/relationships/image" Target="../media/image1135.png"/><Relationship Id="rId36" Type="http://schemas.openxmlformats.org/officeDocument/2006/relationships/image" Target="../media/image1139.png"/><Relationship Id="rId49" Type="http://schemas.openxmlformats.org/officeDocument/2006/relationships/customXml" Target="../ink/ink392.xml"/><Relationship Id="rId57" Type="http://schemas.openxmlformats.org/officeDocument/2006/relationships/customXml" Target="../ink/ink396.xml"/><Relationship Id="rId10" Type="http://schemas.openxmlformats.org/officeDocument/2006/relationships/image" Target="../media/image1126.png"/><Relationship Id="rId31" Type="http://schemas.openxmlformats.org/officeDocument/2006/relationships/customXml" Target="../ink/ink383.xml"/><Relationship Id="rId44" Type="http://schemas.openxmlformats.org/officeDocument/2006/relationships/image" Target="../media/image1143.png"/><Relationship Id="rId52" Type="http://schemas.openxmlformats.org/officeDocument/2006/relationships/image" Target="../media/image1147.png"/><Relationship Id="rId60" Type="http://schemas.openxmlformats.org/officeDocument/2006/relationships/image" Target="../media/image1151.png"/><Relationship Id="rId65" Type="http://schemas.openxmlformats.org/officeDocument/2006/relationships/customXml" Target="../ink/ink400.xml"/><Relationship Id="rId73" Type="http://schemas.openxmlformats.org/officeDocument/2006/relationships/customXml" Target="../ink/ink404.xml"/><Relationship Id="rId78" Type="http://schemas.openxmlformats.org/officeDocument/2006/relationships/image" Target="../media/image1160.png"/><Relationship Id="rId81" Type="http://schemas.openxmlformats.org/officeDocument/2006/relationships/customXml" Target="../ink/ink408.xml"/><Relationship Id="rId86" Type="http://schemas.openxmlformats.org/officeDocument/2006/relationships/image" Target="../media/image1164.png"/><Relationship Id="rId4" Type="http://schemas.openxmlformats.org/officeDocument/2006/relationships/image" Target="../media/image1123.png"/><Relationship Id="rId9" Type="http://schemas.openxmlformats.org/officeDocument/2006/relationships/customXml" Target="../ink/ink372.xml"/><Relationship Id="rId13" Type="http://schemas.openxmlformats.org/officeDocument/2006/relationships/customXml" Target="../ink/ink374.xml"/><Relationship Id="rId18" Type="http://schemas.openxmlformats.org/officeDocument/2006/relationships/image" Target="../media/image1130.png"/><Relationship Id="rId39" Type="http://schemas.openxmlformats.org/officeDocument/2006/relationships/customXml" Target="../ink/ink387.xml"/><Relationship Id="rId34" Type="http://schemas.openxmlformats.org/officeDocument/2006/relationships/image" Target="../media/image1138.png"/><Relationship Id="rId50" Type="http://schemas.openxmlformats.org/officeDocument/2006/relationships/image" Target="../media/image1146.png"/><Relationship Id="rId55" Type="http://schemas.openxmlformats.org/officeDocument/2006/relationships/customXml" Target="../ink/ink395.xml"/><Relationship Id="rId76" Type="http://schemas.openxmlformats.org/officeDocument/2006/relationships/image" Target="../media/image1159.png"/><Relationship Id="rId7" Type="http://schemas.openxmlformats.org/officeDocument/2006/relationships/customXml" Target="../ink/ink371.xml"/><Relationship Id="rId71" Type="http://schemas.openxmlformats.org/officeDocument/2006/relationships/customXml" Target="../ink/ink403.xml"/><Relationship Id="rId92" Type="http://schemas.openxmlformats.org/officeDocument/2006/relationships/image" Target="../media/image1167.png"/><Relationship Id="rId2" Type="http://schemas.openxmlformats.org/officeDocument/2006/relationships/image" Target="../media/image8.png"/><Relationship Id="rId29" Type="http://schemas.openxmlformats.org/officeDocument/2006/relationships/customXml" Target="../ink/ink382.xml"/><Relationship Id="rId24" Type="http://schemas.openxmlformats.org/officeDocument/2006/relationships/image" Target="../media/image1133.png"/><Relationship Id="rId40" Type="http://schemas.openxmlformats.org/officeDocument/2006/relationships/image" Target="../media/image1141.png"/><Relationship Id="rId45" Type="http://schemas.openxmlformats.org/officeDocument/2006/relationships/customXml" Target="../ink/ink390.xml"/><Relationship Id="rId66" Type="http://schemas.openxmlformats.org/officeDocument/2006/relationships/image" Target="../media/image1154.png"/><Relationship Id="rId87" Type="http://schemas.openxmlformats.org/officeDocument/2006/relationships/customXml" Target="../ink/ink411.xml"/><Relationship Id="rId61" Type="http://schemas.openxmlformats.org/officeDocument/2006/relationships/customXml" Target="../ink/ink398.xml"/><Relationship Id="rId82" Type="http://schemas.openxmlformats.org/officeDocument/2006/relationships/image" Target="../media/image1162.png"/><Relationship Id="rId19" Type="http://schemas.openxmlformats.org/officeDocument/2006/relationships/customXml" Target="../ink/ink37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26.xml"/><Relationship Id="rId21" Type="http://schemas.openxmlformats.org/officeDocument/2006/relationships/image" Target="../media/image12.png"/><Relationship Id="rId42" Type="http://schemas.openxmlformats.org/officeDocument/2006/relationships/customXml" Target="../ink/ink434.xml"/><Relationship Id="rId47" Type="http://schemas.openxmlformats.org/officeDocument/2006/relationships/image" Target="../media/image25.png"/><Relationship Id="rId63" Type="http://schemas.openxmlformats.org/officeDocument/2006/relationships/image" Target="../media/image33.png"/><Relationship Id="rId68" Type="http://schemas.openxmlformats.org/officeDocument/2006/relationships/customXml" Target="../ink/ink447.xml"/><Relationship Id="rId84" Type="http://schemas.openxmlformats.org/officeDocument/2006/relationships/customXml" Target="../ink/ink455.xml"/><Relationship Id="rId16" Type="http://schemas.openxmlformats.org/officeDocument/2006/relationships/customXml" Target="../ink/ink421.xml"/><Relationship Id="rId11" Type="http://schemas.openxmlformats.org/officeDocument/2006/relationships/image" Target="../media/image7100.png"/><Relationship Id="rId32" Type="http://schemas.openxmlformats.org/officeDocument/2006/relationships/customXml" Target="../ink/ink429.xml"/><Relationship Id="rId37" Type="http://schemas.openxmlformats.org/officeDocument/2006/relationships/image" Target="../media/image20.png"/><Relationship Id="rId53" Type="http://schemas.openxmlformats.org/officeDocument/2006/relationships/image" Target="../media/image28.png"/><Relationship Id="rId58" Type="http://schemas.openxmlformats.org/officeDocument/2006/relationships/customXml" Target="../ink/ink442.xml"/><Relationship Id="rId74" Type="http://schemas.openxmlformats.org/officeDocument/2006/relationships/customXml" Target="../ink/ink450.xml"/><Relationship Id="rId79" Type="http://schemas.openxmlformats.org/officeDocument/2006/relationships/image" Target="../media/image41.png"/><Relationship Id="rId5" Type="http://schemas.openxmlformats.org/officeDocument/2006/relationships/image" Target="../media/image47.png"/><Relationship Id="rId19" Type="http://schemas.openxmlformats.org/officeDocument/2006/relationships/image" Target="../media/image11100.png"/><Relationship Id="rId14" Type="http://schemas.openxmlformats.org/officeDocument/2006/relationships/customXml" Target="../ink/ink420.xml"/><Relationship Id="rId22" Type="http://schemas.openxmlformats.org/officeDocument/2006/relationships/customXml" Target="../ink/ink424.xml"/><Relationship Id="rId27" Type="http://schemas.openxmlformats.org/officeDocument/2006/relationships/image" Target="../media/image15.png"/><Relationship Id="rId30" Type="http://schemas.openxmlformats.org/officeDocument/2006/relationships/customXml" Target="../ink/ink428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437.xml"/><Relationship Id="rId56" Type="http://schemas.openxmlformats.org/officeDocument/2006/relationships/customXml" Target="../ink/ink441.xml"/><Relationship Id="rId64" Type="http://schemas.openxmlformats.org/officeDocument/2006/relationships/customXml" Target="../ink/ink445.xml"/><Relationship Id="rId69" Type="http://schemas.openxmlformats.org/officeDocument/2006/relationships/image" Target="../media/image36.png"/><Relationship Id="rId77" Type="http://schemas.openxmlformats.org/officeDocument/2006/relationships/image" Target="../media/image40.png"/><Relationship Id="rId8" Type="http://schemas.openxmlformats.org/officeDocument/2006/relationships/customXml" Target="../ink/ink417.xml"/><Relationship Id="rId51" Type="http://schemas.openxmlformats.org/officeDocument/2006/relationships/image" Target="../media/image27.png"/><Relationship Id="rId72" Type="http://schemas.openxmlformats.org/officeDocument/2006/relationships/customXml" Target="../ink/ink449.xml"/><Relationship Id="rId80" Type="http://schemas.openxmlformats.org/officeDocument/2006/relationships/customXml" Target="../ink/ink453.xml"/><Relationship Id="rId85" Type="http://schemas.openxmlformats.org/officeDocument/2006/relationships/image" Target="../media/image44.png"/><Relationship Id="rId3" Type="http://schemas.openxmlformats.org/officeDocument/2006/relationships/image" Target="../media/image3100.png"/><Relationship Id="rId12" Type="http://schemas.openxmlformats.org/officeDocument/2006/relationships/customXml" Target="../ink/ink419.xml"/><Relationship Id="rId17" Type="http://schemas.openxmlformats.org/officeDocument/2006/relationships/image" Target="../media/image1010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432.xml"/><Relationship Id="rId46" Type="http://schemas.openxmlformats.org/officeDocument/2006/relationships/customXml" Target="../ink/ink436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423.xml"/><Relationship Id="rId41" Type="http://schemas.openxmlformats.org/officeDocument/2006/relationships/image" Target="../media/image22.png"/><Relationship Id="rId54" Type="http://schemas.openxmlformats.org/officeDocument/2006/relationships/customXml" Target="../ink/ink440.xml"/><Relationship Id="rId62" Type="http://schemas.openxmlformats.org/officeDocument/2006/relationships/customXml" Target="../ink/ink444.xml"/><Relationship Id="rId70" Type="http://schemas.openxmlformats.org/officeDocument/2006/relationships/customXml" Target="../ink/ink448.xml"/><Relationship Id="rId75" Type="http://schemas.openxmlformats.org/officeDocument/2006/relationships/image" Target="../media/image39.png"/><Relationship Id="rId83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6.xml"/><Relationship Id="rId15" Type="http://schemas.openxmlformats.org/officeDocument/2006/relationships/image" Target="../media/image9100.png"/><Relationship Id="rId23" Type="http://schemas.openxmlformats.org/officeDocument/2006/relationships/image" Target="../media/image13.png"/><Relationship Id="rId28" Type="http://schemas.openxmlformats.org/officeDocument/2006/relationships/customXml" Target="../ink/ink427.xml"/><Relationship Id="rId36" Type="http://schemas.openxmlformats.org/officeDocument/2006/relationships/customXml" Target="../ink/ink431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customXml" Target="../ink/ink418.xml"/><Relationship Id="rId31" Type="http://schemas.openxmlformats.org/officeDocument/2006/relationships/image" Target="../media/image17.png"/><Relationship Id="rId44" Type="http://schemas.openxmlformats.org/officeDocument/2006/relationships/customXml" Target="../ink/ink435.xml"/><Relationship Id="rId52" Type="http://schemas.openxmlformats.org/officeDocument/2006/relationships/customXml" Target="../ink/ink439.xml"/><Relationship Id="rId60" Type="http://schemas.openxmlformats.org/officeDocument/2006/relationships/customXml" Target="../ink/ink443.xml"/><Relationship Id="rId65" Type="http://schemas.openxmlformats.org/officeDocument/2006/relationships/image" Target="../media/image34.png"/><Relationship Id="rId73" Type="http://schemas.openxmlformats.org/officeDocument/2006/relationships/image" Target="../media/image38.png"/><Relationship Id="rId78" Type="http://schemas.openxmlformats.org/officeDocument/2006/relationships/customXml" Target="../ink/ink452.xml"/><Relationship Id="rId81" Type="http://schemas.openxmlformats.org/officeDocument/2006/relationships/image" Target="../media/image42.png"/><Relationship Id="rId4" Type="http://schemas.openxmlformats.org/officeDocument/2006/relationships/customXml" Target="../ink/ink415.xml"/><Relationship Id="rId9" Type="http://schemas.openxmlformats.org/officeDocument/2006/relationships/image" Target="../media/image6100.png"/><Relationship Id="rId13" Type="http://schemas.openxmlformats.org/officeDocument/2006/relationships/image" Target="../media/image8100.png"/><Relationship Id="rId18" Type="http://schemas.openxmlformats.org/officeDocument/2006/relationships/customXml" Target="../ink/ink422.xml"/><Relationship Id="rId39" Type="http://schemas.openxmlformats.org/officeDocument/2006/relationships/image" Target="../media/image21.png"/><Relationship Id="rId34" Type="http://schemas.openxmlformats.org/officeDocument/2006/relationships/customXml" Target="../ink/ink430.xml"/><Relationship Id="rId50" Type="http://schemas.openxmlformats.org/officeDocument/2006/relationships/customXml" Target="../ink/ink438.xml"/><Relationship Id="rId55" Type="http://schemas.openxmlformats.org/officeDocument/2006/relationships/image" Target="../media/image29.png"/><Relationship Id="rId76" Type="http://schemas.openxmlformats.org/officeDocument/2006/relationships/customXml" Target="../ink/ink451.xml"/><Relationship Id="rId7" Type="http://schemas.openxmlformats.org/officeDocument/2006/relationships/image" Target="../media/image5100.png"/><Relationship Id="rId71" Type="http://schemas.openxmlformats.org/officeDocument/2006/relationships/image" Target="../media/image37.png"/><Relationship Id="rId2" Type="http://schemas.openxmlformats.org/officeDocument/2006/relationships/customXml" Target="../ink/ink414.xml"/><Relationship Id="rId29" Type="http://schemas.openxmlformats.org/officeDocument/2006/relationships/image" Target="../media/image16.png"/><Relationship Id="rId24" Type="http://schemas.openxmlformats.org/officeDocument/2006/relationships/customXml" Target="../ink/ink425.xml"/><Relationship Id="rId40" Type="http://schemas.openxmlformats.org/officeDocument/2006/relationships/customXml" Target="../ink/ink433.xml"/><Relationship Id="rId45" Type="http://schemas.openxmlformats.org/officeDocument/2006/relationships/image" Target="../media/image24.png"/><Relationship Id="rId66" Type="http://schemas.openxmlformats.org/officeDocument/2006/relationships/customXml" Target="../ink/ink446.xml"/><Relationship Id="rId61" Type="http://schemas.openxmlformats.org/officeDocument/2006/relationships/image" Target="../media/image32.png"/><Relationship Id="rId82" Type="http://schemas.openxmlformats.org/officeDocument/2006/relationships/customXml" Target="../ink/ink45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9.png"/><Relationship Id="rId117" Type="http://schemas.openxmlformats.org/officeDocument/2006/relationships/customXml" Target="../ink/ink513.xml"/><Relationship Id="rId21" Type="http://schemas.openxmlformats.org/officeDocument/2006/relationships/customXml" Target="../ink/ink465.xml"/><Relationship Id="rId42" Type="http://schemas.openxmlformats.org/officeDocument/2006/relationships/image" Target="../media/image67.png"/><Relationship Id="rId47" Type="http://schemas.openxmlformats.org/officeDocument/2006/relationships/customXml" Target="../ink/ink478.xml"/><Relationship Id="rId63" Type="http://schemas.openxmlformats.org/officeDocument/2006/relationships/customXml" Target="../ink/ink486.xml"/><Relationship Id="rId68" Type="http://schemas.openxmlformats.org/officeDocument/2006/relationships/image" Target="../media/image80.png"/><Relationship Id="rId84" Type="http://schemas.openxmlformats.org/officeDocument/2006/relationships/image" Target="../media/image88.png"/><Relationship Id="rId89" Type="http://schemas.openxmlformats.org/officeDocument/2006/relationships/customXml" Target="../ink/ink499.xml"/><Relationship Id="rId112" Type="http://schemas.openxmlformats.org/officeDocument/2006/relationships/image" Target="../media/image102.png"/><Relationship Id="rId16" Type="http://schemas.openxmlformats.org/officeDocument/2006/relationships/image" Target="../media/image54.png"/><Relationship Id="rId107" Type="http://schemas.openxmlformats.org/officeDocument/2006/relationships/customXml" Target="../ink/ink508.xml"/><Relationship Id="rId11" Type="http://schemas.openxmlformats.org/officeDocument/2006/relationships/customXml" Target="../ink/ink460.xml"/><Relationship Id="rId32" Type="http://schemas.openxmlformats.org/officeDocument/2006/relationships/image" Target="../media/image62.png"/><Relationship Id="rId37" Type="http://schemas.openxmlformats.org/officeDocument/2006/relationships/customXml" Target="../ink/ink473.xml"/><Relationship Id="rId53" Type="http://schemas.openxmlformats.org/officeDocument/2006/relationships/customXml" Target="../ink/ink481.xml"/><Relationship Id="rId58" Type="http://schemas.openxmlformats.org/officeDocument/2006/relationships/image" Target="../media/image75.png"/><Relationship Id="rId74" Type="http://schemas.openxmlformats.org/officeDocument/2006/relationships/image" Target="../media/image83.png"/><Relationship Id="rId79" Type="http://schemas.openxmlformats.org/officeDocument/2006/relationships/customXml" Target="../ink/ink494.xml"/><Relationship Id="rId102" Type="http://schemas.openxmlformats.org/officeDocument/2006/relationships/image" Target="../media/image97.png"/><Relationship Id="rId123" Type="http://schemas.openxmlformats.org/officeDocument/2006/relationships/customXml" Target="../ink/ink516.xml"/><Relationship Id="rId5" Type="http://schemas.openxmlformats.org/officeDocument/2006/relationships/customXml" Target="../ink/ink457.xml"/><Relationship Id="rId90" Type="http://schemas.openxmlformats.org/officeDocument/2006/relationships/image" Target="../media/image91.png"/><Relationship Id="rId95" Type="http://schemas.openxmlformats.org/officeDocument/2006/relationships/customXml" Target="../ink/ink502.xml"/><Relationship Id="rId22" Type="http://schemas.openxmlformats.org/officeDocument/2006/relationships/image" Target="../media/image57.png"/><Relationship Id="rId27" Type="http://schemas.openxmlformats.org/officeDocument/2006/relationships/customXml" Target="../ink/ink468.xml"/><Relationship Id="rId43" Type="http://schemas.openxmlformats.org/officeDocument/2006/relationships/customXml" Target="../ink/ink476.xml"/><Relationship Id="rId48" Type="http://schemas.openxmlformats.org/officeDocument/2006/relationships/image" Target="../media/image70.png"/><Relationship Id="rId64" Type="http://schemas.openxmlformats.org/officeDocument/2006/relationships/image" Target="../media/image78.png"/><Relationship Id="rId69" Type="http://schemas.openxmlformats.org/officeDocument/2006/relationships/customXml" Target="../ink/ink489.xml"/><Relationship Id="rId113" Type="http://schemas.openxmlformats.org/officeDocument/2006/relationships/customXml" Target="../ink/ink511.xml"/><Relationship Id="rId118" Type="http://schemas.openxmlformats.org/officeDocument/2006/relationships/image" Target="../media/image105.png"/><Relationship Id="rId80" Type="http://schemas.openxmlformats.org/officeDocument/2006/relationships/image" Target="../media/image86.png"/><Relationship Id="rId85" Type="http://schemas.openxmlformats.org/officeDocument/2006/relationships/customXml" Target="../ink/ink497.xml"/><Relationship Id="rId12" Type="http://schemas.openxmlformats.org/officeDocument/2006/relationships/image" Target="../media/image52.png"/><Relationship Id="rId17" Type="http://schemas.openxmlformats.org/officeDocument/2006/relationships/customXml" Target="../ink/ink463.xml"/><Relationship Id="rId33" Type="http://schemas.openxmlformats.org/officeDocument/2006/relationships/customXml" Target="../ink/ink471.xml"/><Relationship Id="rId38" Type="http://schemas.openxmlformats.org/officeDocument/2006/relationships/image" Target="../media/image65.png"/><Relationship Id="rId59" Type="http://schemas.openxmlformats.org/officeDocument/2006/relationships/customXml" Target="../ink/ink484.xml"/><Relationship Id="rId103" Type="http://schemas.openxmlformats.org/officeDocument/2006/relationships/customXml" Target="../ink/ink506.xml"/><Relationship Id="rId108" Type="http://schemas.openxmlformats.org/officeDocument/2006/relationships/image" Target="../media/image100.png"/><Relationship Id="rId124" Type="http://schemas.openxmlformats.org/officeDocument/2006/relationships/image" Target="../media/image108.png"/><Relationship Id="rId54" Type="http://schemas.openxmlformats.org/officeDocument/2006/relationships/image" Target="../media/image73.png"/><Relationship Id="rId70" Type="http://schemas.openxmlformats.org/officeDocument/2006/relationships/image" Target="../media/image81.png"/><Relationship Id="rId75" Type="http://schemas.openxmlformats.org/officeDocument/2006/relationships/customXml" Target="../ink/ink492.xml"/><Relationship Id="rId91" Type="http://schemas.openxmlformats.org/officeDocument/2006/relationships/customXml" Target="../ink/ink500.xml"/><Relationship Id="rId9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23" Type="http://schemas.openxmlformats.org/officeDocument/2006/relationships/customXml" Target="../ink/ink466.xml"/><Relationship Id="rId28" Type="http://schemas.openxmlformats.org/officeDocument/2006/relationships/image" Target="../media/image60.png"/><Relationship Id="rId49" Type="http://schemas.openxmlformats.org/officeDocument/2006/relationships/customXml" Target="../ink/ink479.xml"/><Relationship Id="rId114" Type="http://schemas.openxmlformats.org/officeDocument/2006/relationships/image" Target="../media/image103.png"/><Relationship Id="rId119" Type="http://schemas.openxmlformats.org/officeDocument/2006/relationships/customXml" Target="../ink/ink514.xml"/><Relationship Id="rId44" Type="http://schemas.openxmlformats.org/officeDocument/2006/relationships/image" Target="../media/image68.png"/><Relationship Id="rId60" Type="http://schemas.openxmlformats.org/officeDocument/2006/relationships/image" Target="../media/image76.png"/><Relationship Id="rId65" Type="http://schemas.openxmlformats.org/officeDocument/2006/relationships/customXml" Target="../ink/ink487.xml"/><Relationship Id="rId81" Type="http://schemas.openxmlformats.org/officeDocument/2006/relationships/customXml" Target="../ink/ink495.xml"/><Relationship Id="rId86" Type="http://schemas.openxmlformats.org/officeDocument/2006/relationships/image" Target="../media/image89.png"/><Relationship Id="rId4" Type="http://schemas.openxmlformats.org/officeDocument/2006/relationships/image" Target="../media/image48.png"/><Relationship Id="rId9" Type="http://schemas.openxmlformats.org/officeDocument/2006/relationships/customXml" Target="../ink/ink459.xml"/><Relationship Id="rId13" Type="http://schemas.openxmlformats.org/officeDocument/2006/relationships/customXml" Target="../ink/ink461.xml"/><Relationship Id="rId18" Type="http://schemas.openxmlformats.org/officeDocument/2006/relationships/image" Target="../media/image55.png"/><Relationship Id="rId39" Type="http://schemas.openxmlformats.org/officeDocument/2006/relationships/customXml" Target="../ink/ink474.xml"/><Relationship Id="rId109" Type="http://schemas.openxmlformats.org/officeDocument/2006/relationships/customXml" Target="../ink/ink509.xml"/><Relationship Id="rId34" Type="http://schemas.openxmlformats.org/officeDocument/2006/relationships/image" Target="../media/image63.png"/><Relationship Id="rId50" Type="http://schemas.openxmlformats.org/officeDocument/2006/relationships/image" Target="../media/image71.png"/><Relationship Id="rId55" Type="http://schemas.openxmlformats.org/officeDocument/2006/relationships/customXml" Target="../ink/ink482.xml"/><Relationship Id="rId76" Type="http://schemas.openxmlformats.org/officeDocument/2006/relationships/image" Target="../media/image84.png"/><Relationship Id="rId97" Type="http://schemas.openxmlformats.org/officeDocument/2006/relationships/customXml" Target="../ink/ink503.xml"/><Relationship Id="rId104" Type="http://schemas.openxmlformats.org/officeDocument/2006/relationships/image" Target="../media/image98.png"/><Relationship Id="rId120" Type="http://schemas.openxmlformats.org/officeDocument/2006/relationships/image" Target="../media/image106.png"/><Relationship Id="rId7" Type="http://schemas.openxmlformats.org/officeDocument/2006/relationships/customXml" Target="../ink/ink458.xml"/><Relationship Id="rId71" Type="http://schemas.openxmlformats.org/officeDocument/2006/relationships/customXml" Target="../ink/ink490.xml"/><Relationship Id="rId92" Type="http://schemas.openxmlformats.org/officeDocument/2006/relationships/image" Target="../media/image92.png"/><Relationship Id="rId2" Type="http://schemas.openxmlformats.org/officeDocument/2006/relationships/image" Target="../media/image47.emf"/><Relationship Id="rId29" Type="http://schemas.openxmlformats.org/officeDocument/2006/relationships/customXml" Target="../ink/ink469.xml"/><Relationship Id="rId24" Type="http://schemas.openxmlformats.org/officeDocument/2006/relationships/image" Target="../media/image58.png"/><Relationship Id="rId40" Type="http://schemas.openxmlformats.org/officeDocument/2006/relationships/image" Target="../media/image66.png"/><Relationship Id="rId45" Type="http://schemas.openxmlformats.org/officeDocument/2006/relationships/customXml" Target="../ink/ink477.xml"/><Relationship Id="rId66" Type="http://schemas.openxmlformats.org/officeDocument/2006/relationships/image" Target="../media/image79.png"/><Relationship Id="rId87" Type="http://schemas.openxmlformats.org/officeDocument/2006/relationships/customXml" Target="../ink/ink498.xml"/><Relationship Id="rId110" Type="http://schemas.openxmlformats.org/officeDocument/2006/relationships/image" Target="../media/image101.png"/><Relationship Id="rId115" Type="http://schemas.openxmlformats.org/officeDocument/2006/relationships/customXml" Target="../ink/ink512.xml"/><Relationship Id="rId61" Type="http://schemas.openxmlformats.org/officeDocument/2006/relationships/customXml" Target="../ink/ink485.xml"/><Relationship Id="rId82" Type="http://schemas.openxmlformats.org/officeDocument/2006/relationships/image" Target="../media/image87.png"/><Relationship Id="rId19" Type="http://schemas.openxmlformats.org/officeDocument/2006/relationships/customXml" Target="../ink/ink464.xml"/><Relationship Id="rId14" Type="http://schemas.openxmlformats.org/officeDocument/2006/relationships/image" Target="../media/image53.png"/><Relationship Id="rId30" Type="http://schemas.openxmlformats.org/officeDocument/2006/relationships/image" Target="../media/image61.png"/><Relationship Id="rId35" Type="http://schemas.openxmlformats.org/officeDocument/2006/relationships/customXml" Target="../ink/ink472.xml"/><Relationship Id="rId56" Type="http://schemas.openxmlformats.org/officeDocument/2006/relationships/image" Target="../media/image74.png"/><Relationship Id="rId77" Type="http://schemas.openxmlformats.org/officeDocument/2006/relationships/customXml" Target="../ink/ink493.xml"/><Relationship Id="rId100" Type="http://schemas.openxmlformats.org/officeDocument/2006/relationships/image" Target="../media/image96.png"/><Relationship Id="rId105" Type="http://schemas.openxmlformats.org/officeDocument/2006/relationships/customXml" Target="../ink/ink507.xml"/><Relationship Id="rId8" Type="http://schemas.openxmlformats.org/officeDocument/2006/relationships/image" Target="../media/image50.png"/><Relationship Id="rId51" Type="http://schemas.openxmlformats.org/officeDocument/2006/relationships/customXml" Target="../ink/ink480.xml"/><Relationship Id="rId72" Type="http://schemas.openxmlformats.org/officeDocument/2006/relationships/image" Target="../media/image82.png"/><Relationship Id="rId93" Type="http://schemas.openxmlformats.org/officeDocument/2006/relationships/customXml" Target="../ink/ink501.xml"/><Relationship Id="rId98" Type="http://schemas.openxmlformats.org/officeDocument/2006/relationships/image" Target="../media/image95.png"/><Relationship Id="rId121" Type="http://schemas.openxmlformats.org/officeDocument/2006/relationships/customXml" Target="../ink/ink515.xml"/><Relationship Id="rId3" Type="http://schemas.openxmlformats.org/officeDocument/2006/relationships/customXml" Target="../ink/ink456.xml"/><Relationship Id="rId25" Type="http://schemas.openxmlformats.org/officeDocument/2006/relationships/customXml" Target="../ink/ink467.xml"/><Relationship Id="rId46" Type="http://schemas.openxmlformats.org/officeDocument/2006/relationships/image" Target="../media/image69.png"/><Relationship Id="rId67" Type="http://schemas.openxmlformats.org/officeDocument/2006/relationships/customXml" Target="../ink/ink488.xml"/><Relationship Id="rId116" Type="http://schemas.openxmlformats.org/officeDocument/2006/relationships/image" Target="../media/image104.png"/><Relationship Id="rId20" Type="http://schemas.openxmlformats.org/officeDocument/2006/relationships/image" Target="../media/image56.png"/><Relationship Id="rId41" Type="http://schemas.openxmlformats.org/officeDocument/2006/relationships/customXml" Target="../ink/ink475.xml"/><Relationship Id="rId62" Type="http://schemas.openxmlformats.org/officeDocument/2006/relationships/image" Target="../media/image77.png"/><Relationship Id="rId83" Type="http://schemas.openxmlformats.org/officeDocument/2006/relationships/customXml" Target="../ink/ink496.xml"/><Relationship Id="rId88" Type="http://schemas.openxmlformats.org/officeDocument/2006/relationships/image" Target="../media/image90.png"/><Relationship Id="rId111" Type="http://schemas.openxmlformats.org/officeDocument/2006/relationships/customXml" Target="../ink/ink510.xml"/><Relationship Id="rId15" Type="http://schemas.openxmlformats.org/officeDocument/2006/relationships/customXml" Target="../ink/ink462.xml"/><Relationship Id="rId36" Type="http://schemas.openxmlformats.org/officeDocument/2006/relationships/image" Target="../media/image64.png"/><Relationship Id="rId57" Type="http://schemas.openxmlformats.org/officeDocument/2006/relationships/customXml" Target="../ink/ink483.xml"/><Relationship Id="rId106" Type="http://schemas.openxmlformats.org/officeDocument/2006/relationships/image" Target="../media/image99.png"/><Relationship Id="rId10" Type="http://schemas.openxmlformats.org/officeDocument/2006/relationships/image" Target="../media/image51.png"/><Relationship Id="rId31" Type="http://schemas.openxmlformats.org/officeDocument/2006/relationships/customXml" Target="../ink/ink470.xml"/><Relationship Id="rId52" Type="http://schemas.openxmlformats.org/officeDocument/2006/relationships/image" Target="../media/image72.png"/><Relationship Id="rId73" Type="http://schemas.openxmlformats.org/officeDocument/2006/relationships/customXml" Target="../ink/ink491.xml"/><Relationship Id="rId78" Type="http://schemas.openxmlformats.org/officeDocument/2006/relationships/image" Target="../media/image85.png"/><Relationship Id="rId94" Type="http://schemas.openxmlformats.org/officeDocument/2006/relationships/image" Target="../media/image93.png"/><Relationship Id="rId99" Type="http://schemas.openxmlformats.org/officeDocument/2006/relationships/customXml" Target="../ink/ink504.xml"/><Relationship Id="rId101" Type="http://schemas.openxmlformats.org/officeDocument/2006/relationships/customXml" Target="../ink/ink505.xml"/><Relationship Id="rId122" Type="http://schemas.openxmlformats.org/officeDocument/2006/relationships/image" Target="../media/image107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6.png"/><Relationship Id="rId299" Type="http://schemas.openxmlformats.org/officeDocument/2006/relationships/image" Target="../media/image257.png"/><Relationship Id="rId21" Type="http://schemas.openxmlformats.org/officeDocument/2006/relationships/image" Target="../media/image118.png"/><Relationship Id="rId63" Type="http://schemas.openxmlformats.org/officeDocument/2006/relationships/image" Target="../media/image139.png"/><Relationship Id="rId159" Type="http://schemas.openxmlformats.org/officeDocument/2006/relationships/image" Target="../media/image187.png"/><Relationship Id="rId324" Type="http://schemas.openxmlformats.org/officeDocument/2006/relationships/customXml" Target="../ink/ink678.xml"/><Relationship Id="rId366" Type="http://schemas.openxmlformats.org/officeDocument/2006/relationships/customXml" Target="../ink/ink699.xml"/><Relationship Id="rId170" Type="http://schemas.openxmlformats.org/officeDocument/2006/relationships/customXml" Target="../ink/ink601.xml"/><Relationship Id="rId226" Type="http://schemas.openxmlformats.org/officeDocument/2006/relationships/customXml" Target="../ink/ink629.xml"/><Relationship Id="rId268" Type="http://schemas.openxmlformats.org/officeDocument/2006/relationships/customXml" Target="../ink/ink650.xml"/><Relationship Id="rId32" Type="http://schemas.openxmlformats.org/officeDocument/2006/relationships/customXml" Target="../ink/ink532.xml"/><Relationship Id="rId74" Type="http://schemas.openxmlformats.org/officeDocument/2006/relationships/customXml" Target="../ink/ink553.xml"/><Relationship Id="rId128" Type="http://schemas.openxmlformats.org/officeDocument/2006/relationships/customXml" Target="../ink/ink580.xml"/><Relationship Id="rId335" Type="http://schemas.openxmlformats.org/officeDocument/2006/relationships/image" Target="../media/image275.png"/><Relationship Id="rId377" Type="http://schemas.openxmlformats.org/officeDocument/2006/relationships/image" Target="../media/image296.png"/><Relationship Id="rId5" Type="http://schemas.openxmlformats.org/officeDocument/2006/relationships/image" Target="../media/image110.png"/><Relationship Id="rId181" Type="http://schemas.openxmlformats.org/officeDocument/2006/relationships/image" Target="../media/image198.png"/><Relationship Id="rId237" Type="http://schemas.openxmlformats.org/officeDocument/2006/relationships/image" Target="../media/image226.png"/><Relationship Id="rId279" Type="http://schemas.openxmlformats.org/officeDocument/2006/relationships/image" Target="../media/image247.png"/><Relationship Id="rId43" Type="http://schemas.openxmlformats.org/officeDocument/2006/relationships/image" Target="../media/image129.png"/><Relationship Id="rId139" Type="http://schemas.openxmlformats.org/officeDocument/2006/relationships/image" Target="../media/image177.png"/><Relationship Id="rId290" Type="http://schemas.openxmlformats.org/officeDocument/2006/relationships/customXml" Target="../ink/ink661.xml"/><Relationship Id="rId304" Type="http://schemas.openxmlformats.org/officeDocument/2006/relationships/customXml" Target="../ink/ink668.xml"/><Relationship Id="rId346" Type="http://schemas.openxmlformats.org/officeDocument/2006/relationships/customXml" Target="../ink/ink689.xml"/><Relationship Id="rId85" Type="http://schemas.openxmlformats.org/officeDocument/2006/relationships/image" Target="../media/image150.png"/><Relationship Id="rId150" Type="http://schemas.openxmlformats.org/officeDocument/2006/relationships/customXml" Target="../ink/ink591.xml"/><Relationship Id="rId192" Type="http://schemas.openxmlformats.org/officeDocument/2006/relationships/customXml" Target="../ink/ink612.xml"/><Relationship Id="rId206" Type="http://schemas.openxmlformats.org/officeDocument/2006/relationships/customXml" Target="../ink/ink619.xml"/><Relationship Id="rId248" Type="http://schemas.openxmlformats.org/officeDocument/2006/relationships/customXml" Target="../ink/ink640.xml"/><Relationship Id="rId12" Type="http://schemas.openxmlformats.org/officeDocument/2006/relationships/customXml" Target="../ink/ink522.xml"/><Relationship Id="rId108" Type="http://schemas.openxmlformats.org/officeDocument/2006/relationships/customXml" Target="../ink/ink570.xml"/><Relationship Id="rId315" Type="http://schemas.openxmlformats.org/officeDocument/2006/relationships/image" Target="../media/image265.png"/><Relationship Id="rId357" Type="http://schemas.openxmlformats.org/officeDocument/2006/relationships/image" Target="../media/image286.png"/><Relationship Id="rId54" Type="http://schemas.openxmlformats.org/officeDocument/2006/relationships/customXml" Target="../ink/ink543.xml"/><Relationship Id="rId96" Type="http://schemas.openxmlformats.org/officeDocument/2006/relationships/customXml" Target="../ink/ink564.xml"/><Relationship Id="rId161" Type="http://schemas.openxmlformats.org/officeDocument/2006/relationships/image" Target="../media/image188.png"/><Relationship Id="rId217" Type="http://schemas.openxmlformats.org/officeDocument/2006/relationships/image" Target="../media/image216.png"/><Relationship Id="rId259" Type="http://schemas.openxmlformats.org/officeDocument/2006/relationships/image" Target="../media/image237.png"/><Relationship Id="rId23" Type="http://schemas.openxmlformats.org/officeDocument/2006/relationships/image" Target="../media/image119.png"/><Relationship Id="rId119" Type="http://schemas.openxmlformats.org/officeDocument/2006/relationships/image" Target="../media/image167.png"/><Relationship Id="rId270" Type="http://schemas.openxmlformats.org/officeDocument/2006/relationships/customXml" Target="../ink/ink651.xml"/><Relationship Id="rId326" Type="http://schemas.openxmlformats.org/officeDocument/2006/relationships/customXml" Target="../ink/ink679.xml"/><Relationship Id="rId65" Type="http://schemas.openxmlformats.org/officeDocument/2006/relationships/image" Target="../media/image140.png"/><Relationship Id="rId130" Type="http://schemas.openxmlformats.org/officeDocument/2006/relationships/customXml" Target="../ink/ink581.xml"/><Relationship Id="rId368" Type="http://schemas.openxmlformats.org/officeDocument/2006/relationships/customXml" Target="../ink/ink700.xml"/><Relationship Id="rId172" Type="http://schemas.openxmlformats.org/officeDocument/2006/relationships/customXml" Target="../ink/ink602.xml"/><Relationship Id="rId228" Type="http://schemas.openxmlformats.org/officeDocument/2006/relationships/customXml" Target="../ink/ink630.xml"/><Relationship Id="rId281" Type="http://schemas.openxmlformats.org/officeDocument/2006/relationships/image" Target="../media/image248.png"/><Relationship Id="rId337" Type="http://schemas.openxmlformats.org/officeDocument/2006/relationships/image" Target="../media/image276.png"/><Relationship Id="rId34" Type="http://schemas.openxmlformats.org/officeDocument/2006/relationships/customXml" Target="../ink/ink533.xml"/><Relationship Id="rId76" Type="http://schemas.openxmlformats.org/officeDocument/2006/relationships/customXml" Target="../ink/ink554.xml"/><Relationship Id="rId141" Type="http://schemas.openxmlformats.org/officeDocument/2006/relationships/image" Target="../media/image178.png"/><Relationship Id="rId379" Type="http://schemas.openxmlformats.org/officeDocument/2006/relationships/image" Target="../media/image297.png"/><Relationship Id="rId7" Type="http://schemas.openxmlformats.org/officeDocument/2006/relationships/image" Target="../media/image111.png"/><Relationship Id="rId183" Type="http://schemas.openxmlformats.org/officeDocument/2006/relationships/image" Target="../media/image199.png"/><Relationship Id="rId239" Type="http://schemas.openxmlformats.org/officeDocument/2006/relationships/image" Target="../media/image227.png"/><Relationship Id="rId250" Type="http://schemas.openxmlformats.org/officeDocument/2006/relationships/customXml" Target="../ink/ink641.xml"/><Relationship Id="rId292" Type="http://schemas.openxmlformats.org/officeDocument/2006/relationships/customXml" Target="../ink/ink662.xml"/><Relationship Id="rId306" Type="http://schemas.openxmlformats.org/officeDocument/2006/relationships/customXml" Target="../ink/ink669.xml"/><Relationship Id="rId45" Type="http://schemas.openxmlformats.org/officeDocument/2006/relationships/image" Target="../media/image130.png"/><Relationship Id="rId87" Type="http://schemas.openxmlformats.org/officeDocument/2006/relationships/image" Target="../media/image151.png"/><Relationship Id="rId110" Type="http://schemas.openxmlformats.org/officeDocument/2006/relationships/customXml" Target="../ink/ink571.xml"/><Relationship Id="rId348" Type="http://schemas.openxmlformats.org/officeDocument/2006/relationships/customXml" Target="../ink/ink690.xml"/><Relationship Id="rId152" Type="http://schemas.openxmlformats.org/officeDocument/2006/relationships/customXml" Target="../ink/ink592.xml"/><Relationship Id="rId194" Type="http://schemas.openxmlformats.org/officeDocument/2006/relationships/customXml" Target="../ink/ink613.xml"/><Relationship Id="rId208" Type="http://schemas.openxmlformats.org/officeDocument/2006/relationships/customXml" Target="../ink/ink620.xml"/><Relationship Id="rId261" Type="http://schemas.openxmlformats.org/officeDocument/2006/relationships/image" Target="../media/image238.png"/><Relationship Id="rId14" Type="http://schemas.openxmlformats.org/officeDocument/2006/relationships/customXml" Target="../ink/ink523.xml"/><Relationship Id="rId56" Type="http://schemas.openxmlformats.org/officeDocument/2006/relationships/customXml" Target="../ink/ink544.xml"/><Relationship Id="rId317" Type="http://schemas.openxmlformats.org/officeDocument/2006/relationships/image" Target="../media/image266.png"/><Relationship Id="rId359" Type="http://schemas.openxmlformats.org/officeDocument/2006/relationships/image" Target="../media/image287.png"/><Relationship Id="rId98" Type="http://schemas.openxmlformats.org/officeDocument/2006/relationships/customXml" Target="../ink/ink565.xml"/><Relationship Id="rId121" Type="http://schemas.openxmlformats.org/officeDocument/2006/relationships/image" Target="../media/image168.png"/><Relationship Id="rId163" Type="http://schemas.openxmlformats.org/officeDocument/2006/relationships/image" Target="../media/image189.png"/><Relationship Id="rId219" Type="http://schemas.openxmlformats.org/officeDocument/2006/relationships/image" Target="../media/image217.png"/><Relationship Id="rId370" Type="http://schemas.openxmlformats.org/officeDocument/2006/relationships/customXml" Target="../ink/ink701.xml"/><Relationship Id="rId230" Type="http://schemas.openxmlformats.org/officeDocument/2006/relationships/customXml" Target="../ink/ink631.xml"/><Relationship Id="rId25" Type="http://schemas.openxmlformats.org/officeDocument/2006/relationships/image" Target="../media/image120.png"/><Relationship Id="rId67" Type="http://schemas.openxmlformats.org/officeDocument/2006/relationships/image" Target="../media/image141.png"/><Relationship Id="rId272" Type="http://schemas.openxmlformats.org/officeDocument/2006/relationships/customXml" Target="../ink/ink652.xml"/><Relationship Id="rId328" Type="http://schemas.openxmlformats.org/officeDocument/2006/relationships/customXml" Target="../ink/ink680.xml"/><Relationship Id="rId132" Type="http://schemas.openxmlformats.org/officeDocument/2006/relationships/customXml" Target="../ink/ink582.xml"/><Relationship Id="rId174" Type="http://schemas.openxmlformats.org/officeDocument/2006/relationships/customXml" Target="../ink/ink603.xml"/><Relationship Id="rId241" Type="http://schemas.openxmlformats.org/officeDocument/2006/relationships/image" Target="../media/image228.png"/><Relationship Id="rId36" Type="http://schemas.openxmlformats.org/officeDocument/2006/relationships/customXml" Target="../ink/ink534.xml"/><Relationship Id="rId283" Type="http://schemas.openxmlformats.org/officeDocument/2006/relationships/image" Target="../media/image249.png"/><Relationship Id="rId339" Type="http://schemas.openxmlformats.org/officeDocument/2006/relationships/image" Target="../media/image277.png"/><Relationship Id="rId78" Type="http://schemas.openxmlformats.org/officeDocument/2006/relationships/customXml" Target="../ink/ink555.xml"/><Relationship Id="rId101" Type="http://schemas.openxmlformats.org/officeDocument/2006/relationships/image" Target="../media/image158.png"/><Relationship Id="rId143" Type="http://schemas.openxmlformats.org/officeDocument/2006/relationships/image" Target="../media/image179.png"/><Relationship Id="rId185" Type="http://schemas.openxmlformats.org/officeDocument/2006/relationships/image" Target="../media/image200.png"/><Relationship Id="rId350" Type="http://schemas.openxmlformats.org/officeDocument/2006/relationships/customXml" Target="../ink/ink691.xml"/><Relationship Id="rId9" Type="http://schemas.openxmlformats.org/officeDocument/2006/relationships/image" Target="../media/image112.png"/><Relationship Id="rId210" Type="http://schemas.openxmlformats.org/officeDocument/2006/relationships/customXml" Target="../ink/ink621.xml"/><Relationship Id="rId26" Type="http://schemas.openxmlformats.org/officeDocument/2006/relationships/customXml" Target="../ink/ink529.xml"/><Relationship Id="rId231" Type="http://schemas.openxmlformats.org/officeDocument/2006/relationships/image" Target="../media/image223.png"/><Relationship Id="rId252" Type="http://schemas.openxmlformats.org/officeDocument/2006/relationships/customXml" Target="../ink/ink642.xml"/><Relationship Id="rId273" Type="http://schemas.openxmlformats.org/officeDocument/2006/relationships/image" Target="../media/image244.png"/><Relationship Id="rId294" Type="http://schemas.openxmlformats.org/officeDocument/2006/relationships/customXml" Target="../ink/ink663.xml"/><Relationship Id="rId308" Type="http://schemas.openxmlformats.org/officeDocument/2006/relationships/customXml" Target="../ink/ink670.xml"/><Relationship Id="rId329" Type="http://schemas.openxmlformats.org/officeDocument/2006/relationships/image" Target="../media/image272.png"/><Relationship Id="rId47" Type="http://schemas.openxmlformats.org/officeDocument/2006/relationships/image" Target="../media/image131.png"/><Relationship Id="rId68" Type="http://schemas.openxmlformats.org/officeDocument/2006/relationships/customXml" Target="../ink/ink550.xml"/><Relationship Id="rId89" Type="http://schemas.openxmlformats.org/officeDocument/2006/relationships/image" Target="../media/image152.png"/><Relationship Id="rId112" Type="http://schemas.openxmlformats.org/officeDocument/2006/relationships/customXml" Target="../ink/ink572.xml"/><Relationship Id="rId133" Type="http://schemas.openxmlformats.org/officeDocument/2006/relationships/image" Target="../media/image174.png"/><Relationship Id="rId154" Type="http://schemas.openxmlformats.org/officeDocument/2006/relationships/customXml" Target="../ink/ink593.xml"/><Relationship Id="rId175" Type="http://schemas.openxmlformats.org/officeDocument/2006/relationships/image" Target="../media/image195.png"/><Relationship Id="rId340" Type="http://schemas.openxmlformats.org/officeDocument/2006/relationships/customXml" Target="../ink/ink686.xml"/><Relationship Id="rId361" Type="http://schemas.openxmlformats.org/officeDocument/2006/relationships/image" Target="../media/image288.png"/><Relationship Id="rId196" Type="http://schemas.openxmlformats.org/officeDocument/2006/relationships/customXml" Target="../ink/ink614.xml"/><Relationship Id="rId200" Type="http://schemas.openxmlformats.org/officeDocument/2006/relationships/customXml" Target="../ink/ink616.xml"/><Relationship Id="rId16" Type="http://schemas.openxmlformats.org/officeDocument/2006/relationships/customXml" Target="../ink/ink524.xml"/><Relationship Id="rId221" Type="http://schemas.openxmlformats.org/officeDocument/2006/relationships/image" Target="../media/image218.png"/><Relationship Id="rId242" Type="http://schemas.openxmlformats.org/officeDocument/2006/relationships/customXml" Target="../ink/ink637.xml"/><Relationship Id="rId263" Type="http://schemas.openxmlformats.org/officeDocument/2006/relationships/image" Target="../media/image239.png"/><Relationship Id="rId284" Type="http://schemas.openxmlformats.org/officeDocument/2006/relationships/customXml" Target="../ink/ink658.xml"/><Relationship Id="rId319" Type="http://schemas.openxmlformats.org/officeDocument/2006/relationships/image" Target="../media/image267.png"/><Relationship Id="rId37" Type="http://schemas.openxmlformats.org/officeDocument/2006/relationships/image" Target="../media/image126.png"/><Relationship Id="rId58" Type="http://schemas.openxmlformats.org/officeDocument/2006/relationships/customXml" Target="../ink/ink545.xml"/><Relationship Id="rId79" Type="http://schemas.openxmlformats.org/officeDocument/2006/relationships/image" Target="../media/image147.png"/><Relationship Id="rId102" Type="http://schemas.openxmlformats.org/officeDocument/2006/relationships/customXml" Target="../ink/ink567.xml"/><Relationship Id="rId123" Type="http://schemas.openxmlformats.org/officeDocument/2006/relationships/image" Target="../media/image169.png"/><Relationship Id="rId144" Type="http://schemas.openxmlformats.org/officeDocument/2006/relationships/customXml" Target="../ink/ink588.xml"/><Relationship Id="rId330" Type="http://schemas.openxmlformats.org/officeDocument/2006/relationships/customXml" Target="../ink/ink681.xml"/><Relationship Id="rId90" Type="http://schemas.openxmlformats.org/officeDocument/2006/relationships/customXml" Target="../ink/ink561.xml"/><Relationship Id="rId165" Type="http://schemas.openxmlformats.org/officeDocument/2006/relationships/image" Target="../media/image190.png"/><Relationship Id="rId186" Type="http://schemas.openxmlformats.org/officeDocument/2006/relationships/customXml" Target="../ink/ink609.xml"/><Relationship Id="rId351" Type="http://schemas.openxmlformats.org/officeDocument/2006/relationships/image" Target="../media/image283.png"/><Relationship Id="rId372" Type="http://schemas.openxmlformats.org/officeDocument/2006/relationships/customXml" Target="../ink/ink702.xml"/><Relationship Id="rId211" Type="http://schemas.openxmlformats.org/officeDocument/2006/relationships/image" Target="../media/image213.png"/><Relationship Id="rId232" Type="http://schemas.openxmlformats.org/officeDocument/2006/relationships/customXml" Target="../ink/ink632.xml"/><Relationship Id="rId253" Type="http://schemas.openxmlformats.org/officeDocument/2006/relationships/image" Target="../media/image234.png"/><Relationship Id="rId274" Type="http://schemas.openxmlformats.org/officeDocument/2006/relationships/customXml" Target="../ink/ink653.xml"/><Relationship Id="rId295" Type="http://schemas.openxmlformats.org/officeDocument/2006/relationships/image" Target="../media/image255.png"/><Relationship Id="rId309" Type="http://schemas.openxmlformats.org/officeDocument/2006/relationships/image" Target="../media/image262.png"/><Relationship Id="rId27" Type="http://schemas.openxmlformats.org/officeDocument/2006/relationships/image" Target="../media/image121.png"/><Relationship Id="rId48" Type="http://schemas.openxmlformats.org/officeDocument/2006/relationships/customXml" Target="../ink/ink540.xml"/><Relationship Id="rId69" Type="http://schemas.openxmlformats.org/officeDocument/2006/relationships/image" Target="../media/image142.png"/><Relationship Id="rId113" Type="http://schemas.openxmlformats.org/officeDocument/2006/relationships/image" Target="../media/image164.png"/><Relationship Id="rId134" Type="http://schemas.openxmlformats.org/officeDocument/2006/relationships/customXml" Target="../ink/ink583.xml"/><Relationship Id="rId320" Type="http://schemas.openxmlformats.org/officeDocument/2006/relationships/customXml" Target="../ink/ink676.xml"/><Relationship Id="rId80" Type="http://schemas.openxmlformats.org/officeDocument/2006/relationships/customXml" Target="../ink/ink556.xml"/><Relationship Id="rId155" Type="http://schemas.openxmlformats.org/officeDocument/2006/relationships/image" Target="../media/image185.png"/><Relationship Id="rId176" Type="http://schemas.openxmlformats.org/officeDocument/2006/relationships/customXml" Target="../ink/ink604.xml"/><Relationship Id="rId197" Type="http://schemas.openxmlformats.org/officeDocument/2006/relationships/image" Target="../media/image206.png"/><Relationship Id="rId341" Type="http://schemas.openxmlformats.org/officeDocument/2006/relationships/image" Target="../media/image278.png"/><Relationship Id="rId362" Type="http://schemas.openxmlformats.org/officeDocument/2006/relationships/customXml" Target="../ink/ink697.xml"/><Relationship Id="rId201" Type="http://schemas.openxmlformats.org/officeDocument/2006/relationships/image" Target="../media/image208.png"/><Relationship Id="rId222" Type="http://schemas.openxmlformats.org/officeDocument/2006/relationships/customXml" Target="../ink/ink627.xml"/><Relationship Id="rId243" Type="http://schemas.openxmlformats.org/officeDocument/2006/relationships/image" Target="../media/image229.png"/><Relationship Id="rId264" Type="http://schemas.openxmlformats.org/officeDocument/2006/relationships/customXml" Target="../ink/ink648.xml"/><Relationship Id="rId285" Type="http://schemas.openxmlformats.org/officeDocument/2006/relationships/image" Target="../media/image250.png"/><Relationship Id="rId17" Type="http://schemas.openxmlformats.org/officeDocument/2006/relationships/image" Target="../media/image116.png"/><Relationship Id="rId38" Type="http://schemas.openxmlformats.org/officeDocument/2006/relationships/customXml" Target="../ink/ink535.xml"/><Relationship Id="rId59" Type="http://schemas.openxmlformats.org/officeDocument/2006/relationships/image" Target="../media/image137.png"/><Relationship Id="rId103" Type="http://schemas.openxmlformats.org/officeDocument/2006/relationships/image" Target="../media/image159.png"/><Relationship Id="rId124" Type="http://schemas.openxmlformats.org/officeDocument/2006/relationships/customXml" Target="../ink/ink578.xml"/><Relationship Id="rId310" Type="http://schemas.openxmlformats.org/officeDocument/2006/relationships/customXml" Target="../ink/ink671.xml"/><Relationship Id="rId70" Type="http://schemas.openxmlformats.org/officeDocument/2006/relationships/customXml" Target="../ink/ink551.xml"/><Relationship Id="rId91" Type="http://schemas.openxmlformats.org/officeDocument/2006/relationships/image" Target="../media/image153.png"/><Relationship Id="rId145" Type="http://schemas.openxmlformats.org/officeDocument/2006/relationships/image" Target="../media/image180.png"/><Relationship Id="rId166" Type="http://schemas.openxmlformats.org/officeDocument/2006/relationships/customXml" Target="../ink/ink599.xml"/><Relationship Id="rId187" Type="http://schemas.openxmlformats.org/officeDocument/2006/relationships/image" Target="../media/image201.png"/><Relationship Id="rId331" Type="http://schemas.openxmlformats.org/officeDocument/2006/relationships/image" Target="../media/image273.png"/><Relationship Id="rId352" Type="http://schemas.openxmlformats.org/officeDocument/2006/relationships/customXml" Target="../ink/ink692.xml"/><Relationship Id="rId373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22.xml"/><Relationship Id="rId233" Type="http://schemas.openxmlformats.org/officeDocument/2006/relationships/image" Target="../media/image224.png"/><Relationship Id="rId254" Type="http://schemas.openxmlformats.org/officeDocument/2006/relationships/customXml" Target="../ink/ink643.xml"/><Relationship Id="rId28" Type="http://schemas.openxmlformats.org/officeDocument/2006/relationships/customXml" Target="../ink/ink530.xml"/><Relationship Id="rId49" Type="http://schemas.openxmlformats.org/officeDocument/2006/relationships/image" Target="../media/image132.png"/><Relationship Id="rId114" Type="http://schemas.openxmlformats.org/officeDocument/2006/relationships/customXml" Target="../ink/ink573.xml"/><Relationship Id="rId275" Type="http://schemas.openxmlformats.org/officeDocument/2006/relationships/image" Target="../media/image245.png"/><Relationship Id="rId296" Type="http://schemas.openxmlformats.org/officeDocument/2006/relationships/customXml" Target="../ink/ink664.xml"/><Relationship Id="rId300" Type="http://schemas.openxmlformats.org/officeDocument/2006/relationships/customXml" Target="../ink/ink666.xml"/><Relationship Id="rId60" Type="http://schemas.openxmlformats.org/officeDocument/2006/relationships/customXml" Target="../ink/ink546.xml"/><Relationship Id="rId81" Type="http://schemas.openxmlformats.org/officeDocument/2006/relationships/image" Target="../media/image148.png"/><Relationship Id="rId135" Type="http://schemas.openxmlformats.org/officeDocument/2006/relationships/image" Target="../media/image175.png"/><Relationship Id="rId156" Type="http://schemas.openxmlformats.org/officeDocument/2006/relationships/customXml" Target="../ink/ink594.xml"/><Relationship Id="rId177" Type="http://schemas.openxmlformats.org/officeDocument/2006/relationships/image" Target="../media/image196.png"/><Relationship Id="rId198" Type="http://schemas.openxmlformats.org/officeDocument/2006/relationships/customXml" Target="../ink/ink615.xml"/><Relationship Id="rId321" Type="http://schemas.openxmlformats.org/officeDocument/2006/relationships/image" Target="../media/image268.png"/><Relationship Id="rId342" Type="http://schemas.openxmlformats.org/officeDocument/2006/relationships/customXml" Target="../ink/ink687.xml"/><Relationship Id="rId363" Type="http://schemas.openxmlformats.org/officeDocument/2006/relationships/image" Target="../media/image289.png"/><Relationship Id="rId202" Type="http://schemas.openxmlformats.org/officeDocument/2006/relationships/customXml" Target="../ink/ink617.xml"/><Relationship Id="rId223" Type="http://schemas.openxmlformats.org/officeDocument/2006/relationships/image" Target="../media/image219.png"/><Relationship Id="rId244" Type="http://schemas.openxmlformats.org/officeDocument/2006/relationships/customXml" Target="../ink/ink638.xml"/><Relationship Id="rId18" Type="http://schemas.openxmlformats.org/officeDocument/2006/relationships/customXml" Target="../ink/ink525.xml"/><Relationship Id="rId39" Type="http://schemas.openxmlformats.org/officeDocument/2006/relationships/image" Target="../media/image127.png"/><Relationship Id="rId265" Type="http://schemas.openxmlformats.org/officeDocument/2006/relationships/image" Target="../media/image240.png"/><Relationship Id="rId286" Type="http://schemas.openxmlformats.org/officeDocument/2006/relationships/customXml" Target="../ink/ink659.xml"/><Relationship Id="rId50" Type="http://schemas.openxmlformats.org/officeDocument/2006/relationships/customXml" Target="../ink/ink541.xml"/><Relationship Id="rId104" Type="http://schemas.openxmlformats.org/officeDocument/2006/relationships/customXml" Target="../ink/ink568.xml"/><Relationship Id="rId125" Type="http://schemas.openxmlformats.org/officeDocument/2006/relationships/image" Target="../media/image170.png"/><Relationship Id="rId146" Type="http://schemas.openxmlformats.org/officeDocument/2006/relationships/customXml" Target="../ink/ink589.xml"/><Relationship Id="rId167" Type="http://schemas.openxmlformats.org/officeDocument/2006/relationships/image" Target="../media/image191.png"/><Relationship Id="rId188" Type="http://schemas.openxmlformats.org/officeDocument/2006/relationships/customXml" Target="../ink/ink610.xml"/><Relationship Id="rId311" Type="http://schemas.openxmlformats.org/officeDocument/2006/relationships/image" Target="../media/image263.png"/><Relationship Id="rId332" Type="http://schemas.openxmlformats.org/officeDocument/2006/relationships/customXml" Target="../ink/ink682.xml"/><Relationship Id="rId353" Type="http://schemas.openxmlformats.org/officeDocument/2006/relationships/image" Target="../media/image284.png"/><Relationship Id="rId374" Type="http://schemas.openxmlformats.org/officeDocument/2006/relationships/customXml" Target="../ink/ink703.xml"/><Relationship Id="rId71" Type="http://schemas.openxmlformats.org/officeDocument/2006/relationships/image" Target="../media/image143.png"/><Relationship Id="rId92" Type="http://schemas.openxmlformats.org/officeDocument/2006/relationships/customXml" Target="../ink/ink562.xml"/><Relationship Id="rId213" Type="http://schemas.openxmlformats.org/officeDocument/2006/relationships/image" Target="../media/image214.png"/><Relationship Id="rId234" Type="http://schemas.openxmlformats.org/officeDocument/2006/relationships/customXml" Target="../ink/ink633.xml"/><Relationship Id="rId2" Type="http://schemas.openxmlformats.org/officeDocument/2006/relationships/customXml" Target="../ink/ink517.xml"/><Relationship Id="rId29" Type="http://schemas.openxmlformats.org/officeDocument/2006/relationships/image" Target="../media/image122.png"/><Relationship Id="rId255" Type="http://schemas.openxmlformats.org/officeDocument/2006/relationships/image" Target="../media/image235.png"/><Relationship Id="rId276" Type="http://schemas.openxmlformats.org/officeDocument/2006/relationships/customXml" Target="../ink/ink654.xml"/><Relationship Id="rId297" Type="http://schemas.openxmlformats.org/officeDocument/2006/relationships/image" Target="../media/image256.png"/><Relationship Id="rId40" Type="http://schemas.openxmlformats.org/officeDocument/2006/relationships/customXml" Target="../ink/ink536.xml"/><Relationship Id="rId115" Type="http://schemas.openxmlformats.org/officeDocument/2006/relationships/image" Target="../media/image165.png"/><Relationship Id="rId136" Type="http://schemas.openxmlformats.org/officeDocument/2006/relationships/customXml" Target="../ink/ink584.xml"/><Relationship Id="rId157" Type="http://schemas.openxmlformats.org/officeDocument/2006/relationships/image" Target="../media/image186.png"/><Relationship Id="rId178" Type="http://schemas.openxmlformats.org/officeDocument/2006/relationships/customXml" Target="../ink/ink605.xml"/><Relationship Id="rId301" Type="http://schemas.openxmlformats.org/officeDocument/2006/relationships/image" Target="../media/image258.png"/><Relationship Id="rId322" Type="http://schemas.openxmlformats.org/officeDocument/2006/relationships/customXml" Target="../ink/ink677.xml"/><Relationship Id="rId343" Type="http://schemas.openxmlformats.org/officeDocument/2006/relationships/image" Target="../media/image279.png"/><Relationship Id="rId364" Type="http://schemas.openxmlformats.org/officeDocument/2006/relationships/customXml" Target="../ink/ink698.xml"/><Relationship Id="rId61" Type="http://schemas.openxmlformats.org/officeDocument/2006/relationships/image" Target="../media/image138.png"/><Relationship Id="rId82" Type="http://schemas.openxmlformats.org/officeDocument/2006/relationships/customXml" Target="../ink/ink557.xml"/><Relationship Id="rId199" Type="http://schemas.openxmlformats.org/officeDocument/2006/relationships/image" Target="../media/image207.png"/><Relationship Id="rId203" Type="http://schemas.openxmlformats.org/officeDocument/2006/relationships/image" Target="../media/image209.png"/><Relationship Id="rId19" Type="http://schemas.openxmlformats.org/officeDocument/2006/relationships/image" Target="../media/image117.png"/><Relationship Id="rId224" Type="http://schemas.openxmlformats.org/officeDocument/2006/relationships/customXml" Target="../ink/ink628.xml"/><Relationship Id="rId245" Type="http://schemas.openxmlformats.org/officeDocument/2006/relationships/image" Target="../media/image230.png"/><Relationship Id="rId266" Type="http://schemas.openxmlformats.org/officeDocument/2006/relationships/customXml" Target="../ink/ink649.xml"/><Relationship Id="rId287" Type="http://schemas.openxmlformats.org/officeDocument/2006/relationships/image" Target="../media/image251.png"/><Relationship Id="rId30" Type="http://schemas.openxmlformats.org/officeDocument/2006/relationships/customXml" Target="../ink/ink531.xml"/><Relationship Id="rId105" Type="http://schemas.openxmlformats.org/officeDocument/2006/relationships/image" Target="../media/image160.png"/><Relationship Id="rId126" Type="http://schemas.openxmlformats.org/officeDocument/2006/relationships/customXml" Target="../ink/ink579.xml"/><Relationship Id="rId147" Type="http://schemas.openxmlformats.org/officeDocument/2006/relationships/image" Target="../media/image181.png"/><Relationship Id="rId168" Type="http://schemas.openxmlformats.org/officeDocument/2006/relationships/customXml" Target="../ink/ink600.xml"/><Relationship Id="rId312" Type="http://schemas.openxmlformats.org/officeDocument/2006/relationships/customXml" Target="../ink/ink672.xml"/><Relationship Id="rId333" Type="http://schemas.openxmlformats.org/officeDocument/2006/relationships/image" Target="../media/image274.png"/><Relationship Id="rId354" Type="http://schemas.openxmlformats.org/officeDocument/2006/relationships/customXml" Target="../ink/ink693.xml"/><Relationship Id="rId51" Type="http://schemas.openxmlformats.org/officeDocument/2006/relationships/image" Target="../media/image133.png"/><Relationship Id="rId72" Type="http://schemas.openxmlformats.org/officeDocument/2006/relationships/customXml" Target="../ink/ink552.xml"/><Relationship Id="rId93" Type="http://schemas.openxmlformats.org/officeDocument/2006/relationships/image" Target="../media/image154.png"/><Relationship Id="rId189" Type="http://schemas.openxmlformats.org/officeDocument/2006/relationships/image" Target="../media/image202.png"/><Relationship Id="rId375" Type="http://schemas.openxmlformats.org/officeDocument/2006/relationships/image" Target="../media/image295.png"/><Relationship Id="rId3" Type="http://schemas.openxmlformats.org/officeDocument/2006/relationships/image" Target="../media/image109.png"/><Relationship Id="rId214" Type="http://schemas.openxmlformats.org/officeDocument/2006/relationships/customXml" Target="../ink/ink623.xml"/><Relationship Id="rId235" Type="http://schemas.openxmlformats.org/officeDocument/2006/relationships/image" Target="../media/image225.png"/><Relationship Id="rId256" Type="http://schemas.openxmlformats.org/officeDocument/2006/relationships/customXml" Target="../ink/ink644.xml"/><Relationship Id="rId277" Type="http://schemas.openxmlformats.org/officeDocument/2006/relationships/image" Target="../media/image246.png"/><Relationship Id="rId298" Type="http://schemas.openxmlformats.org/officeDocument/2006/relationships/customXml" Target="../ink/ink665.xml"/><Relationship Id="rId116" Type="http://schemas.openxmlformats.org/officeDocument/2006/relationships/customXml" Target="../ink/ink574.xml"/><Relationship Id="rId137" Type="http://schemas.openxmlformats.org/officeDocument/2006/relationships/image" Target="../media/image176.png"/><Relationship Id="rId158" Type="http://schemas.openxmlformats.org/officeDocument/2006/relationships/customXml" Target="../ink/ink595.xml"/><Relationship Id="rId302" Type="http://schemas.openxmlformats.org/officeDocument/2006/relationships/customXml" Target="../ink/ink667.xml"/><Relationship Id="rId323" Type="http://schemas.openxmlformats.org/officeDocument/2006/relationships/image" Target="../media/image269.png"/><Relationship Id="rId344" Type="http://schemas.openxmlformats.org/officeDocument/2006/relationships/customXml" Target="../ink/ink688.xml"/><Relationship Id="rId20" Type="http://schemas.openxmlformats.org/officeDocument/2006/relationships/customXml" Target="../ink/ink526.xml"/><Relationship Id="rId41" Type="http://schemas.openxmlformats.org/officeDocument/2006/relationships/image" Target="../media/image128.png"/><Relationship Id="rId62" Type="http://schemas.openxmlformats.org/officeDocument/2006/relationships/customXml" Target="../ink/ink547.xml"/><Relationship Id="rId83" Type="http://schemas.openxmlformats.org/officeDocument/2006/relationships/image" Target="../media/image149.png"/><Relationship Id="rId179" Type="http://schemas.openxmlformats.org/officeDocument/2006/relationships/image" Target="../media/image197.png"/><Relationship Id="rId365" Type="http://schemas.openxmlformats.org/officeDocument/2006/relationships/image" Target="../media/image290.png"/><Relationship Id="rId190" Type="http://schemas.openxmlformats.org/officeDocument/2006/relationships/customXml" Target="../ink/ink611.xml"/><Relationship Id="rId204" Type="http://schemas.openxmlformats.org/officeDocument/2006/relationships/customXml" Target="../ink/ink618.xml"/><Relationship Id="rId225" Type="http://schemas.openxmlformats.org/officeDocument/2006/relationships/image" Target="../media/image220.png"/><Relationship Id="rId246" Type="http://schemas.openxmlformats.org/officeDocument/2006/relationships/customXml" Target="../ink/ink639.xml"/><Relationship Id="rId267" Type="http://schemas.openxmlformats.org/officeDocument/2006/relationships/image" Target="../media/image241.png"/><Relationship Id="rId288" Type="http://schemas.openxmlformats.org/officeDocument/2006/relationships/customXml" Target="../ink/ink660.xml"/><Relationship Id="rId106" Type="http://schemas.openxmlformats.org/officeDocument/2006/relationships/customXml" Target="../ink/ink569.xml"/><Relationship Id="rId127" Type="http://schemas.openxmlformats.org/officeDocument/2006/relationships/image" Target="../media/image171.png"/><Relationship Id="rId313" Type="http://schemas.openxmlformats.org/officeDocument/2006/relationships/image" Target="../media/image264.png"/><Relationship Id="rId10" Type="http://schemas.openxmlformats.org/officeDocument/2006/relationships/customXml" Target="../ink/ink521.xml"/><Relationship Id="rId31" Type="http://schemas.openxmlformats.org/officeDocument/2006/relationships/image" Target="../media/image123.png"/><Relationship Id="rId52" Type="http://schemas.openxmlformats.org/officeDocument/2006/relationships/customXml" Target="../ink/ink542.xml"/><Relationship Id="rId73" Type="http://schemas.openxmlformats.org/officeDocument/2006/relationships/image" Target="../media/image144.png"/><Relationship Id="rId94" Type="http://schemas.openxmlformats.org/officeDocument/2006/relationships/customXml" Target="../ink/ink563.xml"/><Relationship Id="rId148" Type="http://schemas.openxmlformats.org/officeDocument/2006/relationships/customXml" Target="../ink/ink590.xml"/><Relationship Id="rId169" Type="http://schemas.openxmlformats.org/officeDocument/2006/relationships/image" Target="../media/image192.png"/><Relationship Id="rId334" Type="http://schemas.openxmlformats.org/officeDocument/2006/relationships/customXml" Target="../ink/ink683.xml"/><Relationship Id="rId355" Type="http://schemas.openxmlformats.org/officeDocument/2006/relationships/image" Target="../media/image285.png"/><Relationship Id="rId376" Type="http://schemas.openxmlformats.org/officeDocument/2006/relationships/customXml" Target="../ink/ink704.xml"/><Relationship Id="rId4" Type="http://schemas.openxmlformats.org/officeDocument/2006/relationships/customXml" Target="../ink/ink518.xml"/><Relationship Id="rId180" Type="http://schemas.openxmlformats.org/officeDocument/2006/relationships/customXml" Target="../ink/ink606.xml"/><Relationship Id="rId215" Type="http://schemas.openxmlformats.org/officeDocument/2006/relationships/image" Target="../media/image215.png"/><Relationship Id="rId236" Type="http://schemas.openxmlformats.org/officeDocument/2006/relationships/customXml" Target="../ink/ink634.xml"/><Relationship Id="rId257" Type="http://schemas.openxmlformats.org/officeDocument/2006/relationships/image" Target="../media/image236.png"/><Relationship Id="rId278" Type="http://schemas.openxmlformats.org/officeDocument/2006/relationships/customXml" Target="../ink/ink655.xml"/><Relationship Id="rId303" Type="http://schemas.openxmlformats.org/officeDocument/2006/relationships/image" Target="../media/image259.png"/><Relationship Id="rId42" Type="http://schemas.openxmlformats.org/officeDocument/2006/relationships/customXml" Target="../ink/ink537.xml"/><Relationship Id="rId84" Type="http://schemas.openxmlformats.org/officeDocument/2006/relationships/customXml" Target="../ink/ink558.xml"/><Relationship Id="rId138" Type="http://schemas.openxmlformats.org/officeDocument/2006/relationships/customXml" Target="../ink/ink585.xml"/><Relationship Id="rId345" Type="http://schemas.openxmlformats.org/officeDocument/2006/relationships/image" Target="../media/image280.png"/><Relationship Id="rId191" Type="http://schemas.openxmlformats.org/officeDocument/2006/relationships/image" Target="../media/image203.png"/><Relationship Id="rId205" Type="http://schemas.openxmlformats.org/officeDocument/2006/relationships/image" Target="../media/image210.png"/><Relationship Id="rId247" Type="http://schemas.openxmlformats.org/officeDocument/2006/relationships/image" Target="../media/image231.png"/><Relationship Id="rId107" Type="http://schemas.openxmlformats.org/officeDocument/2006/relationships/image" Target="../media/image161.png"/><Relationship Id="rId289" Type="http://schemas.openxmlformats.org/officeDocument/2006/relationships/image" Target="../media/image252.png"/><Relationship Id="rId11" Type="http://schemas.openxmlformats.org/officeDocument/2006/relationships/image" Target="../media/image113.png"/><Relationship Id="rId53" Type="http://schemas.openxmlformats.org/officeDocument/2006/relationships/image" Target="../media/image134.png"/><Relationship Id="rId149" Type="http://schemas.openxmlformats.org/officeDocument/2006/relationships/image" Target="../media/image182.png"/><Relationship Id="rId314" Type="http://schemas.openxmlformats.org/officeDocument/2006/relationships/customXml" Target="../ink/ink673.xml"/><Relationship Id="rId356" Type="http://schemas.openxmlformats.org/officeDocument/2006/relationships/customXml" Target="../ink/ink694.xml"/><Relationship Id="rId95" Type="http://schemas.openxmlformats.org/officeDocument/2006/relationships/image" Target="../media/image155.png"/><Relationship Id="rId160" Type="http://schemas.openxmlformats.org/officeDocument/2006/relationships/customXml" Target="../ink/ink596.xml"/><Relationship Id="rId216" Type="http://schemas.openxmlformats.org/officeDocument/2006/relationships/customXml" Target="../ink/ink624.xml"/><Relationship Id="rId258" Type="http://schemas.openxmlformats.org/officeDocument/2006/relationships/customXml" Target="../ink/ink645.xml"/><Relationship Id="rId22" Type="http://schemas.openxmlformats.org/officeDocument/2006/relationships/customXml" Target="../ink/ink527.xml"/><Relationship Id="rId64" Type="http://schemas.openxmlformats.org/officeDocument/2006/relationships/customXml" Target="../ink/ink548.xml"/><Relationship Id="rId118" Type="http://schemas.openxmlformats.org/officeDocument/2006/relationships/customXml" Target="../ink/ink575.xml"/><Relationship Id="rId325" Type="http://schemas.openxmlformats.org/officeDocument/2006/relationships/image" Target="../media/image270.png"/><Relationship Id="rId367" Type="http://schemas.openxmlformats.org/officeDocument/2006/relationships/image" Target="../media/image291.png"/><Relationship Id="rId171" Type="http://schemas.openxmlformats.org/officeDocument/2006/relationships/image" Target="../media/image193.png"/><Relationship Id="rId227" Type="http://schemas.openxmlformats.org/officeDocument/2006/relationships/image" Target="../media/image221.png"/><Relationship Id="rId269" Type="http://schemas.openxmlformats.org/officeDocument/2006/relationships/image" Target="../media/image242.png"/><Relationship Id="rId33" Type="http://schemas.openxmlformats.org/officeDocument/2006/relationships/image" Target="../media/image124.png"/><Relationship Id="rId129" Type="http://schemas.openxmlformats.org/officeDocument/2006/relationships/image" Target="../media/image172.png"/><Relationship Id="rId280" Type="http://schemas.openxmlformats.org/officeDocument/2006/relationships/customXml" Target="../ink/ink656.xml"/><Relationship Id="rId336" Type="http://schemas.openxmlformats.org/officeDocument/2006/relationships/customXml" Target="../ink/ink684.xml"/><Relationship Id="rId75" Type="http://schemas.openxmlformats.org/officeDocument/2006/relationships/image" Target="../media/image145.png"/><Relationship Id="rId140" Type="http://schemas.openxmlformats.org/officeDocument/2006/relationships/customXml" Target="../ink/ink586.xml"/><Relationship Id="rId182" Type="http://schemas.openxmlformats.org/officeDocument/2006/relationships/customXml" Target="../ink/ink607.xml"/><Relationship Id="rId378" Type="http://schemas.openxmlformats.org/officeDocument/2006/relationships/customXml" Target="../ink/ink705.xml"/><Relationship Id="rId6" Type="http://schemas.openxmlformats.org/officeDocument/2006/relationships/customXml" Target="../ink/ink519.xml"/><Relationship Id="rId238" Type="http://schemas.openxmlformats.org/officeDocument/2006/relationships/customXml" Target="../ink/ink635.xml"/><Relationship Id="rId291" Type="http://schemas.openxmlformats.org/officeDocument/2006/relationships/image" Target="../media/image253.png"/><Relationship Id="rId305" Type="http://schemas.openxmlformats.org/officeDocument/2006/relationships/image" Target="../media/image260.png"/><Relationship Id="rId347" Type="http://schemas.openxmlformats.org/officeDocument/2006/relationships/image" Target="../media/image281.png"/><Relationship Id="rId44" Type="http://schemas.openxmlformats.org/officeDocument/2006/relationships/customXml" Target="../ink/ink538.xml"/><Relationship Id="rId86" Type="http://schemas.openxmlformats.org/officeDocument/2006/relationships/customXml" Target="../ink/ink559.xml"/><Relationship Id="rId151" Type="http://schemas.openxmlformats.org/officeDocument/2006/relationships/image" Target="../media/image183.png"/><Relationship Id="rId193" Type="http://schemas.openxmlformats.org/officeDocument/2006/relationships/image" Target="../media/image204.png"/><Relationship Id="rId207" Type="http://schemas.openxmlformats.org/officeDocument/2006/relationships/image" Target="../media/image211.png"/><Relationship Id="rId249" Type="http://schemas.openxmlformats.org/officeDocument/2006/relationships/image" Target="../media/image232.png"/><Relationship Id="rId13" Type="http://schemas.openxmlformats.org/officeDocument/2006/relationships/image" Target="../media/image114.png"/><Relationship Id="rId109" Type="http://schemas.openxmlformats.org/officeDocument/2006/relationships/image" Target="../media/image162.png"/><Relationship Id="rId260" Type="http://schemas.openxmlformats.org/officeDocument/2006/relationships/customXml" Target="../ink/ink646.xml"/><Relationship Id="rId316" Type="http://schemas.openxmlformats.org/officeDocument/2006/relationships/customXml" Target="../ink/ink674.xml"/><Relationship Id="rId55" Type="http://schemas.openxmlformats.org/officeDocument/2006/relationships/image" Target="../media/image135.png"/><Relationship Id="rId97" Type="http://schemas.openxmlformats.org/officeDocument/2006/relationships/image" Target="../media/image156.png"/><Relationship Id="rId120" Type="http://schemas.openxmlformats.org/officeDocument/2006/relationships/customXml" Target="../ink/ink576.xml"/><Relationship Id="rId358" Type="http://schemas.openxmlformats.org/officeDocument/2006/relationships/customXml" Target="../ink/ink695.xml"/><Relationship Id="rId162" Type="http://schemas.openxmlformats.org/officeDocument/2006/relationships/customXml" Target="../ink/ink597.xml"/><Relationship Id="rId218" Type="http://schemas.openxmlformats.org/officeDocument/2006/relationships/customXml" Target="../ink/ink625.xml"/><Relationship Id="rId271" Type="http://schemas.openxmlformats.org/officeDocument/2006/relationships/image" Target="../media/image243.png"/><Relationship Id="rId24" Type="http://schemas.openxmlformats.org/officeDocument/2006/relationships/customXml" Target="../ink/ink528.xml"/><Relationship Id="rId66" Type="http://schemas.openxmlformats.org/officeDocument/2006/relationships/customXml" Target="../ink/ink549.xml"/><Relationship Id="rId131" Type="http://schemas.openxmlformats.org/officeDocument/2006/relationships/image" Target="../media/image173.png"/><Relationship Id="rId327" Type="http://schemas.openxmlformats.org/officeDocument/2006/relationships/image" Target="../media/image271.png"/><Relationship Id="rId369" Type="http://schemas.openxmlformats.org/officeDocument/2006/relationships/image" Target="../media/image292.png"/><Relationship Id="rId173" Type="http://schemas.openxmlformats.org/officeDocument/2006/relationships/image" Target="../media/image194.png"/><Relationship Id="rId229" Type="http://schemas.openxmlformats.org/officeDocument/2006/relationships/image" Target="../media/image222.png"/><Relationship Id="rId240" Type="http://schemas.openxmlformats.org/officeDocument/2006/relationships/customXml" Target="../ink/ink636.xml"/><Relationship Id="rId35" Type="http://schemas.openxmlformats.org/officeDocument/2006/relationships/image" Target="../media/image125.png"/><Relationship Id="rId77" Type="http://schemas.openxmlformats.org/officeDocument/2006/relationships/image" Target="../media/image146.png"/><Relationship Id="rId100" Type="http://schemas.openxmlformats.org/officeDocument/2006/relationships/customXml" Target="../ink/ink566.xml"/><Relationship Id="rId282" Type="http://schemas.openxmlformats.org/officeDocument/2006/relationships/customXml" Target="../ink/ink657.xml"/><Relationship Id="rId338" Type="http://schemas.openxmlformats.org/officeDocument/2006/relationships/customXml" Target="../ink/ink685.xml"/><Relationship Id="rId8" Type="http://schemas.openxmlformats.org/officeDocument/2006/relationships/customXml" Target="../ink/ink520.xml"/><Relationship Id="rId142" Type="http://schemas.openxmlformats.org/officeDocument/2006/relationships/customXml" Target="../ink/ink587.xml"/><Relationship Id="rId184" Type="http://schemas.openxmlformats.org/officeDocument/2006/relationships/customXml" Target="../ink/ink608.xml"/><Relationship Id="rId251" Type="http://schemas.openxmlformats.org/officeDocument/2006/relationships/image" Target="../media/image233.png"/><Relationship Id="rId46" Type="http://schemas.openxmlformats.org/officeDocument/2006/relationships/customXml" Target="../ink/ink539.xml"/><Relationship Id="rId293" Type="http://schemas.openxmlformats.org/officeDocument/2006/relationships/image" Target="../media/image254.png"/><Relationship Id="rId307" Type="http://schemas.openxmlformats.org/officeDocument/2006/relationships/image" Target="../media/image261.png"/><Relationship Id="rId349" Type="http://schemas.openxmlformats.org/officeDocument/2006/relationships/image" Target="../media/image282.png"/><Relationship Id="rId88" Type="http://schemas.openxmlformats.org/officeDocument/2006/relationships/customXml" Target="../ink/ink560.xml"/><Relationship Id="rId111" Type="http://schemas.openxmlformats.org/officeDocument/2006/relationships/image" Target="../media/image163.png"/><Relationship Id="rId153" Type="http://schemas.openxmlformats.org/officeDocument/2006/relationships/image" Target="../media/image184.png"/><Relationship Id="rId195" Type="http://schemas.openxmlformats.org/officeDocument/2006/relationships/image" Target="../media/image205.png"/><Relationship Id="rId209" Type="http://schemas.openxmlformats.org/officeDocument/2006/relationships/image" Target="../media/image212.png"/><Relationship Id="rId360" Type="http://schemas.openxmlformats.org/officeDocument/2006/relationships/customXml" Target="../ink/ink696.xml"/><Relationship Id="rId220" Type="http://schemas.openxmlformats.org/officeDocument/2006/relationships/customXml" Target="../ink/ink626.xml"/><Relationship Id="rId15" Type="http://schemas.openxmlformats.org/officeDocument/2006/relationships/image" Target="../media/image115.png"/><Relationship Id="rId57" Type="http://schemas.openxmlformats.org/officeDocument/2006/relationships/image" Target="../media/image136.png"/><Relationship Id="rId262" Type="http://schemas.openxmlformats.org/officeDocument/2006/relationships/customXml" Target="../ink/ink647.xml"/><Relationship Id="rId318" Type="http://schemas.openxmlformats.org/officeDocument/2006/relationships/customXml" Target="../ink/ink675.xml"/><Relationship Id="rId99" Type="http://schemas.openxmlformats.org/officeDocument/2006/relationships/image" Target="../media/image157.png"/><Relationship Id="rId122" Type="http://schemas.openxmlformats.org/officeDocument/2006/relationships/customXml" Target="../ink/ink577.xml"/><Relationship Id="rId164" Type="http://schemas.openxmlformats.org/officeDocument/2006/relationships/customXml" Target="../ink/ink598.xml"/><Relationship Id="rId371" Type="http://schemas.openxmlformats.org/officeDocument/2006/relationships/image" Target="../media/image293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5.png"/><Relationship Id="rId299" Type="http://schemas.openxmlformats.org/officeDocument/2006/relationships/image" Target="../media/image446.png"/><Relationship Id="rId21" Type="http://schemas.openxmlformats.org/officeDocument/2006/relationships/image" Target="../media/image307.png"/><Relationship Id="rId63" Type="http://schemas.openxmlformats.org/officeDocument/2006/relationships/image" Target="../media/image328.png"/><Relationship Id="rId159" Type="http://schemas.openxmlformats.org/officeDocument/2006/relationships/image" Target="../media/image376.png"/><Relationship Id="rId170" Type="http://schemas.openxmlformats.org/officeDocument/2006/relationships/customXml" Target="../ink/ink790.xml"/><Relationship Id="rId226" Type="http://schemas.openxmlformats.org/officeDocument/2006/relationships/customXml" Target="../ink/ink818.xml"/><Relationship Id="rId268" Type="http://schemas.openxmlformats.org/officeDocument/2006/relationships/customXml" Target="../ink/ink839.xml"/><Relationship Id="rId32" Type="http://schemas.openxmlformats.org/officeDocument/2006/relationships/customXml" Target="../ink/ink721.xml"/><Relationship Id="rId74" Type="http://schemas.openxmlformats.org/officeDocument/2006/relationships/customXml" Target="../ink/ink742.xml"/><Relationship Id="rId128" Type="http://schemas.openxmlformats.org/officeDocument/2006/relationships/customXml" Target="../ink/ink769.xml"/><Relationship Id="rId5" Type="http://schemas.openxmlformats.org/officeDocument/2006/relationships/image" Target="../media/image299.png"/><Relationship Id="rId181" Type="http://schemas.openxmlformats.org/officeDocument/2006/relationships/image" Target="../media/image387.png"/><Relationship Id="rId237" Type="http://schemas.openxmlformats.org/officeDocument/2006/relationships/image" Target="../media/image415.png"/><Relationship Id="rId279" Type="http://schemas.openxmlformats.org/officeDocument/2006/relationships/image" Target="../media/image436.png"/><Relationship Id="rId43" Type="http://schemas.openxmlformats.org/officeDocument/2006/relationships/image" Target="../media/image318.png"/><Relationship Id="rId139" Type="http://schemas.openxmlformats.org/officeDocument/2006/relationships/image" Target="../media/image366.png"/><Relationship Id="rId290" Type="http://schemas.openxmlformats.org/officeDocument/2006/relationships/customXml" Target="../ink/ink850.xml"/><Relationship Id="rId304" Type="http://schemas.openxmlformats.org/officeDocument/2006/relationships/customXml" Target="../ink/ink857.xml"/><Relationship Id="rId85" Type="http://schemas.openxmlformats.org/officeDocument/2006/relationships/image" Target="../media/image339.png"/><Relationship Id="rId150" Type="http://schemas.openxmlformats.org/officeDocument/2006/relationships/customXml" Target="../ink/ink780.xml"/><Relationship Id="rId192" Type="http://schemas.openxmlformats.org/officeDocument/2006/relationships/customXml" Target="../ink/ink801.xml"/><Relationship Id="rId206" Type="http://schemas.openxmlformats.org/officeDocument/2006/relationships/customXml" Target="../ink/ink808.xml"/><Relationship Id="rId248" Type="http://schemas.openxmlformats.org/officeDocument/2006/relationships/customXml" Target="../ink/ink829.xml"/><Relationship Id="rId12" Type="http://schemas.openxmlformats.org/officeDocument/2006/relationships/customXml" Target="../ink/ink711.xml"/><Relationship Id="rId108" Type="http://schemas.openxmlformats.org/officeDocument/2006/relationships/customXml" Target="../ink/ink759.xml"/><Relationship Id="rId315" Type="http://schemas.openxmlformats.org/officeDocument/2006/relationships/image" Target="../media/image454.png"/><Relationship Id="rId54" Type="http://schemas.openxmlformats.org/officeDocument/2006/relationships/customXml" Target="../ink/ink732.xml"/><Relationship Id="rId96" Type="http://schemas.openxmlformats.org/officeDocument/2006/relationships/customXml" Target="../ink/ink753.xml"/><Relationship Id="rId161" Type="http://schemas.openxmlformats.org/officeDocument/2006/relationships/image" Target="../media/image377.png"/><Relationship Id="rId217" Type="http://schemas.openxmlformats.org/officeDocument/2006/relationships/image" Target="../media/image405.png"/><Relationship Id="rId259" Type="http://schemas.openxmlformats.org/officeDocument/2006/relationships/image" Target="../media/image426.png"/><Relationship Id="rId23" Type="http://schemas.openxmlformats.org/officeDocument/2006/relationships/image" Target="../media/image308.png"/><Relationship Id="rId119" Type="http://schemas.openxmlformats.org/officeDocument/2006/relationships/image" Target="../media/image356.png"/><Relationship Id="rId270" Type="http://schemas.openxmlformats.org/officeDocument/2006/relationships/customXml" Target="../ink/ink840.xml"/><Relationship Id="rId65" Type="http://schemas.openxmlformats.org/officeDocument/2006/relationships/image" Target="../media/image329.png"/><Relationship Id="rId130" Type="http://schemas.openxmlformats.org/officeDocument/2006/relationships/customXml" Target="../ink/ink770.xml"/><Relationship Id="rId172" Type="http://schemas.openxmlformats.org/officeDocument/2006/relationships/customXml" Target="../ink/ink791.xml"/><Relationship Id="rId193" Type="http://schemas.openxmlformats.org/officeDocument/2006/relationships/image" Target="../media/image393.png"/><Relationship Id="rId207" Type="http://schemas.openxmlformats.org/officeDocument/2006/relationships/image" Target="../media/image400.png"/><Relationship Id="rId228" Type="http://schemas.openxmlformats.org/officeDocument/2006/relationships/customXml" Target="../ink/ink819.xml"/><Relationship Id="rId249" Type="http://schemas.openxmlformats.org/officeDocument/2006/relationships/image" Target="../media/image421.png"/><Relationship Id="rId13" Type="http://schemas.openxmlformats.org/officeDocument/2006/relationships/image" Target="../media/image303.png"/><Relationship Id="rId109" Type="http://schemas.openxmlformats.org/officeDocument/2006/relationships/image" Target="../media/image351.png"/><Relationship Id="rId260" Type="http://schemas.openxmlformats.org/officeDocument/2006/relationships/customXml" Target="../ink/ink835.xml"/><Relationship Id="rId281" Type="http://schemas.openxmlformats.org/officeDocument/2006/relationships/image" Target="../media/image437.png"/><Relationship Id="rId34" Type="http://schemas.openxmlformats.org/officeDocument/2006/relationships/customXml" Target="../ink/ink722.xml"/><Relationship Id="rId55" Type="http://schemas.openxmlformats.org/officeDocument/2006/relationships/image" Target="../media/image324.png"/><Relationship Id="rId76" Type="http://schemas.openxmlformats.org/officeDocument/2006/relationships/customXml" Target="../ink/ink743.xml"/><Relationship Id="rId97" Type="http://schemas.openxmlformats.org/officeDocument/2006/relationships/image" Target="../media/image345.png"/><Relationship Id="rId120" Type="http://schemas.openxmlformats.org/officeDocument/2006/relationships/customXml" Target="../ink/ink765.xml"/><Relationship Id="rId141" Type="http://schemas.openxmlformats.org/officeDocument/2006/relationships/image" Target="../media/image367.png"/><Relationship Id="rId7" Type="http://schemas.openxmlformats.org/officeDocument/2006/relationships/image" Target="../media/image300.png"/><Relationship Id="rId162" Type="http://schemas.openxmlformats.org/officeDocument/2006/relationships/customXml" Target="../ink/ink786.xml"/><Relationship Id="rId183" Type="http://schemas.openxmlformats.org/officeDocument/2006/relationships/image" Target="../media/image388.png"/><Relationship Id="rId218" Type="http://schemas.openxmlformats.org/officeDocument/2006/relationships/customXml" Target="../ink/ink814.xml"/><Relationship Id="rId239" Type="http://schemas.openxmlformats.org/officeDocument/2006/relationships/image" Target="../media/image416.png"/><Relationship Id="rId250" Type="http://schemas.openxmlformats.org/officeDocument/2006/relationships/customXml" Target="../ink/ink830.xml"/><Relationship Id="rId271" Type="http://schemas.openxmlformats.org/officeDocument/2006/relationships/image" Target="../media/image432.png"/><Relationship Id="rId292" Type="http://schemas.openxmlformats.org/officeDocument/2006/relationships/customXml" Target="../ink/ink851.xml"/><Relationship Id="rId306" Type="http://schemas.openxmlformats.org/officeDocument/2006/relationships/customXml" Target="../ink/ink858.xml"/><Relationship Id="rId24" Type="http://schemas.openxmlformats.org/officeDocument/2006/relationships/customXml" Target="../ink/ink717.xml"/><Relationship Id="rId45" Type="http://schemas.openxmlformats.org/officeDocument/2006/relationships/image" Target="../media/image319.png"/><Relationship Id="rId66" Type="http://schemas.openxmlformats.org/officeDocument/2006/relationships/customXml" Target="../ink/ink738.xml"/><Relationship Id="rId87" Type="http://schemas.openxmlformats.org/officeDocument/2006/relationships/image" Target="../media/image340.png"/><Relationship Id="rId110" Type="http://schemas.openxmlformats.org/officeDocument/2006/relationships/customXml" Target="../ink/ink760.xml"/><Relationship Id="rId131" Type="http://schemas.openxmlformats.org/officeDocument/2006/relationships/image" Target="../media/image362.png"/><Relationship Id="rId152" Type="http://schemas.openxmlformats.org/officeDocument/2006/relationships/customXml" Target="../ink/ink781.xml"/><Relationship Id="rId173" Type="http://schemas.openxmlformats.org/officeDocument/2006/relationships/image" Target="../media/image383.png"/><Relationship Id="rId194" Type="http://schemas.openxmlformats.org/officeDocument/2006/relationships/customXml" Target="../ink/ink802.xml"/><Relationship Id="rId208" Type="http://schemas.openxmlformats.org/officeDocument/2006/relationships/customXml" Target="../ink/ink809.xml"/><Relationship Id="rId229" Type="http://schemas.openxmlformats.org/officeDocument/2006/relationships/image" Target="../media/image411.png"/><Relationship Id="rId240" Type="http://schemas.openxmlformats.org/officeDocument/2006/relationships/customXml" Target="../ink/ink825.xml"/><Relationship Id="rId261" Type="http://schemas.openxmlformats.org/officeDocument/2006/relationships/image" Target="../media/image427.png"/><Relationship Id="rId14" Type="http://schemas.openxmlformats.org/officeDocument/2006/relationships/customXml" Target="../ink/ink712.xml"/><Relationship Id="rId35" Type="http://schemas.openxmlformats.org/officeDocument/2006/relationships/image" Target="../media/image314.png"/><Relationship Id="rId56" Type="http://schemas.openxmlformats.org/officeDocument/2006/relationships/customXml" Target="../ink/ink733.xml"/><Relationship Id="rId77" Type="http://schemas.openxmlformats.org/officeDocument/2006/relationships/image" Target="../media/image335.png"/><Relationship Id="rId100" Type="http://schemas.openxmlformats.org/officeDocument/2006/relationships/customXml" Target="../ink/ink755.xml"/><Relationship Id="rId282" Type="http://schemas.openxmlformats.org/officeDocument/2006/relationships/customXml" Target="../ink/ink846.xml"/><Relationship Id="rId8" Type="http://schemas.openxmlformats.org/officeDocument/2006/relationships/customXml" Target="../ink/ink709.xml"/><Relationship Id="rId98" Type="http://schemas.openxmlformats.org/officeDocument/2006/relationships/customXml" Target="../ink/ink754.xml"/><Relationship Id="rId121" Type="http://schemas.openxmlformats.org/officeDocument/2006/relationships/image" Target="../media/image357.png"/><Relationship Id="rId142" Type="http://schemas.openxmlformats.org/officeDocument/2006/relationships/customXml" Target="../ink/ink776.xml"/><Relationship Id="rId163" Type="http://schemas.openxmlformats.org/officeDocument/2006/relationships/image" Target="../media/image378.png"/><Relationship Id="rId184" Type="http://schemas.openxmlformats.org/officeDocument/2006/relationships/customXml" Target="../ink/ink797.xml"/><Relationship Id="rId219" Type="http://schemas.openxmlformats.org/officeDocument/2006/relationships/image" Target="../media/image406.png"/><Relationship Id="rId230" Type="http://schemas.openxmlformats.org/officeDocument/2006/relationships/customXml" Target="../ink/ink820.xml"/><Relationship Id="rId251" Type="http://schemas.openxmlformats.org/officeDocument/2006/relationships/image" Target="../media/image422.png"/><Relationship Id="rId25" Type="http://schemas.openxmlformats.org/officeDocument/2006/relationships/image" Target="../media/image309.png"/><Relationship Id="rId46" Type="http://schemas.openxmlformats.org/officeDocument/2006/relationships/customXml" Target="../ink/ink728.xml"/><Relationship Id="rId67" Type="http://schemas.openxmlformats.org/officeDocument/2006/relationships/image" Target="../media/image330.png"/><Relationship Id="rId272" Type="http://schemas.openxmlformats.org/officeDocument/2006/relationships/customXml" Target="../ink/ink841.xml"/><Relationship Id="rId293" Type="http://schemas.openxmlformats.org/officeDocument/2006/relationships/image" Target="../media/image443.png"/><Relationship Id="rId307" Type="http://schemas.openxmlformats.org/officeDocument/2006/relationships/image" Target="../media/image450.png"/><Relationship Id="rId88" Type="http://schemas.openxmlformats.org/officeDocument/2006/relationships/customXml" Target="../ink/ink749.xml"/><Relationship Id="rId111" Type="http://schemas.openxmlformats.org/officeDocument/2006/relationships/image" Target="../media/image352.png"/><Relationship Id="rId132" Type="http://schemas.openxmlformats.org/officeDocument/2006/relationships/customXml" Target="../ink/ink771.xml"/><Relationship Id="rId153" Type="http://schemas.openxmlformats.org/officeDocument/2006/relationships/image" Target="../media/image373.png"/><Relationship Id="rId174" Type="http://schemas.openxmlformats.org/officeDocument/2006/relationships/customXml" Target="../ink/ink792.xml"/><Relationship Id="rId195" Type="http://schemas.openxmlformats.org/officeDocument/2006/relationships/image" Target="../media/image394.png"/><Relationship Id="rId209" Type="http://schemas.openxmlformats.org/officeDocument/2006/relationships/image" Target="../media/image401.png"/><Relationship Id="rId220" Type="http://schemas.openxmlformats.org/officeDocument/2006/relationships/customXml" Target="../ink/ink815.xml"/><Relationship Id="rId241" Type="http://schemas.openxmlformats.org/officeDocument/2006/relationships/image" Target="../media/image417.png"/><Relationship Id="rId15" Type="http://schemas.openxmlformats.org/officeDocument/2006/relationships/image" Target="../media/image304.png"/><Relationship Id="rId36" Type="http://schemas.openxmlformats.org/officeDocument/2006/relationships/customXml" Target="../ink/ink723.xml"/><Relationship Id="rId57" Type="http://schemas.openxmlformats.org/officeDocument/2006/relationships/image" Target="../media/image325.png"/><Relationship Id="rId262" Type="http://schemas.openxmlformats.org/officeDocument/2006/relationships/customXml" Target="../ink/ink836.xml"/><Relationship Id="rId283" Type="http://schemas.openxmlformats.org/officeDocument/2006/relationships/image" Target="../media/image438.png"/><Relationship Id="rId78" Type="http://schemas.openxmlformats.org/officeDocument/2006/relationships/customXml" Target="../ink/ink744.xml"/><Relationship Id="rId99" Type="http://schemas.openxmlformats.org/officeDocument/2006/relationships/image" Target="../media/image346.png"/><Relationship Id="rId101" Type="http://schemas.openxmlformats.org/officeDocument/2006/relationships/image" Target="../media/image347.png"/><Relationship Id="rId122" Type="http://schemas.openxmlformats.org/officeDocument/2006/relationships/customXml" Target="../ink/ink766.xml"/><Relationship Id="rId143" Type="http://schemas.openxmlformats.org/officeDocument/2006/relationships/image" Target="../media/image368.png"/><Relationship Id="rId164" Type="http://schemas.openxmlformats.org/officeDocument/2006/relationships/customXml" Target="../ink/ink787.xml"/><Relationship Id="rId185" Type="http://schemas.openxmlformats.org/officeDocument/2006/relationships/image" Target="../media/image389.png"/><Relationship Id="rId9" Type="http://schemas.openxmlformats.org/officeDocument/2006/relationships/image" Target="../media/image301.png"/><Relationship Id="rId210" Type="http://schemas.openxmlformats.org/officeDocument/2006/relationships/customXml" Target="../ink/ink810.xml"/><Relationship Id="rId26" Type="http://schemas.openxmlformats.org/officeDocument/2006/relationships/customXml" Target="../ink/ink718.xml"/><Relationship Id="rId231" Type="http://schemas.openxmlformats.org/officeDocument/2006/relationships/image" Target="../media/image412.png"/><Relationship Id="rId252" Type="http://schemas.openxmlformats.org/officeDocument/2006/relationships/customXml" Target="../ink/ink831.xml"/><Relationship Id="rId273" Type="http://schemas.openxmlformats.org/officeDocument/2006/relationships/image" Target="../media/image433.png"/><Relationship Id="rId294" Type="http://schemas.openxmlformats.org/officeDocument/2006/relationships/customXml" Target="../ink/ink852.xml"/><Relationship Id="rId308" Type="http://schemas.openxmlformats.org/officeDocument/2006/relationships/customXml" Target="../ink/ink859.xml"/><Relationship Id="rId47" Type="http://schemas.openxmlformats.org/officeDocument/2006/relationships/image" Target="../media/image320.png"/><Relationship Id="rId68" Type="http://schemas.openxmlformats.org/officeDocument/2006/relationships/customXml" Target="../ink/ink739.xml"/><Relationship Id="rId89" Type="http://schemas.openxmlformats.org/officeDocument/2006/relationships/image" Target="../media/image341.png"/><Relationship Id="rId112" Type="http://schemas.openxmlformats.org/officeDocument/2006/relationships/customXml" Target="../ink/ink761.xml"/><Relationship Id="rId133" Type="http://schemas.openxmlformats.org/officeDocument/2006/relationships/image" Target="../media/image363.png"/><Relationship Id="rId154" Type="http://schemas.openxmlformats.org/officeDocument/2006/relationships/customXml" Target="../ink/ink782.xml"/><Relationship Id="rId175" Type="http://schemas.openxmlformats.org/officeDocument/2006/relationships/image" Target="../media/image384.png"/><Relationship Id="rId196" Type="http://schemas.openxmlformats.org/officeDocument/2006/relationships/customXml" Target="../ink/ink803.xml"/><Relationship Id="rId200" Type="http://schemas.openxmlformats.org/officeDocument/2006/relationships/customXml" Target="../ink/ink805.xml"/><Relationship Id="rId16" Type="http://schemas.openxmlformats.org/officeDocument/2006/relationships/customXml" Target="../ink/ink713.xml"/><Relationship Id="rId221" Type="http://schemas.openxmlformats.org/officeDocument/2006/relationships/image" Target="../media/image407.png"/><Relationship Id="rId242" Type="http://schemas.openxmlformats.org/officeDocument/2006/relationships/customXml" Target="../ink/ink826.xml"/><Relationship Id="rId263" Type="http://schemas.openxmlformats.org/officeDocument/2006/relationships/image" Target="../media/image428.png"/><Relationship Id="rId284" Type="http://schemas.openxmlformats.org/officeDocument/2006/relationships/customXml" Target="../ink/ink847.xml"/><Relationship Id="rId37" Type="http://schemas.openxmlformats.org/officeDocument/2006/relationships/image" Target="../media/image315.png"/><Relationship Id="rId58" Type="http://schemas.openxmlformats.org/officeDocument/2006/relationships/customXml" Target="../ink/ink734.xml"/><Relationship Id="rId79" Type="http://schemas.openxmlformats.org/officeDocument/2006/relationships/image" Target="../media/image336.png"/><Relationship Id="rId102" Type="http://schemas.openxmlformats.org/officeDocument/2006/relationships/customXml" Target="../ink/ink756.xml"/><Relationship Id="rId123" Type="http://schemas.openxmlformats.org/officeDocument/2006/relationships/image" Target="../media/image358.png"/><Relationship Id="rId144" Type="http://schemas.openxmlformats.org/officeDocument/2006/relationships/customXml" Target="../ink/ink777.xml"/><Relationship Id="rId90" Type="http://schemas.openxmlformats.org/officeDocument/2006/relationships/customXml" Target="../ink/ink750.xml"/><Relationship Id="rId165" Type="http://schemas.openxmlformats.org/officeDocument/2006/relationships/image" Target="../media/image379.png"/><Relationship Id="rId186" Type="http://schemas.openxmlformats.org/officeDocument/2006/relationships/customXml" Target="../ink/ink798.xml"/><Relationship Id="rId211" Type="http://schemas.openxmlformats.org/officeDocument/2006/relationships/image" Target="../media/image402.png"/><Relationship Id="rId232" Type="http://schemas.openxmlformats.org/officeDocument/2006/relationships/customXml" Target="../ink/ink821.xml"/><Relationship Id="rId253" Type="http://schemas.openxmlformats.org/officeDocument/2006/relationships/image" Target="../media/image423.png"/><Relationship Id="rId274" Type="http://schemas.openxmlformats.org/officeDocument/2006/relationships/customXml" Target="../ink/ink842.xml"/><Relationship Id="rId295" Type="http://schemas.openxmlformats.org/officeDocument/2006/relationships/image" Target="../media/image444.png"/><Relationship Id="rId309" Type="http://schemas.openxmlformats.org/officeDocument/2006/relationships/image" Target="../media/image451.png"/><Relationship Id="rId27" Type="http://schemas.openxmlformats.org/officeDocument/2006/relationships/image" Target="../media/image310.png"/><Relationship Id="rId48" Type="http://schemas.openxmlformats.org/officeDocument/2006/relationships/customXml" Target="../ink/ink729.xml"/><Relationship Id="rId69" Type="http://schemas.openxmlformats.org/officeDocument/2006/relationships/image" Target="../media/image331.png"/><Relationship Id="rId113" Type="http://schemas.openxmlformats.org/officeDocument/2006/relationships/image" Target="../media/image353.png"/><Relationship Id="rId134" Type="http://schemas.openxmlformats.org/officeDocument/2006/relationships/customXml" Target="../ink/ink772.xml"/><Relationship Id="rId80" Type="http://schemas.openxmlformats.org/officeDocument/2006/relationships/customXml" Target="../ink/ink745.xml"/><Relationship Id="rId155" Type="http://schemas.openxmlformats.org/officeDocument/2006/relationships/image" Target="../media/image374.png"/><Relationship Id="rId176" Type="http://schemas.openxmlformats.org/officeDocument/2006/relationships/customXml" Target="../ink/ink793.xml"/><Relationship Id="rId197" Type="http://schemas.openxmlformats.org/officeDocument/2006/relationships/image" Target="../media/image395.png"/><Relationship Id="rId201" Type="http://schemas.openxmlformats.org/officeDocument/2006/relationships/image" Target="../media/image397.png"/><Relationship Id="rId222" Type="http://schemas.openxmlformats.org/officeDocument/2006/relationships/customXml" Target="../ink/ink816.xml"/><Relationship Id="rId243" Type="http://schemas.openxmlformats.org/officeDocument/2006/relationships/image" Target="../media/image418.png"/><Relationship Id="rId264" Type="http://schemas.openxmlformats.org/officeDocument/2006/relationships/customXml" Target="../ink/ink837.xml"/><Relationship Id="rId285" Type="http://schemas.openxmlformats.org/officeDocument/2006/relationships/image" Target="../media/image439.png"/><Relationship Id="rId17" Type="http://schemas.openxmlformats.org/officeDocument/2006/relationships/image" Target="../media/image305.png"/><Relationship Id="rId38" Type="http://schemas.openxmlformats.org/officeDocument/2006/relationships/customXml" Target="../ink/ink724.xml"/><Relationship Id="rId59" Type="http://schemas.openxmlformats.org/officeDocument/2006/relationships/image" Target="../media/image326.png"/><Relationship Id="rId103" Type="http://schemas.openxmlformats.org/officeDocument/2006/relationships/image" Target="../media/image348.png"/><Relationship Id="rId124" Type="http://schemas.openxmlformats.org/officeDocument/2006/relationships/customXml" Target="../ink/ink767.xml"/><Relationship Id="rId310" Type="http://schemas.openxmlformats.org/officeDocument/2006/relationships/customXml" Target="../ink/ink860.xml"/><Relationship Id="rId70" Type="http://schemas.openxmlformats.org/officeDocument/2006/relationships/customXml" Target="../ink/ink740.xml"/><Relationship Id="rId91" Type="http://schemas.openxmlformats.org/officeDocument/2006/relationships/image" Target="../media/image342.png"/><Relationship Id="rId145" Type="http://schemas.openxmlformats.org/officeDocument/2006/relationships/image" Target="../media/image369.png"/><Relationship Id="rId166" Type="http://schemas.openxmlformats.org/officeDocument/2006/relationships/customXml" Target="../ink/ink788.xml"/><Relationship Id="rId187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11.xml"/><Relationship Id="rId233" Type="http://schemas.openxmlformats.org/officeDocument/2006/relationships/image" Target="../media/image413.png"/><Relationship Id="rId254" Type="http://schemas.openxmlformats.org/officeDocument/2006/relationships/customXml" Target="../ink/ink832.xml"/><Relationship Id="rId28" Type="http://schemas.openxmlformats.org/officeDocument/2006/relationships/customXml" Target="../ink/ink719.xml"/><Relationship Id="rId49" Type="http://schemas.openxmlformats.org/officeDocument/2006/relationships/image" Target="../media/image321.png"/><Relationship Id="rId114" Type="http://schemas.openxmlformats.org/officeDocument/2006/relationships/customXml" Target="../ink/ink762.xml"/><Relationship Id="rId275" Type="http://schemas.openxmlformats.org/officeDocument/2006/relationships/image" Target="../media/image434.png"/><Relationship Id="rId296" Type="http://schemas.openxmlformats.org/officeDocument/2006/relationships/customXml" Target="../ink/ink853.xml"/><Relationship Id="rId300" Type="http://schemas.openxmlformats.org/officeDocument/2006/relationships/customXml" Target="../ink/ink855.xml"/><Relationship Id="rId60" Type="http://schemas.openxmlformats.org/officeDocument/2006/relationships/customXml" Target="../ink/ink735.xml"/><Relationship Id="rId81" Type="http://schemas.openxmlformats.org/officeDocument/2006/relationships/image" Target="../media/image337.png"/><Relationship Id="rId135" Type="http://schemas.openxmlformats.org/officeDocument/2006/relationships/image" Target="../media/image364.png"/><Relationship Id="rId156" Type="http://schemas.openxmlformats.org/officeDocument/2006/relationships/customXml" Target="../ink/ink783.xml"/><Relationship Id="rId177" Type="http://schemas.openxmlformats.org/officeDocument/2006/relationships/image" Target="../media/image385.png"/><Relationship Id="rId198" Type="http://schemas.openxmlformats.org/officeDocument/2006/relationships/customXml" Target="../ink/ink804.xml"/><Relationship Id="rId202" Type="http://schemas.openxmlformats.org/officeDocument/2006/relationships/customXml" Target="../ink/ink806.xml"/><Relationship Id="rId223" Type="http://schemas.openxmlformats.org/officeDocument/2006/relationships/image" Target="../media/image408.png"/><Relationship Id="rId244" Type="http://schemas.openxmlformats.org/officeDocument/2006/relationships/customXml" Target="../ink/ink827.xml"/><Relationship Id="rId18" Type="http://schemas.openxmlformats.org/officeDocument/2006/relationships/customXml" Target="../ink/ink714.xml"/><Relationship Id="rId39" Type="http://schemas.openxmlformats.org/officeDocument/2006/relationships/image" Target="../media/image316.png"/><Relationship Id="rId265" Type="http://schemas.openxmlformats.org/officeDocument/2006/relationships/image" Target="../media/image429.png"/><Relationship Id="rId286" Type="http://schemas.openxmlformats.org/officeDocument/2006/relationships/customXml" Target="../ink/ink848.xml"/><Relationship Id="rId50" Type="http://schemas.openxmlformats.org/officeDocument/2006/relationships/customXml" Target="../ink/ink730.xml"/><Relationship Id="rId104" Type="http://schemas.openxmlformats.org/officeDocument/2006/relationships/customXml" Target="../ink/ink757.xml"/><Relationship Id="rId125" Type="http://schemas.openxmlformats.org/officeDocument/2006/relationships/image" Target="../media/image359.png"/><Relationship Id="rId146" Type="http://schemas.openxmlformats.org/officeDocument/2006/relationships/customXml" Target="../ink/ink778.xml"/><Relationship Id="rId167" Type="http://schemas.openxmlformats.org/officeDocument/2006/relationships/image" Target="../media/image380.png"/><Relationship Id="rId188" Type="http://schemas.openxmlformats.org/officeDocument/2006/relationships/customXml" Target="../ink/ink799.xml"/><Relationship Id="rId311" Type="http://schemas.openxmlformats.org/officeDocument/2006/relationships/image" Target="../media/image452.png"/><Relationship Id="rId71" Type="http://schemas.openxmlformats.org/officeDocument/2006/relationships/image" Target="../media/image332.png"/><Relationship Id="rId92" Type="http://schemas.openxmlformats.org/officeDocument/2006/relationships/customXml" Target="../ink/ink751.xml"/><Relationship Id="rId213" Type="http://schemas.openxmlformats.org/officeDocument/2006/relationships/image" Target="../media/image403.png"/><Relationship Id="rId234" Type="http://schemas.openxmlformats.org/officeDocument/2006/relationships/customXml" Target="../ink/ink822.xml"/><Relationship Id="rId2" Type="http://schemas.openxmlformats.org/officeDocument/2006/relationships/customXml" Target="../ink/ink706.xml"/><Relationship Id="rId29" Type="http://schemas.openxmlformats.org/officeDocument/2006/relationships/image" Target="../media/image311.png"/><Relationship Id="rId255" Type="http://schemas.openxmlformats.org/officeDocument/2006/relationships/image" Target="../media/image424.png"/><Relationship Id="rId276" Type="http://schemas.openxmlformats.org/officeDocument/2006/relationships/customXml" Target="../ink/ink843.xml"/><Relationship Id="rId297" Type="http://schemas.openxmlformats.org/officeDocument/2006/relationships/image" Target="../media/image445.png"/><Relationship Id="rId40" Type="http://schemas.openxmlformats.org/officeDocument/2006/relationships/customXml" Target="../ink/ink725.xml"/><Relationship Id="rId115" Type="http://schemas.openxmlformats.org/officeDocument/2006/relationships/image" Target="../media/image354.png"/><Relationship Id="rId136" Type="http://schemas.openxmlformats.org/officeDocument/2006/relationships/customXml" Target="../ink/ink773.xml"/><Relationship Id="rId157" Type="http://schemas.openxmlformats.org/officeDocument/2006/relationships/image" Target="../media/image375.png"/><Relationship Id="rId178" Type="http://schemas.openxmlformats.org/officeDocument/2006/relationships/customXml" Target="../ink/ink794.xml"/><Relationship Id="rId301" Type="http://schemas.openxmlformats.org/officeDocument/2006/relationships/image" Target="../media/image447.png"/><Relationship Id="rId61" Type="http://schemas.openxmlformats.org/officeDocument/2006/relationships/image" Target="../media/image327.png"/><Relationship Id="rId82" Type="http://schemas.openxmlformats.org/officeDocument/2006/relationships/customXml" Target="../ink/ink746.xml"/><Relationship Id="rId199" Type="http://schemas.openxmlformats.org/officeDocument/2006/relationships/image" Target="../media/image396.png"/><Relationship Id="rId203" Type="http://schemas.openxmlformats.org/officeDocument/2006/relationships/image" Target="../media/image398.png"/><Relationship Id="rId19" Type="http://schemas.openxmlformats.org/officeDocument/2006/relationships/image" Target="../media/image306.png"/><Relationship Id="rId224" Type="http://schemas.openxmlformats.org/officeDocument/2006/relationships/customXml" Target="../ink/ink817.xml"/><Relationship Id="rId245" Type="http://schemas.openxmlformats.org/officeDocument/2006/relationships/image" Target="../media/image419.png"/><Relationship Id="rId266" Type="http://schemas.openxmlformats.org/officeDocument/2006/relationships/customXml" Target="../ink/ink838.xml"/><Relationship Id="rId287" Type="http://schemas.openxmlformats.org/officeDocument/2006/relationships/image" Target="../media/image440.png"/><Relationship Id="rId30" Type="http://schemas.openxmlformats.org/officeDocument/2006/relationships/customXml" Target="../ink/ink720.xml"/><Relationship Id="rId105" Type="http://schemas.openxmlformats.org/officeDocument/2006/relationships/image" Target="../media/image349.png"/><Relationship Id="rId126" Type="http://schemas.openxmlformats.org/officeDocument/2006/relationships/customXml" Target="../ink/ink768.xml"/><Relationship Id="rId147" Type="http://schemas.openxmlformats.org/officeDocument/2006/relationships/image" Target="../media/image370.png"/><Relationship Id="rId168" Type="http://schemas.openxmlformats.org/officeDocument/2006/relationships/customXml" Target="../ink/ink789.xml"/><Relationship Id="rId312" Type="http://schemas.openxmlformats.org/officeDocument/2006/relationships/customXml" Target="../ink/ink861.xml"/><Relationship Id="rId51" Type="http://schemas.openxmlformats.org/officeDocument/2006/relationships/image" Target="../media/image322.png"/><Relationship Id="rId72" Type="http://schemas.openxmlformats.org/officeDocument/2006/relationships/customXml" Target="../ink/ink741.xml"/><Relationship Id="rId93" Type="http://schemas.openxmlformats.org/officeDocument/2006/relationships/image" Target="../media/image343.png"/><Relationship Id="rId189" Type="http://schemas.openxmlformats.org/officeDocument/2006/relationships/image" Target="../media/image391.png"/><Relationship Id="rId3" Type="http://schemas.openxmlformats.org/officeDocument/2006/relationships/image" Target="../media/image298.png"/><Relationship Id="rId214" Type="http://schemas.openxmlformats.org/officeDocument/2006/relationships/customXml" Target="../ink/ink812.xml"/><Relationship Id="rId235" Type="http://schemas.openxmlformats.org/officeDocument/2006/relationships/image" Target="../media/image414.png"/><Relationship Id="rId256" Type="http://schemas.openxmlformats.org/officeDocument/2006/relationships/customXml" Target="../ink/ink833.xml"/><Relationship Id="rId277" Type="http://schemas.openxmlformats.org/officeDocument/2006/relationships/image" Target="../media/image435.png"/><Relationship Id="rId298" Type="http://schemas.openxmlformats.org/officeDocument/2006/relationships/customXml" Target="../ink/ink854.xml"/><Relationship Id="rId116" Type="http://schemas.openxmlformats.org/officeDocument/2006/relationships/customXml" Target="../ink/ink763.xml"/><Relationship Id="rId137" Type="http://schemas.openxmlformats.org/officeDocument/2006/relationships/image" Target="../media/image365.png"/><Relationship Id="rId158" Type="http://schemas.openxmlformats.org/officeDocument/2006/relationships/customXml" Target="../ink/ink784.xml"/><Relationship Id="rId302" Type="http://schemas.openxmlformats.org/officeDocument/2006/relationships/customXml" Target="../ink/ink856.xml"/><Relationship Id="rId20" Type="http://schemas.openxmlformats.org/officeDocument/2006/relationships/customXml" Target="../ink/ink715.xml"/><Relationship Id="rId41" Type="http://schemas.openxmlformats.org/officeDocument/2006/relationships/image" Target="../media/image317.png"/><Relationship Id="rId62" Type="http://schemas.openxmlformats.org/officeDocument/2006/relationships/customXml" Target="../ink/ink736.xml"/><Relationship Id="rId83" Type="http://schemas.openxmlformats.org/officeDocument/2006/relationships/image" Target="../media/image338.png"/><Relationship Id="rId179" Type="http://schemas.openxmlformats.org/officeDocument/2006/relationships/image" Target="../media/image386.png"/><Relationship Id="rId190" Type="http://schemas.openxmlformats.org/officeDocument/2006/relationships/customXml" Target="../ink/ink800.xml"/><Relationship Id="rId204" Type="http://schemas.openxmlformats.org/officeDocument/2006/relationships/customXml" Target="../ink/ink807.xml"/><Relationship Id="rId225" Type="http://schemas.openxmlformats.org/officeDocument/2006/relationships/image" Target="../media/image409.png"/><Relationship Id="rId246" Type="http://schemas.openxmlformats.org/officeDocument/2006/relationships/customXml" Target="../ink/ink828.xml"/><Relationship Id="rId267" Type="http://schemas.openxmlformats.org/officeDocument/2006/relationships/image" Target="../media/image430.png"/><Relationship Id="rId288" Type="http://schemas.openxmlformats.org/officeDocument/2006/relationships/customXml" Target="../ink/ink849.xml"/><Relationship Id="rId106" Type="http://schemas.openxmlformats.org/officeDocument/2006/relationships/customXml" Target="../ink/ink758.xml"/><Relationship Id="rId127" Type="http://schemas.openxmlformats.org/officeDocument/2006/relationships/image" Target="../media/image360.png"/><Relationship Id="rId313" Type="http://schemas.openxmlformats.org/officeDocument/2006/relationships/image" Target="../media/image453.png"/><Relationship Id="rId10" Type="http://schemas.openxmlformats.org/officeDocument/2006/relationships/customXml" Target="../ink/ink710.xml"/><Relationship Id="rId31" Type="http://schemas.openxmlformats.org/officeDocument/2006/relationships/image" Target="../media/image312.png"/><Relationship Id="rId52" Type="http://schemas.openxmlformats.org/officeDocument/2006/relationships/customXml" Target="../ink/ink731.xml"/><Relationship Id="rId73" Type="http://schemas.openxmlformats.org/officeDocument/2006/relationships/image" Target="../media/image333.png"/><Relationship Id="rId94" Type="http://schemas.openxmlformats.org/officeDocument/2006/relationships/customXml" Target="../ink/ink752.xml"/><Relationship Id="rId148" Type="http://schemas.openxmlformats.org/officeDocument/2006/relationships/customXml" Target="../ink/ink779.xml"/><Relationship Id="rId169" Type="http://schemas.openxmlformats.org/officeDocument/2006/relationships/image" Target="../media/image381.png"/><Relationship Id="rId4" Type="http://schemas.openxmlformats.org/officeDocument/2006/relationships/customXml" Target="../ink/ink707.xml"/><Relationship Id="rId180" Type="http://schemas.openxmlformats.org/officeDocument/2006/relationships/customXml" Target="../ink/ink795.xml"/><Relationship Id="rId215" Type="http://schemas.openxmlformats.org/officeDocument/2006/relationships/image" Target="../media/image404.png"/><Relationship Id="rId236" Type="http://schemas.openxmlformats.org/officeDocument/2006/relationships/customXml" Target="../ink/ink823.xml"/><Relationship Id="rId257" Type="http://schemas.openxmlformats.org/officeDocument/2006/relationships/image" Target="../media/image425.png"/><Relationship Id="rId278" Type="http://schemas.openxmlformats.org/officeDocument/2006/relationships/customXml" Target="../ink/ink844.xml"/><Relationship Id="rId303" Type="http://schemas.openxmlformats.org/officeDocument/2006/relationships/image" Target="../media/image448.png"/><Relationship Id="rId42" Type="http://schemas.openxmlformats.org/officeDocument/2006/relationships/customXml" Target="../ink/ink726.xml"/><Relationship Id="rId84" Type="http://schemas.openxmlformats.org/officeDocument/2006/relationships/customXml" Target="../ink/ink747.xml"/><Relationship Id="rId138" Type="http://schemas.openxmlformats.org/officeDocument/2006/relationships/customXml" Target="../ink/ink774.xml"/><Relationship Id="rId191" Type="http://schemas.openxmlformats.org/officeDocument/2006/relationships/image" Target="../media/image392.png"/><Relationship Id="rId205" Type="http://schemas.openxmlformats.org/officeDocument/2006/relationships/image" Target="../media/image399.png"/><Relationship Id="rId247" Type="http://schemas.openxmlformats.org/officeDocument/2006/relationships/image" Target="../media/image420.png"/><Relationship Id="rId107" Type="http://schemas.openxmlformats.org/officeDocument/2006/relationships/image" Target="../media/image350.png"/><Relationship Id="rId289" Type="http://schemas.openxmlformats.org/officeDocument/2006/relationships/image" Target="../media/image441.png"/><Relationship Id="rId11" Type="http://schemas.openxmlformats.org/officeDocument/2006/relationships/image" Target="../media/image302.png"/><Relationship Id="rId53" Type="http://schemas.openxmlformats.org/officeDocument/2006/relationships/image" Target="../media/image323.png"/><Relationship Id="rId149" Type="http://schemas.openxmlformats.org/officeDocument/2006/relationships/image" Target="../media/image371.png"/><Relationship Id="rId314" Type="http://schemas.openxmlformats.org/officeDocument/2006/relationships/customXml" Target="../ink/ink862.xml"/><Relationship Id="rId95" Type="http://schemas.openxmlformats.org/officeDocument/2006/relationships/image" Target="../media/image344.png"/><Relationship Id="rId160" Type="http://schemas.openxmlformats.org/officeDocument/2006/relationships/customXml" Target="../ink/ink785.xml"/><Relationship Id="rId216" Type="http://schemas.openxmlformats.org/officeDocument/2006/relationships/customXml" Target="../ink/ink813.xml"/><Relationship Id="rId258" Type="http://schemas.openxmlformats.org/officeDocument/2006/relationships/customXml" Target="../ink/ink834.xml"/><Relationship Id="rId22" Type="http://schemas.openxmlformats.org/officeDocument/2006/relationships/customXml" Target="../ink/ink716.xml"/><Relationship Id="rId64" Type="http://schemas.openxmlformats.org/officeDocument/2006/relationships/customXml" Target="../ink/ink737.xml"/><Relationship Id="rId118" Type="http://schemas.openxmlformats.org/officeDocument/2006/relationships/customXml" Target="../ink/ink764.xml"/><Relationship Id="rId171" Type="http://schemas.openxmlformats.org/officeDocument/2006/relationships/image" Target="../media/image382.png"/><Relationship Id="rId227" Type="http://schemas.openxmlformats.org/officeDocument/2006/relationships/image" Target="../media/image410.png"/><Relationship Id="rId269" Type="http://schemas.openxmlformats.org/officeDocument/2006/relationships/image" Target="../media/image431.png"/><Relationship Id="rId33" Type="http://schemas.openxmlformats.org/officeDocument/2006/relationships/image" Target="../media/image313.png"/><Relationship Id="rId129" Type="http://schemas.openxmlformats.org/officeDocument/2006/relationships/image" Target="../media/image361.png"/><Relationship Id="rId280" Type="http://schemas.openxmlformats.org/officeDocument/2006/relationships/customXml" Target="../ink/ink845.xml"/><Relationship Id="rId75" Type="http://schemas.openxmlformats.org/officeDocument/2006/relationships/image" Target="../media/image334.png"/><Relationship Id="rId140" Type="http://schemas.openxmlformats.org/officeDocument/2006/relationships/customXml" Target="../ink/ink775.xml"/><Relationship Id="rId182" Type="http://schemas.openxmlformats.org/officeDocument/2006/relationships/customXml" Target="../ink/ink796.xml"/><Relationship Id="rId6" Type="http://schemas.openxmlformats.org/officeDocument/2006/relationships/customXml" Target="../ink/ink708.xml"/><Relationship Id="rId238" Type="http://schemas.openxmlformats.org/officeDocument/2006/relationships/customXml" Target="../ink/ink824.xml"/><Relationship Id="rId291" Type="http://schemas.openxmlformats.org/officeDocument/2006/relationships/image" Target="../media/image442.png"/><Relationship Id="rId305" Type="http://schemas.openxmlformats.org/officeDocument/2006/relationships/image" Target="../media/image449.png"/><Relationship Id="rId44" Type="http://schemas.openxmlformats.org/officeDocument/2006/relationships/customXml" Target="../ink/ink727.xml"/><Relationship Id="rId86" Type="http://schemas.openxmlformats.org/officeDocument/2006/relationships/customXml" Target="../ink/ink748.xml"/><Relationship Id="rId151" Type="http://schemas.openxmlformats.org/officeDocument/2006/relationships/image" Target="../media/image372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2.png"/><Relationship Id="rId21" Type="http://schemas.openxmlformats.org/officeDocument/2006/relationships/image" Target="../media/image464.png"/><Relationship Id="rId63" Type="http://schemas.openxmlformats.org/officeDocument/2006/relationships/image" Target="../media/image485.png"/><Relationship Id="rId159" Type="http://schemas.openxmlformats.org/officeDocument/2006/relationships/image" Target="../media/image533.png"/><Relationship Id="rId170" Type="http://schemas.openxmlformats.org/officeDocument/2006/relationships/customXml" Target="../ink/ink946.xml"/><Relationship Id="rId226" Type="http://schemas.openxmlformats.org/officeDocument/2006/relationships/customXml" Target="../ink/ink974.xml"/><Relationship Id="rId268" Type="http://schemas.openxmlformats.org/officeDocument/2006/relationships/customXml" Target="../ink/ink995.xml"/><Relationship Id="rId32" Type="http://schemas.openxmlformats.org/officeDocument/2006/relationships/customXml" Target="../ink/ink877.xml"/><Relationship Id="rId74" Type="http://schemas.openxmlformats.org/officeDocument/2006/relationships/customXml" Target="../ink/ink898.xml"/><Relationship Id="rId128" Type="http://schemas.openxmlformats.org/officeDocument/2006/relationships/customXml" Target="../ink/ink925.xml"/><Relationship Id="rId5" Type="http://schemas.openxmlformats.org/officeDocument/2006/relationships/image" Target="../media/image456.png"/><Relationship Id="rId181" Type="http://schemas.openxmlformats.org/officeDocument/2006/relationships/image" Target="../media/image544.png"/><Relationship Id="rId237" Type="http://schemas.openxmlformats.org/officeDocument/2006/relationships/image" Target="../media/image572.png"/><Relationship Id="rId279" Type="http://schemas.openxmlformats.org/officeDocument/2006/relationships/image" Target="../media/image593.png"/><Relationship Id="rId43" Type="http://schemas.openxmlformats.org/officeDocument/2006/relationships/image" Target="../media/image475.png"/><Relationship Id="rId139" Type="http://schemas.openxmlformats.org/officeDocument/2006/relationships/image" Target="../media/image523.png"/><Relationship Id="rId85" Type="http://schemas.openxmlformats.org/officeDocument/2006/relationships/image" Target="../media/image496.png"/><Relationship Id="rId150" Type="http://schemas.openxmlformats.org/officeDocument/2006/relationships/customXml" Target="../ink/ink936.xml"/><Relationship Id="rId192" Type="http://schemas.openxmlformats.org/officeDocument/2006/relationships/customXml" Target="../ink/ink957.xml"/><Relationship Id="rId206" Type="http://schemas.openxmlformats.org/officeDocument/2006/relationships/customXml" Target="../ink/ink964.xml"/><Relationship Id="rId248" Type="http://schemas.openxmlformats.org/officeDocument/2006/relationships/customXml" Target="../ink/ink985.xml"/><Relationship Id="rId269" Type="http://schemas.openxmlformats.org/officeDocument/2006/relationships/image" Target="../media/image588.png"/><Relationship Id="rId12" Type="http://schemas.openxmlformats.org/officeDocument/2006/relationships/customXml" Target="../ink/ink867.xml"/><Relationship Id="rId33" Type="http://schemas.openxmlformats.org/officeDocument/2006/relationships/image" Target="../media/image470.png"/><Relationship Id="rId108" Type="http://schemas.openxmlformats.org/officeDocument/2006/relationships/customXml" Target="../ink/ink915.xml"/><Relationship Id="rId129" Type="http://schemas.openxmlformats.org/officeDocument/2006/relationships/image" Target="../media/image518.png"/><Relationship Id="rId280" Type="http://schemas.openxmlformats.org/officeDocument/2006/relationships/customXml" Target="../ink/ink1001.xml"/><Relationship Id="rId54" Type="http://schemas.openxmlformats.org/officeDocument/2006/relationships/customXml" Target="../ink/ink888.xml"/><Relationship Id="rId75" Type="http://schemas.openxmlformats.org/officeDocument/2006/relationships/image" Target="../media/image491.png"/><Relationship Id="rId96" Type="http://schemas.openxmlformats.org/officeDocument/2006/relationships/customXml" Target="../ink/ink909.xml"/><Relationship Id="rId140" Type="http://schemas.openxmlformats.org/officeDocument/2006/relationships/customXml" Target="../ink/ink931.xml"/><Relationship Id="rId161" Type="http://schemas.openxmlformats.org/officeDocument/2006/relationships/image" Target="../media/image534.png"/><Relationship Id="rId182" Type="http://schemas.openxmlformats.org/officeDocument/2006/relationships/customXml" Target="../ink/ink952.xml"/><Relationship Id="rId217" Type="http://schemas.openxmlformats.org/officeDocument/2006/relationships/image" Target="../media/image562.png"/><Relationship Id="rId6" Type="http://schemas.openxmlformats.org/officeDocument/2006/relationships/customXml" Target="../ink/ink864.xml"/><Relationship Id="rId238" Type="http://schemas.openxmlformats.org/officeDocument/2006/relationships/customXml" Target="../ink/ink980.xml"/><Relationship Id="rId259" Type="http://schemas.openxmlformats.org/officeDocument/2006/relationships/image" Target="../media/image583.png"/><Relationship Id="rId23" Type="http://schemas.openxmlformats.org/officeDocument/2006/relationships/image" Target="../media/image465.png"/><Relationship Id="rId119" Type="http://schemas.openxmlformats.org/officeDocument/2006/relationships/image" Target="../media/image513.png"/><Relationship Id="rId270" Type="http://schemas.openxmlformats.org/officeDocument/2006/relationships/customXml" Target="../ink/ink996.xml"/><Relationship Id="rId44" Type="http://schemas.openxmlformats.org/officeDocument/2006/relationships/customXml" Target="../ink/ink883.xml"/><Relationship Id="rId65" Type="http://schemas.openxmlformats.org/officeDocument/2006/relationships/image" Target="../media/image486.png"/><Relationship Id="rId86" Type="http://schemas.openxmlformats.org/officeDocument/2006/relationships/customXml" Target="../ink/ink904.xml"/><Relationship Id="rId130" Type="http://schemas.openxmlformats.org/officeDocument/2006/relationships/customXml" Target="../ink/ink926.xml"/><Relationship Id="rId151" Type="http://schemas.openxmlformats.org/officeDocument/2006/relationships/image" Target="../media/image529.png"/><Relationship Id="rId172" Type="http://schemas.openxmlformats.org/officeDocument/2006/relationships/customXml" Target="../ink/ink947.xml"/><Relationship Id="rId193" Type="http://schemas.openxmlformats.org/officeDocument/2006/relationships/image" Target="../media/image550.png"/><Relationship Id="rId207" Type="http://schemas.openxmlformats.org/officeDocument/2006/relationships/image" Target="../media/image557.png"/><Relationship Id="rId228" Type="http://schemas.openxmlformats.org/officeDocument/2006/relationships/customXml" Target="../ink/ink975.xml"/><Relationship Id="rId249" Type="http://schemas.openxmlformats.org/officeDocument/2006/relationships/image" Target="../media/image578.png"/><Relationship Id="rId13" Type="http://schemas.openxmlformats.org/officeDocument/2006/relationships/image" Target="../media/image460.png"/><Relationship Id="rId109" Type="http://schemas.openxmlformats.org/officeDocument/2006/relationships/image" Target="../media/image508.png"/><Relationship Id="rId260" Type="http://schemas.openxmlformats.org/officeDocument/2006/relationships/customXml" Target="../ink/ink991.xml"/><Relationship Id="rId281" Type="http://schemas.openxmlformats.org/officeDocument/2006/relationships/image" Target="../media/image594.png"/><Relationship Id="rId34" Type="http://schemas.openxmlformats.org/officeDocument/2006/relationships/customXml" Target="../ink/ink878.xml"/><Relationship Id="rId55" Type="http://schemas.openxmlformats.org/officeDocument/2006/relationships/image" Target="../media/image481.png"/><Relationship Id="rId76" Type="http://schemas.openxmlformats.org/officeDocument/2006/relationships/customXml" Target="../ink/ink899.xml"/><Relationship Id="rId97" Type="http://schemas.openxmlformats.org/officeDocument/2006/relationships/image" Target="../media/image502.png"/><Relationship Id="rId120" Type="http://schemas.openxmlformats.org/officeDocument/2006/relationships/customXml" Target="../ink/ink921.xml"/><Relationship Id="rId141" Type="http://schemas.openxmlformats.org/officeDocument/2006/relationships/image" Target="../media/image524.png"/><Relationship Id="rId7" Type="http://schemas.openxmlformats.org/officeDocument/2006/relationships/image" Target="../media/image457.png"/><Relationship Id="rId162" Type="http://schemas.openxmlformats.org/officeDocument/2006/relationships/customXml" Target="../ink/ink942.xml"/><Relationship Id="rId183" Type="http://schemas.openxmlformats.org/officeDocument/2006/relationships/image" Target="../media/image545.png"/><Relationship Id="rId218" Type="http://schemas.openxmlformats.org/officeDocument/2006/relationships/customXml" Target="../ink/ink970.xml"/><Relationship Id="rId239" Type="http://schemas.openxmlformats.org/officeDocument/2006/relationships/image" Target="../media/image573.png"/><Relationship Id="rId250" Type="http://schemas.openxmlformats.org/officeDocument/2006/relationships/customXml" Target="../ink/ink986.xml"/><Relationship Id="rId271" Type="http://schemas.openxmlformats.org/officeDocument/2006/relationships/image" Target="../media/image589.png"/><Relationship Id="rId24" Type="http://schemas.openxmlformats.org/officeDocument/2006/relationships/customXml" Target="../ink/ink873.xml"/><Relationship Id="rId45" Type="http://schemas.openxmlformats.org/officeDocument/2006/relationships/image" Target="../media/image476.png"/><Relationship Id="rId66" Type="http://schemas.openxmlformats.org/officeDocument/2006/relationships/customXml" Target="../ink/ink894.xml"/><Relationship Id="rId87" Type="http://schemas.openxmlformats.org/officeDocument/2006/relationships/image" Target="../media/image497.png"/><Relationship Id="rId110" Type="http://schemas.openxmlformats.org/officeDocument/2006/relationships/customXml" Target="../ink/ink916.xml"/><Relationship Id="rId131" Type="http://schemas.openxmlformats.org/officeDocument/2006/relationships/image" Target="../media/image519.png"/><Relationship Id="rId152" Type="http://schemas.openxmlformats.org/officeDocument/2006/relationships/customXml" Target="../ink/ink937.xml"/><Relationship Id="rId173" Type="http://schemas.openxmlformats.org/officeDocument/2006/relationships/image" Target="../media/image540.png"/><Relationship Id="rId194" Type="http://schemas.openxmlformats.org/officeDocument/2006/relationships/customXml" Target="../ink/ink958.xml"/><Relationship Id="rId208" Type="http://schemas.openxmlformats.org/officeDocument/2006/relationships/customXml" Target="../ink/ink965.xml"/><Relationship Id="rId229" Type="http://schemas.openxmlformats.org/officeDocument/2006/relationships/image" Target="../media/image568.png"/><Relationship Id="rId240" Type="http://schemas.openxmlformats.org/officeDocument/2006/relationships/customXml" Target="../ink/ink981.xml"/><Relationship Id="rId261" Type="http://schemas.openxmlformats.org/officeDocument/2006/relationships/image" Target="../media/image584.png"/><Relationship Id="rId14" Type="http://schemas.openxmlformats.org/officeDocument/2006/relationships/customXml" Target="../ink/ink868.xml"/><Relationship Id="rId35" Type="http://schemas.openxmlformats.org/officeDocument/2006/relationships/image" Target="../media/image471.png"/><Relationship Id="rId56" Type="http://schemas.openxmlformats.org/officeDocument/2006/relationships/customXml" Target="../ink/ink889.xml"/><Relationship Id="rId77" Type="http://schemas.openxmlformats.org/officeDocument/2006/relationships/image" Target="../media/image492.png"/><Relationship Id="rId100" Type="http://schemas.openxmlformats.org/officeDocument/2006/relationships/customXml" Target="../ink/ink911.xml"/><Relationship Id="rId282" Type="http://schemas.openxmlformats.org/officeDocument/2006/relationships/customXml" Target="../ink/ink1002.xml"/><Relationship Id="rId8" Type="http://schemas.openxmlformats.org/officeDocument/2006/relationships/customXml" Target="../ink/ink865.xml"/><Relationship Id="rId98" Type="http://schemas.openxmlformats.org/officeDocument/2006/relationships/customXml" Target="../ink/ink910.xml"/><Relationship Id="rId121" Type="http://schemas.openxmlformats.org/officeDocument/2006/relationships/image" Target="../media/image514.png"/><Relationship Id="rId142" Type="http://schemas.openxmlformats.org/officeDocument/2006/relationships/customXml" Target="../ink/ink932.xml"/><Relationship Id="rId163" Type="http://schemas.openxmlformats.org/officeDocument/2006/relationships/image" Target="../media/image535.png"/><Relationship Id="rId184" Type="http://schemas.openxmlformats.org/officeDocument/2006/relationships/customXml" Target="../ink/ink953.xml"/><Relationship Id="rId219" Type="http://schemas.openxmlformats.org/officeDocument/2006/relationships/image" Target="../media/image563.png"/><Relationship Id="rId230" Type="http://schemas.openxmlformats.org/officeDocument/2006/relationships/customXml" Target="../ink/ink976.xml"/><Relationship Id="rId251" Type="http://schemas.openxmlformats.org/officeDocument/2006/relationships/image" Target="../media/image579.png"/><Relationship Id="rId25" Type="http://schemas.openxmlformats.org/officeDocument/2006/relationships/image" Target="../media/image466.png"/><Relationship Id="rId46" Type="http://schemas.openxmlformats.org/officeDocument/2006/relationships/customXml" Target="../ink/ink884.xml"/><Relationship Id="rId67" Type="http://schemas.openxmlformats.org/officeDocument/2006/relationships/image" Target="../media/image487.png"/><Relationship Id="rId272" Type="http://schemas.openxmlformats.org/officeDocument/2006/relationships/customXml" Target="../ink/ink997.xml"/><Relationship Id="rId88" Type="http://schemas.openxmlformats.org/officeDocument/2006/relationships/customXml" Target="../ink/ink905.xml"/><Relationship Id="rId111" Type="http://schemas.openxmlformats.org/officeDocument/2006/relationships/image" Target="../media/image509.png"/><Relationship Id="rId132" Type="http://schemas.openxmlformats.org/officeDocument/2006/relationships/customXml" Target="../ink/ink927.xml"/><Relationship Id="rId153" Type="http://schemas.openxmlformats.org/officeDocument/2006/relationships/image" Target="../media/image530.png"/><Relationship Id="rId174" Type="http://schemas.openxmlformats.org/officeDocument/2006/relationships/customXml" Target="../ink/ink948.xml"/><Relationship Id="rId195" Type="http://schemas.openxmlformats.org/officeDocument/2006/relationships/image" Target="../media/image551.png"/><Relationship Id="rId209" Type="http://schemas.openxmlformats.org/officeDocument/2006/relationships/image" Target="../media/image558.png"/><Relationship Id="rId220" Type="http://schemas.openxmlformats.org/officeDocument/2006/relationships/customXml" Target="../ink/ink971.xml"/><Relationship Id="rId241" Type="http://schemas.openxmlformats.org/officeDocument/2006/relationships/image" Target="../media/image574.png"/><Relationship Id="rId15" Type="http://schemas.openxmlformats.org/officeDocument/2006/relationships/image" Target="../media/image461.png"/><Relationship Id="rId36" Type="http://schemas.openxmlformats.org/officeDocument/2006/relationships/customXml" Target="../ink/ink879.xml"/><Relationship Id="rId57" Type="http://schemas.openxmlformats.org/officeDocument/2006/relationships/image" Target="../media/image482.png"/><Relationship Id="rId262" Type="http://schemas.openxmlformats.org/officeDocument/2006/relationships/customXml" Target="../ink/ink992.xml"/><Relationship Id="rId283" Type="http://schemas.openxmlformats.org/officeDocument/2006/relationships/image" Target="../media/image595.png"/><Relationship Id="rId78" Type="http://schemas.openxmlformats.org/officeDocument/2006/relationships/customXml" Target="../ink/ink900.xml"/><Relationship Id="rId99" Type="http://schemas.openxmlformats.org/officeDocument/2006/relationships/image" Target="../media/image503.png"/><Relationship Id="rId101" Type="http://schemas.openxmlformats.org/officeDocument/2006/relationships/image" Target="../media/image504.png"/><Relationship Id="rId122" Type="http://schemas.openxmlformats.org/officeDocument/2006/relationships/customXml" Target="../ink/ink922.xml"/><Relationship Id="rId143" Type="http://schemas.openxmlformats.org/officeDocument/2006/relationships/image" Target="../media/image525.png"/><Relationship Id="rId164" Type="http://schemas.openxmlformats.org/officeDocument/2006/relationships/customXml" Target="../ink/ink943.xml"/><Relationship Id="rId185" Type="http://schemas.openxmlformats.org/officeDocument/2006/relationships/image" Target="../media/image546.png"/><Relationship Id="rId9" Type="http://schemas.openxmlformats.org/officeDocument/2006/relationships/image" Target="../media/image458.png"/><Relationship Id="rId210" Type="http://schemas.openxmlformats.org/officeDocument/2006/relationships/customXml" Target="../ink/ink966.xml"/><Relationship Id="rId26" Type="http://schemas.openxmlformats.org/officeDocument/2006/relationships/customXml" Target="../ink/ink874.xml"/><Relationship Id="rId231" Type="http://schemas.openxmlformats.org/officeDocument/2006/relationships/image" Target="../media/image569.png"/><Relationship Id="rId252" Type="http://schemas.openxmlformats.org/officeDocument/2006/relationships/customXml" Target="../ink/ink987.xml"/><Relationship Id="rId273" Type="http://schemas.openxmlformats.org/officeDocument/2006/relationships/image" Target="../media/image590.png"/><Relationship Id="rId47" Type="http://schemas.openxmlformats.org/officeDocument/2006/relationships/image" Target="../media/image477.png"/><Relationship Id="rId68" Type="http://schemas.openxmlformats.org/officeDocument/2006/relationships/customXml" Target="../ink/ink895.xml"/><Relationship Id="rId89" Type="http://schemas.openxmlformats.org/officeDocument/2006/relationships/image" Target="../media/image498.png"/><Relationship Id="rId112" Type="http://schemas.openxmlformats.org/officeDocument/2006/relationships/customXml" Target="../ink/ink917.xml"/><Relationship Id="rId133" Type="http://schemas.openxmlformats.org/officeDocument/2006/relationships/image" Target="../media/image520.png"/><Relationship Id="rId154" Type="http://schemas.openxmlformats.org/officeDocument/2006/relationships/customXml" Target="../ink/ink938.xml"/><Relationship Id="rId175" Type="http://schemas.openxmlformats.org/officeDocument/2006/relationships/image" Target="../media/image541.png"/><Relationship Id="rId196" Type="http://schemas.openxmlformats.org/officeDocument/2006/relationships/customXml" Target="../ink/ink959.xml"/><Relationship Id="rId200" Type="http://schemas.openxmlformats.org/officeDocument/2006/relationships/customXml" Target="../ink/ink961.xml"/><Relationship Id="rId16" Type="http://schemas.openxmlformats.org/officeDocument/2006/relationships/customXml" Target="../ink/ink869.xml"/><Relationship Id="rId221" Type="http://schemas.openxmlformats.org/officeDocument/2006/relationships/image" Target="../media/image564.png"/><Relationship Id="rId242" Type="http://schemas.openxmlformats.org/officeDocument/2006/relationships/customXml" Target="../ink/ink982.xml"/><Relationship Id="rId263" Type="http://schemas.openxmlformats.org/officeDocument/2006/relationships/image" Target="../media/image585.png"/><Relationship Id="rId284" Type="http://schemas.openxmlformats.org/officeDocument/2006/relationships/customXml" Target="../ink/ink1003.xml"/><Relationship Id="rId37" Type="http://schemas.openxmlformats.org/officeDocument/2006/relationships/image" Target="../media/image472.png"/><Relationship Id="rId58" Type="http://schemas.openxmlformats.org/officeDocument/2006/relationships/customXml" Target="../ink/ink890.xml"/><Relationship Id="rId79" Type="http://schemas.openxmlformats.org/officeDocument/2006/relationships/image" Target="../media/image493.png"/><Relationship Id="rId102" Type="http://schemas.openxmlformats.org/officeDocument/2006/relationships/customXml" Target="../ink/ink912.xml"/><Relationship Id="rId123" Type="http://schemas.openxmlformats.org/officeDocument/2006/relationships/image" Target="../media/image515.png"/><Relationship Id="rId144" Type="http://schemas.openxmlformats.org/officeDocument/2006/relationships/customXml" Target="../ink/ink933.xml"/><Relationship Id="rId90" Type="http://schemas.openxmlformats.org/officeDocument/2006/relationships/customXml" Target="../ink/ink906.xml"/><Relationship Id="rId165" Type="http://schemas.openxmlformats.org/officeDocument/2006/relationships/image" Target="../media/image536.png"/><Relationship Id="rId186" Type="http://schemas.openxmlformats.org/officeDocument/2006/relationships/customXml" Target="../ink/ink954.xml"/><Relationship Id="rId211" Type="http://schemas.openxmlformats.org/officeDocument/2006/relationships/image" Target="../media/image559.png"/><Relationship Id="rId232" Type="http://schemas.openxmlformats.org/officeDocument/2006/relationships/customXml" Target="../ink/ink977.xml"/><Relationship Id="rId253" Type="http://schemas.openxmlformats.org/officeDocument/2006/relationships/image" Target="../media/image580.png"/><Relationship Id="rId274" Type="http://schemas.openxmlformats.org/officeDocument/2006/relationships/customXml" Target="../ink/ink998.xml"/><Relationship Id="rId27" Type="http://schemas.openxmlformats.org/officeDocument/2006/relationships/image" Target="../media/image467.png"/><Relationship Id="rId48" Type="http://schemas.openxmlformats.org/officeDocument/2006/relationships/customXml" Target="../ink/ink885.xml"/><Relationship Id="rId69" Type="http://schemas.openxmlformats.org/officeDocument/2006/relationships/image" Target="../media/image488.png"/><Relationship Id="rId113" Type="http://schemas.openxmlformats.org/officeDocument/2006/relationships/image" Target="../media/image510.png"/><Relationship Id="rId134" Type="http://schemas.openxmlformats.org/officeDocument/2006/relationships/customXml" Target="../ink/ink928.xml"/><Relationship Id="rId80" Type="http://schemas.openxmlformats.org/officeDocument/2006/relationships/customXml" Target="../ink/ink901.xml"/><Relationship Id="rId155" Type="http://schemas.openxmlformats.org/officeDocument/2006/relationships/image" Target="../media/image531.png"/><Relationship Id="rId176" Type="http://schemas.openxmlformats.org/officeDocument/2006/relationships/customXml" Target="../ink/ink949.xml"/><Relationship Id="rId197" Type="http://schemas.openxmlformats.org/officeDocument/2006/relationships/image" Target="../media/image552.png"/><Relationship Id="rId201" Type="http://schemas.openxmlformats.org/officeDocument/2006/relationships/image" Target="../media/image554.png"/><Relationship Id="rId222" Type="http://schemas.openxmlformats.org/officeDocument/2006/relationships/customXml" Target="../ink/ink972.xml"/><Relationship Id="rId243" Type="http://schemas.openxmlformats.org/officeDocument/2006/relationships/image" Target="../media/image575.png"/><Relationship Id="rId264" Type="http://schemas.openxmlformats.org/officeDocument/2006/relationships/customXml" Target="../ink/ink993.xml"/><Relationship Id="rId285" Type="http://schemas.openxmlformats.org/officeDocument/2006/relationships/image" Target="../media/image596.png"/><Relationship Id="rId17" Type="http://schemas.openxmlformats.org/officeDocument/2006/relationships/image" Target="../media/image462.png"/><Relationship Id="rId38" Type="http://schemas.openxmlformats.org/officeDocument/2006/relationships/customXml" Target="../ink/ink880.xml"/><Relationship Id="rId59" Type="http://schemas.openxmlformats.org/officeDocument/2006/relationships/image" Target="../media/image483.png"/><Relationship Id="rId103" Type="http://schemas.openxmlformats.org/officeDocument/2006/relationships/image" Target="../media/image505.png"/><Relationship Id="rId124" Type="http://schemas.openxmlformats.org/officeDocument/2006/relationships/customXml" Target="../ink/ink923.xml"/><Relationship Id="rId70" Type="http://schemas.openxmlformats.org/officeDocument/2006/relationships/customXml" Target="../ink/ink896.xml"/><Relationship Id="rId91" Type="http://schemas.openxmlformats.org/officeDocument/2006/relationships/image" Target="../media/image499.png"/><Relationship Id="rId145" Type="http://schemas.openxmlformats.org/officeDocument/2006/relationships/image" Target="../media/image526.png"/><Relationship Id="rId166" Type="http://schemas.openxmlformats.org/officeDocument/2006/relationships/customXml" Target="../ink/ink944.xml"/><Relationship Id="rId187" Type="http://schemas.openxmlformats.org/officeDocument/2006/relationships/image" Target="../media/image547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967.xml"/><Relationship Id="rId233" Type="http://schemas.openxmlformats.org/officeDocument/2006/relationships/image" Target="../media/image570.png"/><Relationship Id="rId254" Type="http://schemas.openxmlformats.org/officeDocument/2006/relationships/customXml" Target="../ink/ink988.xml"/><Relationship Id="rId28" Type="http://schemas.openxmlformats.org/officeDocument/2006/relationships/customXml" Target="../ink/ink875.xml"/><Relationship Id="rId49" Type="http://schemas.openxmlformats.org/officeDocument/2006/relationships/image" Target="../media/image478.png"/><Relationship Id="rId114" Type="http://schemas.openxmlformats.org/officeDocument/2006/relationships/customXml" Target="../ink/ink918.xml"/><Relationship Id="rId275" Type="http://schemas.openxmlformats.org/officeDocument/2006/relationships/image" Target="../media/image591.png"/><Relationship Id="rId60" Type="http://schemas.openxmlformats.org/officeDocument/2006/relationships/customXml" Target="../ink/ink891.xml"/><Relationship Id="rId81" Type="http://schemas.openxmlformats.org/officeDocument/2006/relationships/image" Target="../media/image494.png"/><Relationship Id="rId135" Type="http://schemas.openxmlformats.org/officeDocument/2006/relationships/image" Target="../media/image521.png"/><Relationship Id="rId156" Type="http://schemas.openxmlformats.org/officeDocument/2006/relationships/customXml" Target="../ink/ink939.xml"/><Relationship Id="rId177" Type="http://schemas.openxmlformats.org/officeDocument/2006/relationships/image" Target="../media/image542.png"/><Relationship Id="rId198" Type="http://schemas.openxmlformats.org/officeDocument/2006/relationships/customXml" Target="../ink/ink960.xml"/><Relationship Id="rId202" Type="http://schemas.openxmlformats.org/officeDocument/2006/relationships/customXml" Target="../ink/ink962.xml"/><Relationship Id="rId223" Type="http://schemas.openxmlformats.org/officeDocument/2006/relationships/image" Target="../media/image565.png"/><Relationship Id="rId244" Type="http://schemas.openxmlformats.org/officeDocument/2006/relationships/customXml" Target="../ink/ink983.xml"/><Relationship Id="rId18" Type="http://schemas.openxmlformats.org/officeDocument/2006/relationships/customXml" Target="../ink/ink870.xml"/><Relationship Id="rId39" Type="http://schemas.openxmlformats.org/officeDocument/2006/relationships/image" Target="../media/image473.png"/><Relationship Id="rId265" Type="http://schemas.openxmlformats.org/officeDocument/2006/relationships/image" Target="../media/image586.png"/><Relationship Id="rId286" Type="http://schemas.openxmlformats.org/officeDocument/2006/relationships/customXml" Target="../ink/ink1004.xml"/><Relationship Id="rId50" Type="http://schemas.openxmlformats.org/officeDocument/2006/relationships/customXml" Target="../ink/ink886.xml"/><Relationship Id="rId104" Type="http://schemas.openxmlformats.org/officeDocument/2006/relationships/customXml" Target="../ink/ink913.xml"/><Relationship Id="rId125" Type="http://schemas.openxmlformats.org/officeDocument/2006/relationships/image" Target="../media/image516.png"/><Relationship Id="rId146" Type="http://schemas.openxmlformats.org/officeDocument/2006/relationships/customXml" Target="../ink/ink934.xml"/><Relationship Id="rId167" Type="http://schemas.openxmlformats.org/officeDocument/2006/relationships/image" Target="../media/image537.png"/><Relationship Id="rId188" Type="http://schemas.openxmlformats.org/officeDocument/2006/relationships/customXml" Target="../ink/ink955.xml"/><Relationship Id="rId71" Type="http://schemas.openxmlformats.org/officeDocument/2006/relationships/image" Target="../media/image489.png"/><Relationship Id="rId92" Type="http://schemas.openxmlformats.org/officeDocument/2006/relationships/customXml" Target="../ink/ink907.xml"/><Relationship Id="rId213" Type="http://schemas.openxmlformats.org/officeDocument/2006/relationships/image" Target="../media/image560.png"/><Relationship Id="rId234" Type="http://schemas.openxmlformats.org/officeDocument/2006/relationships/customXml" Target="../ink/ink978.xml"/><Relationship Id="rId2" Type="http://schemas.openxmlformats.org/officeDocument/2006/relationships/oleObject" Target="../embeddings/oleObject1.bin"/><Relationship Id="rId29" Type="http://schemas.openxmlformats.org/officeDocument/2006/relationships/image" Target="../media/image468.png"/><Relationship Id="rId255" Type="http://schemas.openxmlformats.org/officeDocument/2006/relationships/image" Target="../media/image581.png"/><Relationship Id="rId276" Type="http://schemas.openxmlformats.org/officeDocument/2006/relationships/customXml" Target="../ink/ink999.xml"/><Relationship Id="rId40" Type="http://schemas.openxmlformats.org/officeDocument/2006/relationships/customXml" Target="../ink/ink881.xml"/><Relationship Id="rId115" Type="http://schemas.openxmlformats.org/officeDocument/2006/relationships/image" Target="../media/image511.png"/><Relationship Id="rId136" Type="http://schemas.openxmlformats.org/officeDocument/2006/relationships/customXml" Target="../ink/ink929.xml"/><Relationship Id="rId157" Type="http://schemas.openxmlformats.org/officeDocument/2006/relationships/image" Target="../media/image532.png"/><Relationship Id="rId178" Type="http://schemas.openxmlformats.org/officeDocument/2006/relationships/customXml" Target="../ink/ink950.xml"/><Relationship Id="rId61" Type="http://schemas.openxmlformats.org/officeDocument/2006/relationships/image" Target="../media/image484.png"/><Relationship Id="rId82" Type="http://schemas.openxmlformats.org/officeDocument/2006/relationships/customXml" Target="../ink/ink902.xml"/><Relationship Id="rId199" Type="http://schemas.openxmlformats.org/officeDocument/2006/relationships/image" Target="../media/image553.png"/><Relationship Id="rId203" Type="http://schemas.openxmlformats.org/officeDocument/2006/relationships/image" Target="../media/image555.png"/><Relationship Id="rId19" Type="http://schemas.openxmlformats.org/officeDocument/2006/relationships/image" Target="../media/image463.png"/><Relationship Id="rId224" Type="http://schemas.openxmlformats.org/officeDocument/2006/relationships/customXml" Target="../ink/ink973.xml"/><Relationship Id="rId245" Type="http://schemas.openxmlformats.org/officeDocument/2006/relationships/image" Target="../media/image576.png"/><Relationship Id="rId266" Type="http://schemas.openxmlformats.org/officeDocument/2006/relationships/customXml" Target="../ink/ink994.xml"/><Relationship Id="rId287" Type="http://schemas.openxmlformats.org/officeDocument/2006/relationships/image" Target="../media/image597.png"/><Relationship Id="rId30" Type="http://schemas.openxmlformats.org/officeDocument/2006/relationships/customXml" Target="../ink/ink876.xml"/><Relationship Id="rId105" Type="http://schemas.openxmlformats.org/officeDocument/2006/relationships/image" Target="../media/image506.png"/><Relationship Id="rId126" Type="http://schemas.openxmlformats.org/officeDocument/2006/relationships/customXml" Target="../ink/ink924.xml"/><Relationship Id="rId147" Type="http://schemas.openxmlformats.org/officeDocument/2006/relationships/image" Target="../media/image527.png"/><Relationship Id="rId168" Type="http://schemas.openxmlformats.org/officeDocument/2006/relationships/customXml" Target="../ink/ink945.xml"/><Relationship Id="rId51" Type="http://schemas.openxmlformats.org/officeDocument/2006/relationships/image" Target="../media/image479.png"/><Relationship Id="rId72" Type="http://schemas.openxmlformats.org/officeDocument/2006/relationships/customXml" Target="../ink/ink897.xml"/><Relationship Id="rId93" Type="http://schemas.openxmlformats.org/officeDocument/2006/relationships/image" Target="../media/image500.png"/><Relationship Id="rId189" Type="http://schemas.openxmlformats.org/officeDocument/2006/relationships/image" Target="../media/image548.png"/><Relationship Id="rId3" Type="http://schemas.openxmlformats.org/officeDocument/2006/relationships/image" Target="../media/image455.png"/><Relationship Id="rId214" Type="http://schemas.openxmlformats.org/officeDocument/2006/relationships/customXml" Target="../ink/ink968.xml"/><Relationship Id="rId235" Type="http://schemas.openxmlformats.org/officeDocument/2006/relationships/image" Target="../media/image571.png"/><Relationship Id="rId256" Type="http://schemas.openxmlformats.org/officeDocument/2006/relationships/customXml" Target="../ink/ink989.xml"/><Relationship Id="rId277" Type="http://schemas.openxmlformats.org/officeDocument/2006/relationships/image" Target="../media/image592.png"/><Relationship Id="rId116" Type="http://schemas.openxmlformats.org/officeDocument/2006/relationships/customXml" Target="../ink/ink919.xml"/><Relationship Id="rId137" Type="http://schemas.openxmlformats.org/officeDocument/2006/relationships/image" Target="../media/image522.png"/><Relationship Id="rId158" Type="http://schemas.openxmlformats.org/officeDocument/2006/relationships/customXml" Target="../ink/ink940.xml"/><Relationship Id="rId20" Type="http://schemas.openxmlformats.org/officeDocument/2006/relationships/customXml" Target="../ink/ink871.xml"/><Relationship Id="rId41" Type="http://schemas.openxmlformats.org/officeDocument/2006/relationships/image" Target="../media/image474.png"/><Relationship Id="rId62" Type="http://schemas.openxmlformats.org/officeDocument/2006/relationships/customXml" Target="../ink/ink892.xml"/><Relationship Id="rId83" Type="http://schemas.openxmlformats.org/officeDocument/2006/relationships/image" Target="../media/image495.png"/><Relationship Id="rId179" Type="http://schemas.openxmlformats.org/officeDocument/2006/relationships/image" Target="../media/image543.png"/><Relationship Id="rId190" Type="http://schemas.openxmlformats.org/officeDocument/2006/relationships/customXml" Target="../ink/ink956.xml"/><Relationship Id="rId204" Type="http://schemas.openxmlformats.org/officeDocument/2006/relationships/customXml" Target="../ink/ink963.xml"/><Relationship Id="rId225" Type="http://schemas.openxmlformats.org/officeDocument/2006/relationships/image" Target="../media/image566.png"/><Relationship Id="rId246" Type="http://schemas.openxmlformats.org/officeDocument/2006/relationships/customXml" Target="../ink/ink984.xml"/><Relationship Id="rId267" Type="http://schemas.openxmlformats.org/officeDocument/2006/relationships/image" Target="../media/image587.png"/><Relationship Id="rId288" Type="http://schemas.openxmlformats.org/officeDocument/2006/relationships/customXml" Target="../ink/ink1005.xml"/><Relationship Id="rId106" Type="http://schemas.openxmlformats.org/officeDocument/2006/relationships/customXml" Target="../ink/ink914.xml"/><Relationship Id="rId127" Type="http://schemas.openxmlformats.org/officeDocument/2006/relationships/image" Target="../media/image517.png"/><Relationship Id="rId10" Type="http://schemas.openxmlformats.org/officeDocument/2006/relationships/customXml" Target="../ink/ink866.xml"/><Relationship Id="rId31" Type="http://schemas.openxmlformats.org/officeDocument/2006/relationships/image" Target="../media/image469.png"/><Relationship Id="rId52" Type="http://schemas.openxmlformats.org/officeDocument/2006/relationships/customXml" Target="../ink/ink887.xml"/><Relationship Id="rId73" Type="http://schemas.openxmlformats.org/officeDocument/2006/relationships/image" Target="../media/image490.png"/><Relationship Id="rId94" Type="http://schemas.openxmlformats.org/officeDocument/2006/relationships/customXml" Target="../ink/ink908.xml"/><Relationship Id="rId148" Type="http://schemas.openxmlformats.org/officeDocument/2006/relationships/customXml" Target="../ink/ink935.xml"/><Relationship Id="rId169" Type="http://schemas.openxmlformats.org/officeDocument/2006/relationships/image" Target="../media/image538.png"/><Relationship Id="rId4" Type="http://schemas.openxmlformats.org/officeDocument/2006/relationships/customXml" Target="../ink/ink863.xml"/><Relationship Id="rId180" Type="http://schemas.openxmlformats.org/officeDocument/2006/relationships/customXml" Target="../ink/ink951.xml"/><Relationship Id="rId215" Type="http://schemas.openxmlformats.org/officeDocument/2006/relationships/image" Target="../media/image561.png"/><Relationship Id="rId236" Type="http://schemas.openxmlformats.org/officeDocument/2006/relationships/customXml" Target="../ink/ink979.xml"/><Relationship Id="rId257" Type="http://schemas.openxmlformats.org/officeDocument/2006/relationships/image" Target="../media/image582.png"/><Relationship Id="rId278" Type="http://schemas.openxmlformats.org/officeDocument/2006/relationships/customXml" Target="../ink/ink1000.xml"/><Relationship Id="rId42" Type="http://schemas.openxmlformats.org/officeDocument/2006/relationships/customXml" Target="../ink/ink882.xml"/><Relationship Id="rId84" Type="http://schemas.openxmlformats.org/officeDocument/2006/relationships/customXml" Target="../ink/ink903.xml"/><Relationship Id="rId138" Type="http://schemas.openxmlformats.org/officeDocument/2006/relationships/customXml" Target="../ink/ink930.xml"/><Relationship Id="rId191" Type="http://schemas.openxmlformats.org/officeDocument/2006/relationships/image" Target="../media/image549.png"/><Relationship Id="rId205" Type="http://schemas.openxmlformats.org/officeDocument/2006/relationships/image" Target="../media/image556.png"/><Relationship Id="rId247" Type="http://schemas.openxmlformats.org/officeDocument/2006/relationships/image" Target="../media/image577.png"/><Relationship Id="rId107" Type="http://schemas.openxmlformats.org/officeDocument/2006/relationships/image" Target="../media/image507.png"/><Relationship Id="rId289" Type="http://schemas.openxmlformats.org/officeDocument/2006/relationships/image" Target="../media/image598.png"/><Relationship Id="rId11" Type="http://schemas.openxmlformats.org/officeDocument/2006/relationships/image" Target="../media/image459.png"/><Relationship Id="rId53" Type="http://schemas.openxmlformats.org/officeDocument/2006/relationships/image" Target="../media/image480.png"/><Relationship Id="rId149" Type="http://schemas.openxmlformats.org/officeDocument/2006/relationships/image" Target="../media/image528.png"/><Relationship Id="rId95" Type="http://schemas.openxmlformats.org/officeDocument/2006/relationships/image" Target="../media/image501.png"/><Relationship Id="rId160" Type="http://schemas.openxmlformats.org/officeDocument/2006/relationships/customXml" Target="../ink/ink941.xml"/><Relationship Id="rId216" Type="http://schemas.openxmlformats.org/officeDocument/2006/relationships/customXml" Target="../ink/ink969.xml"/><Relationship Id="rId258" Type="http://schemas.openxmlformats.org/officeDocument/2006/relationships/customXml" Target="../ink/ink990.xml"/><Relationship Id="rId22" Type="http://schemas.openxmlformats.org/officeDocument/2006/relationships/customXml" Target="../ink/ink872.xml"/><Relationship Id="rId64" Type="http://schemas.openxmlformats.org/officeDocument/2006/relationships/customXml" Target="../ink/ink893.xml"/><Relationship Id="rId118" Type="http://schemas.openxmlformats.org/officeDocument/2006/relationships/customXml" Target="../ink/ink920.xml"/><Relationship Id="rId171" Type="http://schemas.openxmlformats.org/officeDocument/2006/relationships/image" Target="../media/image539.png"/><Relationship Id="rId227" Type="http://schemas.openxmlformats.org/officeDocument/2006/relationships/image" Target="../media/image567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56.png"/><Relationship Id="rId21" Type="http://schemas.openxmlformats.org/officeDocument/2006/relationships/image" Target="../media/image608.png"/><Relationship Id="rId42" Type="http://schemas.openxmlformats.org/officeDocument/2006/relationships/customXml" Target="../ink/ink1025.xml"/><Relationship Id="rId63" Type="http://schemas.openxmlformats.org/officeDocument/2006/relationships/image" Target="../media/image629.png"/><Relationship Id="rId84" Type="http://schemas.openxmlformats.org/officeDocument/2006/relationships/customXml" Target="../ink/ink1046.xml"/><Relationship Id="rId138" Type="http://schemas.openxmlformats.org/officeDocument/2006/relationships/customXml" Target="../ink/ink1073.xml"/><Relationship Id="rId159" Type="http://schemas.openxmlformats.org/officeDocument/2006/relationships/image" Target="../media/image677.png"/><Relationship Id="rId170" Type="http://schemas.openxmlformats.org/officeDocument/2006/relationships/customXml" Target="../ink/ink1089.xml"/><Relationship Id="rId191" Type="http://schemas.openxmlformats.org/officeDocument/2006/relationships/image" Target="../media/image693.png"/><Relationship Id="rId205" Type="http://schemas.openxmlformats.org/officeDocument/2006/relationships/image" Target="../media/image700.png"/><Relationship Id="rId107" Type="http://schemas.openxmlformats.org/officeDocument/2006/relationships/image" Target="../media/image651.png"/><Relationship Id="rId11" Type="http://schemas.openxmlformats.org/officeDocument/2006/relationships/image" Target="../media/image603.png"/><Relationship Id="rId32" Type="http://schemas.openxmlformats.org/officeDocument/2006/relationships/customXml" Target="../ink/ink1020.xml"/><Relationship Id="rId53" Type="http://schemas.openxmlformats.org/officeDocument/2006/relationships/image" Target="../media/image624.png"/><Relationship Id="rId74" Type="http://schemas.openxmlformats.org/officeDocument/2006/relationships/customXml" Target="../ink/ink1041.xml"/><Relationship Id="rId128" Type="http://schemas.openxmlformats.org/officeDocument/2006/relationships/customXml" Target="../ink/ink1068.xml"/><Relationship Id="rId149" Type="http://schemas.openxmlformats.org/officeDocument/2006/relationships/image" Target="../media/image672.png"/><Relationship Id="rId5" Type="http://schemas.openxmlformats.org/officeDocument/2006/relationships/image" Target="../media/image600.png"/><Relationship Id="rId95" Type="http://schemas.openxmlformats.org/officeDocument/2006/relationships/image" Target="../media/image645.png"/><Relationship Id="rId160" Type="http://schemas.openxmlformats.org/officeDocument/2006/relationships/customXml" Target="../ink/ink1084.xml"/><Relationship Id="rId181" Type="http://schemas.openxmlformats.org/officeDocument/2006/relationships/image" Target="../media/image688.png"/><Relationship Id="rId22" Type="http://schemas.openxmlformats.org/officeDocument/2006/relationships/customXml" Target="../ink/ink1015.xml"/><Relationship Id="rId43" Type="http://schemas.openxmlformats.org/officeDocument/2006/relationships/image" Target="../media/image619.png"/><Relationship Id="rId64" Type="http://schemas.openxmlformats.org/officeDocument/2006/relationships/customXml" Target="../ink/ink1036.xml"/><Relationship Id="rId118" Type="http://schemas.openxmlformats.org/officeDocument/2006/relationships/customXml" Target="../ink/ink1063.xml"/><Relationship Id="rId139" Type="http://schemas.openxmlformats.org/officeDocument/2006/relationships/image" Target="../media/image667.png"/><Relationship Id="rId85" Type="http://schemas.openxmlformats.org/officeDocument/2006/relationships/image" Target="../media/image640.png"/><Relationship Id="rId150" Type="http://schemas.openxmlformats.org/officeDocument/2006/relationships/customXml" Target="../ink/ink1079.xml"/><Relationship Id="rId171" Type="http://schemas.openxmlformats.org/officeDocument/2006/relationships/image" Target="../media/image683.png"/><Relationship Id="rId192" Type="http://schemas.openxmlformats.org/officeDocument/2006/relationships/customXml" Target="../ink/ink1100.xml"/><Relationship Id="rId206" Type="http://schemas.openxmlformats.org/officeDocument/2006/relationships/customXml" Target="../ink/ink1107.xml"/><Relationship Id="rId12" Type="http://schemas.openxmlformats.org/officeDocument/2006/relationships/customXml" Target="../ink/ink1010.xml"/><Relationship Id="rId33" Type="http://schemas.openxmlformats.org/officeDocument/2006/relationships/image" Target="../media/image614.png"/><Relationship Id="rId108" Type="http://schemas.openxmlformats.org/officeDocument/2006/relationships/customXml" Target="../ink/ink1058.xml"/><Relationship Id="rId129" Type="http://schemas.openxmlformats.org/officeDocument/2006/relationships/image" Target="../media/image662.png"/><Relationship Id="rId54" Type="http://schemas.openxmlformats.org/officeDocument/2006/relationships/customXml" Target="../ink/ink1031.xml"/><Relationship Id="rId75" Type="http://schemas.openxmlformats.org/officeDocument/2006/relationships/image" Target="../media/image635.png"/><Relationship Id="rId96" Type="http://schemas.openxmlformats.org/officeDocument/2006/relationships/customXml" Target="../ink/ink1052.xml"/><Relationship Id="rId140" Type="http://schemas.openxmlformats.org/officeDocument/2006/relationships/customXml" Target="../ink/ink1074.xml"/><Relationship Id="rId161" Type="http://schemas.openxmlformats.org/officeDocument/2006/relationships/image" Target="../media/image678.png"/><Relationship Id="rId182" Type="http://schemas.openxmlformats.org/officeDocument/2006/relationships/customXml" Target="../ink/ink1095.xml"/><Relationship Id="rId6" Type="http://schemas.openxmlformats.org/officeDocument/2006/relationships/customXml" Target="../ink/ink1007.xml"/><Relationship Id="rId23" Type="http://schemas.openxmlformats.org/officeDocument/2006/relationships/image" Target="../media/image609.png"/><Relationship Id="rId119" Type="http://schemas.openxmlformats.org/officeDocument/2006/relationships/image" Target="../media/image657.png"/><Relationship Id="rId44" Type="http://schemas.openxmlformats.org/officeDocument/2006/relationships/customXml" Target="../ink/ink1026.xml"/><Relationship Id="rId65" Type="http://schemas.openxmlformats.org/officeDocument/2006/relationships/image" Target="../media/image630.png"/><Relationship Id="rId86" Type="http://schemas.openxmlformats.org/officeDocument/2006/relationships/customXml" Target="../ink/ink1047.xml"/><Relationship Id="rId130" Type="http://schemas.openxmlformats.org/officeDocument/2006/relationships/customXml" Target="../ink/ink1069.xml"/><Relationship Id="rId151" Type="http://schemas.openxmlformats.org/officeDocument/2006/relationships/image" Target="../media/image673.png"/><Relationship Id="rId172" Type="http://schemas.openxmlformats.org/officeDocument/2006/relationships/customXml" Target="../ink/ink1090.xml"/><Relationship Id="rId193" Type="http://schemas.openxmlformats.org/officeDocument/2006/relationships/image" Target="../media/image694.png"/><Relationship Id="rId207" Type="http://schemas.openxmlformats.org/officeDocument/2006/relationships/image" Target="../media/image701.png"/><Relationship Id="rId13" Type="http://schemas.openxmlformats.org/officeDocument/2006/relationships/image" Target="../media/image604.png"/><Relationship Id="rId109" Type="http://schemas.openxmlformats.org/officeDocument/2006/relationships/image" Target="../media/image652.png"/><Relationship Id="rId34" Type="http://schemas.openxmlformats.org/officeDocument/2006/relationships/customXml" Target="../ink/ink1021.xml"/><Relationship Id="rId55" Type="http://schemas.openxmlformats.org/officeDocument/2006/relationships/image" Target="../media/image625.png"/><Relationship Id="rId76" Type="http://schemas.openxmlformats.org/officeDocument/2006/relationships/customXml" Target="../ink/ink1042.xml"/><Relationship Id="rId97" Type="http://schemas.openxmlformats.org/officeDocument/2006/relationships/image" Target="../media/image646.png"/><Relationship Id="rId120" Type="http://schemas.openxmlformats.org/officeDocument/2006/relationships/customXml" Target="../ink/ink1064.xml"/><Relationship Id="rId141" Type="http://schemas.openxmlformats.org/officeDocument/2006/relationships/image" Target="../media/image668.png"/><Relationship Id="rId7" Type="http://schemas.openxmlformats.org/officeDocument/2006/relationships/image" Target="../media/image601.png"/><Relationship Id="rId162" Type="http://schemas.openxmlformats.org/officeDocument/2006/relationships/customXml" Target="../ink/ink1085.xml"/><Relationship Id="rId183" Type="http://schemas.openxmlformats.org/officeDocument/2006/relationships/image" Target="../media/image689.png"/><Relationship Id="rId24" Type="http://schemas.openxmlformats.org/officeDocument/2006/relationships/customXml" Target="../ink/ink1016.xml"/><Relationship Id="rId45" Type="http://schemas.openxmlformats.org/officeDocument/2006/relationships/image" Target="../media/image620.png"/><Relationship Id="rId66" Type="http://schemas.openxmlformats.org/officeDocument/2006/relationships/customXml" Target="../ink/ink1037.xml"/><Relationship Id="rId87" Type="http://schemas.openxmlformats.org/officeDocument/2006/relationships/image" Target="../media/image641.png"/><Relationship Id="rId110" Type="http://schemas.openxmlformats.org/officeDocument/2006/relationships/customXml" Target="../ink/ink1059.xml"/><Relationship Id="rId131" Type="http://schemas.openxmlformats.org/officeDocument/2006/relationships/image" Target="../media/image663.png"/><Relationship Id="rId61" Type="http://schemas.openxmlformats.org/officeDocument/2006/relationships/image" Target="../media/image628.png"/><Relationship Id="rId82" Type="http://schemas.openxmlformats.org/officeDocument/2006/relationships/customXml" Target="../ink/ink1045.xml"/><Relationship Id="rId152" Type="http://schemas.openxmlformats.org/officeDocument/2006/relationships/customXml" Target="../ink/ink1080.xml"/><Relationship Id="rId173" Type="http://schemas.openxmlformats.org/officeDocument/2006/relationships/image" Target="../media/image684.png"/><Relationship Id="rId194" Type="http://schemas.openxmlformats.org/officeDocument/2006/relationships/customXml" Target="../ink/ink1101.xml"/><Relationship Id="rId199" Type="http://schemas.openxmlformats.org/officeDocument/2006/relationships/image" Target="../media/image697.png"/><Relationship Id="rId203" Type="http://schemas.openxmlformats.org/officeDocument/2006/relationships/image" Target="../media/image699.png"/><Relationship Id="rId208" Type="http://schemas.openxmlformats.org/officeDocument/2006/relationships/customXml" Target="../ink/ink1108.xml"/><Relationship Id="rId19" Type="http://schemas.openxmlformats.org/officeDocument/2006/relationships/image" Target="../media/image607.png"/><Relationship Id="rId14" Type="http://schemas.openxmlformats.org/officeDocument/2006/relationships/customXml" Target="../ink/ink1011.xml"/><Relationship Id="rId30" Type="http://schemas.openxmlformats.org/officeDocument/2006/relationships/customXml" Target="../ink/ink1019.xml"/><Relationship Id="rId35" Type="http://schemas.openxmlformats.org/officeDocument/2006/relationships/image" Target="../media/image615.png"/><Relationship Id="rId56" Type="http://schemas.openxmlformats.org/officeDocument/2006/relationships/customXml" Target="../ink/ink1032.xml"/><Relationship Id="rId77" Type="http://schemas.openxmlformats.org/officeDocument/2006/relationships/image" Target="../media/image636.png"/><Relationship Id="rId100" Type="http://schemas.openxmlformats.org/officeDocument/2006/relationships/customXml" Target="../ink/ink1054.xml"/><Relationship Id="rId105" Type="http://schemas.openxmlformats.org/officeDocument/2006/relationships/image" Target="../media/image650.png"/><Relationship Id="rId126" Type="http://schemas.openxmlformats.org/officeDocument/2006/relationships/customXml" Target="../ink/ink1067.xml"/><Relationship Id="rId147" Type="http://schemas.openxmlformats.org/officeDocument/2006/relationships/image" Target="../media/image671.png"/><Relationship Id="rId168" Type="http://schemas.openxmlformats.org/officeDocument/2006/relationships/customXml" Target="../ink/ink1088.xml"/><Relationship Id="rId8" Type="http://schemas.openxmlformats.org/officeDocument/2006/relationships/customXml" Target="../ink/ink1008.xml"/><Relationship Id="rId51" Type="http://schemas.openxmlformats.org/officeDocument/2006/relationships/image" Target="../media/image623.png"/><Relationship Id="rId72" Type="http://schemas.openxmlformats.org/officeDocument/2006/relationships/customXml" Target="../ink/ink1040.xml"/><Relationship Id="rId93" Type="http://schemas.openxmlformats.org/officeDocument/2006/relationships/image" Target="../media/image644.png"/><Relationship Id="rId98" Type="http://schemas.openxmlformats.org/officeDocument/2006/relationships/customXml" Target="../ink/ink1053.xml"/><Relationship Id="rId121" Type="http://schemas.openxmlformats.org/officeDocument/2006/relationships/image" Target="../media/image658.png"/><Relationship Id="rId142" Type="http://schemas.openxmlformats.org/officeDocument/2006/relationships/customXml" Target="../ink/ink1075.xml"/><Relationship Id="rId163" Type="http://schemas.openxmlformats.org/officeDocument/2006/relationships/image" Target="../media/image679.png"/><Relationship Id="rId184" Type="http://schemas.openxmlformats.org/officeDocument/2006/relationships/customXml" Target="../ink/ink1096.xml"/><Relationship Id="rId189" Type="http://schemas.openxmlformats.org/officeDocument/2006/relationships/image" Target="../media/image692.png"/><Relationship Id="rId3" Type="http://schemas.openxmlformats.org/officeDocument/2006/relationships/image" Target="../media/image599.png"/><Relationship Id="rId25" Type="http://schemas.openxmlformats.org/officeDocument/2006/relationships/image" Target="../media/image610.png"/><Relationship Id="rId46" Type="http://schemas.openxmlformats.org/officeDocument/2006/relationships/customXml" Target="../ink/ink1027.xml"/><Relationship Id="rId67" Type="http://schemas.openxmlformats.org/officeDocument/2006/relationships/image" Target="../media/image631.png"/><Relationship Id="rId116" Type="http://schemas.openxmlformats.org/officeDocument/2006/relationships/customXml" Target="../ink/ink1062.xml"/><Relationship Id="rId137" Type="http://schemas.openxmlformats.org/officeDocument/2006/relationships/image" Target="../media/image666.png"/><Relationship Id="rId158" Type="http://schemas.openxmlformats.org/officeDocument/2006/relationships/customXml" Target="../ink/ink1083.xml"/><Relationship Id="rId20" Type="http://schemas.openxmlformats.org/officeDocument/2006/relationships/customXml" Target="../ink/ink1014.xml"/><Relationship Id="rId41" Type="http://schemas.openxmlformats.org/officeDocument/2006/relationships/image" Target="../media/image618.png"/><Relationship Id="rId62" Type="http://schemas.openxmlformats.org/officeDocument/2006/relationships/customXml" Target="../ink/ink1035.xml"/><Relationship Id="rId83" Type="http://schemas.openxmlformats.org/officeDocument/2006/relationships/image" Target="../media/image639.png"/><Relationship Id="rId88" Type="http://schemas.openxmlformats.org/officeDocument/2006/relationships/customXml" Target="../ink/ink1048.xml"/><Relationship Id="rId111" Type="http://schemas.openxmlformats.org/officeDocument/2006/relationships/image" Target="../media/image653.png"/><Relationship Id="rId132" Type="http://schemas.openxmlformats.org/officeDocument/2006/relationships/customXml" Target="../ink/ink1070.xml"/><Relationship Id="rId153" Type="http://schemas.openxmlformats.org/officeDocument/2006/relationships/image" Target="../media/image674.png"/><Relationship Id="rId174" Type="http://schemas.openxmlformats.org/officeDocument/2006/relationships/customXml" Target="../ink/ink1091.xml"/><Relationship Id="rId179" Type="http://schemas.openxmlformats.org/officeDocument/2006/relationships/image" Target="../media/image687.png"/><Relationship Id="rId195" Type="http://schemas.openxmlformats.org/officeDocument/2006/relationships/image" Target="../media/image695.png"/><Relationship Id="rId209" Type="http://schemas.openxmlformats.org/officeDocument/2006/relationships/image" Target="../media/image702.png"/><Relationship Id="rId190" Type="http://schemas.openxmlformats.org/officeDocument/2006/relationships/customXml" Target="../ink/ink1099.xml"/><Relationship Id="rId204" Type="http://schemas.openxmlformats.org/officeDocument/2006/relationships/customXml" Target="../ink/ink1106.xml"/><Relationship Id="rId15" Type="http://schemas.openxmlformats.org/officeDocument/2006/relationships/image" Target="../media/image605.png"/><Relationship Id="rId36" Type="http://schemas.openxmlformats.org/officeDocument/2006/relationships/customXml" Target="../ink/ink1022.xml"/><Relationship Id="rId57" Type="http://schemas.openxmlformats.org/officeDocument/2006/relationships/image" Target="../media/image626.png"/><Relationship Id="rId106" Type="http://schemas.openxmlformats.org/officeDocument/2006/relationships/customXml" Target="../ink/ink1057.xml"/><Relationship Id="rId127" Type="http://schemas.openxmlformats.org/officeDocument/2006/relationships/image" Target="../media/image661.png"/><Relationship Id="rId10" Type="http://schemas.openxmlformats.org/officeDocument/2006/relationships/customXml" Target="../ink/ink1009.xml"/><Relationship Id="rId31" Type="http://schemas.openxmlformats.org/officeDocument/2006/relationships/image" Target="../media/image613.png"/><Relationship Id="rId52" Type="http://schemas.openxmlformats.org/officeDocument/2006/relationships/customXml" Target="../ink/ink1030.xml"/><Relationship Id="rId73" Type="http://schemas.openxmlformats.org/officeDocument/2006/relationships/image" Target="../media/image634.png"/><Relationship Id="rId78" Type="http://schemas.openxmlformats.org/officeDocument/2006/relationships/customXml" Target="../ink/ink1043.xml"/><Relationship Id="rId94" Type="http://schemas.openxmlformats.org/officeDocument/2006/relationships/customXml" Target="../ink/ink1051.xml"/><Relationship Id="rId99" Type="http://schemas.openxmlformats.org/officeDocument/2006/relationships/image" Target="../media/image647.png"/><Relationship Id="rId101" Type="http://schemas.openxmlformats.org/officeDocument/2006/relationships/image" Target="../media/image648.png"/><Relationship Id="rId122" Type="http://schemas.openxmlformats.org/officeDocument/2006/relationships/customXml" Target="../ink/ink1065.xml"/><Relationship Id="rId143" Type="http://schemas.openxmlformats.org/officeDocument/2006/relationships/image" Target="../media/image669.png"/><Relationship Id="rId148" Type="http://schemas.openxmlformats.org/officeDocument/2006/relationships/customXml" Target="../ink/ink1078.xml"/><Relationship Id="rId164" Type="http://schemas.openxmlformats.org/officeDocument/2006/relationships/customXml" Target="../ink/ink1086.xml"/><Relationship Id="rId169" Type="http://schemas.openxmlformats.org/officeDocument/2006/relationships/image" Target="../media/image682.png"/><Relationship Id="rId185" Type="http://schemas.openxmlformats.org/officeDocument/2006/relationships/image" Target="../media/image690.png"/><Relationship Id="rId4" Type="http://schemas.openxmlformats.org/officeDocument/2006/relationships/customXml" Target="../ink/ink1006.xml"/><Relationship Id="rId9" Type="http://schemas.openxmlformats.org/officeDocument/2006/relationships/image" Target="../media/image602.png"/><Relationship Id="rId180" Type="http://schemas.openxmlformats.org/officeDocument/2006/relationships/customXml" Target="../ink/ink1094.xml"/><Relationship Id="rId26" Type="http://schemas.openxmlformats.org/officeDocument/2006/relationships/customXml" Target="../ink/ink1017.xml"/><Relationship Id="rId47" Type="http://schemas.openxmlformats.org/officeDocument/2006/relationships/image" Target="../media/image621.png"/><Relationship Id="rId68" Type="http://schemas.openxmlformats.org/officeDocument/2006/relationships/customXml" Target="../ink/ink1038.xml"/><Relationship Id="rId89" Type="http://schemas.openxmlformats.org/officeDocument/2006/relationships/image" Target="../media/image642.png"/><Relationship Id="rId112" Type="http://schemas.openxmlformats.org/officeDocument/2006/relationships/customXml" Target="../ink/ink1060.xml"/><Relationship Id="rId133" Type="http://schemas.openxmlformats.org/officeDocument/2006/relationships/image" Target="../media/image664.png"/><Relationship Id="rId154" Type="http://schemas.openxmlformats.org/officeDocument/2006/relationships/customXml" Target="../ink/ink1081.xml"/><Relationship Id="rId175" Type="http://schemas.openxmlformats.org/officeDocument/2006/relationships/image" Target="../media/image685.png"/><Relationship Id="rId196" Type="http://schemas.openxmlformats.org/officeDocument/2006/relationships/customXml" Target="../ink/ink1102.xml"/><Relationship Id="rId200" Type="http://schemas.openxmlformats.org/officeDocument/2006/relationships/customXml" Target="../ink/ink1104.xml"/><Relationship Id="rId16" Type="http://schemas.openxmlformats.org/officeDocument/2006/relationships/customXml" Target="../ink/ink1012.xml"/><Relationship Id="rId37" Type="http://schemas.openxmlformats.org/officeDocument/2006/relationships/image" Target="../media/image616.png"/><Relationship Id="rId58" Type="http://schemas.openxmlformats.org/officeDocument/2006/relationships/customXml" Target="../ink/ink1033.xml"/><Relationship Id="rId79" Type="http://schemas.openxmlformats.org/officeDocument/2006/relationships/image" Target="../media/image637.png"/><Relationship Id="rId102" Type="http://schemas.openxmlformats.org/officeDocument/2006/relationships/customXml" Target="../ink/ink1055.xml"/><Relationship Id="rId123" Type="http://schemas.openxmlformats.org/officeDocument/2006/relationships/image" Target="../media/image659.png"/><Relationship Id="rId144" Type="http://schemas.openxmlformats.org/officeDocument/2006/relationships/customXml" Target="../ink/ink1076.xml"/><Relationship Id="rId90" Type="http://schemas.openxmlformats.org/officeDocument/2006/relationships/customXml" Target="../ink/ink1049.xml"/><Relationship Id="rId165" Type="http://schemas.openxmlformats.org/officeDocument/2006/relationships/image" Target="../media/image680.png"/><Relationship Id="rId186" Type="http://schemas.openxmlformats.org/officeDocument/2006/relationships/customXml" Target="../ink/ink1097.xml"/><Relationship Id="rId27" Type="http://schemas.openxmlformats.org/officeDocument/2006/relationships/image" Target="../media/image611.png"/><Relationship Id="rId48" Type="http://schemas.openxmlformats.org/officeDocument/2006/relationships/customXml" Target="../ink/ink1028.xml"/><Relationship Id="rId69" Type="http://schemas.openxmlformats.org/officeDocument/2006/relationships/image" Target="../media/image632.png"/><Relationship Id="rId113" Type="http://schemas.openxmlformats.org/officeDocument/2006/relationships/image" Target="../media/image654.png"/><Relationship Id="rId134" Type="http://schemas.openxmlformats.org/officeDocument/2006/relationships/customXml" Target="../ink/ink1071.xml"/><Relationship Id="rId80" Type="http://schemas.openxmlformats.org/officeDocument/2006/relationships/customXml" Target="../ink/ink1044.xml"/><Relationship Id="rId155" Type="http://schemas.openxmlformats.org/officeDocument/2006/relationships/image" Target="../media/image675.png"/><Relationship Id="rId176" Type="http://schemas.openxmlformats.org/officeDocument/2006/relationships/customXml" Target="../ink/ink1092.xml"/><Relationship Id="rId197" Type="http://schemas.openxmlformats.org/officeDocument/2006/relationships/image" Target="../media/image696.png"/><Relationship Id="rId201" Type="http://schemas.openxmlformats.org/officeDocument/2006/relationships/image" Target="../media/image698.png"/><Relationship Id="rId17" Type="http://schemas.openxmlformats.org/officeDocument/2006/relationships/image" Target="../media/image606.png"/><Relationship Id="rId38" Type="http://schemas.openxmlformats.org/officeDocument/2006/relationships/customXml" Target="../ink/ink1023.xml"/><Relationship Id="rId59" Type="http://schemas.openxmlformats.org/officeDocument/2006/relationships/image" Target="../media/image627.png"/><Relationship Id="rId103" Type="http://schemas.openxmlformats.org/officeDocument/2006/relationships/image" Target="../media/image649.png"/><Relationship Id="rId124" Type="http://schemas.openxmlformats.org/officeDocument/2006/relationships/customXml" Target="../ink/ink1066.xml"/><Relationship Id="rId70" Type="http://schemas.openxmlformats.org/officeDocument/2006/relationships/customXml" Target="../ink/ink1039.xml"/><Relationship Id="rId91" Type="http://schemas.openxmlformats.org/officeDocument/2006/relationships/image" Target="../media/image643.png"/><Relationship Id="rId145" Type="http://schemas.openxmlformats.org/officeDocument/2006/relationships/image" Target="../media/image670.png"/><Relationship Id="rId166" Type="http://schemas.openxmlformats.org/officeDocument/2006/relationships/customXml" Target="../ink/ink1087.xml"/><Relationship Id="rId187" Type="http://schemas.openxmlformats.org/officeDocument/2006/relationships/image" Target="../media/image691.png"/><Relationship Id="rId1" Type="http://schemas.openxmlformats.org/officeDocument/2006/relationships/slideLayout" Target="../slideLayouts/slideLayout5.xml"/><Relationship Id="rId28" Type="http://schemas.openxmlformats.org/officeDocument/2006/relationships/customXml" Target="../ink/ink1018.xml"/><Relationship Id="rId49" Type="http://schemas.openxmlformats.org/officeDocument/2006/relationships/image" Target="../media/image622.png"/><Relationship Id="rId114" Type="http://schemas.openxmlformats.org/officeDocument/2006/relationships/customXml" Target="../ink/ink1061.xml"/><Relationship Id="rId60" Type="http://schemas.openxmlformats.org/officeDocument/2006/relationships/customXml" Target="../ink/ink1034.xml"/><Relationship Id="rId81" Type="http://schemas.openxmlformats.org/officeDocument/2006/relationships/image" Target="../media/image638.png"/><Relationship Id="rId135" Type="http://schemas.openxmlformats.org/officeDocument/2006/relationships/image" Target="../media/image665.png"/><Relationship Id="rId156" Type="http://schemas.openxmlformats.org/officeDocument/2006/relationships/customXml" Target="../ink/ink1082.xml"/><Relationship Id="rId177" Type="http://schemas.openxmlformats.org/officeDocument/2006/relationships/image" Target="../media/image686.png"/><Relationship Id="rId198" Type="http://schemas.openxmlformats.org/officeDocument/2006/relationships/customXml" Target="../ink/ink1103.xml"/><Relationship Id="rId202" Type="http://schemas.openxmlformats.org/officeDocument/2006/relationships/customXml" Target="../ink/ink1105.xml"/><Relationship Id="rId18" Type="http://schemas.openxmlformats.org/officeDocument/2006/relationships/customXml" Target="../ink/ink1013.xml"/><Relationship Id="rId39" Type="http://schemas.openxmlformats.org/officeDocument/2006/relationships/image" Target="../media/image617.png"/><Relationship Id="rId50" Type="http://schemas.openxmlformats.org/officeDocument/2006/relationships/customXml" Target="../ink/ink1029.xml"/><Relationship Id="rId104" Type="http://schemas.openxmlformats.org/officeDocument/2006/relationships/customXml" Target="../ink/ink1056.xml"/><Relationship Id="rId125" Type="http://schemas.openxmlformats.org/officeDocument/2006/relationships/image" Target="../media/image660.png"/><Relationship Id="rId146" Type="http://schemas.openxmlformats.org/officeDocument/2006/relationships/customXml" Target="../ink/ink1077.xml"/><Relationship Id="rId167" Type="http://schemas.openxmlformats.org/officeDocument/2006/relationships/image" Target="../media/image681.png"/><Relationship Id="rId188" Type="http://schemas.openxmlformats.org/officeDocument/2006/relationships/customXml" Target="../ink/ink1098.xml"/><Relationship Id="rId71" Type="http://schemas.openxmlformats.org/officeDocument/2006/relationships/image" Target="../media/image633.png"/><Relationship Id="rId92" Type="http://schemas.openxmlformats.org/officeDocument/2006/relationships/customXml" Target="../ink/ink1050.xml"/><Relationship Id="rId2" Type="http://schemas.openxmlformats.org/officeDocument/2006/relationships/oleObject" Target="../embeddings/oleObject2.bin"/><Relationship Id="rId29" Type="http://schemas.openxmlformats.org/officeDocument/2006/relationships/image" Target="../media/image612.png"/><Relationship Id="rId40" Type="http://schemas.openxmlformats.org/officeDocument/2006/relationships/customXml" Target="../ink/ink1024.xml"/><Relationship Id="rId115" Type="http://schemas.openxmlformats.org/officeDocument/2006/relationships/image" Target="../media/image655.png"/><Relationship Id="rId136" Type="http://schemas.openxmlformats.org/officeDocument/2006/relationships/customXml" Target="../ink/ink1072.xml"/><Relationship Id="rId157" Type="http://schemas.openxmlformats.org/officeDocument/2006/relationships/image" Target="../media/image676.png"/><Relationship Id="rId178" Type="http://schemas.openxmlformats.org/officeDocument/2006/relationships/customXml" Target="../ink/ink1093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66.xml"/><Relationship Id="rId21" Type="http://schemas.openxmlformats.org/officeDocument/2006/relationships/customXml" Target="../ink/ink1118.xml"/><Relationship Id="rId42" Type="http://schemas.openxmlformats.org/officeDocument/2006/relationships/image" Target="../media/image723.png"/><Relationship Id="rId63" Type="http://schemas.openxmlformats.org/officeDocument/2006/relationships/customXml" Target="../ink/ink1139.xml"/><Relationship Id="rId84" Type="http://schemas.openxmlformats.org/officeDocument/2006/relationships/image" Target="../media/image744.png"/><Relationship Id="rId138" Type="http://schemas.openxmlformats.org/officeDocument/2006/relationships/image" Target="../media/image7710.png"/><Relationship Id="rId159" Type="http://schemas.openxmlformats.org/officeDocument/2006/relationships/customXml" Target="../ink/ink1187.xml"/><Relationship Id="rId170" Type="http://schemas.openxmlformats.org/officeDocument/2006/relationships/image" Target="../media/image7870.png"/><Relationship Id="rId107" Type="http://schemas.openxmlformats.org/officeDocument/2006/relationships/customXml" Target="../ink/ink1161.xml"/><Relationship Id="rId11" Type="http://schemas.openxmlformats.org/officeDocument/2006/relationships/customXml" Target="../ink/ink1113.xml"/><Relationship Id="rId32" Type="http://schemas.openxmlformats.org/officeDocument/2006/relationships/image" Target="../media/image718.png"/><Relationship Id="rId53" Type="http://schemas.openxmlformats.org/officeDocument/2006/relationships/customXml" Target="../ink/ink1134.xml"/><Relationship Id="rId74" Type="http://schemas.openxmlformats.org/officeDocument/2006/relationships/image" Target="../media/image739.png"/><Relationship Id="rId128" Type="http://schemas.openxmlformats.org/officeDocument/2006/relationships/image" Target="../media/image7660.png"/><Relationship Id="rId149" Type="http://schemas.openxmlformats.org/officeDocument/2006/relationships/customXml" Target="../ink/ink1182.xml"/><Relationship Id="rId5" Type="http://schemas.openxmlformats.org/officeDocument/2006/relationships/customXml" Target="../ink/ink1110.xml"/><Relationship Id="rId95" Type="http://schemas.openxmlformats.org/officeDocument/2006/relationships/customXml" Target="../ink/ink1155.xml"/><Relationship Id="rId160" Type="http://schemas.openxmlformats.org/officeDocument/2006/relationships/image" Target="../media/image7820.png"/><Relationship Id="rId22" Type="http://schemas.openxmlformats.org/officeDocument/2006/relationships/image" Target="../media/image713.png"/><Relationship Id="rId43" Type="http://schemas.openxmlformats.org/officeDocument/2006/relationships/customXml" Target="../ink/ink1129.xml"/><Relationship Id="rId64" Type="http://schemas.openxmlformats.org/officeDocument/2006/relationships/image" Target="../media/image734.png"/><Relationship Id="rId118" Type="http://schemas.openxmlformats.org/officeDocument/2006/relationships/image" Target="../media/image7610.png"/><Relationship Id="rId139" Type="http://schemas.openxmlformats.org/officeDocument/2006/relationships/customXml" Target="../ink/ink1177.xml"/><Relationship Id="rId85" Type="http://schemas.openxmlformats.org/officeDocument/2006/relationships/customXml" Target="../ink/ink1150.xml"/><Relationship Id="rId150" Type="http://schemas.openxmlformats.org/officeDocument/2006/relationships/image" Target="../media/image7770.png"/><Relationship Id="rId171" Type="http://schemas.openxmlformats.org/officeDocument/2006/relationships/customXml" Target="../ink/ink1193.xml"/><Relationship Id="rId12" Type="http://schemas.openxmlformats.org/officeDocument/2006/relationships/image" Target="../media/image708.png"/><Relationship Id="rId33" Type="http://schemas.openxmlformats.org/officeDocument/2006/relationships/customXml" Target="../ink/ink1124.xml"/><Relationship Id="rId108" Type="http://schemas.openxmlformats.org/officeDocument/2006/relationships/image" Target="../media/image7560.png"/><Relationship Id="rId129" Type="http://schemas.openxmlformats.org/officeDocument/2006/relationships/customXml" Target="../ink/ink1172.xml"/><Relationship Id="rId54" Type="http://schemas.openxmlformats.org/officeDocument/2006/relationships/image" Target="../media/image729.png"/><Relationship Id="rId75" Type="http://schemas.openxmlformats.org/officeDocument/2006/relationships/customXml" Target="../ink/ink1145.xml"/><Relationship Id="rId96" Type="http://schemas.openxmlformats.org/officeDocument/2006/relationships/image" Target="../media/image750.png"/><Relationship Id="rId140" Type="http://schemas.openxmlformats.org/officeDocument/2006/relationships/image" Target="../media/image7720.png"/><Relationship Id="rId161" Type="http://schemas.openxmlformats.org/officeDocument/2006/relationships/customXml" Target="../ink/ink11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5.png"/><Relationship Id="rId23" Type="http://schemas.openxmlformats.org/officeDocument/2006/relationships/customXml" Target="../ink/ink1119.xml"/><Relationship Id="rId28" Type="http://schemas.openxmlformats.org/officeDocument/2006/relationships/image" Target="../media/image716.png"/><Relationship Id="rId49" Type="http://schemas.openxmlformats.org/officeDocument/2006/relationships/customXml" Target="../ink/ink1132.xml"/><Relationship Id="rId114" Type="http://schemas.openxmlformats.org/officeDocument/2006/relationships/image" Target="../media/image7590.png"/><Relationship Id="rId119" Type="http://schemas.openxmlformats.org/officeDocument/2006/relationships/customXml" Target="../ink/ink1167.xml"/><Relationship Id="rId44" Type="http://schemas.openxmlformats.org/officeDocument/2006/relationships/image" Target="../media/image724.png"/><Relationship Id="rId60" Type="http://schemas.openxmlformats.org/officeDocument/2006/relationships/image" Target="../media/image732.png"/><Relationship Id="rId65" Type="http://schemas.openxmlformats.org/officeDocument/2006/relationships/customXml" Target="../ink/ink1140.xml"/><Relationship Id="rId81" Type="http://schemas.openxmlformats.org/officeDocument/2006/relationships/customXml" Target="../ink/ink1148.xml"/><Relationship Id="rId86" Type="http://schemas.openxmlformats.org/officeDocument/2006/relationships/image" Target="../media/image745.png"/><Relationship Id="rId130" Type="http://schemas.openxmlformats.org/officeDocument/2006/relationships/image" Target="../media/image7670.png"/><Relationship Id="rId135" Type="http://schemas.openxmlformats.org/officeDocument/2006/relationships/customXml" Target="../ink/ink1175.xml"/><Relationship Id="rId151" Type="http://schemas.openxmlformats.org/officeDocument/2006/relationships/customXml" Target="../ink/ink1183.xml"/><Relationship Id="rId156" Type="http://schemas.openxmlformats.org/officeDocument/2006/relationships/image" Target="../media/image7800.png"/><Relationship Id="rId172" Type="http://schemas.openxmlformats.org/officeDocument/2006/relationships/image" Target="../media/image7880.png"/><Relationship Id="rId13" Type="http://schemas.openxmlformats.org/officeDocument/2006/relationships/customXml" Target="../ink/ink1114.xml"/><Relationship Id="rId18" Type="http://schemas.openxmlformats.org/officeDocument/2006/relationships/image" Target="../media/image711.png"/><Relationship Id="rId39" Type="http://schemas.openxmlformats.org/officeDocument/2006/relationships/customXml" Target="../ink/ink1127.xml"/><Relationship Id="rId109" Type="http://schemas.openxmlformats.org/officeDocument/2006/relationships/customXml" Target="../ink/ink1162.xml"/><Relationship Id="rId34" Type="http://schemas.openxmlformats.org/officeDocument/2006/relationships/image" Target="../media/image719.png"/><Relationship Id="rId50" Type="http://schemas.openxmlformats.org/officeDocument/2006/relationships/image" Target="../media/image727.png"/><Relationship Id="rId55" Type="http://schemas.openxmlformats.org/officeDocument/2006/relationships/customXml" Target="../ink/ink1135.xml"/><Relationship Id="rId76" Type="http://schemas.openxmlformats.org/officeDocument/2006/relationships/image" Target="../media/image740.png"/><Relationship Id="rId97" Type="http://schemas.openxmlformats.org/officeDocument/2006/relationships/customXml" Target="../ink/ink1156.xml"/><Relationship Id="rId104" Type="http://schemas.openxmlformats.org/officeDocument/2006/relationships/image" Target="../media/image7540.png"/><Relationship Id="rId120" Type="http://schemas.openxmlformats.org/officeDocument/2006/relationships/image" Target="../media/image7620.png"/><Relationship Id="rId125" Type="http://schemas.openxmlformats.org/officeDocument/2006/relationships/customXml" Target="../ink/ink1170.xml"/><Relationship Id="rId141" Type="http://schemas.openxmlformats.org/officeDocument/2006/relationships/customXml" Target="../ink/ink1178.xml"/><Relationship Id="rId146" Type="http://schemas.openxmlformats.org/officeDocument/2006/relationships/image" Target="../media/image7750.png"/><Relationship Id="rId167" Type="http://schemas.openxmlformats.org/officeDocument/2006/relationships/customXml" Target="../ink/ink1191.xml"/><Relationship Id="rId7" Type="http://schemas.openxmlformats.org/officeDocument/2006/relationships/customXml" Target="../ink/ink1111.xml"/><Relationship Id="rId71" Type="http://schemas.openxmlformats.org/officeDocument/2006/relationships/customXml" Target="../ink/ink1143.xml"/><Relationship Id="rId92" Type="http://schemas.openxmlformats.org/officeDocument/2006/relationships/image" Target="../media/image748.png"/><Relationship Id="rId162" Type="http://schemas.openxmlformats.org/officeDocument/2006/relationships/image" Target="../media/image7830.png"/><Relationship Id="rId2" Type="http://schemas.openxmlformats.org/officeDocument/2006/relationships/image" Target="../media/image600.emf"/><Relationship Id="rId29" Type="http://schemas.openxmlformats.org/officeDocument/2006/relationships/customXml" Target="../ink/ink1122.xml"/><Relationship Id="rId24" Type="http://schemas.openxmlformats.org/officeDocument/2006/relationships/image" Target="../media/image714.png"/><Relationship Id="rId40" Type="http://schemas.openxmlformats.org/officeDocument/2006/relationships/image" Target="../media/image722.png"/><Relationship Id="rId45" Type="http://schemas.openxmlformats.org/officeDocument/2006/relationships/customXml" Target="../ink/ink1130.xml"/><Relationship Id="rId66" Type="http://schemas.openxmlformats.org/officeDocument/2006/relationships/image" Target="../media/image735.png"/><Relationship Id="rId87" Type="http://schemas.openxmlformats.org/officeDocument/2006/relationships/customXml" Target="../ink/ink1151.xml"/><Relationship Id="rId110" Type="http://schemas.openxmlformats.org/officeDocument/2006/relationships/image" Target="../media/image7570.png"/><Relationship Id="rId115" Type="http://schemas.openxmlformats.org/officeDocument/2006/relationships/customXml" Target="../ink/ink1165.xml"/><Relationship Id="rId131" Type="http://schemas.openxmlformats.org/officeDocument/2006/relationships/customXml" Target="../ink/ink1173.xml"/><Relationship Id="rId136" Type="http://schemas.openxmlformats.org/officeDocument/2006/relationships/image" Target="../media/image7700.png"/><Relationship Id="rId157" Type="http://schemas.openxmlformats.org/officeDocument/2006/relationships/customXml" Target="../ink/ink1186.xml"/><Relationship Id="rId61" Type="http://schemas.openxmlformats.org/officeDocument/2006/relationships/customXml" Target="../ink/ink1138.xml"/><Relationship Id="rId82" Type="http://schemas.openxmlformats.org/officeDocument/2006/relationships/image" Target="../media/image743.png"/><Relationship Id="rId152" Type="http://schemas.openxmlformats.org/officeDocument/2006/relationships/image" Target="../media/image7780.png"/><Relationship Id="rId173" Type="http://schemas.openxmlformats.org/officeDocument/2006/relationships/customXml" Target="../ink/ink1194.xml"/><Relationship Id="rId19" Type="http://schemas.openxmlformats.org/officeDocument/2006/relationships/customXml" Target="../ink/ink1117.xml"/><Relationship Id="rId14" Type="http://schemas.openxmlformats.org/officeDocument/2006/relationships/image" Target="../media/image709.png"/><Relationship Id="rId30" Type="http://schemas.openxmlformats.org/officeDocument/2006/relationships/image" Target="../media/image717.png"/><Relationship Id="rId35" Type="http://schemas.openxmlformats.org/officeDocument/2006/relationships/customXml" Target="../ink/ink1125.xml"/><Relationship Id="rId56" Type="http://schemas.openxmlformats.org/officeDocument/2006/relationships/image" Target="../media/image730.png"/><Relationship Id="rId77" Type="http://schemas.openxmlformats.org/officeDocument/2006/relationships/customXml" Target="../ink/ink1146.xml"/><Relationship Id="rId100" Type="http://schemas.openxmlformats.org/officeDocument/2006/relationships/image" Target="../media/image7520.png"/><Relationship Id="rId105" Type="http://schemas.openxmlformats.org/officeDocument/2006/relationships/customXml" Target="../ink/ink1160.xml"/><Relationship Id="rId126" Type="http://schemas.openxmlformats.org/officeDocument/2006/relationships/image" Target="../media/image7650.png"/><Relationship Id="rId147" Type="http://schemas.openxmlformats.org/officeDocument/2006/relationships/customXml" Target="../ink/ink1181.xml"/><Relationship Id="rId168" Type="http://schemas.openxmlformats.org/officeDocument/2006/relationships/image" Target="../media/image7860.png"/><Relationship Id="rId8" Type="http://schemas.openxmlformats.org/officeDocument/2006/relationships/image" Target="../media/image706.png"/><Relationship Id="rId51" Type="http://schemas.openxmlformats.org/officeDocument/2006/relationships/customXml" Target="../ink/ink1133.xml"/><Relationship Id="rId72" Type="http://schemas.openxmlformats.org/officeDocument/2006/relationships/image" Target="../media/image738.png"/><Relationship Id="rId93" Type="http://schemas.openxmlformats.org/officeDocument/2006/relationships/customXml" Target="../ink/ink1154.xml"/><Relationship Id="rId98" Type="http://schemas.openxmlformats.org/officeDocument/2006/relationships/image" Target="../media/image7510.png"/><Relationship Id="rId121" Type="http://schemas.openxmlformats.org/officeDocument/2006/relationships/customXml" Target="../ink/ink1168.xml"/><Relationship Id="rId142" Type="http://schemas.openxmlformats.org/officeDocument/2006/relationships/image" Target="../media/image7730.png"/><Relationship Id="rId163" Type="http://schemas.openxmlformats.org/officeDocument/2006/relationships/customXml" Target="../ink/ink1189.xml"/><Relationship Id="rId3" Type="http://schemas.openxmlformats.org/officeDocument/2006/relationships/customXml" Target="../ink/ink1109.xml"/><Relationship Id="rId25" Type="http://schemas.openxmlformats.org/officeDocument/2006/relationships/customXml" Target="../ink/ink1120.xml"/><Relationship Id="rId46" Type="http://schemas.openxmlformats.org/officeDocument/2006/relationships/image" Target="../media/image725.png"/><Relationship Id="rId67" Type="http://schemas.openxmlformats.org/officeDocument/2006/relationships/customXml" Target="../ink/ink1141.xml"/><Relationship Id="rId116" Type="http://schemas.openxmlformats.org/officeDocument/2006/relationships/image" Target="../media/image7600.png"/><Relationship Id="rId137" Type="http://schemas.openxmlformats.org/officeDocument/2006/relationships/customXml" Target="../ink/ink1176.xml"/><Relationship Id="rId158" Type="http://schemas.openxmlformats.org/officeDocument/2006/relationships/image" Target="../media/image7810.png"/><Relationship Id="rId20" Type="http://schemas.openxmlformats.org/officeDocument/2006/relationships/image" Target="../media/image712.png"/><Relationship Id="rId41" Type="http://schemas.openxmlformats.org/officeDocument/2006/relationships/customXml" Target="../ink/ink1128.xml"/><Relationship Id="rId62" Type="http://schemas.openxmlformats.org/officeDocument/2006/relationships/image" Target="../media/image733.png"/><Relationship Id="rId83" Type="http://schemas.openxmlformats.org/officeDocument/2006/relationships/customXml" Target="../ink/ink1149.xml"/><Relationship Id="rId88" Type="http://schemas.openxmlformats.org/officeDocument/2006/relationships/image" Target="../media/image746.png"/><Relationship Id="rId111" Type="http://schemas.openxmlformats.org/officeDocument/2006/relationships/customXml" Target="../ink/ink1163.xml"/><Relationship Id="rId132" Type="http://schemas.openxmlformats.org/officeDocument/2006/relationships/image" Target="../media/image7680.png"/><Relationship Id="rId153" Type="http://schemas.openxmlformats.org/officeDocument/2006/relationships/customXml" Target="../ink/ink1184.xml"/><Relationship Id="rId174" Type="http://schemas.openxmlformats.org/officeDocument/2006/relationships/image" Target="../media/image7890.png"/><Relationship Id="rId15" Type="http://schemas.openxmlformats.org/officeDocument/2006/relationships/customXml" Target="../ink/ink1115.xml"/><Relationship Id="rId36" Type="http://schemas.openxmlformats.org/officeDocument/2006/relationships/image" Target="../media/image720.png"/><Relationship Id="rId57" Type="http://schemas.openxmlformats.org/officeDocument/2006/relationships/customXml" Target="../ink/ink1136.xml"/><Relationship Id="rId106" Type="http://schemas.openxmlformats.org/officeDocument/2006/relationships/image" Target="../media/image7550.png"/><Relationship Id="rId127" Type="http://schemas.openxmlformats.org/officeDocument/2006/relationships/customXml" Target="../ink/ink1171.xml"/><Relationship Id="rId10" Type="http://schemas.openxmlformats.org/officeDocument/2006/relationships/image" Target="../media/image707.png"/><Relationship Id="rId31" Type="http://schemas.openxmlformats.org/officeDocument/2006/relationships/customXml" Target="../ink/ink1123.xml"/><Relationship Id="rId52" Type="http://schemas.openxmlformats.org/officeDocument/2006/relationships/image" Target="../media/image728.png"/><Relationship Id="rId73" Type="http://schemas.openxmlformats.org/officeDocument/2006/relationships/customXml" Target="../ink/ink1144.xml"/><Relationship Id="rId78" Type="http://schemas.openxmlformats.org/officeDocument/2006/relationships/image" Target="../media/image741.png"/><Relationship Id="rId94" Type="http://schemas.openxmlformats.org/officeDocument/2006/relationships/image" Target="../media/image749.png"/><Relationship Id="rId99" Type="http://schemas.openxmlformats.org/officeDocument/2006/relationships/customXml" Target="../ink/ink1157.xml"/><Relationship Id="rId101" Type="http://schemas.openxmlformats.org/officeDocument/2006/relationships/customXml" Target="../ink/ink1158.xml"/><Relationship Id="rId122" Type="http://schemas.openxmlformats.org/officeDocument/2006/relationships/image" Target="../media/image7630.png"/><Relationship Id="rId143" Type="http://schemas.openxmlformats.org/officeDocument/2006/relationships/customXml" Target="../ink/ink1179.xml"/><Relationship Id="rId148" Type="http://schemas.openxmlformats.org/officeDocument/2006/relationships/image" Target="../media/image7760.png"/><Relationship Id="rId164" Type="http://schemas.openxmlformats.org/officeDocument/2006/relationships/image" Target="../media/image7840.png"/><Relationship Id="rId169" Type="http://schemas.openxmlformats.org/officeDocument/2006/relationships/customXml" Target="../ink/ink1192.xml"/><Relationship Id="rId4" Type="http://schemas.openxmlformats.org/officeDocument/2006/relationships/image" Target="../media/image704.png"/><Relationship Id="rId9" Type="http://schemas.openxmlformats.org/officeDocument/2006/relationships/customXml" Target="../ink/ink1112.xml"/><Relationship Id="rId26" Type="http://schemas.openxmlformats.org/officeDocument/2006/relationships/image" Target="../media/image715.png"/><Relationship Id="rId47" Type="http://schemas.openxmlformats.org/officeDocument/2006/relationships/customXml" Target="../ink/ink1131.xml"/><Relationship Id="rId68" Type="http://schemas.openxmlformats.org/officeDocument/2006/relationships/image" Target="../media/image736.png"/><Relationship Id="rId89" Type="http://schemas.openxmlformats.org/officeDocument/2006/relationships/customXml" Target="../ink/ink1152.xml"/><Relationship Id="rId112" Type="http://schemas.openxmlformats.org/officeDocument/2006/relationships/image" Target="../media/image7580.png"/><Relationship Id="rId133" Type="http://schemas.openxmlformats.org/officeDocument/2006/relationships/customXml" Target="../ink/ink1174.xml"/><Relationship Id="rId154" Type="http://schemas.openxmlformats.org/officeDocument/2006/relationships/image" Target="../media/image7790.png"/><Relationship Id="rId16" Type="http://schemas.openxmlformats.org/officeDocument/2006/relationships/image" Target="../media/image710.png"/><Relationship Id="rId37" Type="http://schemas.openxmlformats.org/officeDocument/2006/relationships/customXml" Target="../ink/ink1126.xml"/><Relationship Id="rId58" Type="http://schemas.openxmlformats.org/officeDocument/2006/relationships/image" Target="../media/image731.png"/><Relationship Id="rId79" Type="http://schemas.openxmlformats.org/officeDocument/2006/relationships/customXml" Target="../ink/ink1147.xml"/><Relationship Id="rId102" Type="http://schemas.openxmlformats.org/officeDocument/2006/relationships/image" Target="../media/image7530.png"/><Relationship Id="rId123" Type="http://schemas.openxmlformats.org/officeDocument/2006/relationships/customXml" Target="../ink/ink1169.xml"/><Relationship Id="rId144" Type="http://schemas.openxmlformats.org/officeDocument/2006/relationships/image" Target="../media/image7740.png"/><Relationship Id="rId90" Type="http://schemas.openxmlformats.org/officeDocument/2006/relationships/image" Target="../media/image747.png"/><Relationship Id="rId165" Type="http://schemas.openxmlformats.org/officeDocument/2006/relationships/customXml" Target="../ink/ink1190.xml"/><Relationship Id="rId27" Type="http://schemas.openxmlformats.org/officeDocument/2006/relationships/customXml" Target="../ink/ink1121.xml"/><Relationship Id="rId48" Type="http://schemas.openxmlformats.org/officeDocument/2006/relationships/image" Target="../media/image726.png"/><Relationship Id="rId69" Type="http://schemas.openxmlformats.org/officeDocument/2006/relationships/customXml" Target="../ink/ink1142.xml"/><Relationship Id="rId113" Type="http://schemas.openxmlformats.org/officeDocument/2006/relationships/customXml" Target="../ink/ink1164.xml"/><Relationship Id="rId134" Type="http://schemas.openxmlformats.org/officeDocument/2006/relationships/image" Target="../media/image7690.png"/><Relationship Id="rId80" Type="http://schemas.openxmlformats.org/officeDocument/2006/relationships/image" Target="../media/image742.png"/><Relationship Id="rId155" Type="http://schemas.openxmlformats.org/officeDocument/2006/relationships/customXml" Target="../ink/ink1185.xml"/><Relationship Id="rId17" Type="http://schemas.openxmlformats.org/officeDocument/2006/relationships/customXml" Target="../ink/ink1116.xml"/><Relationship Id="rId38" Type="http://schemas.openxmlformats.org/officeDocument/2006/relationships/image" Target="../media/image721.png"/><Relationship Id="rId59" Type="http://schemas.openxmlformats.org/officeDocument/2006/relationships/customXml" Target="../ink/ink1137.xml"/><Relationship Id="rId103" Type="http://schemas.openxmlformats.org/officeDocument/2006/relationships/customXml" Target="../ink/ink1159.xml"/><Relationship Id="rId124" Type="http://schemas.openxmlformats.org/officeDocument/2006/relationships/image" Target="../media/image7640.png"/><Relationship Id="rId70" Type="http://schemas.openxmlformats.org/officeDocument/2006/relationships/image" Target="../media/image737.png"/><Relationship Id="rId91" Type="http://schemas.openxmlformats.org/officeDocument/2006/relationships/customXml" Target="../ink/ink1153.xml"/><Relationship Id="rId145" Type="http://schemas.openxmlformats.org/officeDocument/2006/relationships/customXml" Target="../ink/ink1180.xml"/><Relationship Id="rId166" Type="http://schemas.openxmlformats.org/officeDocument/2006/relationships/image" Target="../media/image78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3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52.xml"/><Relationship Id="rId21" Type="http://schemas.openxmlformats.org/officeDocument/2006/relationships/customXml" Target="../ink/ink1204.xml"/><Relationship Id="rId42" Type="http://schemas.openxmlformats.org/officeDocument/2006/relationships/image" Target="../media/image8110.png"/><Relationship Id="rId63" Type="http://schemas.openxmlformats.org/officeDocument/2006/relationships/customXml" Target="../ink/ink1225.xml"/><Relationship Id="rId84" Type="http://schemas.openxmlformats.org/officeDocument/2006/relationships/image" Target="../media/image8320.png"/><Relationship Id="rId16" Type="http://schemas.openxmlformats.org/officeDocument/2006/relationships/image" Target="../media/image7980.png"/><Relationship Id="rId107" Type="http://schemas.openxmlformats.org/officeDocument/2006/relationships/customXml" Target="../ink/ink1247.xml"/><Relationship Id="rId11" Type="http://schemas.openxmlformats.org/officeDocument/2006/relationships/customXml" Target="../ink/ink1199.xml"/><Relationship Id="rId32" Type="http://schemas.openxmlformats.org/officeDocument/2006/relationships/image" Target="../media/image8060.png"/><Relationship Id="rId37" Type="http://schemas.openxmlformats.org/officeDocument/2006/relationships/customXml" Target="../ink/ink1212.xml"/><Relationship Id="rId53" Type="http://schemas.openxmlformats.org/officeDocument/2006/relationships/customXml" Target="../ink/ink1220.xml"/><Relationship Id="rId58" Type="http://schemas.openxmlformats.org/officeDocument/2006/relationships/image" Target="../media/image8190.png"/><Relationship Id="rId74" Type="http://schemas.openxmlformats.org/officeDocument/2006/relationships/image" Target="../media/image8270.png"/><Relationship Id="rId79" Type="http://schemas.openxmlformats.org/officeDocument/2006/relationships/customXml" Target="../ink/ink1233.xml"/><Relationship Id="rId102" Type="http://schemas.openxmlformats.org/officeDocument/2006/relationships/image" Target="../media/image8410.png"/><Relationship Id="rId123" Type="http://schemas.openxmlformats.org/officeDocument/2006/relationships/customXml" Target="../ink/ink1255.xml"/><Relationship Id="rId128" Type="http://schemas.openxmlformats.org/officeDocument/2006/relationships/image" Target="../media/image8540.png"/><Relationship Id="rId5" Type="http://schemas.openxmlformats.org/officeDocument/2006/relationships/customXml" Target="../ink/ink1196.xml"/><Relationship Id="rId90" Type="http://schemas.openxmlformats.org/officeDocument/2006/relationships/image" Target="../media/image8350.png"/><Relationship Id="rId95" Type="http://schemas.openxmlformats.org/officeDocument/2006/relationships/customXml" Target="../ink/ink1241.xml"/><Relationship Id="rId22" Type="http://schemas.openxmlformats.org/officeDocument/2006/relationships/image" Target="../media/image8010.png"/><Relationship Id="rId27" Type="http://schemas.openxmlformats.org/officeDocument/2006/relationships/customXml" Target="../ink/ink1207.xml"/><Relationship Id="rId43" Type="http://schemas.openxmlformats.org/officeDocument/2006/relationships/customXml" Target="../ink/ink1215.xml"/><Relationship Id="rId48" Type="http://schemas.openxmlformats.org/officeDocument/2006/relationships/image" Target="../media/image8140.png"/><Relationship Id="rId64" Type="http://schemas.openxmlformats.org/officeDocument/2006/relationships/image" Target="../media/image8220.png"/><Relationship Id="rId69" Type="http://schemas.openxmlformats.org/officeDocument/2006/relationships/customXml" Target="../ink/ink1228.xml"/><Relationship Id="rId113" Type="http://schemas.openxmlformats.org/officeDocument/2006/relationships/customXml" Target="../ink/ink1250.xml"/><Relationship Id="rId118" Type="http://schemas.openxmlformats.org/officeDocument/2006/relationships/image" Target="../media/image8490.png"/><Relationship Id="rId134" Type="http://schemas.openxmlformats.org/officeDocument/2006/relationships/image" Target="../media/image8570.png"/><Relationship Id="rId80" Type="http://schemas.openxmlformats.org/officeDocument/2006/relationships/image" Target="../media/image8300.png"/><Relationship Id="rId85" Type="http://schemas.openxmlformats.org/officeDocument/2006/relationships/customXml" Target="../ink/ink1236.xml"/><Relationship Id="rId12" Type="http://schemas.openxmlformats.org/officeDocument/2006/relationships/image" Target="../media/image7960.png"/><Relationship Id="rId17" Type="http://schemas.openxmlformats.org/officeDocument/2006/relationships/customXml" Target="../ink/ink1202.xml"/><Relationship Id="rId33" Type="http://schemas.openxmlformats.org/officeDocument/2006/relationships/customXml" Target="../ink/ink1210.xml"/><Relationship Id="rId38" Type="http://schemas.openxmlformats.org/officeDocument/2006/relationships/image" Target="../media/image8090.png"/><Relationship Id="rId59" Type="http://schemas.openxmlformats.org/officeDocument/2006/relationships/customXml" Target="../ink/ink1223.xml"/><Relationship Id="rId103" Type="http://schemas.openxmlformats.org/officeDocument/2006/relationships/customXml" Target="../ink/ink1245.xml"/><Relationship Id="rId108" Type="http://schemas.openxmlformats.org/officeDocument/2006/relationships/image" Target="../media/image8440.png"/><Relationship Id="rId124" Type="http://schemas.openxmlformats.org/officeDocument/2006/relationships/image" Target="../media/image8520.png"/><Relationship Id="rId129" Type="http://schemas.openxmlformats.org/officeDocument/2006/relationships/customXml" Target="../ink/ink1258.xml"/><Relationship Id="rId54" Type="http://schemas.openxmlformats.org/officeDocument/2006/relationships/image" Target="../media/image8170.png"/><Relationship Id="rId70" Type="http://schemas.openxmlformats.org/officeDocument/2006/relationships/image" Target="../media/image8250.png"/><Relationship Id="rId75" Type="http://schemas.openxmlformats.org/officeDocument/2006/relationships/customXml" Target="../ink/ink1231.xml"/><Relationship Id="rId91" Type="http://schemas.openxmlformats.org/officeDocument/2006/relationships/customXml" Target="../ink/ink1239.xml"/><Relationship Id="rId96" Type="http://schemas.openxmlformats.org/officeDocument/2006/relationships/image" Target="../media/image83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3.png"/><Relationship Id="rId23" Type="http://schemas.openxmlformats.org/officeDocument/2006/relationships/customXml" Target="../ink/ink1205.xml"/><Relationship Id="rId28" Type="http://schemas.openxmlformats.org/officeDocument/2006/relationships/image" Target="../media/image8040.png"/><Relationship Id="rId49" Type="http://schemas.openxmlformats.org/officeDocument/2006/relationships/customXml" Target="../ink/ink1218.xml"/><Relationship Id="rId114" Type="http://schemas.openxmlformats.org/officeDocument/2006/relationships/image" Target="../media/image8470.png"/><Relationship Id="rId119" Type="http://schemas.openxmlformats.org/officeDocument/2006/relationships/customXml" Target="../ink/ink1253.xml"/><Relationship Id="rId44" Type="http://schemas.openxmlformats.org/officeDocument/2006/relationships/image" Target="../media/image8120.png"/><Relationship Id="rId60" Type="http://schemas.openxmlformats.org/officeDocument/2006/relationships/image" Target="../media/image8200.png"/><Relationship Id="rId65" Type="http://schemas.openxmlformats.org/officeDocument/2006/relationships/customXml" Target="../ink/ink1226.xml"/><Relationship Id="rId81" Type="http://schemas.openxmlformats.org/officeDocument/2006/relationships/customXml" Target="../ink/ink1234.xml"/><Relationship Id="rId86" Type="http://schemas.openxmlformats.org/officeDocument/2006/relationships/image" Target="../media/image8330.png"/><Relationship Id="rId130" Type="http://schemas.openxmlformats.org/officeDocument/2006/relationships/image" Target="../media/image8550.png"/><Relationship Id="rId135" Type="http://schemas.openxmlformats.org/officeDocument/2006/relationships/customXml" Target="../ink/ink1261.xml"/><Relationship Id="rId13" Type="http://schemas.openxmlformats.org/officeDocument/2006/relationships/customXml" Target="../ink/ink1200.xml"/><Relationship Id="rId18" Type="http://schemas.openxmlformats.org/officeDocument/2006/relationships/image" Target="../media/image7990.png"/><Relationship Id="rId39" Type="http://schemas.openxmlformats.org/officeDocument/2006/relationships/customXml" Target="../ink/ink1213.xml"/><Relationship Id="rId109" Type="http://schemas.openxmlformats.org/officeDocument/2006/relationships/customXml" Target="../ink/ink1248.xml"/><Relationship Id="rId34" Type="http://schemas.openxmlformats.org/officeDocument/2006/relationships/image" Target="../media/image8070.png"/><Relationship Id="rId50" Type="http://schemas.openxmlformats.org/officeDocument/2006/relationships/image" Target="../media/image8150.png"/><Relationship Id="rId55" Type="http://schemas.openxmlformats.org/officeDocument/2006/relationships/customXml" Target="../ink/ink1221.xml"/><Relationship Id="rId76" Type="http://schemas.openxmlformats.org/officeDocument/2006/relationships/image" Target="../media/image8280.png"/><Relationship Id="rId97" Type="http://schemas.openxmlformats.org/officeDocument/2006/relationships/customXml" Target="../ink/ink1242.xml"/><Relationship Id="rId104" Type="http://schemas.openxmlformats.org/officeDocument/2006/relationships/image" Target="../media/image8420.png"/><Relationship Id="rId120" Type="http://schemas.openxmlformats.org/officeDocument/2006/relationships/image" Target="../media/image8500.png"/><Relationship Id="rId125" Type="http://schemas.openxmlformats.org/officeDocument/2006/relationships/customXml" Target="../ink/ink1256.xml"/><Relationship Id="rId7" Type="http://schemas.openxmlformats.org/officeDocument/2006/relationships/customXml" Target="../ink/ink1197.xml"/><Relationship Id="rId71" Type="http://schemas.openxmlformats.org/officeDocument/2006/relationships/customXml" Target="../ink/ink1229.xml"/><Relationship Id="rId92" Type="http://schemas.openxmlformats.org/officeDocument/2006/relationships/image" Target="../media/image8360.png"/><Relationship Id="rId2" Type="http://schemas.openxmlformats.org/officeDocument/2006/relationships/image" Target="../media/image792.png"/><Relationship Id="rId29" Type="http://schemas.openxmlformats.org/officeDocument/2006/relationships/customXml" Target="../ink/ink1208.xml"/><Relationship Id="rId24" Type="http://schemas.openxmlformats.org/officeDocument/2006/relationships/image" Target="../media/image8020.png"/><Relationship Id="rId40" Type="http://schemas.openxmlformats.org/officeDocument/2006/relationships/image" Target="../media/image8101.png"/><Relationship Id="rId45" Type="http://schemas.openxmlformats.org/officeDocument/2006/relationships/customXml" Target="../ink/ink1216.xml"/><Relationship Id="rId66" Type="http://schemas.openxmlformats.org/officeDocument/2006/relationships/image" Target="../media/image8230.png"/><Relationship Id="rId87" Type="http://schemas.openxmlformats.org/officeDocument/2006/relationships/customXml" Target="../ink/ink1237.xml"/><Relationship Id="rId110" Type="http://schemas.openxmlformats.org/officeDocument/2006/relationships/image" Target="../media/image8450.png"/><Relationship Id="rId115" Type="http://schemas.openxmlformats.org/officeDocument/2006/relationships/customXml" Target="../ink/ink1251.xml"/><Relationship Id="rId131" Type="http://schemas.openxmlformats.org/officeDocument/2006/relationships/customXml" Target="../ink/ink1259.xml"/><Relationship Id="rId136" Type="http://schemas.openxmlformats.org/officeDocument/2006/relationships/image" Target="../media/image8580.png"/><Relationship Id="rId61" Type="http://schemas.openxmlformats.org/officeDocument/2006/relationships/customXml" Target="../ink/ink1224.xml"/><Relationship Id="rId82" Type="http://schemas.openxmlformats.org/officeDocument/2006/relationships/image" Target="../media/image8310.png"/><Relationship Id="rId19" Type="http://schemas.openxmlformats.org/officeDocument/2006/relationships/customXml" Target="../ink/ink1203.xml"/><Relationship Id="rId14" Type="http://schemas.openxmlformats.org/officeDocument/2006/relationships/image" Target="../media/image7970.png"/><Relationship Id="rId30" Type="http://schemas.openxmlformats.org/officeDocument/2006/relationships/image" Target="../media/image8050.png"/><Relationship Id="rId35" Type="http://schemas.openxmlformats.org/officeDocument/2006/relationships/customXml" Target="../ink/ink1211.xml"/><Relationship Id="rId56" Type="http://schemas.openxmlformats.org/officeDocument/2006/relationships/image" Target="../media/image8180.png"/><Relationship Id="rId77" Type="http://schemas.openxmlformats.org/officeDocument/2006/relationships/customXml" Target="../ink/ink1232.xml"/><Relationship Id="rId100" Type="http://schemas.openxmlformats.org/officeDocument/2006/relationships/image" Target="../media/image8400.png"/><Relationship Id="rId105" Type="http://schemas.openxmlformats.org/officeDocument/2006/relationships/customXml" Target="../ink/ink1246.xml"/><Relationship Id="rId126" Type="http://schemas.openxmlformats.org/officeDocument/2006/relationships/image" Target="../media/image8530.png"/><Relationship Id="rId8" Type="http://schemas.openxmlformats.org/officeDocument/2006/relationships/image" Target="../media/image7940.png"/><Relationship Id="rId51" Type="http://schemas.openxmlformats.org/officeDocument/2006/relationships/customXml" Target="../ink/ink1219.xml"/><Relationship Id="rId72" Type="http://schemas.openxmlformats.org/officeDocument/2006/relationships/image" Target="../media/image8260.png"/><Relationship Id="rId93" Type="http://schemas.openxmlformats.org/officeDocument/2006/relationships/customXml" Target="../ink/ink1240.xml"/><Relationship Id="rId98" Type="http://schemas.openxmlformats.org/officeDocument/2006/relationships/image" Target="../media/image8390.png"/><Relationship Id="rId121" Type="http://schemas.openxmlformats.org/officeDocument/2006/relationships/customXml" Target="../ink/ink1254.xml"/><Relationship Id="rId3" Type="http://schemas.openxmlformats.org/officeDocument/2006/relationships/customXml" Target="../ink/ink1195.xml"/><Relationship Id="rId25" Type="http://schemas.openxmlformats.org/officeDocument/2006/relationships/customXml" Target="../ink/ink1206.xml"/><Relationship Id="rId46" Type="http://schemas.openxmlformats.org/officeDocument/2006/relationships/image" Target="../media/image8130.png"/><Relationship Id="rId67" Type="http://schemas.openxmlformats.org/officeDocument/2006/relationships/customXml" Target="../ink/ink1227.xml"/><Relationship Id="rId116" Type="http://schemas.openxmlformats.org/officeDocument/2006/relationships/image" Target="../media/image8480.png"/><Relationship Id="rId20" Type="http://schemas.openxmlformats.org/officeDocument/2006/relationships/image" Target="../media/image8000.png"/><Relationship Id="rId41" Type="http://schemas.openxmlformats.org/officeDocument/2006/relationships/customXml" Target="../ink/ink1214.xml"/><Relationship Id="rId62" Type="http://schemas.openxmlformats.org/officeDocument/2006/relationships/image" Target="../media/image8210.png"/><Relationship Id="rId83" Type="http://schemas.openxmlformats.org/officeDocument/2006/relationships/customXml" Target="../ink/ink1235.xml"/><Relationship Id="rId88" Type="http://schemas.openxmlformats.org/officeDocument/2006/relationships/image" Target="../media/image8340.png"/><Relationship Id="rId111" Type="http://schemas.openxmlformats.org/officeDocument/2006/relationships/customXml" Target="../ink/ink1249.xml"/><Relationship Id="rId132" Type="http://schemas.openxmlformats.org/officeDocument/2006/relationships/image" Target="../media/image8560.png"/><Relationship Id="rId15" Type="http://schemas.openxmlformats.org/officeDocument/2006/relationships/customXml" Target="../ink/ink1201.xml"/><Relationship Id="rId36" Type="http://schemas.openxmlformats.org/officeDocument/2006/relationships/image" Target="../media/image8080.png"/><Relationship Id="rId57" Type="http://schemas.openxmlformats.org/officeDocument/2006/relationships/customXml" Target="../ink/ink1222.xml"/><Relationship Id="rId106" Type="http://schemas.openxmlformats.org/officeDocument/2006/relationships/image" Target="../media/image8430.png"/><Relationship Id="rId127" Type="http://schemas.openxmlformats.org/officeDocument/2006/relationships/customXml" Target="../ink/ink1257.xml"/><Relationship Id="rId10" Type="http://schemas.openxmlformats.org/officeDocument/2006/relationships/image" Target="../media/image7950.png"/><Relationship Id="rId31" Type="http://schemas.openxmlformats.org/officeDocument/2006/relationships/customXml" Target="../ink/ink1209.xml"/><Relationship Id="rId52" Type="http://schemas.openxmlformats.org/officeDocument/2006/relationships/image" Target="../media/image8160.png"/><Relationship Id="rId73" Type="http://schemas.openxmlformats.org/officeDocument/2006/relationships/customXml" Target="../ink/ink1230.xml"/><Relationship Id="rId78" Type="http://schemas.openxmlformats.org/officeDocument/2006/relationships/image" Target="../media/image8290.png"/><Relationship Id="rId94" Type="http://schemas.openxmlformats.org/officeDocument/2006/relationships/image" Target="../media/image8370.png"/><Relationship Id="rId99" Type="http://schemas.openxmlformats.org/officeDocument/2006/relationships/customXml" Target="../ink/ink1243.xml"/><Relationship Id="rId101" Type="http://schemas.openxmlformats.org/officeDocument/2006/relationships/customXml" Target="../ink/ink1244.xml"/><Relationship Id="rId122" Type="http://schemas.openxmlformats.org/officeDocument/2006/relationships/image" Target="../media/image8510.png"/><Relationship Id="rId4" Type="http://schemas.openxmlformats.org/officeDocument/2006/relationships/image" Target="../media/image7920.png"/><Relationship Id="rId9" Type="http://schemas.openxmlformats.org/officeDocument/2006/relationships/customXml" Target="../ink/ink1198.xml"/><Relationship Id="rId26" Type="http://schemas.openxmlformats.org/officeDocument/2006/relationships/image" Target="../media/image8030.png"/><Relationship Id="rId47" Type="http://schemas.openxmlformats.org/officeDocument/2006/relationships/customXml" Target="../ink/ink1217.xml"/><Relationship Id="rId68" Type="http://schemas.openxmlformats.org/officeDocument/2006/relationships/image" Target="../media/image8240.png"/><Relationship Id="rId89" Type="http://schemas.openxmlformats.org/officeDocument/2006/relationships/customXml" Target="../ink/ink1238.xml"/><Relationship Id="rId112" Type="http://schemas.openxmlformats.org/officeDocument/2006/relationships/image" Target="../media/image8460.png"/><Relationship Id="rId133" Type="http://schemas.openxmlformats.org/officeDocument/2006/relationships/customXml" Target="../ink/ink1260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18.xml"/><Relationship Id="rId21" Type="http://schemas.openxmlformats.org/officeDocument/2006/relationships/customXml" Target="../ink/ink1270.xml"/><Relationship Id="rId42" Type="http://schemas.openxmlformats.org/officeDocument/2006/relationships/image" Target="../media/image8800.png"/><Relationship Id="rId63" Type="http://schemas.openxmlformats.org/officeDocument/2006/relationships/customXml" Target="../ink/ink1291.xml"/><Relationship Id="rId84" Type="http://schemas.openxmlformats.org/officeDocument/2006/relationships/image" Target="../media/image9010.png"/><Relationship Id="rId138" Type="http://schemas.openxmlformats.org/officeDocument/2006/relationships/image" Target="../media/image9280.png"/><Relationship Id="rId159" Type="http://schemas.openxmlformats.org/officeDocument/2006/relationships/customXml" Target="../ink/ink1339.xml"/><Relationship Id="rId170" Type="http://schemas.openxmlformats.org/officeDocument/2006/relationships/image" Target="../media/image9440.png"/><Relationship Id="rId191" Type="http://schemas.openxmlformats.org/officeDocument/2006/relationships/customXml" Target="../ink/ink1355.xml"/><Relationship Id="rId107" Type="http://schemas.openxmlformats.org/officeDocument/2006/relationships/customXml" Target="../ink/ink1313.xml"/><Relationship Id="rId11" Type="http://schemas.openxmlformats.org/officeDocument/2006/relationships/customXml" Target="../ink/ink1265.xml"/><Relationship Id="rId32" Type="http://schemas.openxmlformats.org/officeDocument/2006/relationships/image" Target="../media/image8750.png"/><Relationship Id="rId53" Type="http://schemas.openxmlformats.org/officeDocument/2006/relationships/customXml" Target="../ink/ink1286.xml"/><Relationship Id="rId74" Type="http://schemas.openxmlformats.org/officeDocument/2006/relationships/image" Target="../media/image8960.png"/><Relationship Id="rId128" Type="http://schemas.openxmlformats.org/officeDocument/2006/relationships/image" Target="../media/image9230.png"/><Relationship Id="rId149" Type="http://schemas.openxmlformats.org/officeDocument/2006/relationships/customXml" Target="../ink/ink1334.xml"/><Relationship Id="rId5" Type="http://schemas.openxmlformats.org/officeDocument/2006/relationships/customXml" Target="../ink/ink1262.xml"/><Relationship Id="rId95" Type="http://schemas.openxmlformats.org/officeDocument/2006/relationships/customXml" Target="../ink/ink1307.xml"/><Relationship Id="rId160" Type="http://schemas.openxmlformats.org/officeDocument/2006/relationships/image" Target="../media/image9390.png"/><Relationship Id="rId181" Type="http://schemas.openxmlformats.org/officeDocument/2006/relationships/customXml" Target="../ink/ink1350.xml"/><Relationship Id="rId22" Type="http://schemas.openxmlformats.org/officeDocument/2006/relationships/image" Target="../media/image8700.png"/><Relationship Id="rId43" Type="http://schemas.openxmlformats.org/officeDocument/2006/relationships/customXml" Target="../ink/ink1281.xml"/><Relationship Id="rId64" Type="http://schemas.openxmlformats.org/officeDocument/2006/relationships/image" Target="../media/image8910.png"/><Relationship Id="rId118" Type="http://schemas.openxmlformats.org/officeDocument/2006/relationships/image" Target="../media/image9180.png"/><Relationship Id="rId139" Type="http://schemas.openxmlformats.org/officeDocument/2006/relationships/customXml" Target="../ink/ink1329.xml"/><Relationship Id="rId85" Type="http://schemas.openxmlformats.org/officeDocument/2006/relationships/customXml" Target="../ink/ink1302.xml"/><Relationship Id="rId150" Type="http://schemas.openxmlformats.org/officeDocument/2006/relationships/image" Target="../media/image9340.png"/><Relationship Id="rId171" Type="http://schemas.openxmlformats.org/officeDocument/2006/relationships/customXml" Target="../ink/ink1345.xml"/><Relationship Id="rId192" Type="http://schemas.openxmlformats.org/officeDocument/2006/relationships/image" Target="../media/image9550.png"/><Relationship Id="rId12" Type="http://schemas.openxmlformats.org/officeDocument/2006/relationships/image" Target="../media/image8650.png"/><Relationship Id="rId33" Type="http://schemas.openxmlformats.org/officeDocument/2006/relationships/customXml" Target="../ink/ink1276.xml"/><Relationship Id="rId108" Type="http://schemas.openxmlformats.org/officeDocument/2006/relationships/image" Target="../media/image9130.png"/><Relationship Id="rId129" Type="http://schemas.openxmlformats.org/officeDocument/2006/relationships/customXml" Target="../ink/ink1324.xml"/><Relationship Id="rId54" Type="http://schemas.openxmlformats.org/officeDocument/2006/relationships/image" Target="../media/image8860.png"/><Relationship Id="rId75" Type="http://schemas.openxmlformats.org/officeDocument/2006/relationships/customXml" Target="../ink/ink1297.xml"/><Relationship Id="rId96" Type="http://schemas.openxmlformats.org/officeDocument/2006/relationships/image" Target="../media/image9070.png"/><Relationship Id="rId140" Type="http://schemas.openxmlformats.org/officeDocument/2006/relationships/image" Target="../media/image9290.png"/><Relationship Id="rId161" Type="http://schemas.openxmlformats.org/officeDocument/2006/relationships/customXml" Target="../ink/ink1340.xml"/><Relationship Id="rId182" Type="http://schemas.openxmlformats.org/officeDocument/2006/relationships/image" Target="../media/image9500.png"/><Relationship Id="rId6" Type="http://schemas.openxmlformats.org/officeDocument/2006/relationships/image" Target="../media/image8620.png"/><Relationship Id="rId23" Type="http://schemas.openxmlformats.org/officeDocument/2006/relationships/customXml" Target="../ink/ink1271.xml"/><Relationship Id="rId119" Type="http://schemas.openxmlformats.org/officeDocument/2006/relationships/customXml" Target="../ink/ink1319.xml"/><Relationship Id="rId44" Type="http://schemas.openxmlformats.org/officeDocument/2006/relationships/image" Target="../media/image8810.png"/><Relationship Id="rId65" Type="http://schemas.openxmlformats.org/officeDocument/2006/relationships/customXml" Target="../ink/ink1292.xml"/><Relationship Id="rId86" Type="http://schemas.openxmlformats.org/officeDocument/2006/relationships/image" Target="../media/image9020.png"/><Relationship Id="rId130" Type="http://schemas.openxmlformats.org/officeDocument/2006/relationships/image" Target="../media/image9240.png"/><Relationship Id="rId151" Type="http://schemas.openxmlformats.org/officeDocument/2006/relationships/customXml" Target="../ink/ink1335.xml"/><Relationship Id="rId172" Type="http://schemas.openxmlformats.org/officeDocument/2006/relationships/image" Target="../media/image9450.png"/><Relationship Id="rId193" Type="http://schemas.openxmlformats.org/officeDocument/2006/relationships/customXml" Target="../ink/ink1356.xml"/><Relationship Id="rId13" Type="http://schemas.openxmlformats.org/officeDocument/2006/relationships/customXml" Target="../ink/ink1266.xml"/><Relationship Id="rId109" Type="http://schemas.openxmlformats.org/officeDocument/2006/relationships/customXml" Target="../ink/ink1314.xml"/><Relationship Id="rId34" Type="http://schemas.openxmlformats.org/officeDocument/2006/relationships/image" Target="../media/image8760.png"/><Relationship Id="rId55" Type="http://schemas.openxmlformats.org/officeDocument/2006/relationships/customXml" Target="../ink/ink1287.xml"/><Relationship Id="rId76" Type="http://schemas.openxmlformats.org/officeDocument/2006/relationships/image" Target="../media/image8970.png"/><Relationship Id="rId97" Type="http://schemas.openxmlformats.org/officeDocument/2006/relationships/customXml" Target="../ink/ink1308.xml"/><Relationship Id="rId120" Type="http://schemas.openxmlformats.org/officeDocument/2006/relationships/image" Target="../media/image9190.png"/><Relationship Id="rId141" Type="http://schemas.openxmlformats.org/officeDocument/2006/relationships/customXml" Target="../ink/ink1330.xml"/><Relationship Id="rId7" Type="http://schemas.openxmlformats.org/officeDocument/2006/relationships/customXml" Target="../ink/ink1263.xml"/><Relationship Id="rId162" Type="http://schemas.openxmlformats.org/officeDocument/2006/relationships/image" Target="../media/image9400.png"/><Relationship Id="rId183" Type="http://schemas.openxmlformats.org/officeDocument/2006/relationships/customXml" Target="../ink/ink1351.xml"/><Relationship Id="rId2" Type="http://schemas.openxmlformats.org/officeDocument/2006/relationships/image" Target="../media/image1121.png"/><Relationship Id="rId29" Type="http://schemas.openxmlformats.org/officeDocument/2006/relationships/customXml" Target="../ink/ink1274.xml"/><Relationship Id="rId24" Type="http://schemas.openxmlformats.org/officeDocument/2006/relationships/image" Target="../media/image8710.png"/><Relationship Id="rId40" Type="http://schemas.openxmlformats.org/officeDocument/2006/relationships/image" Target="../media/image8790.png"/><Relationship Id="rId45" Type="http://schemas.openxmlformats.org/officeDocument/2006/relationships/customXml" Target="../ink/ink1282.xml"/><Relationship Id="rId66" Type="http://schemas.openxmlformats.org/officeDocument/2006/relationships/image" Target="../media/image8920.png"/><Relationship Id="rId87" Type="http://schemas.openxmlformats.org/officeDocument/2006/relationships/customXml" Target="../ink/ink1303.xml"/><Relationship Id="rId110" Type="http://schemas.openxmlformats.org/officeDocument/2006/relationships/image" Target="../media/image9140.png"/><Relationship Id="rId115" Type="http://schemas.openxmlformats.org/officeDocument/2006/relationships/customXml" Target="../ink/ink1317.xml"/><Relationship Id="rId131" Type="http://schemas.openxmlformats.org/officeDocument/2006/relationships/customXml" Target="../ink/ink1325.xml"/><Relationship Id="rId136" Type="http://schemas.openxmlformats.org/officeDocument/2006/relationships/image" Target="../media/image9270.png"/><Relationship Id="rId157" Type="http://schemas.openxmlformats.org/officeDocument/2006/relationships/customXml" Target="../ink/ink1338.xml"/><Relationship Id="rId178" Type="http://schemas.openxmlformats.org/officeDocument/2006/relationships/image" Target="../media/image9480.png"/><Relationship Id="rId61" Type="http://schemas.openxmlformats.org/officeDocument/2006/relationships/customXml" Target="../ink/ink1290.xml"/><Relationship Id="rId82" Type="http://schemas.openxmlformats.org/officeDocument/2006/relationships/image" Target="../media/image9000.png"/><Relationship Id="rId152" Type="http://schemas.openxmlformats.org/officeDocument/2006/relationships/image" Target="../media/image9350.png"/><Relationship Id="rId173" Type="http://schemas.openxmlformats.org/officeDocument/2006/relationships/customXml" Target="../ink/ink1346.xml"/><Relationship Id="rId194" Type="http://schemas.openxmlformats.org/officeDocument/2006/relationships/image" Target="../media/image9560.png"/><Relationship Id="rId199" Type="http://schemas.openxmlformats.org/officeDocument/2006/relationships/customXml" Target="../ink/ink1359.xml"/><Relationship Id="rId203" Type="http://schemas.openxmlformats.org/officeDocument/2006/relationships/customXml" Target="../ink/ink1361.xml"/><Relationship Id="rId19" Type="http://schemas.openxmlformats.org/officeDocument/2006/relationships/customXml" Target="../ink/ink1269.xml"/><Relationship Id="rId14" Type="http://schemas.openxmlformats.org/officeDocument/2006/relationships/image" Target="../media/image8660.png"/><Relationship Id="rId30" Type="http://schemas.openxmlformats.org/officeDocument/2006/relationships/image" Target="../media/image8740.png"/><Relationship Id="rId35" Type="http://schemas.openxmlformats.org/officeDocument/2006/relationships/customXml" Target="../ink/ink1277.xml"/><Relationship Id="rId56" Type="http://schemas.openxmlformats.org/officeDocument/2006/relationships/image" Target="../media/image8870.png"/><Relationship Id="rId77" Type="http://schemas.openxmlformats.org/officeDocument/2006/relationships/customXml" Target="../ink/ink1298.xml"/><Relationship Id="rId100" Type="http://schemas.openxmlformats.org/officeDocument/2006/relationships/image" Target="../media/image9090.png"/><Relationship Id="rId105" Type="http://schemas.openxmlformats.org/officeDocument/2006/relationships/customXml" Target="../ink/ink1312.xml"/><Relationship Id="rId126" Type="http://schemas.openxmlformats.org/officeDocument/2006/relationships/image" Target="../media/image9220.png"/><Relationship Id="rId147" Type="http://schemas.openxmlformats.org/officeDocument/2006/relationships/customXml" Target="../ink/ink1333.xml"/><Relationship Id="rId168" Type="http://schemas.openxmlformats.org/officeDocument/2006/relationships/image" Target="../media/image9430.png"/><Relationship Id="rId8" Type="http://schemas.openxmlformats.org/officeDocument/2006/relationships/image" Target="../media/image8630.png"/><Relationship Id="rId51" Type="http://schemas.openxmlformats.org/officeDocument/2006/relationships/customXml" Target="../ink/ink1285.xml"/><Relationship Id="rId72" Type="http://schemas.openxmlformats.org/officeDocument/2006/relationships/image" Target="../media/image8950.png"/><Relationship Id="rId93" Type="http://schemas.openxmlformats.org/officeDocument/2006/relationships/customXml" Target="../ink/ink1306.xml"/><Relationship Id="rId98" Type="http://schemas.openxmlformats.org/officeDocument/2006/relationships/image" Target="../media/image9080.png"/><Relationship Id="rId121" Type="http://schemas.openxmlformats.org/officeDocument/2006/relationships/customXml" Target="../ink/ink1320.xml"/><Relationship Id="rId142" Type="http://schemas.openxmlformats.org/officeDocument/2006/relationships/image" Target="../media/image9300.png"/><Relationship Id="rId163" Type="http://schemas.openxmlformats.org/officeDocument/2006/relationships/customXml" Target="../ink/ink1341.xml"/><Relationship Id="rId184" Type="http://schemas.openxmlformats.org/officeDocument/2006/relationships/image" Target="../media/image9510.png"/><Relationship Id="rId189" Type="http://schemas.openxmlformats.org/officeDocument/2006/relationships/customXml" Target="../ink/ink1354.xml"/><Relationship Id="rId3" Type="http://schemas.openxmlformats.org/officeDocument/2006/relationships/image" Target="../media/image1122.png"/><Relationship Id="rId25" Type="http://schemas.openxmlformats.org/officeDocument/2006/relationships/customXml" Target="../ink/ink1272.xml"/><Relationship Id="rId46" Type="http://schemas.openxmlformats.org/officeDocument/2006/relationships/image" Target="../media/image8820.png"/><Relationship Id="rId67" Type="http://schemas.openxmlformats.org/officeDocument/2006/relationships/customXml" Target="../ink/ink1293.xml"/><Relationship Id="rId116" Type="http://schemas.openxmlformats.org/officeDocument/2006/relationships/image" Target="../media/image9170.png"/><Relationship Id="rId137" Type="http://schemas.openxmlformats.org/officeDocument/2006/relationships/customXml" Target="../ink/ink1328.xml"/><Relationship Id="rId158" Type="http://schemas.openxmlformats.org/officeDocument/2006/relationships/image" Target="../media/image9380.png"/><Relationship Id="rId20" Type="http://schemas.openxmlformats.org/officeDocument/2006/relationships/image" Target="../media/image8690.png"/><Relationship Id="rId41" Type="http://schemas.openxmlformats.org/officeDocument/2006/relationships/customXml" Target="../ink/ink1280.xml"/><Relationship Id="rId62" Type="http://schemas.openxmlformats.org/officeDocument/2006/relationships/image" Target="../media/image8900.png"/><Relationship Id="rId83" Type="http://schemas.openxmlformats.org/officeDocument/2006/relationships/customXml" Target="../ink/ink1301.xml"/><Relationship Id="rId88" Type="http://schemas.openxmlformats.org/officeDocument/2006/relationships/image" Target="../media/image9030.png"/><Relationship Id="rId111" Type="http://schemas.openxmlformats.org/officeDocument/2006/relationships/customXml" Target="../ink/ink1315.xml"/><Relationship Id="rId132" Type="http://schemas.openxmlformats.org/officeDocument/2006/relationships/image" Target="../media/image9250.png"/><Relationship Id="rId153" Type="http://schemas.openxmlformats.org/officeDocument/2006/relationships/customXml" Target="../ink/ink1336.xml"/><Relationship Id="rId174" Type="http://schemas.openxmlformats.org/officeDocument/2006/relationships/image" Target="../media/image9460.png"/><Relationship Id="rId179" Type="http://schemas.openxmlformats.org/officeDocument/2006/relationships/customXml" Target="../ink/ink1349.xml"/><Relationship Id="rId195" Type="http://schemas.openxmlformats.org/officeDocument/2006/relationships/customXml" Target="../ink/ink1357.xml"/><Relationship Id="rId190" Type="http://schemas.openxmlformats.org/officeDocument/2006/relationships/image" Target="../media/image9540.png"/><Relationship Id="rId204" Type="http://schemas.openxmlformats.org/officeDocument/2006/relationships/image" Target="../media/image9610.png"/><Relationship Id="rId15" Type="http://schemas.openxmlformats.org/officeDocument/2006/relationships/customXml" Target="../ink/ink1267.xml"/><Relationship Id="rId36" Type="http://schemas.openxmlformats.org/officeDocument/2006/relationships/image" Target="../media/image8770.png"/><Relationship Id="rId57" Type="http://schemas.openxmlformats.org/officeDocument/2006/relationships/customXml" Target="../ink/ink1288.xml"/><Relationship Id="rId106" Type="http://schemas.openxmlformats.org/officeDocument/2006/relationships/image" Target="../media/image9120.png"/><Relationship Id="rId127" Type="http://schemas.openxmlformats.org/officeDocument/2006/relationships/customXml" Target="../ink/ink1323.xml"/><Relationship Id="rId10" Type="http://schemas.openxmlformats.org/officeDocument/2006/relationships/image" Target="../media/image8640.png"/><Relationship Id="rId31" Type="http://schemas.openxmlformats.org/officeDocument/2006/relationships/customXml" Target="../ink/ink1275.xml"/><Relationship Id="rId52" Type="http://schemas.openxmlformats.org/officeDocument/2006/relationships/image" Target="../media/image8850.png"/><Relationship Id="rId73" Type="http://schemas.openxmlformats.org/officeDocument/2006/relationships/customXml" Target="../ink/ink1296.xml"/><Relationship Id="rId78" Type="http://schemas.openxmlformats.org/officeDocument/2006/relationships/image" Target="../media/image8980.png"/><Relationship Id="rId94" Type="http://schemas.openxmlformats.org/officeDocument/2006/relationships/image" Target="../media/image9060.png"/><Relationship Id="rId99" Type="http://schemas.openxmlformats.org/officeDocument/2006/relationships/customXml" Target="../ink/ink1309.xml"/><Relationship Id="rId101" Type="http://schemas.openxmlformats.org/officeDocument/2006/relationships/customXml" Target="../ink/ink1310.xml"/><Relationship Id="rId122" Type="http://schemas.openxmlformats.org/officeDocument/2006/relationships/image" Target="../media/image9200.png"/><Relationship Id="rId143" Type="http://schemas.openxmlformats.org/officeDocument/2006/relationships/customXml" Target="../ink/ink1331.xml"/><Relationship Id="rId148" Type="http://schemas.openxmlformats.org/officeDocument/2006/relationships/image" Target="../media/image9330.png"/><Relationship Id="rId164" Type="http://schemas.openxmlformats.org/officeDocument/2006/relationships/image" Target="../media/image9410.png"/><Relationship Id="rId169" Type="http://schemas.openxmlformats.org/officeDocument/2006/relationships/customXml" Target="../ink/ink1344.xml"/><Relationship Id="rId185" Type="http://schemas.openxmlformats.org/officeDocument/2006/relationships/customXml" Target="../ink/ink1352.xml"/><Relationship Id="rId4" Type="http://schemas.openxmlformats.org/officeDocument/2006/relationships/image" Target="../media/image1168.png"/><Relationship Id="rId9" Type="http://schemas.openxmlformats.org/officeDocument/2006/relationships/customXml" Target="../ink/ink1264.xml"/><Relationship Id="rId180" Type="http://schemas.openxmlformats.org/officeDocument/2006/relationships/image" Target="../media/image9490.png"/><Relationship Id="rId26" Type="http://schemas.openxmlformats.org/officeDocument/2006/relationships/image" Target="../media/image8720.png"/><Relationship Id="rId47" Type="http://schemas.openxmlformats.org/officeDocument/2006/relationships/customXml" Target="../ink/ink1283.xml"/><Relationship Id="rId68" Type="http://schemas.openxmlformats.org/officeDocument/2006/relationships/image" Target="../media/image8930.png"/><Relationship Id="rId89" Type="http://schemas.openxmlformats.org/officeDocument/2006/relationships/customXml" Target="../ink/ink1304.xml"/><Relationship Id="rId112" Type="http://schemas.openxmlformats.org/officeDocument/2006/relationships/image" Target="../media/image9150.png"/><Relationship Id="rId133" Type="http://schemas.openxmlformats.org/officeDocument/2006/relationships/customXml" Target="../ink/ink1326.xml"/><Relationship Id="rId154" Type="http://schemas.openxmlformats.org/officeDocument/2006/relationships/image" Target="../media/image9360.png"/><Relationship Id="rId175" Type="http://schemas.openxmlformats.org/officeDocument/2006/relationships/customXml" Target="../ink/ink1347.xml"/><Relationship Id="rId196" Type="http://schemas.openxmlformats.org/officeDocument/2006/relationships/image" Target="../media/image9570.png"/><Relationship Id="rId200" Type="http://schemas.openxmlformats.org/officeDocument/2006/relationships/image" Target="../media/image9590.png"/><Relationship Id="rId16" Type="http://schemas.openxmlformats.org/officeDocument/2006/relationships/image" Target="../media/image8670.png"/><Relationship Id="rId37" Type="http://schemas.openxmlformats.org/officeDocument/2006/relationships/customXml" Target="../ink/ink1278.xml"/><Relationship Id="rId58" Type="http://schemas.openxmlformats.org/officeDocument/2006/relationships/image" Target="../media/image8880.png"/><Relationship Id="rId79" Type="http://schemas.openxmlformats.org/officeDocument/2006/relationships/customXml" Target="../ink/ink1299.xml"/><Relationship Id="rId102" Type="http://schemas.openxmlformats.org/officeDocument/2006/relationships/image" Target="../media/image9101.png"/><Relationship Id="rId123" Type="http://schemas.openxmlformats.org/officeDocument/2006/relationships/customXml" Target="../ink/ink1321.xml"/><Relationship Id="rId144" Type="http://schemas.openxmlformats.org/officeDocument/2006/relationships/image" Target="../media/image9310.png"/><Relationship Id="rId90" Type="http://schemas.openxmlformats.org/officeDocument/2006/relationships/image" Target="../media/image9040.png"/><Relationship Id="rId165" Type="http://schemas.openxmlformats.org/officeDocument/2006/relationships/customXml" Target="../ink/ink1342.xml"/><Relationship Id="rId186" Type="http://schemas.openxmlformats.org/officeDocument/2006/relationships/image" Target="../media/image9520.png"/><Relationship Id="rId27" Type="http://schemas.openxmlformats.org/officeDocument/2006/relationships/customXml" Target="../ink/ink1273.xml"/><Relationship Id="rId48" Type="http://schemas.openxmlformats.org/officeDocument/2006/relationships/image" Target="../media/image8830.png"/><Relationship Id="rId69" Type="http://schemas.openxmlformats.org/officeDocument/2006/relationships/customXml" Target="../ink/ink1294.xml"/><Relationship Id="rId113" Type="http://schemas.openxmlformats.org/officeDocument/2006/relationships/customXml" Target="../ink/ink1316.xml"/><Relationship Id="rId134" Type="http://schemas.openxmlformats.org/officeDocument/2006/relationships/image" Target="../media/image9260.png"/><Relationship Id="rId80" Type="http://schemas.openxmlformats.org/officeDocument/2006/relationships/image" Target="../media/image8990.png"/><Relationship Id="rId155" Type="http://schemas.openxmlformats.org/officeDocument/2006/relationships/customXml" Target="../ink/ink1337.xml"/><Relationship Id="rId176" Type="http://schemas.openxmlformats.org/officeDocument/2006/relationships/image" Target="../media/image9470.png"/><Relationship Id="rId197" Type="http://schemas.openxmlformats.org/officeDocument/2006/relationships/customXml" Target="../ink/ink1358.xml"/><Relationship Id="rId201" Type="http://schemas.openxmlformats.org/officeDocument/2006/relationships/customXml" Target="../ink/ink1360.xml"/><Relationship Id="rId17" Type="http://schemas.openxmlformats.org/officeDocument/2006/relationships/customXml" Target="../ink/ink1268.xml"/><Relationship Id="rId38" Type="http://schemas.openxmlformats.org/officeDocument/2006/relationships/image" Target="../media/image8780.png"/><Relationship Id="rId59" Type="http://schemas.openxmlformats.org/officeDocument/2006/relationships/customXml" Target="../ink/ink1289.xml"/><Relationship Id="rId103" Type="http://schemas.openxmlformats.org/officeDocument/2006/relationships/customXml" Target="../ink/ink1311.xml"/><Relationship Id="rId124" Type="http://schemas.openxmlformats.org/officeDocument/2006/relationships/image" Target="../media/image9210.png"/><Relationship Id="rId70" Type="http://schemas.openxmlformats.org/officeDocument/2006/relationships/image" Target="../media/image8940.png"/><Relationship Id="rId91" Type="http://schemas.openxmlformats.org/officeDocument/2006/relationships/customXml" Target="../ink/ink1305.xml"/><Relationship Id="rId145" Type="http://schemas.openxmlformats.org/officeDocument/2006/relationships/customXml" Target="../ink/ink1332.xml"/><Relationship Id="rId166" Type="http://schemas.openxmlformats.org/officeDocument/2006/relationships/image" Target="../media/image9420.png"/><Relationship Id="rId187" Type="http://schemas.openxmlformats.org/officeDocument/2006/relationships/customXml" Target="../ink/ink1353.xml"/><Relationship Id="rId1" Type="http://schemas.openxmlformats.org/officeDocument/2006/relationships/slideLayout" Target="../slideLayouts/slideLayout4.xml"/><Relationship Id="rId28" Type="http://schemas.openxmlformats.org/officeDocument/2006/relationships/image" Target="../media/image8730.png"/><Relationship Id="rId49" Type="http://schemas.openxmlformats.org/officeDocument/2006/relationships/customXml" Target="../ink/ink1284.xml"/><Relationship Id="rId114" Type="http://schemas.openxmlformats.org/officeDocument/2006/relationships/image" Target="../media/image9160.png"/><Relationship Id="rId60" Type="http://schemas.openxmlformats.org/officeDocument/2006/relationships/image" Target="../media/image8890.png"/><Relationship Id="rId81" Type="http://schemas.openxmlformats.org/officeDocument/2006/relationships/customXml" Target="../ink/ink1300.xml"/><Relationship Id="rId135" Type="http://schemas.openxmlformats.org/officeDocument/2006/relationships/customXml" Target="../ink/ink1327.xml"/><Relationship Id="rId156" Type="http://schemas.openxmlformats.org/officeDocument/2006/relationships/image" Target="../media/image9370.png"/><Relationship Id="rId177" Type="http://schemas.openxmlformats.org/officeDocument/2006/relationships/customXml" Target="../ink/ink1348.xml"/><Relationship Id="rId198" Type="http://schemas.openxmlformats.org/officeDocument/2006/relationships/image" Target="../media/image9580.png"/><Relationship Id="rId202" Type="http://schemas.openxmlformats.org/officeDocument/2006/relationships/image" Target="../media/image9600.png"/><Relationship Id="rId18" Type="http://schemas.openxmlformats.org/officeDocument/2006/relationships/image" Target="../media/image8680.png"/><Relationship Id="rId39" Type="http://schemas.openxmlformats.org/officeDocument/2006/relationships/customXml" Target="../ink/ink1279.xml"/><Relationship Id="rId50" Type="http://schemas.openxmlformats.org/officeDocument/2006/relationships/image" Target="../media/image8840.png"/><Relationship Id="rId104" Type="http://schemas.openxmlformats.org/officeDocument/2006/relationships/image" Target="../media/image9110.png"/><Relationship Id="rId125" Type="http://schemas.openxmlformats.org/officeDocument/2006/relationships/customXml" Target="../ink/ink1322.xml"/><Relationship Id="rId146" Type="http://schemas.openxmlformats.org/officeDocument/2006/relationships/image" Target="../media/image9320.png"/><Relationship Id="rId167" Type="http://schemas.openxmlformats.org/officeDocument/2006/relationships/customXml" Target="../ink/ink1343.xml"/><Relationship Id="rId188" Type="http://schemas.openxmlformats.org/officeDocument/2006/relationships/image" Target="../media/image9530.png"/><Relationship Id="rId71" Type="http://schemas.openxmlformats.org/officeDocument/2006/relationships/customXml" Target="../ink/ink1295.xml"/><Relationship Id="rId92" Type="http://schemas.openxmlformats.org/officeDocument/2006/relationships/image" Target="../media/image9050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66.xml"/><Relationship Id="rId18" Type="http://schemas.openxmlformats.org/officeDocument/2006/relationships/image" Target="../media/image9690.png"/><Relationship Id="rId26" Type="http://schemas.openxmlformats.org/officeDocument/2006/relationships/image" Target="../media/image9730.png"/><Relationship Id="rId39" Type="http://schemas.openxmlformats.org/officeDocument/2006/relationships/customXml" Target="../ink/ink1379.xml"/><Relationship Id="rId21" Type="http://schemas.openxmlformats.org/officeDocument/2006/relationships/customXml" Target="../ink/ink1370.xml"/><Relationship Id="rId34" Type="http://schemas.openxmlformats.org/officeDocument/2006/relationships/image" Target="../media/image9770.png"/><Relationship Id="rId42" Type="http://schemas.openxmlformats.org/officeDocument/2006/relationships/image" Target="../media/image9810.png"/><Relationship Id="rId47" Type="http://schemas.openxmlformats.org/officeDocument/2006/relationships/customXml" Target="../ink/ink1383.xml"/><Relationship Id="rId50" Type="http://schemas.openxmlformats.org/officeDocument/2006/relationships/image" Target="../media/image9850.png"/><Relationship Id="rId7" Type="http://schemas.openxmlformats.org/officeDocument/2006/relationships/customXml" Target="../ink/ink1363.xml"/><Relationship Id="rId2" Type="http://schemas.openxmlformats.org/officeDocument/2006/relationships/image" Target="../media/image1121.png"/><Relationship Id="rId16" Type="http://schemas.openxmlformats.org/officeDocument/2006/relationships/image" Target="../media/image9680.png"/><Relationship Id="rId29" Type="http://schemas.openxmlformats.org/officeDocument/2006/relationships/customXml" Target="../ink/ink1374.xml"/><Relationship Id="rId11" Type="http://schemas.openxmlformats.org/officeDocument/2006/relationships/customXml" Target="../ink/ink1365.xml"/><Relationship Id="rId24" Type="http://schemas.openxmlformats.org/officeDocument/2006/relationships/image" Target="../media/image9720.png"/><Relationship Id="rId32" Type="http://schemas.openxmlformats.org/officeDocument/2006/relationships/image" Target="../media/image9760.png"/><Relationship Id="rId37" Type="http://schemas.openxmlformats.org/officeDocument/2006/relationships/customXml" Target="../ink/ink1378.xml"/><Relationship Id="rId40" Type="http://schemas.openxmlformats.org/officeDocument/2006/relationships/image" Target="../media/image9800.png"/><Relationship Id="rId45" Type="http://schemas.openxmlformats.org/officeDocument/2006/relationships/customXml" Target="../ink/ink1382.xml"/><Relationship Id="rId53" Type="http://schemas.openxmlformats.org/officeDocument/2006/relationships/customXml" Target="../ink/ink1386.xml"/><Relationship Id="rId5" Type="http://schemas.openxmlformats.org/officeDocument/2006/relationships/customXml" Target="../ink/ink1362.xml"/><Relationship Id="rId10" Type="http://schemas.openxmlformats.org/officeDocument/2006/relationships/image" Target="../media/image9650.png"/><Relationship Id="rId19" Type="http://schemas.openxmlformats.org/officeDocument/2006/relationships/customXml" Target="../ink/ink1369.xml"/><Relationship Id="rId31" Type="http://schemas.openxmlformats.org/officeDocument/2006/relationships/customXml" Target="../ink/ink1375.xml"/><Relationship Id="rId44" Type="http://schemas.openxmlformats.org/officeDocument/2006/relationships/image" Target="../media/image9820.png"/><Relationship Id="rId52" Type="http://schemas.openxmlformats.org/officeDocument/2006/relationships/image" Target="../media/image9860.png"/><Relationship Id="rId4" Type="http://schemas.openxmlformats.org/officeDocument/2006/relationships/image" Target="../media/image1169.png"/><Relationship Id="rId9" Type="http://schemas.openxmlformats.org/officeDocument/2006/relationships/customXml" Target="../ink/ink1364.xml"/><Relationship Id="rId14" Type="http://schemas.openxmlformats.org/officeDocument/2006/relationships/image" Target="../media/image9670.png"/><Relationship Id="rId22" Type="http://schemas.openxmlformats.org/officeDocument/2006/relationships/image" Target="../media/image9710.png"/><Relationship Id="rId27" Type="http://schemas.openxmlformats.org/officeDocument/2006/relationships/customXml" Target="../ink/ink1373.xml"/><Relationship Id="rId30" Type="http://schemas.openxmlformats.org/officeDocument/2006/relationships/image" Target="../media/image9750.png"/><Relationship Id="rId35" Type="http://schemas.openxmlformats.org/officeDocument/2006/relationships/customXml" Target="../ink/ink1377.xml"/><Relationship Id="rId43" Type="http://schemas.openxmlformats.org/officeDocument/2006/relationships/customXml" Target="../ink/ink1381.xml"/><Relationship Id="rId48" Type="http://schemas.openxmlformats.org/officeDocument/2006/relationships/image" Target="../media/image9840.png"/><Relationship Id="rId8" Type="http://schemas.openxmlformats.org/officeDocument/2006/relationships/image" Target="../media/image9640.png"/><Relationship Id="rId51" Type="http://schemas.openxmlformats.org/officeDocument/2006/relationships/customXml" Target="../ink/ink1385.xml"/><Relationship Id="rId3" Type="http://schemas.openxmlformats.org/officeDocument/2006/relationships/image" Target="../media/image1168.png"/><Relationship Id="rId12" Type="http://schemas.openxmlformats.org/officeDocument/2006/relationships/image" Target="../media/image9660.png"/><Relationship Id="rId17" Type="http://schemas.openxmlformats.org/officeDocument/2006/relationships/customXml" Target="../ink/ink1368.xml"/><Relationship Id="rId25" Type="http://schemas.openxmlformats.org/officeDocument/2006/relationships/customXml" Target="../ink/ink1372.xml"/><Relationship Id="rId33" Type="http://schemas.openxmlformats.org/officeDocument/2006/relationships/customXml" Target="../ink/ink1376.xml"/><Relationship Id="rId38" Type="http://schemas.openxmlformats.org/officeDocument/2006/relationships/image" Target="../media/image9790.png"/><Relationship Id="rId46" Type="http://schemas.openxmlformats.org/officeDocument/2006/relationships/image" Target="../media/image9830.png"/><Relationship Id="rId20" Type="http://schemas.openxmlformats.org/officeDocument/2006/relationships/image" Target="../media/image9700.png"/><Relationship Id="rId41" Type="http://schemas.openxmlformats.org/officeDocument/2006/relationships/customXml" Target="../ink/ink1380.xml"/><Relationship Id="rId54" Type="http://schemas.openxmlformats.org/officeDocument/2006/relationships/image" Target="../media/image98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630.png"/><Relationship Id="rId15" Type="http://schemas.openxmlformats.org/officeDocument/2006/relationships/customXml" Target="../ink/ink1367.xml"/><Relationship Id="rId23" Type="http://schemas.openxmlformats.org/officeDocument/2006/relationships/customXml" Target="../ink/ink1371.xml"/><Relationship Id="rId28" Type="http://schemas.openxmlformats.org/officeDocument/2006/relationships/image" Target="../media/image9740.png"/><Relationship Id="rId36" Type="http://schemas.openxmlformats.org/officeDocument/2006/relationships/image" Target="../media/image9780.png"/><Relationship Id="rId49" Type="http://schemas.openxmlformats.org/officeDocument/2006/relationships/customXml" Target="../ink/ink1384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91.xml"/><Relationship Id="rId18" Type="http://schemas.openxmlformats.org/officeDocument/2006/relationships/image" Target="../media/image9950.png"/><Relationship Id="rId26" Type="http://schemas.openxmlformats.org/officeDocument/2006/relationships/image" Target="../media/image9990.png"/><Relationship Id="rId39" Type="http://schemas.openxmlformats.org/officeDocument/2006/relationships/customXml" Target="../ink/ink1404.xml"/><Relationship Id="rId21" Type="http://schemas.openxmlformats.org/officeDocument/2006/relationships/customXml" Target="../ink/ink1395.xml"/><Relationship Id="rId34" Type="http://schemas.openxmlformats.org/officeDocument/2006/relationships/image" Target="../media/image10030.png"/><Relationship Id="rId42" Type="http://schemas.openxmlformats.org/officeDocument/2006/relationships/image" Target="../media/image10070.png"/><Relationship Id="rId47" Type="http://schemas.openxmlformats.org/officeDocument/2006/relationships/customXml" Target="../ink/ink1408.xml"/><Relationship Id="rId50" Type="http://schemas.openxmlformats.org/officeDocument/2006/relationships/image" Target="../media/image10110.png"/><Relationship Id="rId7" Type="http://schemas.openxmlformats.org/officeDocument/2006/relationships/customXml" Target="../ink/ink1388.xml"/><Relationship Id="rId2" Type="http://schemas.openxmlformats.org/officeDocument/2006/relationships/image" Target="../media/image1121.png"/><Relationship Id="rId16" Type="http://schemas.openxmlformats.org/officeDocument/2006/relationships/image" Target="../media/image9940.png"/><Relationship Id="rId29" Type="http://schemas.openxmlformats.org/officeDocument/2006/relationships/customXml" Target="../ink/ink1399.xml"/><Relationship Id="rId11" Type="http://schemas.openxmlformats.org/officeDocument/2006/relationships/customXml" Target="../ink/ink1390.xml"/><Relationship Id="rId24" Type="http://schemas.openxmlformats.org/officeDocument/2006/relationships/image" Target="../media/image9980.png"/><Relationship Id="rId32" Type="http://schemas.openxmlformats.org/officeDocument/2006/relationships/image" Target="../media/image10020.png"/><Relationship Id="rId37" Type="http://schemas.openxmlformats.org/officeDocument/2006/relationships/customXml" Target="../ink/ink1403.xml"/><Relationship Id="rId40" Type="http://schemas.openxmlformats.org/officeDocument/2006/relationships/image" Target="../media/image10060.png"/><Relationship Id="rId45" Type="http://schemas.openxmlformats.org/officeDocument/2006/relationships/customXml" Target="../ink/ink1407.xml"/><Relationship Id="rId5" Type="http://schemas.openxmlformats.org/officeDocument/2006/relationships/customXml" Target="../ink/ink1387.xml"/><Relationship Id="rId15" Type="http://schemas.openxmlformats.org/officeDocument/2006/relationships/customXml" Target="../ink/ink1392.xml"/><Relationship Id="rId23" Type="http://schemas.openxmlformats.org/officeDocument/2006/relationships/customXml" Target="../ink/ink1396.xml"/><Relationship Id="rId28" Type="http://schemas.openxmlformats.org/officeDocument/2006/relationships/image" Target="../media/image10000.png"/><Relationship Id="rId36" Type="http://schemas.openxmlformats.org/officeDocument/2006/relationships/image" Target="../media/image10040.png"/><Relationship Id="rId49" Type="http://schemas.openxmlformats.org/officeDocument/2006/relationships/customXml" Target="../ink/ink1409.xml"/><Relationship Id="rId10" Type="http://schemas.openxmlformats.org/officeDocument/2006/relationships/image" Target="../media/image9910.png"/><Relationship Id="rId19" Type="http://schemas.openxmlformats.org/officeDocument/2006/relationships/customXml" Target="../ink/ink1394.xml"/><Relationship Id="rId31" Type="http://schemas.openxmlformats.org/officeDocument/2006/relationships/customXml" Target="../ink/ink1400.xml"/><Relationship Id="rId44" Type="http://schemas.openxmlformats.org/officeDocument/2006/relationships/image" Target="../media/image10080.png"/><Relationship Id="rId4" Type="http://schemas.openxmlformats.org/officeDocument/2006/relationships/image" Target="../media/image1170.png"/><Relationship Id="rId9" Type="http://schemas.openxmlformats.org/officeDocument/2006/relationships/customXml" Target="../ink/ink1389.xml"/><Relationship Id="rId14" Type="http://schemas.openxmlformats.org/officeDocument/2006/relationships/image" Target="../media/image9930.png"/><Relationship Id="rId22" Type="http://schemas.openxmlformats.org/officeDocument/2006/relationships/image" Target="../media/image9970.png"/><Relationship Id="rId27" Type="http://schemas.openxmlformats.org/officeDocument/2006/relationships/customXml" Target="../ink/ink1398.xml"/><Relationship Id="rId30" Type="http://schemas.openxmlformats.org/officeDocument/2006/relationships/image" Target="../media/image10010.png"/><Relationship Id="rId35" Type="http://schemas.openxmlformats.org/officeDocument/2006/relationships/customXml" Target="../ink/ink1402.xml"/><Relationship Id="rId43" Type="http://schemas.openxmlformats.org/officeDocument/2006/relationships/customXml" Target="../ink/ink1406.xml"/><Relationship Id="rId48" Type="http://schemas.openxmlformats.org/officeDocument/2006/relationships/image" Target="../media/image10101.png"/><Relationship Id="rId8" Type="http://schemas.openxmlformats.org/officeDocument/2006/relationships/image" Target="../media/image9900.png"/><Relationship Id="rId3" Type="http://schemas.openxmlformats.org/officeDocument/2006/relationships/image" Target="../media/image1168.png"/><Relationship Id="rId12" Type="http://schemas.openxmlformats.org/officeDocument/2006/relationships/image" Target="../media/image9920.png"/><Relationship Id="rId17" Type="http://schemas.openxmlformats.org/officeDocument/2006/relationships/customXml" Target="../ink/ink1393.xml"/><Relationship Id="rId25" Type="http://schemas.openxmlformats.org/officeDocument/2006/relationships/customXml" Target="../ink/ink1397.xml"/><Relationship Id="rId33" Type="http://schemas.openxmlformats.org/officeDocument/2006/relationships/customXml" Target="../ink/ink1401.xml"/><Relationship Id="rId38" Type="http://schemas.openxmlformats.org/officeDocument/2006/relationships/image" Target="../media/image10050.png"/><Relationship Id="rId46" Type="http://schemas.openxmlformats.org/officeDocument/2006/relationships/image" Target="../media/image10090.png"/><Relationship Id="rId20" Type="http://schemas.openxmlformats.org/officeDocument/2006/relationships/image" Target="../media/image9960.png"/><Relationship Id="rId41" Type="http://schemas.openxmlformats.org/officeDocument/2006/relationships/customXml" Target="../ink/ink140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89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1.wmf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67.xml"/><Relationship Id="rId21" Type="http://schemas.openxmlformats.org/officeDocument/2006/relationships/customXml" Target="../ink/ink1419.xml"/><Relationship Id="rId42" Type="http://schemas.openxmlformats.org/officeDocument/2006/relationships/image" Target="../media/image10320.png"/><Relationship Id="rId63" Type="http://schemas.openxmlformats.org/officeDocument/2006/relationships/customXml" Target="../ink/ink1440.xml"/><Relationship Id="rId84" Type="http://schemas.openxmlformats.org/officeDocument/2006/relationships/image" Target="../media/image10530.png"/><Relationship Id="rId138" Type="http://schemas.openxmlformats.org/officeDocument/2006/relationships/image" Target="../media/image10800.png"/><Relationship Id="rId159" Type="http://schemas.openxmlformats.org/officeDocument/2006/relationships/customXml" Target="../ink/ink1488.xml"/><Relationship Id="rId170" Type="http://schemas.openxmlformats.org/officeDocument/2006/relationships/image" Target="../media/image10960.png"/><Relationship Id="rId191" Type="http://schemas.openxmlformats.org/officeDocument/2006/relationships/customXml" Target="../ink/ink1504.xml"/><Relationship Id="rId205" Type="http://schemas.openxmlformats.org/officeDocument/2006/relationships/customXml" Target="../ink/ink1511.xml"/><Relationship Id="rId226" Type="http://schemas.openxmlformats.org/officeDocument/2006/relationships/image" Target="../media/image11240.png"/><Relationship Id="rId247" Type="http://schemas.openxmlformats.org/officeDocument/2006/relationships/customXml" Target="../ink/ink1532.xml"/><Relationship Id="rId107" Type="http://schemas.openxmlformats.org/officeDocument/2006/relationships/customXml" Target="../ink/ink1462.xml"/><Relationship Id="rId11" Type="http://schemas.openxmlformats.org/officeDocument/2006/relationships/customXml" Target="../ink/ink1414.xml"/><Relationship Id="rId32" Type="http://schemas.openxmlformats.org/officeDocument/2006/relationships/image" Target="../media/image10270.png"/><Relationship Id="rId53" Type="http://schemas.openxmlformats.org/officeDocument/2006/relationships/customXml" Target="../ink/ink1435.xml"/><Relationship Id="rId74" Type="http://schemas.openxmlformats.org/officeDocument/2006/relationships/image" Target="../media/image10480.png"/><Relationship Id="rId128" Type="http://schemas.openxmlformats.org/officeDocument/2006/relationships/image" Target="../media/image10750.png"/><Relationship Id="rId149" Type="http://schemas.openxmlformats.org/officeDocument/2006/relationships/customXml" Target="../ink/ink1483.xml"/><Relationship Id="rId5" Type="http://schemas.openxmlformats.org/officeDocument/2006/relationships/customXml" Target="../ink/ink1411.xml"/><Relationship Id="rId95" Type="http://schemas.openxmlformats.org/officeDocument/2006/relationships/customXml" Target="../ink/ink1456.xml"/><Relationship Id="rId160" Type="http://schemas.openxmlformats.org/officeDocument/2006/relationships/image" Target="../media/image10910.png"/><Relationship Id="rId181" Type="http://schemas.openxmlformats.org/officeDocument/2006/relationships/customXml" Target="../ink/ink1499.xml"/><Relationship Id="rId216" Type="http://schemas.openxmlformats.org/officeDocument/2006/relationships/image" Target="../media/image11190.png"/><Relationship Id="rId237" Type="http://schemas.openxmlformats.org/officeDocument/2006/relationships/customXml" Target="../ink/ink1527.xml"/><Relationship Id="rId258" Type="http://schemas.openxmlformats.org/officeDocument/2006/relationships/image" Target="../media/image11400.png"/><Relationship Id="rId22" Type="http://schemas.openxmlformats.org/officeDocument/2006/relationships/image" Target="../media/image10220.png"/><Relationship Id="rId43" Type="http://schemas.openxmlformats.org/officeDocument/2006/relationships/customXml" Target="../ink/ink1430.xml"/><Relationship Id="rId64" Type="http://schemas.openxmlformats.org/officeDocument/2006/relationships/image" Target="../media/image10430.png"/><Relationship Id="rId118" Type="http://schemas.openxmlformats.org/officeDocument/2006/relationships/image" Target="../media/image10700.png"/><Relationship Id="rId139" Type="http://schemas.openxmlformats.org/officeDocument/2006/relationships/customXml" Target="../ink/ink1478.xml"/><Relationship Id="rId85" Type="http://schemas.openxmlformats.org/officeDocument/2006/relationships/customXml" Target="../ink/ink1451.xml"/><Relationship Id="rId150" Type="http://schemas.openxmlformats.org/officeDocument/2006/relationships/image" Target="../media/image10860.png"/><Relationship Id="rId171" Type="http://schemas.openxmlformats.org/officeDocument/2006/relationships/customXml" Target="../ink/ink1494.xml"/><Relationship Id="rId192" Type="http://schemas.openxmlformats.org/officeDocument/2006/relationships/image" Target="../media/image11070.png"/><Relationship Id="rId206" Type="http://schemas.openxmlformats.org/officeDocument/2006/relationships/image" Target="../media/image11140.png"/><Relationship Id="rId227" Type="http://schemas.openxmlformats.org/officeDocument/2006/relationships/customXml" Target="../ink/ink1522.xml"/><Relationship Id="rId248" Type="http://schemas.openxmlformats.org/officeDocument/2006/relationships/image" Target="../media/image11350.png"/><Relationship Id="rId12" Type="http://schemas.openxmlformats.org/officeDocument/2006/relationships/image" Target="../media/image10170.png"/><Relationship Id="rId33" Type="http://schemas.openxmlformats.org/officeDocument/2006/relationships/customXml" Target="../ink/ink1425.xml"/><Relationship Id="rId108" Type="http://schemas.openxmlformats.org/officeDocument/2006/relationships/image" Target="../media/image10650.png"/><Relationship Id="rId129" Type="http://schemas.openxmlformats.org/officeDocument/2006/relationships/customXml" Target="../ink/ink1473.xml"/><Relationship Id="rId54" Type="http://schemas.openxmlformats.org/officeDocument/2006/relationships/image" Target="../media/image10380.png"/><Relationship Id="rId75" Type="http://schemas.openxmlformats.org/officeDocument/2006/relationships/customXml" Target="../ink/ink1446.xml"/><Relationship Id="rId96" Type="http://schemas.openxmlformats.org/officeDocument/2006/relationships/image" Target="../media/image10590.png"/><Relationship Id="rId140" Type="http://schemas.openxmlformats.org/officeDocument/2006/relationships/image" Target="../media/image10810.png"/><Relationship Id="rId161" Type="http://schemas.openxmlformats.org/officeDocument/2006/relationships/customXml" Target="../ink/ink1489.xml"/><Relationship Id="rId182" Type="http://schemas.openxmlformats.org/officeDocument/2006/relationships/image" Target="../media/image11020.png"/><Relationship Id="rId217" Type="http://schemas.openxmlformats.org/officeDocument/2006/relationships/customXml" Target="../ink/ink1517.xml"/><Relationship Id="rId6" Type="http://schemas.openxmlformats.org/officeDocument/2006/relationships/image" Target="../media/image10140.png"/><Relationship Id="rId238" Type="http://schemas.openxmlformats.org/officeDocument/2006/relationships/image" Target="../media/image11300.png"/><Relationship Id="rId23" Type="http://schemas.openxmlformats.org/officeDocument/2006/relationships/customXml" Target="../ink/ink1420.xml"/><Relationship Id="rId119" Type="http://schemas.openxmlformats.org/officeDocument/2006/relationships/customXml" Target="../ink/ink1468.xml"/><Relationship Id="rId44" Type="http://schemas.openxmlformats.org/officeDocument/2006/relationships/image" Target="../media/image10330.png"/><Relationship Id="rId65" Type="http://schemas.openxmlformats.org/officeDocument/2006/relationships/customXml" Target="../ink/ink1441.xml"/><Relationship Id="rId86" Type="http://schemas.openxmlformats.org/officeDocument/2006/relationships/image" Target="../media/image10540.png"/><Relationship Id="rId130" Type="http://schemas.openxmlformats.org/officeDocument/2006/relationships/image" Target="../media/image10760.png"/><Relationship Id="rId151" Type="http://schemas.openxmlformats.org/officeDocument/2006/relationships/customXml" Target="../ink/ink1484.xml"/><Relationship Id="rId172" Type="http://schemas.openxmlformats.org/officeDocument/2006/relationships/image" Target="../media/image10970.png"/><Relationship Id="rId193" Type="http://schemas.openxmlformats.org/officeDocument/2006/relationships/customXml" Target="../ink/ink1505.xml"/><Relationship Id="rId207" Type="http://schemas.openxmlformats.org/officeDocument/2006/relationships/customXml" Target="../ink/ink1512.xml"/><Relationship Id="rId228" Type="http://schemas.openxmlformats.org/officeDocument/2006/relationships/image" Target="../media/image11250.png"/><Relationship Id="rId249" Type="http://schemas.openxmlformats.org/officeDocument/2006/relationships/customXml" Target="../ink/ink1533.xml"/><Relationship Id="rId13" Type="http://schemas.openxmlformats.org/officeDocument/2006/relationships/customXml" Target="../ink/ink1415.xml"/><Relationship Id="rId109" Type="http://schemas.openxmlformats.org/officeDocument/2006/relationships/customXml" Target="../ink/ink1463.xml"/><Relationship Id="rId34" Type="http://schemas.openxmlformats.org/officeDocument/2006/relationships/image" Target="../media/image10280.png"/><Relationship Id="rId55" Type="http://schemas.openxmlformats.org/officeDocument/2006/relationships/customXml" Target="../ink/ink1436.xml"/><Relationship Id="rId76" Type="http://schemas.openxmlformats.org/officeDocument/2006/relationships/image" Target="../media/image10490.png"/><Relationship Id="rId97" Type="http://schemas.openxmlformats.org/officeDocument/2006/relationships/customXml" Target="../ink/ink1457.xml"/><Relationship Id="rId120" Type="http://schemas.openxmlformats.org/officeDocument/2006/relationships/image" Target="../media/image10710.png"/><Relationship Id="rId141" Type="http://schemas.openxmlformats.org/officeDocument/2006/relationships/customXml" Target="../ink/ink1479.xml"/><Relationship Id="rId7" Type="http://schemas.openxmlformats.org/officeDocument/2006/relationships/customXml" Target="../ink/ink1412.xml"/><Relationship Id="rId162" Type="http://schemas.openxmlformats.org/officeDocument/2006/relationships/image" Target="../media/image10920.png"/><Relationship Id="rId183" Type="http://schemas.openxmlformats.org/officeDocument/2006/relationships/customXml" Target="../ink/ink1500.xml"/><Relationship Id="rId218" Type="http://schemas.openxmlformats.org/officeDocument/2006/relationships/image" Target="../media/image11200.png"/><Relationship Id="rId239" Type="http://schemas.openxmlformats.org/officeDocument/2006/relationships/customXml" Target="../ink/ink1528.xml"/><Relationship Id="rId250" Type="http://schemas.openxmlformats.org/officeDocument/2006/relationships/image" Target="../media/image11360.png"/><Relationship Id="rId24" Type="http://schemas.openxmlformats.org/officeDocument/2006/relationships/image" Target="../media/image10230.png"/><Relationship Id="rId45" Type="http://schemas.openxmlformats.org/officeDocument/2006/relationships/customXml" Target="../ink/ink1431.xml"/><Relationship Id="rId66" Type="http://schemas.openxmlformats.org/officeDocument/2006/relationships/image" Target="../media/image10440.png"/><Relationship Id="rId87" Type="http://schemas.openxmlformats.org/officeDocument/2006/relationships/customXml" Target="../ink/ink1452.xml"/><Relationship Id="rId110" Type="http://schemas.openxmlformats.org/officeDocument/2006/relationships/image" Target="../media/image10660.png"/><Relationship Id="rId131" Type="http://schemas.openxmlformats.org/officeDocument/2006/relationships/customXml" Target="../ink/ink1474.xml"/><Relationship Id="rId152" Type="http://schemas.openxmlformats.org/officeDocument/2006/relationships/image" Target="../media/image10870.png"/><Relationship Id="rId173" Type="http://schemas.openxmlformats.org/officeDocument/2006/relationships/customXml" Target="../ink/ink1495.xml"/><Relationship Id="rId194" Type="http://schemas.openxmlformats.org/officeDocument/2006/relationships/image" Target="../media/image11080.png"/><Relationship Id="rId208" Type="http://schemas.openxmlformats.org/officeDocument/2006/relationships/image" Target="../media/image11150.png"/><Relationship Id="rId229" Type="http://schemas.openxmlformats.org/officeDocument/2006/relationships/customXml" Target="../ink/ink1523.xml"/><Relationship Id="rId240" Type="http://schemas.openxmlformats.org/officeDocument/2006/relationships/image" Target="../media/image11310.png"/><Relationship Id="rId14" Type="http://schemas.openxmlformats.org/officeDocument/2006/relationships/image" Target="../media/image10180.png"/><Relationship Id="rId35" Type="http://schemas.openxmlformats.org/officeDocument/2006/relationships/customXml" Target="../ink/ink1426.xml"/><Relationship Id="rId56" Type="http://schemas.openxmlformats.org/officeDocument/2006/relationships/image" Target="../media/image10390.png"/><Relationship Id="rId77" Type="http://schemas.openxmlformats.org/officeDocument/2006/relationships/customXml" Target="../ink/ink1447.xml"/><Relationship Id="rId100" Type="http://schemas.openxmlformats.org/officeDocument/2006/relationships/image" Target="../media/image10610.png"/><Relationship Id="rId8" Type="http://schemas.openxmlformats.org/officeDocument/2006/relationships/image" Target="../media/image10150.png"/><Relationship Id="rId98" Type="http://schemas.openxmlformats.org/officeDocument/2006/relationships/image" Target="../media/image10600.png"/><Relationship Id="rId121" Type="http://schemas.openxmlformats.org/officeDocument/2006/relationships/customXml" Target="../ink/ink1469.xml"/><Relationship Id="rId142" Type="http://schemas.openxmlformats.org/officeDocument/2006/relationships/image" Target="../media/image10820.png"/><Relationship Id="rId163" Type="http://schemas.openxmlformats.org/officeDocument/2006/relationships/customXml" Target="../ink/ink1490.xml"/><Relationship Id="rId184" Type="http://schemas.openxmlformats.org/officeDocument/2006/relationships/image" Target="../media/image11030.png"/><Relationship Id="rId219" Type="http://schemas.openxmlformats.org/officeDocument/2006/relationships/customXml" Target="../ink/ink1518.xml"/><Relationship Id="rId230" Type="http://schemas.openxmlformats.org/officeDocument/2006/relationships/image" Target="../media/image11260.png"/><Relationship Id="rId251" Type="http://schemas.openxmlformats.org/officeDocument/2006/relationships/customXml" Target="../ink/ink1534.xml"/><Relationship Id="rId25" Type="http://schemas.openxmlformats.org/officeDocument/2006/relationships/customXml" Target="../ink/ink1421.xml"/><Relationship Id="rId46" Type="http://schemas.openxmlformats.org/officeDocument/2006/relationships/image" Target="../media/image10340.png"/><Relationship Id="rId67" Type="http://schemas.openxmlformats.org/officeDocument/2006/relationships/customXml" Target="../ink/ink1442.xml"/><Relationship Id="rId88" Type="http://schemas.openxmlformats.org/officeDocument/2006/relationships/image" Target="../media/image10550.png"/><Relationship Id="rId111" Type="http://schemas.openxmlformats.org/officeDocument/2006/relationships/customXml" Target="../ink/ink1464.xml"/><Relationship Id="rId132" Type="http://schemas.openxmlformats.org/officeDocument/2006/relationships/image" Target="../media/image10770.png"/><Relationship Id="rId153" Type="http://schemas.openxmlformats.org/officeDocument/2006/relationships/customXml" Target="../ink/ink1485.xml"/><Relationship Id="rId174" Type="http://schemas.openxmlformats.org/officeDocument/2006/relationships/image" Target="../media/image10980.png"/><Relationship Id="rId195" Type="http://schemas.openxmlformats.org/officeDocument/2006/relationships/customXml" Target="../ink/ink1506.xml"/><Relationship Id="rId209" Type="http://schemas.openxmlformats.org/officeDocument/2006/relationships/customXml" Target="../ink/ink1513.xml"/><Relationship Id="rId220" Type="http://schemas.openxmlformats.org/officeDocument/2006/relationships/image" Target="../media/image11210.png"/><Relationship Id="rId241" Type="http://schemas.openxmlformats.org/officeDocument/2006/relationships/customXml" Target="../ink/ink1529.xml"/><Relationship Id="rId15" Type="http://schemas.openxmlformats.org/officeDocument/2006/relationships/customXml" Target="../ink/ink1416.xml"/><Relationship Id="rId36" Type="http://schemas.openxmlformats.org/officeDocument/2006/relationships/image" Target="../media/image10290.png"/><Relationship Id="rId57" Type="http://schemas.openxmlformats.org/officeDocument/2006/relationships/customXml" Target="../ink/ink1437.xml"/><Relationship Id="rId78" Type="http://schemas.openxmlformats.org/officeDocument/2006/relationships/image" Target="../media/image10500.png"/><Relationship Id="rId99" Type="http://schemas.openxmlformats.org/officeDocument/2006/relationships/customXml" Target="../ink/ink1458.xml"/><Relationship Id="rId101" Type="http://schemas.openxmlformats.org/officeDocument/2006/relationships/customXml" Target="../ink/ink1459.xml"/><Relationship Id="rId122" Type="http://schemas.openxmlformats.org/officeDocument/2006/relationships/image" Target="../media/image10720.png"/><Relationship Id="rId143" Type="http://schemas.openxmlformats.org/officeDocument/2006/relationships/customXml" Target="../ink/ink1480.xml"/><Relationship Id="rId164" Type="http://schemas.openxmlformats.org/officeDocument/2006/relationships/image" Target="../media/image10930.png"/><Relationship Id="rId185" Type="http://schemas.openxmlformats.org/officeDocument/2006/relationships/customXml" Target="../ink/ink1501.xml"/><Relationship Id="rId9" Type="http://schemas.openxmlformats.org/officeDocument/2006/relationships/customXml" Target="../ink/ink1413.xml"/><Relationship Id="rId210" Type="http://schemas.openxmlformats.org/officeDocument/2006/relationships/image" Target="../media/image11160.png"/><Relationship Id="rId26" Type="http://schemas.openxmlformats.org/officeDocument/2006/relationships/image" Target="../media/image10240.png"/><Relationship Id="rId231" Type="http://schemas.openxmlformats.org/officeDocument/2006/relationships/customXml" Target="../ink/ink1524.xml"/><Relationship Id="rId252" Type="http://schemas.openxmlformats.org/officeDocument/2006/relationships/image" Target="../media/image11370.png"/><Relationship Id="rId47" Type="http://schemas.openxmlformats.org/officeDocument/2006/relationships/customXml" Target="../ink/ink1432.xml"/><Relationship Id="rId68" Type="http://schemas.openxmlformats.org/officeDocument/2006/relationships/image" Target="../media/image10450.png"/><Relationship Id="rId89" Type="http://schemas.openxmlformats.org/officeDocument/2006/relationships/customXml" Target="../ink/ink1453.xml"/><Relationship Id="rId112" Type="http://schemas.openxmlformats.org/officeDocument/2006/relationships/image" Target="../media/image10670.png"/><Relationship Id="rId133" Type="http://schemas.openxmlformats.org/officeDocument/2006/relationships/customXml" Target="../ink/ink1475.xml"/><Relationship Id="rId154" Type="http://schemas.openxmlformats.org/officeDocument/2006/relationships/image" Target="../media/image10880.png"/><Relationship Id="rId175" Type="http://schemas.openxmlformats.org/officeDocument/2006/relationships/customXml" Target="../ink/ink1496.xml"/><Relationship Id="rId196" Type="http://schemas.openxmlformats.org/officeDocument/2006/relationships/image" Target="../media/image11090.png"/><Relationship Id="rId200" Type="http://schemas.openxmlformats.org/officeDocument/2006/relationships/image" Target="../media/image11110.png"/><Relationship Id="rId16" Type="http://schemas.openxmlformats.org/officeDocument/2006/relationships/image" Target="../media/image10190.png"/><Relationship Id="rId221" Type="http://schemas.openxmlformats.org/officeDocument/2006/relationships/customXml" Target="../ink/ink1519.xml"/><Relationship Id="rId242" Type="http://schemas.openxmlformats.org/officeDocument/2006/relationships/image" Target="../media/image11320.png"/><Relationship Id="rId37" Type="http://schemas.openxmlformats.org/officeDocument/2006/relationships/customXml" Target="../ink/ink1427.xml"/><Relationship Id="rId58" Type="http://schemas.openxmlformats.org/officeDocument/2006/relationships/image" Target="../media/image10400.png"/><Relationship Id="rId79" Type="http://schemas.openxmlformats.org/officeDocument/2006/relationships/customXml" Target="../ink/ink1448.xml"/><Relationship Id="rId102" Type="http://schemas.openxmlformats.org/officeDocument/2006/relationships/image" Target="../media/image10620.png"/><Relationship Id="rId123" Type="http://schemas.openxmlformats.org/officeDocument/2006/relationships/customXml" Target="../ink/ink1470.xml"/><Relationship Id="rId144" Type="http://schemas.openxmlformats.org/officeDocument/2006/relationships/image" Target="../media/image10830.png"/><Relationship Id="rId90" Type="http://schemas.openxmlformats.org/officeDocument/2006/relationships/image" Target="../media/image10560.png"/><Relationship Id="rId165" Type="http://schemas.openxmlformats.org/officeDocument/2006/relationships/customXml" Target="../ink/ink1491.xml"/><Relationship Id="rId186" Type="http://schemas.openxmlformats.org/officeDocument/2006/relationships/image" Target="../media/image11040.png"/><Relationship Id="rId211" Type="http://schemas.openxmlformats.org/officeDocument/2006/relationships/customXml" Target="../ink/ink1514.xml"/><Relationship Id="rId232" Type="http://schemas.openxmlformats.org/officeDocument/2006/relationships/image" Target="../media/image11270.png"/><Relationship Id="rId253" Type="http://schemas.openxmlformats.org/officeDocument/2006/relationships/customXml" Target="../ink/ink1535.xml"/><Relationship Id="rId27" Type="http://schemas.openxmlformats.org/officeDocument/2006/relationships/customXml" Target="../ink/ink1422.xml"/><Relationship Id="rId48" Type="http://schemas.openxmlformats.org/officeDocument/2006/relationships/image" Target="../media/image10350.png"/><Relationship Id="rId69" Type="http://schemas.openxmlformats.org/officeDocument/2006/relationships/customXml" Target="../ink/ink1443.xml"/><Relationship Id="rId113" Type="http://schemas.openxmlformats.org/officeDocument/2006/relationships/customXml" Target="../ink/ink1465.xml"/><Relationship Id="rId134" Type="http://schemas.openxmlformats.org/officeDocument/2006/relationships/image" Target="../media/image10780.png"/><Relationship Id="rId80" Type="http://schemas.openxmlformats.org/officeDocument/2006/relationships/image" Target="../media/image10510.png"/><Relationship Id="rId155" Type="http://schemas.openxmlformats.org/officeDocument/2006/relationships/customXml" Target="../ink/ink1486.xml"/><Relationship Id="rId176" Type="http://schemas.openxmlformats.org/officeDocument/2006/relationships/image" Target="../media/image10990.png"/><Relationship Id="rId197" Type="http://schemas.openxmlformats.org/officeDocument/2006/relationships/customXml" Target="../ink/ink1507.xml"/><Relationship Id="rId201" Type="http://schemas.openxmlformats.org/officeDocument/2006/relationships/customXml" Target="../ink/ink1509.xml"/><Relationship Id="rId222" Type="http://schemas.openxmlformats.org/officeDocument/2006/relationships/image" Target="../media/image11220.png"/><Relationship Id="rId243" Type="http://schemas.openxmlformats.org/officeDocument/2006/relationships/customXml" Target="../ink/ink1530.xml"/><Relationship Id="rId17" Type="http://schemas.openxmlformats.org/officeDocument/2006/relationships/customXml" Target="../ink/ink1417.xml"/><Relationship Id="rId38" Type="http://schemas.openxmlformats.org/officeDocument/2006/relationships/image" Target="../media/image10300.png"/><Relationship Id="rId59" Type="http://schemas.openxmlformats.org/officeDocument/2006/relationships/customXml" Target="../ink/ink1438.xml"/><Relationship Id="rId103" Type="http://schemas.openxmlformats.org/officeDocument/2006/relationships/customXml" Target="../ink/ink1460.xml"/><Relationship Id="rId124" Type="http://schemas.openxmlformats.org/officeDocument/2006/relationships/image" Target="../media/image10730.png"/><Relationship Id="rId70" Type="http://schemas.openxmlformats.org/officeDocument/2006/relationships/image" Target="../media/image10460.png"/><Relationship Id="rId91" Type="http://schemas.openxmlformats.org/officeDocument/2006/relationships/customXml" Target="../ink/ink1454.xml"/><Relationship Id="rId145" Type="http://schemas.openxmlformats.org/officeDocument/2006/relationships/customXml" Target="../ink/ink1481.xml"/><Relationship Id="rId166" Type="http://schemas.openxmlformats.org/officeDocument/2006/relationships/image" Target="../media/image10940.png"/><Relationship Id="rId187" Type="http://schemas.openxmlformats.org/officeDocument/2006/relationships/customXml" Target="../ink/ink1502.xml"/><Relationship Id="rId1" Type="http://schemas.openxmlformats.org/officeDocument/2006/relationships/slideLayout" Target="../slideLayouts/slideLayout5.xml"/><Relationship Id="rId212" Type="http://schemas.openxmlformats.org/officeDocument/2006/relationships/image" Target="../media/image11170.png"/><Relationship Id="rId233" Type="http://schemas.openxmlformats.org/officeDocument/2006/relationships/customXml" Target="../ink/ink1525.xml"/><Relationship Id="rId254" Type="http://schemas.openxmlformats.org/officeDocument/2006/relationships/image" Target="../media/image11380.png"/><Relationship Id="rId28" Type="http://schemas.openxmlformats.org/officeDocument/2006/relationships/image" Target="../media/image10250.png"/><Relationship Id="rId49" Type="http://schemas.openxmlformats.org/officeDocument/2006/relationships/customXml" Target="../ink/ink1433.xml"/><Relationship Id="rId114" Type="http://schemas.openxmlformats.org/officeDocument/2006/relationships/image" Target="../media/image10680.png"/><Relationship Id="rId60" Type="http://schemas.openxmlformats.org/officeDocument/2006/relationships/image" Target="../media/image10410.png"/><Relationship Id="rId81" Type="http://schemas.openxmlformats.org/officeDocument/2006/relationships/customXml" Target="../ink/ink1449.xml"/><Relationship Id="rId135" Type="http://schemas.openxmlformats.org/officeDocument/2006/relationships/customXml" Target="../ink/ink1476.xml"/><Relationship Id="rId156" Type="http://schemas.openxmlformats.org/officeDocument/2006/relationships/image" Target="../media/image10890.png"/><Relationship Id="rId177" Type="http://schemas.openxmlformats.org/officeDocument/2006/relationships/customXml" Target="../ink/ink1497.xml"/><Relationship Id="rId198" Type="http://schemas.openxmlformats.org/officeDocument/2006/relationships/image" Target="../media/image11101.png"/><Relationship Id="rId202" Type="http://schemas.openxmlformats.org/officeDocument/2006/relationships/image" Target="../media/image11120.png"/><Relationship Id="rId223" Type="http://schemas.openxmlformats.org/officeDocument/2006/relationships/customXml" Target="../ink/ink1520.xml"/><Relationship Id="rId244" Type="http://schemas.openxmlformats.org/officeDocument/2006/relationships/image" Target="../media/image11330.png"/><Relationship Id="rId18" Type="http://schemas.openxmlformats.org/officeDocument/2006/relationships/image" Target="../media/image10200.png"/><Relationship Id="rId39" Type="http://schemas.openxmlformats.org/officeDocument/2006/relationships/customXml" Target="../ink/ink1428.xml"/><Relationship Id="rId50" Type="http://schemas.openxmlformats.org/officeDocument/2006/relationships/image" Target="../media/image10360.png"/><Relationship Id="rId104" Type="http://schemas.openxmlformats.org/officeDocument/2006/relationships/image" Target="../media/image10630.png"/><Relationship Id="rId125" Type="http://schemas.openxmlformats.org/officeDocument/2006/relationships/customXml" Target="../ink/ink1471.xml"/><Relationship Id="rId146" Type="http://schemas.openxmlformats.org/officeDocument/2006/relationships/image" Target="../media/image10840.png"/><Relationship Id="rId167" Type="http://schemas.openxmlformats.org/officeDocument/2006/relationships/customXml" Target="../ink/ink1492.xml"/><Relationship Id="rId188" Type="http://schemas.openxmlformats.org/officeDocument/2006/relationships/image" Target="../media/image11050.png"/><Relationship Id="rId71" Type="http://schemas.openxmlformats.org/officeDocument/2006/relationships/customXml" Target="../ink/ink1444.xml"/><Relationship Id="rId92" Type="http://schemas.openxmlformats.org/officeDocument/2006/relationships/image" Target="../media/image10570.png"/><Relationship Id="rId213" Type="http://schemas.openxmlformats.org/officeDocument/2006/relationships/customXml" Target="../ink/ink1515.xml"/><Relationship Id="rId234" Type="http://schemas.openxmlformats.org/officeDocument/2006/relationships/image" Target="../media/image11280.png"/><Relationship Id="rId2" Type="http://schemas.openxmlformats.org/officeDocument/2006/relationships/image" Target="../media/image1171.wmf"/><Relationship Id="rId29" Type="http://schemas.openxmlformats.org/officeDocument/2006/relationships/customXml" Target="../ink/ink1423.xml"/><Relationship Id="rId255" Type="http://schemas.openxmlformats.org/officeDocument/2006/relationships/customXml" Target="../ink/ink1536.xml"/><Relationship Id="rId40" Type="http://schemas.openxmlformats.org/officeDocument/2006/relationships/image" Target="../media/image10310.png"/><Relationship Id="rId115" Type="http://schemas.openxmlformats.org/officeDocument/2006/relationships/customXml" Target="../ink/ink1466.xml"/><Relationship Id="rId136" Type="http://schemas.openxmlformats.org/officeDocument/2006/relationships/image" Target="../media/image10790.png"/><Relationship Id="rId157" Type="http://schemas.openxmlformats.org/officeDocument/2006/relationships/customXml" Target="../ink/ink1487.xml"/><Relationship Id="rId178" Type="http://schemas.openxmlformats.org/officeDocument/2006/relationships/image" Target="../media/image11000.png"/><Relationship Id="rId61" Type="http://schemas.openxmlformats.org/officeDocument/2006/relationships/customXml" Target="../ink/ink1439.xml"/><Relationship Id="rId82" Type="http://schemas.openxmlformats.org/officeDocument/2006/relationships/image" Target="../media/image10520.png"/><Relationship Id="rId199" Type="http://schemas.openxmlformats.org/officeDocument/2006/relationships/customXml" Target="../ink/ink1508.xml"/><Relationship Id="rId203" Type="http://schemas.openxmlformats.org/officeDocument/2006/relationships/customXml" Target="../ink/ink1510.xml"/><Relationship Id="rId19" Type="http://schemas.openxmlformats.org/officeDocument/2006/relationships/customXml" Target="../ink/ink1418.xml"/><Relationship Id="rId224" Type="http://schemas.openxmlformats.org/officeDocument/2006/relationships/image" Target="../media/image11230.png"/><Relationship Id="rId245" Type="http://schemas.openxmlformats.org/officeDocument/2006/relationships/customXml" Target="../ink/ink1531.xml"/><Relationship Id="rId30" Type="http://schemas.openxmlformats.org/officeDocument/2006/relationships/image" Target="../media/image10260.png"/><Relationship Id="rId105" Type="http://schemas.openxmlformats.org/officeDocument/2006/relationships/customXml" Target="../ink/ink1461.xml"/><Relationship Id="rId126" Type="http://schemas.openxmlformats.org/officeDocument/2006/relationships/image" Target="../media/image10740.png"/><Relationship Id="rId147" Type="http://schemas.openxmlformats.org/officeDocument/2006/relationships/customXml" Target="../ink/ink1482.xml"/><Relationship Id="rId168" Type="http://schemas.openxmlformats.org/officeDocument/2006/relationships/image" Target="../media/image10950.png"/><Relationship Id="rId51" Type="http://schemas.openxmlformats.org/officeDocument/2006/relationships/customXml" Target="../ink/ink1434.xml"/><Relationship Id="rId72" Type="http://schemas.openxmlformats.org/officeDocument/2006/relationships/image" Target="../media/image10470.png"/><Relationship Id="rId93" Type="http://schemas.openxmlformats.org/officeDocument/2006/relationships/customXml" Target="../ink/ink1455.xml"/><Relationship Id="rId189" Type="http://schemas.openxmlformats.org/officeDocument/2006/relationships/customXml" Target="../ink/ink1503.xml"/><Relationship Id="rId3" Type="http://schemas.openxmlformats.org/officeDocument/2006/relationships/customXml" Target="../ink/ink1410.xml"/><Relationship Id="rId214" Type="http://schemas.openxmlformats.org/officeDocument/2006/relationships/image" Target="../media/image11180.png"/><Relationship Id="rId235" Type="http://schemas.openxmlformats.org/officeDocument/2006/relationships/customXml" Target="../ink/ink1526.xml"/><Relationship Id="rId256" Type="http://schemas.openxmlformats.org/officeDocument/2006/relationships/image" Target="../media/image11390.png"/><Relationship Id="rId116" Type="http://schemas.openxmlformats.org/officeDocument/2006/relationships/image" Target="../media/image10690.png"/><Relationship Id="rId137" Type="http://schemas.openxmlformats.org/officeDocument/2006/relationships/customXml" Target="../ink/ink1477.xml"/><Relationship Id="rId158" Type="http://schemas.openxmlformats.org/officeDocument/2006/relationships/image" Target="../media/image10900.png"/><Relationship Id="rId20" Type="http://schemas.openxmlformats.org/officeDocument/2006/relationships/image" Target="../media/image10210.png"/><Relationship Id="rId41" Type="http://schemas.openxmlformats.org/officeDocument/2006/relationships/customXml" Target="../ink/ink1429.xml"/><Relationship Id="rId62" Type="http://schemas.openxmlformats.org/officeDocument/2006/relationships/image" Target="../media/image10420.png"/><Relationship Id="rId83" Type="http://schemas.openxmlformats.org/officeDocument/2006/relationships/customXml" Target="../ink/ink1450.xml"/><Relationship Id="rId179" Type="http://schemas.openxmlformats.org/officeDocument/2006/relationships/customXml" Target="../ink/ink1498.xml"/><Relationship Id="rId190" Type="http://schemas.openxmlformats.org/officeDocument/2006/relationships/image" Target="../media/image11060.png"/><Relationship Id="rId204" Type="http://schemas.openxmlformats.org/officeDocument/2006/relationships/image" Target="../media/image11130.png"/><Relationship Id="rId225" Type="http://schemas.openxmlformats.org/officeDocument/2006/relationships/customXml" Target="../ink/ink1521.xml"/><Relationship Id="rId246" Type="http://schemas.openxmlformats.org/officeDocument/2006/relationships/image" Target="../media/image11340.png"/><Relationship Id="rId106" Type="http://schemas.openxmlformats.org/officeDocument/2006/relationships/image" Target="../media/image10640.png"/><Relationship Id="rId127" Type="http://schemas.openxmlformats.org/officeDocument/2006/relationships/customXml" Target="../ink/ink1472.xml"/><Relationship Id="rId10" Type="http://schemas.openxmlformats.org/officeDocument/2006/relationships/image" Target="../media/image10160.png"/><Relationship Id="rId31" Type="http://schemas.openxmlformats.org/officeDocument/2006/relationships/customXml" Target="../ink/ink1424.xml"/><Relationship Id="rId52" Type="http://schemas.openxmlformats.org/officeDocument/2006/relationships/image" Target="../media/image10370.png"/><Relationship Id="rId73" Type="http://schemas.openxmlformats.org/officeDocument/2006/relationships/customXml" Target="../ink/ink1445.xml"/><Relationship Id="rId94" Type="http://schemas.openxmlformats.org/officeDocument/2006/relationships/image" Target="../media/image10580.png"/><Relationship Id="rId148" Type="http://schemas.openxmlformats.org/officeDocument/2006/relationships/image" Target="../media/image10850.png"/><Relationship Id="rId169" Type="http://schemas.openxmlformats.org/officeDocument/2006/relationships/customXml" Target="../ink/ink1493.xml"/><Relationship Id="rId4" Type="http://schemas.openxmlformats.org/officeDocument/2006/relationships/image" Target="../media/image10130.png"/><Relationship Id="rId180" Type="http://schemas.openxmlformats.org/officeDocument/2006/relationships/image" Target="../media/image11010.png"/><Relationship Id="rId215" Type="http://schemas.openxmlformats.org/officeDocument/2006/relationships/customXml" Target="../ink/ink1516.xml"/><Relationship Id="rId236" Type="http://schemas.openxmlformats.org/officeDocument/2006/relationships/image" Target="../media/image11290.png"/><Relationship Id="rId257" Type="http://schemas.openxmlformats.org/officeDocument/2006/relationships/customXml" Target="../ink/ink1537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8.png"/><Relationship Id="rId21" Type="http://schemas.openxmlformats.org/officeDocument/2006/relationships/image" Target="../media/image11500.png"/><Relationship Id="rId42" Type="http://schemas.openxmlformats.org/officeDocument/2006/relationships/customXml" Target="../ink/ink1558.xml"/><Relationship Id="rId63" Type="http://schemas.openxmlformats.org/officeDocument/2006/relationships/image" Target="../media/image1171.png"/><Relationship Id="rId84" Type="http://schemas.openxmlformats.org/officeDocument/2006/relationships/customXml" Target="../ink/ink1579.xml"/><Relationship Id="rId138" Type="http://schemas.openxmlformats.org/officeDocument/2006/relationships/customXml" Target="../ink/ink1606.xml"/><Relationship Id="rId159" Type="http://schemas.openxmlformats.org/officeDocument/2006/relationships/image" Target="../media/image1219.png"/><Relationship Id="rId170" Type="http://schemas.openxmlformats.org/officeDocument/2006/relationships/customXml" Target="../ink/ink1622.xml"/><Relationship Id="rId191" Type="http://schemas.openxmlformats.org/officeDocument/2006/relationships/image" Target="../media/image1235.png"/><Relationship Id="rId205" Type="http://schemas.openxmlformats.org/officeDocument/2006/relationships/image" Target="../media/image1242.png"/><Relationship Id="rId226" Type="http://schemas.openxmlformats.org/officeDocument/2006/relationships/customXml" Target="../ink/ink1650.xml"/><Relationship Id="rId247" Type="http://schemas.openxmlformats.org/officeDocument/2006/relationships/image" Target="../media/image1263.png"/><Relationship Id="rId107" Type="http://schemas.openxmlformats.org/officeDocument/2006/relationships/image" Target="../media/image1193.png"/><Relationship Id="rId11" Type="http://schemas.openxmlformats.org/officeDocument/2006/relationships/image" Target="../media/image11450.png"/><Relationship Id="rId32" Type="http://schemas.openxmlformats.org/officeDocument/2006/relationships/customXml" Target="../ink/ink1553.xml"/><Relationship Id="rId53" Type="http://schemas.openxmlformats.org/officeDocument/2006/relationships/image" Target="../media/image11660.png"/><Relationship Id="rId74" Type="http://schemas.openxmlformats.org/officeDocument/2006/relationships/customXml" Target="../ink/ink1574.xml"/><Relationship Id="rId128" Type="http://schemas.openxmlformats.org/officeDocument/2006/relationships/customXml" Target="../ink/ink1601.xml"/><Relationship Id="rId149" Type="http://schemas.openxmlformats.org/officeDocument/2006/relationships/image" Target="../media/image1214.png"/><Relationship Id="rId5" Type="http://schemas.openxmlformats.org/officeDocument/2006/relationships/image" Target="../media/image11420.png"/><Relationship Id="rId95" Type="http://schemas.openxmlformats.org/officeDocument/2006/relationships/image" Target="../media/image1187.png"/><Relationship Id="rId160" Type="http://schemas.openxmlformats.org/officeDocument/2006/relationships/customXml" Target="../ink/ink1617.xml"/><Relationship Id="rId181" Type="http://schemas.openxmlformats.org/officeDocument/2006/relationships/image" Target="../media/image1230.png"/><Relationship Id="rId216" Type="http://schemas.openxmlformats.org/officeDocument/2006/relationships/customXml" Target="../ink/ink1645.xml"/><Relationship Id="rId237" Type="http://schemas.openxmlformats.org/officeDocument/2006/relationships/image" Target="../media/image1258.png"/><Relationship Id="rId22" Type="http://schemas.openxmlformats.org/officeDocument/2006/relationships/customXml" Target="../ink/ink1548.xml"/><Relationship Id="rId43" Type="http://schemas.openxmlformats.org/officeDocument/2006/relationships/image" Target="../media/image11610.png"/><Relationship Id="rId64" Type="http://schemas.openxmlformats.org/officeDocument/2006/relationships/customXml" Target="../ink/ink1569.xml"/><Relationship Id="rId118" Type="http://schemas.openxmlformats.org/officeDocument/2006/relationships/customXml" Target="../ink/ink1596.xml"/><Relationship Id="rId139" Type="http://schemas.openxmlformats.org/officeDocument/2006/relationships/image" Target="../media/image1209.png"/><Relationship Id="rId85" Type="http://schemas.openxmlformats.org/officeDocument/2006/relationships/image" Target="../media/image1182.png"/><Relationship Id="rId150" Type="http://schemas.openxmlformats.org/officeDocument/2006/relationships/customXml" Target="../ink/ink1612.xml"/><Relationship Id="rId171" Type="http://schemas.openxmlformats.org/officeDocument/2006/relationships/image" Target="../media/image1225.png"/><Relationship Id="rId192" Type="http://schemas.openxmlformats.org/officeDocument/2006/relationships/customXml" Target="../ink/ink1633.xml"/><Relationship Id="rId206" Type="http://schemas.openxmlformats.org/officeDocument/2006/relationships/customXml" Target="../ink/ink1640.xml"/><Relationship Id="rId227" Type="http://schemas.openxmlformats.org/officeDocument/2006/relationships/image" Target="../media/image1253.png"/><Relationship Id="rId248" Type="http://schemas.openxmlformats.org/officeDocument/2006/relationships/customXml" Target="../ink/ink1661.xml"/><Relationship Id="rId12" Type="http://schemas.openxmlformats.org/officeDocument/2006/relationships/customXml" Target="../ink/ink1543.xml"/><Relationship Id="rId33" Type="http://schemas.openxmlformats.org/officeDocument/2006/relationships/image" Target="../media/image11560.png"/><Relationship Id="rId108" Type="http://schemas.openxmlformats.org/officeDocument/2006/relationships/customXml" Target="../ink/ink1591.xml"/><Relationship Id="rId129" Type="http://schemas.openxmlformats.org/officeDocument/2006/relationships/image" Target="../media/image1204.png"/><Relationship Id="rId54" Type="http://schemas.openxmlformats.org/officeDocument/2006/relationships/customXml" Target="../ink/ink1564.xml"/><Relationship Id="rId75" Type="http://schemas.openxmlformats.org/officeDocument/2006/relationships/image" Target="../media/image1177.png"/><Relationship Id="rId96" Type="http://schemas.openxmlformats.org/officeDocument/2006/relationships/customXml" Target="../ink/ink1585.xml"/><Relationship Id="rId140" Type="http://schemas.openxmlformats.org/officeDocument/2006/relationships/customXml" Target="../ink/ink1607.xml"/><Relationship Id="rId161" Type="http://schemas.openxmlformats.org/officeDocument/2006/relationships/image" Target="../media/image1220.png"/><Relationship Id="rId182" Type="http://schemas.openxmlformats.org/officeDocument/2006/relationships/customXml" Target="../ink/ink1628.xml"/><Relationship Id="rId217" Type="http://schemas.openxmlformats.org/officeDocument/2006/relationships/image" Target="../media/image1248.png"/><Relationship Id="rId6" Type="http://schemas.openxmlformats.org/officeDocument/2006/relationships/customXml" Target="../ink/ink1540.xml"/><Relationship Id="rId238" Type="http://schemas.openxmlformats.org/officeDocument/2006/relationships/customXml" Target="../ink/ink1656.xml"/><Relationship Id="rId23" Type="http://schemas.openxmlformats.org/officeDocument/2006/relationships/image" Target="../media/image11510.png"/><Relationship Id="rId119" Type="http://schemas.openxmlformats.org/officeDocument/2006/relationships/image" Target="../media/image1199.png"/><Relationship Id="rId44" Type="http://schemas.openxmlformats.org/officeDocument/2006/relationships/customXml" Target="../ink/ink1559.xml"/><Relationship Id="rId65" Type="http://schemas.openxmlformats.org/officeDocument/2006/relationships/image" Target="../media/image1172.png"/><Relationship Id="rId86" Type="http://schemas.openxmlformats.org/officeDocument/2006/relationships/customXml" Target="../ink/ink1580.xml"/><Relationship Id="rId130" Type="http://schemas.openxmlformats.org/officeDocument/2006/relationships/customXml" Target="../ink/ink1602.xml"/><Relationship Id="rId151" Type="http://schemas.openxmlformats.org/officeDocument/2006/relationships/image" Target="../media/image1215.png"/><Relationship Id="rId172" Type="http://schemas.openxmlformats.org/officeDocument/2006/relationships/customXml" Target="../ink/ink1623.xml"/><Relationship Id="rId193" Type="http://schemas.openxmlformats.org/officeDocument/2006/relationships/image" Target="../media/image1236.png"/><Relationship Id="rId207" Type="http://schemas.openxmlformats.org/officeDocument/2006/relationships/image" Target="../media/image1243.png"/><Relationship Id="rId228" Type="http://schemas.openxmlformats.org/officeDocument/2006/relationships/customXml" Target="../ink/ink1651.xml"/><Relationship Id="rId249" Type="http://schemas.openxmlformats.org/officeDocument/2006/relationships/image" Target="../media/image1264.png"/><Relationship Id="rId13" Type="http://schemas.openxmlformats.org/officeDocument/2006/relationships/image" Target="../media/image11460.png"/><Relationship Id="rId109" Type="http://schemas.openxmlformats.org/officeDocument/2006/relationships/image" Target="../media/image1194.png"/><Relationship Id="rId34" Type="http://schemas.openxmlformats.org/officeDocument/2006/relationships/customXml" Target="../ink/ink1554.xml"/><Relationship Id="rId55" Type="http://schemas.openxmlformats.org/officeDocument/2006/relationships/image" Target="../media/image11670.png"/><Relationship Id="rId76" Type="http://schemas.openxmlformats.org/officeDocument/2006/relationships/customXml" Target="../ink/ink1575.xml"/><Relationship Id="rId97" Type="http://schemas.openxmlformats.org/officeDocument/2006/relationships/image" Target="../media/image1188.png"/><Relationship Id="rId120" Type="http://schemas.openxmlformats.org/officeDocument/2006/relationships/customXml" Target="../ink/ink1597.xml"/><Relationship Id="rId141" Type="http://schemas.openxmlformats.org/officeDocument/2006/relationships/image" Target="../media/image1210.png"/><Relationship Id="rId7" Type="http://schemas.openxmlformats.org/officeDocument/2006/relationships/image" Target="../media/image11430.png"/><Relationship Id="rId162" Type="http://schemas.openxmlformats.org/officeDocument/2006/relationships/customXml" Target="../ink/ink1618.xml"/><Relationship Id="rId183" Type="http://schemas.openxmlformats.org/officeDocument/2006/relationships/image" Target="../media/image1231.png"/><Relationship Id="rId218" Type="http://schemas.openxmlformats.org/officeDocument/2006/relationships/customXml" Target="../ink/ink1646.xml"/><Relationship Id="rId239" Type="http://schemas.openxmlformats.org/officeDocument/2006/relationships/image" Target="../media/image1259.png"/><Relationship Id="rId250" Type="http://schemas.openxmlformats.org/officeDocument/2006/relationships/customXml" Target="../ink/ink1662.xml"/><Relationship Id="rId24" Type="http://schemas.openxmlformats.org/officeDocument/2006/relationships/customXml" Target="../ink/ink1549.xml"/><Relationship Id="rId45" Type="http://schemas.openxmlformats.org/officeDocument/2006/relationships/image" Target="../media/image11620.png"/><Relationship Id="rId66" Type="http://schemas.openxmlformats.org/officeDocument/2006/relationships/customXml" Target="../ink/ink1570.xml"/><Relationship Id="rId87" Type="http://schemas.openxmlformats.org/officeDocument/2006/relationships/image" Target="../media/image1183.png"/><Relationship Id="rId110" Type="http://schemas.openxmlformats.org/officeDocument/2006/relationships/customXml" Target="../ink/ink1592.xml"/><Relationship Id="rId131" Type="http://schemas.openxmlformats.org/officeDocument/2006/relationships/image" Target="../media/image1205.png"/><Relationship Id="rId152" Type="http://schemas.openxmlformats.org/officeDocument/2006/relationships/customXml" Target="../ink/ink1613.xml"/><Relationship Id="rId173" Type="http://schemas.openxmlformats.org/officeDocument/2006/relationships/image" Target="../media/image1226.png"/><Relationship Id="rId194" Type="http://schemas.openxmlformats.org/officeDocument/2006/relationships/customXml" Target="../ink/ink1634.xml"/><Relationship Id="rId208" Type="http://schemas.openxmlformats.org/officeDocument/2006/relationships/customXml" Target="../ink/ink1641.xml"/><Relationship Id="rId229" Type="http://schemas.openxmlformats.org/officeDocument/2006/relationships/image" Target="../media/image1254.png"/><Relationship Id="rId240" Type="http://schemas.openxmlformats.org/officeDocument/2006/relationships/customXml" Target="../ink/ink1657.xml"/><Relationship Id="rId14" Type="http://schemas.openxmlformats.org/officeDocument/2006/relationships/customXml" Target="../ink/ink1544.xml"/><Relationship Id="rId35" Type="http://schemas.openxmlformats.org/officeDocument/2006/relationships/image" Target="../media/image11570.png"/><Relationship Id="rId56" Type="http://schemas.openxmlformats.org/officeDocument/2006/relationships/customXml" Target="../ink/ink1565.xml"/><Relationship Id="rId77" Type="http://schemas.openxmlformats.org/officeDocument/2006/relationships/image" Target="../media/image1178.png"/><Relationship Id="rId100" Type="http://schemas.openxmlformats.org/officeDocument/2006/relationships/customXml" Target="../ink/ink1587.xml"/><Relationship Id="rId8" Type="http://schemas.openxmlformats.org/officeDocument/2006/relationships/customXml" Target="../ink/ink1541.xml"/><Relationship Id="rId98" Type="http://schemas.openxmlformats.org/officeDocument/2006/relationships/customXml" Target="../ink/ink1586.xml"/><Relationship Id="rId121" Type="http://schemas.openxmlformats.org/officeDocument/2006/relationships/image" Target="../media/image1200.png"/><Relationship Id="rId142" Type="http://schemas.openxmlformats.org/officeDocument/2006/relationships/customXml" Target="../ink/ink1608.xml"/><Relationship Id="rId163" Type="http://schemas.openxmlformats.org/officeDocument/2006/relationships/image" Target="../media/image1221.png"/><Relationship Id="rId184" Type="http://schemas.openxmlformats.org/officeDocument/2006/relationships/customXml" Target="../ink/ink1629.xml"/><Relationship Id="rId219" Type="http://schemas.openxmlformats.org/officeDocument/2006/relationships/image" Target="../media/image1249.png"/><Relationship Id="rId230" Type="http://schemas.openxmlformats.org/officeDocument/2006/relationships/customXml" Target="../ink/ink1652.xml"/><Relationship Id="rId251" Type="http://schemas.openxmlformats.org/officeDocument/2006/relationships/image" Target="../media/image1265.png"/><Relationship Id="rId25" Type="http://schemas.openxmlformats.org/officeDocument/2006/relationships/image" Target="../media/image11520.png"/><Relationship Id="rId46" Type="http://schemas.openxmlformats.org/officeDocument/2006/relationships/customXml" Target="../ink/ink1560.xml"/><Relationship Id="rId67" Type="http://schemas.openxmlformats.org/officeDocument/2006/relationships/image" Target="../media/image1173.png"/><Relationship Id="rId88" Type="http://schemas.openxmlformats.org/officeDocument/2006/relationships/customXml" Target="../ink/ink1581.xml"/><Relationship Id="rId111" Type="http://schemas.openxmlformats.org/officeDocument/2006/relationships/image" Target="../media/image1195.png"/><Relationship Id="rId132" Type="http://schemas.openxmlformats.org/officeDocument/2006/relationships/customXml" Target="../ink/ink1603.xml"/><Relationship Id="rId153" Type="http://schemas.openxmlformats.org/officeDocument/2006/relationships/image" Target="../media/image1216.png"/><Relationship Id="rId174" Type="http://schemas.openxmlformats.org/officeDocument/2006/relationships/customXml" Target="../ink/ink1624.xml"/><Relationship Id="rId195" Type="http://schemas.openxmlformats.org/officeDocument/2006/relationships/image" Target="../media/image1237.png"/><Relationship Id="rId209" Type="http://schemas.openxmlformats.org/officeDocument/2006/relationships/image" Target="../media/image1244.png"/><Relationship Id="rId220" Type="http://schemas.openxmlformats.org/officeDocument/2006/relationships/customXml" Target="../ink/ink1647.xml"/><Relationship Id="rId241" Type="http://schemas.openxmlformats.org/officeDocument/2006/relationships/image" Target="../media/image1260.png"/><Relationship Id="rId15" Type="http://schemas.openxmlformats.org/officeDocument/2006/relationships/image" Target="../media/image11470.png"/><Relationship Id="rId36" Type="http://schemas.openxmlformats.org/officeDocument/2006/relationships/customXml" Target="../ink/ink1555.xml"/><Relationship Id="rId57" Type="http://schemas.openxmlformats.org/officeDocument/2006/relationships/image" Target="../media/image11680.png"/><Relationship Id="rId78" Type="http://schemas.openxmlformats.org/officeDocument/2006/relationships/customXml" Target="../ink/ink1576.xml"/><Relationship Id="rId99" Type="http://schemas.openxmlformats.org/officeDocument/2006/relationships/image" Target="../media/image1189.png"/><Relationship Id="rId101" Type="http://schemas.openxmlformats.org/officeDocument/2006/relationships/image" Target="../media/image1190.png"/><Relationship Id="rId122" Type="http://schemas.openxmlformats.org/officeDocument/2006/relationships/customXml" Target="../ink/ink1598.xml"/><Relationship Id="rId143" Type="http://schemas.openxmlformats.org/officeDocument/2006/relationships/image" Target="../media/image1211.png"/><Relationship Id="rId164" Type="http://schemas.openxmlformats.org/officeDocument/2006/relationships/customXml" Target="../ink/ink1619.xml"/><Relationship Id="rId185" Type="http://schemas.openxmlformats.org/officeDocument/2006/relationships/image" Target="../media/image1232.png"/><Relationship Id="rId9" Type="http://schemas.openxmlformats.org/officeDocument/2006/relationships/image" Target="../media/image11440.png"/><Relationship Id="rId210" Type="http://schemas.openxmlformats.org/officeDocument/2006/relationships/customXml" Target="../ink/ink1642.xml"/><Relationship Id="rId26" Type="http://schemas.openxmlformats.org/officeDocument/2006/relationships/customXml" Target="../ink/ink1550.xml"/><Relationship Id="rId231" Type="http://schemas.openxmlformats.org/officeDocument/2006/relationships/image" Target="../media/image1255.png"/><Relationship Id="rId252" Type="http://schemas.openxmlformats.org/officeDocument/2006/relationships/customXml" Target="../ink/ink1663.xml"/><Relationship Id="rId47" Type="http://schemas.openxmlformats.org/officeDocument/2006/relationships/image" Target="../media/image11630.png"/><Relationship Id="rId68" Type="http://schemas.openxmlformats.org/officeDocument/2006/relationships/customXml" Target="../ink/ink1571.xml"/><Relationship Id="rId89" Type="http://schemas.openxmlformats.org/officeDocument/2006/relationships/image" Target="../media/image1184.png"/><Relationship Id="rId112" Type="http://schemas.openxmlformats.org/officeDocument/2006/relationships/customXml" Target="../ink/ink1593.xml"/><Relationship Id="rId133" Type="http://schemas.openxmlformats.org/officeDocument/2006/relationships/image" Target="../media/image1206.png"/><Relationship Id="rId154" Type="http://schemas.openxmlformats.org/officeDocument/2006/relationships/customXml" Target="../ink/ink1614.xml"/><Relationship Id="rId175" Type="http://schemas.openxmlformats.org/officeDocument/2006/relationships/image" Target="../media/image1227.png"/><Relationship Id="rId196" Type="http://schemas.openxmlformats.org/officeDocument/2006/relationships/customXml" Target="../ink/ink1635.xml"/><Relationship Id="rId200" Type="http://schemas.openxmlformats.org/officeDocument/2006/relationships/customXml" Target="../ink/ink1637.xml"/><Relationship Id="rId16" Type="http://schemas.openxmlformats.org/officeDocument/2006/relationships/customXml" Target="../ink/ink1545.xml"/><Relationship Id="rId221" Type="http://schemas.openxmlformats.org/officeDocument/2006/relationships/image" Target="../media/image1250.png"/><Relationship Id="rId242" Type="http://schemas.openxmlformats.org/officeDocument/2006/relationships/customXml" Target="../ink/ink1658.xml"/><Relationship Id="rId37" Type="http://schemas.openxmlformats.org/officeDocument/2006/relationships/image" Target="../media/image11580.png"/><Relationship Id="rId58" Type="http://schemas.openxmlformats.org/officeDocument/2006/relationships/customXml" Target="../ink/ink1566.xml"/><Relationship Id="rId79" Type="http://schemas.openxmlformats.org/officeDocument/2006/relationships/image" Target="../media/image1179.png"/><Relationship Id="rId102" Type="http://schemas.openxmlformats.org/officeDocument/2006/relationships/customXml" Target="../ink/ink1588.xml"/><Relationship Id="rId123" Type="http://schemas.openxmlformats.org/officeDocument/2006/relationships/image" Target="../media/image1201.png"/><Relationship Id="rId144" Type="http://schemas.openxmlformats.org/officeDocument/2006/relationships/customXml" Target="../ink/ink1609.xml"/><Relationship Id="rId90" Type="http://schemas.openxmlformats.org/officeDocument/2006/relationships/customXml" Target="../ink/ink1582.xml"/><Relationship Id="rId165" Type="http://schemas.openxmlformats.org/officeDocument/2006/relationships/image" Target="../media/image1222.png"/><Relationship Id="rId186" Type="http://schemas.openxmlformats.org/officeDocument/2006/relationships/customXml" Target="../ink/ink1630.xml"/><Relationship Id="rId211" Type="http://schemas.openxmlformats.org/officeDocument/2006/relationships/image" Target="../media/image1245.png"/><Relationship Id="rId232" Type="http://schemas.openxmlformats.org/officeDocument/2006/relationships/customXml" Target="../ink/ink1653.xml"/><Relationship Id="rId253" Type="http://schemas.openxmlformats.org/officeDocument/2006/relationships/image" Target="../media/image1266.png"/><Relationship Id="rId27" Type="http://schemas.openxmlformats.org/officeDocument/2006/relationships/image" Target="../media/image11530.png"/><Relationship Id="rId48" Type="http://schemas.openxmlformats.org/officeDocument/2006/relationships/customXml" Target="../ink/ink1561.xml"/><Relationship Id="rId69" Type="http://schemas.openxmlformats.org/officeDocument/2006/relationships/image" Target="../media/image1174.png"/><Relationship Id="rId113" Type="http://schemas.openxmlformats.org/officeDocument/2006/relationships/image" Target="../media/image1196.png"/><Relationship Id="rId134" Type="http://schemas.openxmlformats.org/officeDocument/2006/relationships/customXml" Target="../ink/ink1604.xml"/><Relationship Id="rId80" Type="http://schemas.openxmlformats.org/officeDocument/2006/relationships/customXml" Target="../ink/ink1577.xml"/><Relationship Id="rId155" Type="http://schemas.openxmlformats.org/officeDocument/2006/relationships/image" Target="../media/image1217.png"/><Relationship Id="rId176" Type="http://schemas.openxmlformats.org/officeDocument/2006/relationships/customXml" Target="../ink/ink1625.xml"/><Relationship Id="rId197" Type="http://schemas.openxmlformats.org/officeDocument/2006/relationships/image" Target="../media/image1238.png"/><Relationship Id="rId201" Type="http://schemas.openxmlformats.org/officeDocument/2006/relationships/image" Target="../media/image1240.png"/><Relationship Id="rId222" Type="http://schemas.openxmlformats.org/officeDocument/2006/relationships/customXml" Target="../ink/ink1648.xml"/><Relationship Id="rId243" Type="http://schemas.openxmlformats.org/officeDocument/2006/relationships/image" Target="../media/image1261.png"/><Relationship Id="rId17" Type="http://schemas.openxmlformats.org/officeDocument/2006/relationships/image" Target="../media/image11480.png"/><Relationship Id="rId38" Type="http://schemas.openxmlformats.org/officeDocument/2006/relationships/customXml" Target="../ink/ink1556.xml"/><Relationship Id="rId59" Type="http://schemas.openxmlformats.org/officeDocument/2006/relationships/image" Target="../media/image11690.png"/><Relationship Id="rId103" Type="http://schemas.openxmlformats.org/officeDocument/2006/relationships/image" Target="../media/image1191.png"/><Relationship Id="rId124" Type="http://schemas.openxmlformats.org/officeDocument/2006/relationships/customXml" Target="../ink/ink1599.xml"/><Relationship Id="rId70" Type="http://schemas.openxmlformats.org/officeDocument/2006/relationships/customXml" Target="../ink/ink1572.xml"/><Relationship Id="rId91" Type="http://schemas.openxmlformats.org/officeDocument/2006/relationships/image" Target="../media/image1185.png"/><Relationship Id="rId145" Type="http://schemas.openxmlformats.org/officeDocument/2006/relationships/image" Target="../media/image1212.png"/><Relationship Id="rId166" Type="http://schemas.openxmlformats.org/officeDocument/2006/relationships/customXml" Target="../ink/ink1620.xml"/><Relationship Id="rId187" Type="http://schemas.openxmlformats.org/officeDocument/2006/relationships/image" Target="../media/image1233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1643.xml"/><Relationship Id="rId233" Type="http://schemas.openxmlformats.org/officeDocument/2006/relationships/image" Target="../media/image1256.png"/><Relationship Id="rId254" Type="http://schemas.openxmlformats.org/officeDocument/2006/relationships/customXml" Target="../ink/ink1664.xml"/><Relationship Id="rId28" Type="http://schemas.openxmlformats.org/officeDocument/2006/relationships/customXml" Target="../ink/ink1551.xml"/><Relationship Id="rId49" Type="http://schemas.openxmlformats.org/officeDocument/2006/relationships/image" Target="../media/image11640.png"/><Relationship Id="rId114" Type="http://schemas.openxmlformats.org/officeDocument/2006/relationships/customXml" Target="../ink/ink1594.xml"/><Relationship Id="rId60" Type="http://schemas.openxmlformats.org/officeDocument/2006/relationships/customXml" Target="../ink/ink1567.xml"/><Relationship Id="rId81" Type="http://schemas.openxmlformats.org/officeDocument/2006/relationships/image" Target="../media/image1180.png"/><Relationship Id="rId135" Type="http://schemas.openxmlformats.org/officeDocument/2006/relationships/image" Target="../media/image1207.png"/><Relationship Id="rId156" Type="http://schemas.openxmlformats.org/officeDocument/2006/relationships/customXml" Target="../ink/ink1615.xml"/><Relationship Id="rId177" Type="http://schemas.openxmlformats.org/officeDocument/2006/relationships/image" Target="../media/image1228.png"/><Relationship Id="rId198" Type="http://schemas.openxmlformats.org/officeDocument/2006/relationships/customXml" Target="../ink/ink1636.xml"/><Relationship Id="rId202" Type="http://schemas.openxmlformats.org/officeDocument/2006/relationships/customXml" Target="../ink/ink1638.xml"/><Relationship Id="rId223" Type="http://schemas.openxmlformats.org/officeDocument/2006/relationships/image" Target="../media/image1251.png"/><Relationship Id="rId244" Type="http://schemas.openxmlformats.org/officeDocument/2006/relationships/customXml" Target="../ink/ink1659.xml"/><Relationship Id="rId18" Type="http://schemas.openxmlformats.org/officeDocument/2006/relationships/customXml" Target="../ink/ink1546.xml"/><Relationship Id="rId39" Type="http://schemas.openxmlformats.org/officeDocument/2006/relationships/image" Target="../media/image11590.png"/><Relationship Id="rId50" Type="http://schemas.openxmlformats.org/officeDocument/2006/relationships/customXml" Target="../ink/ink1562.xml"/><Relationship Id="rId104" Type="http://schemas.openxmlformats.org/officeDocument/2006/relationships/customXml" Target="../ink/ink1589.xml"/><Relationship Id="rId125" Type="http://schemas.openxmlformats.org/officeDocument/2006/relationships/image" Target="../media/image1202.png"/><Relationship Id="rId146" Type="http://schemas.openxmlformats.org/officeDocument/2006/relationships/customXml" Target="../ink/ink1610.xml"/><Relationship Id="rId167" Type="http://schemas.openxmlformats.org/officeDocument/2006/relationships/image" Target="../media/image1223.png"/><Relationship Id="rId188" Type="http://schemas.openxmlformats.org/officeDocument/2006/relationships/customXml" Target="../ink/ink1631.xml"/><Relationship Id="rId71" Type="http://schemas.openxmlformats.org/officeDocument/2006/relationships/image" Target="../media/image1175.png"/><Relationship Id="rId92" Type="http://schemas.openxmlformats.org/officeDocument/2006/relationships/customXml" Target="../ink/ink1583.xml"/><Relationship Id="rId213" Type="http://schemas.openxmlformats.org/officeDocument/2006/relationships/image" Target="../media/image1246.png"/><Relationship Id="rId234" Type="http://schemas.openxmlformats.org/officeDocument/2006/relationships/customXml" Target="../ink/ink1654.xml"/><Relationship Id="rId2" Type="http://schemas.openxmlformats.org/officeDocument/2006/relationships/customXml" Target="../ink/ink1538.xml"/><Relationship Id="rId29" Type="http://schemas.openxmlformats.org/officeDocument/2006/relationships/image" Target="../media/image11540.png"/><Relationship Id="rId255" Type="http://schemas.openxmlformats.org/officeDocument/2006/relationships/image" Target="../media/image1267.png"/><Relationship Id="rId40" Type="http://schemas.openxmlformats.org/officeDocument/2006/relationships/customXml" Target="../ink/ink1557.xml"/><Relationship Id="rId115" Type="http://schemas.openxmlformats.org/officeDocument/2006/relationships/image" Target="../media/image1197.png"/><Relationship Id="rId136" Type="http://schemas.openxmlformats.org/officeDocument/2006/relationships/customXml" Target="../ink/ink1605.xml"/><Relationship Id="rId157" Type="http://schemas.openxmlformats.org/officeDocument/2006/relationships/image" Target="../media/image1218.png"/><Relationship Id="rId178" Type="http://schemas.openxmlformats.org/officeDocument/2006/relationships/customXml" Target="../ink/ink1626.xml"/><Relationship Id="rId61" Type="http://schemas.openxmlformats.org/officeDocument/2006/relationships/image" Target="../media/image11700.png"/><Relationship Id="rId82" Type="http://schemas.openxmlformats.org/officeDocument/2006/relationships/customXml" Target="../ink/ink1578.xml"/><Relationship Id="rId199" Type="http://schemas.openxmlformats.org/officeDocument/2006/relationships/image" Target="../media/image1239.png"/><Relationship Id="rId203" Type="http://schemas.openxmlformats.org/officeDocument/2006/relationships/image" Target="../media/image1241.png"/><Relationship Id="rId19" Type="http://schemas.openxmlformats.org/officeDocument/2006/relationships/image" Target="../media/image11490.png"/><Relationship Id="rId224" Type="http://schemas.openxmlformats.org/officeDocument/2006/relationships/customXml" Target="../ink/ink1649.xml"/><Relationship Id="rId245" Type="http://schemas.openxmlformats.org/officeDocument/2006/relationships/image" Target="../media/image1262.png"/><Relationship Id="rId30" Type="http://schemas.openxmlformats.org/officeDocument/2006/relationships/customXml" Target="../ink/ink1552.xml"/><Relationship Id="rId105" Type="http://schemas.openxmlformats.org/officeDocument/2006/relationships/image" Target="../media/image1192.png"/><Relationship Id="rId126" Type="http://schemas.openxmlformats.org/officeDocument/2006/relationships/customXml" Target="../ink/ink1600.xml"/><Relationship Id="rId147" Type="http://schemas.openxmlformats.org/officeDocument/2006/relationships/image" Target="../media/image1213.png"/><Relationship Id="rId168" Type="http://schemas.openxmlformats.org/officeDocument/2006/relationships/customXml" Target="../ink/ink1621.xml"/><Relationship Id="rId51" Type="http://schemas.openxmlformats.org/officeDocument/2006/relationships/image" Target="../media/image11650.png"/><Relationship Id="rId72" Type="http://schemas.openxmlformats.org/officeDocument/2006/relationships/customXml" Target="../ink/ink1573.xml"/><Relationship Id="rId93" Type="http://schemas.openxmlformats.org/officeDocument/2006/relationships/image" Target="../media/image1186.png"/><Relationship Id="rId189" Type="http://schemas.openxmlformats.org/officeDocument/2006/relationships/image" Target="../media/image1234.png"/><Relationship Id="rId3" Type="http://schemas.openxmlformats.org/officeDocument/2006/relationships/image" Target="../media/image11410.png"/><Relationship Id="rId214" Type="http://schemas.openxmlformats.org/officeDocument/2006/relationships/customXml" Target="../ink/ink1644.xml"/><Relationship Id="rId235" Type="http://schemas.openxmlformats.org/officeDocument/2006/relationships/image" Target="../media/image1257.png"/><Relationship Id="rId116" Type="http://schemas.openxmlformats.org/officeDocument/2006/relationships/customXml" Target="../ink/ink1595.xml"/><Relationship Id="rId137" Type="http://schemas.openxmlformats.org/officeDocument/2006/relationships/image" Target="../media/image1208.png"/><Relationship Id="rId158" Type="http://schemas.openxmlformats.org/officeDocument/2006/relationships/customXml" Target="../ink/ink1616.xml"/><Relationship Id="rId20" Type="http://schemas.openxmlformats.org/officeDocument/2006/relationships/customXml" Target="../ink/ink1547.xml"/><Relationship Id="rId41" Type="http://schemas.openxmlformats.org/officeDocument/2006/relationships/image" Target="../media/image11600.png"/><Relationship Id="rId62" Type="http://schemas.openxmlformats.org/officeDocument/2006/relationships/customXml" Target="../ink/ink1568.xml"/><Relationship Id="rId83" Type="http://schemas.openxmlformats.org/officeDocument/2006/relationships/image" Target="../media/image1181.png"/><Relationship Id="rId179" Type="http://schemas.openxmlformats.org/officeDocument/2006/relationships/image" Target="../media/image1229.png"/><Relationship Id="rId190" Type="http://schemas.openxmlformats.org/officeDocument/2006/relationships/customXml" Target="../ink/ink1632.xml"/><Relationship Id="rId204" Type="http://schemas.openxmlformats.org/officeDocument/2006/relationships/customXml" Target="../ink/ink1639.xml"/><Relationship Id="rId225" Type="http://schemas.openxmlformats.org/officeDocument/2006/relationships/image" Target="../media/image1252.png"/><Relationship Id="rId246" Type="http://schemas.openxmlformats.org/officeDocument/2006/relationships/customXml" Target="../ink/ink1660.xml"/><Relationship Id="rId106" Type="http://schemas.openxmlformats.org/officeDocument/2006/relationships/customXml" Target="../ink/ink1590.xml"/><Relationship Id="rId127" Type="http://schemas.openxmlformats.org/officeDocument/2006/relationships/image" Target="../media/image1203.png"/><Relationship Id="rId10" Type="http://schemas.openxmlformats.org/officeDocument/2006/relationships/customXml" Target="../ink/ink1542.xml"/><Relationship Id="rId31" Type="http://schemas.openxmlformats.org/officeDocument/2006/relationships/image" Target="../media/image11550.png"/><Relationship Id="rId52" Type="http://schemas.openxmlformats.org/officeDocument/2006/relationships/customXml" Target="../ink/ink1563.xml"/><Relationship Id="rId73" Type="http://schemas.openxmlformats.org/officeDocument/2006/relationships/image" Target="../media/image1176.png"/><Relationship Id="rId94" Type="http://schemas.openxmlformats.org/officeDocument/2006/relationships/customXml" Target="../ink/ink1584.xml"/><Relationship Id="rId148" Type="http://schemas.openxmlformats.org/officeDocument/2006/relationships/customXml" Target="../ink/ink1611.xml"/><Relationship Id="rId169" Type="http://schemas.openxmlformats.org/officeDocument/2006/relationships/image" Target="../media/image1224.png"/><Relationship Id="rId4" Type="http://schemas.openxmlformats.org/officeDocument/2006/relationships/customXml" Target="../ink/ink1539.xml"/><Relationship Id="rId180" Type="http://schemas.openxmlformats.org/officeDocument/2006/relationships/customXml" Target="../ink/ink1627.xml"/><Relationship Id="rId215" Type="http://schemas.openxmlformats.org/officeDocument/2006/relationships/image" Target="../media/image1247.png"/><Relationship Id="rId236" Type="http://schemas.openxmlformats.org/officeDocument/2006/relationships/customXml" Target="../ink/ink1655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94.png"/><Relationship Id="rId21" Type="http://schemas.openxmlformats.org/officeDocument/2006/relationships/image" Target="../media/image11500.png"/><Relationship Id="rId42" Type="http://schemas.openxmlformats.org/officeDocument/2006/relationships/customXml" Target="../ink/ink1685.xml"/><Relationship Id="rId63" Type="http://schemas.openxmlformats.org/officeDocument/2006/relationships/image" Target="../media/image1240.png"/><Relationship Id="rId84" Type="http://schemas.openxmlformats.org/officeDocument/2006/relationships/customXml" Target="../ink/ink1706.xml"/><Relationship Id="rId138" Type="http://schemas.openxmlformats.org/officeDocument/2006/relationships/customXml" Target="../ink/ink1733.xml"/><Relationship Id="rId159" Type="http://schemas.openxmlformats.org/officeDocument/2006/relationships/image" Target="../media/image1315.png"/><Relationship Id="rId170" Type="http://schemas.openxmlformats.org/officeDocument/2006/relationships/customXml" Target="../ink/ink1749.xml"/><Relationship Id="rId191" Type="http://schemas.openxmlformats.org/officeDocument/2006/relationships/image" Target="../media/image1331.png"/><Relationship Id="rId205" Type="http://schemas.openxmlformats.org/officeDocument/2006/relationships/image" Target="../media/image1338.png"/><Relationship Id="rId107" Type="http://schemas.openxmlformats.org/officeDocument/2006/relationships/image" Target="../media/image1289.png"/><Relationship Id="rId11" Type="http://schemas.openxmlformats.org/officeDocument/2006/relationships/image" Target="../media/image11450.png"/><Relationship Id="rId32" Type="http://schemas.openxmlformats.org/officeDocument/2006/relationships/customXml" Target="../ink/ink1680.xml"/><Relationship Id="rId53" Type="http://schemas.openxmlformats.org/officeDocument/2006/relationships/image" Target="../media/image1196.png"/><Relationship Id="rId74" Type="http://schemas.openxmlformats.org/officeDocument/2006/relationships/customXml" Target="../ink/ink1701.xml"/><Relationship Id="rId128" Type="http://schemas.openxmlformats.org/officeDocument/2006/relationships/customXml" Target="../ink/ink1728.xml"/><Relationship Id="rId149" Type="http://schemas.openxmlformats.org/officeDocument/2006/relationships/image" Target="../media/image1310.png"/><Relationship Id="rId5" Type="http://schemas.openxmlformats.org/officeDocument/2006/relationships/image" Target="../media/image11420.png"/><Relationship Id="rId95" Type="http://schemas.openxmlformats.org/officeDocument/2006/relationships/image" Target="../media/image1283.png"/><Relationship Id="rId160" Type="http://schemas.openxmlformats.org/officeDocument/2006/relationships/customXml" Target="../ink/ink1744.xml"/><Relationship Id="rId181" Type="http://schemas.openxmlformats.org/officeDocument/2006/relationships/image" Target="../media/image1326.png"/><Relationship Id="rId216" Type="http://schemas.openxmlformats.org/officeDocument/2006/relationships/customXml" Target="../ink/ink1772.xml"/><Relationship Id="rId22" Type="http://schemas.openxmlformats.org/officeDocument/2006/relationships/customXml" Target="../ink/ink1675.xml"/><Relationship Id="rId43" Type="http://schemas.openxmlformats.org/officeDocument/2006/relationships/image" Target="../media/image11610.png"/><Relationship Id="rId64" Type="http://schemas.openxmlformats.org/officeDocument/2006/relationships/customXml" Target="../ink/ink1696.xml"/><Relationship Id="rId118" Type="http://schemas.openxmlformats.org/officeDocument/2006/relationships/customXml" Target="../ink/ink1723.xml"/><Relationship Id="rId139" Type="http://schemas.openxmlformats.org/officeDocument/2006/relationships/image" Target="../media/image1305.png"/><Relationship Id="rId85" Type="http://schemas.openxmlformats.org/officeDocument/2006/relationships/image" Target="../media/image1278.png"/><Relationship Id="rId150" Type="http://schemas.openxmlformats.org/officeDocument/2006/relationships/customXml" Target="../ink/ink1739.xml"/><Relationship Id="rId171" Type="http://schemas.openxmlformats.org/officeDocument/2006/relationships/image" Target="../media/image1321.png"/><Relationship Id="rId192" Type="http://schemas.openxmlformats.org/officeDocument/2006/relationships/customXml" Target="../ink/ink1760.xml"/><Relationship Id="rId206" Type="http://schemas.openxmlformats.org/officeDocument/2006/relationships/customXml" Target="../ink/ink1767.xml"/><Relationship Id="rId12" Type="http://schemas.openxmlformats.org/officeDocument/2006/relationships/customXml" Target="../ink/ink1670.xml"/><Relationship Id="rId33" Type="http://schemas.openxmlformats.org/officeDocument/2006/relationships/image" Target="../media/image11560.png"/><Relationship Id="rId108" Type="http://schemas.openxmlformats.org/officeDocument/2006/relationships/customXml" Target="../ink/ink1718.xml"/><Relationship Id="rId129" Type="http://schemas.openxmlformats.org/officeDocument/2006/relationships/image" Target="../media/image1300.png"/><Relationship Id="rId54" Type="http://schemas.openxmlformats.org/officeDocument/2006/relationships/customXml" Target="../ink/ink1691.xml"/><Relationship Id="rId75" Type="http://schemas.openxmlformats.org/officeDocument/2006/relationships/image" Target="../media/image1273.png"/><Relationship Id="rId96" Type="http://schemas.openxmlformats.org/officeDocument/2006/relationships/customXml" Target="../ink/ink1712.xml"/><Relationship Id="rId140" Type="http://schemas.openxmlformats.org/officeDocument/2006/relationships/customXml" Target="../ink/ink1734.xml"/><Relationship Id="rId161" Type="http://schemas.openxmlformats.org/officeDocument/2006/relationships/image" Target="../media/image1316.png"/><Relationship Id="rId182" Type="http://schemas.openxmlformats.org/officeDocument/2006/relationships/customXml" Target="../ink/ink1755.xml"/><Relationship Id="rId217" Type="http://schemas.openxmlformats.org/officeDocument/2006/relationships/image" Target="../media/image1344.png"/><Relationship Id="rId6" Type="http://schemas.openxmlformats.org/officeDocument/2006/relationships/customXml" Target="../ink/ink1667.xml"/><Relationship Id="rId23" Type="http://schemas.openxmlformats.org/officeDocument/2006/relationships/image" Target="../media/image11510.png"/><Relationship Id="rId119" Type="http://schemas.openxmlformats.org/officeDocument/2006/relationships/image" Target="../media/image1295.png"/><Relationship Id="rId44" Type="http://schemas.openxmlformats.org/officeDocument/2006/relationships/customXml" Target="../ink/ink1686.xml"/><Relationship Id="rId65" Type="http://schemas.openxmlformats.org/officeDocument/2006/relationships/image" Target="../media/image1268.png"/><Relationship Id="rId86" Type="http://schemas.openxmlformats.org/officeDocument/2006/relationships/customXml" Target="../ink/ink1707.xml"/><Relationship Id="rId130" Type="http://schemas.openxmlformats.org/officeDocument/2006/relationships/customXml" Target="../ink/ink1729.xml"/><Relationship Id="rId151" Type="http://schemas.openxmlformats.org/officeDocument/2006/relationships/image" Target="../media/image1311.png"/><Relationship Id="rId172" Type="http://schemas.openxmlformats.org/officeDocument/2006/relationships/customXml" Target="../ink/ink1750.xml"/><Relationship Id="rId193" Type="http://schemas.openxmlformats.org/officeDocument/2006/relationships/image" Target="../media/image1332.png"/><Relationship Id="rId207" Type="http://schemas.openxmlformats.org/officeDocument/2006/relationships/image" Target="../media/image1339.png"/><Relationship Id="rId13" Type="http://schemas.openxmlformats.org/officeDocument/2006/relationships/image" Target="../media/image11460.png"/><Relationship Id="rId109" Type="http://schemas.openxmlformats.org/officeDocument/2006/relationships/image" Target="../media/image1290.png"/><Relationship Id="rId34" Type="http://schemas.openxmlformats.org/officeDocument/2006/relationships/customXml" Target="../ink/ink1681.xml"/><Relationship Id="rId55" Type="http://schemas.openxmlformats.org/officeDocument/2006/relationships/image" Target="../media/image1236.png"/><Relationship Id="rId76" Type="http://schemas.openxmlformats.org/officeDocument/2006/relationships/customXml" Target="../ink/ink1702.xml"/><Relationship Id="rId97" Type="http://schemas.openxmlformats.org/officeDocument/2006/relationships/image" Target="../media/image1284.png"/><Relationship Id="rId120" Type="http://schemas.openxmlformats.org/officeDocument/2006/relationships/customXml" Target="../ink/ink1724.xml"/><Relationship Id="rId141" Type="http://schemas.openxmlformats.org/officeDocument/2006/relationships/image" Target="../media/image1306.png"/><Relationship Id="rId7" Type="http://schemas.openxmlformats.org/officeDocument/2006/relationships/image" Target="../media/image11430.png"/><Relationship Id="rId162" Type="http://schemas.openxmlformats.org/officeDocument/2006/relationships/customXml" Target="../ink/ink1745.xml"/><Relationship Id="rId183" Type="http://schemas.openxmlformats.org/officeDocument/2006/relationships/image" Target="../media/image1327.png"/><Relationship Id="rId218" Type="http://schemas.openxmlformats.org/officeDocument/2006/relationships/customXml" Target="../ink/ink1773.xml"/><Relationship Id="rId24" Type="http://schemas.openxmlformats.org/officeDocument/2006/relationships/customXml" Target="../ink/ink1676.xml"/><Relationship Id="rId45" Type="http://schemas.openxmlformats.org/officeDocument/2006/relationships/image" Target="../media/image11620.png"/><Relationship Id="rId66" Type="http://schemas.openxmlformats.org/officeDocument/2006/relationships/customXml" Target="../ink/ink1697.xml"/><Relationship Id="rId87" Type="http://schemas.openxmlformats.org/officeDocument/2006/relationships/image" Target="../media/image1279.png"/><Relationship Id="rId110" Type="http://schemas.openxmlformats.org/officeDocument/2006/relationships/customXml" Target="../ink/ink1719.xml"/><Relationship Id="rId131" Type="http://schemas.openxmlformats.org/officeDocument/2006/relationships/image" Target="../media/image1301.png"/><Relationship Id="rId152" Type="http://schemas.openxmlformats.org/officeDocument/2006/relationships/customXml" Target="../ink/ink1740.xml"/><Relationship Id="rId173" Type="http://schemas.openxmlformats.org/officeDocument/2006/relationships/image" Target="../media/image1322.png"/><Relationship Id="rId194" Type="http://schemas.openxmlformats.org/officeDocument/2006/relationships/customXml" Target="../ink/ink1761.xml"/><Relationship Id="rId208" Type="http://schemas.openxmlformats.org/officeDocument/2006/relationships/customXml" Target="../ink/ink1768.xml"/><Relationship Id="rId14" Type="http://schemas.openxmlformats.org/officeDocument/2006/relationships/customXml" Target="../ink/ink1671.xml"/><Relationship Id="rId30" Type="http://schemas.openxmlformats.org/officeDocument/2006/relationships/customXml" Target="../ink/ink1679.xml"/><Relationship Id="rId35" Type="http://schemas.openxmlformats.org/officeDocument/2006/relationships/image" Target="../media/image11570.png"/><Relationship Id="rId56" Type="http://schemas.openxmlformats.org/officeDocument/2006/relationships/customXml" Target="../ink/ink1692.xml"/><Relationship Id="rId77" Type="http://schemas.openxmlformats.org/officeDocument/2006/relationships/image" Target="../media/image1274.png"/><Relationship Id="rId100" Type="http://schemas.openxmlformats.org/officeDocument/2006/relationships/customXml" Target="../ink/ink1714.xml"/><Relationship Id="rId105" Type="http://schemas.openxmlformats.org/officeDocument/2006/relationships/image" Target="../media/image1288.png"/><Relationship Id="rId126" Type="http://schemas.openxmlformats.org/officeDocument/2006/relationships/customXml" Target="../ink/ink1727.xml"/><Relationship Id="rId147" Type="http://schemas.openxmlformats.org/officeDocument/2006/relationships/image" Target="../media/image1309.png"/><Relationship Id="rId168" Type="http://schemas.openxmlformats.org/officeDocument/2006/relationships/customXml" Target="../ink/ink1748.xml"/><Relationship Id="rId8" Type="http://schemas.openxmlformats.org/officeDocument/2006/relationships/customXml" Target="../ink/ink1668.xml"/><Relationship Id="rId51" Type="http://schemas.openxmlformats.org/officeDocument/2006/relationships/image" Target="../media/image1195.png"/><Relationship Id="rId72" Type="http://schemas.openxmlformats.org/officeDocument/2006/relationships/customXml" Target="../ink/ink1700.xml"/><Relationship Id="rId93" Type="http://schemas.openxmlformats.org/officeDocument/2006/relationships/image" Target="../media/image1282.png"/><Relationship Id="rId98" Type="http://schemas.openxmlformats.org/officeDocument/2006/relationships/customXml" Target="../ink/ink1713.xml"/><Relationship Id="rId121" Type="http://schemas.openxmlformats.org/officeDocument/2006/relationships/image" Target="../media/image1296.png"/><Relationship Id="rId142" Type="http://schemas.openxmlformats.org/officeDocument/2006/relationships/customXml" Target="../ink/ink1735.xml"/><Relationship Id="rId163" Type="http://schemas.openxmlformats.org/officeDocument/2006/relationships/image" Target="../media/image1317.png"/><Relationship Id="rId184" Type="http://schemas.openxmlformats.org/officeDocument/2006/relationships/customXml" Target="../ink/ink1756.xml"/><Relationship Id="rId189" Type="http://schemas.openxmlformats.org/officeDocument/2006/relationships/image" Target="../media/image1330.png"/><Relationship Id="rId219" Type="http://schemas.openxmlformats.org/officeDocument/2006/relationships/image" Target="../media/image1345.png"/><Relationship Id="rId3" Type="http://schemas.openxmlformats.org/officeDocument/2006/relationships/image" Target="../media/image11410.png"/><Relationship Id="rId214" Type="http://schemas.openxmlformats.org/officeDocument/2006/relationships/customXml" Target="../ink/ink1771.xml"/><Relationship Id="rId25" Type="http://schemas.openxmlformats.org/officeDocument/2006/relationships/image" Target="../media/image11520.png"/><Relationship Id="rId46" Type="http://schemas.openxmlformats.org/officeDocument/2006/relationships/customXml" Target="../ink/ink1687.xml"/><Relationship Id="rId67" Type="http://schemas.openxmlformats.org/officeDocument/2006/relationships/image" Target="../media/image1269.png"/><Relationship Id="rId116" Type="http://schemas.openxmlformats.org/officeDocument/2006/relationships/customXml" Target="../ink/ink1722.xml"/><Relationship Id="rId137" Type="http://schemas.openxmlformats.org/officeDocument/2006/relationships/image" Target="../media/image1304.png"/><Relationship Id="rId158" Type="http://schemas.openxmlformats.org/officeDocument/2006/relationships/customXml" Target="../ink/ink1743.xml"/><Relationship Id="rId20" Type="http://schemas.openxmlformats.org/officeDocument/2006/relationships/customXml" Target="../ink/ink1674.xml"/><Relationship Id="rId41" Type="http://schemas.openxmlformats.org/officeDocument/2006/relationships/image" Target="../media/image11600.png"/><Relationship Id="rId62" Type="http://schemas.openxmlformats.org/officeDocument/2006/relationships/customXml" Target="../ink/ink1695.xml"/><Relationship Id="rId83" Type="http://schemas.openxmlformats.org/officeDocument/2006/relationships/image" Target="../media/image1277.png"/><Relationship Id="rId88" Type="http://schemas.openxmlformats.org/officeDocument/2006/relationships/customXml" Target="../ink/ink1708.xml"/><Relationship Id="rId111" Type="http://schemas.openxmlformats.org/officeDocument/2006/relationships/image" Target="../media/image1291.png"/><Relationship Id="rId132" Type="http://schemas.openxmlformats.org/officeDocument/2006/relationships/customXml" Target="../ink/ink1730.xml"/><Relationship Id="rId153" Type="http://schemas.openxmlformats.org/officeDocument/2006/relationships/image" Target="../media/image1312.png"/><Relationship Id="rId174" Type="http://schemas.openxmlformats.org/officeDocument/2006/relationships/customXml" Target="../ink/ink1751.xml"/><Relationship Id="rId179" Type="http://schemas.openxmlformats.org/officeDocument/2006/relationships/image" Target="../media/image1325.png"/><Relationship Id="rId195" Type="http://schemas.openxmlformats.org/officeDocument/2006/relationships/image" Target="../media/image1333.png"/><Relationship Id="rId209" Type="http://schemas.openxmlformats.org/officeDocument/2006/relationships/image" Target="../media/image1340.png"/><Relationship Id="rId190" Type="http://schemas.openxmlformats.org/officeDocument/2006/relationships/customXml" Target="../ink/ink1759.xml"/><Relationship Id="rId204" Type="http://schemas.openxmlformats.org/officeDocument/2006/relationships/customXml" Target="../ink/ink1766.xml"/><Relationship Id="rId15" Type="http://schemas.openxmlformats.org/officeDocument/2006/relationships/image" Target="../media/image11470.png"/><Relationship Id="rId36" Type="http://schemas.openxmlformats.org/officeDocument/2006/relationships/customXml" Target="../ink/ink1682.xml"/><Relationship Id="rId57" Type="http://schemas.openxmlformats.org/officeDocument/2006/relationships/image" Target="../media/image1237.png"/><Relationship Id="rId106" Type="http://schemas.openxmlformats.org/officeDocument/2006/relationships/customXml" Target="../ink/ink1717.xml"/><Relationship Id="rId127" Type="http://schemas.openxmlformats.org/officeDocument/2006/relationships/image" Target="../media/image1299.png"/><Relationship Id="rId10" Type="http://schemas.openxmlformats.org/officeDocument/2006/relationships/customXml" Target="../ink/ink1669.xml"/><Relationship Id="rId31" Type="http://schemas.openxmlformats.org/officeDocument/2006/relationships/image" Target="../media/image11550.png"/><Relationship Id="rId52" Type="http://schemas.openxmlformats.org/officeDocument/2006/relationships/customXml" Target="../ink/ink1690.xml"/><Relationship Id="rId73" Type="http://schemas.openxmlformats.org/officeDocument/2006/relationships/image" Target="../media/image1272.png"/><Relationship Id="rId78" Type="http://schemas.openxmlformats.org/officeDocument/2006/relationships/customXml" Target="../ink/ink1703.xml"/><Relationship Id="rId94" Type="http://schemas.openxmlformats.org/officeDocument/2006/relationships/customXml" Target="../ink/ink1711.xml"/><Relationship Id="rId99" Type="http://schemas.openxmlformats.org/officeDocument/2006/relationships/image" Target="../media/image1285.png"/><Relationship Id="rId101" Type="http://schemas.openxmlformats.org/officeDocument/2006/relationships/image" Target="../media/image1286.png"/><Relationship Id="rId122" Type="http://schemas.openxmlformats.org/officeDocument/2006/relationships/customXml" Target="../ink/ink1725.xml"/><Relationship Id="rId143" Type="http://schemas.openxmlformats.org/officeDocument/2006/relationships/image" Target="../media/image1307.png"/><Relationship Id="rId148" Type="http://schemas.openxmlformats.org/officeDocument/2006/relationships/customXml" Target="../ink/ink1738.xml"/><Relationship Id="rId164" Type="http://schemas.openxmlformats.org/officeDocument/2006/relationships/customXml" Target="../ink/ink1746.xml"/><Relationship Id="rId169" Type="http://schemas.openxmlformats.org/officeDocument/2006/relationships/image" Target="../media/image1320.png"/><Relationship Id="rId185" Type="http://schemas.openxmlformats.org/officeDocument/2006/relationships/image" Target="../media/image1328.png"/><Relationship Id="rId4" Type="http://schemas.openxmlformats.org/officeDocument/2006/relationships/customXml" Target="../ink/ink1666.xml"/><Relationship Id="rId9" Type="http://schemas.openxmlformats.org/officeDocument/2006/relationships/image" Target="../media/image11440.png"/><Relationship Id="rId180" Type="http://schemas.openxmlformats.org/officeDocument/2006/relationships/customXml" Target="../ink/ink1754.xml"/><Relationship Id="rId210" Type="http://schemas.openxmlformats.org/officeDocument/2006/relationships/customXml" Target="../ink/ink1769.xml"/><Relationship Id="rId215" Type="http://schemas.openxmlformats.org/officeDocument/2006/relationships/image" Target="../media/image1343.png"/><Relationship Id="rId26" Type="http://schemas.openxmlformats.org/officeDocument/2006/relationships/customXml" Target="../ink/ink1677.xml"/><Relationship Id="rId47" Type="http://schemas.openxmlformats.org/officeDocument/2006/relationships/image" Target="../media/image11630.png"/><Relationship Id="rId68" Type="http://schemas.openxmlformats.org/officeDocument/2006/relationships/customXml" Target="../ink/ink1698.xml"/><Relationship Id="rId89" Type="http://schemas.openxmlformats.org/officeDocument/2006/relationships/image" Target="../media/image1280.png"/><Relationship Id="rId112" Type="http://schemas.openxmlformats.org/officeDocument/2006/relationships/customXml" Target="../ink/ink1720.xml"/><Relationship Id="rId133" Type="http://schemas.openxmlformats.org/officeDocument/2006/relationships/image" Target="../media/image1302.png"/><Relationship Id="rId154" Type="http://schemas.openxmlformats.org/officeDocument/2006/relationships/customXml" Target="../ink/ink1741.xml"/><Relationship Id="rId175" Type="http://schemas.openxmlformats.org/officeDocument/2006/relationships/image" Target="../media/image1323.png"/><Relationship Id="rId196" Type="http://schemas.openxmlformats.org/officeDocument/2006/relationships/customXml" Target="../ink/ink1762.xml"/><Relationship Id="rId200" Type="http://schemas.openxmlformats.org/officeDocument/2006/relationships/customXml" Target="../ink/ink1764.xml"/><Relationship Id="rId16" Type="http://schemas.openxmlformats.org/officeDocument/2006/relationships/customXml" Target="../ink/ink1672.xml"/><Relationship Id="rId37" Type="http://schemas.openxmlformats.org/officeDocument/2006/relationships/image" Target="../media/image11580.png"/><Relationship Id="rId58" Type="http://schemas.openxmlformats.org/officeDocument/2006/relationships/customXml" Target="../ink/ink1693.xml"/><Relationship Id="rId79" Type="http://schemas.openxmlformats.org/officeDocument/2006/relationships/image" Target="../media/image1275.png"/><Relationship Id="rId102" Type="http://schemas.openxmlformats.org/officeDocument/2006/relationships/customXml" Target="../ink/ink1715.xml"/><Relationship Id="rId123" Type="http://schemas.openxmlformats.org/officeDocument/2006/relationships/image" Target="../media/image1297.png"/><Relationship Id="rId144" Type="http://schemas.openxmlformats.org/officeDocument/2006/relationships/customXml" Target="../ink/ink1736.xml"/><Relationship Id="rId90" Type="http://schemas.openxmlformats.org/officeDocument/2006/relationships/customXml" Target="../ink/ink1709.xml"/><Relationship Id="rId165" Type="http://schemas.openxmlformats.org/officeDocument/2006/relationships/image" Target="../media/image1318.png"/><Relationship Id="rId186" Type="http://schemas.openxmlformats.org/officeDocument/2006/relationships/customXml" Target="../ink/ink1757.xml"/><Relationship Id="rId211" Type="http://schemas.openxmlformats.org/officeDocument/2006/relationships/image" Target="../media/image1341.png"/><Relationship Id="rId27" Type="http://schemas.openxmlformats.org/officeDocument/2006/relationships/image" Target="../media/image11530.png"/><Relationship Id="rId48" Type="http://schemas.openxmlformats.org/officeDocument/2006/relationships/customXml" Target="../ink/ink1688.xml"/><Relationship Id="rId69" Type="http://schemas.openxmlformats.org/officeDocument/2006/relationships/image" Target="../media/image1270.png"/><Relationship Id="rId113" Type="http://schemas.openxmlformats.org/officeDocument/2006/relationships/image" Target="../media/image1292.png"/><Relationship Id="rId134" Type="http://schemas.openxmlformats.org/officeDocument/2006/relationships/customXml" Target="../ink/ink1731.xml"/><Relationship Id="rId80" Type="http://schemas.openxmlformats.org/officeDocument/2006/relationships/customXml" Target="../ink/ink1704.xml"/><Relationship Id="rId155" Type="http://schemas.openxmlformats.org/officeDocument/2006/relationships/image" Target="../media/image1313.png"/><Relationship Id="rId176" Type="http://schemas.openxmlformats.org/officeDocument/2006/relationships/customXml" Target="../ink/ink1752.xml"/><Relationship Id="rId197" Type="http://schemas.openxmlformats.org/officeDocument/2006/relationships/image" Target="../media/image1334.png"/><Relationship Id="rId201" Type="http://schemas.openxmlformats.org/officeDocument/2006/relationships/image" Target="../media/image1336.png"/><Relationship Id="rId17" Type="http://schemas.openxmlformats.org/officeDocument/2006/relationships/image" Target="../media/image11480.png"/><Relationship Id="rId38" Type="http://schemas.openxmlformats.org/officeDocument/2006/relationships/customXml" Target="../ink/ink1683.xml"/><Relationship Id="rId59" Type="http://schemas.openxmlformats.org/officeDocument/2006/relationships/image" Target="../media/image1238.png"/><Relationship Id="rId103" Type="http://schemas.openxmlformats.org/officeDocument/2006/relationships/image" Target="../media/image1287.png"/><Relationship Id="rId124" Type="http://schemas.openxmlformats.org/officeDocument/2006/relationships/customXml" Target="../ink/ink1726.xml"/><Relationship Id="rId70" Type="http://schemas.openxmlformats.org/officeDocument/2006/relationships/customXml" Target="../ink/ink1699.xml"/><Relationship Id="rId91" Type="http://schemas.openxmlformats.org/officeDocument/2006/relationships/image" Target="../media/image1281.png"/><Relationship Id="rId145" Type="http://schemas.openxmlformats.org/officeDocument/2006/relationships/image" Target="../media/image1308.png"/><Relationship Id="rId166" Type="http://schemas.openxmlformats.org/officeDocument/2006/relationships/customXml" Target="../ink/ink1747.xml"/><Relationship Id="rId187" Type="http://schemas.openxmlformats.org/officeDocument/2006/relationships/image" Target="../media/image1329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1770.xml"/><Relationship Id="rId28" Type="http://schemas.openxmlformats.org/officeDocument/2006/relationships/customXml" Target="../ink/ink1678.xml"/><Relationship Id="rId49" Type="http://schemas.openxmlformats.org/officeDocument/2006/relationships/image" Target="../media/image11640.png"/><Relationship Id="rId114" Type="http://schemas.openxmlformats.org/officeDocument/2006/relationships/customXml" Target="../ink/ink1721.xml"/><Relationship Id="rId60" Type="http://schemas.openxmlformats.org/officeDocument/2006/relationships/customXml" Target="../ink/ink1694.xml"/><Relationship Id="rId81" Type="http://schemas.openxmlformats.org/officeDocument/2006/relationships/image" Target="../media/image1276.png"/><Relationship Id="rId135" Type="http://schemas.openxmlformats.org/officeDocument/2006/relationships/image" Target="../media/image1303.png"/><Relationship Id="rId156" Type="http://schemas.openxmlformats.org/officeDocument/2006/relationships/customXml" Target="../ink/ink1742.xml"/><Relationship Id="rId177" Type="http://schemas.openxmlformats.org/officeDocument/2006/relationships/image" Target="../media/image1324.png"/><Relationship Id="rId198" Type="http://schemas.openxmlformats.org/officeDocument/2006/relationships/customXml" Target="../ink/ink1763.xml"/><Relationship Id="rId202" Type="http://schemas.openxmlformats.org/officeDocument/2006/relationships/customXml" Target="../ink/ink1765.xml"/><Relationship Id="rId18" Type="http://schemas.openxmlformats.org/officeDocument/2006/relationships/customXml" Target="../ink/ink1673.xml"/><Relationship Id="rId39" Type="http://schemas.openxmlformats.org/officeDocument/2006/relationships/image" Target="../media/image11590.png"/><Relationship Id="rId50" Type="http://schemas.openxmlformats.org/officeDocument/2006/relationships/customXml" Target="../ink/ink1689.xml"/><Relationship Id="rId104" Type="http://schemas.openxmlformats.org/officeDocument/2006/relationships/customXml" Target="../ink/ink1716.xml"/><Relationship Id="rId125" Type="http://schemas.openxmlformats.org/officeDocument/2006/relationships/image" Target="../media/image1298.png"/><Relationship Id="rId146" Type="http://schemas.openxmlformats.org/officeDocument/2006/relationships/customXml" Target="../ink/ink1737.xml"/><Relationship Id="rId167" Type="http://schemas.openxmlformats.org/officeDocument/2006/relationships/image" Target="../media/image1319.png"/><Relationship Id="rId188" Type="http://schemas.openxmlformats.org/officeDocument/2006/relationships/customXml" Target="../ink/ink1758.xml"/><Relationship Id="rId71" Type="http://schemas.openxmlformats.org/officeDocument/2006/relationships/image" Target="../media/image1271.png"/><Relationship Id="rId92" Type="http://schemas.openxmlformats.org/officeDocument/2006/relationships/customXml" Target="../ink/ink1710.xml"/><Relationship Id="rId213" Type="http://schemas.openxmlformats.org/officeDocument/2006/relationships/image" Target="../media/image1342.png"/><Relationship Id="rId2" Type="http://schemas.openxmlformats.org/officeDocument/2006/relationships/customXml" Target="../ink/ink1665.xml"/><Relationship Id="rId29" Type="http://schemas.openxmlformats.org/officeDocument/2006/relationships/image" Target="../media/image11540.png"/><Relationship Id="rId40" Type="http://schemas.openxmlformats.org/officeDocument/2006/relationships/customXml" Target="../ink/ink1684.xml"/><Relationship Id="rId115" Type="http://schemas.openxmlformats.org/officeDocument/2006/relationships/image" Target="../media/image1293.png"/><Relationship Id="rId136" Type="http://schemas.openxmlformats.org/officeDocument/2006/relationships/customXml" Target="../ink/ink1732.xml"/><Relationship Id="rId157" Type="http://schemas.openxmlformats.org/officeDocument/2006/relationships/image" Target="../media/image1314.png"/><Relationship Id="rId178" Type="http://schemas.openxmlformats.org/officeDocument/2006/relationships/customXml" Target="../ink/ink1753.xml"/><Relationship Id="rId61" Type="http://schemas.openxmlformats.org/officeDocument/2006/relationships/image" Target="../media/image1239.png"/><Relationship Id="rId82" Type="http://schemas.openxmlformats.org/officeDocument/2006/relationships/customXml" Target="../ink/ink1705.xml"/><Relationship Id="rId199" Type="http://schemas.openxmlformats.org/officeDocument/2006/relationships/image" Target="../media/image1335.png"/><Relationship Id="rId203" Type="http://schemas.openxmlformats.org/officeDocument/2006/relationships/image" Target="../media/image1337.png"/><Relationship Id="rId19" Type="http://schemas.openxmlformats.org/officeDocument/2006/relationships/image" Target="../media/image11490.png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31.xml"/><Relationship Id="rId299" Type="http://schemas.openxmlformats.org/officeDocument/2006/relationships/customXml" Target="../ink/ink1922.xml"/><Relationship Id="rId21" Type="http://schemas.openxmlformats.org/officeDocument/2006/relationships/customXml" Target="../ink/ink1783.xml"/><Relationship Id="rId63" Type="http://schemas.openxmlformats.org/officeDocument/2006/relationships/customXml" Target="../ink/ink1804.xml"/><Relationship Id="rId159" Type="http://schemas.openxmlformats.org/officeDocument/2006/relationships/customXml" Target="../ink/ink1852.xml"/><Relationship Id="rId324" Type="http://schemas.openxmlformats.org/officeDocument/2006/relationships/image" Target="../media/image1505.png"/><Relationship Id="rId366" Type="http://schemas.openxmlformats.org/officeDocument/2006/relationships/image" Target="../media/image1526.png"/><Relationship Id="rId170" Type="http://schemas.openxmlformats.org/officeDocument/2006/relationships/image" Target="../media/image1428.png"/><Relationship Id="rId226" Type="http://schemas.openxmlformats.org/officeDocument/2006/relationships/image" Target="../media/image1456.png"/><Relationship Id="rId268" Type="http://schemas.openxmlformats.org/officeDocument/2006/relationships/image" Target="../media/image1477.png"/><Relationship Id="rId32" Type="http://schemas.openxmlformats.org/officeDocument/2006/relationships/image" Target="../media/image1359.png"/><Relationship Id="rId74" Type="http://schemas.openxmlformats.org/officeDocument/2006/relationships/image" Target="../media/image1380.png"/><Relationship Id="rId128" Type="http://schemas.openxmlformats.org/officeDocument/2006/relationships/image" Target="../media/image1407.png"/><Relationship Id="rId335" Type="http://schemas.openxmlformats.org/officeDocument/2006/relationships/customXml" Target="../ink/ink1940.xml"/><Relationship Id="rId5" Type="http://schemas.openxmlformats.org/officeDocument/2006/relationships/customXml" Target="../ink/ink1775.xml"/><Relationship Id="rId181" Type="http://schemas.openxmlformats.org/officeDocument/2006/relationships/customXml" Target="../ink/ink1863.xml"/><Relationship Id="rId237" Type="http://schemas.openxmlformats.org/officeDocument/2006/relationships/customXml" Target="../ink/ink1891.xml"/><Relationship Id="rId279" Type="http://schemas.openxmlformats.org/officeDocument/2006/relationships/customXml" Target="../ink/ink1912.xml"/><Relationship Id="rId43" Type="http://schemas.openxmlformats.org/officeDocument/2006/relationships/customXml" Target="../ink/ink1794.xml"/><Relationship Id="rId139" Type="http://schemas.openxmlformats.org/officeDocument/2006/relationships/customXml" Target="../ink/ink1842.xml"/><Relationship Id="rId290" Type="http://schemas.openxmlformats.org/officeDocument/2006/relationships/image" Target="../media/image1488.png"/><Relationship Id="rId304" Type="http://schemas.openxmlformats.org/officeDocument/2006/relationships/image" Target="../media/image1495.png"/><Relationship Id="rId346" Type="http://schemas.openxmlformats.org/officeDocument/2006/relationships/image" Target="../media/image1516.png"/><Relationship Id="rId85" Type="http://schemas.openxmlformats.org/officeDocument/2006/relationships/customXml" Target="../ink/ink1815.xml"/><Relationship Id="rId150" Type="http://schemas.openxmlformats.org/officeDocument/2006/relationships/image" Target="../media/image1418.png"/><Relationship Id="rId192" Type="http://schemas.openxmlformats.org/officeDocument/2006/relationships/image" Target="../media/image1439.png"/><Relationship Id="rId206" Type="http://schemas.openxmlformats.org/officeDocument/2006/relationships/image" Target="../media/image1446.png"/><Relationship Id="rId248" Type="http://schemas.openxmlformats.org/officeDocument/2006/relationships/image" Target="../media/image1467.png"/><Relationship Id="rId12" Type="http://schemas.openxmlformats.org/officeDocument/2006/relationships/image" Target="../media/image1349.png"/><Relationship Id="rId108" Type="http://schemas.openxmlformats.org/officeDocument/2006/relationships/image" Target="../media/image1397.png"/><Relationship Id="rId315" Type="http://schemas.openxmlformats.org/officeDocument/2006/relationships/customXml" Target="../ink/ink1930.xml"/><Relationship Id="rId357" Type="http://schemas.openxmlformats.org/officeDocument/2006/relationships/customXml" Target="../ink/ink1951.xml"/><Relationship Id="rId54" Type="http://schemas.openxmlformats.org/officeDocument/2006/relationships/image" Target="../media/image1370.png"/><Relationship Id="rId96" Type="http://schemas.openxmlformats.org/officeDocument/2006/relationships/image" Target="../media/image1391.png"/><Relationship Id="rId161" Type="http://schemas.openxmlformats.org/officeDocument/2006/relationships/customXml" Target="../ink/ink1853.xml"/><Relationship Id="rId217" Type="http://schemas.openxmlformats.org/officeDocument/2006/relationships/customXml" Target="../ink/ink1881.xml"/><Relationship Id="rId259" Type="http://schemas.openxmlformats.org/officeDocument/2006/relationships/customXml" Target="../ink/ink1902.xml"/><Relationship Id="rId23" Type="http://schemas.openxmlformats.org/officeDocument/2006/relationships/customXml" Target="../ink/ink1784.xml"/><Relationship Id="rId119" Type="http://schemas.openxmlformats.org/officeDocument/2006/relationships/customXml" Target="../ink/ink1832.xml"/><Relationship Id="rId270" Type="http://schemas.openxmlformats.org/officeDocument/2006/relationships/image" Target="../media/image1478.png"/><Relationship Id="rId326" Type="http://schemas.openxmlformats.org/officeDocument/2006/relationships/image" Target="../media/image1506.png"/><Relationship Id="rId65" Type="http://schemas.openxmlformats.org/officeDocument/2006/relationships/customXml" Target="../ink/ink1805.xml"/><Relationship Id="rId130" Type="http://schemas.openxmlformats.org/officeDocument/2006/relationships/image" Target="../media/image1408.png"/><Relationship Id="rId368" Type="http://schemas.openxmlformats.org/officeDocument/2006/relationships/image" Target="../media/image1527.png"/><Relationship Id="rId172" Type="http://schemas.openxmlformats.org/officeDocument/2006/relationships/image" Target="../media/image1429.png"/><Relationship Id="rId228" Type="http://schemas.openxmlformats.org/officeDocument/2006/relationships/image" Target="../media/image1457.png"/><Relationship Id="rId281" Type="http://schemas.openxmlformats.org/officeDocument/2006/relationships/customXml" Target="../ink/ink1913.xml"/><Relationship Id="rId337" Type="http://schemas.openxmlformats.org/officeDocument/2006/relationships/customXml" Target="../ink/ink1941.xml"/><Relationship Id="rId34" Type="http://schemas.openxmlformats.org/officeDocument/2006/relationships/image" Target="../media/image1360.png"/><Relationship Id="rId76" Type="http://schemas.openxmlformats.org/officeDocument/2006/relationships/image" Target="../media/image1381.png"/><Relationship Id="rId141" Type="http://schemas.openxmlformats.org/officeDocument/2006/relationships/customXml" Target="../ink/ink1843.xml"/><Relationship Id="rId7" Type="http://schemas.openxmlformats.org/officeDocument/2006/relationships/customXml" Target="../ink/ink1776.xml"/><Relationship Id="rId183" Type="http://schemas.openxmlformats.org/officeDocument/2006/relationships/customXml" Target="../ink/ink1864.xml"/><Relationship Id="rId239" Type="http://schemas.openxmlformats.org/officeDocument/2006/relationships/customXml" Target="../ink/ink1892.xml"/><Relationship Id="rId250" Type="http://schemas.openxmlformats.org/officeDocument/2006/relationships/image" Target="../media/image1468.png"/><Relationship Id="rId292" Type="http://schemas.openxmlformats.org/officeDocument/2006/relationships/image" Target="../media/image1489.png"/><Relationship Id="rId306" Type="http://schemas.openxmlformats.org/officeDocument/2006/relationships/image" Target="../media/image1496.png"/><Relationship Id="rId45" Type="http://schemas.openxmlformats.org/officeDocument/2006/relationships/customXml" Target="../ink/ink1795.xml"/><Relationship Id="rId87" Type="http://schemas.openxmlformats.org/officeDocument/2006/relationships/customXml" Target="../ink/ink1816.xml"/><Relationship Id="rId110" Type="http://schemas.openxmlformats.org/officeDocument/2006/relationships/image" Target="../media/image1398.png"/><Relationship Id="rId348" Type="http://schemas.openxmlformats.org/officeDocument/2006/relationships/image" Target="../media/image1517.png"/><Relationship Id="rId152" Type="http://schemas.openxmlformats.org/officeDocument/2006/relationships/image" Target="../media/image1419.png"/><Relationship Id="rId194" Type="http://schemas.openxmlformats.org/officeDocument/2006/relationships/image" Target="../media/image1440.png"/><Relationship Id="rId208" Type="http://schemas.openxmlformats.org/officeDocument/2006/relationships/image" Target="../media/image1447.png"/><Relationship Id="rId261" Type="http://schemas.openxmlformats.org/officeDocument/2006/relationships/customXml" Target="../ink/ink1903.xml"/><Relationship Id="rId14" Type="http://schemas.openxmlformats.org/officeDocument/2006/relationships/image" Target="../media/image1350.png"/><Relationship Id="rId56" Type="http://schemas.openxmlformats.org/officeDocument/2006/relationships/image" Target="../media/image1371.png"/><Relationship Id="rId317" Type="http://schemas.openxmlformats.org/officeDocument/2006/relationships/customXml" Target="../ink/ink1931.xml"/><Relationship Id="rId359" Type="http://schemas.openxmlformats.org/officeDocument/2006/relationships/customXml" Target="../ink/ink1952.xml"/><Relationship Id="rId98" Type="http://schemas.openxmlformats.org/officeDocument/2006/relationships/image" Target="../media/image1392.png"/><Relationship Id="rId121" Type="http://schemas.openxmlformats.org/officeDocument/2006/relationships/customXml" Target="../ink/ink1833.xml"/><Relationship Id="rId163" Type="http://schemas.openxmlformats.org/officeDocument/2006/relationships/customXml" Target="../ink/ink1854.xml"/><Relationship Id="rId219" Type="http://schemas.openxmlformats.org/officeDocument/2006/relationships/customXml" Target="../ink/ink1882.xml"/><Relationship Id="rId370" Type="http://schemas.openxmlformats.org/officeDocument/2006/relationships/image" Target="../media/image1528.png"/><Relationship Id="rId230" Type="http://schemas.openxmlformats.org/officeDocument/2006/relationships/image" Target="../media/image1458.png"/><Relationship Id="rId25" Type="http://schemas.openxmlformats.org/officeDocument/2006/relationships/customXml" Target="../ink/ink1785.xml"/><Relationship Id="rId67" Type="http://schemas.openxmlformats.org/officeDocument/2006/relationships/customXml" Target="../ink/ink1806.xml"/><Relationship Id="rId272" Type="http://schemas.openxmlformats.org/officeDocument/2006/relationships/image" Target="../media/image1479.png"/><Relationship Id="rId328" Type="http://schemas.openxmlformats.org/officeDocument/2006/relationships/image" Target="../media/image1507.png"/><Relationship Id="rId132" Type="http://schemas.openxmlformats.org/officeDocument/2006/relationships/image" Target="../media/image1409.png"/><Relationship Id="rId174" Type="http://schemas.openxmlformats.org/officeDocument/2006/relationships/image" Target="../media/image1430.png"/><Relationship Id="rId241" Type="http://schemas.openxmlformats.org/officeDocument/2006/relationships/customXml" Target="../ink/ink1893.xml"/><Relationship Id="rId15" Type="http://schemas.openxmlformats.org/officeDocument/2006/relationships/customXml" Target="../ink/ink1780.xml"/><Relationship Id="rId36" Type="http://schemas.openxmlformats.org/officeDocument/2006/relationships/image" Target="../media/image1361.png"/><Relationship Id="rId57" Type="http://schemas.openxmlformats.org/officeDocument/2006/relationships/customXml" Target="../ink/ink1801.xml"/><Relationship Id="rId262" Type="http://schemas.openxmlformats.org/officeDocument/2006/relationships/image" Target="../media/image1474.png"/><Relationship Id="rId283" Type="http://schemas.openxmlformats.org/officeDocument/2006/relationships/customXml" Target="../ink/ink1914.xml"/><Relationship Id="rId318" Type="http://schemas.openxmlformats.org/officeDocument/2006/relationships/image" Target="../media/image1502.png"/><Relationship Id="rId339" Type="http://schemas.openxmlformats.org/officeDocument/2006/relationships/customXml" Target="../ink/ink1942.xml"/><Relationship Id="rId78" Type="http://schemas.openxmlformats.org/officeDocument/2006/relationships/image" Target="../media/image1382.png"/><Relationship Id="rId99" Type="http://schemas.openxmlformats.org/officeDocument/2006/relationships/customXml" Target="../ink/ink1822.xml"/><Relationship Id="rId101" Type="http://schemas.openxmlformats.org/officeDocument/2006/relationships/customXml" Target="../ink/ink1823.xml"/><Relationship Id="rId122" Type="http://schemas.openxmlformats.org/officeDocument/2006/relationships/image" Target="../media/image1404.png"/><Relationship Id="rId143" Type="http://schemas.openxmlformats.org/officeDocument/2006/relationships/customXml" Target="../ink/ink1844.xml"/><Relationship Id="rId164" Type="http://schemas.openxmlformats.org/officeDocument/2006/relationships/image" Target="../media/image1425.png"/><Relationship Id="rId185" Type="http://schemas.openxmlformats.org/officeDocument/2006/relationships/customXml" Target="../ink/ink1865.xml"/><Relationship Id="rId350" Type="http://schemas.openxmlformats.org/officeDocument/2006/relationships/image" Target="../media/image1518.png"/><Relationship Id="rId371" Type="http://schemas.openxmlformats.org/officeDocument/2006/relationships/customXml" Target="../ink/ink1958.xml"/><Relationship Id="rId9" Type="http://schemas.openxmlformats.org/officeDocument/2006/relationships/customXml" Target="../ink/ink1777.xml"/><Relationship Id="rId210" Type="http://schemas.openxmlformats.org/officeDocument/2006/relationships/image" Target="../media/image1448.png"/><Relationship Id="rId26" Type="http://schemas.openxmlformats.org/officeDocument/2006/relationships/image" Target="../media/image1356.png"/><Relationship Id="rId231" Type="http://schemas.openxmlformats.org/officeDocument/2006/relationships/customXml" Target="../ink/ink1888.xml"/><Relationship Id="rId252" Type="http://schemas.openxmlformats.org/officeDocument/2006/relationships/image" Target="../media/image1469.png"/><Relationship Id="rId273" Type="http://schemas.openxmlformats.org/officeDocument/2006/relationships/customXml" Target="../ink/ink1909.xml"/><Relationship Id="rId294" Type="http://schemas.openxmlformats.org/officeDocument/2006/relationships/image" Target="../media/image1490.png"/><Relationship Id="rId308" Type="http://schemas.openxmlformats.org/officeDocument/2006/relationships/image" Target="../media/image1497.png"/><Relationship Id="rId329" Type="http://schemas.openxmlformats.org/officeDocument/2006/relationships/customXml" Target="../ink/ink1937.xml"/><Relationship Id="rId47" Type="http://schemas.openxmlformats.org/officeDocument/2006/relationships/customXml" Target="../ink/ink1796.xml"/><Relationship Id="rId68" Type="http://schemas.openxmlformats.org/officeDocument/2006/relationships/image" Target="../media/image1377.png"/><Relationship Id="rId89" Type="http://schemas.openxmlformats.org/officeDocument/2006/relationships/customXml" Target="../ink/ink1817.xml"/><Relationship Id="rId112" Type="http://schemas.openxmlformats.org/officeDocument/2006/relationships/image" Target="../media/image1399.png"/><Relationship Id="rId133" Type="http://schemas.openxmlformats.org/officeDocument/2006/relationships/customXml" Target="../ink/ink1839.xml"/><Relationship Id="rId154" Type="http://schemas.openxmlformats.org/officeDocument/2006/relationships/image" Target="../media/image1420.png"/><Relationship Id="rId175" Type="http://schemas.openxmlformats.org/officeDocument/2006/relationships/customXml" Target="../ink/ink1860.xml"/><Relationship Id="rId340" Type="http://schemas.openxmlformats.org/officeDocument/2006/relationships/image" Target="../media/image1513.png"/><Relationship Id="rId361" Type="http://schemas.openxmlformats.org/officeDocument/2006/relationships/customXml" Target="../ink/ink1953.xml"/><Relationship Id="rId196" Type="http://schemas.openxmlformats.org/officeDocument/2006/relationships/image" Target="../media/image1441.png"/><Relationship Id="rId200" Type="http://schemas.openxmlformats.org/officeDocument/2006/relationships/image" Target="../media/image1443.png"/><Relationship Id="rId16" Type="http://schemas.openxmlformats.org/officeDocument/2006/relationships/image" Target="../media/image1351.png"/><Relationship Id="rId221" Type="http://schemas.openxmlformats.org/officeDocument/2006/relationships/customXml" Target="../ink/ink1883.xml"/><Relationship Id="rId242" Type="http://schemas.openxmlformats.org/officeDocument/2006/relationships/image" Target="../media/image1464.png"/><Relationship Id="rId263" Type="http://schemas.openxmlformats.org/officeDocument/2006/relationships/customXml" Target="../ink/ink1904.xml"/><Relationship Id="rId284" Type="http://schemas.openxmlformats.org/officeDocument/2006/relationships/image" Target="../media/image1485.png"/><Relationship Id="rId319" Type="http://schemas.openxmlformats.org/officeDocument/2006/relationships/customXml" Target="../ink/ink1932.xml"/><Relationship Id="rId37" Type="http://schemas.openxmlformats.org/officeDocument/2006/relationships/customXml" Target="../ink/ink1791.xml"/><Relationship Id="rId58" Type="http://schemas.openxmlformats.org/officeDocument/2006/relationships/image" Target="../media/image1372.png"/><Relationship Id="rId79" Type="http://schemas.openxmlformats.org/officeDocument/2006/relationships/customXml" Target="../ink/ink1812.xml"/><Relationship Id="rId102" Type="http://schemas.openxmlformats.org/officeDocument/2006/relationships/image" Target="../media/image1394.png"/><Relationship Id="rId123" Type="http://schemas.openxmlformats.org/officeDocument/2006/relationships/customXml" Target="../ink/ink1834.xml"/><Relationship Id="rId144" Type="http://schemas.openxmlformats.org/officeDocument/2006/relationships/image" Target="../media/image1415.png"/><Relationship Id="rId330" Type="http://schemas.openxmlformats.org/officeDocument/2006/relationships/image" Target="../media/image1508.png"/><Relationship Id="rId90" Type="http://schemas.openxmlformats.org/officeDocument/2006/relationships/image" Target="../media/image1388.png"/><Relationship Id="rId165" Type="http://schemas.openxmlformats.org/officeDocument/2006/relationships/customXml" Target="../ink/ink1855.xml"/><Relationship Id="rId186" Type="http://schemas.openxmlformats.org/officeDocument/2006/relationships/image" Target="../media/image1436.png"/><Relationship Id="rId351" Type="http://schemas.openxmlformats.org/officeDocument/2006/relationships/customXml" Target="../ink/ink1948.xml"/><Relationship Id="rId372" Type="http://schemas.openxmlformats.org/officeDocument/2006/relationships/image" Target="../media/image1529.png"/><Relationship Id="rId211" Type="http://schemas.openxmlformats.org/officeDocument/2006/relationships/customXml" Target="../ink/ink1878.xml"/><Relationship Id="rId232" Type="http://schemas.openxmlformats.org/officeDocument/2006/relationships/image" Target="../media/image1459.png"/><Relationship Id="rId253" Type="http://schemas.openxmlformats.org/officeDocument/2006/relationships/customXml" Target="../ink/ink1899.xml"/><Relationship Id="rId274" Type="http://schemas.openxmlformats.org/officeDocument/2006/relationships/image" Target="../media/image1480.png"/><Relationship Id="rId295" Type="http://schemas.openxmlformats.org/officeDocument/2006/relationships/customXml" Target="../ink/ink1920.xml"/><Relationship Id="rId309" Type="http://schemas.openxmlformats.org/officeDocument/2006/relationships/customXml" Target="../ink/ink1927.xml"/><Relationship Id="rId27" Type="http://schemas.openxmlformats.org/officeDocument/2006/relationships/customXml" Target="../ink/ink1786.xml"/><Relationship Id="rId48" Type="http://schemas.openxmlformats.org/officeDocument/2006/relationships/image" Target="../media/image1367.png"/><Relationship Id="rId69" Type="http://schemas.openxmlformats.org/officeDocument/2006/relationships/customXml" Target="../ink/ink1807.xml"/><Relationship Id="rId113" Type="http://schemas.openxmlformats.org/officeDocument/2006/relationships/customXml" Target="../ink/ink1829.xml"/><Relationship Id="rId134" Type="http://schemas.openxmlformats.org/officeDocument/2006/relationships/image" Target="../media/image1410.png"/><Relationship Id="rId320" Type="http://schemas.openxmlformats.org/officeDocument/2006/relationships/image" Target="../media/image1503.png"/><Relationship Id="rId80" Type="http://schemas.openxmlformats.org/officeDocument/2006/relationships/image" Target="../media/image1383.png"/><Relationship Id="rId155" Type="http://schemas.openxmlformats.org/officeDocument/2006/relationships/customXml" Target="../ink/ink1850.xml"/><Relationship Id="rId176" Type="http://schemas.openxmlformats.org/officeDocument/2006/relationships/image" Target="../media/image1431.png"/><Relationship Id="rId197" Type="http://schemas.openxmlformats.org/officeDocument/2006/relationships/customXml" Target="../ink/ink1871.xml"/><Relationship Id="rId341" Type="http://schemas.openxmlformats.org/officeDocument/2006/relationships/customXml" Target="../ink/ink1943.xml"/><Relationship Id="rId362" Type="http://schemas.openxmlformats.org/officeDocument/2006/relationships/image" Target="../media/image1524.png"/><Relationship Id="rId201" Type="http://schemas.openxmlformats.org/officeDocument/2006/relationships/customXml" Target="../ink/ink1873.xml"/><Relationship Id="rId222" Type="http://schemas.openxmlformats.org/officeDocument/2006/relationships/image" Target="../media/image1454.png"/><Relationship Id="rId243" Type="http://schemas.openxmlformats.org/officeDocument/2006/relationships/customXml" Target="../ink/ink1894.xml"/><Relationship Id="rId264" Type="http://schemas.openxmlformats.org/officeDocument/2006/relationships/image" Target="../media/image1475.png"/><Relationship Id="rId285" Type="http://schemas.openxmlformats.org/officeDocument/2006/relationships/customXml" Target="../ink/ink1915.xml"/><Relationship Id="rId17" Type="http://schemas.openxmlformats.org/officeDocument/2006/relationships/customXml" Target="../ink/ink1781.xml"/><Relationship Id="rId38" Type="http://schemas.openxmlformats.org/officeDocument/2006/relationships/image" Target="../media/image1362.png"/><Relationship Id="rId59" Type="http://schemas.openxmlformats.org/officeDocument/2006/relationships/customXml" Target="../ink/ink1802.xml"/><Relationship Id="rId103" Type="http://schemas.openxmlformats.org/officeDocument/2006/relationships/customXml" Target="../ink/ink1824.xml"/><Relationship Id="rId124" Type="http://schemas.openxmlformats.org/officeDocument/2006/relationships/image" Target="../media/image1405.png"/><Relationship Id="rId310" Type="http://schemas.openxmlformats.org/officeDocument/2006/relationships/image" Target="../media/image1498.png"/><Relationship Id="rId70" Type="http://schemas.openxmlformats.org/officeDocument/2006/relationships/image" Target="../media/image1378.png"/><Relationship Id="rId91" Type="http://schemas.openxmlformats.org/officeDocument/2006/relationships/customXml" Target="../ink/ink1818.xml"/><Relationship Id="rId145" Type="http://schemas.openxmlformats.org/officeDocument/2006/relationships/customXml" Target="../ink/ink1845.xml"/><Relationship Id="rId166" Type="http://schemas.openxmlformats.org/officeDocument/2006/relationships/image" Target="../media/image1426.png"/><Relationship Id="rId187" Type="http://schemas.openxmlformats.org/officeDocument/2006/relationships/customXml" Target="../ink/ink1866.xml"/><Relationship Id="rId331" Type="http://schemas.openxmlformats.org/officeDocument/2006/relationships/customXml" Target="../ink/ink1938.xml"/><Relationship Id="rId352" Type="http://schemas.openxmlformats.org/officeDocument/2006/relationships/image" Target="../media/image1519.png"/><Relationship Id="rId1" Type="http://schemas.openxmlformats.org/officeDocument/2006/relationships/slideLayout" Target="../slideLayouts/slideLayout4.xml"/><Relationship Id="rId212" Type="http://schemas.openxmlformats.org/officeDocument/2006/relationships/image" Target="../media/image1449.png"/><Relationship Id="rId233" Type="http://schemas.openxmlformats.org/officeDocument/2006/relationships/customXml" Target="../ink/ink1889.xml"/><Relationship Id="rId254" Type="http://schemas.openxmlformats.org/officeDocument/2006/relationships/image" Target="../media/image1470.png"/><Relationship Id="rId28" Type="http://schemas.openxmlformats.org/officeDocument/2006/relationships/image" Target="../media/image1357.png"/><Relationship Id="rId49" Type="http://schemas.openxmlformats.org/officeDocument/2006/relationships/customXml" Target="../ink/ink1797.xml"/><Relationship Id="rId114" Type="http://schemas.openxmlformats.org/officeDocument/2006/relationships/image" Target="../media/image1400.png"/><Relationship Id="rId275" Type="http://schemas.openxmlformats.org/officeDocument/2006/relationships/customXml" Target="../ink/ink1910.xml"/><Relationship Id="rId296" Type="http://schemas.openxmlformats.org/officeDocument/2006/relationships/image" Target="../media/image1491.png"/><Relationship Id="rId300" Type="http://schemas.openxmlformats.org/officeDocument/2006/relationships/image" Target="../media/image1493.png"/><Relationship Id="rId60" Type="http://schemas.openxmlformats.org/officeDocument/2006/relationships/image" Target="../media/image1373.png"/><Relationship Id="rId81" Type="http://schemas.openxmlformats.org/officeDocument/2006/relationships/customXml" Target="../ink/ink1813.xml"/><Relationship Id="rId135" Type="http://schemas.openxmlformats.org/officeDocument/2006/relationships/customXml" Target="../ink/ink1840.xml"/><Relationship Id="rId156" Type="http://schemas.openxmlformats.org/officeDocument/2006/relationships/image" Target="../media/image1421.png"/><Relationship Id="rId177" Type="http://schemas.openxmlformats.org/officeDocument/2006/relationships/customXml" Target="../ink/ink1861.xml"/><Relationship Id="rId198" Type="http://schemas.openxmlformats.org/officeDocument/2006/relationships/image" Target="../media/image1442.png"/><Relationship Id="rId321" Type="http://schemas.openxmlformats.org/officeDocument/2006/relationships/customXml" Target="../ink/ink1933.xml"/><Relationship Id="rId342" Type="http://schemas.openxmlformats.org/officeDocument/2006/relationships/image" Target="../media/image1514.png"/><Relationship Id="rId363" Type="http://schemas.openxmlformats.org/officeDocument/2006/relationships/customXml" Target="../ink/ink1954.xml"/><Relationship Id="rId202" Type="http://schemas.openxmlformats.org/officeDocument/2006/relationships/image" Target="../media/image1444.png"/><Relationship Id="rId223" Type="http://schemas.openxmlformats.org/officeDocument/2006/relationships/customXml" Target="../ink/ink1884.xml"/><Relationship Id="rId244" Type="http://schemas.openxmlformats.org/officeDocument/2006/relationships/image" Target="../media/image1465.png"/><Relationship Id="rId18" Type="http://schemas.openxmlformats.org/officeDocument/2006/relationships/image" Target="../media/image1352.png"/><Relationship Id="rId39" Type="http://schemas.openxmlformats.org/officeDocument/2006/relationships/customXml" Target="../ink/ink1792.xml"/><Relationship Id="rId265" Type="http://schemas.openxmlformats.org/officeDocument/2006/relationships/customXml" Target="../ink/ink1905.xml"/><Relationship Id="rId286" Type="http://schemas.openxmlformats.org/officeDocument/2006/relationships/image" Target="../media/image1486.png"/><Relationship Id="rId50" Type="http://schemas.openxmlformats.org/officeDocument/2006/relationships/image" Target="../media/image1368.png"/><Relationship Id="rId104" Type="http://schemas.openxmlformats.org/officeDocument/2006/relationships/image" Target="../media/image1395.png"/><Relationship Id="rId125" Type="http://schemas.openxmlformats.org/officeDocument/2006/relationships/customXml" Target="../ink/ink1835.xml"/><Relationship Id="rId146" Type="http://schemas.openxmlformats.org/officeDocument/2006/relationships/image" Target="../media/image1416.png"/><Relationship Id="rId167" Type="http://schemas.openxmlformats.org/officeDocument/2006/relationships/customXml" Target="../ink/ink1856.xml"/><Relationship Id="rId188" Type="http://schemas.openxmlformats.org/officeDocument/2006/relationships/image" Target="../media/image1437.png"/><Relationship Id="rId311" Type="http://schemas.openxmlformats.org/officeDocument/2006/relationships/customXml" Target="../ink/ink1928.xml"/><Relationship Id="rId332" Type="http://schemas.openxmlformats.org/officeDocument/2006/relationships/image" Target="../media/image1509.png"/><Relationship Id="rId353" Type="http://schemas.openxmlformats.org/officeDocument/2006/relationships/customXml" Target="../ink/ink1949.xml"/><Relationship Id="rId71" Type="http://schemas.openxmlformats.org/officeDocument/2006/relationships/customXml" Target="../ink/ink1808.xml"/><Relationship Id="rId92" Type="http://schemas.openxmlformats.org/officeDocument/2006/relationships/image" Target="../media/image1389.png"/><Relationship Id="rId213" Type="http://schemas.openxmlformats.org/officeDocument/2006/relationships/customXml" Target="../ink/ink1879.xml"/><Relationship Id="rId234" Type="http://schemas.openxmlformats.org/officeDocument/2006/relationships/image" Target="../media/image1460.png"/><Relationship Id="rId2" Type="http://schemas.openxmlformats.org/officeDocument/2006/relationships/image" Target="../media/image1346.png"/><Relationship Id="rId29" Type="http://schemas.openxmlformats.org/officeDocument/2006/relationships/customXml" Target="../ink/ink1787.xml"/><Relationship Id="rId255" Type="http://schemas.openxmlformats.org/officeDocument/2006/relationships/customXml" Target="../ink/ink1900.xml"/><Relationship Id="rId276" Type="http://schemas.openxmlformats.org/officeDocument/2006/relationships/image" Target="../media/image1481.png"/><Relationship Id="rId297" Type="http://schemas.openxmlformats.org/officeDocument/2006/relationships/customXml" Target="../ink/ink1921.xml"/><Relationship Id="rId40" Type="http://schemas.openxmlformats.org/officeDocument/2006/relationships/image" Target="../media/image1363.png"/><Relationship Id="rId115" Type="http://schemas.openxmlformats.org/officeDocument/2006/relationships/customXml" Target="../ink/ink1830.xml"/><Relationship Id="rId136" Type="http://schemas.openxmlformats.org/officeDocument/2006/relationships/image" Target="../media/image1411.png"/><Relationship Id="rId157" Type="http://schemas.openxmlformats.org/officeDocument/2006/relationships/customXml" Target="../ink/ink1851.xml"/><Relationship Id="rId178" Type="http://schemas.openxmlformats.org/officeDocument/2006/relationships/image" Target="../media/image1432.png"/><Relationship Id="rId301" Type="http://schemas.openxmlformats.org/officeDocument/2006/relationships/customXml" Target="../ink/ink1923.xml"/><Relationship Id="rId322" Type="http://schemas.openxmlformats.org/officeDocument/2006/relationships/image" Target="../media/image1504.png"/><Relationship Id="rId343" Type="http://schemas.openxmlformats.org/officeDocument/2006/relationships/customXml" Target="../ink/ink1944.xml"/><Relationship Id="rId364" Type="http://schemas.openxmlformats.org/officeDocument/2006/relationships/image" Target="../media/image1525.png"/><Relationship Id="rId61" Type="http://schemas.openxmlformats.org/officeDocument/2006/relationships/customXml" Target="../ink/ink1803.xml"/><Relationship Id="rId82" Type="http://schemas.openxmlformats.org/officeDocument/2006/relationships/image" Target="../media/image1384.png"/><Relationship Id="rId199" Type="http://schemas.openxmlformats.org/officeDocument/2006/relationships/customXml" Target="../ink/ink1872.xml"/><Relationship Id="rId203" Type="http://schemas.openxmlformats.org/officeDocument/2006/relationships/customXml" Target="../ink/ink1874.xml"/><Relationship Id="rId19" Type="http://schemas.openxmlformats.org/officeDocument/2006/relationships/customXml" Target="../ink/ink1782.xml"/><Relationship Id="rId224" Type="http://schemas.openxmlformats.org/officeDocument/2006/relationships/image" Target="../media/image1455.png"/><Relationship Id="rId245" Type="http://schemas.openxmlformats.org/officeDocument/2006/relationships/customXml" Target="../ink/ink1895.xml"/><Relationship Id="rId266" Type="http://schemas.openxmlformats.org/officeDocument/2006/relationships/image" Target="../media/image1476.png"/><Relationship Id="rId287" Type="http://schemas.openxmlformats.org/officeDocument/2006/relationships/customXml" Target="../ink/ink1916.xml"/><Relationship Id="rId30" Type="http://schemas.openxmlformats.org/officeDocument/2006/relationships/image" Target="../media/image1358.png"/><Relationship Id="rId105" Type="http://schemas.openxmlformats.org/officeDocument/2006/relationships/customXml" Target="../ink/ink1825.xml"/><Relationship Id="rId126" Type="http://schemas.openxmlformats.org/officeDocument/2006/relationships/image" Target="../media/image1406.png"/><Relationship Id="rId147" Type="http://schemas.openxmlformats.org/officeDocument/2006/relationships/customXml" Target="../ink/ink1846.xml"/><Relationship Id="rId168" Type="http://schemas.openxmlformats.org/officeDocument/2006/relationships/image" Target="../media/image1427.png"/><Relationship Id="rId312" Type="http://schemas.openxmlformats.org/officeDocument/2006/relationships/image" Target="../media/image1499.png"/><Relationship Id="rId333" Type="http://schemas.openxmlformats.org/officeDocument/2006/relationships/customXml" Target="../ink/ink1939.xml"/><Relationship Id="rId354" Type="http://schemas.openxmlformats.org/officeDocument/2006/relationships/image" Target="../media/image1520.png"/><Relationship Id="rId51" Type="http://schemas.openxmlformats.org/officeDocument/2006/relationships/customXml" Target="../ink/ink1798.xml"/><Relationship Id="rId72" Type="http://schemas.openxmlformats.org/officeDocument/2006/relationships/image" Target="../media/image1379.png"/><Relationship Id="rId93" Type="http://schemas.openxmlformats.org/officeDocument/2006/relationships/customXml" Target="../ink/ink1819.xml"/><Relationship Id="rId189" Type="http://schemas.openxmlformats.org/officeDocument/2006/relationships/customXml" Target="../ink/ink1867.xml"/><Relationship Id="rId3" Type="http://schemas.openxmlformats.org/officeDocument/2006/relationships/customXml" Target="../ink/ink1774.xml"/><Relationship Id="rId214" Type="http://schemas.openxmlformats.org/officeDocument/2006/relationships/image" Target="../media/image1450.png"/><Relationship Id="rId235" Type="http://schemas.openxmlformats.org/officeDocument/2006/relationships/customXml" Target="../ink/ink1890.xml"/><Relationship Id="rId256" Type="http://schemas.openxmlformats.org/officeDocument/2006/relationships/image" Target="../media/image1471.png"/><Relationship Id="rId277" Type="http://schemas.openxmlformats.org/officeDocument/2006/relationships/customXml" Target="../ink/ink1911.xml"/><Relationship Id="rId298" Type="http://schemas.openxmlformats.org/officeDocument/2006/relationships/image" Target="../media/image1492.png"/><Relationship Id="rId116" Type="http://schemas.openxmlformats.org/officeDocument/2006/relationships/image" Target="../media/image1401.png"/><Relationship Id="rId137" Type="http://schemas.openxmlformats.org/officeDocument/2006/relationships/customXml" Target="../ink/ink1841.xml"/><Relationship Id="rId158" Type="http://schemas.openxmlformats.org/officeDocument/2006/relationships/image" Target="../media/image1422.png"/><Relationship Id="rId302" Type="http://schemas.openxmlformats.org/officeDocument/2006/relationships/image" Target="../media/image1494.png"/><Relationship Id="rId323" Type="http://schemas.openxmlformats.org/officeDocument/2006/relationships/customXml" Target="../ink/ink1934.xml"/><Relationship Id="rId344" Type="http://schemas.openxmlformats.org/officeDocument/2006/relationships/image" Target="../media/image1515.png"/><Relationship Id="rId20" Type="http://schemas.openxmlformats.org/officeDocument/2006/relationships/image" Target="../media/image1353.png"/><Relationship Id="rId41" Type="http://schemas.openxmlformats.org/officeDocument/2006/relationships/customXml" Target="../ink/ink1793.xml"/><Relationship Id="rId62" Type="http://schemas.openxmlformats.org/officeDocument/2006/relationships/image" Target="../media/image1374.png"/><Relationship Id="rId83" Type="http://schemas.openxmlformats.org/officeDocument/2006/relationships/customXml" Target="../ink/ink1814.xml"/><Relationship Id="rId179" Type="http://schemas.openxmlformats.org/officeDocument/2006/relationships/customXml" Target="../ink/ink1862.xml"/><Relationship Id="rId365" Type="http://schemas.openxmlformats.org/officeDocument/2006/relationships/customXml" Target="../ink/ink1955.xml"/><Relationship Id="rId190" Type="http://schemas.openxmlformats.org/officeDocument/2006/relationships/image" Target="../media/image1438.png"/><Relationship Id="rId204" Type="http://schemas.openxmlformats.org/officeDocument/2006/relationships/image" Target="../media/image1445.png"/><Relationship Id="rId225" Type="http://schemas.openxmlformats.org/officeDocument/2006/relationships/customXml" Target="../ink/ink1885.xml"/><Relationship Id="rId246" Type="http://schemas.openxmlformats.org/officeDocument/2006/relationships/image" Target="../media/image1466.png"/><Relationship Id="rId267" Type="http://schemas.openxmlformats.org/officeDocument/2006/relationships/customXml" Target="../ink/ink1906.xml"/><Relationship Id="rId288" Type="http://schemas.openxmlformats.org/officeDocument/2006/relationships/image" Target="../media/image1487.png"/><Relationship Id="rId106" Type="http://schemas.openxmlformats.org/officeDocument/2006/relationships/image" Target="../media/image1396.png"/><Relationship Id="rId127" Type="http://schemas.openxmlformats.org/officeDocument/2006/relationships/customXml" Target="../ink/ink1836.xml"/><Relationship Id="rId313" Type="http://schemas.openxmlformats.org/officeDocument/2006/relationships/customXml" Target="../ink/ink1929.xml"/><Relationship Id="rId10" Type="http://schemas.openxmlformats.org/officeDocument/2006/relationships/image" Target="../media/image1348.png"/><Relationship Id="rId31" Type="http://schemas.openxmlformats.org/officeDocument/2006/relationships/customXml" Target="../ink/ink1788.xml"/><Relationship Id="rId52" Type="http://schemas.openxmlformats.org/officeDocument/2006/relationships/image" Target="../media/image1369.png"/><Relationship Id="rId73" Type="http://schemas.openxmlformats.org/officeDocument/2006/relationships/customXml" Target="../ink/ink1809.xml"/><Relationship Id="rId94" Type="http://schemas.openxmlformats.org/officeDocument/2006/relationships/image" Target="../media/image1390.png"/><Relationship Id="rId148" Type="http://schemas.openxmlformats.org/officeDocument/2006/relationships/image" Target="../media/image1417.png"/><Relationship Id="rId169" Type="http://schemas.openxmlformats.org/officeDocument/2006/relationships/customXml" Target="../ink/ink1857.xml"/><Relationship Id="rId334" Type="http://schemas.openxmlformats.org/officeDocument/2006/relationships/image" Target="../media/image1510.png"/><Relationship Id="rId355" Type="http://schemas.openxmlformats.org/officeDocument/2006/relationships/customXml" Target="../ink/ink1950.xml"/><Relationship Id="rId4" Type="http://schemas.openxmlformats.org/officeDocument/2006/relationships/image" Target="../media/image10120.png"/><Relationship Id="rId180" Type="http://schemas.openxmlformats.org/officeDocument/2006/relationships/image" Target="../media/image1433.png"/><Relationship Id="rId215" Type="http://schemas.openxmlformats.org/officeDocument/2006/relationships/customXml" Target="../ink/ink1880.xml"/><Relationship Id="rId236" Type="http://schemas.openxmlformats.org/officeDocument/2006/relationships/image" Target="../media/image1461.png"/><Relationship Id="rId257" Type="http://schemas.openxmlformats.org/officeDocument/2006/relationships/customXml" Target="../ink/ink1901.xml"/><Relationship Id="rId278" Type="http://schemas.openxmlformats.org/officeDocument/2006/relationships/image" Target="../media/image1482.png"/><Relationship Id="rId303" Type="http://schemas.openxmlformats.org/officeDocument/2006/relationships/customXml" Target="../ink/ink1924.xml"/><Relationship Id="rId42" Type="http://schemas.openxmlformats.org/officeDocument/2006/relationships/image" Target="../media/image1364.png"/><Relationship Id="rId84" Type="http://schemas.openxmlformats.org/officeDocument/2006/relationships/image" Target="../media/image1385.png"/><Relationship Id="rId138" Type="http://schemas.openxmlformats.org/officeDocument/2006/relationships/image" Target="../media/image1412.png"/><Relationship Id="rId345" Type="http://schemas.openxmlformats.org/officeDocument/2006/relationships/customXml" Target="../ink/ink1945.xml"/><Relationship Id="rId191" Type="http://schemas.openxmlformats.org/officeDocument/2006/relationships/customXml" Target="../ink/ink1868.xml"/><Relationship Id="rId205" Type="http://schemas.openxmlformats.org/officeDocument/2006/relationships/customXml" Target="../ink/ink1875.xml"/><Relationship Id="rId247" Type="http://schemas.openxmlformats.org/officeDocument/2006/relationships/customXml" Target="../ink/ink1896.xml"/><Relationship Id="rId107" Type="http://schemas.openxmlformats.org/officeDocument/2006/relationships/customXml" Target="../ink/ink1826.xml"/><Relationship Id="rId289" Type="http://schemas.openxmlformats.org/officeDocument/2006/relationships/customXml" Target="../ink/ink1917.xml"/><Relationship Id="rId11" Type="http://schemas.openxmlformats.org/officeDocument/2006/relationships/customXml" Target="../ink/ink1778.xml"/><Relationship Id="rId53" Type="http://schemas.openxmlformats.org/officeDocument/2006/relationships/customXml" Target="../ink/ink1799.xml"/><Relationship Id="rId149" Type="http://schemas.openxmlformats.org/officeDocument/2006/relationships/customXml" Target="../ink/ink1847.xml"/><Relationship Id="rId314" Type="http://schemas.openxmlformats.org/officeDocument/2006/relationships/image" Target="../media/image1500.png"/><Relationship Id="rId356" Type="http://schemas.openxmlformats.org/officeDocument/2006/relationships/image" Target="../media/image1521.png"/><Relationship Id="rId95" Type="http://schemas.openxmlformats.org/officeDocument/2006/relationships/customXml" Target="../ink/ink1820.xml"/><Relationship Id="rId160" Type="http://schemas.openxmlformats.org/officeDocument/2006/relationships/image" Target="../media/image1423.png"/><Relationship Id="rId216" Type="http://schemas.openxmlformats.org/officeDocument/2006/relationships/image" Target="../media/image1451.png"/><Relationship Id="rId258" Type="http://schemas.openxmlformats.org/officeDocument/2006/relationships/image" Target="../media/image1472.png"/><Relationship Id="rId22" Type="http://schemas.openxmlformats.org/officeDocument/2006/relationships/image" Target="../media/image1354.png"/><Relationship Id="rId64" Type="http://schemas.openxmlformats.org/officeDocument/2006/relationships/image" Target="../media/image1375.png"/><Relationship Id="rId118" Type="http://schemas.openxmlformats.org/officeDocument/2006/relationships/image" Target="../media/image1402.png"/><Relationship Id="rId325" Type="http://schemas.openxmlformats.org/officeDocument/2006/relationships/customXml" Target="../ink/ink1935.xml"/><Relationship Id="rId367" Type="http://schemas.openxmlformats.org/officeDocument/2006/relationships/customXml" Target="../ink/ink1956.xml"/><Relationship Id="rId171" Type="http://schemas.openxmlformats.org/officeDocument/2006/relationships/customXml" Target="../ink/ink1858.xml"/><Relationship Id="rId227" Type="http://schemas.openxmlformats.org/officeDocument/2006/relationships/customXml" Target="../ink/ink1886.xml"/><Relationship Id="rId269" Type="http://schemas.openxmlformats.org/officeDocument/2006/relationships/customXml" Target="../ink/ink1907.xml"/><Relationship Id="rId33" Type="http://schemas.openxmlformats.org/officeDocument/2006/relationships/customXml" Target="../ink/ink1789.xml"/><Relationship Id="rId129" Type="http://schemas.openxmlformats.org/officeDocument/2006/relationships/customXml" Target="../ink/ink1837.xml"/><Relationship Id="rId280" Type="http://schemas.openxmlformats.org/officeDocument/2006/relationships/image" Target="../media/image1483.png"/><Relationship Id="rId336" Type="http://schemas.openxmlformats.org/officeDocument/2006/relationships/image" Target="../media/image1511.png"/><Relationship Id="rId75" Type="http://schemas.openxmlformats.org/officeDocument/2006/relationships/customXml" Target="../ink/ink1810.xml"/><Relationship Id="rId140" Type="http://schemas.openxmlformats.org/officeDocument/2006/relationships/image" Target="../media/image1413.png"/><Relationship Id="rId182" Type="http://schemas.openxmlformats.org/officeDocument/2006/relationships/image" Target="../media/image1434.png"/><Relationship Id="rId6" Type="http://schemas.openxmlformats.org/officeDocument/2006/relationships/image" Target="../media/image13460.png"/><Relationship Id="rId238" Type="http://schemas.openxmlformats.org/officeDocument/2006/relationships/image" Target="../media/image1462.png"/><Relationship Id="rId291" Type="http://schemas.openxmlformats.org/officeDocument/2006/relationships/customXml" Target="../ink/ink1918.xml"/><Relationship Id="rId305" Type="http://schemas.openxmlformats.org/officeDocument/2006/relationships/customXml" Target="../ink/ink1925.xml"/><Relationship Id="rId347" Type="http://schemas.openxmlformats.org/officeDocument/2006/relationships/customXml" Target="../ink/ink1946.xml"/><Relationship Id="rId44" Type="http://schemas.openxmlformats.org/officeDocument/2006/relationships/image" Target="../media/image1365.png"/><Relationship Id="rId86" Type="http://schemas.openxmlformats.org/officeDocument/2006/relationships/image" Target="../media/image1386.png"/><Relationship Id="rId151" Type="http://schemas.openxmlformats.org/officeDocument/2006/relationships/customXml" Target="../ink/ink1848.xml"/><Relationship Id="rId193" Type="http://schemas.openxmlformats.org/officeDocument/2006/relationships/customXml" Target="../ink/ink1869.xml"/><Relationship Id="rId207" Type="http://schemas.openxmlformats.org/officeDocument/2006/relationships/customXml" Target="../ink/ink1876.xml"/><Relationship Id="rId249" Type="http://schemas.openxmlformats.org/officeDocument/2006/relationships/customXml" Target="../ink/ink1897.xml"/><Relationship Id="rId13" Type="http://schemas.openxmlformats.org/officeDocument/2006/relationships/customXml" Target="../ink/ink1779.xml"/><Relationship Id="rId109" Type="http://schemas.openxmlformats.org/officeDocument/2006/relationships/customXml" Target="../ink/ink1827.xml"/><Relationship Id="rId260" Type="http://schemas.openxmlformats.org/officeDocument/2006/relationships/image" Target="../media/image1473.png"/><Relationship Id="rId316" Type="http://schemas.openxmlformats.org/officeDocument/2006/relationships/image" Target="../media/image1501.png"/><Relationship Id="rId55" Type="http://schemas.openxmlformats.org/officeDocument/2006/relationships/customXml" Target="../ink/ink1800.xml"/><Relationship Id="rId97" Type="http://schemas.openxmlformats.org/officeDocument/2006/relationships/customXml" Target="../ink/ink1821.xml"/><Relationship Id="rId120" Type="http://schemas.openxmlformats.org/officeDocument/2006/relationships/image" Target="../media/image1403.png"/><Relationship Id="rId358" Type="http://schemas.openxmlformats.org/officeDocument/2006/relationships/image" Target="../media/image1522.png"/><Relationship Id="rId162" Type="http://schemas.openxmlformats.org/officeDocument/2006/relationships/image" Target="../media/image1424.png"/><Relationship Id="rId218" Type="http://schemas.openxmlformats.org/officeDocument/2006/relationships/image" Target="../media/image1452.png"/><Relationship Id="rId271" Type="http://schemas.openxmlformats.org/officeDocument/2006/relationships/customXml" Target="../ink/ink1908.xml"/><Relationship Id="rId24" Type="http://schemas.openxmlformats.org/officeDocument/2006/relationships/image" Target="../media/image1355.png"/><Relationship Id="rId66" Type="http://schemas.openxmlformats.org/officeDocument/2006/relationships/image" Target="../media/image1376.png"/><Relationship Id="rId131" Type="http://schemas.openxmlformats.org/officeDocument/2006/relationships/customXml" Target="../ink/ink1838.xml"/><Relationship Id="rId327" Type="http://schemas.openxmlformats.org/officeDocument/2006/relationships/customXml" Target="../ink/ink1936.xml"/><Relationship Id="rId369" Type="http://schemas.openxmlformats.org/officeDocument/2006/relationships/customXml" Target="../ink/ink1957.xml"/><Relationship Id="rId173" Type="http://schemas.openxmlformats.org/officeDocument/2006/relationships/customXml" Target="../ink/ink1859.xml"/><Relationship Id="rId229" Type="http://schemas.openxmlformats.org/officeDocument/2006/relationships/customXml" Target="../ink/ink1887.xml"/><Relationship Id="rId240" Type="http://schemas.openxmlformats.org/officeDocument/2006/relationships/image" Target="../media/image1463.png"/><Relationship Id="rId35" Type="http://schemas.openxmlformats.org/officeDocument/2006/relationships/customXml" Target="../ink/ink1790.xml"/><Relationship Id="rId77" Type="http://schemas.openxmlformats.org/officeDocument/2006/relationships/customXml" Target="../ink/ink1811.xml"/><Relationship Id="rId100" Type="http://schemas.openxmlformats.org/officeDocument/2006/relationships/image" Target="../media/image1393.png"/><Relationship Id="rId282" Type="http://schemas.openxmlformats.org/officeDocument/2006/relationships/image" Target="../media/image1484.png"/><Relationship Id="rId338" Type="http://schemas.openxmlformats.org/officeDocument/2006/relationships/image" Target="../media/image1512.png"/><Relationship Id="rId8" Type="http://schemas.openxmlformats.org/officeDocument/2006/relationships/image" Target="../media/image1347.png"/><Relationship Id="rId142" Type="http://schemas.openxmlformats.org/officeDocument/2006/relationships/image" Target="../media/image1414.png"/><Relationship Id="rId184" Type="http://schemas.openxmlformats.org/officeDocument/2006/relationships/image" Target="../media/image1435.png"/><Relationship Id="rId251" Type="http://schemas.openxmlformats.org/officeDocument/2006/relationships/customXml" Target="../ink/ink1898.xml"/><Relationship Id="rId46" Type="http://schemas.openxmlformats.org/officeDocument/2006/relationships/image" Target="../media/image1366.png"/><Relationship Id="rId293" Type="http://schemas.openxmlformats.org/officeDocument/2006/relationships/customXml" Target="../ink/ink1919.xml"/><Relationship Id="rId307" Type="http://schemas.openxmlformats.org/officeDocument/2006/relationships/customXml" Target="../ink/ink1926.xml"/><Relationship Id="rId349" Type="http://schemas.openxmlformats.org/officeDocument/2006/relationships/customXml" Target="../ink/ink1947.xml"/><Relationship Id="rId88" Type="http://schemas.openxmlformats.org/officeDocument/2006/relationships/image" Target="../media/image1387.png"/><Relationship Id="rId111" Type="http://schemas.openxmlformats.org/officeDocument/2006/relationships/customXml" Target="../ink/ink1828.xml"/><Relationship Id="rId153" Type="http://schemas.openxmlformats.org/officeDocument/2006/relationships/customXml" Target="../ink/ink1849.xml"/><Relationship Id="rId195" Type="http://schemas.openxmlformats.org/officeDocument/2006/relationships/customXml" Target="../ink/ink1870.xml"/><Relationship Id="rId209" Type="http://schemas.openxmlformats.org/officeDocument/2006/relationships/customXml" Target="../ink/ink1877.xml"/><Relationship Id="rId360" Type="http://schemas.openxmlformats.org/officeDocument/2006/relationships/image" Target="../media/image1523.png"/><Relationship Id="rId220" Type="http://schemas.openxmlformats.org/officeDocument/2006/relationships/image" Target="../media/image1453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60.xml"/><Relationship Id="rId18" Type="http://schemas.openxmlformats.org/officeDocument/2006/relationships/image" Target="../media/image1537.png"/><Relationship Id="rId26" Type="http://schemas.openxmlformats.org/officeDocument/2006/relationships/image" Target="../media/image1541.png"/><Relationship Id="rId39" Type="http://schemas.openxmlformats.org/officeDocument/2006/relationships/customXml" Target="../ink/ink1973.xml"/><Relationship Id="rId21" Type="http://schemas.openxmlformats.org/officeDocument/2006/relationships/customXml" Target="../ink/ink1964.xml"/><Relationship Id="rId34" Type="http://schemas.openxmlformats.org/officeDocument/2006/relationships/image" Target="../media/image1545.png"/><Relationship Id="rId42" Type="http://schemas.openxmlformats.org/officeDocument/2006/relationships/image" Target="../media/image1549.png"/><Relationship Id="rId7" Type="http://schemas.openxmlformats.org/officeDocument/2006/relationships/image" Target="../media/image1349.wmf"/><Relationship Id="rId2" Type="http://schemas.openxmlformats.org/officeDocument/2006/relationships/oleObject" Target="../embeddings/oleObject4.bin"/><Relationship Id="rId16" Type="http://schemas.openxmlformats.org/officeDocument/2006/relationships/image" Target="../media/image1536.png"/><Relationship Id="rId29" Type="http://schemas.openxmlformats.org/officeDocument/2006/relationships/customXml" Target="../ink/ink1968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.bin"/><Relationship Id="rId11" Type="http://schemas.openxmlformats.org/officeDocument/2006/relationships/customXml" Target="../ink/ink1959.xml"/><Relationship Id="rId24" Type="http://schemas.openxmlformats.org/officeDocument/2006/relationships/image" Target="../media/image1540.png"/><Relationship Id="rId32" Type="http://schemas.openxmlformats.org/officeDocument/2006/relationships/image" Target="../media/image1544.png"/><Relationship Id="rId37" Type="http://schemas.openxmlformats.org/officeDocument/2006/relationships/customXml" Target="../ink/ink1972.xml"/><Relationship Id="rId40" Type="http://schemas.openxmlformats.org/officeDocument/2006/relationships/image" Target="../media/image1548.png"/><Relationship Id="rId45" Type="http://schemas.openxmlformats.org/officeDocument/2006/relationships/customXml" Target="../ink/ink1976.xml"/><Relationship Id="rId5" Type="http://schemas.openxmlformats.org/officeDocument/2006/relationships/image" Target="../media/image1348.wmf"/><Relationship Id="rId15" Type="http://schemas.openxmlformats.org/officeDocument/2006/relationships/customXml" Target="../ink/ink1961.xml"/><Relationship Id="rId23" Type="http://schemas.openxmlformats.org/officeDocument/2006/relationships/customXml" Target="../ink/ink1965.xml"/><Relationship Id="rId28" Type="http://schemas.openxmlformats.org/officeDocument/2006/relationships/image" Target="../media/image1542.png"/><Relationship Id="rId36" Type="http://schemas.openxmlformats.org/officeDocument/2006/relationships/image" Target="../media/image1546.png"/><Relationship Id="rId10" Type="http://schemas.openxmlformats.org/officeDocument/2006/relationships/image" Target="../media/image1121.png"/><Relationship Id="rId19" Type="http://schemas.openxmlformats.org/officeDocument/2006/relationships/customXml" Target="../ink/ink1963.xml"/><Relationship Id="rId31" Type="http://schemas.openxmlformats.org/officeDocument/2006/relationships/customXml" Target="../ink/ink1969.xml"/><Relationship Id="rId44" Type="http://schemas.openxmlformats.org/officeDocument/2006/relationships/image" Target="../media/image1550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1350.wmf"/><Relationship Id="rId14" Type="http://schemas.openxmlformats.org/officeDocument/2006/relationships/image" Target="../media/image1535.png"/><Relationship Id="rId22" Type="http://schemas.openxmlformats.org/officeDocument/2006/relationships/image" Target="../media/image1539.png"/><Relationship Id="rId27" Type="http://schemas.openxmlformats.org/officeDocument/2006/relationships/customXml" Target="../ink/ink1967.xml"/><Relationship Id="rId30" Type="http://schemas.openxmlformats.org/officeDocument/2006/relationships/image" Target="../media/image1543.png"/><Relationship Id="rId35" Type="http://schemas.openxmlformats.org/officeDocument/2006/relationships/customXml" Target="../ink/ink1971.xml"/><Relationship Id="rId43" Type="http://schemas.openxmlformats.org/officeDocument/2006/relationships/customXml" Target="../ink/ink1975.xml"/><Relationship Id="rId8" Type="http://schemas.openxmlformats.org/officeDocument/2006/relationships/oleObject" Target="../embeddings/oleObject7.bin"/><Relationship Id="rId3" Type="http://schemas.openxmlformats.org/officeDocument/2006/relationships/image" Target="../media/image1347.wmf"/><Relationship Id="rId12" Type="http://schemas.openxmlformats.org/officeDocument/2006/relationships/image" Target="../media/image1534.png"/><Relationship Id="rId17" Type="http://schemas.openxmlformats.org/officeDocument/2006/relationships/customXml" Target="../ink/ink1962.xml"/><Relationship Id="rId25" Type="http://schemas.openxmlformats.org/officeDocument/2006/relationships/customXml" Target="../ink/ink1966.xml"/><Relationship Id="rId33" Type="http://schemas.openxmlformats.org/officeDocument/2006/relationships/customXml" Target="../ink/ink1970.xml"/><Relationship Id="rId38" Type="http://schemas.openxmlformats.org/officeDocument/2006/relationships/image" Target="../media/image1547.png"/><Relationship Id="rId46" Type="http://schemas.openxmlformats.org/officeDocument/2006/relationships/image" Target="../media/image1551.png"/><Relationship Id="rId20" Type="http://schemas.openxmlformats.org/officeDocument/2006/relationships/image" Target="../media/image1538.png"/><Relationship Id="rId41" Type="http://schemas.openxmlformats.org/officeDocument/2006/relationships/customXml" Target="../ink/ink197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2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10</a:t>
            </a:r>
          </a:p>
          <a:p>
            <a:r>
              <a:rPr lang="en-US" sz="2800" dirty="0">
                <a:latin typeface="PT Sans" panose="020B0503020203020204" pitchFamily="34" charset="0"/>
              </a:rPr>
              <a:t>Device 2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B263-35ED-5F45-A8C7-78C13B94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diode</a:t>
            </a:r>
          </a:p>
        </p:txBody>
      </p:sp>
      <p:pic>
        <p:nvPicPr>
          <p:cNvPr id="6" name="Content Placeholder 5" descr="A diagram of different types of electrical components&#10;&#10;Description automatically generated">
            <a:extLst>
              <a:ext uri="{FF2B5EF4-FFF2-40B4-BE49-F238E27FC236}">
                <a16:creationId xmlns:a16="http://schemas.microsoft.com/office/drawing/2014/main" id="{EA0C55B7-FE0B-110B-B2B3-2F5C26AA2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46" b="58264"/>
          <a:stretch/>
        </p:blipFill>
        <p:spPr>
          <a:xfrm>
            <a:off x="1734478" y="968153"/>
            <a:ext cx="2773781" cy="325143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1E9C3-4675-370C-D98E-7C0690388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0B022D3-BBCB-0509-F4D8-EDACD3FFD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054" y="4620153"/>
            <a:ext cx="9963379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A diode is a device that exhibits ‘rectifying’ behavior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Can be made from a physical junction between an n-type semiconductor and a p-type semiconductor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Can also be made from a physical junction between a metal and semiconductor (not discussed here)</a:t>
            </a:r>
            <a:endParaRPr lang="en-US" altLang="en-US" sz="2400" dirty="0">
              <a:latin typeface="PT Sans" panose="020B0503020203020204" pitchFamily="34" charset="0"/>
            </a:endParaRPr>
          </a:p>
        </p:txBody>
      </p:sp>
      <p:pic>
        <p:nvPicPr>
          <p:cNvPr id="5" name="Content Placeholder 5" descr="A diagram of a voltage&#10;&#10;Description automatically generated with medium confidence">
            <a:extLst>
              <a:ext uri="{FF2B5EF4-FFF2-40B4-BE49-F238E27FC236}">
                <a16:creationId xmlns:a16="http://schemas.microsoft.com/office/drawing/2014/main" id="{7954522F-5242-81F6-146F-E58CCB436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96"/>
          <a:stretch/>
        </p:blipFill>
        <p:spPr>
          <a:xfrm>
            <a:off x="6491846" y="862087"/>
            <a:ext cx="3965676" cy="3225356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687ED9D-FE02-EAAD-925E-4D7605FC208F}"/>
              </a:ext>
            </a:extLst>
          </p:cNvPr>
          <p:cNvGrpSpPr/>
          <p:nvPr/>
        </p:nvGrpSpPr>
        <p:grpSpPr>
          <a:xfrm>
            <a:off x="9214038" y="1287983"/>
            <a:ext cx="2194920" cy="1774080"/>
            <a:chOff x="9214038" y="1287983"/>
            <a:chExt cx="2194920" cy="177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F8ED4D-F277-9E04-3E55-3E19FE73FE54}"/>
                    </a:ext>
                  </a:extLst>
                </p14:cNvPr>
                <p14:cNvContentPartPr/>
                <p14:nvPr/>
              </p14:nvContentPartPr>
              <p14:xfrm>
                <a:off x="9991998" y="1758863"/>
                <a:ext cx="41040" cy="447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F8ED4D-F277-9E04-3E55-3E19FE73FE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74358" y="1740863"/>
                  <a:ext cx="766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43C613-ECFB-565B-DCBA-DBB8EB5EC05C}"/>
                    </a:ext>
                  </a:extLst>
                </p14:cNvPr>
                <p14:cNvContentPartPr/>
                <p14:nvPr/>
              </p14:nvContentPartPr>
              <p14:xfrm>
                <a:off x="9962118" y="1795223"/>
                <a:ext cx="433440" cy="409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43C613-ECFB-565B-DCBA-DBB8EB5EC0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44118" y="1777583"/>
                  <a:ext cx="46908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58EF73-5BCE-00F6-808A-7F8749F5CDD0}"/>
                    </a:ext>
                  </a:extLst>
                </p14:cNvPr>
                <p14:cNvContentPartPr/>
                <p14:nvPr/>
              </p14:nvContentPartPr>
              <p14:xfrm>
                <a:off x="10373598" y="1674623"/>
                <a:ext cx="92880" cy="680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58EF73-5BCE-00F6-808A-7F8749F5CDD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55958" y="1656983"/>
                  <a:ext cx="12852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1EEAD47-D0AE-EAB9-B80F-59E7D0858388}"/>
                    </a:ext>
                  </a:extLst>
                </p14:cNvPr>
                <p14:cNvContentPartPr/>
                <p14:nvPr/>
              </p14:nvContentPartPr>
              <p14:xfrm>
                <a:off x="10447398" y="1945343"/>
                <a:ext cx="741960" cy="63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1EEAD47-D0AE-EAB9-B80F-59E7D08583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29758" y="1927343"/>
                  <a:ext cx="7776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E3C6DC-1325-B479-B034-C45D4642B0AC}"/>
                    </a:ext>
                  </a:extLst>
                </p14:cNvPr>
                <p14:cNvContentPartPr/>
                <p14:nvPr/>
              </p14:nvContentPartPr>
              <p14:xfrm>
                <a:off x="9499518" y="2026703"/>
                <a:ext cx="543960" cy="42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E3C6DC-1325-B479-B034-C45D4642B0A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81518" y="2009063"/>
                  <a:ext cx="5796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2372B6-FB18-FB5A-8A86-EB2A1FFABE4E}"/>
                    </a:ext>
                  </a:extLst>
                </p14:cNvPr>
                <p14:cNvContentPartPr/>
                <p14:nvPr/>
              </p14:nvContentPartPr>
              <p14:xfrm>
                <a:off x="9424638" y="2022383"/>
                <a:ext cx="83880" cy="609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2372B6-FB18-FB5A-8A86-EB2A1FFABE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06638" y="2004743"/>
                  <a:ext cx="11952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1DF167-A3E3-2F27-019B-CD9F7F7A109B}"/>
                    </a:ext>
                  </a:extLst>
                </p14:cNvPr>
                <p14:cNvContentPartPr/>
                <p14:nvPr/>
              </p14:nvContentPartPr>
              <p14:xfrm>
                <a:off x="9237078" y="2600903"/>
                <a:ext cx="435600" cy="50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B1DF167-A3E3-2F27-019B-CD9F7F7A109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219078" y="2582903"/>
                  <a:ext cx="471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9BFD3E7-F0B2-CEA6-1391-64A82E5BF69E}"/>
                    </a:ext>
                  </a:extLst>
                </p14:cNvPr>
                <p14:cNvContentPartPr/>
                <p14:nvPr/>
              </p14:nvContentPartPr>
              <p14:xfrm>
                <a:off x="9425358" y="2716823"/>
                <a:ext cx="124200" cy="33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9BFD3E7-F0B2-CEA6-1391-64A82E5BF6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407718" y="2698823"/>
                  <a:ext cx="159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491805-2B0C-5B82-12BE-6A03AE6C3DFD}"/>
                    </a:ext>
                  </a:extLst>
                </p14:cNvPr>
                <p14:cNvContentPartPr/>
                <p14:nvPr/>
              </p14:nvContentPartPr>
              <p14:xfrm>
                <a:off x="9494118" y="2762543"/>
                <a:ext cx="27720" cy="275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5491805-2B0C-5B82-12BE-6A03AE6C3D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76118" y="2744543"/>
                  <a:ext cx="633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AC0C1ED-8A69-0786-3B47-4B49DFA6E193}"/>
                    </a:ext>
                  </a:extLst>
                </p14:cNvPr>
                <p14:cNvContentPartPr/>
                <p14:nvPr/>
              </p14:nvContentPartPr>
              <p14:xfrm>
                <a:off x="9481518" y="2976743"/>
                <a:ext cx="1253520" cy="85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AC0C1ED-8A69-0786-3B47-4B49DFA6E1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63518" y="2958743"/>
                  <a:ext cx="1289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8F2642-C53C-0A08-7999-90B3BF84BD14}"/>
                    </a:ext>
                  </a:extLst>
                </p14:cNvPr>
                <p14:cNvContentPartPr/>
                <p14:nvPr/>
              </p14:nvContentPartPr>
              <p14:xfrm>
                <a:off x="11204838" y="1980983"/>
                <a:ext cx="27000" cy="164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8F2642-C53C-0A08-7999-90B3BF84BD1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187198" y="1963343"/>
                  <a:ext cx="62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62458A3-5858-D1F4-0DAA-16A05FC5CB38}"/>
                    </a:ext>
                  </a:extLst>
                </p14:cNvPr>
                <p14:cNvContentPartPr/>
                <p14:nvPr/>
              </p14:nvContentPartPr>
              <p14:xfrm>
                <a:off x="11215278" y="2223623"/>
                <a:ext cx="129960" cy="243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62458A3-5858-D1F4-0DAA-16A05FC5CB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197638" y="2205983"/>
                  <a:ext cx="1656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22F767-0B1F-9B61-D3AE-7DD204AEFD60}"/>
                    </a:ext>
                  </a:extLst>
                </p14:cNvPr>
                <p14:cNvContentPartPr/>
                <p14:nvPr/>
              </p14:nvContentPartPr>
              <p14:xfrm>
                <a:off x="11266398" y="2466263"/>
                <a:ext cx="51480" cy="308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22F767-0B1F-9B61-D3AE-7DD204AEFD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248758" y="2448263"/>
                  <a:ext cx="871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2CFB53-DEB6-2BAA-EC68-D75ED572F20A}"/>
                    </a:ext>
                  </a:extLst>
                </p14:cNvPr>
                <p14:cNvContentPartPr/>
                <p14:nvPr/>
              </p14:nvContentPartPr>
              <p14:xfrm>
                <a:off x="11326878" y="2800343"/>
                <a:ext cx="34200" cy="13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2CFB53-DEB6-2BAA-EC68-D75ED572F2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08878" y="2782703"/>
                  <a:ext cx="698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3427ED-F8A8-30B6-FA60-B844D5A42210}"/>
                    </a:ext>
                  </a:extLst>
                </p14:cNvPr>
                <p14:cNvContentPartPr/>
                <p14:nvPr/>
              </p14:nvContentPartPr>
              <p14:xfrm>
                <a:off x="10797678" y="2919503"/>
                <a:ext cx="611280" cy="47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3427ED-F8A8-30B6-FA60-B844D5A4221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79678" y="2901503"/>
                  <a:ext cx="646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852B58-6A9D-598F-4689-766AB773F412}"/>
                    </a:ext>
                  </a:extLst>
                </p14:cNvPr>
                <p14:cNvContentPartPr/>
                <p14:nvPr/>
              </p14:nvContentPartPr>
              <p14:xfrm>
                <a:off x="9215838" y="2430983"/>
                <a:ext cx="100440" cy="18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852B58-6A9D-598F-4689-766AB773F4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97838" y="2413343"/>
                  <a:ext cx="136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5786EB9-BC37-7C12-7068-1AA80B088A62}"/>
                    </a:ext>
                  </a:extLst>
                </p14:cNvPr>
                <p14:cNvContentPartPr/>
                <p14:nvPr/>
              </p14:nvContentPartPr>
              <p14:xfrm>
                <a:off x="9256518" y="2350703"/>
                <a:ext cx="30600" cy="147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5786EB9-BC37-7C12-7068-1AA80B088A6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38518" y="2333063"/>
                  <a:ext cx="662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7E0694C-533C-19FD-6909-87FC87A0C597}"/>
                    </a:ext>
                  </a:extLst>
                </p14:cNvPr>
                <p14:cNvContentPartPr/>
                <p14:nvPr/>
              </p14:nvContentPartPr>
              <p14:xfrm>
                <a:off x="9261918" y="2844623"/>
                <a:ext cx="112320" cy="30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7E0694C-533C-19FD-6909-87FC87A0C59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43918" y="2826623"/>
                  <a:ext cx="147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B2482E4-DE7B-C999-3D55-922C5A96DA95}"/>
                    </a:ext>
                  </a:extLst>
                </p14:cNvPr>
                <p14:cNvContentPartPr/>
                <p14:nvPr/>
              </p14:nvContentPartPr>
              <p14:xfrm>
                <a:off x="9214038" y="1370423"/>
                <a:ext cx="1787760" cy="707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B2482E4-DE7B-C999-3D55-922C5A96DA9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96038" y="1352423"/>
                  <a:ext cx="182340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3B728BD-978C-78D3-CD4D-A1C8B4F74EDB}"/>
                    </a:ext>
                  </a:extLst>
                </p14:cNvPr>
                <p14:cNvContentPartPr/>
                <p14:nvPr/>
              </p14:nvContentPartPr>
              <p14:xfrm>
                <a:off x="10820718" y="1287983"/>
                <a:ext cx="191160" cy="203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3B728BD-978C-78D3-CD4D-A1C8B4F74ED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802718" y="1269983"/>
                  <a:ext cx="22680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2E5D921-6596-0826-6B1E-8BF2D96E36EE}"/>
              </a:ext>
            </a:extLst>
          </p:cNvPr>
          <p:cNvGrpSpPr/>
          <p:nvPr/>
        </p:nvGrpSpPr>
        <p:grpSpPr>
          <a:xfrm>
            <a:off x="9736038" y="3085463"/>
            <a:ext cx="2245320" cy="2208600"/>
            <a:chOff x="9736038" y="3085463"/>
            <a:chExt cx="2245320" cy="22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4B8F717-80FB-17B8-C496-8FD29DF8DE10}"/>
                    </a:ext>
                  </a:extLst>
                </p14:cNvPr>
                <p14:cNvContentPartPr/>
                <p14:nvPr/>
              </p14:nvContentPartPr>
              <p14:xfrm>
                <a:off x="10174158" y="4299383"/>
                <a:ext cx="209880" cy="29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4B8F717-80FB-17B8-C496-8FD29DF8DE1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56518" y="4281743"/>
                  <a:ext cx="245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8B8E91-2B5E-2D2B-F6FF-4C497995876C}"/>
                    </a:ext>
                  </a:extLst>
                </p14:cNvPr>
                <p14:cNvContentPartPr/>
                <p14:nvPr/>
              </p14:nvContentPartPr>
              <p14:xfrm>
                <a:off x="9736038" y="4414943"/>
                <a:ext cx="885240" cy="87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8B8E91-2B5E-2D2B-F6FF-4C497995876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18038" y="4396943"/>
                  <a:ext cx="920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146A5D9-D4BF-440F-976B-B64906A35396}"/>
                    </a:ext>
                  </a:extLst>
                </p14:cNvPr>
                <p14:cNvContentPartPr/>
                <p14:nvPr/>
              </p14:nvContentPartPr>
              <p14:xfrm>
                <a:off x="10276398" y="4475063"/>
                <a:ext cx="36720" cy="46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146A5D9-D4BF-440F-976B-B64906A3539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258398" y="4457423"/>
                  <a:ext cx="7236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253F3B8-3F6F-6AC5-9C22-14B277F9B491}"/>
                    </a:ext>
                  </a:extLst>
                </p14:cNvPr>
                <p14:cNvContentPartPr/>
                <p14:nvPr/>
              </p14:nvContentPartPr>
              <p14:xfrm>
                <a:off x="10203678" y="3832823"/>
                <a:ext cx="100440" cy="438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253F3B8-3F6F-6AC5-9C22-14B277F9B4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85678" y="3815183"/>
                  <a:ext cx="13608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546FF72-B6AD-A35C-CE62-E54149903857}"/>
                    </a:ext>
                  </a:extLst>
                </p14:cNvPr>
                <p14:cNvContentPartPr/>
                <p14:nvPr/>
              </p14:nvContentPartPr>
              <p14:xfrm>
                <a:off x="10151478" y="3793943"/>
                <a:ext cx="776520" cy="61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546FF72-B6AD-A35C-CE62-E5414990385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33478" y="3775943"/>
                  <a:ext cx="812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2A5E42C-3B02-C3B8-E655-6D71C0458BD3}"/>
                    </a:ext>
                  </a:extLst>
                </p14:cNvPr>
                <p14:cNvContentPartPr/>
                <p14:nvPr/>
              </p14:nvContentPartPr>
              <p14:xfrm>
                <a:off x="10901358" y="3651743"/>
                <a:ext cx="27000" cy="338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2A5E42C-3B02-C3B8-E655-6D71C0458BD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883358" y="3633743"/>
                  <a:ext cx="626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3C9EA35-E594-B56D-6FB9-75E61442686F}"/>
                    </a:ext>
                  </a:extLst>
                </p14:cNvPr>
                <p14:cNvContentPartPr/>
                <p14:nvPr/>
              </p14:nvContentPartPr>
              <p14:xfrm>
                <a:off x="10893078" y="3651023"/>
                <a:ext cx="258480" cy="322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3C9EA35-E594-B56D-6FB9-75E6144268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75078" y="3633023"/>
                  <a:ext cx="2941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CF7CF39-1589-AB77-BC9E-EB5701B07FDE}"/>
                    </a:ext>
                  </a:extLst>
                </p14:cNvPr>
                <p14:cNvContentPartPr/>
                <p14:nvPr/>
              </p14:nvContentPartPr>
              <p14:xfrm>
                <a:off x="11116638" y="3627983"/>
                <a:ext cx="34920" cy="340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CF7CF39-1589-AB77-BC9E-EB5701B07FD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098998" y="3610343"/>
                  <a:ext cx="705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C6B011D-3915-E86F-8675-4803A8469824}"/>
                    </a:ext>
                  </a:extLst>
                </p14:cNvPr>
                <p14:cNvContentPartPr/>
                <p14:nvPr/>
              </p14:nvContentPartPr>
              <p14:xfrm>
                <a:off x="11160558" y="3736343"/>
                <a:ext cx="412920" cy="49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C6B011D-3915-E86F-8675-4803A846982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42558" y="3718343"/>
                  <a:ext cx="4485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8C1EB6-3F01-7625-6B40-DE8BA83B449F}"/>
                    </a:ext>
                  </a:extLst>
                </p14:cNvPr>
                <p14:cNvContentPartPr/>
                <p14:nvPr/>
              </p14:nvContentPartPr>
              <p14:xfrm>
                <a:off x="11592918" y="3760823"/>
                <a:ext cx="32760" cy="464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8C1EB6-3F01-7625-6B40-DE8BA83B44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575278" y="3743183"/>
                  <a:ext cx="6840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DB9A00-446A-1BB4-D570-693860976A0D}"/>
                    </a:ext>
                  </a:extLst>
                </p14:cNvPr>
                <p14:cNvContentPartPr/>
                <p14:nvPr/>
              </p14:nvContentPartPr>
              <p14:xfrm>
                <a:off x="11565198" y="4196783"/>
                <a:ext cx="148320" cy="265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DB9A00-446A-1BB4-D570-693860976A0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547198" y="4178783"/>
                  <a:ext cx="183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28C280B-60A0-3480-6A3A-5FEDA6A86F2D}"/>
                    </a:ext>
                  </a:extLst>
                </p14:cNvPr>
                <p14:cNvContentPartPr/>
                <p14:nvPr/>
              </p14:nvContentPartPr>
              <p14:xfrm>
                <a:off x="11637558" y="4461023"/>
                <a:ext cx="18360" cy="372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28C280B-60A0-3480-6A3A-5FEDA6A86F2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619918" y="4443023"/>
                  <a:ext cx="540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D0F6649-24E8-BAAB-9943-3A4666D4DADA}"/>
                    </a:ext>
                  </a:extLst>
                </p14:cNvPr>
                <p14:cNvContentPartPr/>
                <p14:nvPr/>
              </p14:nvContentPartPr>
              <p14:xfrm>
                <a:off x="10305198" y="4787903"/>
                <a:ext cx="1393920" cy="137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D0F6649-24E8-BAAB-9943-3A4666D4DAD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87198" y="4769903"/>
                  <a:ext cx="1429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4B71CB1-9DBE-03EB-C507-A7DECAD9E459}"/>
                    </a:ext>
                  </a:extLst>
                </p14:cNvPr>
                <p14:cNvContentPartPr/>
                <p14:nvPr/>
              </p14:nvContentPartPr>
              <p14:xfrm>
                <a:off x="10691118" y="3265823"/>
                <a:ext cx="1290240" cy="2028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4B71CB1-9DBE-03EB-C507-A7DECAD9E45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73478" y="3248183"/>
                  <a:ext cx="1325880" cy="20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7F3EC6F-47F3-E9F3-5D56-79031EC7A71D}"/>
                    </a:ext>
                  </a:extLst>
                </p14:cNvPr>
                <p14:cNvContentPartPr/>
                <p14:nvPr/>
              </p14:nvContentPartPr>
              <p14:xfrm>
                <a:off x="10733238" y="3258263"/>
                <a:ext cx="282960" cy="227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7F3EC6F-47F3-E9F3-5D56-79031EC7A71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715598" y="3240623"/>
                  <a:ext cx="3186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9C6C501-10B3-3875-6BE9-92B853579B21}"/>
                    </a:ext>
                  </a:extLst>
                </p14:cNvPr>
                <p14:cNvContentPartPr/>
                <p14:nvPr/>
              </p14:nvContentPartPr>
              <p14:xfrm>
                <a:off x="11284038" y="3106703"/>
                <a:ext cx="348480" cy="334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9C6C501-10B3-3875-6BE9-92B853579B2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66038" y="3088703"/>
                  <a:ext cx="3841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F4ED7AF-9E85-228C-4178-E5A3C8C40D3D}"/>
                    </a:ext>
                  </a:extLst>
                </p14:cNvPr>
                <p14:cNvContentPartPr/>
                <p14:nvPr/>
              </p14:nvContentPartPr>
              <p14:xfrm>
                <a:off x="11262078" y="3085463"/>
                <a:ext cx="379080" cy="491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F4ED7AF-9E85-228C-4178-E5A3C8C40D3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44438" y="3067823"/>
                  <a:ext cx="414720" cy="52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9E149D-BD0F-2624-A84D-4848512B5C6B}"/>
              </a:ext>
            </a:extLst>
          </p:cNvPr>
          <p:cNvGrpSpPr/>
          <p:nvPr/>
        </p:nvGrpSpPr>
        <p:grpSpPr>
          <a:xfrm>
            <a:off x="9629838" y="1672103"/>
            <a:ext cx="131760" cy="272160"/>
            <a:chOff x="9629838" y="1672103"/>
            <a:chExt cx="13176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DF3AA3-3400-B761-AB94-262CDCFE3BE5}"/>
                    </a:ext>
                  </a:extLst>
                </p14:cNvPr>
                <p14:cNvContentPartPr/>
                <p14:nvPr/>
              </p14:nvContentPartPr>
              <p14:xfrm>
                <a:off x="9629838" y="1715663"/>
                <a:ext cx="65520" cy="228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DF3AA3-3400-B761-AB94-262CDCFE3BE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11838" y="1697663"/>
                  <a:ext cx="1011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169381-7445-092E-0235-32DF965BCCD1}"/>
                    </a:ext>
                  </a:extLst>
                </p14:cNvPr>
                <p14:cNvContentPartPr/>
                <p14:nvPr/>
              </p14:nvContentPartPr>
              <p14:xfrm>
                <a:off x="9633798" y="1672103"/>
                <a:ext cx="127800" cy="136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169381-7445-092E-0235-32DF965BCCD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15798" y="1654463"/>
                  <a:ext cx="1634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4722616-A836-AE4E-F9C5-2218508789EA}"/>
              </a:ext>
            </a:extLst>
          </p:cNvPr>
          <p:cNvGrpSpPr/>
          <p:nvPr/>
        </p:nvGrpSpPr>
        <p:grpSpPr>
          <a:xfrm>
            <a:off x="10571598" y="1539623"/>
            <a:ext cx="217080" cy="266040"/>
            <a:chOff x="10571598" y="1539623"/>
            <a:chExt cx="21708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75DBD0E-3514-00FA-BC73-A80F4A1B03EB}"/>
                    </a:ext>
                  </a:extLst>
                </p14:cNvPr>
                <p14:cNvContentPartPr/>
                <p14:nvPr/>
              </p14:nvContentPartPr>
              <p14:xfrm>
                <a:off x="10598238" y="1608743"/>
                <a:ext cx="12240" cy="196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75DBD0E-3514-00FA-BC73-A80F4A1B03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80238" y="1591103"/>
                  <a:ext cx="47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E842A76-ADE9-AADD-BBAD-2B6976137398}"/>
                    </a:ext>
                  </a:extLst>
                </p14:cNvPr>
                <p14:cNvContentPartPr/>
                <p14:nvPr/>
              </p14:nvContentPartPr>
              <p14:xfrm>
                <a:off x="10571598" y="1539623"/>
                <a:ext cx="217080" cy="173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E842A76-ADE9-AADD-BBAD-2B697613739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53598" y="1521983"/>
                  <a:ext cx="252720" cy="20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7221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8DB5-0CF3-100A-4A46-C9B3861C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biasing a diode </a:t>
            </a:r>
          </a:p>
        </p:txBody>
      </p:sp>
      <p:pic>
        <p:nvPicPr>
          <p:cNvPr id="6" name="Content Placeholder 5" descr="A black arrow with a line&#10;&#10;Description automatically generated">
            <a:extLst>
              <a:ext uri="{FF2B5EF4-FFF2-40B4-BE49-F238E27FC236}">
                <a16:creationId xmlns:a16="http://schemas.microsoft.com/office/drawing/2014/main" id="{7E6C596D-3932-3B92-A657-6C374F162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872" y="3002241"/>
            <a:ext cx="2972058" cy="8535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B91A-0744-4D68-7BC3-05194332C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Diagram of an open door&#10;&#10;Description automatically generated">
            <a:extLst>
              <a:ext uri="{FF2B5EF4-FFF2-40B4-BE49-F238E27FC236}">
                <a16:creationId xmlns:a16="http://schemas.microsoft.com/office/drawing/2014/main" id="{18DD9357-B63B-4E0A-E9AD-F51747248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484" y="1363594"/>
            <a:ext cx="4729655" cy="413080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C3A9B13-B5A8-9F81-D181-2C72699FA064}"/>
              </a:ext>
            </a:extLst>
          </p:cNvPr>
          <p:cNvGrpSpPr/>
          <p:nvPr/>
        </p:nvGrpSpPr>
        <p:grpSpPr>
          <a:xfrm>
            <a:off x="8248878" y="3066023"/>
            <a:ext cx="221040" cy="258480"/>
            <a:chOff x="8248878" y="3066023"/>
            <a:chExt cx="22104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7CE4B17-0C5B-C96B-0F54-8F4E5FFBD6EB}"/>
                    </a:ext>
                  </a:extLst>
                </p14:cNvPr>
                <p14:cNvContentPartPr/>
                <p14:nvPr/>
              </p14:nvContentPartPr>
              <p14:xfrm>
                <a:off x="8248878" y="3177983"/>
                <a:ext cx="221040" cy="41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7CE4B17-0C5B-C96B-0F54-8F4E5FFBD6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31238" y="3159983"/>
                  <a:ext cx="2566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B87B31-3F2B-9805-8006-8771820A9891}"/>
                    </a:ext>
                  </a:extLst>
                </p14:cNvPr>
                <p14:cNvContentPartPr/>
                <p14:nvPr/>
              </p14:nvContentPartPr>
              <p14:xfrm>
                <a:off x="8366958" y="3066023"/>
                <a:ext cx="39240" cy="258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B87B31-3F2B-9805-8006-8771820A989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48958" y="3048023"/>
                  <a:ext cx="74880" cy="29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0F5448C-86B4-B2CB-29CD-DE49C2E69997}"/>
                  </a:ext>
                </a:extLst>
              </p14:cNvPr>
              <p14:cNvContentPartPr/>
              <p14:nvPr/>
            </p14:nvContentPartPr>
            <p14:xfrm>
              <a:off x="9131238" y="2964863"/>
              <a:ext cx="232200" cy="42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0F5448C-86B4-B2CB-29CD-DE49C2E699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13238" y="2946863"/>
                <a:ext cx="26784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923216D-88C2-0492-F54B-9C3CB64A3393}"/>
              </a:ext>
            </a:extLst>
          </p:cNvPr>
          <p:cNvGrpSpPr/>
          <p:nvPr/>
        </p:nvGrpSpPr>
        <p:grpSpPr>
          <a:xfrm>
            <a:off x="7941078" y="2569223"/>
            <a:ext cx="190080" cy="279720"/>
            <a:chOff x="7941078" y="2569223"/>
            <a:chExt cx="19008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7987529-C8CA-B5FB-2942-C2A096B9B850}"/>
                    </a:ext>
                  </a:extLst>
                </p14:cNvPr>
                <p14:cNvContentPartPr/>
                <p14:nvPr/>
              </p14:nvContentPartPr>
              <p14:xfrm>
                <a:off x="8003718" y="2590463"/>
                <a:ext cx="71640" cy="258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7987529-C8CA-B5FB-2942-C2A096B9B8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85718" y="2572823"/>
                  <a:ext cx="1072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9569CDC-7513-B4E7-071A-282EFF7848C0}"/>
                    </a:ext>
                  </a:extLst>
                </p14:cNvPr>
                <p14:cNvContentPartPr/>
                <p14:nvPr/>
              </p14:nvContentPartPr>
              <p14:xfrm>
                <a:off x="7941078" y="2569223"/>
                <a:ext cx="190080" cy="148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9569CDC-7513-B4E7-071A-282EFF7848C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23438" y="2551223"/>
                  <a:ext cx="22572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350953-B59D-C21E-B078-1D4CC0691849}"/>
              </a:ext>
            </a:extLst>
          </p:cNvPr>
          <p:cNvGrpSpPr/>
          <p:nvPr/>
        </p:nvGrpSpPr>
        <p:grpSpPr>
          <a:xfrm>
            <a:off x="9038358" y="2444663"/>
            <a:ext cx="172080" cy="345240"/>
            <a:chOff x="9038358" y="2444663"/>
            <a:chExt cx="17208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5182AFC-D321-3DAF-111E-7BE79E0619C1}"/>
                    </a:ext>
                  </a:extLst>
                </p14:cNvPr>
                <p14:cNvContentPartPr/>
                <p14:nvPr/>
              </p14:nvContentPartPr>
              <p14:xfrm>
                <a:off x="9050598" y="2538983"/>
                <a:ext cx="16920" cy="250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5182AFC-D321-3DAF-111E-7BE79E0619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32598" y="2521343"/>
                  <a:ext cx="525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1BAE42-81AB-8ED9-098D-C0D423B1DE86}"/>
                    </a:ext>
                  </a:extLst>
                </p14:cNvPr>
                <p14:cNvContentPartPr/>
                <p14:nvPr/>
              </p14:nvContentPartPr>
              <p14:xfrm>
                <a:off x="9038358" y="2444663"/>
                <a:ext cx="172080" cy="238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1BAE42-81AB-8ED9-098D-C0D423B1DE8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20718" y="2426663"/>
                  <a:ext cx="20772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C02BCF9-9286-A88D-4DA3-E00586EAEBDF}"/>
              </a:ext>
            </a:extLst>
          </p:cNvPr>
          <p:cNvGrpSpPr/>
          <p:nvPr/>
        </p:nvGrpSpPr>
        <p:grpSpPr>
          <a:xfrm>
            <a:off x="6960078" y="3543383"/>
            <a:ext cx="3417120" cy="1752480"/>
            <a:chOff x="6960078" y="3543383"/>
            <a:chExt cx="3417120" cy="175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C34FE08-8971-0029-28D5-BE324C093FC5}"/>
                    </a:ext>
                  </a:extLst>
                </p14:cNvPr>
                <p14:cNvContentPartPr/>
                <p14:nvPr/>
              </p14:nvContentPartPr>
              <p14:xfrm>
                <a:off x="7299198" y="3554903"/>
                <a:ext cx="21960" cy="886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C34FE08-8971-0029-28D5-BE324C093F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81198" y="3536903"/>
                  <a:ext cx="57600" cy="9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86EBC13-0595-CD25-ED3A-16122F443066}"/>
                    </a:ext>
                  </a:extLst>
                </p14:cNvPr>
                <p14:cNvContentPartPr/>
                <p14:nvPr/>
              </p14:nvContentPartPr>
              <p14:xfrm>
                <a:off x="7119918" y="4411703"/>
                <a:ext cx="469800" cy="28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86EBC13-0595-CD25-ED3A-16122F4430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02278" y="4393703"/>
                  <a:ext cx="5054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121348-4C52-4957-CEA0-F8B41B672745}"/>
                    </a:ext>
                  </a:extLst>
                </p14:cNvPr>
                <p14:cNvContentPartPr/>
                <p14:nvPr/>
              </p14:nvContentPartPr>
              <p14:xfrm>
                <a:off x="7266798" y="4571183"/>
                <a:ext cx="129960" cy="31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121348-4C52-4957-CEA0-F8B41B6727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48798" y="4553543"/>
                  <a:ext cx="165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BD8948-7F24-EF9F-7996-D2EF16B76322}"/>
                    </a:ext>
                  </a:extLst>
                </p14:cNvPr>
                <p14:cNvContentPartPr/>
                <p14:nvPr/>
              </p14:nvContentPartPr>
              <p14:xfrm>
                <a:off x="7329078" y="4582703"/>
                <a:ext cx="74160" cy="713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BD8948-7F24-EF9F-7996-D2EF16B763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11438" y="4565063"/>
                  <a:ext cx="109800" cy="74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1E99F9-5B06-2297-1310-EF9BF0A58A11}"/>
                    </a:ext>
                  </a:extLst>
                </p14:cNvPr>
                <p14:cNvContentPartPr/>
                <p14:nvPr/>
              </p14:nvContentPartPr>
              <p14:xfrm>
                <a:off x="6960078" y="4444823"/>
                <a:ext cx="188280" cy="7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1E99F9-5B06-2297-1310-EF9BF0A58A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42078" y="4426823"/>
                  <a:ext cx="223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58F23AF-4EF4-06FF-1BFC-9294571ECB43}"/>
                    </a:ext>
                  </a:extLst>
                </p14:cNvPr>
                <p14:cNvContentPartPr/>
                <p14:nvPr/>
              </p14:nvContentPartPr>
              <p14:xfrm>
                <a:off x="10143558" y="3543383"/>
                <a:ext cx="51480" cy="486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58F23AF-4EF4-06FF-1BFC-9294571ECB4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25918" y="3525383"/>
                  <a:ext cx="8712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D41A0DD-9A08-04C7-127A-13E1198F54A8}"/>
                    </a:ext>
                  </a:extLst>
                </p14:cNvPr>
                <p14:cNvContentPartPr/>
                <p14:nvPr/>
              </p14:nvContentPartPr>
              <p14:xfrm>
                <a:off x="10113678" y="4043063"/>
                <a:ext cx="153000" cy="704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D41A0DD-9A08-04C7-127A-13E1198F54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96038" y="4025063"/>
                  <a:ext cx="18864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9835AB7-948D-12BD-EDA2-DC71E3736E9A}"/>
                    </a:ext>
                  </a:extLst>
                </p14:cNvPr>
                <p14:cNvContentPartPr/>
                <p14:nvPr/>
              </p14:nvContentPartPr>
              <p14:xfrm>
                <a:off x="10286838" y="4805183"/>
                <a:ext cx="53640" cy="407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9835AB7-948D-12BD-EDA2-DC71E3736E9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268838" y="4787183"/>
                  <a:ext cx="892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7959F4-2CD2-24CE-0BD6-BD675378E4A0}"/>
                    </a:ext>
                  </a:extLst>
                </p14:cNvPr>
                <p14:cNvContentPartPr/>
                <p14:nvPr/>
              </p14:nvContentPartPr>
              <p14:xfrm>
                <a:off x="7377318" y="5179943"/>
                <a:ext cx="2999880" cy="96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7959F4-2CD2-24CE-0BD6-BD675378E4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59678" y="5161943"/>
                  <a:ext cx="303552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44C0147-F04F-6987-505C-0559BCD65A35}"/>
              </a:ext>
            </a:extLst>
          </p:cNvPr>
          <p:cNvGrpSpPr/>
          <p:nvPr/>
        </p:nvGrpSpPr>
        <p:grpSpPr>
          <a:xfrm>
            <a:off x="8231238" y="2131823"/>
            <a:ext cx="835200" cy="645840"/>
            <a:chOff x="8231238" y="2131823"/>
            <a:chExt cx="835200" cy="64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5138D7-2BAD-2A96-34C3-5565403E61E7}"/>
                    </a:ext>
                  </a:extLst>
                </p14:cNvPr>
                <p14:cNvContentPartPr/>
                <p14:nvPr/>
              </p14:nvContentPartPr>
              <p14:xfrm>
                <a:off x="8231238" y="2614583"/>
                <a:ext cx="140040" cy="163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5138D7-2BAD-2A96-34C3-5565403E61E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13238" y="2596583"/>
                  <a:ext cx="1756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29A29C7-8B05-611D-4EE9-5D720F61AFF2}"/>
                    </a:ext>
                  </a:extLst>
                </p14:cNvPr>
                <p14:cNvContentPartPr/>
                <p14:nvPr/>
              </p14:nvContentPartPr>
              <p14:xfrm>
                <a:off x="8420598" y="2572823"/>
                <a:ext cx="102600" cy="147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29A29C7-8B05-611D-4EE9-5D720F61AFF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02598" y="2554823"/>
                  <a:ext cx="138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124D276-5879-2B5B-D37B-481B2D95D28C}"/>
                    </a:ext>
                  </a:extLst>
                </p14:cNvPr>
                <p14:cNvContentPartPr/>
                <p14:nvPr/>
              </p14:nvContentPartPr>
              <p14:xfrm>
                <a:off x="8557038" y="2534663"/>
                <a:ext cx="16200" cy="93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124D276-5879-2B5B-D37B-481B2D95D28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39398" y="2516663"/>
                  <a:ext cx="518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C2F0570-341B-BA3E-B72B-2821A950A8DE}"/>
                    </a:ext>
                  </a:extLst>
                </p14:cNvPr>
                <p14:cNvContentPartPr/>
                <p14:nvPr/>
              </p14:nvContentPartPr>
              <p14:xfrm>
                <a:off x="8512038" y="2409023"/>
                <a:ext cx="37800" cy="24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C2F0570-341B-BA3E-B72B-2821A950A8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94038" y="2391383"/>
                  <a:ext cx="73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7EB24B2-8830-C5CD-36D4-23B4F663499F}"/>
                    </a:ext>
                  </a:extLst>
                </p14:cNvPr>
                <p14:cNvContentPartPr/>
                <p14:nvPr/>
              </p14:nvContentPartPr>
              <p14:xfrm>
                <a:off x="8657838" y="2337743"/>
                <a:ext cx="119880" cy="234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7EB24B2-8830-C5CD-36D4-23B4F663499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40198" y="2319743"/>
                  <a:ext cx="155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3F7012A-92AD-CEFE-8627-133EE7149807}"/>
                    </a:ext>
                  </a:extLst>
                </p14:cNvPr>
                <p14:cNvContentPartPr/>
                <p14:nvPr/>
              </p14:nvContentPartPr>
              <p14:xfrm>
                <a:off x="8664318" y="2407943"/>
                <a:ext cx="90720" cy="64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3F7012A-92AD-CEFE-8627-133EE714980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46318" y="2389943"/>
                  <a:ext cx="126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12EB063-6FC5-496E-C38C-36850F107052}"/>
                    </a:ext>
                  </a:extLst>
                </p14:cNvPr>
                <p14:cNvContentPartPr/>
                <p14:nvPr/>
              </p14:nvContentPartPr>
              <p14:xfrm>
                <a:off x="8813718" y="2383103"/>
                <a:ext cx="21600" cy="66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12EB063-6FC5-496E-C38C-36850F10705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95718" y="2365103"/>
                  <a:ext cx="57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C96657D-6D6C-EE0E-0AC7-C8C788125AEE}"/>
                    </a:ext>
                  </a:extLst>
                </p14:cNvPr>
                <p14:cNvContentPartPr/>
                <p14:nvPr/>
              </p14:nvContentPartPr>
              <p14:xfrm>
                <a:off x="8794638" y="2258903"/>
                <a:ext cx="7920" cy="21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C96657D-6D6C-EE0E-0AC7-C8C788125A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76998" y="2241263"/>
                  <a:ext cx="43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5D9954D-2FBB-B5BA-C638-9991E1723CB2}"/>
                    </a:ext>
                  </a:extLst>
                </p14:cNvPr>
                <p14:cNvContentPartPr/>
                <p14:nvPr/>
              </p14:nvContentPartPr>
              <p14:xfrm>
                <a:off x="8927478" y="2131823"/>
                <a:ext cx="138960" cy="207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5D9954D-2FBB-B5BA-C638-9991E1723CB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09478" y="2113823"/>
                  <a:ext cx="17460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E8A3283-3B49-6485-65DC-3805875E9CF6}"/>
              </a:ext>
            </a:extLst>
          </p:cNvPr>
          <p:cNvGrpSpPr/>
          <p:nvPr/>
        </p:nvGrpSpPr>
        <p:grpSpPr>
          <a:xfrm>
            <a:off x="6364278" y="2730863"/>
            <a:ext cx="1545120" cy="1701360"/>
            <a:chOff x="6364278" y="2730863"/>
            <a:chExt cx="1545120" cy="170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8A79AB-F597-A073-B56C-9117DCDBE209}"/>
                    </a:ext>
                  </a:extLst>
                </p14:cNvPr>
                <p14:cNvContentPartPr/>
                <p14:nvPr/>
              </p14:nvContentPartPr>
              <p14:xfrm>
                <a:off x="6364278" y="4172303"/>
                <a:ext cx="186480" cy="259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8A79AB-F597-A073-B56C-9117DCDBE2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46638" y="4154303"/>
                  <a:ext cx="2221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5E25F51-393A-121D-857F-33C2B8379D84}"/>
                    </a:ext>
                  </a:extLst>
                </p14:cNvPr>
                <p14:cNvContentPartPr/>
                <p14:nvPr/>
              </p14:nvContentPartPr>
              <p14:xfrm>
                <a:off x="6417918" y="4077623"/>
                <a:ext cx="103320" cy="164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5E25F51-393A-121D-857F-33C2B8379D8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00278" y="4059983"/>
                  <a:ext cx="138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B3813DF-9B01-F53F-5C1F-CA00867640E6}"/>
                    </a:ext>
                  </a:extLst>
                </p14:cNvPr>
                <p14:cNvContentPartPr/>
                <p14:nvPr/>
              </p14:nvContentPartPr>
              <p14:xfrm>
                <a:off x="6613758" y="4095983"/>
                <a:ext cx="106560" cy="133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B3813DF-9B01-F53F-5C1F-CA00867640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95758" y="4078343"/>
                  <a:ext cx="142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E820196-4321-5968-B51B-F0AAE6211A91}"/>
                    </a:ext>
                  </a:extLst>
                </p14:cNvPr>
                <p14:cNvContentPartPr/>
                <p14:nvPr/>
              </p14:nvContentPartPr>
              <p14:xfrm>
                <a:off x="6759918" y="4029023"/>
                <a:ext cx="118440" cy="143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E820196-4321-5968-B51B-F0AAE6211A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41918" y="4011383"/>
                  <a:ext cx="154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8F67809-5F1E-C167-0EDE-A79C024C1586}"/>
                    </a:ext>
                  </a:extLst>
                </p14:cNvPr>
                <p14:cNvContentPartPr/>
                <p14:nvPr/>
              </p14:nvContentPartPr>
              <p14:xfrm>
                <a:off x="6942798" y="3996623"/>
                <a:ext cx="59040" cy="108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8F67809-5F1E-C167-0EDE-A79C024C158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25158" y="3978983"/>
                  <a:ext cx="94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EF31BA-1571-EB37-5B4F-38B429C0E3B2}"/>
                    </a:ext>
                  </a:extLst>
                </p14:cNvPr>
                <p14:cNvContentPartPr/>
                <p14:nvPr/>
              </p14:nvContentPartPr>
              <p14:xfrm>
                <a:off x="6967638" y="3847583"/>
                <a:ext cx="19440" cy="38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EF31BA-1571-EB37-5B4F-38B429C0E3B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49998" y="3829943"/>
                  <a:ext cx="55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BF07E7-F7D6-722A-9CD3-3A75790D33D2}"/>
                    </a:ext>
                  </a:extLst>
                </p14:cNvPr>
                <p14:cNvContentPartPr/>
                <p14:nvPr/>
              </p14:nvContentPartPr>
              <p14:xfrm>
                <a:off x="7087518" y="3775943"/>
                <a:ext cx="140760" cy="213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BF07E7-F7D6-722A-9CD3-3A75790D33D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69518" y="3757943"/>
                  <a:ext cx="1764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9C2E79-CE4A-A619-1C18-76E412FDF8AA}"/>
                    </a:ext>
                  </a:extLst>
                </p14:cNvPr>
                <p14:cNvContentPartPr/>
                <p14:nvPr/>
              </p14:nvContentPartPr>
              <p14:xfrm>
                <a:off x="7107318" y="3897623"/>
                <a:ext cx="110160" cy="66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9C2E79-CE4A-A619-1C18-76E412FDF8A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89318" y="3879983"/>
                  <a:ext cx="145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3D135DC-2DF0-4E47-6E71-8260E78ED240}"/>
                    </a:ext>
                  </a:extLst>
                </p14:cNvPr>
                <p14:cNvContentPartPr/>
                <p14:nvPr/>
              </p14:nvContentPartPr>
              <p14:xfrm>
                <a:off x="7358958" y="3828143"/>
                <a:ext cx="84960" cy="129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3D135DC-2DF0-4E47-6E71-8260E78ED2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41318" y="3810143"/>
                  <a:ext cx="120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EEAEED5-E395-576A-F19F-9368627D5541}"/>
                    </a:ext>
                  </a:extLst>
                </p14:cNvPr>
                <p14:cNvContentPartPr/>
                <p14:nvPr/>
              </p14:nvContentPartPr>
              <p14:xfrm>
                <a:off x="7336638" y="3751463"/>
                <a:ext cx="30240" cy="44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EEAEED5-E395-576A-F19F-9368627D554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18638" y="3733823"/>
                  <a:ext cx="658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0CD644-172F-3EFE-4BDB-9820449A6F36}"/>
                    </a:ext>
                  </a:extLst>
                </p14:cNvPr>
                <p14:cNvContentPartPr/>
                <p14:nvPr/>
              </p14:nvContentPartPr>
              <p14:xfrm>
                <a:off x="7494678" y="3727343"/>
                <a:ext cx="156960" cy="147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0CD644-172F-3EFE-4BDB-9820449A6F3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76678" y="3709703"/>
                  <a:ext cx="19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F4AAE87-4F43-DA35-FFF8-3EBA443E6037}"/>
                    </a:ext>
                  </a:extLst>
                </p14:cNvPr>
                <p14:cNvContentPartPr/>
                <p14:nvPr/>
              </p14:nvContentPartPr>
              <p14:xfrm>
                <a:off x="7755318" y="3686303"/>
                <a:ext cx="154080" cy="150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F4AAE87-4F43-DA35-FFF8-3EBA443E603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37318" y="3668303"/>
                  <a:ext cx="189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00BE6BD-8B90-9E33-FEAB-FA9301D12C89}"/>
                    </a:ext>
                  </a:extLst>
                </p14:cNvPr>
                <p14:cNvContentPartPr/>
                <p14:nvPr/>
              </p14:nvContentPartPr>
              <p14:xfrm>
                <a:off x="6842718" y="2853983"/>
                <a:ext cx="930600" cy="806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00BE6BD-8B90-9E33-FEAB-FA9301D12C8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24718" y="2836343"/>
                  <a:ext cx="966240" cy="84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31DB54B-91F4-130E-82C3-4B9245A2D906}"/>
                    </a:ext>
                  </a:extLst>
                </p14:cNvPr>
                <p14:cNvContentPartPr/>
                <p14:nvPr/>
              </p14:nvContentPartPr>
              <p14:xfrm>
                <a:off x="7662798" y="2730863"/>
                <a:ext cx="139680" cy="250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31DB54B-91F4-130E-82C3-4B9245A2D90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44798" y="2712863"/>
                  <a:ext cx="1753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A663E8-E68B-7698-BB1B-92472BDB57D1}"/>
                    </a:ext>
                  </a:extLst>
                </p14:cNvPr>
                <p14:cNvContentPartPr/>
                <p14:nvPr/>
              </p14:nvContentPartPr>
              <p14:xfrm>
                <a:off x="6749478" y="3537263"/>
                <a:ext cx="195480" cy="11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A663E8-E68B-7698-BB1B-92472BDB57D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31478" y="3519623"/>
                  <a:ext cx="23112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0A0E12E-8C95-AB81-88F4-8A6C39BAD69A}"/>
              </a:ext>
            </a:extLst>
          </p:cNvPr>
          <p:cNvGrpSpPr/>
          <p:nvPr/>
        </p:nvGrpSpPr>
        <p:grpSpPr>
          <a:xfrm>
            <a:off x="9342198" y="2269343"/>
            <a:ext cx="1202040" cy="451800"/>
            <a:chOff x="9342198" y="2269343"/>
            <a:chExt cx="1202040" cy="45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C51AE1-884E-47EA-09ED-7899D0A5AC2C}"/>
                    </a:ext>
                  </a:extLst>
                </p14:cNvPr>
                <p14:cNvContentPartPr/>
                <p14:nvPr/>
              </p14:nvContentPartPr>
              <p14:xfrm>
                <a:off x="9342198" y="2555183"/>
                <a:ext cx="84240" cy="15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EC51AE1-884E-47EA-09ED-7899D0A5AC2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24198" y="2537543"/>
                  <a:ext cx="119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45FA08-382B-63AE-C863-51F25EE9161F}"/>
                    </a:ext>
                  </a:extLst>
                </p14:cNvPr>
                <p14:cNvContentPartPr/>
                <p14:nvPr/>
              </p14:nvContentPartPr>
              <p14:xfrm>
                <a:off x="9526518" y="2522423"/>
                <a:ext cx="97920" cy="198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45FA08-382B-63AE-C863-51F25EE9161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508518" y="2504423"/>
                  <a:ext cx="1335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AE015DC-7630-3640-C8A8-1A7B9E9E1CE8}"/>
                    </a:ext>
                  </a:extLst>
                </p14:cNvPr>
                <p14:cNvContentPartPr/>
                <p14:nvPr/>
              </p14:nvContentPartPr>
              <p14:xfrm>
                <a:off x="9765558" y="2491463"/>
                <a:ext cx="110520" cy="69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AE015DC-7630-3640-C8A8-1A7B9E9E1CE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47918" y="2473823"/>
                  <a:ext cx="1461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50904A8-69A7-0BE1-5060-F43E7717EFE0}"/>
                    </a:ext>
                  </a:extLst>
                </p14:cNvPr>
                <p14:cNvContentPartPr/>
                <p14:nvPr/>
              </p14:nvContentPartPr>
              <p14:xfrm>
                <a:off x="9913878" y="2304263"/>
                <a:ext cx="122040" cy="248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50904A8-69A7-0BE1-5060-F43E7717EFE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95878" y="2286263"/>
                  <a:ext cx="1576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8CBA0BE-6169-E471-E132-6081A3253A0D}"/>
                    </a:ext>
                  </a:extLst>
                </p14:cNvPr>
                <p14:cNvContentPartPr/>
                <p14:nvPr/>
              </p14:nvContentPartPr>
              <p14:xfrm>
                <a:off x="9906678" y="2449343"/>
                <a:ext cx="60120" cy="32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8CBA0BE-6169-E471-E132-6081A3253A0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888678" y="2431343"/>
                  <a:ext cx="95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E8217FB-FE58-2939-2E77-1F209E072AF5}"/>
                    </a:ext>
                  </a:extLst>
                </p14:cNvPr>
                <p14:cNvContentPartPr/>
                <p14:nvPr/>
              </p14:nvContentPartPr>
              <p14:xfrm>
                <a:off x="10101438" y="2378423"/>
                <a:ext cx="16920" cy="123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E8217FB-FE58-2939-2E77-1F209E072AF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083798" y="2360783"/>
                  <a:ext cx="52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625B03E-8C1F-7D53-3D67-3BED63B20126}"/>
                    </a:ext>
                  </a:extLst>
                </p14:cNvPr>
                <p14:cNvContentPartPr/>
                <p14:nvPr/>
              </p14:nvContentPartPr>
              <p14:xfrm>
                <a:off x="10058958" y="2269343"/>
                <a:ext cx="16200" cy="94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625B03E-8C1F-7D53-3D67-3BED63B2012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40958" y="2251343"/>
                  <a:ext cx="518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E96AD69-15A4-92B4-0933-8D54015C28BF}"/>
                    </a:ext>
                  </a:extLst>
                </p14:cNvPr>
                <p14:cNvContentPartPr/>
                <p14:nvPr/>
              </p14:nvContentPartPr>
              <p14:xfrm>
                <a:off x="10231398" y="2330903"/>
                <a:ext cx="119880" cy="124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E96AD69-15A4-92B4-0933-8D54015C28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13398" y="2312903"/>
                  <a:ext cx="1555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B33E17F-D690-A890-D161-18C96DEF3582}"/>
                    </a:ext>
                  </a:extLst>
                </p14:cNvPr>
                <p14:cNvContentPartPr/>
                <p14:nvPr/>
              </p14:nvContentPartPr>
              <p14:xfrm>
                <a:off x="10399878" y="2292383"/>
                <a:ext cx="144360" cy="158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B33E17F-D690-A890-D161-18C96DEF358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81878" y="2274383"/>
                  <a:ext cx="18000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76C713A-07A8-FEA3-826D-0215410B80E5}"/>
              </a:ext>
            </a:extLst>
          </p:cNvPr>
          <p:cNvGrpSpPr/>
          <p:nvPr/>
        </p:nvGrpSpPr>
        <p:grpSpPr>
          <a:xfrm>
            <a:off x="6899238" y="3366623"/>
            <a:ext cx="3853800" cy="2407320"/>
            <a:chOff x="6899238" y="3366623"/>
            <a:chExt cx="3853800" cy="240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4439DE4-0392-7C1F-21F6-4A674F8B9F80}"/>
                    </a:ext>
                  </a:extLst>
                </p14:cNvPr>
                <p14:cNvContentPartPr/>
                <p14:nvPr/>
              </p14:nvContentPartPr>
              <p14:xfrm>
                <a:off x="6915078" y="4915343"/>
                <a:ext cx="32040" cy="263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4439DE4-0392-7C1F-21F6-4A674F8B9F8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97438" y="4897703"/>
                  <a:ext cx="676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113C790-DB9E-83A0-BE1A-F3AF460117C8}"/>
                    </a:ext>
                  </a:extLst>
                </p14:cNvPr>
                <p14:cNvContentPartPr/>
                <p14:nvPr/>
              </p14:nvContentPartPr>
              <p14:xfrm>
                <a:off x="6899238" y="4855583"/>
                <a:ext cx="174240" cy="163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113C790-DB9E-83A0-BE1A-F3AF460117C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881238" y="4837583"/>
                  <a:ext cx="209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8FDE82-2AE1-526D-32D4-38D606428D30}"/>
                    </a:ext>
                  </a:extLst>
                </p14:cNvPr>
                <p14:cNvContentPartPr/>
                <p14:nvPr/>
              </p14:nvContentPartPr>
              <p14:xfrm>
                <a:off x="7123518" y="4882223"/>
                <a:ext cx="87840" cy="131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8FDE82-2AE1-526D-32D4-38D606428D3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05518" y="4864583"/>
                  <a:ext cx="123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1BAE359-5602-9C99-C91E-8DF6CF0F735C}"/>
                    </a:ext>
                  </a:extLst>
                </p14:cNvPr>
                <p14:cNvContentPartPr/>
                <p14:nvPr/>
              </p14:nvContentPartPr>
              <p14:xfrm>
                <a:off x="7282998" y="4853423"/>
                <a:ext cx="111960" cy="223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1BAE359-5602-9C99-C91E-8DF6CF0F735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264998" y="4835783"/>
                  <a:ext cx="1476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17A7AF0-BFE9-C26F-E953-D69D654438A3}"/>
                    </a:ext>
                  </a:extLst>
                </p14:cNvPr>
                <p14:cNvContentPartPr/>
                <p14:nvPr/>
              </p14:nvContentPartPr>
              <p14:xfrm>
                <a:off x="7500078" y="4855583"/>
                <a:ext cx="125640" cy="123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17A7AF0-BFE9-C26F-E953-D69D654438A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482078" y="4837583"/>
                  <a:ext cx="161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15594B6-9B57-395F-6A48-15F967F0E891}"/>
                    </a:ext>
                  </a:extLst>
                </p14:cNvPr>
                <p14:cNvContentPartPr/>
                <p14:nvPr/>
              </p14:nvContentPartPr>
              <p14:xfrm>
                <a:off x="7642638" y="4769543"/>
                <a:ext cx="93240" cy="199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15594B6-9B57-395F-6A48-15F967F0E89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624638" y="4751543"/>
                  <a:ext cx="1288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EE05949-FFA5-9EF4-70BF-5A8DAE311AFA}"/>
                    </a:ext>
                  </a:extLst>
                </p14:cNvPr>
                <p14:cNvContentPartPr/>
                <p14:nvPr/>
              </p14:nvContentPartPr>
              <p14:xfrm>
                <a:off x="7671798" y="4786463"/>
                <a:ext cx="267840" cy="135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EE05949-FFA5-9EF4-70BF-5A8DAE311AF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54158" y="4768823"/>
                  <a:ext cx="3034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BE8DA59-E320-0C95-D272-E54C19018522}"/>
                    </a:ext>
                  </a:extLst>
                </p14:cNvPr>
                <p14:cNvContentPartPr/>
                <p14:nvPr/>
              </p14:nvContentPartPr>
              <p14:xfrm>
                <a:off x="7922358" y="4673783"/>
                <a:ext cx="27360" cy="24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BE8DA59-E320-0C95-D272-E54C1901852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04718" y="4656143"/>
                  <a:ext cx="630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B658D17-66CF-7F71-F3F8-801BC8CCD036}"/>
                    </a:ext>
                  </a:extLst>
                </p14:cNvPr>
                <p14:cNvContentPartPr/>
                <p14:nvPr/>
              </p14:nvContentPartPr>
              <p14:xfrm>
                <a:off x="8024238" y="4696463"/>
                <a:ext cx="136800" cy="118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B658D17-66CF-7F71-F3F8-801BC8CCD03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006598" y="4678463"/>
                  <a:ext cx="172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F363110-A463-7D1F-EF59-505E1AA6949A}"/>
                    </a:ext>
                  </a:extLst>
                </p14:cNvPr>
                <p14:cNvContentPartPr/>
                <p14:nvPr/>
              </p14:nvContentPartPr>
              <p14:xfrm>
                <a:off x="8230158" y="4659743"/>
                <a:ext cx="104400" cy="106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F363110-A463-7D1F-EF59-505E1AA6949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12518" y="4641743"/>
                  <a:ext cx="140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CDA4819-A0D9-F07A-FD6F-3F6D27A0BA88}"/>
                    </a:ext>
                  </a:extLst>
                </p14:cNvPr>
                <p14:cNvContentPartPr/>
                <p14:nvPr/>
              </p14:nvContentPartPr>
              <p14:xfrm>
                <a:off x="7649838" y="3366623"/>
                <a:ext cx="3103200" cy="2407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CDA4819-A0D9-F07A-FD6F-3F6D27A0BA8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31838" y="3348623"/>
                  <a:ext cx="3138840" cy="244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1B38E22-D452-500E-40C3-08073042024C}"/>
              </a:ext>
            </a:extLst>
          </p:cNvPr>
          <p:cNvGrpSpPr/>
          <p:nvPr/>
        </p:nvGrpSpPr>
        <p:grpSpPr>
          <a:xfrm>
            <a:off x="2674278" y="2548343"/>
            <a:ext cx="401760" cy="137160"/>
            <a:chOff x="2674278" y="2548343"/>
            <a:chExt cx="40176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DCE8FC-9C69-96EA-4613-7580E03A976D}"/>
                    </a:ext>
                  </a:extLst>
                </p14:cNvPr>
                <p14:cNvContentPartPr/>
                <p14:nvPr/>
              </p14:nvContentPartPr>
              <p14:xfrm>
                <a:off x="2674278" y="2606303"/>
                <a:ext cx="112320" cy="8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DCE8FC-9C69-96EA-4613-7580E03A976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56638" y="2588663"/>
                  <a:ext cx="147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F150940-5763-FBB7-B100-D8F9AD9EFCFB}"/>
                    </a:ext>
                  </a:extLst>
                </p14:cNvPr>
                <p14:cNvContentPartPr/>
                <p14:nvPr/>
              </p14:nvContentPartPr>
              <p14:xfrm>
                <a:off x="2705598" y="2548343"/>
                <a:ext cx="47880" cy="137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F150940-5763-FBB7-B100-D8F9AD9EFCF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87958" y="2530343"/>
                  <a:ext cx="83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D7EE2D9-4767-8EAF-633D-D203782F013F}"/>
                    </a:ext>
                  </a:extLst>
                </p14:cNvPr>
                <p14:cNvContentPartPr/>
                <p14:nvPr/>
              </p14:nvContentPartPr>
              <p14:xfrm>
                <a:off x="2955798" y="2585063"/>
                <a:ext cx="120240" cy="22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D7EE2D9-4767-8EAF-633D-D203782F013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37798" y="2567423"/>
                  <a:ext cx="155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B473CC-B1D0-BE2F-D1FB-F4253792CB60}"/>
                    </a:ext>
                  </a:extLst>
                </p14:cNvPr>
                <p14:cNvContentPartPr/>
                <p14:nvPr/>
              </p14:nvContentPartPr>
              <p14:xfrm>
                <a:off x="2958318" y="2549423"/>
                <a:ext cx="47520" cy="115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B473CC-B1D0-BE2F-D1FB-F4253792CB6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40678" y="2531423"/>
                  <a:ext cx="8316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422A3EC-ECC0-BF7E-50FF-5B511F5CFFBC}"/>
              </a:ext>
            </a:extLst>
          </p:cNvPr>
          <p:cNvGrpSpPr/>
          <p:nvPr/>
        </p:nvGrpSpPr>
        <p:grpSpPr>
          <a:xfrm>
            <a:off x="2684358" y="2849303"/>
            <a:ext cx="389520" cy="131040"/>
            <a:chOff x="2684358" y="2849303"/>
            <a:chExt cx="38952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639D340-6C01-3981-2E54-F5CEB9C1BC7A}"/>
                    </a:ext>
                  </a:extLst>
                </p14:cNvPr>
                <p14:cNvContentPartPr/>
                <p14:nvPr/>
              </p14:nvContentPartPr>
              <p14:xfrm>
                <a:off x="2684358" y="2884583"/>
                <a:ext cx="140400" cy="15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639D340-6C01-3981-2E54-F5CEB9C1BC7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66358" y="2866583"/>
                  <a:ext cx="176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E1697DE-5F52-1B44-8917-D50BD8125556}"/>
                    </a:ext>
                  </a:extLst>
                </p14:cNvPr>
                <p14:cNvContentPartPr/>
                <p14:nvPr/>
              </p14:nvContentPartPr>
              <p14:xfrm>
                <a:off x="2732958" y="2849303"/>
                <a:ext cx="22320" cy="83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E1697DE-5F52-1B44-8917-D50BD812555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14958" y="2831663"/>
                  <a:ext cx="57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7980DCB-A198-6109-2150-C9FB4314830D}"/>
                    </a:ext>
                  </a:extLst>
                </p14:cNvPr>
                <p14:cNvContentPartPr/>
                <p14:nvPr/>
              </p14:nvContentPartPr>
              <p14:xfrm>
                <a:off x="2953638" y="2887463"/>
                <a:ext cx="120240" cy="17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7980DCB-A198-6109-2150-C9FB4314830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35998" y="2869823"/>
                  <a:ext cx="155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8FC8B5C-CA10-27D3-0046-56F996B4801A}"/>
                    </a:ext>
                  </a:extLst>
                </p14:cNvPr>
                <p14:cNvContentPartPr/>
                <p14:nvPr/>
              </p14:nvContentPartPr>
              <p14:xfrm>
                <a:off x="2993958" y="2870543"/>
                <a:ext cx="15480" cy="109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8FC8B5C-CA10-27D3-0046-56F996B4801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76318" y="2852903"/>
                  <a:ext cx="51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31FBECF-4A98-5343-C9EE-E61D48FA8669}"/>
              </a:ext>
            </a:extLst>
          </p:cNvPr>
          <p:cNvGrpSpPr/>
          <p:nvPr/>
        </p:nvGrpSpPr>
        <p:grpSpPr>
          <a:xfrm>
            <a:off x="2708118" y="3130103"/>
            <a:ext cx="361080" cy="113400"/>
            <a:chOff x="2708118" y="3130103"/>
            <a:chExt cx="361080" cy="1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C4C8546-F7F9-A024-4DD9-7BEB80DC4CA0}"/>
                    </a:ext>
                  </a:extLst>
                </p14:cNvPr>
                <p14:cNvContentPartPr/>
                <p14:nvPr/>
              </p14:nvContentPartPr>
              <p14:xfrm>
                <a:off x="2708118" y="3172223"/>
                <a:ext cx="139680" cy="19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C4C8546-F7F9-A024-4DD9-7BEB80DC4CA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90478" y="3154583"/>
                  <a:ext cx="175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3A9083B-9D03-8F59-0523-C4DA89FAC493}"/>
                    </a:ext>
                  </a:extLst>
                </p14:cNvPr>
                <p14:cNvContentPartPr/>
                <p14:nvPr/>
              </p14:nvContentPartPr>
              <p14:xfrm>
                <a:off x="2775438" y="3130103"/>
                <a:ext cx="12960" cy="76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3A9083B-9D03-8F59-0523-C4DA89FAC49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57438" y="3112103"/>
                  <a:ext cx="486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E44FDF1-29F2-8861-1548-A8587970D29B}"/>
                    </a:ext>
                  </a:extLst>
                </p14:cNvPr>
                <p14:cNvContentPartPr/>
                <p14:nvPr/>
              </p14:nvContentPartPr>
              <p14:xfrm>
                <a:off x="2984238" y="3175463"/>
                <a:ext cx="84960" cy="46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E44FDF1-29F2-8861-1548-A8587970D29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66238" y="3157463"/>
                  <a:ext cx="120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F9D5472-A5DE-8251-7484-CE2F5E2A0AE2}"/>
                    </a:ext>
                  </a:extLst>
                </p14:cNvPr>
                <p14:cNvContentPartPr/>
                <p14:nvPr/>
              </p14:nvContentPartPr>
              <p14:xfrm>
                <a:off x="3005478" y="3141983"/>
                <a:ext cx="20160" cy="101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F9D5472-A5DE-8251-7484-CE2F5E2A0AE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987478" y="3123983"/>
                  <a:ext cx="5580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365A8A5-2D4C-983B-1BDE-315776408116}"/>
              </a:ext>
            </a:extLst>
          </p:cNvPr>
          <p:cNvGrpSpPr/>
          <p:nvPr/>
        </p:nvGrpSpPr>
        <p:grpSpPr>
          <a:xfrm>
            <a:off x="2739798" y="3336023"/>
            <a:ext cx="358920" cy="145080"/>
            <a:chOff x="2739798" y="3336023"/>
            <a:chExt cx="35892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BD32364-A5E3-5DCF-FD69-AB9E8FC3E462}"/>
                    </a:ext>
                  </a:extLst>
                </p14:cNvPr>
                <p14:cNvContentPartPr/>
                <p14:nvPr/>
              </p14:nvContentPartPr>
              <p14:xfrm>
                <a:off x="2739798" y="3383183"/>
                <a:ext cx="159120" cy="47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BD32364-A5E3-5DCF-FD69-AB9E8FC3E46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22158" y="3365543"/>
                  <a:ext cx="194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8831732-E8D7-9119-2B67-2FA42A371DC7}"/>
                    </a:ext>
                  </a:extLst>
                </p14:cNvPr>
                <p14:cNvContentPartPr/>
                <p14:nvPr/>
              </p14:nvContentPartPr>
              <p14:xfrm>
                <a:off x="2820798" y="3336023"/>
                <a:ext cx="5400" cy="14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8831732-E8D7-9119-2B67-2FA42A371DC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803158" y="3318383"/>
                  <a:ext cx="41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1EB8FF7-AB0C-6706-B8BE-9D0EE83B0867}"/>
                    </a:ext>
                  </a:extLst>
                </p14:cNvPr>
                <p14:cNvContentPartPr/>
                <p14:nvPr/>
              </p14:nvContentPartPr>
              <p14:xfrm>
                <a:off x="3030318" y="3423503"/>
                <a:ext cx="68400" cy="4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1EB8FF7-AB0C-6706-B8BE-9D0EE83B086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12678" y="3405863"/>
                  <a:ext cx="104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96B703E-16DB-29BF-0626-516049C39BEF}"/>
                    </a:ext>
                  </a:extLst>
                </p14:cNvPr>
                <p14:cNvContentPartPr/>
                <p14:nvPr/>
              </p14:nvContentPartPr>
              <p14:xfrm>
                <a:off x="3068118" y="3372743"/>
                <a:ext cx="12600" cy="99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96B703E-16DB-29BF-0626-516049C39BE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50478" y="3355103"/>
                  <a:ext cx="482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F66E101-D2C4-1AB7-B369-CAE3EBF7AD7C}"/>
              </a:ext>
            </a:extLst>
          </p:cNvPr>
          <p:cNvGrpSpPr/>
          <p:nvPr/>
        </p:nvGrpSpPr>
        <p:grpSpPr>
          <a:xfrm>
            <a:off x="4413078" y="2601263"/>
            <a:ext cx="295560" cy="40320"/>
            <a:chOff x="4413078" y="2601263"/>
            <a:chExt cx="295560" cy="4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98DB3D3-D57D-2836-7F0B-9609C913DB95}"/>
                    </a:ext>
                  </a:extLst>
                </p14:cNvPr>
                <p14:cNvContentPartPr/>
                <p14:nvPr/>
              </p14:nvContentPartPr>
              <p14:xfrm>
                <a:off x="4413078" y="2601263"/>
                <a:ext cx="113400" cy="12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98DB3D3-D57D-2836-7F0B-9609C913DB9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95078" y="2583263"/>
                  <a:ext cx="1490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B873390-665E-B58E-F535-9D2D5741B74A}"/>
                    </a:ext>
                  </a:extLst>
                </p14:cNvPr>
                <p14:cNvContentPartPr/>
                <p14:nvPr/>
              </p14:nvContentPartPr>
              <p14:xfrm>
                <a:off x="4603518" y="2634023"/>
                <a:ext cx="105120" cy="7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B873390-665E-B58E-F535-9D2D5741B74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85518" y="2616383"/>
                  <a:ext cx="1407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02DC984-35CB-BEC3-0DFD-DEF23A3DEE73}"/>
              </a:ext>
            </a:extLst>
          </p:cNvPr>
          <p:cNvGrpSpPr/>
          <p:nvPr/>
        </p:nvGrpSpPr>
        <p:grpSpPr>
          <a:xfrm>
            <a:off x="4428558" y="2796743"/>
            <a:ext cx="303840" cy="13680"/>
            <a:chOff x="4428558" y="2796743"/>
            <a:chExt cx="303840" cy="1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D2D1A53-4A81-30FE-A891-9CE31B733EF5}"/>
                    </a:ext>
                  </a:extLst>
                </p14:cNvPr>
                <p14:cNvContentPartPr/>
                <p14:nvPr/>
              </p14:nvContentPartPr>
              <p14:xfrm>
                <a:off x="4428558" y="2796743"/>
                <a:ext cx="86760" cy="10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D2D1A53-4A81-30FE-A891-9CE31B733EF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10918" y="2779103"/>
                  <a:ext cx="122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48735CD-6A6C-E49F-051B-55B6BCCB4056}"/>
                    </a:ext>
                  </a:extLst>
                </p14:cNvPr>
                <p14:cNvContentPartPr/>
                <p14:nvPr/>
              </p14:nvContentPartPr>
              <p14:xfrm>
                <a:off x="4631958" y="2803583"/>
                <a:ext cx="100440" cy="6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48735CD-6A6C-E49F-051B-55B6BCCB405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14318" y="2785943"/>
                  <a:ext cx="1360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5F1A90F-C0F5-3FD0-D06B-0E6A95DDD02C}"/>
              </a:ext>
            </a:extLst>
          </p:cNvPr>
          <p:cNvGrpSpPr/>
          <p:nvPr/>
        </p:nvGrpSpPr>
        <p:grpSpPr>
          <a:xfrm>
            <a:off x="4405158" y="3005183"/>
            <a:ext cx="339120" cy="5760"/>
            <a:chOff x="4405158" y="3005183"/>
            <a:chExt cx="339120" cy="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7BCFD53-F1A8-FB67-CB39-DD046F02531C}"/>
                    </a:ext>
                  </a:extLst>
                </p14:cNvPr>
                <p14:cNvContentPartPr/>
                <p14:nvPr/>
              </p14:nvContentPartPr>
              <p14:xfrm>
                <a:off x="4405158" y="3005543"/>
                <a:ext cx="105840" cy="4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7BCFD53-F1A8-FB67-CB39-DD046F02531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87518" y="2987543"/>
                  <a:ext cx="141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7AFD44B-BE4F-DA20-47F5-BA1CE4A76304}"/>
                    </a:ext>
                  </a:extLst>
                </p14:cNvPr>
                <p14:cNvContentPartPr/>
                <p14:nvPr/>
              </p14:nvContentPartPr>
              <p14:xfrm>
                <a:off x="4638078" y="3005183"/>
                <a:ext cx="106200" cy="5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7AFD44B-BE4F-DA20-47F5-BA1CE4A7630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20078" y="2987543"/>
                  <a:ext cx="1418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C0F60C9-5A97-D669-4D93-CD82B36D589B}"/>
              </a:ext>
            </a:extLst>
          </p:cNvPr>
          <p:cNvGrpSpPr/>
          <p:nvPr/>
        </p:nvGrpSpPr>
        <p:grpSpPr>
          <a:xfrm>
            <a:off x="4437198" y="3193103"/>
            <a:ext cx="310680" cy="10080"/>
            <a:chOff x="4437198" y="3193103"/>
            <a:chExt cx="310680" cy="1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8575395-6926-9DEE-742B-4F2EEF3896A6}"/>
                    </a:ext>
                  </a:extLst>
                </p14:cNvPr>
                <p14:cNvContentPartPr/>
                <p14:nvPr/>
              </p14:nvContentPartPr>
              <p14:xfrm>
                <a:off x="4437198" y="3195263"/>
                <a:ext cx="81000" cy="7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8575395-6926-9DEE-742B-4F2EEF3896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419558" y="3177263"/>
                  <a:ext cx="116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E240DEA-94F7-4D1A-9D16-27F3170E7AE9}"/>
                    </a:ext>
                  </a:extLst>
                </p14:cNvPr>
                <p14:cNvContentPartPr/>
                <p14:nvPr/>
              </p14:nvContentPartPr>
              <p14:xfrm>
                <a:off x="4650678" y="3193103"/>
                <a:ext cx="97200" cy="9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E240DEA-94F7-4D1A-9D16-27F3170E7AE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32678" y="3175463"/>
                  <a:ext cx="1328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ACAE92F-8F83-6139-D479-EFC23FA70BC5}"/>
              </a:ext>
            </a:extLst>
          </p:cNvPr>
          <p:cNvGrpSpPr/>
          <p:nvPr/>
        </p:nvGrpSpPr>
        <p:grpSpPr>
          <a:xfrm>
            <a:off x="4456638" y="3355463"/>
            <a:ext cx="316800" cy="23400"/>
            <a:chOff x="4456638" y="3355463"/>
            <a:chExt cx="316800" cy="2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77D1DD0-F989-F0B2-A3F5-8B5346A7F28E}"/>
                    </a:ext>
                  </a:extLst>
                </p14:cNvPr>
                <p14:cNvContentPartPr/>
                <p14:nvPr/>
              </p14:nvContentPartPr>
              <p14:xfrm>
                <a:off x="4456638" y="3355463"/>
                <a:ext cx="85680" cy="4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77D1DD0-F989-F0B2-A3F5-8B5346A7F28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38638" y="3337823"/>
                  <a:ext cx="121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90A8E5-329C-B1A6-C443-692C42C4EBC5}"/>
                    </a:ext>
                  </a:extLst>
                </p14:cNvPr>
                <p14:cNvContentPartPr/>
                <p14:nvPr/>
              </p14:nvContentPartPr>
              <p14:xfrm>
                <a:off x="4688838" y="3369143"/>
                <a:ext cx="84600" cy="9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90A8E5-329C-B1A6-C443-692C42C4EBC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70838" y="3351503"/>
                  <a:ext cx="12024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C7DDD80-C516-B74D-F009-70D5B4732419}"/>
              </a:ext>
            </a:extLst>
          </p:cNvPr>
          <p:cNvGrpSpPr/>
          <p:nvPr/>
        </p:nvGrpSpPr>
        <p:grpSpPr>
          <a:xfrm>
            <a:off x="1849518" y="1929143"/>
            <a:ext cx="386280" cy="447480"/>
            <a:chOff x="1849518" y="1929143"/>
            <a:chExt cx="38628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3475A45-13FF-17B7-3878-699132336791}"/>
                    </a:ext>
                  </a:extLst>
                </p14:cNvPr>
                <p14:cNvContentPartPr/>
                <p14:nvPr/>
              </p14:nvContentPartPr>
              <p14:xfrm>
                <a:off x="1849518" y="2054423"/>
                <a:ext cx="386280" cy="123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3475A45-13FF-17B7-3878-69913233679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31518" y="2036783"/>
                  <a:ext cx="421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495E75-3F99-56F0-3860-7770E1A2C04C}"/>
                    </a:ext>
                  </a:extLst>
                </p14:cNvPr>
                <p14:cNvContentPartPr/>
                <p14:nvPr/>
              </p14:nvContentPartPr>
              <p14:xfrm>
                <a:off x="2022678" y="1929143"/>
                <a:ext cx="113040" cy="447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495E75-3F99-56F0-3860-7770E1A2C04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04678" y="1911503"/>
                  <a:ext cx="148680" cy="48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2E4B313-A534-EE70-EB7F-CC943FFF45BA}"/>
                  </a:ext>
                </a:extLst>
              </p14:cNvPr>
              <p14:cNvContentPartPr/>
              <p14:nvPr/>
            </p14:nvContentPartPr>
            <p14:xfrm>
              <a:off x="5158638" y="1889183"/>
              <a:ext cx="494640" cy="885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2E4B313-A534-EE70-EB7F-CC943FFF45BA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140638" y="1871543"/>
                <a:ext cx="53028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922D748-75B9-0AF3-0C04-F7E90EA26F4F}"/>
              </a:ext>
            </a:extLst>
          </p:cNvPr>
          <p:cNvGrpSpPr/>
          <p:nvPr/>
        </p:nvGrpSpPr>
        <p:grpSpPr>
          <a:xfrm>
            <a:off x="2585718" y="1708823"/>
            <a:ext cx="136080" cy="229320"/>
            <a:chOff x="2585718" y="1708823"/>
            <a:chExt cx="13608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C241E5-781B-255B-7C35-763EE0B9BB2D}"/>
                    </a:ext>
                  </a:extLst>
                </p14:cNvPr>
                <p14:cNvContentPartPr/>
                <p14:nvPr/>
              </p14:nvContentPartPr>
              <p14:xfrm>
                <a:off x="2585718" y="1811423"/>
                <a:ext cx="136080" cy="34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C241E5-781B-255B-7C35-763EE0B9BB2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67718" y="1793423"/>
                  <a:ext cx="171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9CE982D-D5EF-7C98-2667-F18570F0C29C}"/>
                    </a:ext>
                  </a:extLst>
                </p14:cNvPr>
                <p14:cNvContentPartPr/>
                <p14:nvPr/>
              </p14:nvContentPartPr>
              <p14:xfrm>
                <a:off x="2661678" y="1708823"/>
                <a:ext cx="18360" cy="229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9CE982D-D5EF-7C98-2667-F18570F0C29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44038" y="1690823"/>
                  <a:ext cx="5400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6B43437-DD26-C9E8-A114-E28D910D51B4}"/>
              </a:ext>
            </a:extLst>
          </p:cNvPr>
          <p:cNvGrpSpPr/>
          <p:nvPr/>
        </p:nvGrpSpPr>
        <p:grpSpPr>
          <a:xfrm>
            <a:off x="2578518" y="2023103"/>
            <a:ext cx="174240" cy="132480"/>
            <a:chOff x="2578518" y="2023103"/>
            <a:chExt cx="17424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917E479-FC75-5F63-E12B-4D4BC34070D6}"/>
                    </a:ext>
                  </a:extLst>
                </p14:cNvPr>
                <p14:cNvContentPartPr/>
                <p14:nvPr/>
              </p14:nvContentPartPr>
              <p14:xfrm>
                <a:off x="2578518" y="2076383"/>
                <a:ext cx="174240" cy="21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917E479-FC75-5F63-E12B-4D4BC34070D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0878" y="2058383"/>
                  <a:ext cx="209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026E757-34A4-07C0-92C0-05E14C4F2F3C}"/>
                    </a:ext>
                  </a:extLst>
                </p14:cNvPr>
                <p14:cNvContentPartPr/>
                <p14:nvPr/>
              </p14:nvContentPartPr>
              <p14:xfrm>
                <a:off x="2668158" y="2023103"/>
                <a:ext cx="39600" cy="132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026E757-34A4-07C0-92C0-05E14C4F2F3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50518" y="2005103"/>
                  <a:ext cx="7524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8039A81-BB9E-CFC0-3831-7D4FB6D6A0E7}"/>
              </a:ext>
            </a:extLst>
          </p:cNvPr>
          <p:cNvGrpSpPr/>
          <p:nvPr/>
        </p:nvGrpSpPr>
        <p:grpSpPr>
          <a:xfrm>
            <a:off x="2637918" y="2222543"/>
            <a:ext cx="137880" cy="158040"/>
            <a:chOff x="2637918" y="2222543"/>
            <a:chExt cx="1378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654E498-5F35-A163-7D58-D98CAFCE456E}"/>
                    </a:ext>
                  </a:extLst>
                </p14:cNvPr>
                <p14:cNvContentPartPr/>
                <p14:nvPr/>
              </p14:nvContentPartPr>
              <p14:xfrm>
                <a:off x="2637918" y="2293103"/>
                <a:ext cx="137880" cy="16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654E498-5F35-A163-7D58-D98CAFCE456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19918" y="2275463"/>
                  <a:ext cx="173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D9A9B50-B503-51DA-C6BC-B040C8FC1D53}"/>
                    </a:ext>
                  </a:extLst>
                </p14:cNvPr>
                <p14:cNvContentPartPr/>
                <p14:nvPr/>
              </p14:nvContentPartPr>
              <p14:xfrm>
                <a:off x="2720358" y="2222543"/>
                <a:ext cx="16560" cy="158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D9A9B50-B503-51DA-C6BC-B040C8FC1D5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02718" y="2204543"/>
                  <a:ext cx="5220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810BDA2-CC5B-9FEB-9A2D-DB6A880418DF}"/>
              </a:ext>
            </a:extLst>
          </p:cNvPr>
          <p:cNvGrpSpPr/>
          <p:nvPr/>
        </p:nvGrpSpPr>
        <p:grpSpPr>
          <a:xfrm>
            <a:off x="2902158" y="1660223"/>
            <a:ext cx="820800" cy="209160"/>
            <a:chOff x="2902158" y="1660223"/>
            <a:chExt cx="82080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F78A10B-37B1-8CD1-B1EB-302E627F2398}"/>
                    </a:ext>
                  </a:extLst>
                </p14:cNvPr>
                <p14:cNvContentPartPr/>
                <p14:nvPr/>
              </p14:nvContentPartPr>
              <p14:xfrm>
                <a:off x="2902158" y="1720703"/>
                <a:ext cx="792000" cy="80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F78A10B-37B1-8CD1-B1EB-302E627F239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84158" y="1702703"/>
                  <a:ext cx="827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5DBA93D-D7E8-A05A-3958-B093068BEDF0}"/>
                    </a:ext>
                  </a:extLst>
                </p14:cNvPr>
                <p14:cNvContentPartPr/>
                <p14:nvPr/>
              </p14:nvContentPartPr>
              <p14:xfrm>
                <a:off x="3580758" y="1660223"/>
                <a:ext cx="142200" cy="209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5DBA93D-D7E8-A05A-3958-B093068BEDF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62758" y="1642583"/>
                  <a:ext cx="17784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76C0B5A-4848-7FEA-9AE9-AECDA59E4E3C}"/>
                  </a:ext>
                </a:extLst>
              </p14:cNvPr>
              <p14:cNvContentPartPr/>
              <p14:nvPr/>
            </p14:nvContentPartPr>
            <p14:xfrm>
              <a:off x="4731318" y="1739063"/>
              <a:ext cx="92520" cy="108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76C0B5A-4848-7FEA-9AE9-AECDA59E4E3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713318" y="1721063"/>
                <a:ext cx="1281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4CAC3FE-A47E-6795-1B42-EB52898DE233}"/>
                  </a:ext>
                </a:extLst>
              </p14:cNvPr>
              <p14:cNvContentPartPr/>
              <p14:nvPr/>
            </p14:nvContentPartPr>
            <p14:xfrm>
              <a:off x="4739238" y="2194103"/>
              <a:ext cx="75240" cy="72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4CAC3FE-A47E-6795-1B42-EB52898DE23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721238" y="2176103"/>
                <a:ext cx="11088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1B9CCC3-30F5-B000-5F68-0FAEE4138627}"/>
              </a:ext>
            </a:extLst>
          </p:cNvPr>
          <p:cNvGrpSpPr/>
          <p:nvPr/>
        </p:nvGrpSpPr>
        <p:grpSpPr>
          <a:xfrm>
            <a:off x="4204278" y="1842383"/>
            <a:ext cx="634320" cy="211320"/>
            <a:chOff x="4204278" y="1842383"/>
            <a:chExt cx="63432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E6E0D8E-9E29-5D0C-8F97-F1BBB416B572}"/>
                    </a:ext>
                  </a:extLst>
                </p14:cNvPr>
                <p14:cNvContentPartPr/>
                <p14:nvPr/>
              </p14:nvContentPartPr>
              <p14:xfrm>
                <a:off x="4742478" y="1842383"/>
                <a:ext cx="95400" cy="11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E6E0D8E-9E29-5D0C-8F97-F1BBB416B5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24838" y="1824743"/>
                  <a:ext cx="131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3FEA4EB-3A3E-7657-254C-A96414EE9738}"/>
                    </a:ext>
                  </a:extLst>
                </p14:cNvPr>
                <p14:cNvContentPartPr/>
                <p14:nvPr/>
              </p14:nvContentPartPr>
              <p14:xfrm>
                <a:off x="4744278" y="2005463"/>
                <a:ext cx="94320" cy="15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3FEA4EB-3A3E-7657-254C-A96414EE973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26278" y="1987463"/>
                  <a:ext cx="129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8CB11CE-CAD4-D404-9EED-3F73B556E3A9}"/>
                    </a:ext>
                  </a:extLst>
                </p14:cNvPr>
                <p14:cNvContentPartPr/>
                <p14:nvPr/>
              </p14:nvContentPartPr>
              <p14:xfrm>
                <a:off x="4204638" y="1930583"/>
                <a:ext cx="426960" cy="53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8CB11CE-CAD4-D404-9EED-3F73B556E3A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86998" y="1912943"/>
                  <a:ext cx="462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F1E8189-0C78-B8C0-6FA8-26241A8F44FD}"/>
                    </a:ext>
                  </a:extLst>
                </p14:cNvPr>
                <p14:cNvContentPartPr/>
                <p14:nvPr/>
              </p14:nvContentPartPr>
              <p14:xfrm>
                <a:off x="4204278" y="1883063"/>
                <a:ext cx="146160" cy="170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F1E8189-0C78-B8C0-6FA8-26241A8F44F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186278" y="1865423"/>
                  <a:ext cx="18180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A30E5AF-FE7E-ABC8-80DF-E2F5900388F9}"/>
              </a:ext>
            </a:extLst>
          </p:cNvPr>
          <p:cNvGrpSpPr/>
          <p:nvPr/>
        </p:nvGrpSpPr>
        <p:grpSpPr>
          <a:xfrm>
            <a:off x="6860718" y="304103"/>
            <a:ext cx="3974760" cy="1621440"/>
            <a:chOff x="6860718" y="304103"/>
            <a:chExt cx="3974760" cy="162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E7B8D51-11FD-7C39-ADEA-C36ED531815E}"/>
                    </a:ext>
                  </a:extLst>
                </p14:cNvPr>
                <p14:cNvContentPartPr/>
                <p14:nvPr/>
              </p14:nvContentPartPr>
              <p14:xfrm>
                <a:off x="7873758" y="504983"/>
                <a:ext cx="86760" cy="343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E7B8D51-11FD-7C39-ADEA-C36ED531815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55758" y="487343"/>
                  <a:ext cx="1224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2B3ED6E-CA77-51C2-CF5D-E8032E803D68}"/>
                    </a:ext>
                  </a:extLst>
                </p14:cNvPr>
                <p14:cNvContentPartPr/>
                <p14:nvPr/>
              </p14:nvContentPartPr>
              <p14:xfrm>
                <a:off x="7866198" y="508223"/>
                <a:ext cx="262800" cy="3600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2B3ED6E-CA77-51C2-CF5D-E8032E803D6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848198" y="490583"/>
                  <a:ext cx="2984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925EE6B-7A4D-6EA4-15A8-3304203A61CC}"/>
                    </a:ext>
                  </a:extLst>
                </p14:cNvPr>
                <p14:cNvContentPartPr/>
                <p14:nvPr/>
              </p14:nvContentPartPr>
              <p14:xfrm>
                <a:off x="8141598" y="650783"/>
                <a:ext cx="716040" cy="101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925EE6B-7A4D-6EA4-15A8-3304203A61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123958" y="632783"/>
                  <a:ext cx="751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9D6258C-757A-1239-7881-DFE9D1FFF575}"/>
                    </a:ext>
                  </a:extLst>
                </p14:cNvPr>
                <p14:cNvContentPartPr/>
                <p14:nvPr/>
              </p14:nvContentPartPr>
              <p14:xfrm>
                <a:off x="7288398" y="701183"/>
                <a:ext cx="634680" cy="147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9D6258C-757A-1239-7881-DFE9D1FFF57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270398" y="683543"/>
                  <a:ext cx="670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2718BE8-EA81-3EB1-548C-E499831020CA}"/>
                    </a:ext>
                  </a:extLst>
                </p14:cNvPr>
                <p14:cNvContentPartPr/>
                <p14:nvPr/>
              </p14:nvContentPartPr>
              <p14:xfrm>
                <a:off x="8130438" y="493823"/>
                <a:ext cx="81000" cy="4338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2718BE8-EA81-3EB1-548C-E499831020C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112438" y="476183"/>
                  <a:ext cx="1166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FADCDCA-D4F4-2772-55E1-CE9DC84BBEEA}"/>
                    </a:ext>
                  </a:extLst>
                </p14:cNvPr>
                <p14:cNvContentPartPr/>
                <p14:nvPr/>
              </p14:nvContentPartPr>
              <p14:xfrm>
                <a:off x="7181478" y="731783"/>
                <a:ext cx="138960" cy="21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FADCDCA-D4F4-2772-55E1-CE9DC84BBEE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163838" y="713783"/>
                  <a:ext cx="1746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B97804F-1D86-E580-5F82-57C6B4F9423D}"/>
                    </a:ext>
                  </a:extLst>
                </p14:cNvPr>
                <p14:cNvContentPartPr/>
                <p14:nvPr/>
              </p14:nvContentPartPr>
              <p14:xfrm>
                <a:off x="7171758" y="740423"/>
                <a:ext cx="116280" cy="686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B97804F-1D86-E580-5F82-57C6B4F9423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154118" y="722783"/>
                  <a:ext cx="151920" cy="7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B16E42E-AA1E-02DD-A96F-83743414C16C}"/>
                    </a:ext>
                  </a:extLst>
                </p14:cNvPr>
                <p14:cNvContentPartPr/>
                <p14:nvPr/>
              </p14:nvContentPartPr>
              <p14:xfrm>
                <a:off x="7089678" y="1355303"/>
                <a:ext cx="475560" cy="86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B16E42E-AA1E-02DD-A96F-83743414C16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072038" y="1337663"/>
                  <a:ext cx="511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FDF9E3D-446A-2D6D-A517-BC7A8F7A0EC0}"/>
                    </a:ext>
                  </a:extLst>
                </p14:cNvPr>
                <p14:cNvContentPartPr/>
                <p14:nvPr/>
              </p14:nvContentPartPr>
              <p14:xfrm>
                <a:off x="7275078" y="1479503"/>
                <a:ext cx="118440" cy="27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FDF9E3D-446A-2D6D-A517-BC7A8F7A0EC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57438" y="1461503"/>
                  <a:ext cx="154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483A595-A77F-DC41-1A42-D8CBC79A9A4E}"/>
                    </a:ext>
                  </a:extLst>
                </p14:cNvPr>
                <p14:cNvContentPartPr/>
                <p14:nvPr/>
              </p14:nvContentPartPr>
              <p14:xfrm>
                <a:off x="7381638" y="1492823"/>
                <a:ext cx="96480" cy="4212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483A595-A77F-DC41-1A42-D8CBC79A9A4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363998" y="1475183"/>
                  <a:ext cx="13212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C78EEE0-0602-C64B-BD00-7740ACA85814}"/>
                    </a:ext>
                  </a:extLst>
                </p14:cNvPr>
                <p14:cNvContentPartPr/>
                <p14:nvPr/>
              </p14:nvContentPartPr>
              <p14:xfrm>
                <a:off x="7443558" y="1829063"/>
                <a:ext cx="1628280" cy="96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C78EEE0-0602-C64B-BD00-7740ACA8581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425558" y="1811063"/>
                  <a:ext cx="1663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E9831CD-99AE-8391-AB7A-A1D3F4CFEEE1}"/>
                    </a:ext>
                  </a:extLst>
                </p14:cNvPr>
                <p14:cNvContentPartPr/>
                <p14:nvPr/>
              </p14:nvContentPartPr>
              <p14:xfrm>
                <a:off x="8847558" y="647543"/>
                <a:ext cx="242640" cy="12042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E9831CD-99AE-8391-AB7A-A1D3F4CFEEE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29918" y="629543"/>
                  <a:ext cx="278280" cy="12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A545A0E-581C-750E-A530-A43B7ACBE39F}"/>
                    </a:ext>
                  </a:extLst>
                </p14:cNvPr>
                <p14:cNvContentPartPr/>
                <p14:nvPr/>
              </p14:nvContentPartPr>
              <p14:xfrm>
                <a:off x="6885198" y="1123823"/>
                <a:ext cx="63000" cy="156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A545A0E-581C-750E-A530-A43B7ACBE39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867558" y="1106183"/>
                  <a:ext cx="98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C98690F-2658-A718-0424-7805F8FCD0BC}"/>
                    </a:ext>
                  </a:extLst>
                </p14:cNvPr>
                <p14:cNvContentPartPr/>
                <p14:nvPr/>
              </p14:nvContentPartPr>
              <p14:xfrm>
                <a:off x="6860718" y="1036343"/>
                <a:ext cx="147960" cy="1324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C98690F-2658-A718-0424-7805F8FCD0B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843078" y="1018703"/>
                  <a:ext cx="183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2F634BC-2DE8-84F2-DAEA-2016655D20C9}"/>
                    </a:ext>
                  </a:extLst>
                </p14:cNvPr>
                <p14:cNvContentPartPr/>
                <p14:nvPr/>
              </p14:nvContentPartPr>
              <p14:xfrm>
                <a:off x="7397478" y="485183"/>
                <a:ext cx="41760" cy="129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2F634BC-2DE8-84F2-DAEA-2016655D20C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379838" y="467543"/>
                  <a:ext cx="77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4DB91CF-76BA-1D62-6968-110AE5684365}"/>
                    </a:ext>
                  </a:extLst>
                </p14:cNvPr>
                <p14:cNvContentPartPr/>
                <p14:nvPr/>
              </p14:nvContentPartPr>
              <p14:xfrm>
                <a:off x="7376598" y="381863"/>
                <a:ext cx="129240" cy="135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4DB91CF-76BA-1D62-6968-110AE568436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358958" y="363863"/>
                  <a:ext cx="164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64C180C-620B-569E-3A6B-577A68559B67}"/>
                    </a:ext>
                  </a:extLst>
                </p14:cNvPr>
                <p14:cNvContentPartPr/>
                <p14:nvPr/>
              </p14:nvContentPartPr>
              <p14:xfrm>
                <a:off x="8269398" y="369623"/>
                <a:ext cx="22320" cy="1792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64C180C-620B-569E-3A6B-577A68559B6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251398" y="351623"/>
                  <a:ext cx="57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8F58242-E3E3-588D-B31A-5B4DB2BA9819}"/>
                    </a:ext>
                  </a:extLst>
                </p14:cNvPr>
                <p14:cNvContentPartPr/>
                <p14:nvPr/>
              </p14:nvContentPartPr>
              <p14:xfrm>
                <a:off x="8288478" y="304103"/>
                <a:ext cx="175320" cy="140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8F58242-E3E3-588D-B31A-5B4DB2BA981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270838" y="286103"/>
                  <a:ext cx="2109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C63C03C-BAB2-583C-774A-9755CDD3E164}"/>
                    </a:ext>
                  </a:extLst>
                </p14:cNvPr>
                <p14:cNvContentPartPr/>
                <p14:nvPr/>
              </p14:nvContentPartPr>
              <p14:xfrm>
                <a:off x="7621398" y="1503263"/>
                <a:ext cx="35280" cy="170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C63C03C-BAB2-583C-774A-9755CDD3E16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603758" y="1485623"/>
                  <a:ext cx="70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D93EF31-58B9-0420-3042-C08334AED6E6}"/>
                    </a:ext>
                  </a:extLst>
                </p14:cNvPr>
                <p14:cNvContentPartPr/>
                <p14:nvPr/>
              </p14:nvContentPartPr>
              <p14:xfrm>
                <a:off x="7619598" y="1490663"/>
                <a:ext cx="136080" cy="100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D93EF31-58B9-0420-3042-C08334AED6E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601598" y="1473023"/>
                  <a:ext cx="171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9388359-7FE2-C390-4633-EC3112139463}"/>
                    </a:ext>
                  </a:extLst>
                </p14:cNvPr>
                <p14:cNvContentPartPr/>
                <p14:nvPr/>
              </p14:nvContentPartPr>
              <p14:xfrm>
                <a:off x="9285318" y="856703"/>
                <a:ext cx="86400" cy="250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9388359-7FE2-C390-4633-EC311213946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267318" y="839063"/>
                  <a:ext cx="1220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39712F1-A38C-CBE5-17A9-AF3D179A07E2}"/>
                    </a:ext>
                  </a:extLst>
                </p14:cNvPr>
                <p14:cNvContentPartPr/>
                <p14:nvPr/>
              </p14:nvContentPartPr>
              <p14:xfrm>
                <a:off x="9298638" y="767423"/>
                <a:ext cx="153720" cy="81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39712F1-A38C-CBE5-17A9-AF3D179A07E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280998" y="749423"/>
                  <a:ext cx="189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F40B155-BCAD-B792-0D3E-7413F170A7C8}"/>
                    </a:ext>
                  </a:extLst>
                </p14:cNvPr>
                <p14:cNvContentPartPr/>
                <p14:nvPr/>
              </p14:nvContentPartPr>
              <p14:xfrm>
                <a:off x="9286398" y="915023"/>
                <a:ext cx="125280" cy="504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F40B155-BCAD-B792-0D3E-7413F170A7C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68398" y="897023"/>
                  <a:ext cx="160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3ACF840-050C-88DC-BBCB-72B8FC0EDC26}"/>
                    </a:ext>
                  </a:extLst>
                </p14:cNvPr>
                <p14:cNvContentPartPr/>
                <p14:nvPr/>
              </p14:nvContentPartPr>
              <p14:xfrm>
                <a:off x="9467838" y="909983"/>
                <a:ext cx="83880" cy="142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3ACF840-050C-88DC-BBCB-72B8FC0EDC2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450198" y="892343"/>
                  <a:ext cx="119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01388E0-720E-A42D-5778-5305DD3FE33D}"/>
                    </a:ext>
                  </a:extLst>
                </p14:cNvPr>
                <p14:cNvContentPartPr/>
                <p14:nvPr/>
              </p14:nvContentPartPr>
              <p14:xfrm>
                <a:off x="9632718" y="882263"/>
                <a:ext cx="54360" cy="134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01388E0-720E-A42D-5778-5305DD3FE33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614718" y="864623"/>
                  <a:ext cx="90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4DA0787-512F-403B-4421-2DC3720170A8}"/>
                    </a:ext>
                  </a:extLst>
                </p14:cNvPr>
                <p14:cNvContentPartPr/>
                <p14:nvPr/>
              </p14:nvContentPartPr>
              <p14:xfrm>
                <a:off x="9795438" y="914303"/>
                <a:ext cx="215280" cy="124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4DA0787-512F-403B-4421-2DC3720170A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77798" y="896663"/>
                  <a:ext cx="2509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292CD7E-AF56-68E9-BDC2-FD8BBE932000}"/>
                    </a:ext>
                  </a:extLst>
                </p14:cNvPr>
                <p14:cNvContentPartPr/>
                <p14:nvPr/>
              </p14:nvContentPartPr>
              <p14:xfrm>
                <a:off x="10076958" y="902423"/>
                <a:ext cx="157320" cy="1357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292CD7E-AF56-68E9-BDC2-FD8BBE93200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058958" y="884783"/>
                  <a:ext cx="192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7DE6FDA-9C53-199C-836F-A66BFEA83A6C}"/>
                    </a:ext>
                  </a:extLst>
                </p14:cNvPr>
                <p14:cNvContentPartPr/>
                <p14:nvPr/>
              </p14:nvContentPartPr>
              <p14:xfrm>
                <a:off x="10292598" y="914663"/>
                <a:ext cx="118440" cy="88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7DE6FDA-9C53-199C-836F-A66BFEA83A6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274958" y="896663"/>
                  <a:ext cx="154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CE18D68-E86F-9943-DFF2-72AED3F15D1A}"/>
                    </a:ext>
                  </a:extLst>
                </p14:cNvPr>
                <p14:cNvContentPartPr/>
                <p14:nvPr/>
              </p14:nvContentPartPr>
              <p14:xfrm>
                <a:off x="10475838" y="775703"/>
                <a:ext cx="161280" cy="290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CE18D68-E86F-9943-DFF2-72AED3F15D1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458198" y="758063"/>
                  <a:ext cx="1969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3198217-FCE5-277E-C87B-F385313B3B99}"/>
                    </a:ext>
                  </a:extLst>
                </p14:cNvPr>
                <p14:cNvContentPartPr/>
                <p14:nvPr/>
              </p14:nvContentPartPr>
              <p14:xfrm>
                <a:off x="9613638" y="1301303"/>
                <a:ext cx="18000" cy="227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3198217-FCE5-277E-C87B-F385313B3B9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595638" y="1283663"/>
                  <a:ext cx="53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BD79DB9-802A-1038-7DF3-5C8855A74CF9}"/>
                    </a:ext>
                  </a:extLst>
                </p14:cNvPr>
                <p14:cNvContentPartPr/>
                <p14:nvPr/>
              </p14:nvContentPartPr>
              <p14:xfrm>
                <a:off x="9596358" y="1294823"/>
                <a:ext cx="138960" cy="2016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BD79DB9-802A-1038-7DF3-5C8855A74CF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578358" y="1277183"/>
                  <a:ext cx="1746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CE30521-61D5-B3A8-7DE3-77435D1CC4EA}"/>
                    </a:ext>
                  </a:extLst>
                </p14:cNvPr>
                <p14:cNvContentPartPr/>
                <p14:nvPr/>
              </p14:nvContentPartPr>
              <p14:xfrm>
                <a:off x="9834318" y="1451063"/>
                <a:ext cx="17640" cy="98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CE30521-61D5-B3A8-7DE3-77435D1CC4E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16678" y="1433063"/>
                  <a:ext cx="53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7FD2F7C-5282-8B26-F0B5-70598A136902}"/>
                    </a:ext>
                  </a:extLst>
                </p14:cNvPr>
                <p14:cNvContentPartPr/>
                <p14:nvPr/>
              </p14:nvContentPartPr>
              <p14:xfrm>
                <a:off x="9818118" y="1341263"/>
                <a:ext cx="26280" cy="65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7FD2F7C-5282-8B26-F0B5-70598A13690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800118" y="1323263"/>
                  <a:ext cx="61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4CB4B29-5439-5E13-26B5-658E6842A676}"/>
                    </a:ext>
                  </a:extLst>
                </p14:cNvPr>
                <p14:cNvContentPartPr/>
                <p14:nvPr/>
              </p14:nvContentPartPr>
              <p14:xfrm>
                <a:off x="9948078" y="1406063"/>
                <a:ext cx="130320" cy="1054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4CB4B29-5439-5E13-26B5-658E6842A67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930078" y="1388063"/>
                  <a:ext cx="1659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AC9053F-F48E-6681-A934-979EBBDE8B9E}"/>
                    </a:ext>
                  </a:extLst>
                </p14:cNvPr>
                <p14:cNvContentPartPr/>
                <p14:nvPr/>
              </p14:nvContentPartPr>
              <p14:xfrm>
                <a:off x="10146798" y="1424783"/>
                <a:ext cx="88560" cy="144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AC9053F-F48E-6681-A934-979EBBDE8B9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128798" y="1407143"/>
                  <a:ext cx="124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76286F4-B99F-D69F-26FB-573D1B51E737}"/>
                    </a:ext>
                  </a:extLst>
                </p14:cNvPr>
                <p14:cNvContentPartPr/>
                <p14:nvPr/>
              </p14:nvContentPartPr>
              <p14:xfrm>
                <a:off x="10271358" y="1456463"/>
                <a:ext cx="114480" cy="90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76286F4-B99F-D69F-26FB-573D1B51E73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253718" y="1438823"/>
                  <a:ext cx="150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C962395-D5BB-705F-A538-C1CB91D84094}"/>
                    </a:ext>
                  </a:extLst>
                </p14:cNvPr>
                <p14:cNvContentPartPr/>
                <p14:nvPr/>
              </p14:nvContentPartPr>
              <p14:xfrm>
                <a:off x="10489878" y="1305623"/>
                <a:ext cx="176040" cy="2617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C962395-D5BB-705F-A538-C1CB91D8409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472238" y="1287623"/>
                  <a:ext cx="2116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0521F6B-F020-A8A8-0D62-1BEB6DAA538B}"/>
                    </a:ext>
                  </a:extLst>
                </p14:cNvPr>
                <p14:cNvContentPartPr/>
                <p14:nvPr/>
              </p14:nvContentPartPr>
              <p14:xfrm>
                <a:off x="10818918" y="1545023"/>
                <a:ext cx="16560" cy="18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0521F6B-F020-A8A8-0D62-1BEB6DAA538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801278" y="1527383"/>
                  <a:ext cx="52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0F294DC-F627-D327-FEB1-55499385DDD3}"/>
                    </a:ext>
                  </a:extLst>
                </p14:cNvPr>
                <p14:cNvContentPartPr/>
                <p14:nvPr/>
              </p14:nvContentPartPr>
              <p14:xfrm>
                <a:off x="7582518" y="991343"/>
                <a:ext cx="1149120" cy="598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0F294DC-F627-D327-FEB1-55499385DDD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564878" y="973703"/>
                  <a:ext cx="118476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E3ED4A1-A91B-E5A1-F619-E2842376A6DE}"/>
                    </a:ext>
                  </a:extLst>
                </p14:cNvPr>
                <p14:cNvContentPartPr/>
                <p14:nvPr/>
              </p14:nvContentPartPr>
              <p14:xfrm>
                <a:off x="8593398" y="1472663"/>
                <a:ext cx="246600" cy="167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E3ED4A1-A91B-E5A1-F619-E2842376A6D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75758" y="1454663"/>
                  <a:ext cx="282240" cy="20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9928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8DB5-0CF3-100A-4A46-C9B3861C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biasing a diode</a:t>
            </a:r>
          </a:p>
        </p:txBody>
      </p:sp>
      <p:pic>
        <p:nvPicPr>
          <p:cNvPr id="6" name="Content Placeholder 5" descr="A black arrow with a line&#10;&#10;Description automatically generated">
            <a:extLst>
              <a:ext uri="{FF2B5EF4-FFF2-40B4-BE49-F238E27FC236}">
                <a16:creationId xmlns:a16="http://schemas.microsoft.com/office/drawing/2014/main" id="{7E6C596D-3932-3B92-A657-6C374F162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638" y="2609063"/>
            <a:ext cx="2972058" cy="8535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B91A-0744-4D68-7BC3-05194332C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 descr="Diagram of a closed door&#10;&#10;Description automatically generated">
            <a:extLst>
              <a:ext uri="{FF2B5EF4-FFF2-40B4-BE49-F238E27FC236}">
                <a16:creationId xmlns:a16="http://schemas.microsoft.com/office/drawing/2014/main" id="{023F5AAF-922D-DA2A-7C01-C6F8279C5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5" y="1395023"/>
            <a:ext cx="5107396" cy="3892594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664B1F05-04DC-B651-276F-26A1E125455D}"/>
              </a:ext>
            </a:extLst>
          </p:cNvPr>
          <p:cNvGrpSpPr/>
          <p:nvPr/>
        </p:nvGrpSpPr>
        <p:grpSpPr>
          <a:xfrm>
            <a:off x="7251573" y="3875587"/>
            <a:ext cx="3937680" cy="2972880"/>
            <a:chOff x="7251573" y="3875587"/>
            <a:chExt cx="3937680" cy="29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E8E1063-024B-3BD5-DBBE-1ECEDAB8232F}"/>
                    </a:ext>
                  </a:extLst>
                </p14:cNvPr>
                <p14:cNvContentPartPr/>
                <p14:nvPr/>
              </p14:nvContentPartPr>
              <p14:xfrm>
                <a:off x="7746933" y="4377067"/>
                <a:ext cx="105120" cy="98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E8E1063-024B-3BD5-DBBE-1ECEDAB8232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29293" y="4359067"/>
                  <a:ext cx="14076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9568792-D50B-AE73-C088-16811CBD2715}"/>
                    </a:ext>
                  </a:extLst>
                </p14:cNvPr>
                <p14:cNvContentPartPr/>
                <p14:nvPr/>
              </p14:nvContentPartPr>
              <p14:xfrm>
                <a:off x="7742253" y="4215787"/>
                <a:ext cx="2492640" cy="172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9568792-D50B-AE73-C088-16811CBD27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4253" y="4197787"/>
                  <a:ext cx="2528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7BE7F1C-9536-28E7-FB9E-46D27C765019}"/>
                    </a:ext>
                  </a:extLst>
                </p14:cNvPr>
                <p14:cNvContentPartPr/>
                <p14:nvPr/>
              </p14:nvContentPartPr>
              <p14:xfrm>
                <a:off x="8149413" y="4239187"/>
                <a:ext cx="2414880" cy="1316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7BE7F1C-9536-28E7-FB9E-46D27C7650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31413" y="4221547"/>
                  <a:ext cx="2450520" cy="13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6E0ED39-4AD7-402C-9225-FCB88F0B7F2F}"/>
                    </a:ext>
                  </a:extLst>
                </p14:cNvPr>
                <p14:cNvContentPartPr/>
                <p14:nvPr/>
              </p14:nvContentPartPr>
              <p14:xfrm>
                <a:off x="9020613" y="4284187"/>
                <a:ext cx="156240" cy="1272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6E0ED39-4AD7-402C-9225-FCB88F0B7F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02973" y="4266547"/>
                  <a:ext cx="191880" cy="13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7FBE1BB-A8EE-1511-4712-30BB374BEA26}"/>
                    </a:ext>
                  </a:extLst>
                </p14:cNvPr>
                <p14:cNvContentPartPr/>
                <p14:nvPr/>
              </p14:nvContentPartPr>
              <p14:xfrm>
                <a:off x="8246613" y="4041187"/>
                <a:ext cx="63360" cy="252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7FBE1BB-A8EE-1511-4712-30BB374BEA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28973" y="4023547"/>
                  <a:ext cx="99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9841EEA-3DA5-39CC-BD80-228618A4E13E}"/>
                    </a:ext>
                  </a:extLst>
                </p14:cNvPr>
                <p14:cNvContentPartPr/>
                <p14:nvPr/>
              </p14:nvContentPartPr>
              <p14:xfrm>
                <a:off x="8232573" y="3995107"/>
                <a:ext cx="177840" cy="119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9841EEA-3DA5-39CC-BD80-228618A4E13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14933" y="3977107"/>
                  <a:ext cx="213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00DE532-BF3E-140A-4E11-CCBE38B5CC72}"/>
                    </a:ext>
                  </a:extLst>
                </p14:cNvPr>
                <p14:cNvContentPartPr/>
                <p14:nvPr/>
              </p14:nvContentPartPr>
              <p14:xfrm>
                <a:off x="9618933" y="3919867"/>
                <a:ext cx="21240" cy="244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00DE532-BF3E-140A-4E11-CCBE38B5CC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00933" y="3902227"/>
                  <a:ext cx="568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82F2467-DD6B-2D32-CD5C-A2A2ECB4BE33}"/>
                    </a:ext>
                  </a:extLst>
                </p14:cNvPr>
                <p14:cNvContentPartPr/>
                <p14:nvPr/>
              </p14:nvContentPartPr>
              <p14:xfrm>
                <a:off x="9590493" y="3875587"/>
                <a:ext cx="194040" cy="214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82F2467-DD6B-2D32-CD5C-A2A2ECB4BE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72493" y="3857587"/>
                  <a:ext cx="229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F7632F-DAF6-A043-E0B1-D82F55FA07B5}"/>
                    </a:ext>
                  </a:extLst>
                </p14:cNvPr>
                <p14:cNvContentPartPr/>
                <p14:nvPr/>
              </p14:nvContentPartPr>
              <p14:xfrm>
                <a:off x="8061573" y="4548067"/>
                <a:ext cx="17280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F7632F-DAF6-A043-E0B1-D82F55FA07B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43573" y="4530427"/>
                  <a:ext cx="208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B9D9FEC-7CD5-ECA5-67D2-4A3679C78938}"/>
                    </a:ext>
                  </a:extLst>
                </p14:cNvPr>
                <p14:cNvContentPartPr/>
                <p14:nvPr/>
              </p14:nvContentPartPr>
              <p14:xfrm>
                <a:off x="8138973" y="4453387"/>
                <a:ext cx="51840" cy="149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B9D9FEC-7CD5-ECA5-67D2-4A3679C7893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21333" y="4435747"/>
                  <a:ext cx="87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D23DA9-DA82-9BC6-DF52-873A01EEE5A4}"/>
                    </a:ext>
                  </a:extLst>
                </p14:cNvPr>
                <p14:cNvContentPartPr/>
                <p14:nvPr/>
              </p14:nvContentPartPr>
              <p14:xfrm>
                <a:off x="8132493" y="4772707"/>
                <a:ext cx="130680" cy="25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D23DA9-DA82-9BC6-DF52-873A01EEE5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14493" y="4754707"/>
                  <a:ext cx="166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BB2161C-C455-FB70-923E-DF657D84978B}"/>
                    </a:ext>
                  </a:extLst>
                </p14:cNvPr>
                <p14:cNvContentPartPr/>
                <p14:nvPr/>
              </p14:nvContentPartPr>
              <p14:xfrm>
                <a:off x="8174253" y="4734907"/>
                <a:ext cx="27720" cy="103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BB2161C-C455-FB70-923E-DF657D84978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56613" y="4716907"/>
                  <a:ext cx="63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5C0F8B-F178-298C-5816-3E5E6967F557}"/>
                    </a:ext>
                  </a:extLst>
                </p14:cNvPr>
                <p14:cNvContentPartPr/>
                <p14:nvPr/>
              </p14:nvContentPartPr>
              <p14:xfrm>
                <a:off x="8172453" y="4968907"/>
                <a:ext cx="106200" cy="3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5C0F8B-F178-298C-5816-3E5E6967F55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54813" y="4951267"/>
                  <a:ext cx="141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5154D23-9413-B439-8E0B-C065C83D3FE8}"/>
                    </a:ext>
                  </a:extLst>
                </p14:cNvPr>
                <p14:cNvContentPartPr/>
                <p14:nvPr/>
              </p14:nvContentPartPr>
              <p14:xfrm>
                <a:off x="8189013" y="4924987"/>
                <a:ext cx="24120" cy="9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5154D23-9413-B439-8E0B-C065C83D3F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71013" y="4906987"/>
                  <a:ext cx="59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7F2C54-9B22-C2D4-5A62-E63D7ED4E034}"/>
                    </a:ext>
                  </a:extLst>
                </p14:cNvPr>
                <p14:cNvContentPartPr/>
                <p14:nvPr/>
              </p14:nvContentPartPr>
              <p14:xfrm>
                <a:off x="8187213" y="5168347"/>
                <a:ext cx="138600" cy="34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7F2C54-9B22-C2D4-5A62-E63D7ED4E03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69213" y="5150707"/>
                  <a:ext cx="174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B0E547-C58C-7FA1-1A12-25E2BA091584}"/>
                    </a:ext>
                  </a:extLst>
                </p14:cNvPr>
                <p14:cNvContentPartPr/>
                <p14:nvPr/>
              </p14:nvContentPartPr>
              <p14:xfrm>
                <a:off x="8262813" y="5145667"/>
                <a:ext cx="15120" cy="112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B0E547-C58C-7FA1-1A12-25E2BA0915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45173" y="5128027"/>
                  <a:ext cx="50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DBFEF6-6C1F-DCDD-28FE-9DD97E91D6CB}"/>
                    </a:ext>
                  </a:extLst>
                </p14:cNvPr>
                <p14:cNvContentPartPr/>
                <p14:nvPr/>
              </p14:nvContentPartPr>
              <p14:xfrm>
                <a:off x="8254533" y="5365627"/>
                <a:ext cx="82440" cy="1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DBFEF6-6C1F-DCDD-28FE-9DD97E91D6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36533" y="5347987"/>
                  <a:ext cx="118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2D841F-21B4-554E-1B69-019B1FE15335}"/>
                    </a:ext>
                  </a:extLst>
                </p14:cNvPr>
                <p14:cNvContentPartPr/>
                <p14:nvPr/>
              </p14:nvContentPartPr>
              <p14:xfrm>
                <a:off x="8315013" y="5353387"/>
                <a:ext cx="16560" cy="117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2D841F-21B4-554E-1B69-019B1FE1533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97373" y="5335747"/>
                  <a:ext cx="52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EC6FB18-95DE-7969-12E2-408D7CB3827E}"/>
                    </a:ext>
                  </a:extLst>
                </p14:cNvPr>
                <p14:cNvContentPartPr/>
                <p14:nvPr/>
              </p14:nvContentPartPr>
              <p14:xfrm>
                <a:off x="10078653" y="4364827"/>
                <a:ext cx="7272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EC6FB18-95DE-7969-12E2-408D7CB3827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60653" y="4347187"/>
                  <a:ext cx="108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A80775C-DE91-1C16-133B-9BDD7E06EE89}"/>
                    </a:ext>
                  </a:extLst>
                </p14:cNvPr>
                <p14:cNvContentPartPr/>
                <p14:nvPr/>
              </p14:nvContentPartPr>
              <p14:xfrm>
                <a:off x="10023933" y="4532227"/>
                <a:ext cx="95040" cy="35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A80775C-DE91-1C16-133B-9BDD7E06EE8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06293" y="4514587"/>
                  <a:ext cx="130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EE8D1F-C461-0153-0A1C-B8FF4307501C}"/>
                    </a:ext>
                  </a:extLst>
                </p14:cNvPr>
                <p14:cNvContentPartPr/>
                <p14:nvPr/>
              </p14:nvContentPartPr>
              <p14:xfrm>
                <a:off x="10089813" y="4728427"/>
                <a:ext cx="63000" cy="18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EE8D1F-C461-0153-0A1C-B8FF430750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72173" y="4710787"/>
                  <a:ext cx="98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1378980-F3C8-4DF8-5423-AD47B7F7BF0B}"/>
                    </a:ext>
                  </a:extLst>
                </p14:cNvPr>
                <p14:cNvContentPartPr/>
                <p14:nvPr/>
              </p14:nvContentPartPr>
              <p14:xfrm>
                <a:off x="10110693" y="4869907"/>
                <a:ext cx="103320" cy="20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1378980-F3C8-4DF8-5423-AD47B7F7BF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93053" y="4852267"/>
                  <a:ext cx="138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0B2F245-232E-0B56-5141-22D46CBAC69F}"/>
                    </a:ext>
                  </a:extLst>
                </p14:cNvPr>
                <p14:cNvContentPartPr/>
                <p14:nvPr/>
              </p14:nvContentPartPr>
              <p14:xfrm>
                <a:off x="10150653" y="5004907"/>
                <a:ext cx="83520" cy="12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0B2F245-232E-0B56-5141-22D46CBAC69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33013" y="4986907"/>
                  <a:ext cx="119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BD51AF-BB7A-201C-2239-8C04B9F5C7BD}"/>
                    </a:ext>
                  </a:extLst>
                </p14:cNvPr>
                <p14:cNvContentPartPr/>
                <p14:nvPr/>
              </p14:nvContentPartPr>
              <p14:xfrm>
                <a:off x="10158573" y="5123707"/>
                <a:ext cx="9648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BD51AF-BB7A-201C-2239-8C04B9F5C7B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40573" y="5105707"/>
                  <a:ext cx="132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77E3DDB-C7D9-64E8-4C27-CEBD0C2C3EF4}"/>
                    </a:ext>
                  </a:extLst>
                </p14:cNvPr>
                <p14:cNvContentPartPr/>
                <p14:nvPr/>
              </p14:nvContentPartPr>
              <p14:xfrm>
                <a:off x="10212933" y="5292547"/>
                <a:ext cx="50760" cy="13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77E3DDB-C7D9-64E8-4C27-CEBD0C2C3EF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95293" y="5274547"/>
                  <a:ext cx="86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24FEA0-7DFE-975D-C8D4-87CB79B47009}"/>
                    </a:ext>
                  </a:extLst>
                </p14:cNvPr>
                <p14:cNvContentPartPr/>
                <p14:nvPr/>
              </p14:nvContentPartPr>
              <p14:xfrm>
                <a:off x="9110613" y="4291387"/>
                <a:ext cx="270000" cy="271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24FEA0-7DFE-975D-C8D4-87CB79B470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92613" y="4273387"/>
                  <a:ext cx="3056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31AF6E-A1EF-8B23-B936-5987063435BD}"/>
                    </a:ext>
                  </a:extLst>
                </p14:cNvPr>
                <p14:cNvContentPartPr/>
                <p14:nvPr/>
              </p14:nvContentPartPr>
              <p14:xfrm>
                <a:off x="9160293" y="4570387"/>
                <a:ext cx="263520" cy="261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31AF6E-A1EF-8B23-B936-5987063435B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42293" y="4552747"/>
                  <a:ext cx="2991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19AFA0-7EB2-1D94-0C08-D0CA6CE89E86}"/>
                    </a:ext>
                  </a:extLst>
                </p14:cNvPr>
                <p14:cNvContentPartPr/>
                <p14:nvPr/>
              </p14:nvContentPartPr>
              <p14:xfrm>
                <a:off x="9196293" y="4856227"/>
                <a:ext cx="190440" cy="295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19AFA0-7EB2-1D94-0C08-D0CA6CE89E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78653" y="4838587"/>
                  <a:ext cx="2260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5F4BCF-1AA8-414B-5702-996D0EAA3896}"/>
                    </a:ext>
                  </a:extLst>
                </p14:cNvPr>
                <p14:cNvContentPartPr/>
                <p14:nvPr/>
              </p14:nvContentPartPr>
              <p14:xfrm>
                <a:off x="9248133" y="5198947"/>
                <a:ext cx="224640" cy="218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5F4BCF-1AA8-414B-5702-996D0EAA389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30493" y="5181307"/>
                  <a:ext cx="260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8DA1B30-2E1C-B1E7-4EC6-9C88DDD9FCE8}"/>
                    </a:ext>
                  </a:extLst>
                </p14:cNvPr>
                <p14:cNvContentPartPr/>
                <p14:nvPr/>
              </p14:nvContentPartPr>
              <p14:xfrm>
                <a:off x="9155253" y="4414507"/>
                <a:ext cx="109440" cy="23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8DA1B30-2E1C-B1E7-4EC6-9C88DDD9FC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37613" y="4396507"/>
                  <a:ext cx="145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F06A753-608D-29EC-B067-9BE92B3F238A}"/>
                    </a:ext>
                  </a:extLst>
                </p14:cNvPr>
                <p14:cNvContentPartPr/>
                <p14:nvPr/>
              </p14:nvContentPartPr>
              <p14:xfrm>
                <a:off x="9204573" y="4382827"/>
                <a:ext cx="23760" cy="73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F06A753-608D-29EC-B067-9BE92B3F23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86573" y="4365187"/>
                  <a:ext cx="59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C8ABC79-1C81-79FC-AA42-319D28417BB9}"/>
                    </a:ext>
                  </a:extLst>
                </p14:cNvPr>
                <p14:cNvContentPartPr/>
                <p14:nvPr/>
              </p14:nvContentPartPr>
              <p14:xfrm>
                <a:off x="9253173" y="4695667"/>
                <a:ext cx="86040" cy="7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C8ABC79-1C81-79FC-AA42-319D28417BB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35173" y="4677667"/>
                  <a:ext cx="121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EE561D3-B788-E724-2906-8D0084647A3B}"/>
                    </a:ext>
                  </a:extLst>
                </p14:cNvPr>
                <p14:cNvContentPartPr/>
                <p14:nvPr/>
              </p14:nvContentPartPr>
              <p14:xfrm>
                <a:off x="9299253" y="4647067"/>
                <a:ext cx="19440" cy="109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EE561D3-B788-E724-2906-8D0084647A3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81613" y="4629067"/>
                  <a:ext cx="55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CA059E-C8C9-2BB3-8097-A7B573A563A7}"/>
                    </a:ext>
                  </a:extLst>
                </p14:cNvPr>
                <p14:cNvContentPartPr/>
                <p14:nvPr/>
              </p14:nvContentPartPr>
              <p14:xfrm>
                <a:off x="9269373" y="4963867"/>
                <a:ext cx="120240" cy="16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CA059E-C8C9-2BB3-8097-A7B573A563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51373" y="4946227"/>
                  <a:ext cx="155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BA8A9B-B396-B6F9-942A-0A1D4B3DA8F3}"/>
                    </a:ext>
                  </a:extLst>
                </p14:cNvPr>
                <p14:cNvContentPartPr/>
                <p14:nvPr/>
              </p14:nvContentPartPr>
              <p14:xfrm>
                <a:off x="9308253" y="4923187"/>
                <a:ext cx="12600" cy="192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BA8A9B-B396-B6F9-942A-0A1D4B3DA8F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90613" y="4905547"/>
                  <a:ext cx="48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CD707BF-8EDA-D959-4F8A-A6504FB8D94D}"/>
                    </a:ext>
                  </a:extLst>
                </p14:cNvPr>
                <p14:cNvContentPartPr/>
                <p14:nvPr/>
              </p14:nvContentPartPr>
              <p14:xfrm>
                <a:off x="9335253" y="5296507"/>
                <a:ext cx="81360" cy="20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CD707BF-8EDA-D959-4F8A-A6504FB8D94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17253" y="5278507"/>
                  <a:ext cx="117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8DC826-2480-D111-951E-C134E9BF89C1}"/>
                    </a:ext>
                  </a:extLst>
                </p14:cNvPr>
                <p14:cNvContentPartPr/>
                <p14:nvPr/>
              </p14:nvContentPartPr>
              <p14:xfrm>
                <a:off x="9380973" y="5274187"/>
                <a:ext cx="9000" cy="104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8DC826-2480-D111-951E-C134E9BF89C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63333" y="5256187"/>
                  <a:ext cx="44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C570E6-D726-D188-A467-248781AF07E8}"/>
                    </a:ext>
                  </a:extLst>
                </p14:cNvPr>
                <p14:cNvContentPartPr/>
                <p14:nvPr/>
              </p14:nvContentPartPr>
              <p14:xfrm>
                <a:off x="8728293" y="4314067"/>
                <a:ext cx="294840" cy="26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C570E6-D726-D188-A467-248781AF07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10293" y="4296427"/>
                  <a:ext cx="3304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A94A045-6671-7030-95A4-03D3E8F091D2}"/>
                    </a:ext>
                  </a:extLst>
                </p14:cNvPr>
                <p14:cNvContentPartPr/>
                <p14:nvPr/>
              </p14:nvContentPartPr>
              <p14:xfrm>
                <a:off x="8818653" y="4406947"/>
                <a:ext cx="87840" cy="52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A94A045-6671-7030-95A4-03D3E8F091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01013" y="4388947"/>
                  <a:ext cx="1234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6464BC0-0BD1-C7B9-327A-7DC6B2AF4B57}"/>
                    </a:ext>
                  </a:extLst>
                </p14:cNvPr>
                <p14:cNvContentPartPr/>
                <p14:nvPr/>
              </p14:nvContentPartPr>
              <p14:xfrm>
                <a:off x="8895333" y="4716187"/>
                <a:ext cx="56160" cy="18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6464BC0-0BD1-C7B9-327A-7DC6B2AF4B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77693" y="4698187"/>
                  <a:ext cx="91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D5E797D-046B-C77E-6619-4F3C3CAC249B}"/>
                    </a:ext>
                  </a:extLst>
                </p14:cNvPr>
                <p14:cNvContentPartPr/>
                <p14:nvPr/>
              </p14:nvContentPartPr>
              <p14:xfrm>
                <a:off x="8828733" y="4620787"/>
                <a:ext cx="253080" cy="221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D5E797D-046B-C77E-6619-4F3C3CAC249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11093" y="4603147"/>
                  <a:ext cx="288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1774D30-A20D-E1C4-CC2E-6C5F941D80AF}"/>
                    </a:ext>
                  </a:extLst>
                </p14:cNvPr>
                <p14:cNvContentPartPr/>
                <p14:nvPr/>
              </p14:nvContentPartPr>
              <p14:xfrm>
                <a:off x="8871573" y="4926427"/>
                <a:ext cx="198360" cy="210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1774D30-A20D-E1C4-CC2E-6C5F941D80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3573" y="4908427"/>
                  <a:ext cx="2340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18E7F9-A651-ACC6-DBA2-9A0C7AFEECBD}"/>
                    </a:ext>
                  </a:extLst>
                </p14:cNvPr>
                <p14:cNvContentPartPr/>
                <p14:nvPr/>
              </p14:nvContentPartPr>
              <p14:xfrm>
                <a:off x="8942853" y="4999867"/>
                <a:ext cx="86040" cy="58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18E7F9-A651-ACC6-DBA2-9A0C7AFEECB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25213" y="4982227"/>
                  <a:ext cx="121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BE4887F-06A6-3BA6-CFA9-5A21D1C98EB1}"/>
                    </a:ext>
                  </a:extLst>
                </p14:cNvPr>
                <p14:cNvContentPartPr/>
                <p14:nvPr/>
              </p14:nvContentPartPr>
              <p14:xfrm>
                <a:off x="8877333" y="5156107"/>
                <a:ext cx="204120" cy="256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BE4887F-06A6-3BA6-CFA9-5A21D1C98EB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59693" y="5138467"/>
                  <a:ext cx="239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97241BB-6B12-940B-9ADC-09953050A6E5}"/>
                    </a:ext>
                  </a:extLst>
                </p14:cNvPr>
                <p14:cNvContentPartPr/>
                <p14:nvPr/>
              </p14:nvContentPartPr>
              <p14:xfrm>
                <a:off x="8952213" y="5260147"/>
                <a:ext cx="51480" cy="15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97241BB-6B12-940B-9ADC-09953050A6E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34573" y="5242507"/>
                  <a:ext cx="87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BE0EF1C-104B-5FA4-16F3-D6BE76AF9AA2}"/>
                    </a:ext>
                  </a:extLst>
                </p14:cNvPr>
                <p14:cNvContentPartPr/>
                <p14:nvPr/>
              </p14:nvContentPartPr>
              <p14:xfrm>
                <a:off x="7275693" y="4871347"/>
                <a:ext cx="549000" cy="57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BE0EF1C-104B-5FA4-16F3-D6BE76AF9AA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57693" y="4853347"/>
                  <a:ext cx="584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39EA160-4653-230C-D8AC-F4E743892802}"/>
                    </a:ext>
                  </a:extLst>
                </p14:cNvPr>
                <p14:cNvContentPartPr/>
                <p14:nvPr/>
              </p14:nvContentPartPr>
              <p14:xfrm>
                <a:off x="7251573" y="4958107"/>
                <a:ext cx="134640" cy="1244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39EA160-4653-230C-D8AC-F4E7438928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33573" y="4940467"/>
                  <a:ext cx="170280" cy="12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740B4CB-9B25-5CF6-73CA-EB5158A5C459}"/>
                    </a:ext>
                  </a:extLst>
                </p14:cNvPr>
                <p14:cNvContentPartPr/>
                <p14:nvPr/>
              </p14:nvContentPartPr>
              <p14:xfrm>
                <a:off x="7388013" y="6161947"/>
                <a:ext cx="29880" cy="185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740B4CB-9B25-5CF6-73CA-EB5158A5C45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70373" y="6143947"/>
                  <a:ext cx="65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46B29D4-B10E-1D7B-0065-ACCB0DF95631}"/>
                    </a:ext>
                  </a:extLst>
                </p14:cNvPr>
                <p14:cNvContentPartPr/>
                <p14:nvPr/>
              </p14:nvContentPartPr>
              <p14:xfrm>
                <a:off x="7421133" y="6299107"/>
                <a:ext cx="644040" cy="47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46B29D4-B10E-1D7B-0065-ACCB0DF956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03133" y="6281107"/>
                  <a:ext cx="679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3556714-DD2E-DD63-991C-23F40368D925}"/>
                    </a:ext>
                  </a:extLst>
                </p14:cNvPr>
                <p14:cNvContentPartPr/>
                <p14:nvPr/>
              </p14:nvContentPartPr>
              <p14:xfrm>
                <a:off x="8078853" y="6147187"/>
                <a:ext cx="31320" cy="275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3556714-DD2E-DD63-991C-23F40368D9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61213" y="6129547"/>
                  <a:ext cx="66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500BAEA-358C-8EA6-48AF-BF120B37A5BA}"/>
                    </a:ext>
                  </a:extLst>
                </p14:cNvPr>
                <p14:cNvContentPartPr/>
                <p14:nvPr/>
              </p14:nvContentPartPr>
              <p14:xfrm>
                <a:off x="8194053" y="5961067"/>
                <a:ext cx="105480" cy="887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500BAEA-358C-8EA6-48AF-BF120B37A5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76413" y="5943067"/>
                  <a:ext cx="14112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6FF8E4F-A7DC-B500-FDDE-9DD89BE69564}"/>
                    </a:ext>
                  </a:extLst>
                </p14:cNvPr>
                <p14:cNvContentPartPr/>
                <p14:nvPr/>
              </p14:nvContentPartPr>
              <p14:xfrm>
                <a:off x="8296653" y="6175267"/>
                <a:ext cx="2436480" cy="149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6FF8E4F-A7DC-B500-FDDE-9DD89BE6956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278653" y="6157627"/>
                  <a:ext cx="2472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D0559EE-A671-3087-4D4A-9A63EA8232A3}"/>
                    </a:ext>
                  </a:extLst>
                </p14:cNvPr>
                <p14:cNvContentPartPr/>
                <p14:nvPr/>
              </p14:nvContentPartPr>
              <p14:xfrm>
                <a:off x="10445853" y="4517827"/>
                <a:ext cx="743400" cy="1782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D0559EE-A671-3087-4D4A-9A63EA8232A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28213" y="4499827"/>
                  <a:ext cx="779040" cy="18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43DD9A6-09B2-A23A-0A35-F794CFE96DD1}"/>
                  </a:ext>
                </a:extLst>
              </p14:cNvPr>
              <p14:cNvContentPartPr/>
              <p14:nvPr/>
            </p14:nvContentPartPr>
            <p14:xfrm>
              <a:off x="7306293" y="4027507"/>
              <a:ext cx="321840" cy="63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43DD9A6-09B2-A23A-0A35-F794CFE96DD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288653" y="4009867"/>
                <a:ext cx="35748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0293E066-3256-52A4-CA19-F7F6CEB3B115}"/>
              </a:ext>
            </a:extLst>
          </p:cNvPr>
          <p:cNvGrpSpPr/>
          <p:nvPr/>
        </p:nvGrpSpPr>
        <p:grpSpPr>
          <a:xfrm>
            <a:off x="10306893" y="3624307"/>
            <a:ext cx="432360" cy="398520"/>
            <a:chOff x="10306893" y="3624307"/>
            <a:chExt cx="43236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7B6C176-B430-8D9C-D1C2-06DDA97EE221}"/>
                    </a:ext>
                  </a:extLst>
                </p14:cNvPr>
                <p14:cNvContentPartPr/>
                <p14:nvPr/>
              </p14:nvContentPartPr>
              <p14:xfrm>
                <a:off x="10306893" y="3848947"/>
                <a:ext cx="432360" cy="67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7B6C176-B430-8D9C-D1C2-06DDA97EE22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289253" y="3830947"/>
                  <a:ext cx="468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8799054-53C3-A73A-CDBB-8F602728BBF0}"/>
                    </a:ext>
                  </a:extLst>
                </p14:cNvPr>
                <p14:cNvContentPartPr/>
                <p14:nvPr/>
              </p14:nvContentPartPr>
              <p14:xfrm>
                <a:off x="10544133" y="3624307"/>
                <a:ext cx="87840" cy="398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8799054-53C3-A73A-CDBB-8F602728BBF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26493" y="3606667"/>
                  <a:ext cx="123480" cy="43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9ABF881-F8C1-4884-C1E9-B02758462431}"/>
              </a:ext>
            </a:extLst>
          </p:cNvPr>
          <p:cNvGrpSpPr/>
          <p:nvPr/>
        </p:nvGrpSpPr>
        <p:grpSpPr>
          <a:xfrm>
            <a:off x="7841973" y="4471387"/>
            <a:ext cx="316440" cy="1027440"/>
            <a:chOff x="7841973" y="4471387"/>
            <a:chExt cx="316440" cy="102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03E3B3C-A949-7121-677D-57DE9A364542}"/>
                    </a:ext>
                  </a:extLst>
                </p14:cNvPr>
                <p14:cNvContentPartPr/>
                <p14:nvPr/>
              </p14:nvContentPartPr>
              <p14:xfrm>
                <a:off x="7841973" y="4563907"/>
                <a:ext cx="127800" cy="17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03E3B3C-A949-7121-677D-57DE9A36454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23973" y="4545907"/>
                  <a:ext cx="163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BA7E1C5-CF5A-213F-7167-53515E942F71}"/>
                    </a:ext>
                  </a:extLst>
                </p14:cNvPr>
                <p14:cNvContentPartPr/>
                <p14:nvPr/>
              </p14:nvContentPartPr>
              <p14:xfrm>
                <a:off x="7904973" y="4471387"/>
                <a:ext cx="33840" cy="154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BA7E1C5-CF5A-213F-7167-53515E942F7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7333" y="4453747"/>
                  <a:ext cx="69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C1A6571-1B5D-02CC-7A37-DA4BE7A01A5B}"/>
                    </a:ext>
                  </a:extLst>
                </p14:cNvPr>
                <p14:cNvContentPartPr/>
                <p14:nvPr/>
              </p14:nvContentPartPr>
              <p14:xfrm>
                <a:off x="7905333" y="4827067"/>
                <a:ext cx="148320" cy="26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C1A6571-1B5D-02CC-7A37-DA4BE7A01A5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87693" y="4809067"/>
                  <a:ext cx="183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4385278-7BE6-FA0F-D3EF-16656A38CB21}"/>
                    </a:ext>
                  </a:extLst>
                </p14:cNvPr>
                <p14:cNvContentPartPr/>
                <p14:nvPr/>
              </p14:nvContentPartPr>
              <p14:xfrm>
                <a:off x="7984893" y="4745347"/>
                <a:ext cx="12960" cy="165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4385278-7BE6-FA0F-D3EF-16656A38CB2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67253" y="4727707"/>
                  <a:ext cx="48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0E55600-CCB7-43B0-55A3-4CA91C3870E8}"/>
                    </a:ext>
                  </a:extLst>
                </p14:cNvPr>
                <p14:cNvContentPartPr/>
                <p14:nvPr/>
              </p14:nvContentPartPr>
              <p14:xfrm>
                <a:off x="7975173" y="5058187"/>
                <a:ext cx="114120" cy="16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0E55600-CCB7-43B0-55A3-4CA91C3870E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57533" y="5040547"/>
                  <a:ext cx="149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B99069C-05DA-5D4E-6167-B5484C25181B}"/>
                    </a:ext>
                  </a:extLst>
                </p14:cNvPr>
                <p14:cNvContentPartPr/>
                <p14:nvPr/>
              </p14:nvContentPartPr>
              <p14:xfrm>
                <a:off x="8021613" y="5010667"/>
                <a:ext cx="29520" cy="135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B99069C-05DA-5D4E-6167-B5484C25181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03973" y="4992667"/>
                  <a:ext cx="65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CA66D0A-F41E-BC28-05A3-47DFD902499C}"/>
                    </a:ext>
                  </a:extLst>
                </p14:cNvPr>
                <p14:cNvContentPartPr/>
                <p14:nvPr/>
              </p14:nvContentPartPr>
              <p14:xfrm>
                <a:off x="8003253" y="5274187"/>
                <a:ext cx="107280" cy="34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CA66D0A-F41E-BC28-05A3-47DFD902499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985253" y="5256187"/>
                  <a:ext cx="142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6A95B16-33CC-5126-17F7-93D64FDBB31F}"/>
                    </a:ext>
                  </a:extLst>
                </p14:cNvPr>
                <p14:cNvContentPartPr/>
                <p14:nvPr/>
              </p14:nvContentPartPr>
              <p14:xfrm>
                <a:off x="8045373" y="5256547"/>
                <a:ext cx="31320" cy="125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6A95B16-33CC-5126-17F7-93D64FDBB31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27733" y="5238547"/>
                  <a:ext cx="669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857C26A-1DC3-2F77-FDB7-522A5F246E91}"/>
                    </a:ext>
                  </a:extLst>
                </p14:cNvPr>
                <p14:cNvContentPartPr/>
                <p14:nvPr/>
              </p14:nvContentPartPr>
              <p14:xfrm>
                <a:off x="8075973" y="5459587"/>
                <a:ext cx="82440" cy="39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857C26A-1DC3-2F77-FDB7-522A5F246E9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57973" y="5441947"/>
                  <a:ext cx="11808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D5F388F-DCAE-2EB5-4B57-E96C690521F2}"/>
                  </a:ext>
                </a:extLst>
              </p14:cNvPr>
              <p14:cNvContentPartPr/>
              <p14:nvPr/>
            </p14:nvContentPartPr>
            <p14:xfrm>
              <a:off x="10251453" y="4384987"/>
              <a:ext cx="77400" cy="14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D5F388F-DCAE-2EB5-4B57-E96C690521F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233813" y="4366987"/>
                <a:ext cx="11304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0C99C074-CAC4-E286-F0DA-A40A368BF755}"/>
              </a:ext>
            </a:extLst>
          </p:cNvPr>
          <p:cNvGrpSpPr/>
          <p:nvPr/>
        </p:nvGrpSpPr>
        <p:grpSpPr>
          <a:xfrm>
            <a:off x="10273053" y="4568227"/>
            <a:ext cx="94320" cy="165600"/>
            <a:chOff x="10273053" y="4568227"/>
            <a:chExt cx="9432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319587C-C4A5-8D7C-EA1B-202540838CF2}"/>
                    </a:ext>
                  </a:extLst>
                </p14:cNvPr>
                <p14:cNvContentPartPr/>
                <p14:nvPr/>
              </p14:nvContentPartPr>
              <p14:xfrm>
                <a:off x="10273053" y="4568227"/>
                <a:ext cx="58680" cy="16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319587C-C4A5-8D7C-EA1B-202540838CF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255053" y="4550227"/>
                  <a:ext cx="94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48B707D-FD85-2538-6616-DE76FDE90547}"/>
                    </a:ext>
                  </a:extLst>
                </p14:cNvPr>
                <p14:cNvContentPartPr/>
                <p14:nvPr/>
              </p14:nvContentPartPr>
              <p14:xfrm>
                <a:off x="10313373" y="4714747"/>
                <a:ext cx="54000" cy="19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48B707D-FD85-2538-6616-DE76FDE9054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95373" y="4696747"/>
                  <a:ext cx="896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02D6EC4-0CC8-79F0-07E5-481CE53F05FF}"/>
              </a:ext>
            </a:extLst>
          </p:cNvPr>
          <p:cNvGrpSpPr/>
          <p:nvPr/>
        </p:nvGrpSpPr>
        <p:grpSpPr>
          <a:xfrm>
            <a:off x="9406173" y="4278427"/>
            <a:ext cx="427320" cy="1189440"/>
            <a:chOff x="9406173" y="4278427"/>
            <a:chExt cx="427320" cy="11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8EC2853-0C94-3C6E-A7C7-8110963F6588}"/>
                    </a:ext>
                  </a:extLst>
                </p14:cNvPr>
                <p14:cNvContentPartPr/>
                <p14:nvPr/>
              </p14:nvContentPartPr>
              <p14:xfrm>
                <a:off x="9406173" y="4278427"/>
                <a:ext cx="220680" cy="287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8EC2853-0C94-3C6E-A7C7-8110963F658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388173" y="4260787"/>
                  <a:ext cx="2563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71CF1AB-B41C-D913-904E-7AC6D8966CBF}"/>
                    </a:ext>
                  </a:extLst>
                </p14:cNvPr>
                <p14:cNvContentPartPr/>
                <p14:nvPr/>
              </p14:nvContentPartPr>
              <p14:xfrm>
                <a:off x="9491133" y="4402267"/>
                <a:ext cx="114840" cy="33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71CF1AB-B41C-D913-904E-7AC6D8966CB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73133" y="4384267"/>
                  <a:ext cx="150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8189518-F742-2E5D-F99F-41DE8E3FC855}"/>
                    </a:ext>
                  </a:extLst>
                </p14:cNvPr>
                <p14:cNvContentPartPr/>
                <p14:nvPr/>
              </p14:nvContentPartPr>
              <p14:xfrm>
                <a:off x="9537933" y="4363747"/>
                <a:ext cx="19440" cy="112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8189518-F742-2E5D-F99F-41DE8E3FC85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19933" y="4345747"/>
                  <a:ext cx="55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BC2BE6F-F535-D585-8410-F14FDC1E8971}"/>
                    </a:ext>
                  </a:extLst>
                </p14:cNvPr>
                <p14:cNvContentPartPr/>
                <p14:nvPr/>
              </p14:nvContentPartPr>
              <p14:xfrm>
                <a:off x="9457653" y="4642027"/>
                <a:ext cx="244080" cy="24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BC2BE6F-F535-D585-8410-F14FDC1E897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39653" y="4624387"/>
                  <a:ext cx="2797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853E2A5-8831-2A5D-5289-CF71F5ADC677}"/>
                    </a:ext>
                  </a:extLst>
                </p14:cNvPr>
                <p14:cNvContentPartPr/>
                <p14:nvPr/>
              </p14:nvContentPartPr>
              <p14:xfrm>
                <a:off x="9579333" y="4760107"/>
                <a:ext cx="86760" cy="36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853E2A5-8831-2A5D-5289-CF71F5ADC67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61693" y="4742107"/>
                  <a:ext cx="122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DCF0F00-07AC-06F6-D280-803C5588E8FA}"/>
                    </a:ext>
                  </a:extLst>
                </p14:cNvPr>
                <p14:cNvContentPartPr/>
                <p14:nvPr/>
              </p14:nvContentPartPr>
              <p14:xfrm>
                <a:off x="9543693" y="4733827"/>
                <a:ext cx="25920" cy="4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DCF0F00-07AC-06F6-D280-803C5588E8F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525693" y="4715827"/>
                  <a:ext cx="615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B3B2C0B-7DE7-D228-FD95-AB9B115B019B}"/>
                    </a:ext>
                  </a:extLst>
                </p14:cNvPr>
                <p14:cNvContentPartPr/>
                <p14:nvPr/>
              </p14:nvContentPartPr>
              <p14:xfrm>
                <a:off x="9503373" y="4930387"/>
                <a:ext cx="181440" cy="216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B3B2C0B-7DE7-D228-FD95-AB9B115B019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85733" y="4912747"/>
                  <a:ext cx="217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D5D59C6-80EA-91DD-076B-DAC0D2358777}"/>
                    </a:ext>
                  </a:extLst>
                </p14:cNvPr>
                <p14:cNvContentPartPr/>
                <p14:nvPr/>
              </p14:nvContentPartPr>
              <p14:xfrm>
                <a:off x="9572853" y="5048827"/>
                <a:ext cx="84600" cy="49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D5D59C6-80EA-91DD-076B-DAC0D235877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55213" y="5030827"/>
                  <a:ext cx="1202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F507FC2-77FE-475E-7EEA-1F9B00093937}"/>
                    </a:ext>
                  </a:extLst>
                </p14:cNvPr>
                <p14:cNvContentPartPr/>
                <p14:nvPr/>
              </p14:nvContentPartPr>
              <p14:xfrm>
                <a:off x="9591213" y="5038387"/>
                <a:ext cx="35280" cy="123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F507FC2-77FE-475E-7EEA-1F9B0009393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73213" y="5020747"/>
                  <a:ext cx="70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A61B488-3AE1-CD0E-FBC5-206B73AF180F}"/>
                    </a:ext>
                  </a:extLst>
                </p14:cNvPr>
                <p14:cNvContentPartPr/>
                <p14:nvPr/>
              </p14:nvContentPartPr>
              <p14:xfrm>
                <a:off x="9562413" y="5215147"/>
                <a:ext cx="271080" cy="252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A61B488-3AE1-CD0E-FBC5-206B73AF180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44773" y="5197507"/>
                  <a:ext cx="306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3D29FC1-0150-2D1C-ED36-1044B3EE501C}"/>
                    </a:ext>
                  </a:extLst>
                </p14:cNvPr>
                <p14:cNvContentPartPr/>
                <p14:nvPr/>
              </p14:nvContentPartPr>
              <p14:xfrm>
                <a:off x="9694533" y="5305867"/>
                <a:ext cx="81360" cy="30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3D29FC1-0150-2D1C-ED36-1044B3EE501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676533" y="5288227"/>
                  <a:ext cx="117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E9E2B01-0EDD-2964-7A76-CD69E8E3EDF1}"/>
                    </a:ext>
                  </a:extLst>
                </p14:cNvPr>
                <p14:cNvContentPartPr/>
                <p14:nvPr/>
              </p14:nvContentPartPr>
              <p14:xfrm>
                <a:off x="9721173" y="5279947"/>
                <a:ext cx="21960" cy="91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E9E2B01-0EDD-2964-7A76-CD69E8E3EDF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703533" y="5262307"/>
                  <a:ext cx="5760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708DEE8-B351-02A3-2EB3-9007769F8EB3}"/>
              </a:ext>
            </a:extLst>
          </p:cNvPr>
          <p:cNvGrpSpPr/>
          <p:nvPr/>
        </p:nvGrpSpPr>
        <p:grpSpPr>
          <a:xfrm>
            <a:off x="8459013" y="4352227"/>
            <a:ext cx="460080" cy="1141560"/>
            <a:chOff x="8459013" y="4352227"/>
            <a:chExt cx="460080" cy="11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3BF7EFF-7CEF-8DB1-E1A7-264CF708B490}"/>
                    </a:ext>
                  </a:extLst>
                </p14:cNvPr>
                <p14:cNvContentPartPr/>
                <p14:nvPr/>
              </p14:nvContentPartPr>
              <p14:xfrm>
                <a:off x="8459013" y="4352227"/>
                <a:ext cx="240480" cy="299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3BF7EFF-7CEF-8DB1-E1A7-264CF708B49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41373" y="4334587"/>
                  <a:ext cx="2761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4077B7-DDE7-FA3F-6957-9107109ED2A4}"/>
                    </a:ext>
                  </a:extLst>
                </p14:cNvPr>
                <p14:cNvContentPartPr/>
                <p14:nvPr/>
              </p14:nvContentPartPr>
              <p14:xfrm>
                <a:off x="8552613" y="4697827"/>
                <a:ext cx="238320" cy="241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4077B7-DDE7-FA3F-6957-9107109ED2A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34613" y="4679827"/>
                  <a:ext cx="2739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50F71CD-431B-6AF9-9764-7E7749A78EDE}"/>
                    </a:ext>
                  </a:extLst>
                </p14:cNvPr>
                <p14:cNvContentPartPr/>
                <p14:nvPr/>
              </p14:nvContentPartPr>
              <p14:xfrm>
                <a:off x="8620293" y="4946227"/>
                <a:ext cx="253080" cy="238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50F71CD-431B-6AF9-9764-7E7749A78ED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02653" y="4928227"/>
                  <a:ext cx="2887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DC1544D-55CD-3FC7-2AF5-C898F6940ED9}"/>
                    </a:ext>
                  </a:extLst>
                </p14:cNvPr>
                <p14:cNvContentPartPr/>
                <p14:nvPr/>
              </p14:nvContentPartPr>
              <p14:xfrm>
                <a:off x="8662413" y="5204347"/>
                <a:ext cx="256680" cy="289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DC1544D-55CD-3FC7-2AF5-C898F6940E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44413" y="5186707"/>
                  <a:ext cx="2923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318FDCC-7CD8-6880-D3AA-18F50355CF59}"/>
                    </a:ext>
                  </a:extLst>
                </p14:cNvPr>
                <p14:cNvContentPartPr/>
                <p14:nvPr/>
              </p14:nvContentPartPr>
              <p14:xfrm>
                <a:off x="8586093" y="4481107"/>
                <a:ext cx="71280" cy="12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318FDCC-7CD8-6880-D3AA-18F50355CF5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68093" y="4463107"/>
                  <a:ext cx="106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F7E7B24-8600-4DE2-00A8-A4CD815526E6}"/>
                    </a:ext>
                  </a:extLst>
                </p14:cNvPr>
                <p14:cNvContentPartPr/>
                <p14:nvPr/>
              </p14:nvContentPartPr>
              <p14:xfrm>
                <a:off x="8686533" y="4820227"/>
                <a:ext cx="67320" cy="10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F7E7B24-8600-4DE2-00A8-A4CD815526E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68533" y="4802587"/>
                  <a:ext cx="102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447B4A8-5858-4D81-1277-431014CC32FC}"/>
                    </a:ext>
                  </a:extLst>
                </p14:cNvPr>
                <p14:cNvContentPartPr/>
                <p14:nvPr/>
              </p14:nvContentPartPr>
              <p14:xfrm>
                <a:off x="8758173" y="5052067"/>
                <a:ext cx="44640" cy="28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447B4A8-5858-4D81-1277-431014CC32F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40533" y="5034427"/>
                  <a:ext cx="80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39B0FA0-F405-64B0-2D12-64028437EBFA}"/>
                    </a:ext>
                  </a:extLst>
                </p14:cNvPr>
                <p14:cNvContentPartPr/>
                <p14:nvPr/>
              </p14:nvContentPartPr>
              <p14:xfrm>
                <a:off x="8774373" y="5341147"/>
                <a:ext cx="73080" cy="36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39B0FA0-F405-64B0-2D12-64028437EBF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56373" y="5323147"/>
                  <a:ext cx="10872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E894B69-5E4E-E0AF-3B0B-96EBC0A2CEBC}"/>
              </a:ext>
            </a:extLst>
          </p:cNvPr>
          <p:cNvGrpSpPr/>
          <p:nvPr/>
        </p:nvGrpSpPr>
        <p:grpSpPr>
          <a:xfrm>
            <a:off x="8676813" y="3498667"/>
            <a:ext cx="738000" cy="395640"/>
            <a:chOff x="8676813" y="3498667"/>
            <a:chExt cx="73800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32FD4-3344-80E1-95A4-CF8BC3AD54F3}"/>
                    </a:ext>
                  </a:extLst>
                </p14:cNvPr>
                <p14:cNvContentPartPr/>
                <p14:nvPr/>
              </p14:nvContentPartPr>
              <p14:xfrm>
                <a:off x="8676813" y="3572827"/>
                <a:ext cx="279720" cy="321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032FD4-3344-80E1-95A4-CF8BC3AD54F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58813" y="3554827"/>
                  <a:ext cx="315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D76AED5-83D7-0F36-3549-A035DEB767C9}"/>
                    </a:ext>
                  </a:extLst>
                </p14:cNvPr>
                <p14:cNvContentPartPr/>
                <p14:nvPr/>
              </p14:nvContentPartPr>
              <p14:xfrm>
                <a:off x="9020613" y="3685507"/>
                <a:ext cx="160920" cy="155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D76AED5-83D7-0F36-3549-A035DEB767C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02973" y="3667507"/>
                  <a:ext cx="196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ABB46DC-A651-5177-E11F-32187F616129}"/>
                    </a:ext>
                  </a:extLst>
                </p14:cNvPr>
                <p14:cNvContentPartPr/>
                <p14:nvPr/>
              </p14:nvContentPartPr>
              <p14:xfrm>
                <a:off x="9243813" y="3498667"/>
                <a:ext cx="94320" cy="244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ABB46DC-A651-5177-E11F-32187F61612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25813" y="3480667"/>
                  <a:ext cx="1299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06775D3-253E-7B05-7E86-96A526D0CE89}"/>
                    </a:ext>
                  </a:extLst>
                </p14:cNvPr>
                <p14:cNvContentPartPr/>
                <p14:nvPr/>
              </p14:nvContentPartPr>
              <p14:xfrm>
                <a:off x="9378093" y="3517387"/>
                <a:ext cx="36720" cy="19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06775D3-253E-7B05-7E86-96A526D0CE8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60093" y="3499747"/>
                  <a:ext cx="72360" cy="23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9433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B30F-89EC-B7AD-79D6-C76EDD0E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1F3D-7421-4CE2-4BF5-3376EB38C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biasing a diode</a:t>
            </a:r>
          </a:p>
        </p:txBody>
      </p:sp>
      <p:pic>
        <p:nvPicPr>
          <p:cNvPr id="6" name="Content Placeholder 5" descr="A black arrow with a line&#10;&#10;Description automatically generated">
            <a:extLst>
              <a:ext uri="{FF2B5EF4-FFF2-40B4-BE49-F238E27FC236}">
                <a16:creationId xmlns:a16="http://schemas.microsoft.com/office/drawing/2014/main" id="{376FD29D-381F-4BA5-9578-16A4DFECC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638" y="2609063"/>
            <a:ext cx="2972058" cy="8535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2F42E-AC7D-98E8-F4CC-73BF440B5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 descr="Diagram of a closed door&#10;&#10;Description automatically generated">
            <a:extLst>
              <a:ext uri="{FF2B5EF4-FFF2-40B4-BE49-F238E27FC236}">
                <a16:creationId xmlns:a16="http://schemas.microsoft.com/office/drawing/2014/main" id="{03CAF7B9-1919-79E9-59E6-C10681ECA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5" y="1395023"/>
            <a:ext cx="5107396" cy="3892594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D2CF64E8-19C4-721D-9DA8-3128995F993F}"/>
              </a:ext>
            </a:extLst>
          </p:cNvPr>
          <p:cNvGrpSpPr/>
          <p:nvPr/>
        </p:nvGrpSpPr>
        <p:grpSpPr>
          <a:xfrm>
            <a:off x="7251573" y="3875587"/>
            <a:ext cx="3937680" cy="2972880"/>
            <a:chOff x="7251573" y="3875587"/>
            <a:chExt cx="3937680" cy="29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D799755-3293-E1C7-103E-398C16F5D707}"/>
                    </a:ext>
                  </a:extLst>
                </p14:cNvPr>
                <p14:cNvContentPartPr/>
                <p14:nvPr/>
              </p14:nvContentPartPr>
              <p14:xfrm>
                <a:off x="7746933" y="4377067"/>
                <a:ext cx="105120" cy="98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D799755-3293-E1C7-103E-398C16F5D7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28871" y="4359067"/>
                  <a:ext cx="140882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E2E9918-0BE7-4E4F-C704-32E73098FDAA}"/>
                    </a:ext>
                  </a:extLst>
                </p14:cNvPr>
                <p14:cNvContentPartPr/>
                <p14:nvPr/>
              </p14:nvContentPartPr>
              <p14:xfrm>
                <a:off x="7742253" y="4215787"/>
                <a:ext cx="2492640" cy="172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E2E9918-0BE7-4E4F-C704-32E73098FD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4253" y="4197787"/>
                  <a:ext cx="2528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9C9CC88-0324-BCDF-9B34-A9CD934859DC}"/>
                    </a:ext>
                  </a:extLst>
                </p14:cNvPr>
                <p14:cNvContentPartPr/>
                <p14:nvPr/>
              </p14:nvContentPartPr>
              <p14:xfrm>
                <a:off x="8149413" y="4239187"/>
                <a:ext cx="2414880" cy="1316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9C9CC88-0324-BCDF-9B34-A9CD934859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31416" y="4221187"/>
                  <a:ext cx="2450515" cy="13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4BBFEB-DA91-063B-C63B-14C8EE564009}"/>
                    </a:ext>
                  </a:extLst>
                </p14:cNvPr>
                <p14:cNvContentPartPr/>
                <p14:nvPr/>
              </p14:nvContentPartPr>
              <p14:xfrm>
                <a:off x="9020613" y="4284187"/>
                <a:ext cx="156240" cy="1272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4BBFEB-DA91-063B-C63B-14C8EE56400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02613" y="4266187"/>
                  <a:ext cx="191880" cy="13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ED7B1B-D21C-BD4A-85A3-30AD4B6B7ECA}"/>
                    </a:ext>
                  </a:extLst>
                </p14:cNvPr>
                <p14:cNvContentPartPr/>
                <p14:nvPr/>
              </p14:nvContentPartPr>
              <p14:xfrm>
                <a:off x="8246613" y="4041187"/>
                <a:ext cx="63360" cy="252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3ED7B1B-D21C-BD4A-85A3-30AD4B6B7E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28613" y="4023187"/>
                  <a:ext cx="99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B7FC79-F098-5A9E-5BD4-636C204AE139}"/>
                    </a:ext>
                  </a:extLst>
                </p14:cNvPr>
                <p14:cNvContentPartPr/>
                <p14:nvPr/>
              </p14:nvContentPartPr>
              <p14:xfrm>
                <a:off x="8232573" y="3995107"/>
                <a:ext cx="177840" cy="119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B7FC79-F098-5A9E-5BD4-636C204AE1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14573" y="3977107"/>
                  <a:ext cx="213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4820E5B-E5A6-1DC8-B2FE-495C33A78D9F}"/>
                    </a:ext>
                  </a:extLst>
                </p14:cNvPr>
                <p14:cNvContentPartPr/>
                <p14:nvPr/>
              </p14:nvContentPartPr>
              <p14:xfrm>
                <a:off x="9618933" y="3919867"/>
                <a:ext cx="21240" cy="244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820E5B-E5A6-1DC8-B2FE-495C33A78D9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00933" y="3901867"/>
                  <a:ext cx="568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D5C9F5-7573-84E7-27A6-362634A0C694}"/>
                    </a:ext>
                  </a:extLst>
                </p14:cNvPr>
                <p14:cNvContentPartPr/>
                <p14:nvPr/>
              </p14:nvContentPartPr>
              <p14:xfrm>
                <a:off x="9590493" y="3875587"/>
                <a:ext cx="194040" cy="214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D5C9F5-7573-84E7-27A6-362634A0C6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72493" y="3857587"/>
                  <a:ext cx="229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134002-05F5-636B-AA8F-2CBA150BF1C8}"/>
                    </a:ext>
                  </a:extLst>
                </p14:cNvPr>
                <p14:cNvContentPartPr/>
                <p14:nvPr/>
              </p14:nvContentPartPr>
              <p14:xfrm>
                <a:off x="8061573" y="4548067"/>
                <a:ext cx="17280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134002-05F5-636B-AA8F-2CBA150BF1C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43573" y="4530067"/>
                  <a:ext cx="208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1DCEDC0-4D88-6E1D-E205-1FA9F0193E68}"/>
                    </a:ext>
                  </a:extLst>
                </p14:cNvPr>
                <p14:cNvContentPartPr/>
                <p14:nvPr/>
              </p14:nvContentPartPr>
              <p14:xfrm>
                <a:off x="8138973" y="4453387"/>
                <a:ext cx="51840" cy="149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1DCEDC0-4D88-6E1D-E205-1FA9F0193E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20847" y="4435387"/>
                  <a:ext cx="87729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1C48C67-D16F-D820-062B-2627D049578A}"/>
                    </a:ext>
                  </a:extLst>
                </p14:cNvPr>
                <p14:cNvContentPartPr/>
                <p14:nvPr/>
              </p14:nvContentPartPr>
              <p14:xfrm>
                <a:off x="8132493" y="4772707"/>
                <a:ext cx="130680" cy="25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1C48C67-D16F-D820-062B-2627D04957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14493" y="4754957"/>
                  <a:ext cx="16632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9421336-C434-0CFF-A7B3-30D673FF3622}"/>
                    </a:ext>
                  </a:extLst>
                </p14:cNvPr>
                <p14:cNvContentPartPr/>
                <p14:nvPr/>
              </p14:nvContentPartPr>
              <p14:xfrm>
                <a:off x="8174253" y="4734907"/>
                <a:ext cx="27720" cy="103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9421336-C434-0CFF-A7B3-30D673FF362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56253" y="4716907"/>
                  <a:ext cx="63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194BE05-D723-E150-16D5-EBC9389CE1E8}"/>
                    </a:ext>
                  </a:extLst>
                </p14:cNvPr>
                <p14:cNvContentPartPr/>
                <p14:nvPr/>
              </p14:nvContentPartPr>
              <p14:xfrm>
                <a:off x="8172453" y="4968907"/>
                <a:ext cx="106200" cy="3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194BE05-D723-E150-16D5-EBC9389CE1E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54392" y="4950707"/>
                  <a:ext cx="141961" cy="687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3DBC9BD-99C6-1446-4694-015F829A9A7E}"/>
                    </a:ext>
                  </a:extLst>
                </p14:cNvPr>
                <p14:cNvContentPartPr/>
                <p14:nvPr/>
              </p14:nvContentPartPr>
              <p14:xfrm>
                <a:off x="8189013" y="4924987"/>
                <a:ext cx="24120" cy="9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3DBC9BD-99C6-1446-4694-015F829A9A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71278" y="4907055"/>
                  <a:ext cx="59236" cy="1305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AAB610-4D97-FCA5-5DA2-0C81FDDF3444}"/>
                    </a:ext>
                  </a:extLst>
                </p14:cNvPr>
                <p14:cNvContentPartPr/>
                <p14:nvPr/>
              </p14:nvContentPartPr>
              <p14:xfrm>
                <a:off x="8187213" y="5168347"/>
                <a:ext cx="138600" cy="34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AAB610-4D97-FCA5-5DA2-0C81FDDF34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69213" y="5150347"/>
                  <a:ext cx="174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8CCE42D-C2E6-A0E5-C9AE-281E3D01F701}"/>
                    </a:ext>
                  </a:extLst>
                </p14:cNvPr>
                <p14:cNvContentPartPr/>
                <p14:nvPr/>
              </p14:nvContentPartPr>
              <p14:xfrm>
                <a:off x="8262813" y="5145667"/>
                <a:ext cx="15120" cy="112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8CCE42D-C2E6-A0E5-C9AE-281E3D01F7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44813" y="5127667"/>
                  <a:ext cx="50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0C53535-0DAD-9E64-1C4E-9BE99F746F1C}"/>
                    </a:ext>
                  </a:extLst>
                </p14:cNvPr>
                <p14:cNvContentPartPr/>
                <p14:nvPr/>
              </p14:nvContentPartPr>
              <p14:xfrm>
                <a:off x="8254533" y="5365627"/>
                <a:ext cx="82440" cy="1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0C53535-0DAD-9E64-1C4E-9BE99F746F1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36611" y="5347627"/>
                  <a:ext cx="117925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ACC220-E057-AD40-597C-1547610D8203}"/>
                    </a:ext>
                  </a:extLst>
                </p14:cNvPr>
                <p14:cNvContentPartPr/>
                <p14:nvPr/>
              </p14:nvContentPartPr>
              <p14:xfrm>
                <a:off x="8315013" y="5353387"/>
                <a:ext cx="16560" cy="117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ACC220-E057-AD40-597C-1547610D82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97013" y="5335387"/>
                  <a:ext cx="52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750D74-7D9D-8C33-5C73-F4654E8A0D4E}"/>
                    </a:ext>
                  </a:extLst>
                </p14:cNvPr>
                <p14:cNvContentPartPr/>
                <p14:nvPr/>
              </p14:nvContentPartPr>
              <p14:xfrm>
                <a:off x="10078653" y="4364827"/>
                <a:ext cx="7272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750D74-7D9D-8C33-5C73-F4654E8A0D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60653" y="4346827"/>
                  <a:ext cx="108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CC6B07-318D-72ED-CF22-9D35E8A846DD}"/>
                    </a:ext>
                  </a:extLst>
                </p14:cNvPr>
                <p14:cNvContentPartPr/>
                <p14:nvPr/>
              </p14:nvContentPartPr>
              <p14:xfrm>
                <a:off x="10023933" y="4532227"/>
                <a:ext cx="95040" cy="35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CC6B07-318D-72ED-CF22-9D35E8A846D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05933" y="4514041"/>
                  <a:ext cx="130680" cy="712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D6EA58-5335-073E-1D0C-B8AF725FC6C7}"/>
                    </a:ext>
                  </a:extLst>
                </p14:cNvPr>
                <p14:cNvContentPartPr/>
                <p14:nvPr/>
              </p14:nvContentPartPr>
              <p14:xfrm>
                <a:off x="10089813" y="4728427"/>
                <a:ext cx="63000" cy="18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D6EA58-5335-073E-1D0C-B8AF725FC6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71813" y="4710060"/>
                  <a:ext cx="98640" cy="54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016E13B-52FE-0E44-1C7A-6278A804F3D9}"/>
                    </a:ext>
                  </a:extLst>
                </p14:cNvPr>
                <p14:cNvContentPartPr/>
                <p14:nvPr/>
              </p14:nvContentPartPr>
              <p14:xfrm>
                <a:off x="10110693" y="4869907"/>
                <a:ext cx="103320" cy="20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016E13B-52FE-0E44-1C7A-6278A804F3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92630" y="4851907"/>
                  <a:ext cx="139085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3923041-AB44-8794-01A5-212D10A9217F}"/>
                    </a:ext>
                  </a:extLst>
                </p14:cNvPr>
                <p14:cNvContentPartPr/>
                <p14:nvPr/>
              </p14:nvContentPartPr>
              <p14:xfrm>
                <a:off x="10150653" y="5004907"/>
                <a:ext cx="83520" cy="12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3923041-AB44-8794-01A5-212D10A921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32653" y="4986907"/>
                  <a:ext cx="119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640E2C-E4DD-680D-6914-F1F09E2006CA}"/>
                    </a:ext>
                  </a:extLst>
                </p14:cNvPr>
                <p14:cNvContentPartPr/>
                <p14:nvPr/>
              </p14:nvContentPartPr>
              <p14:xfrm>
                <a:off x="10158573" y="5123707"/>
                <a:ext cx="9648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640E2C-E4DD-680D-6914-F1F09E2006C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40573" y="5105893"/>
                  <a:ext cx="132120" cy="698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6984F24-9817-DC4E-BA85-6B826A636BDC}"/>
                    </a:ext>
                  </a:extLst>
                </p14:cNvPr>
                <p14:cNvContentPartPr/>
                <p14:nvPr/>
              </p14:nvContentPartPr>
              <p14:xfrm>
                <a:off x="10212933" y="5292547"/>
                <a:ext cx="50760" cy="13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6984F24-9817-DC4E-BA85-6B826A636BD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94933" y="5274547"/>
                  <a:ext cx="86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635545-B570-110D-A4CF-33290E3F4EFD}"/>
                    </a:ext>
                  </a:extLst>
                </p14:cNvPr>
                <p14:cNvContentPartPr/>
                <p14:nvPr/>
              </p14:nvContentPartPr>
              <p14:xfrm>
                <a:off x="9110613" y="4291387"/>
                <a:ext cx="270000" cy="271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635545-B570-110D-A4CF-33290E3F4E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92637" y="4273411"/>
                  <a:ext cx="305593" cy="3066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3F79E76-B118-51CA-C2A5-60EE39766B23}"/>
                    </a:ext>
                  </a:extLst>
                </p14:cNvPr>
                <p14:cNvContentPartPr/>
                <p14:nvPr/>
              </p14:nvContentPartPr>
              <p14:xfrm>
                <a:off x="9160293" y="4570387"/>
                <a:ext cx="263520" cy="261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3F79E76-B118-51CA-C2A5-60EE39766B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42293" y="4552387"/>
                  <a:ext cx="2991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E0F2A0-2AA2-BBBD-B404-14A6FAB13581}"/>
                    </a:ext>
                  </a:extLst>
                </p14:cNvPr>
                <p14:cNvContentPartPr/>
                <p14:nvPr/>
              </p14:nvContentPartPr>
              <p14:xfrm>
                <a:off x="9196293" y="4856227"/>
                <a:ext cx="190440" cy="295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E0F2A0-2AA2-BBBD-B404-14A6FAB135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78293" y="4838205"/>
                  <a:ext cx="226080" cy="3312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49C275-8043-EE7A-F359-68AFC4A23C66}"/>
                    </a:ext>
                  </a:extLst>
                </p14:cNvPr>
                <p14:cNvContentPartPr/>
                <p14:nvPr/>
              </p14:nvContentPartPr>
              <p14:xfrm>
                <a:off x="9248133" y="5198947"/>
                <a:ext cx="224640" cy="218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49C275-8043-EE7A-F359-68AFC4A23C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30133" y="5180917"/>
                  <a:ext cx="2602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C55E52F-396D-262F-9124-5FA5050336FD}"/>
                    </a:ext>
                  </a:extLst>
                </p14:cNvPr>
                <p14:cNvContentPartPr/>
                <p14:nvPr/>
              </p14:nvContentPartPr>
              <p14:xfrm>
                <a:off x="9155253" y="4414507"/>
                <a:ext cx="109440" cy="23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C55E52F-396D-262F-9124-5FA5050336F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37253" y="4396776"/>
                  <a:ext cx="145080" cy="588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D093828-B7B8-2A3B-9B9F-1B210175E6BC}"/>
                    </a:ext>
                  </a:extLst>
                </p14:cNvPr>
                <p14:cNvContentPartPr/>
                <p14:nvPr/>
              </p14:nvContentPartPr>
              <p14:xfrm>
                <a:off x="9204573" y="4382827"/>
                <a:ext cx="23760" cy="73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D093828-B7B8-2A3B-9B9F-1B210175E6B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86842" y="4364739"/>
                  <a:ext cx="58868" cy="1096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F75D659-69A2-3FBA-3F4C-CB124BFC1487}"/>
                    </a:ext>
                  </a:extLst>
                </p14:cNvPr>
                <p14:cNvContentPartPr/>
                <p14:nvPr/>
              </p14:nvContentPartPr>
              <p14:xfrm>
                <a:off x="9253173" y="4695667"/>
                <a:ext cx="86040" cy="7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F75D659-69A2-3FBA-3F4C-CB124BFC148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35248" y="4677667"/>
                  <a:ext cx="121532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791211-7A52-4EF7-249A-18CBFA285A8F}"/>
                    </a:ext>
                  </a:extLst>
                </p14:cNvPr>
                <p14:cNvContentPartPr/>
                <p14:nvPr/>
              </p14:nvContentPartPr>
              <p14:xfrm>
                <a:off x="9299253" y="4647067"/>
                <a:ext cx="19440" cy="109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791211-7A52-4EF7-249A-18CBFA285A8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81253" y="4629067"/>
                  <a:ext cx="55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A7352D4-73C8-B69B-6C34-3CF5F937D05C}"/>
                    </a:ext>
                  </a:extLst>
                </p14:cNvPr>
                <p14:cNvContentPartPr/>
                <p14:nvPr/>
              </p14:nvContentPartPr>
              <p14:xfrm>
                <a:off x="9269373" y="4963867"/>
                <a:ext cx="120240" cy="16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A7352D4-73C8-B69B-6C34-3CF5F937D05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51373" y="4945867"/>
                  <a:ext cx="155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3266818-0167-69D1-63A2-2054646B7F7B}"/>
                    </a:ext>
                  </a:extLst>
                </p14:cNvPr>
                <p14:cNvContentPartPr/>
                <p14:nvPr/>
              </p14:nvContentPartPr>
              <p14:xfrm>
                <a:off x="9308253" y="4923187"/>
                <a:ext cx="12600" cy="192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3266818-0167-69D1-63A2-2054646B7F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90253" y="4905187"/>
                  <a:ext cx="48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EC8BF0C-AFA3-79D8-4047-FF1160C2B751}"/>
                    </a:ext>
                  </a:extLst>
                </p14:cNvPr>
                <p14:cNvContentPartPr/>
                <p14:nvPr/>
              </p14:nvContentPartPr>
              <p14:xfrm>
                <a:off x="9335253" y="5296507"/>
                <a:ext cx="81360" cy="20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EC8BF0C-AFA3-79D8-4047-FF1160C2B75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17253" y="5278507"/>
                  <a:ext cx="117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FC73FF-384E-9037-DF54-EB0D10C97FDC}"/>
                    </a:ext>
                  </a:extLst>
                </p14:cNvPr>
                <p14:cNvContentPartPr/>
                <p14:nvPr/>
              </p14:nvContentPartPr>
              <p14:xfrm>
                <a:off x="9380973" y="5274187"/>
                <a:ext cx="9000" cy="104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FC73FF-384E-9037-DF54-EB0D10C97FD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62973" y="5256249"/>
                  <a:ext cx="44640" cy="1402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7081062-2FF8-BF9A-894D-3AE29197C589}"/>
                    </a:ext>
                  </a:extLst>
                </p14:cNvPr>
                <p14:cNvContentPartPr/>
                <p14:nvPr/>
              </p14:nvContentPartPr>
              <p14:xfrm>
                <a:off x="8728293" y="4314067"/>
                <a:ext cx="294840" cy="26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7081062-2FF8-BF9A-894D-3AE29197C58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10293" y="4296067"/>
                  <a:ext cx="3304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1409AA-FE0B-B831-75EB-7AA1F32E6E4E}"/>
                    </a:ext>
                  </a:extLst>
                </p14:cNvPr>
                <p14:cNvContentPartPr/>
                <p14:nvPr/>
              </p14:nvContentPartPr>
              <p14:xfrm>
                <a:off x="8818653" y="4406947"/>
                <a:ext cx="87840" cy="52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1409AA-FE0B-B831-75EB-7AA1F32E6E4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00579" y="4388947"/>
                  <a:ext cx="123627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DDC52F-37B1-B9DC-9485-0F7E66A07D5C}"/>
                    </a:ext>
                  </a:extLst>
                </p14:cNvPr>
                <p14:cNvContentPartPr/>
                <p14:nvPr/>
              </p14:nvContentPartPr>
              <p14:xfrm>
                <a:off x="8895333" y="4716187"/>
                <a:ext cx="56160" cy="18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DDC52F-37B1-B9DC-9485-0F7E66A07D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77217" y="4698187"/>
                  <a:ext cx="9203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3C2E05-28B4-23D1-E07C-CC2217B6810C}"/>
                    </a:ext>
                  </a:extLst>
                </p14:cNvPr>
                <p14:cNvContentPartPr/>
                <p14:nvPr/>
              </p14:nvContentPartPr>
              <p14:xfrm>
                <a:off x="8828733" y="4620787"/>
                <a:ext cx="253080" cy="221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3C2E05-28B4-23D1-E07C-CC2217B681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10733" y="4602787"/>
                  <a:ext cx="288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4DBABD-9678-C0AC-A593-31F7EA4615F9}"/>
                    </a:ext>
                  </a:extLst>
                </p14:cNvPr>
                <p14:cNvContentPartPr/>
                <p14:nvPr/>
              </p14:nvContentPartPr>
              <p14:xfrm>
                <a:off x="8871573" y="4926427"/>
                <a:ext cx="198360" cy="210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4DBABD-9678-C0AC-A593-31F7EA4615F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3573" y="4908427"/>
                  <a:ext cx="2340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2E8B34A-8D0F-431D-67DF-C6D8A445D521}"/>
                    </a:ext>
                  </a:extLst>
                </p14:cNvPr>
                <p14:cNvContentPartPr/>
                <p14:nvPr/>
              </p14:nvContentPartPr>
              <p14:xfrm>
                <a:off x="8942853" y="4999867"/>
                <a:ext cx="86040" cy="58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2E8B34A-8D0F-431D-67DF-C6D8A445D52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24853" y="4981867"/>
                  <a:ext cx="121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D8CA91B-7929-393C-21FE-F059058B300E}"/>
                    </a:ext>
                  </a:extLst>
                </p14:cNvPr>
                <p14:cNvContentPartPr/>
                <p14:nvPr/>
              </p14:nvContentPartPr>
              <p14:xfrm>
                <a:off x="8877333" y="5156107"/>
                <a:ext cx="204120" cy="256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D8CA91B-7929-393C-21FE-F059058B300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59333" y="5138107"/>
                  <a:ext cx="239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82F1A55-D433-72E2-85F8-FE31B0ADAC63}"/>
                    </a:ext>
                  </a:extLst>
                </p14:cNvPr>
                <p14:cNvContentPartPr/>
                <p14:nvPr/>
              </p14:nvContentPartPr>
              <p14:xfrm>
                <a:off x="8952213" y="5260147"/>
                <a:ext cx="51480" cy="15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82F1A55-D433-72E2-85F8-FE31B0ADAC6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34213" y="5242147"/>
                  <a:ext cx="87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E4670DF-FA54-FC27-ACD4-F9548BF267C5}"/>
                    </a:ext>
                  </a:extLst>
                </p14:cNvPr>
                <p14:cNvContentPartPr/>
                <p14:nvPr/>
              </p14:nvContentPartPr>
              <p14:xfrm>
                <a:off x="7275693" y="4871347"/>
                <a:ext cx="549000" cy="57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E4670DF-FA54-FC27-ACD4-F9548BF267C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57693" y="4853347"/>
                  <a:ext cx="584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312D588-7F74-137A-1482-47952AEBE5B5}"/>
                    </a:ext>
                  </a:extLst>
                </p14:cNvPr>
                <p14:cNvContentPartPr/>
                <p14:nvPr/>
              </p14:nvContentPartPr>
              <p14:xfrm>
                <a:off x="7251573" y="4958107"/>
                <a:ext cx="134640" cy="1244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312D588-7F74-137A-1482-47952AEBE5B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33573" y="4940107"/>
                  <a:ext cx="170280" cy="12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E4A5AEE-469A-8543-6C13-47ECAD46DF96}"/>
                    </a:ext>
                  </a:extLst>
                </p14:cNvPr>
                <p14:cNvContentPartPr/>
                <p14:nvPr/>
              </p14:nvContentPartPr>
              <p14:xfrm>
                <a:off x="7388013" y="6161947"/>
                <a:ext cx="29880" cy="185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E4A5AEE-469A-8543-6C13-47ECAD46DF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69793" y="6143947"/>
                  <a:ext cx="65955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C90F6B6-5634-1B84-F49E-490B5583C2F9}"/>
                    </a:ext>
                  </a:extLst>
                </p14:cNvPr>
                <p14:cNvContentPartPr/>
                <p14:nvPr/>
              </p14:nvContentPartPr>
              <p14:xfrm>
                <a:off x="7421133" y="6299107"/>
                <a:ext cx="644040" cy="47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C90F6B6-5634-1B84-F49E-490B5583C2F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03133" y="6281107"/>
                  <a:ext cx="679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E9E9B53-7ECF-9626-2E7D-637CF5FF1A1E}"/>
                    </a:ext>
                  </a:extLst>
                </p14:cNvPr>
                <p14:cNvContentPartPr/>
                <p14:nvPr/>
              </p14:nvContentPartPr>
              <p14:xfrm>
                <a:off x="8078853" y="6147187"/>
                <a:ext cx="31320" cy="275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E9E9B53-7ECF-9626-2E7D-637CF5FF1A1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60853" y="6129163"/>
                  <a:ext cx="66960" cy="3110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83FBDB3-8096-8BBB-1C0D-95D0E81287AF}"/>
                    </a:ext>
                  </a:extLst>
                </p14:cNvPr>
                <p14:cNvContentPartPr/>
                <p14:nvPr/>
              </p14:nvContentPartPr>
              <p14:xfrm>
                <a:off x="8194053" y="5961067"/>
                <a:ext cx="105480" cy="887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83FBDB3-8096-8BBB-1C0D-95D0E81287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75991" y="5943067"/>
                  <a:ext cx="141242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2A75B44-4066-55D6-A977-A896CF675DB8}"/>
                    </a:ext>
                  </a:extLst>
                </p14:cNvPr>
                <p14:cNvContentPartPr/>
                <p14:nvPr/>
              </p14:nvContentPartPr>
              <p14:xfrm>
                <a:off x="8296653" y="6175267"/>
                <a:ext cx="2436480" cy="149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2A75B44-4066-55D6-A977-A896CF675DB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278653" y="6157224"/>
                  <a:ext cx="247212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FDB2289-A94A-9679-7FF0-531EE35BA643}"/>
                    </a:ext>
                  </a:extLst>
                </p14:cNvPr>
                <p14:cNvContentPartPr/>
                <p14:nvPr/>
              </p14:nvContentPartPr>
              <p14:xfrm>
                <a:off x="10445853" y="4517827"/>
                <a:ext cx="743400" cy="1782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FDB2289-A94A-9679-7FF0-531EE35BA6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27853" y="4499831"/>
                  <a:ext cx="779040" cy="181763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45E353A-B8C4-8509-4E94-11C502592E7E}"/>
                  </a:ext>
                </a:extLst>
              </p14:cNvPr>
              <p14:cNvContentPartPr/>
              <p14:nvPr/>
            </p14:nvContentPartPr>
            <p14:xfrm>
              <a:off x="7306293" y="4027507"/>
              <a:ext cx="321840" cy="63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45E353A-B8C4-8509-4E94-11C502592E7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288293" y="4009507"/>
                <a:ext cx="35748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2F93670-1E72-6D8C-82FC-978D1C2925A1}"/>
              </a:ext>
            </a:extLst>
          </p:cNvPr>
          <p:cNvGrpSpPr/>
          <p:nvPr/>
        </p:nvGrpSpPr>
        <p:grpSpPr>
          <a:xfrm>
            <a:off x="10306893" y="3624307"/>
            <a:ext cx="432360" cy="398520"/>
            <a:chOff x="10306893" y="3624307"/>
            <a:chExt cx="43236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84DE63A-8021-A4EF-BA79-4E80BA301331}"/>
                    </a:ext>
                  </a:extLst>
                </p14:cNvPr>
                <p14:cNvContentPartPr/>
                <p14:nvPr/>
              </p14:nvContentPartPr>
              <p14:xfrm>
                <a:off x="10306893" y="3848947"/>
                <a:ext cx="432360" cy="67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84DE63A-8021-A4EF-BA79-4E80BA30133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288893" y="3831042"/>
                  <a:ext cx="468000" cy="103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7FACA4A-4A12-2051-2068-19887E2E976D}"/>
                    </a:ext>
                  </a:extLst>
                </p14:cNvPr>
                <p14:cNvContentPartPr/>
                <p14:nvPr/>
              </p14:nvContentPartPr>
              <p14:xfrm>
                <a:off x="10544133" y="3624307"/>
                <a:ext cx="87840" cy="398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7FACA4A-4A12-2051-2068-19887E2E976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26059" y="3606291"/>
                  <a:ext cx="123627" cy="434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3DD61F-BD8A-C992-68E9-3F6B1A8C0976}"/>
              </a:ext>
            </a:extLst>
          </p:cNvPr>
          <p:cNvGrpSpPr/>
          <p:nvPr/>
        </p:nvGrpSpPr>
        <p:grpSpPr>
          <a:xfrm>
            <a:off x="7841973" y="4471387"/>
            <a:ext cx="316440" cy="1027440"/>
            <a:chOff x="7841973" y="4471387"/>
            <a:chExt cx="316440" cy="102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41FB147-BDA1-AF1A-69E2-8F5A285B6FF7}"/>
                    </a:ext>
                  </a:extLst>
                </p14:cNvPr>
                <p14:cNvContentPartPr/>
                <p14:nvPr/>
              </p14:nvContentPartPr>
              <p14:xfrm>
                <a:off x="7841973" y="4563907"/>
                <a:ext cx="127800" cy="17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41FB147-BDA1-AF1A-69E2-8F5A285B6F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23973" y="4545907"/>
                  <a:ext cx="163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802B620-A49C-36C9-8CDD-66565AA1C292}"/>
                    </a:ext>
                  </a:extLst>
                </p14:cNvPr>
                <p14:cNvContentPartPr/>
                <p14:nvPr/>
              </p14:nvContentPartPr>
              <p14:xfrm>
                <a:off x="7904973" y="4471387"/>
                <a:ext cx="33840" cy="154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802B620-A49C-36C9-8CDD-66565AA1C29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6973" y="4453387"/>
                  <a:ext cx="69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8450630-5F1B-B437-E98A-AE3CD5024F04}"/>
                    </a:ext>
                  </a:extLst>
                </p14:cNvPr>
                <p14:cNvContentPartPr/>
                <p14:nvPr/>
              </p14:nvContentPartPr>
              <p14:xfrm>
                <a:off x="7905333" y="4827067"/>
                <a:ext cx="148320" cy="26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8450630-5F1B-B437-E98A-AE3CD5024F0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87333" y="4809310"/>
                  <a:ext cx="18396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C7416EC-910A-B573-9C4C-550651CF7BC6}"/>
                    </a:ext>
                  </a:extLst>
                </p14:cNvPr>
                <p14:cNvContentPartPr/>
                <p14:nvPr/>
              </p14:nvContentPartPr>
              <p14:xfrm>
                <a:off x="7984893" y="4745347"/>
                <a:ext cx="12960" cy="165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C7416EC-910A-B573-9C4C-550651CF7BC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66893" y="4727347"/>
                  <a:ext cx="48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C5D607-BDCE-F0F5-D914-FC3FE40A320D}"/>
                    </a:ext>
                  </a:extLst>
                </p14:cNvPr>
                <p14:cNvContentPartPr/>
                <p14:nvPr/>
              </p14:nvContentPartPr>
              <p14:xfrm>
                <a:off x="7975173" y="5058187"/>
                <a:ext cx="114120" cy="16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C5D607-BDCE-F0F5-D914-FC3FE40A320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57173" y="5039787"/>
                  <a:ext cx="149760" cy="529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32631C7-D850-6355-393E-47936B62E93C}"/>
                    </a:ext>
                  </a:extLst>
                </p14:cNvPr>
                <p14:cNvContentPartPr/>
                <p14:nvPr/>
              </p14:nvContentPartPr>
              <p14:xfrm>
                <a:off x="8021613" y="5010667"/>
                <a:ext cx="29520" cy="135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32631C7-D850-6355-393E-47936B62E93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03391" y="4992667"/>
                  <a:ext cx="65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142E3A5-0CC3-10B0-C335-32F12343B1D7}"/>
                    </a:ext>
                  </a:extLst>
                </p14:cNvPr>
                <p14:cNvContentPartPr/>
                <p14:nvPr/>
              </p14:nvContentPartPr>
              <p14:xfrm>
                <a:off x="8003253" y="5274187"/>
                <a:ext cx="107280" cy="34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142E3A5-0CC3-10B0-C335-32F12343B1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985253" y="5256187"/>
                  <a:ext cx="142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D47EBF6-E0DC-77E1-D739-E4C75DD89BC2}"/>
                    </a:ext>
                  </a:extLst>
                </p14:cNvPr>
                <p14:cNvContentPartPr/>
                <p14:nvPr/>
              </p14:nvContentPartPr>
              <p14:xfrm>
                <a:off x="8045373" y="5256547"/>
                <a:ext cx="31320" cy="125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D47EBF6-E0DC-77E1-D739-E4C75DD89BC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27164" y="5238547"/>
                  <a:ext cx="67374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9337D18-1E29-94B5-F3AD-92F865B0A7BE}"/>
                    </a:ext>
                  </a:extLst>
                </p14:cNvPr>
                <p14:cNvContentPartPr/>
                <p14:nvPr/>
              </p14:nvContentPartPr>
              <p14:xfrm>
                <a:off x="8075973" y="5459587"/>
                <a:ext cx="82440" cy="39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9337D18-1E29-94B5-F3AD-92F865B0A7B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57973" y="5441587"/>
                  <a:ext cx="11808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3BECB54-B399-7712-90D0-64F97A138BA0}"/>
                  </a:ext>
                </a:extLst>
              </p14:cNvPr>
              <p14:cNvContentPartPr/>
              <p14:nvPr/>
            </p14:nvContentPartPr>
            <p14:xfrm>
              <a:off x="10251453" y="4384987"/>
              <a:ext cx="77400" cy="14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3BECB54-B399-7712-90D0-64F97A138BA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233453" y="4366987"/>
                <a:ext cx="11304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BC32BCB8-6B59-0B28-8B69-3B30437B1C77}"/>
              </a:ext>
            </a:extLst>
          </p:cNvPr>
          <p:cNvGrpSpPr/>
          <p:nvPr/>
        </p:nvGrpSpPr>
        <p:grpSpPr>
          <a:xfrm>
            <a:off x="10273053" y="4568227"/>
            <a:ext cx="94320" cy="165600"/>
            <a:chOff x="10273053" y="4568227"/>
            <a:chExt cx="9432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D77A371-7574-3C6A-8926-0EFD896189EB}"/>
                    </a:ext>
                  </a:extLst>
                </p14:cNvPr>
                <p14:cNvContentPartPr/>
                <p14:nvPr/>
              </p14:nvContentPartPr>
              <p14:xfrm>
                <a:off x="10273053" y="4568227"/>
                <a:ext cx="58680" cy="16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D77A371-7574-3C6A-8926-0EFD896189E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255163" y="4550227"/>
                  <a:ext cx="94103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E56D221-B356-7F4E-6143-A926C6FBE45D}"/>
                    </a:ext>
                  </a:extLst>
                </p14:cNvPr>
                <p14:cNvContentPartPr/>
                <p14:nvPr/>
              </p14:nvContentPartPr>
              <p14:xfrm>
                <a:off x="10313373" y="4714747"/>
                <a:ext cx="54000" cy="19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E56D221-B356-7F4E-6143-A926C6FBE45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95373" y="4696747"/>
                  <a:ext cx="896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7D62831-3E4C-59F4-ADC7-925506EB694D}"/>
              </a:ext>
            </a:extLst>
          </p:cNvPr>
          <p:cNvGrpSpPr/>
          <p:nvPr/>
        </p:nvGrpSpPr>
        <p:grpSpPr>
          <a:xfrm>
            <a:off x="9406173" y="4278427"/>
            <a:ext cx="427320" cy="1189440"/>
            <a:chOff x="9406173" y="4278427"/>
            <a:chExt cx="427320" cy="11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734084D-B777-04F8-F395-25C484B5C4DC}"/>
                    </a:ext>
                  </a:extLst>
                </p14:cNvPr>
                <p14:cNvContentPartPr/>
                <p14:nvPr/>
              </p14:nvContentPartPr>
              <p14:xfrm>
                <a:off x="9406173" y="4278427"/>
                <a:ext cx="220680" cy="287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734084D-B777-04F8-F395-25C484B5C4D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388173" y="4260427"/>
                  <a:ext cx="2563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A0D123D-5EDA-DDC1-0587-476344E62DDE}"/>
                    </a:ext>
                  </a:extLst>
                </p14:cNvPr>
                <p14:cNvContentPartPr/>
                <p14:nvPr/>
              </p14:nvContentPartPr>
              <p14:xfrm>
                <a:off x="9491133" y="4402267"/>
                <a:ext cx="114840" cy="33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A0D123D-5EDA-DDC1-0587-476344E62DD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73189" y="4384267"/>
                  <a:ext cx="150369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EC7F2BF-0E1F-167A-2A69-83D74DECA1BF}"/>
                    </a:ext>
                  </a:extLst>
                </p14:cNvPr>
                <p14:cNvContentPartPr/>
                <p14:nvPr/>
              </p14:nvContentPartPr>
              <p14:xfrm>
                <a:off x="9537933" y="4363747"/>
                <a:ext cx="19440" cy="112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EC7F2BF-0E1F-167A-2A69-83D74DECA1B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19933" y="4345747"/>
                  <a:ext cx="55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6332B8F-AB59-B32E-FB77-1BD92458FB23}"/>
                    </a:ext>
                  </a:extLst>
                </p14:cNvPr>
                <p14:cNvContentPartPr/>
                <p14:nvPr/>
              </p14:nvContentPartPr>
              <p14:xfrm>
                <a:off x="9457653" y="4642027"/>
                <a:ext cx="244080" cy="24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6332B8F-AB59-B32E-FB77-1BD92458FB2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39653" y="4624027"/>
                  <a:ext cx="2797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B350421-685B-543E-A4A8-31E6DEB38ED5}"/>
                    </a:ext>
                  </a:extLst>
                </p14:cNvPr>
                <p14:cNvContentPartPr/>
                <p14:nvPr/>
              </p14:nvContentPartPr>
              <p14:xfrm>
                <a:off x="9579333" y="4760107"/>
                <a:ext cx="86760" cy="36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B350421-685B-543E-A4A8-31E6DEB38ED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61258" y="4742107"/>
                  <a:ext cx="122549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2811C03-7BE2-0229-14E7-38079A226D93}"/>
                    </a:ext>
                  </a:extLst>
                </p14:cNvPr>
                <p14:cNvContentPartPr/>
                <p14:nvPr/>
              </p14:nvContentPartPr>
              <p14:xfrm>
                <a:off x="9543693" y="4733827"/>
                <a:ext cx="25920" cy="4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2811C03-7BE2-0229-14E7-38079A226D9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525693" y="4715971"/>
                  <a:ext cx="61560" cy="799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35FC491-89BA-21C4-081D-8EC522124B54}"/>
                    </a:ext>
                  </a:extLst>
                </p14:cNvPr>
                <p14:cNvContentPartPr/>
                <p14:nvPr/>
              </p14:nvContentPartPr>
              <p14:xfrm>
                <a:off x="9503373" y="4930387"/>
                <a:ext cx="181440" cy="216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35FC491-89BA-21C4-081D-8EC522124B5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85337" y="4912387"/>
                  <a:ext cx="217151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E69CADE-8D7C-2331-AA4E-6E9FC2BF8C94}"/>
                    </a:ext>
                  </a:extLst>
                </p14:cNvPr>
                <p14:cNvContentPartPr/>
                <p14:nvPr/>
              </p14:nvContentPartPr>
              <p14:xfrm>
                <a:off x="9572853" y="5048827"/>
                <a:ext cx="84600" cy="49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E69CADE-8D7C-2331-AA4E-6E9FC2BF8C9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54776" y="5030827"/>
                  <a:ext cx="120392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807A81D-0B5C-FD15-7F9E-D02469C9BADD}"/>
                    </a:ext>
                  </a:extLst>
                </p14:cNvPr>
                <p14:cNvContentPartPr/>
                <p14:nvPr/>
              </p14:nvContentPartPr>
              <p14:xfrm>
                <a:off x="9591213" y="5038387"/>
                <a:ext cx="35280" cy="123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807A81D-0B5C-FD15-7F9E-D02469C9BAD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73213" y="5020387"/>
                  <a:ext cx="70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B296EC-C305-F680-DFF8-22E0D9E06198}"/>
                    </a:ext>
                  </a:extLst>
                </p14:cNvPr>
                <p14:cNvContentPartPr/>
                <p14:nvPr/>
              </p14:nvContentPartPr>
              <p14:xfrm>
                <a:off x="9562413" y="5215147"/>
                <a:ext cx="271080" cy="252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B296EC-C305-F680-DFF8-22E0D9E061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44413" y="5197147"/>
                  <a:ext cx="306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3BEFAA2-C1DC-05BD-B409-8EF93D46C447}"/>
                    </a:ext>
                  </a:extLst>
                </p14:cNvPr>
                <p14:cNvContentPartPr/>
                <p14:nvPr/>
              </p14:nvContentPartPr>
              <p14:xfrm>
                <a:off x="9694533" y="5305867"/>
                <a:ext cx="81360" cy="30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3BEFAA2-C1DC-05BD-B409-8EF93D46C44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676533" y="5287867"/>
                  <a:ext cx="117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9604394-7E06-0258-0694-1753657B7A8D}"/>
                    </a:ext>
                  </a:extLst>
                </p14:cNvPr>
                <p14:cNvContentPartPr/>
                <p14:nvPr/>
              </p14:nvContentPartPr>
              <p14:xfrm>
                <a:off x="9721173" y="5279947"/>
                <a:ext cx="21960" cy="91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9604394-7E06-0258-0694-1753657B7A8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702873" y="5261947"/>
                  <a:ext cx="58194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C2E84B1-37FD-2022-0458-7FDB31958B37}"/>
              </a:ext>
            </a:extLst>
          </p:cNvPr>
          <p:cNvGrpSpPr/>
          <p:nvPr/>
        </p:nvGrpSpPr>
        <p:grpSpPr>
          <a:xfrm>
            <a:off x="8459013" y="4352227"/>
            <a:ext cx="460080" cy="1141560"/>
            <a:chOff x="8459013" y="4352227"/>
            <a:chExt cx="460080" cy="11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ACFD45F-1678-5C8D-0FA4-9B863C88CA31}"/>
                    </a:ext>
                  </a:extLst>
                </p14:cNvPr>
                <p14:cNvContentPartPr/>
                <p14:nvPr/>
              </p14:nvContentPartPr>
              <p14:xfrm>
                <a:off x="8459013" y="4352227"/>
                <a:ext cx="240480" cy="299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ACFD45F-1678-5C8D-0FA4-9B863C88CA3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41013" y="4334227"/>
                  <a:ext cx="2761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BC75D43-DFED-E36E-82D5-6BC59BBC04B0}"/>
                    </a:ext>
                  </a:extLst>
                </p14:cNvPr>
                <p14:cNvContentPartPr/>
                <p14:nvPr/>
              </p14:nvContentPartPr>
              <p14:xfrm>
                <a:off x="8552613" y="4697827"/>
                <a:ext cx="238320" cy="241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BC75D43-DFED-E36E-82D5-6BC59BBC04B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34613" y="4679827"/>
                  <a:ext cx="2739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B41D860-C480-F3DF-CD92-DF2E6CAFA079}"/>
                    </a:ext>
                  </a:extLst>
                </p14:cNvPr>
                <p14:cNvContentPartPr/>
                <p14:nvPr/>
              </p14:nvContentPartPr>
              <p14:xfrm>
                <a:off x="8620293" y="4946227"/>
                <a:ext cx="253080" cy="238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B41D860-C480-F3DF-CD92-DF2E6CAFA07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02293" y="4928227"/>
                  <a:ext cx="2887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7842127-D8CB-5DFD-8135-9D264393C14C}"/>
                    </a:ext>
                  </a:extLst>
                </p14:cNvPr>
                <p14:cNvContentPartPr/>
                <p14:nvPr/>
              </p14:nvContentPartPr>
              <p14:xfrm>
                <a:off x="8662413" y="5204347"/>
                <a:ext cx="256680" cy="289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7842127-D8CB-5DFD-8135-9D264393C14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44413" y="5186347"/>
                  <a:ext cx="2923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A3359F2-FD2E-CBCB-F494-BF4FCC8EB075}"/>
                    </a:ext>
                  </a:extLst>
                </p14:cNvPr>
                <p14:cNvContentPartPr/>
                <p14:nvPr/>
              </p14:nvContentPartPr>
              <p14:xfrm>
                <a:off x="8586093" y="4481107"/>
                <a:ext cx="71280" cy="12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A3359F2-FD2E-CBCB-F494-BF4FCC8EB07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68093" y="4463593"/>
                  <a:ext cx="106920" cy="476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C14F12B-7865-B7C2-4BF4-700DF38B8306}"/>
                    </a:ext>
                  </a:extLst>
                </p14:cNvPr>
                <p14:cNvContentPartPr/>
                <p14:nvPr/>
              </p14:nvContentPartPr>
              <p14:xfrm>
                <a:off x="8686533" y="4820227"/>
                <a:ext cx="67320" cy="10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C14F12B-7865-B7C2-4BF4-700DF38B830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68533" y="4802227"/>
                  <a:ext cx="102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A01852C-9628-8DC0-1678-141BCABB64CD}"/>
                    </a:ext>
                  </a:extLst>
                </p14:cNvPr>
                <p14:cNvContentPartPr/>
                <p14:nvPr/>
              </p14:nvContentPartPr>
              <p14:xfrm>
                <a:off x="8758173" y="5052067"/>
                <a:ext cx="44640" cy="28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A01852C-9628-8DC0-1678-141BCABB64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40173" y="5034067"/>
                  <a:ext cx="80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1CF799C-9F8D-2693-B202-644ECC0F918B}"/>
                    </a:ext>
                  </a:extLst>
                </p14:cNvPr>
                <p14:cNvContentPartPr/>
                <p14:nvPr/>
              </p14:nvContentPartPr>
              <p14:xfrm>
                <a:off x="8774373" y="5341147"/>
                <a:ext cx="73080" cy="36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1CF799C-9F8D-2693-B202-644ECC0F918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56461" y="5323322"/>
                  <a:ext cx="108545" cy="720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E95A24E-44BA-D64A-BDE6-A3C2DA055712}"/>
              </a:ext>
            </a:extLst>
          </p:cNvPr>
          <p:cNvGrpSpPr/>
          <p:nvPr/>
        </p:nvGrpSpPr>
        <p:grpSpPr>
          <a:xfrm>
            <a:off x="8676813" y="3498667"/>
            <a:ext cx="738000" cy="395640"/>
            <a:chOff x="8676813" y="3498667"/>
            <a:chExt cx="73800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9CA8320-0049-CFF1-68C7-74CF54510124}"/>
                    </a:ext>
                  </a:extLst>
                </p14:cNvPr>
                <p14:cNvContentPartPr/>
                <p14:nvPr/>
              </p14:nvContentPartPr>
              <p14:xfrm>
                <a:off x="8676813" y="3572827"/>
                <a:ext cx="279720" cy="321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9CA8320-0049-CFF1-68C7-74CF54510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58813" y="3554827"/>
                  <a:ext cx="315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02A0A5C-D61D-5E9B-2E2F-CD3FE67A852A}"/>
                    </a:ext>
                  </a:extLst>
                </p14:cNvPr>
                <p14:cNvContentPartPr/>
                <p14:nvPr/>
              </p14:nvContentPartPr>
              <p14:xfrm>
                <a:off x="9020613" y="3685507"/>
                <a:ext cx="160920" cy="155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02A0A5C-D61D-5E9B-2E2F-CD3FE67A85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02613" y="3667507"/>
                  <a:ext cx="196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8DE372D-92A5-BBE0-AEA8-036CFC4C9C17}"/>
                    </a:ext>
                  </a:extLst>
                </p14:cNvPr>
                <p14:cNvContentPartPr/>
                <p14:nvPr/>
              </p14:nvContentPartPr>
              <p14:xfrm>
                <a:off x="9243813" y="3498667"/>
                <a:ext cx="94320" cy="244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8DE372D-92A5-BBE0-AEA8-036CFC4C9C1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25881" y="3480667"/>
                  <a:ext cx="129824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9819EEA-E735-4DD1-F823-8ABDD293DB41}"/>
                    </a:ext>
                  </a:extLst>
                </p14:cNvPr>
                <p14:cNvContentPartPr/>
                <p14:nvPr/>
              </p14:nvContentPartPr>
              <p14:xfrm>
                <a:off x="9378093" y="3517387"/>
                <a:ext cx="36720" cy="19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9819EEA-E735-4DD1-F823-8ABDD293DB4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60093" y="3499387"/>
                  <a:ext cx="72360" cy="23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558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A569-6F6E-81A2-41A8-955FE7AD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characterization</a:t>
            </a:r>
          </a:p>
        </p:txBody>
      </p:sp>
      <p:pic>
        <p:nvPicPr>
          <p:cNvPr id="6" name="Content Placeholder 5" descr="A diagram of a voltage&#10;&#10;Description automatically generated with medium confidence">
            <a:extLst>
              <a:ext uri="{FF2B5EF4-FFF2-40B4-BE49-F238E27FC236}">
                <a16:creationId xmlns:a16="http://schemas.microsoft.com/office/drawing/2014/main" id="{0ED4D7E1-ACE2-5ABD-3D87-11DFEB9D6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52" y="1966845"/>
            <a:ext cx="8620236" cy="32253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63A67-1C12-4F23-D4F1-BCD8DFEBE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607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2B31-1D96-5409-6B09-E6F1AA960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analogy</a:t>
            </a:r>
          </a:p>
        </p:txBody>
      </p:sp>
      <p:pic>
        <p:nvPicPr>
          <p:cNvPr id="6" name="Content Placeholder 5" descr="Diagram of a diagram of a diode&#10;&#10;Description automatically generated">
            <a:extLst>
              <a:ext uri="{FF2B5EF4-FFF2-40B4-BE49-F238E27FC236}">
                <a16:creationId xmlns:a16="http://schemas.microsoft.com/office/drawing/2014/main" id="{A2BB5761-A167-1814-8B3E-9C7997D91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395" y="1750086"/>
            <a:ext cx="9102205" cy="303406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47950-FE4F-483F-AC28-1207C718A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778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59E5-3175-5523-5CA9-A51A635BA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65A40-9CEB-70E6-C4AA-0E0260686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73749"/>
            <a:ext cx="10515600" cy="1454792"/>
          </a:xfrm>
        </p:spPr>
        <p:txBody>
          <a:bodyPr/>
          <a:lstStyle/>
          <a:p>
            <a:r>
              <a:rPr lang="en-US" dirty="0"/>
              <a:t>This equation partially describes the behavior of a non-ideal diode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0F462-6614-D344-B6E3-310E878E8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CC5CB1-0089-B5A5-F66C-9123BA34DFB4}"/>
                  </a:ext>
                </a:extLst>
              </p:cNvPr>
              <p:cNvSpPr txBox="1"/>
              <p:nvPr/>
            </p:nvSpPr>
            <p:spPr>
              <a:xfrm>
                <a:off x="838200" y="2435699"/>
                <a:ext cx="4209301" cy="986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𝑞𝑉</m:t>
                              </m:r>
                            </m:num>
                            <m:den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𝑛𝑘𝑇</m:t>
                              </m:r>
                            </m:den>
                          </m:f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600" dirty="0">
                  <a:latin typeface="PT Sans" panose="020B0503020203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CC5CB1-0089-B5A5-F66C-9123BA34D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35699"/>
                <a:ext cx="4209301" cy="9865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92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E756-2339-B07D-1B88-8F840CA4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A33D3-256E-9764-E714-3CEB9BCAF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B1C9D33C-8697-A070-83B9-FDB0CA548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0" y="924215"/>
            <a:ext cx="5788116" cy="556866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6E5C67A-EC8F-4402-167F-A75E68BAEDF2}"/>
              </a:ext>
            </a:extLst>
          </p:cNvPr>
          <p:cNvGrpSpPr/>
          <p:nvPr/>
        </p:nvGrpSpPr>
        <p:grpSpPr>
          <a:xfrm>
            <a:off x="6757653" y="1720987"/>
            <a:ext cx="156240" cy="595800"/>
            <a:chOff x="6757653" y="1720987"/>
            <a:chExt cx="156240" cy="59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993594C-0BCE-6172-83A6-2FA212D0C27C}"/>
                    </a:ext>
                  </a:extLst>
                </p14:cNvPr>
                <p14:cNvContentPartPr/>
                <p14:nvPr/>
              </p14:nvContentPartPr>
              <p14:xfrm>
                <a:off x="6849093" y="1720987"/>
                <a:ext cx="53280" cy="595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993594C-0BCE-6172-83A6-2FA212D0C27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31453" y="1702987"/>
                  <a:ext cx="8892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4D297D-F28E-4646-2C05-A92B99FAC0B1}"/>
                    </a:ext>
                  </a:extLst>
                </p14:cNvPr>
                <p14:cNvContentPartPr/>
                <p14:nvPr/>
              </p14:nvContentPartPr>
              <p14:xfrm>
                <a:off x="6761253" y="2272507"/>
                <a:ext cx="105840" cy="20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4D297D-F28E-4646-2C05-A92B99FAC0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43613" y="2254507"/>
                  <a:ext cx="141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878080C-5435-B70D-0D88-41DC5512E576}"/>
                    </a:ext>
                  </a:extLst>
                </p14:cNvPr>
                <p14:cNvContentPartPr/>
                <p14:nvPr/>
              </p14:nvContentPartPr>
              <p14:xfrm>
                <a:off x="6757653" y="1752307"/>
                <a:ext cx="156240" cy="15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878080C-5435-B70D-0D88-41DC5512E57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39653" y="1734307"/>
                  <a:ext cx="19188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60795D-B586-1D41-0929-E8EB3D6FFE81}"/>
              </a:ext>
            </a:extLst>
          </p:cNvPr>
          <p:cNvGrpSpPr/>
          <p:nvPr/>
        </p:nvGrpSpPr>
        <p:grpSpPr>
          <a:xfrm>
            <a:off x="7234653" y="1949587"/>
            <a:ext cx="101520" cy="107640"/>
            <a:chOff x="7234653" y="1949587"/>
            <a:chExt cx="101520" cy="1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0851079-6806-DDCE-DC56-DBA082384E78}"/>
                    </a:ext>
                  </a:extLst>
                </p14:cNvPr>
                <p14:cNvContentPartPr/>
                <p14:nvPr/>
              </p14:nvContentPartPr>
              <p14:xfrm>
                <a:off x="7234653" y="1949587"/>
                <a:ext cx="67320" cy="1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0851079-6806-DDCE-DC56-DBA082384E7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6653" y="1931947"/>
                  <a:ext cx="102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A47825-AC3A-C011-EF7D-35F490D5CEA1}"/>
                    </a:ext>
                  </a:extLst>
                </p14:cNvPr>
                <p14:cNvContentPartPr/>
                <p14:nvPr/>
              </p14:nvContentPartPr>
              <p14:xfrm>
                <a:off x="7283973" y="2040307"/>
                <a:ext cx="52200" cy="1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A47825-AC3A-C011-EF7D-35F490D5CEA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66333" y="2022667"/>
                  <a:ext cx="8784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EB2E38-EF68-7F83-A58D-60FE32DB1AF6}"/>
              </a:ext>
            </a:extLst>
          </p:cNvPr>
          <p:cNvGrpSpPr/>
          <p:nvPr/>
        </p:nvGrpSpPr>
        <p:grpSpPr>
          <a:xfrm>
            <a:off x="7562973" y="1743307"/>
            <a:ext cx="538920" cy="581040"/>
            <a:chOff x="7562973" y="1743307"/>
            <a:chExt cx="538920" cy="58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9BFB79-F2BA-2BEF-7D89-BCB26BC7B53A}"/>
                    </a:ext>
                  </a:extLst>
                </p14:cNvPr>
                <p14:cNvContentPartPr/>
                <p14:nvPr/>
              </p14:nvContentPartPr>
              <p14:xfrm>
                <a:off x="7562973" y="1759147"/>
                <a:ext cx="297360" cy="23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9BFB79-F2BA-2BEF-7D89-BCB26BC7B53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44973" y="1741507"/>
                  <a:ext cx="333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1B88A6-34C8-E3EB-78EF-A22D4FDE17AE}"/>
                    </a:ext>
                  </a:extLst>
                </p14:cNvPr>
                <p14:cNvContentPartPr/>
                <p14:nvPr/>
              </p14:nvContentPartPr>
              <p14:xfrm>
                <a:off x="7699053" y="1743307"/>
                <a:ext cx="73440" cy="478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1B88A6-34C8-E3EB-78EF-A22D4FDE17A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81053" y="1725307"/>
                  <a:ext cx="1090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4CACCA-7263-1F8A-71D3-F6D6D6354F73}"/>
                    </a:ext>
                  </a:extLst>
                </p14:cNvPr>
                <p14:cNvContentPartPr/>
                <p14:nvPr/>
              </p14:nvContentPartPr>
              <p14:xfrm>
                <a:off x="7641093" y="2289427"/>
                <a:ext cx="114120" cy="26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4CACCA-7263-1F8A-71D3-F6D6D6354F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23453" y="2271787"/>
                  <a:ext cx="149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5A184D-19A9-CA42-F35D-02AF0640327A}"/>
                    </a:ext>
                  </a:extLst>
                </p14:cNvPr>
                <p14:cNvContentPartPr/>
                <p14:nvPr/>
              </p14:nvContentPartPr>
              <p14:xfrm>
                <a:off x="7962213" y="2136427"/>
                <a:ext cx="139680" cy="187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5A184D-19A9-CA42-F35D-02AF0640327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44573" y="2118787"/>
                  <a:ext cx="17532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31AA9F-295C-8713-1152-83885C86A7CC}"/>
              </a:ext>
            </a:extLst>
          </p:cNvPr>
          <p:cNvGrpSpPr/>
          <p:nvPr/>
        </p:nvGrpSpPr>
        <p:grpSpPr>
          <a:xfrm>
            <a:off x="8435253" y="1157227"/>
            <a:ext cx="1410840" cy="1177560"/>
            <a:chOff x="8435253" y="1157227"/>
            <a:chExt cx="1410840" cy="11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253769-FEA3-51C6-1A4B-A6F8F99ED80B}"/>
                    </a:ext>
                  </a:extLst>
                </p14:cNvPr>
                <p14:cNvContentPartPr/>
                <p14:nvPr/>
              </p14:nvContentPartPr>
              <p14:xfrm>
                <a:off x="8435253" y="1642507"/>
                <a:ext cx="351360" cy="69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253769-FEA3-51C6-1A4B-A6F8F99ED80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17253" y="1624867"/>
                  <a:ext cx="38700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F6D53A-B679-B95B-1AED-6A63118549E2}"/>
                    </a:ext>
                  </a:extLst>
                </p14:cNvPr>
                <p14:cNvContentPartPr/>
                <p14:nvPr/>
              </p14:nvContentPartPr>
              <p14:xfrm>
                <a:off x="8846013" y="1908547"/>
                <a:ext cx="270000" cy="201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F6D53A-B679-B95B-1AED-6A63118549E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28013" y="1890547"/>
                  <a:ext cx="305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CFAAE6-B0FD-9566-662E-7942C50C0DD6}"/>
                    </a:ext>
                  </a:extLst>
                </p14:cNvPr>
                <p14:cNvContentPartPr/>
                <p14:nvPr/>
              </p14:nvContentPartPr>
              <p14:xfrm>
                <a:off x="9220413" y="1157227"/>
                <a:ext cx="194400" cy="248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CFAAE6-B0FD-9566-662E-7942C50C0DD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02413" y="1139227"/>
                  <a:ext cx="2300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E30EE75-9CD5-4AEC-B4C0-FA9E7702FE01}"/>
                    </a:ext>
                  </a:extLst>
                </p14:cNvPr>
                <p14:cNvContentPartPr/>
                <p14:nvPr/>
              </p14:nvContentPartPr>
              <p14:xfrm>
                <a:off x="9127893" y="1420387"/>
                <a:ext cx="579960" cy="94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E30EE75-9CD5-4AEC-B4C0-FA9E7702FE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09893" y="1402747"/>
                  <a:ext cx="615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03B657-A933-8B64-2477-7FDDA5BCDB1C}"/>
                    </a:ext>
                  </a:extLst>
                </p14:cNvPr>
                <p14:cNvContentPartPr/>
                <p14:nvPr/>
              </p14:nvContentPartPr>
              <p14:xfrm>
                <a:off x="9482133" y="1503907"/>
                <a:ext cx="181080" cy="244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03B657-A933-8B64-2477-7FDDA5BCDB1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464133" y="1486267"/>
                  <a:ext cx="216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5A9E44-5745-AABC-6DA1-167381897E7A}"/>
                    </a:ext>
                  </a:extLst>
                </p14:cNvPr>
                <p14:cNvContentPartPr/>
                <p14:nvPr/>
              </p14:nvContentPartPr>
              <p14:xfrm>
                <a:off x="9726213" y="1609387"/>
                <a:ext cx="119880" cy="49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5A9E44-5745-AABC-6DA1-167381897E7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708213" y="1591747"/>
                  <a:ext cx="1555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4AADBF-6AC7-2EBC-68D6-B7EAA0198C4D}"/>
                    </a:ext>
                  </a:extLst>
                </p14:cNvPr>
                <p14:cNvContentPartPr/>
                <p14:nvPr/>
              </p14:nvContentPartPr>
              <p14:xfrm>
                <a:off x="9792093" y="1642507"/>
                <a:ext cx="35640" cy="72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4AADBF-6AC7-2EBC-68D6-B7EAA0198C4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74093" y="1624507"/>
                  <a:ext cx="71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17E71FE-DC7A-EC73-B4D5-A1E29D6E0F10}"/>
                    </a:ext>
                  </a:extLst>
                </p14:cNvPr>
                <p14:cNvContentPartPr/>
                <p14:nvPr/>
              </p14:nvContentPartPr>
              <p14:xfrm>
                <a:off x="9170373" y="1667707"/>
                <a:ext cx="179640" cy="124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17E71FE-DC7A-EC73-B4D5-A1E29D6E0F1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52373" y="1650067"/>
                  <a:ext cx="2152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E675D60-7247-B559-FA51-D97E1F8563BA}"/>
              </a:ext>
            </a:extLst>
          </p:cNvPr>
          <p:cNvGrpSpPr/>
          <p:nvPr/>
        </p:nvGrpSpPr>
        <p:grpSpPr>
          <a:xfrm>
            <a:off x="10277733" y="1677787"/>
            <a:ext cx="610200" cy="488880"/>
            <a:chOff x="10277733" y="1677787"/>
            <a:chExt cx="610200" cy="48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AE5F64-A000-F0E8-EF7C-E9B2591D2A2A}"/>
                    </a:ext>
                  </a:extLst>
                </p14:cNvPr>
                <p14:cNvContentPartPr/>
                <p14:nvPr/>
              </p14:nvContentPartPr>
              <p14:xfrm>
                <a:off x="10277733" y="1889827"/>
                <a:ext cx="208800" cy="43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AE5F64-A000-F0E8-EF7C-E9B2591D2A2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260093" y="1872187"/>
                  <a:ext cx="244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F8A1C3-7D97-013C-E08C-422903BD7DFF}"/>
                    </a:ext>
                  </a:extLst>
                </p14:cNvPr>
                <p14:cNvContentPartPr/>
                <p14:nvPr/>
              </p14:nvContentPartPr>
              <p14:xfrm>
                <a:off x="10583013" y="1741147"/>
                <a:ext cx="59760" cy="238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F8A1C3-7D97-013C-E08C-422903BD7DF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565373" y="1723147"/>
                  <a:ext cx="954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0583139-7B72-1C7C-7F91-9ACAF9D079E6}"/>
                    </a:ext>
                  </a:extLst>
                </p14:cNvPr>
                <p14:cNvContentPartPr/>
                <p14:nvPr/>
              </p14:nvContentPartPr>
              <p14:xfrm>
                <a:off x="10706493" y="1677787"/>
                <a:ext cx="181440" cy="488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0583139-7B72-1C7C-7F91-9ACAF9D079E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688853" y="1660147"/>
                  <a:ext cx="217080" cy="52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2260FB-727F-34C5-8802-32795BD26DF1}"/>
              </a:ext>
            </a:extLst>
          </p:cNvPr>
          <p:cNvGrpSpPr/>
          <p:nvPr/>
        </p:nvGrpSpPr>
        <p:grpSpPr>
          <a:xfrm>
            <a:off x="7629933" y="3043987"/>
            <a:ext cx="371880" cy="309240"/>
            <a:chOff x="7629933" y="3043987"/>
            <a:chExt cx="37188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05BAE43-D600-4088-AB06-AAFE00484E00}"/>
                    </a:ext>
                  </a:extLst>
                </p14:cNvPr>
                <p14:cNvContentPartPr/>
                <p14:nvPr/>
              </p14:nvContentPartPr>
              <p14:xfrm>
                <a:off x="7739013" y="3043987"/>
                <a:ext cx="65520" cy="293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05BAE43-D600-4088-AB06-AAFE00484E0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21013" y="3025987"/>
                  <a:ext cx="1011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9C80B7F-092A-C656-5AE6-0249E8510A4B}"/>
                    </a:ext>
                  </a:extLst>
                </p14:cNvPr>
                <p14:cNvContentPartPr/>
                <p14:nvPr/>
              </p14:nvContentPartPr>
              <p14:xfrm>
                <a:off x="7755573" y="3328747"/>
                <a:ext cx="28800" cy="24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9C80B7F-092A-C656-5AE6-0249E8510A4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37573" y="3310747"/>
                  <a:ext cx="64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21DCB97-7155-E45B-F923-A0DAAFCAC3E0}"/>
                    </a:ext>
                  </a:extLst>
                </p14:cNvPr>
                <p14:cNvContentPartPr/>
                <p14:nvPr/>
              </p14:nvContentPartPr>
              <p14:xfrm>
                <a:off x="7629933" y="3089707"/>
                <a:ext cx="114480" cy="36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21DCB97-7155-E45B-F923-A0DAAFCAC3E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12293" y="3071707"/>
                  <a:ext cx="1501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1553674-72D7-E336-CB83-8CC0A24F7D6C}"/>
                    </a:ext>
                  </a:extLst>
                </p14:cNvPr>
                <p14:cNvContentPartPr/>
                <p14:nvPr/>
              </p14:nvContentPartPr>
              <p14:xfrm>
                <a:off x="7938093" y="3208147"/>
                <a:ext cx="63720" cy="142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1553674-72D7-E336-CB83-8CC0A24F7D6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920453" y="3190147"/>
                  <a:ext cx="9936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0E7055-84EC-8F9F-AC58-8AF8924E6038}"/>
              </a:ext>
            </a:extLst>
          </p:cNvPr>
          <p:cNvGrpSpPr/>
          <p:nvPr/>
        </p:nvGrpSpPr>
        <p:grpSpPr>
          <a:xfrm>
            <a:off x="8228613" y="3019507"/>
            <a:ext cx="524160" cy="239400"/>
            <a:chOff x="8228613" y="3019507"/>
            <a:chExt cx="52416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18EC5C-4CCC-B7C8-A169-96AD89E7C4BF}"/>
                    </a:ext>
                  </a:extLst>
                </p14:cNvPr>
                <p14:cNvContentPartPr/>
                <p14:nvPr/>
              </p14:nvContentPartPr>
              <p14:xfrm>
                <a:off x="8228613" y="3162787"/>
                <a:ext cx="34200" cy="1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18EC5C-4CCC-B7C8-A169-96AD89E7C4B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10613" y="3144787"/>
                  <a:ext cx="69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2930096-C093-29E7-69D8-28FFC90D5362}"/>
                    </a:ext>
                  </a:extLst>
                </p14:cNvPr>
                <p14:cNvContentPartPr/>
                <p14:nvPr/>
              </p14:nvContentPartPr>
              <p14:xfrm>
                <a:off x="8283693" y="3195187"/>
                <a:ext cx="55080" cy="28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2930096-C093-29E7-69D8-28FFC90D536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65693" y="3177547"/>
                  <a:ext cx="90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303A81-59E0-75CA-E585-622CF743CE88}"/>
                    </a:ext>
                  </a:extLst>
                </p14:cNvPr>
                <p14:cNvContentPartPr/>
                <p14:nvPr/>
              </p14:nvContentPartPr>
              <p14:xfrm>
                <a:off x="8461173" y="3061627"/>
                <a:ext cx="33120" cy="197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5303A81-59E0-75CA-E585-622CF743CE8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43173" y="3043627"/>
                  <a:ext cx="68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DFCFB12-E7D7-7CEB-84BB-EE4DA3F5F520}"/>
                    </a:ext>
                  </a:extLst>
                </p14:cNvPr>
                <p14:cNvContentPartPr/>
                <p14:nvPr/>
              </p14:nvContentPartPr>
              <p14:xfrm>
                <a:off x="8584293" y="3019507"/>
                <a:ext cx="168480" cy="171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DFCFB12-E7D7-7CEB-84BB-EE4DA3F5F52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66653" y="3001867"/>
                  <a:ext cx="20412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E3B746-5618-4EF9-136E-D4DDA89CCDDE}"/>
              </a:ext>
            </a:extLst>
          </p:cNvPr>
          <p:cNvGrpSpPr/>
          <p:nvPr/>
        </p:nvGrpSpPr>
        <p:grpSpPr>
          <a:xfrm>
            <a:off x="8773653" y="2742307"/>
            <a:ext cx="444960" cy="149760"/>
            <a:chOff x="8773653" y="2742307"/>
            <a:chExt cx="44496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27435F-ED80-122A-AC77-85161A66D436}"/>
                    </a:ext>
                  </a:extLst>
                </p14:cNvPr>
                <p14:cNvContentPartPr/>
                <p14:nvPr/>
              </p14:nvContentPartPr>
              <p14:xfrm>
                <a:off x="8773653" y="2877307"/>
                <a:ext cx="67680" cy="14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27435F-ED80-122A-AC77-85161A66D43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56013" y="2859307"/>
                  <a:ext cx="103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20D3B1-35F5-6B70-5C90-A9FD5D9E303E}"/>
                    </a:ext>
                  </a:extLst>
                </p14:cNvPr>
                <p14:cNvContentPartPr/>
                <p14:nvPr/>
              </p14:nvContentPartPr>
              <p14:xfrm>
                <a:off x="8979213" y="2748067"/>
                <a:ext cx="10080" cy="110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20D3B1-35F5-6B70-5C90-A9FD5D9E303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61573" y="2730067"/>
                  <a:ext cx="45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25887C-9F0E-47B6-DF2A-DF7BB91EF88B}"/>
                    </a:ext>
                  </a:extLst>
                </p14:cNvPr>
                <p14:cNvContentPartPr/>
                <p14:nvPr/>
              </p14:nvContentPartPr>
              <p14:xfrm>
                <a:off x="9068133" y="2742307"/>
                <a:ext cx="150480" cy="130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25887C-9F0E-47B6-DF2A-DF7BB91EF88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050493" y="2724667"/>
                  <a:ext cx="18612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74AADC1-D47D-E027-BC16-DDE37A3C1AFC}"/>
              </a:ext>
            </a:extLst>
          </p:cNvPr>
          <p:cNvGrpSpPr/>
          <p:nvPr/>
        </p:nvGrpSpPr>
        <p:grpSpPr>
          <a:xfrm>
            <a:off x="9482133" y="2740147"/>
            <a:ext cx="586080" cy="573480"/>
            <a:chOff x="9482133" y="2740147"/>
            <a:chExt cx="586080" cy="57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12A7C67-540A-6473-C00C-D856E289676C}"/>
                    </a:ext>
                  </a:extLst>
                </p14:cNvPr>
                <p14:cNvContentPartPr/>
                <p14:nvPr/>
              </p14:nvContentPartPr>
              <p14:xfrm>
                <a:off x="9482133" y="2740147"/>
                <a:ext cx="232560" cy="573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12A7C67-540A-6473-C00C-D856E289676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464493" y="2722507"/>
                  <a:ext cx="26820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50834C5-CC24-16DD-5C0A-45B6CAB4144E}"/>
                    </a:ext>
                  </a:extLst>
                </p14:cNvPr>
                <p14:cNvContentPartPr/>
                <p14:nvPr/>
              </p14:nvContentPartPr>
              <p14:xfrm>
                <a:off x="9847893" y="2935987"/>
                <a:ext cx="220320" cy="17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50834C5-CC24-16DD-5C0A-45B6CAB414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30253" y="2918347"/>
                  <a:ext cx="255960" cy="21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CBC6498-9D18-9BC4-9B9A-A1C276E4CA0F}"/>
                  </a:ext>
                </a:extLst>
              </p14:cNvPr>
              <p14:cNvContentPartPr/>
              <p14:nvPr/>
            </p14:nvContentPartPr>
            <p14:xfrm>
              <a:off x="10193493" y="2651227"/>
              <a:ext cx="387720" cy="75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CBC6498-9D18-9BC4-9B9A-A1C276E4CA0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175493" y="2633587"/>
                <a:ext cx="42336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71F256EC-C3E1-F2CA-BAB8-3B3B57AB2865}"/>
              </a:ext>
            </a:extLst>
          </p:cNvPr>
          <p:cNvGrpSpPr/>
          <p:nvPr/>
        </p:nvGrpSpPr>
        <p:grpSpPr>
          <a:xfrm>
            <a:off x="10326693" y="2640427"/>
            <a:ext cx="518400" cy="281160"/>
            <a:chOff x="10326693" y="2640427"/>
            <a:chExt cx="51840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A0CC5F-4B73-F0AB-3AA1-21654D4EAC53}"/>
                    </a:ext>
                  </a:extLst>
                </p14:cNvPr>
                <p14:cNvContentPartPr/>
                <p14:nvPr/>
              </p14:nvContentPartPr>
              <p14:xfrm>
                <a:off x="10326693" y="2798107"/>
                <a:ext cx="3960" cy="15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A0CC5F-4B73-F0AB-3AA1-21654D4EAC5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308693" y="2780467"/>
                  <a:ext cx="39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B1CBC02-6922-064D-2894-0AB0DF8063C0}"/>
                    </a:ext>
                  </a:extLst>
                </p14:cNvPr>
                <p14:cNvContentPartPr/>
                <p14:nvPr/>
              </p14:nvContentPartPr>
              <p14:xfrm>
                <a:off x="10424253" y="2781547"/>
                <a:ext cx="96840" cy="140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B1CBC02-6922-064D-2894-0AB0DF8063C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406253" y="2763547"/>
                  <a:ext cx="132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FC7C74-DA5F-778F-F307-8FEC301D7821}"/>
                    </a:ext>
                  </a:extLst>
                </p14:cNvPr>
                <p14:cNvContentPartPr/>
                <p14:nvPr/>
              </p14:nvContentPartPr>
              <p14:xfrm>
                <a:off x="10576533" y="2779027"/>
                <a:ext cx="110880" cy="113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FC7C74-DA5F-778F-F307-8FEC301D782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58893" y="2761027"/>
                  <a:ext cx="1465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31E2B3-6828-DE12-49AE-824F2861DA49}"/>
                    </a:ext>
                  </a:extLst>
                </p14:cNvPr>
                <p14:cNvContentPartPr/>
                <p14:nvPr/>
              </p14:nvContentPartPr>
              <p14:xfrm>
                <a:off x="10741413" y="2726467"/>
                <a:ext cx="103680" cy="150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31E2B3-6828-DE12-49AE-824F2861DA4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723773" y="2708467"/>
                  <a:ext cx="139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05438FA-6712-13DF-1DF9-30DD2FAF73B2}"/>
                    </a:ext>
                  </a:extLst>
                </p14:cNvPr>
                <p14:cNvContentPartPr/>
                <p14:nvPr/>
              </p14:nvContentPartPr>
              <p14:xfrm>
                <a:off x="10610373" y="2640427"/>
                <a:ext cx="159120" cy="36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05438FA-6712-13DF-1DF9-30DD2FAF73B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92373" y="2622427"/>
                  <a:ext cx="1947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2E98870-FD56-2DF3-2E97-8957490595C6}"/>
              </a:ext>
            </a:extLst>
          </p:cNvPr>
          <p:cNvGrpSpPr/>
          <p:nvPr/>
        </p:nvGrpSpPr>
        <p:grpSpPr>
          <a:xfrm>
            <a:off x="10324893" y="2303467"/>
            <a:ext cx="294120" cy="204840"/>
            <a:chOff x="10324893" y="2303467"/>
            <a:chExt cx="29412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6F3FD4B-9EC5-F62D-CA89-17951D8191BE}"/>
                    </a:ext>
                  </a:extLst>
                </p14:cNvPr>
                <p14:cNvContentPartPr/>
                <p14:nvPr/>
              </p14:nvContentPartPr>
              <p14:xfrm>
                <a:off x="10324893" y="2448547"/>
                <a:ext cx="19080" cy="11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6F3FD4B-9EC5-F62D-CA89-17951D8191B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307253" y="2430547"/>
                  <a:ext cx="54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B54BCC2-DD4E-C701-302C-123EB4423014}"/>
                    </a:ext>
                  </a:extLst>
                </p14:cNvPr>
                <p14:cNvContentPartPr/>
                <p14:nvPr/>
              </p14:nvContentPartPr>
              <p14:xfrm>
                <a:off x="10429653" y="2303467"/>
                <a:ext cx="128160" cy="204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B54BCC2-DD4E-C701-302C-123EB442301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11653" y="2285827"/>
                  <a:ext cx="163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892F971-D0BF-C95A-AA3F-DD88DF9BC070}"/>
                    </a:ext>
                  </a:extLst>
                </p14:cNvPr>
                <p14:cNvContentPartPr/>
                <p14:nvPr/>
              </p14:nvContentPartPr>
              <p14:xfrm>
                <a:off x="10485453" y="2386627"/>
                <a:ext cx="133560" cy="5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892F971-D0BF-C95A-AA3F-DD88DF9BC07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467453" y="2368627"/>
                  <a:ext cx="16920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47FDA6D-44EB-BBED-3D42-A8C0F2DBE3E4}"/>
              </a:ext>
            </a:extLst>
          </p:cNvPr>
          <p:cNvGrpSpPr/>
          <p:nvPr/>
        </p:nvGrpSpPr>
        <p:grpSpPr>
          <a:xfrm>
            <a:off x="11141373" y="2641507"/>
            <a:ext cx="579240" cy="491400"/>
            <a:chOff x="11141373" y="2641507"/>
            <a:chExt cx="579240" cy="49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D0EFF28-609D-4FCC-8FF7-F2C3F9CFDC44}"/>
                    </a:ext>
                  </a:extLst>
                </p14:cNvPr>
                <p14:cNvContentPartPr/>
                <p14:nvPr/>
              </p14:nvContentPartPr>
              <p14:xfrm>
                <a:off x="11141373" y="2969467"/>
                <a:ext cx="129240" cy="13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D0EFF28-609D-4FCC-8FF7-F2C3F9CFDC4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123373" y="2951467"/>
                  <a:ext cx="164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B5C9903-DC78-0691-4603-C8A045CDEE9B}"/>
                    </a:ext>
                  </a:extLst>
                </p14:cNvPr>
                <p14:cNvContentPartPr/>
                <p14:nvPr/>
              </p14:nvContentPartPr>
              <p14:xfrm>
                <a:off x="11402373" y="2818267"/>
                <a:ext cx="36360" cy="208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B5C9903-DC78-0691-4603-C8A045CDEE9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384373" y="2800627"/>
                  <a:ext cx="720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1538029-DF46-E7ED-CC55-93216122ED73}"/>
                    </a:ext>
                  </a:extLst>
                </p14:cNvPr>
                <p14:cNvContentPartPr/>
                <p14:nvPr/>
              </p14:nvContentPartPr>
              <p14:xfrm>
                <a:off x="11553933" y="2641507"/>
                <a:ext cx="166680" cy="491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1538029-DF46-E7ED-CC55-93216122ED7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536293" y="2623867"/>
                  <a:ext cx="202320" cy="52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97127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3962-0BD4-9299-3BB5-0B45B9BB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pic>
        <p:nvPicPr>
          <p:cNvPr id="6" name="Content Placeholder 5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693B1EEE-AD05-9F60-C272-DF837EC9F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1114487"/>
            <a:ext cx="4629992" cy="1511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2B3F8-12AF-F379-2B14-7706F55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19CDF6BA-E172-ED71-31A8-086DBE250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2891743"/>
            <a:ext cx="4578368" cy="1626070"/>
          </a:xfrm>
          <a:prstGeom prst="rect">
            <a:avLst/>
          </a:prstGeom>
        </p:spPr>
      </p:pic>
      <p:pic>
        <p:nvPicPr>
          <p:cNvPr id="10" name="Picture 9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56007D77-624E-5CC7-7414-4952BE8B1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4599093"/>
            <a:ext cx="5250527" cy="175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62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3CF9C05-2D78-1D6A-D3E6-1EEB48317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70245"/>
            <a:ext cx="7772400" cy="1143000"/>
          </a:xfrm>
        </p:spPr>
        <p:txBody>
          <a:bodyPr/>
          <a:lstStyle/>
          <a:p>
            <a:r>
              <a:rPr lang="en-US" altLang="en-US" dirty="0"/>
              <a:t>The First Transistor</a:t>
            </a:r>
          </a:p>
        </p:txBody>
      </p:sp>
      <p:pic>
        <p:nvPicPr>
          <p:cNvPr id="18435" name="Picture 4" descr="1947 First point contact transistor-1">
            <a:extLst>
              <a:ext uri="{FF2B5EF4-FFF2-40B4-BE49-F238E27FC236}">
                <a16:creationId xmlns:a16="http://schemas.microsoft.com/office/drawing/2014/main" id="{37497411-10C9-F0E1-F10B-A626BF317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064" y="1177926"/>
            <a:ext cx="3157537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AFFDD9-1CE8-1395-1FE6-1C7BCBCBB4A4}"/>
              </a:ext>
            </a:extLst>
          </p:cNvPr>
          <p:cNvSpPr txBox="1"/>
          <p:nvPr/>
        </p:nvSpPr>
        <p:spPr>
          <a:xfrm>
            <a:off x="8148319" y="1177926"/>
            <a:ext cx="391667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PT Sans" panose="020B0503020203020204" pitchFamily="34" charset="0"/>
              </a:rPr>
              <a:t>December 16, 1947</a:t>
            </a:r>
            <a:r>
              <a:rPr lang="en-US" dirty="0">
                <a:latin typeface="PT Sans" panose="020B0503020203020204" pitchFamily="34" charset="0"/>
              </a:rPr>
              <a:t>: John Bardeen and Walter Brattain successfully demonstrated the </a:t>
            </a:r>
            <a:r>
              <a:rPr lang="en-US" b="1" dirty="0">
                <a:latin typeface="PT Sans" panose="020B0503020203020204" pitchFamily="34" charset="0"/>
              </a:rPr>
              <a:t>first working transistor</a:t>
            </a:r>
            <a:r>
              <a:rPr lang="en-US" dirty="0">
                <a:latin typeface="PT Sans" panose="020B0503020203020204" pitchFamily="34" charset="0"/>
              </a:rPr>
              <a:t> at Bell Labs.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PT Sans" panose="020B0503020203020204" pitchFamily="34" charset="0"/>
              </a:rPr>
              <a:t>It was a </a:t>
            </a:r>
            <a:r>
              <a:rPr lang="en-US" b="1" dirty="0">
                <a:latin typeface="PT Sans" panose="020B0503020203020204" pitchFamily="34" charset="0"/>
              </a:rPr>
              <a:t>point-contact transistor</a:t>
            </a:r>
            <a:r>
              <a:rPr lang="en-US" dirty="0">
                <a:latin typeface="PT Sans" panose="020B0503020203020204" pitchFamily="34" charset="0"/>
              </a:rPr>
              <a:t> made of a small slab of germanium with two closely spaced gold contacts.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PT Sans" panose="020B0503020203020204" pitchFamily="34" charset="0"/>
              </a:rPr>
              <a:t>When input current was applied to one contact, it modulated the conductivity of the germanium, amplifying the signal seen at the other contact.</a:t>
            </a:r>
          </a:p>
          <a:p>
            <a:pPr>
              <a:buNone/>
            </a:pPr>
            <a:r>
              <a:rPr lang="en-US" b="1" dirty="0">
                <a:latin typeface="PT Sans" panose="020B0503020203020204" pitchFamily="34" charset="0"/>
              </a:rPr>
              <a:t>Key outcome:</a:t>
            </a:r>
            <a:r>
              <a:rPr lang="en-US" dirty="0">
                <a:latin typeface="PT Sans" panose="020B0503020203020204" pitchFamily="34" charset="0"/>
              </a:rPr>
              <a:t> It could amplify electrical signals like a vacuum tube, but in a device only a few millimeters wide.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E58B8EE-A986-DF2A-F963-194AEB13E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80" y="1528862"/>
            <a:ext cx="348488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Bell Telephone Laboratories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, research was focused on finding a solid-state amplifier for telephone signal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The three key scientists were: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John Bardeen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(theorist)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Walter Brattain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(experimentalist)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William Shockley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(team leader, physicist)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CEDE-3CAE-335B-7A50-1E821AE0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amplification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F0D0F-86F7-A8CE-89D0-D396DBB91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C4A26D-E4C5-2902-D129-AED33244831B}"/>
                  </a:ext>
                </a:extLst>
              </p14:cNvPr>
              <p14:cNvContentPartPr/>
              <p14:nvPr/>
            </p14:nvContentPartPr>
            <p14:xfrm>
              <a:off x="1841144" y="3043746"/>
              <a:ext cx="814680" cy="20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C4A26D-E4C5-2902-D129-AED3324483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3504" y="3025746"/>
                <a:ext cx="8503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B9B903-5BBA-A5B8-B01B-66FD67C106EF}"/>
                  </a:ext>
                </a:extLst>
              </p14:cNvPr>
              <p14:cNvContentPartPr/>
              <p14:nvPr/>
            </p14:nvContentPartPr>
            <p14:xfrm>
              <a:off x="5017064" y="2017746"/>
              <a:ext cx="3781080" cy="200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FB9B903-5BBA-A5B8-B01B-66FD67C106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9424" y="2000106"/>
                <a:ext cx="3816720" cy="203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6C00FC0-CAD4-C58D-B30F-B94BB7E770A5}"/>
              </a:ext>
            </a:extLst>
          </p:cNvPr>
          <p:cNvGrpSpPr/>
          <p:nvPr/>
        </p:nvGrpSpPr>
        <p:grpSpPr>
          <a:xfrm>
            <a:off x="1218704" y="2351106"/>
            <a:ext cx="713520" cy="539640"/>
            <a:chOff x="1218704" y="2351106"/>
            <a:chExt cx="713520" cy="53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3B569E-3DBE-642C-2359-CB7D976D48B4}"/>
                    </a:ext>
                  </a:extLst>
                </p14:cNvPr>
                <p14:cNvContentPartPr/>
                <p14:nvPr/>
              </p14:nvContentPartPr>
              <p14:xfrm>
                <a:off x="1218704" y="2700306"/>
                <a:ext cx="136440" cy="190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3B569E-3DBE-642C-2359-CB7D976D48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1064" y="2682666"/>
                  <a:ext cx="172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BB3E63-E83B-901A-F753-53FA0E0A1DC4}"/>
                    </a:ext>
                  </a:extLst>
                </p14:cNvPr>
                <p14:cNvContentPartPr/>
                <p14:nvPr/>
              </p14:nvContentPartPr>
              <p14:xfrm>
                <a:off x="1369184" y="2630826"/>
                <a:ext cx="219240" cy="153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BB3E63-E83B-901A-F753-53FA0E0A1D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51544" y="2612826"/>
                  <a:ext cx="254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483B23-D805-681C-7A38-F3F39BDAD2F8}"/>
                    </a:ext>
                  </a:extLst>
                </p14:cNvPr>
                <p14:cNvContentPartPr/>
                <p14:nvPr/>
              </p14:nvContentPartPr>
              <p14:xfrm>
                <a:off x="1654304" y="2528946"/>
                <a:ext cx="123840" cy="15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483B23-D805-681C-7A38-F3F39BDAD2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36664" y="2511306"/>
                  <a:ext cx="1594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DB96A4-EE3F-D2C5-778A-B348C8FC6912}"/>
                    </a:ext>
                  </a:extLst>
                </p14:cNvPr>
                <p14:cNvContentPartPr/>
                <p14:nvPr/>
              </p14:nvContentPartPr>
              <p14:xfrm>
                <a:off x="1724864" y="2397906"/>
                <a:ext cx="100080" cy="13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DB96A4-EE3F-D2C5-778A-B348C8FC691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07224" y="2380266"/>
                  <a:ext cx="135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E2F299-87CB-BEEE-C160-5DC272B63185}"/>
                    </a:ext>
                  </a:extLst>
                </p14:cNvPr>
                <p14:cNvContentPartPr/>
                <p14:nvPr/>
              </p14:nvContentPartPr>
              <p14:xfrm>
                <a:off x="1815584" y="2351106"/>
                <a:ext cx="116640" cy="201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E2F299-87CB-BEEE-C160-5DC272B631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97944" y="2333106"/>
                  <a:ext cx="1522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840985-676A-3913-D5A3-BB5087EC5ABF}"/>
              </a:ext>
            </a:extLst>
          </p:cNvPr>
          <p:cNvGrpSpPr/>
          <p:nvPr/>
        </p:nvGrpSpPr>
        <p:grpSpPr>
          <a:xfrm>
            <a:off x="7802384" y="1600146"/>
            <a:ext cx="750240" cy="267120"/>
            <a:chOff x="7802384" y="1600146"/>
            <a:chExt cx="75024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D9F1A24-5AE3-5EE9-DAD2-7B4C2FFE0ADC}"/>
                    </a:ext>
                  </a:extLst>
                </p14:cNvPr>
                <p14:cNvContentPartPr/>
                <p14:nvPr/>
              </p14:nvContentPartPr>
              <p14:xfrm>
                <a:off x="7802384" y="1600146"/>
                <a:ext cx="237240" cy="267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D9F1A24-5AE3-5EE9-DAD2-7B4C2FFE0A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84384" y="1582506"/>
                  <a:ext cx="2728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DCEDCE-651E-C39B-18BB-37120B12A97F}"/>
                    </a:ext>
                  </a:extLst>
                </p14:cNvPr>
                <p14:cNvContentPartPr/>
                <p14:nvPr/>
              </p14:nvContentPartPr>
              <p14:xfrm>
                <a:off x="8056544" y="1744146"/>
                <a:ext cx="191880" cy="93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DCEDCE-651E-C39B-18BB-37120B12A9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38544" y="1726146"/>
                  <a:ext cx="227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68A57EB-2A35-5DFC-5E86-ABCA4D210E67}"/>
                    </a:ext>
                  </a:extLst>
                </p14:cNvPr>
                <p14:cNvContentPartPr/>
                <p14:nvPr/>
              </p14:nvContentPartPr>
              <p14:xfrm>
                <a:off x="8261744" y="1685466"/>
                <a:ext cx="71280" cy="69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68A57EB-2A35-5DFC-5E86-ABCA4D210E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44104" y="1667466"/>
                  <a:ext cx="106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03E9D9-DB06-2979-6456-FC10C615139C}"/>
                    </a:ext>
                  </a:extLst>
                </p14:cNvPr>
                <p14:cNvContentPartPr/>
                <p14:nvPr/>
              </p14:nvContentPartPr>
              <p14:xfrm>
                <a:off x="8433824" y="1641906"/>
                <a:ext cx="118800" cy="22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03E9D9-DB06-2979-6456-FC10C61513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16184" y="1624266"/>
                  <a:ext cx="15444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F70109F-62B8-66E3-6C96-72C5E11394FE}"/>
                  </a:ext>
                </a:extLst>
              </p14:cNvPr>
              <p14:cNvContentPartPr/>
              <p14:nvPr/>
            </p14:nvContentPartPr>
            <p14:xfrm>
              <a:off x="8651264" y="1593306"/>
              <a:ext cx="130680" cy="141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F70109F-62B8-66E3-6C96-72C5E11394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33264" y="1575666"/>
                <a:ext cx="166320" cy="17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FDAAEDC-2F40-541C-F9E7-E0BDC13170C7}"/>
              </a:ext>
            </a:extLst>
          </p:cNvPr>
          <p:cNvGrpSpPr/>
          <p:nvPr/>
        </p:nvGrpSpPr>
        <p:grpSpPr>
          <a:xfrm>
            <a:off x="8819744" y="1837026"/>
            <a:ext cx="957240" cy="389520"/>
            <a:chOff x="8819744" y="1837026"/>
            <a:chExt cx="95724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A0BED32-DBA8-380E-8805-84FECC621C32}"/>
                    </a:ext>
                  </a:extLst>
                </p14:cNvPr>
                <p14:cNvContentPartPr/>
                <p14:nvPr/>
              </p14:nvContentPartPr>
              <p14:xfrm>
                <a:off x="8819744" y="1964106"/>
                <a:ext cx="234360" cy="25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A0BED32-DBA8-380E-8805-84FECC621C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802104" y="1946466"/>
                  <a:ext cx="270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33A5D0-0536-E05D-6890-2EC9FC2204A5}"/>
                    </a:ext>
                  </a:extLst>
                </p14:cNvPr>
                <p14:cNvContentPartPr/>
                <p14:nvPr/>
              </p14:nvContentPartPr>
              <p14:xfrm>
                <a:off x="9009464" y="1986786"/>
                <a:ext cx="20520" cy="47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33A5D0-0536-E05D-6890-2EC9FC2204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91464" y="1968786"/>
                  <a:ext cx="56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03E1BA7-5C27-03B0-296C-47AAAFFDA749}"/>
                    </a:ext>
                  </a:extLst>
                </p14:cNvPr>
                <p14:cNvContentPartPr/>
                <p14:nvPr/>
              </p14:nvContentPartPr>
              <p14:xfrm>
                <a:off x="9145184" y="2053386"/>
                <a:ext cx="102960" cy="173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03E1BA7-5C27-03B0-296C-47AAAFFDA74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27544" y="2035386"/>
                  <a:ext cx="1386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049172-CDEE-D8C5-A3AD-48B9B575C0CF}"/>
                    </a:ext>
                  </a:extLst>
                </p14:cNvPr>
                <p14:cNvContentPartPr/>
                <p14:nvPr/>
              </p14:nvContentPartPr>
              <p14:xfrm>
                <a:off x="9326264" y="2042226"/>
                <a:ext cx="8640" cy="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049172-CDEE-D8C5-A3AD-48B9B575C0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08624" y="2024586"/>
                  <a:ext cx="44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3341A3-E34B-4FF9-4DBA-8392C22182CF}"/>
                    </a:ext>
                  </a:extLst>
                </p14:cNvPr>
                <p14:cNvContentPartPr/>
                <p14:nvPr/>
              </p14:nvContentPartPr>
              <p14:xfrm>
                <a:off x="9356144" y="2020986"/>
                <a:ext cx="143640" cy="96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3341A3-E34B-4FF9-4DBA-8392C22182C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38504" y="2003346"/>
                  <a:ext cx="179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D77723-A07B-D168-C4DB-5CCBBECE2796}"/>
                    </a:ext>
                  </a:extLst>
                </p14:cNvPr>
                <p14:cNvContentPartPr/>
                <p14:nvPr/>
              </p14:nvContentPartPr>
              <p14:xfrm>
                <a:off x="9546584" y="1837026"/>
                <a:ext cx="230400" cy="274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D77723-A07B-D168-C4DB-5CCBBECE27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28584" y="1819026"/>
                  <a:ext cx="26604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28BAE01-874C-3030-62F8-4E04A5A9B4FC}"/>
                  </a:ext>
                </a:extLst>
              </p14:cNvPr>
              <p14:cNvContentPartPr/>
              <p14:nvPr/>
            </p14:nvContentPartPr>
            <p14:xfrm>
              <a:off x="9966704" y="2001906"/>
              <a:ext cx="12240" cy="11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28BAE01-874C-3030-62F8-4E04A5A9B4F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48704" y="1983906"/>
                <a:ext cx="4788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76922E47-112B-FBAF-2D16-9BA2CBBB4F5E}"/>
              </a:ext>
            </a:extLst>
          </p:cNvPr>
          <p:cNvGrpSpPr/>
          <p:nvPr/>
        </p:nvGrpSpPr>
        <p:grpSpPr>
          <a:xfrm>
            <a:off x="2956424" y="960426"/>
            <a:ext cx="2128320" cy="3963960"/>
            <a:chOff x="2956424" y="960426"/>
            <a:chExt cx="2128320" cy="39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0A37E4-5B4F-93F9-D03D-74D6F00507F3}"/>
                    </a:ext>
                  </a:extLst>
                </p14:cNvPr>
                <p14:cNvContentPartPr/>
                <p14:nvPr/>
              </p14:nvContentPartPr>
              <p14:xfrm>
                <a:off x="4371224" y="1632906"/>
                <a:ext cx="98640" cy="1043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90A37E4-5B4F-93F9-D03D-74D6F00507F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53584" y="1614906"/>
                  <a:ext cx="13428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405EC1-07BA-672E-933F-27C2C133789B}"/>
                    </a:ext>
                  </a:extLst>
                </p14:cNvPr>
                <p14:cNvContentPartPr/>
                <p14:nvPr/>
              </p14:nvContentPartPr>
              <p14:xfrm>
                <a:off x="3670304" y="2582946"/>
                <a:ext cx="766080" cy="16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405EC1-07BA-672E-933F-27C2C133789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52304" y="2564946"/>
                  <a:ext cx="801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2A36A40-837D-EA5F-306D-CD1E579A8F50}"/>
                    </a:ext>
                  </a:extLst>
                </p14:cNvPr>
                <p14:cNvContentPartPr/>
                <p14:nvPr/>
              </p14:nvContentPartPr>
              <p14:xfrm>
                <a:off x="3816104" y="2724426"/>
                <a:ext cx="64080" cy="764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2A36A40-837D-EA5F-306D-CD1E579A8F5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98464" y="2706786"/>
                  <a:ext cx="9972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081E4BA-0BD9-34AC-D729-BEFEF363CDFA}"/>
                    </a:ext>
                  </a:extLst>
                </p14:cNvPr>
                <p14:cNvContentPartPr/>
                <p14:nvPr/>
              </p14:nvContentPartPr>
              <p14:xfrm>
                <a:off x="3838784" y="3465666"/>
                <a:ext cx="62244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081E4BA-0BD9-34AC-D729-BEFEF363CD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1144" y="3447666"/>
                  <a:ext cx="658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AC2AA2-BF96-AAA8-5AA6-0E21C7F2B731}"/>
                    </a:ext>
                  </a:extLst>
                </p14:cNvPr>
                <p14:cNvContentPartPr/>
                <p14:nvPr/>
              </p14:nvContentPartPr>
              <p14:xfrm>
                <a:off x="4481744" y="3357666"/>
                <a:ext cx="173160" cy="1426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AC2AA2-BF96-AAA8-5AA6-0E21C7F2B73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64104" y="3339666"/>
                  <a:ext cx="208800" cy="14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4A49E6-3962-9B62-051B-700E41284424}"/>
                    </a:ext>
                  </a:extLst>
                </p14:cNvPr>
                <p14:cNvContentPartPr/>
                <p14:nvPr/>
              </p14:nvContentPartPr>
              <p14:xfrm>
                <a:off x="3492104" y="2760786"/>
                <a:ext cx="156960" cy="734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4A49E6-3962-9B62-051B-700E4128442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74464" y="2742786"/>
                  <a:ext cx="19260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F6FE5CA-1AAE-CA5A-86AC-E585371DBD51}"/>
                    </a:ext>
                  </a:extLst>
                </p14:cNvPr>
                <p14:cNvContentPartPr/>
                <p14:nvPr/>
              </p14:nvContentPartPr>
              <p14:xfrm>
                <a:off x="3011864" y="3078666"/>
                <a:ext cx="568800" cy="28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F6FE5CA-1AAE-CA5A-86AC-E585371DBD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93864" y="3061026"/>
                  <a:ext cx="604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A73E9C8-F539-6034-BA34-542610E613E0}"/>
                    </a:ext>
                  </a:extLst>
                </p14:cNvPr>
                <p14:cNvContentPartPr/>
                <p14:nvPr/>
              </p14:nvContentPartPr>
              <p14:xfrm>
                <a:off x="2956424" y="3071106"/>
                <a:ext cx="102240" cy="9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A73E9C8-F539-6034-BA34-542610E613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38424" y="3053106"/>
                  <a:ext cx="137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5C77619-B9C6-2FBE-45AA-B6E936627F52}"/>
                    </a:ext>
                  </a:extLst>
                </p14:cNvPr>
                <p14:cNvContentPartPr/>
                <p14:nvPr/>
              </p14:nvContentPartPr>
              <p14:xfrm>
                <a:off x="2959304" y="2475306"/>
                <a:ext cx="263880" cy="252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5C77619-B9C6-2FBE-45AA-B6E936627F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41304" y="2457306"/>
                  <a:ext cx="2995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EE6AC06-478A-109E-4C2B-71CC87377BB5}"/>
                    </a:ext>
                  </a:extLst>
                </p14:cNvPr>
                <p14:cNvContentPartPr/>
                <p14:nvPr/>
              </p14:nvContentPartPr>
              <p14:xfrm>
                <a:off x="4526384" y="1748106"/>
                <a:ext cx="150120" cy="269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EE6AC06-478A-109E-4C2B-71CC87377BB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08744" y="1730466"/>
                  <a:ext cx="185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B896DA6-9C6D-7AAE-05CE-D2C005B438C0}"/>
                    </a:ext>
                  </a:extLst>
                </p14:cNvPr>
                <p14:cNvContentPartPr/>
                <p14:nvPr/>
              </p14:nvContentPartPr>
              <p14:xfrm>
                <a:off x="4687664" y="4115106"/>
                <a:ext cx="201960" cy="9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B896DA6-9C6D-7AAE-05CE-D2C005B438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70024" y="4097466"/>
                  <a:ext cx="237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64FDBE-8F08-CE19-50A1-C3EAD683027A}"/>
                    </a:ext>
                  </a:extLst>
                </p14:cNvPr>
                <p14:cNvContentPartPr/>
                <p14:nvPr/>
              </p14:nvContentPartPr>
              <p14:xfrm>
                <a:off x="4679384" y="3997386"/>
                <a:ext cx="113040" cy="276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64FDBE-8F08-CE19-50A1-C3EAD68302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61744" y="3979746"/>
                  <a:ext cx="1486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FD08925-6FB3-70D6-5BE4-15BDA6AC3A15}"/>
                    </a:ext>
                  </a:extLst>
                </p14:cNvPr>
                <p14:cNvContentPartPr/>
                <p14:nvPr/>
              </p14:nvContentPartPr>
              <p14:xfrm>
                <a:off x="4691984" y="4052466"/>
                <a:ext cx="178200" cy="202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FD08925-6FB3-70D6-5BE4-15BDA6AC3A1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73984" y="4034826"/>
                  <a:ext cx="213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ADDD1D-A6FD-B36A-E253-8C3C4E57E59A}"/>
                    </a:ext>
                  </a:extLst>
                </p14:cNvPr>
                <p14:cNvContentPartPr/>
                <p14:nvPr/>
              </p14:nvContentPartPr>
              <p14:xfrm>
                <a:off x="4865144" y="4219506"/>
                <a:ext cx="5760" cy="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ADDD1D-A6FD-B36A-E253-8C3C4E57E5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47504" y="4201506"/>
                  <a:ext cx="41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45181D-00AA-6976-CAE8-CB11A14C8875}"/>
                    </a:ext>
                  </a:extLst>
                </p14:cNvPr>
                <p14:cNvContentPartPr/>
                <p14:nvPr/>
              </p14:nvContentPartPr>
              <p14:xfrm>
                <a:off x="4254584" y="1180386"/>
                <a:ext cx="116640" cy="481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45181D-00AA-6976-CAE8-CB11A14C88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36584" y="1162386"/>
                  <a:ext cx="1522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FE90620-66C8-9994-8E02-F60D40D114A7}"/>
                    </a:ext>
                  </a:extLst>
                </p14:cNvPr>
                <p14:cNvContentPartPr/>
                <p14:nvPr/>
              </p14:nvContentPartPr>
              <p14:xfrm>
                <a:off x="3836624" y="960426"/>
                <a:ext cx="954720" cy="253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FE90620-66C8-9994-8E02-F60D40D114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18624" y="942426"/>
                  <a:ext cx="9903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E23E172-7721-937E-0F5B-D41F3E9056C5}"/>
                    </a:ext>
                  </a:extLst>
                </p14:cNvPr>
                <p14:cNvContentPartPr/>
                <p14:nvPr/>
              </p14:nvContentPartPr>
              <p14:xfrm>
                <a:off x="4676864" y="4752306"/>
                <a:ext cx="42840" cy="172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E23E172-7721-937E-0F5B-D41F3E9056C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59224" y="4734306"/>
                  <a:ext cx="78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A788E93-C342-25FA-0ADC-46ECF4D2A337}"/>
                    </a:ext>
                  </a:extLst>
                </p14:cNvPr>
                <p14:cNvContentPartPr/>
                <p14:nvPr/>
              </p14:nvContentPartPr>
              <p14:xfrm>
                <a:off x="4478504" y="3366666"/>
                <a:ext cx="606240" cy="101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A788E93-C342-25FA-0ADC-46ECF4D2A33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60504" y="3348666"/>
                  <a:ext cx="64188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0671994-741F-1B54-E223-02D080D66A6E}"/>
              </a:ext>
            </a:extLst>
          </p:cNvPr>
          <p:cNvGrpSpPr/>
          <p:nvPr/>
        </p:nvGrpSpPr>
        <p:grpSpPr>
          <a:xfrm>
            <a:off x="4631144" y="4858146"/>
            <a:ext cx="482760" cy="1199880"/>
            <a:chOff x="4631144" y="4858146"/>
            <a:chExt cx="482760" cy="11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131C5ED-7F93-6538-0193-1999D8CB8CB2}"/>
                    </a:ext>
                  </a:extLst>
                </p14:cNvPr>
                <p14:cNvContentPartPr/>
                <p14:nvPr/>
              </p14:nvContentPartPr>
              <p14:xfrm>
                <a:off x="4631144" y="4858146"/>
                <a:ext cx="156600" cy="509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131C5ED-7F93-6538-0193-1999D8CB8C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13144" y="4840506"/>
                  <a:ext cx="19224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2CDA4B-191F-7566-B710-696D88FCC2C8}"/>
                    </a:ext>
                  </a:extLst>
                </p14:cNvPr>
                <p14:cNvContentPartPr/>
                <p14:nvPr/>
              </p14:nvContentPartPr>
              <p14:xfrm>
                <a:off x="4781624" y="5353146"/>
                <a:ext cx="105480" cy="405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2CDA4B-191F-7566-B710-696D88FCC2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63624" y="5335146"/>
                  <a:ext cx="14112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296CA5C-8700-6B77-7AEF-258396867E3C}"/>
                    </a:ext>
                  </a:extLst>
                </p14:cNvPr>
                <p14:cNvContentPartPr/>
                <p14:nvPr/>
              </p14:nvContentPartPr>
              <p14:xfrm>
                <a:off x="4724384" y="5829066"/>
                <a:ext cx="319320" cy="30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296CA5C-8700-6B77-7AEF-258396867E3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06384" y="5811066"/>
                  <a:ext cx="354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C9CAA5-577A-3994-86AD-66BBC3524E78}"/>
                    </a:ext>
                  </a:extLst>
                </p14:cNvPr>
                <p14:cNvContentPartPr/>
                <p14:nvPr/>
              </p14:nvContentPartPr>
              <p14:xfrm>
                <a:off x="4752104" y="5859306"/>
                <a:ext cx="233640" cy="166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C9CAA5-577A-3994-86AD-66BBC3524E7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34464" y="5841306"/>
                  <a:ext cx="269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27F4CF1-7AE0-1BB1-60C4-E3ADF9D8344B}"/>
                    </a:ext>
                  </a:extLst>
                </p14:cNvPr>
                <p14:cNvContentPartPr/>
                <p14:nvPr/>
              </p14:nvContentPartPr>
              <p14:xfrm>
                <a:off x="4990784" y="5829786"/>
                <a:ext cx="123120" cy="228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27F4CF1-7AE0-1BB1-60C4-E3ADF9D8344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73144" y="5812146"/>
                  <a:ext cx="158760" cy="26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30556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43EECE2-2EBA-E4B9-6F2F-75A018435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98893"/>
            <a:ext cx="7772400" cy="1143000"/>
          </a:xfrm>
        </p:spPr>
        <p:txBody>
          <a:bodyPr/>
          <a:lstStyle/>
          <a:p>
            <a:r>
              <a:rPr lang="en-US" altLang="en-US" dirty="0"/>
              <a:t>1956 Physics Nobel Prize</a:t>
            </a:r>
          </a:p>
        </p:txBody>
      </p:sp>
      <p:pic>
        <p:nvPicPr>
          <p:cNvPr id="19459" name="Picture 4">
            <a:extLst>
              <a:ext uri="{FF2B5EF4-FFF2-40B4-BE49-F238E27FC236}">
                <a16:creationId xmlns:a16="http://schemas.microsoft.com/office/drawing/2014/main" id="{C8DD5538-76D2-FC1E-8C10-81BF2EE4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8" t="11806" r="42578" b="23958"/>
          <a:stretch>
            <a:fillRect/>
          </a:stretch>
        </p:blipFill>
        <p:spPr bwMode="auto">
          <a:xfrm>
            <a:off x="3644900" y="1244600"/>
            <a:ext cx="5156200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>
            <a:extLst>
              <a:ext uri="{FF2B5EF4-FFF2-40B4-BE49-F238E27FC236}">
                <a16:creationId xmlns:a16="http://schemas.microsoft.com/office/drawing/2014/main" id="{1BA4A615-D947-DC3D-C951-71ADBBBD1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69171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Invention of the Field-Effect Transistor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DA5A3157-6C38-FDCB-2DDC-34ACFF5E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943" y="5491717"/>
            <a:ext cx="694760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In 1935, a British patent was issued to Oskar Heil.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A working MOSFET was not demonstrated until 1955.</a:t>
            </a:r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F7E4066F-8503-1554-E4DB-AF9AE9AF7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160463"/>
            <a:ext cx="5667375" cy="387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>
            <a:extLst>
              <a:ext uri="{FF2B5EF4-FFF2-40B4-BE49-F238E27FC236}">
                <a16:creationId xmlns:a16="http://schemas.microsoft.com/office/drawing/2014/main" id="{31D76BB7-4D15-A550-83C1-4C341AE1C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0"/>
          <a:stretch>
            <a:fillRect/>
          </a:stretch>
        </p:blipFill>
        <p:spPr bwMode="auto">
          <a:xfrm>
            <a:off x="502919" y="300990"/>
            <a:ext cx="9517897" cy="6256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E9E1581-E150-5656-948A-28D3B36A3FD9}"/>
              </a:ext>
            </a:extLst>
          </p:cNvPr>
          <p:cNvGrpSpPr/>
          <p:nvPr/>
        </p:nvGrpSpPr>
        <p:grpSpPr>
          <a:xfrm>
            <a:off x="1069664" y="73169"/>
            <a:ext cx="1968840" cy="1329120"/>
            <a:chOff x="1069664" y="73169"/>
            <a:chExt cx="1968840" cy="13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CB083B0-4474-BAAB-22E3-9219A59A7D61}"/>
                    </a:ext>
                  </a:extLst>
                </p14:cNvPr>
                <p14:cNvContentPartPr/>
                <p14:nvPr/>
              </p14:nvContentPartPr>
              <p14:xfrm>
                <a:off x="1069664" y="191609"/>
                <a:ext cx="1968840" cy="1024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CB083B0-4474-BAAB-22E3-9219A59A7D6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52024" y="173609"/>
                  <a:ext cx="2004480" cy="10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250ACBF-778F-3C9C-CF9C-93A9068DE692}"/>
                    </a:ext>
                  </a:extLst>
                </p14:cNvPr>
                <p14:cNvContentPartPr/>
                <p14:nvPr/>
              </p14:nvContentPartPr>
              <p14:xfrm>
                <a:off x="1603544" y="73169"/>
                <a:ext cx="1181520" cy="1098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250ACBF-778F-3C9C-CF9C-93A9068DE69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85904" y="55169"/>
                  <a:ext cx="1217160" cy="11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A56A2EC-E1B1-39ED-AACC-6AC707B34593}"/>
                    </a:ext>
                  </a:extLst>
                </p14:cNvPr>
                <p14:cNvContentPartPr/>
                <p14:nvPr/>
              </p14:nvContentPartPr>
              <p14:xfrm>
                <a:off x="1516424" y="150209"/>
                <a:ext cx="1307520" cy="1252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A56A2EC-E1B1-39ED-AACC-6AC707B345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98784" y="132209"/>
                  <a:ext cx="1343160" cy="128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D5D251-E2A4-EC1F-8E10-F46392506248}"/>
                  </a:ext>
                </a:extLst>
              </p14:cNvPr>
              <p14:cNvContentPartPr/>
              <p14:nvPr/>
            </p14:nvContentPartPr>
            <p14:xfrm>
              <a:off x="9605624" y="2999249"/>
              <a:ext cx="2062800" cy="24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D5D251-E2A4-EC1F-8E10-F463925062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87984" y="2981609"/>
                <a:ext cx="209844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0DC976D9-4E01-3F9F-0F39-20F68895D9FB}"/>
              </a:ext>
            </a:extLst>
          </p:cNvPr>
          <p:cNvGrpSpPr/>
          <p:nvPr/>
        </p:nvGrpSpPr>
        <p:grpSpPr>
          <a:xfrm>
            <a:off x="10388624" y="4330169"/>
            <a:ext cx="1076400" cy="284040"/>
            <a:chOff x="10388624" y="4330169"/>
            <a:chExt cx="107640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51CCB4-E642-0D1A-D54E-A10B68CBDE39}"/>
                    </a:ext>
                  </a:extLst>
                </p14:cNvPr>
                <p14:cNvContentPartPr/>
                <p14:nvPr/>
              </p14:nvContentPartPr>
              <p14:xfrm>
                <a:off x="10388624" y="4378049"/>
                <a:ext cx="116280" cy="236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51CCB4-E642-0D1A-D54E-A10B68CBDE3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70984" y="4360409"/>
                  <a:ext cx="151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D676EC1-8A47-9947-5D78-30A6CCC2F581}"/>
                    </a:ext>
                  </a:extLst>
                </p14:cNvPr>
                <p14:cNvContentPartPr/>
                <p14:nvPr/>
              </p14:nvContentPartPr>
              <p14:xfrm>
                <a:off x="10585904" y="4486769"/>
                <a:ext cx="12600" cy="99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D676EC1-8A47-9947-5D78-30A6CCC2F5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67904" y="4468769"/>
                  <a:ext cx="48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D911E9A-5545-2348-AB73-70C9276AF53F}"/>
                    </a:ext>
                  </a:extLst>
                </p14:cNvPr>
                <p14:cNvContentPartPr/>
                <p14:nvPr/>
              </p14:nvContentPartPr>
              <p14:xfrm>
                <a:off x="10590944" y="4344569"/>
                <a:ext cx="29160" cy="1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D911E9A-5545-2348-AB73-70C9276AF53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72944" y="4326569"/>
                  <a:ext cx="64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E95CF76-E99F-C920-8A12-42C9929E6EC4}"/>
                    </a:ext>
                  </a:extLst>
                </p14:cNvPr>
                <p14:cNvContentPartPr/>
                <p14:nvPr/>
              </p14:nvContentPartPr>
              <p14:xfrm>
                <a:off x="10705424" y="4330529"/>
                <a:ext cx="50760" cy="227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E95CF76-E99F-C920-8A12-42C9929E6EC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87784" y="4312889"/>
                  <a:ext cx="864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6300F6-B460-5605-1182-B44494721DAC}"/>
                    </a:ext>
                  </a:extLst>
                </p14:cNvPr>
                <p14:cNvContentPartPr/>
                <p14:nvPr/>
              </p14:nvContentPartPr>
              <p14:xfrm>
                <a:off x="10835384" y="4460849"/>
                <a:ext cx="34920" cy="96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6300F6-B460-5605-1182-B44494721D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17744" y="4443209"/>
                  <a:ext cx="70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4B2531-2364-5B62-CDCB-7E407494862C}"/>
                    </a:ext>
                  </a:extLst>
                </p14:cNvPr>
                <p14:cNvContentPartPr/>
                <p14:nvPr/>
              </p14:nvContentPartPr>
              <p14:xfrm>
                <a:off x="10854104" y="4330169"/>
                <a:ext cx="25200" cy="5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C4B2531-2364-5B62-CDCB-7E407494862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36464" y="4312169"/>
                  <a:ext cx="60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68F2B4-5B6A-1820-3E08-37F0035C881E}"/>
                    </a:ext>
                  </a:extLst>
                </p14:cNvPr>
                <p14:cNvContentPartPr/>
                <p14:nvPr/>
              </p14:nvContentPartPr>
              <p14:xfrm>
                <a:off x="11000264" y="4433129"/>
                <a:ext cx="41760" cy="12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68F2B4-5B6A-1820-3E08-37F0035C881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982624" y="4415129"/>
                  <a:ext cx="77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012F48-D30F-046C-7A14-B732C5E62F4D}"/>
                    </a:ext>
                  </a:extLst>
                </p14:cNvPr>
                <p14:cNvContentPartPr/>
                <p14:nvPr/>
              </p14:nvContentPartPr>
              <p14:xfrm>
                <a:off x="11146064" y="4459049"/>
                <a:ext cx="115200" cy="120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012F48-D30F-046C-7A14-B732C5E62F4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128424" y="4441049"/>
                  <a:ext cx="150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5F337EF-6C8B-25ED-5B64-4B5E593642D8}"/>
                    </a:ext>
                  </a:extLst>
                </p14:cNvPr>
                <p14:cNvContentPartPr/>
                <p14:nvPr/>
              </p14:nvContentPartPr>
              <p14:xfrm>
                <a:off x="11309504" y="4421969"/>
                <a:ext cx="155520" cy="96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5F337EF-6C8B-25ED-5B64-4B5E593642D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291504" y="4404329"/>
                  <a:ext cx="19116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35A87E-39AF-90DB-6CBD-4046E7C6A3C8}"/>
              </a:ext>
            </a:extLst>
          </p:cNvPr>
          <p:cNvGrpSpPr/>
          <p:nvPr/>
        </p:nvGrpSpPr>
        <p:grpSpPr>
          <a:xfrm>
            <a:off x="9789224" y="2248289"/>
            <a:ext cx="2363760" cy="1437480"/>
            <a:chOff x="9789224" y="2248289"/>
            <a:chExt cx="2363760" cy="14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4715FA2-161B-C32D-5D48-83FAD11457B2}"/>
                    </a:ext>
                  </a:extLst>
                </p14:cNvPr>
                <p14:cNvContentPartPr/>
                <p14:nvPr/>
              </p14:nvContentPartPr>
              <p14:xfrm>
                <a:off x="9857984" y="3025169"/>
                <a:ext cx="407880" cy="660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4715FA2-161B-C32D-5D48-83FAD11457B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39984" y="3007169"/>
                  <a:ext cx="44352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151CE8-11E1-8EF8-C93F-9D2A544D0B7A}"/>
                    </a:ext>
                  </a:extLst>
                </p14:cNvPr>
                <p14:cNvContentPartPr/>
                <p14:nvPr/>
              </p14:nvContentPartPr>
              <p14:xfrm>
                <a:off x="9789224" y="3159809"/>
                <a:ext cx="156960" cy="258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151CE8-11E1-8EF8-C93F-9D2A544D0B7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771584" y="3141809"/>
                  <a:ext cx="1926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1446C18-7B81-FFA1-DFB5-0D5080FE039A}"/>
                    </a:ext>
                  </a:extLst>
                </p14:cNvPr>
                <p14:cNvContentPartPr/>
                <p14:nvPr/>
              </p14:nvContentPartPr>
              <p14:xfrm>
                <a:off x="11125184" y="3031649"/>
                <a:ext cx="623880" cy="543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1446C18-7B81-FFA1-DFB5-0D5080FE03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07544" y="3013649"/>
                  <a:ext cx="65952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3A5CB2-72C0-51F5-314F-04BD0FD170CA}"/>
                    </a:ext>
                  </a:extLst>
                </p14:cNvPr>
                <p14:cNvContentPartPr/>
                <p14:nvPr/>
              </p14:nvContentPartPr>
              <p14:xfrm>
                <a:off x="11399504" y="3147929"/>
                <a:ext cx="98280" cy="235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3A5CB2-72C0-51F5-314F-04BD0FD170C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381864" y="3129929"/>
                  <a:ext cx="133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FBC540-5B0A-DC06-CFDE-6C8C2817CA7E}"/>
                    </a:ext>
                  </a:extLst>
                </p14:cNvPr>
                <p14:cNvContentPartPr/>
                <p14:nvPr/>
              </p14:nvContentPartPr>
              <p14:xfrm>
                <a:off x="11450264" y="3158369"/>
                <a:ext cx="167400" cy="200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FBC540-5B0A-DC06-CFDE-6C8C2817CA7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32264" y="3140369"/>
                  <a:ext cx="203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7F73318-64C9-8882-8120-9AA93B184708}"/>
                    </a:ext>
                  </a:extLst>
                </p14:cNvPr>
                <p14:cNvContentPartPr/>
                <p14:nvPr/>
              </p14:nvContentPartPr>
              <p14:xfrm>
                <a:off x="10220144" y="2843729"/>
                <a:ext cx="16920" cy="186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7F73318-64C9-8882-8120-9AA93B18470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202504" y="2826089"/>
                  <a:ext cx="52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C8DA72-4A9F-37AB-B4FB-6956BD47922B}"/>
                    </a:ext>
                  </a:extLst>
                </p14:cNvPr>
                <p14:cNvContentPartPr/>
                <p14:nvPr/>
              </p14:nvContentPartPr>
              <p14:xfrm>
                <a:off x="10189544" y="2832929"/>
                <a:ext cx="934200" cy="3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C8DA72-4A9F-37AB-B4FB-6956BD4792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71544" y="2814929"/>
                  <a:ext cx="9698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8C065CE-82D9-E5C8-A5DA-002AF5297C65}"/>
                    </a:ext>
                  </a:extLst>
                </p14:cNvPr>
                <p14:cNvContentPartPr/>
                <p14:nvPr/>
              </p14:nvContentPartPr>
              <p14:xfrm>
                <a:off x="11092424" y="2842289"/>
                <a:ext cx="54000" cy="163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8C065CE-82D9-E5C8-A5DA-002AF5297C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074784" y="2824289"/>
                  <a:ext cx="89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1CA398-074E-514E-698B-7517C313A349}"/>
                    </a:ext>
                  </a:extLst>
                </p14:cNvPr>
                <p14:cNvContentPartPr/>
                <p14:nvPr/>
              </p14:nvContentPartPr>
              <p14:xfrm>
                <a:off x="11282144" y="2750489"/>
                <a:ext cx="279720" cy="131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1CA398-074E-514E-698B-7517C313A34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264504" y="2732849"/>
                  <a:ext cx="315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F78411B-9345-840B-0C7B-95958C073D73}"/>
                    </a:ext>
                  </a:extLst>
                </p14:cNvPr>
                <p14:cNvContentPartPr/>
                <p14:nvPr/>
              </p14:nvContentPartPr>
              <p14:xfrm>
                <a:off x="11655464" y="2593529"/>
                <a:ext cx="118080" cy="129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F78411B-9345-840B-0C7B-95958C073D7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37464" y="2575889"/>
                  <a:ext cx="153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5A544E-5FC3-F023-81C0-83AF848C305E}"/>
                    </a:ext>
                  </a:extLst>
                </p14:cNvPr>
                <p14:cNvContentPartPr/>
                <p14:nvPr/>
              </p14:nvContentPartPr>
              <p14:xfrm>
                <a:off x="11795504" y="2627369"/>
                <a:ext cx="123480" cy="26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5A544E-5FC3-F023-81C0-83AF848C305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777504" y="2609369"/>
                  <a:ext cx="159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37E2CCE-B9AF-E7EA-8CBF-8B58F4390FF8}"/>
                    </a:ext>
                  </a:extLst>
                </p14:cNvPr>
                <p14:cNvContentPartPr/>
                <p14:nvPr/>
              </p14:nvContentPartPr>
              <p14:xfrm>
                <a:off x="11869664" y="2585609"/>
                <a:ext cx="14400" cy="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37E2CCE-B9AF-E7EA-8CBF-8B58F4390FF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851664" y="2567609"/>
                  <a:ext cx="50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7643538-7ED7-9536-7E57-93451BF40038}"/>
                    </a:ext>
                  </a:extLst>
                </p14:cNvPr>
                <p14:cNvContentPartPr/>
                <p14:nvPr/>
              </p14:nvContentPartPr>
              <p14:xfrm>
                <a:off x="11922224" y="2566889"/>
                <a:ext cx="41400" cy="46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7643538-7ED7-9536-7E57-93451BF4003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904224" y="2548889"/>
                  <a:ext cx="77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26A4BC-15F0-D927-AD39-E0F2CE0E11D6}"/>
                    </a:ext>
                  </a:extLst>
                </p14:cNvPr>
                <p14:cNvContentPartPr/>
                <p14:nvPr/>
              </p14:nvContentPartPr>
              <p14:xfrm>
                <a:off x="11914304" y="2517209"/>
                <a:ext cx="14760" cy="9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26A4BC-15F0-D927-AD39-E0F2CE0E11D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896304" y="2499569"/>
                  <a:ext cx="50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AC619E-4CFE-6789-A9E6-B611AF65BB1E}"/>
                    </a:ext>
                  </a:extLst>
                </p14:cNvPr>
                <p14:cNvContentPartPr/>
                <p14:nvPr/>
              </p14:nvContentPartPr>
              <p14:xfrm>
                <a:off x="12000344" y="2464289"/>
                <a:ext cx="73080" cy="13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AC619E-4CFE-6789-A9E6-B611AF65BB1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982704" y="2446649"/>
                  <a:ext cx="108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3D6CD4-CB1E-81CD-9176-7D3AD67674CE}"/>
                    </a:ext>
                  </a:extLst>
                </p14:cNvPr>
                <p14:cNvContentPartPr/>
                <p14:nvPr/>
              </p14:nvContentPartPr>
              <p14:xfrm>
                <a:off x="12105104" y="2495249"/>
                <a:ext cx="47880" cy="81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3D6CD4-CB1E-81CD-9176-7D3AD67674C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087104" y="2477249"/>
                  <a:ext cx="83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50CF6D5-C8D5-B29E-B7D6-71A1647A748B}"/>
                    </a:ext>
                  </a:extLst>
                </p14:cNvPr>
                <p14:cNvContentPartPr/>
                <p14:nvPr/>
              </p14:nvContentPartPr>
              <p14:xfrm>
                <a:off x="10180184" y="2248289"/>
                <a:ext cx="949320" cy="596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50CF6D5-C8D5-B29E-B7D6-71A1647A748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162544" y="2230649"/>
                  <a:ext cx="984960" cy="63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C790097-0D14-E8CC-B5A3-EEF8A230ADA0}"/>
              </a:ext>
            </a:extLst>
          </p:cNvPr>
          <p:cNvGrpSpPr/>
          <p:nvPr/>
        </p:nvGrpSpPr>
        <p:grpSpPr>
          <a:xfrm>
            <a:off x="10180184" y="2262689"/>
            <a:ext cx="979920" cy="585000"/>
            <a:chOff x="10180184" y="2262689"/>
            <a:chExt cx="979920" cy="58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52BC9D-C5C2-9659-C19E-ACFAAA1A7E38}"/>
                    </a:ext>
                  </a:extLst>
                </p14:cNvPr>
                <p14:cNvContentPartPr/>
                <p14:nvPr/>
              </p14:nvContentPartPr>
              <p14:xfrm>
                <a:off x="10180184" y="2369609"/>
                <a:ext cx="75240" cy="443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52BC9D-C5C2-9659-C19E-ACFAAA1A7E3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62544" y="2351969"/>
                  <a:ext cx="11088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887D01B-794D-F9CA-BB77-06AE025373D2}"/>
                    </a:ext>
                  </a:extLst>
                </p14:cNvPr>
                <p14:cNvContentPartPr/>
                <p14:nvPr/>
              </p14:nvContentPartPr>
              <p14:xfrm>
                <a:off x="10211864" y="2262689"/>
                <a:ext cx="948240" cy="585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887D01B-794D-F9CA-BB77-06AE025373D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193864" y="2245049"/>
                  <a:ext cx="98388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D58EE31-ED38-76FA-84BE-EF9F17DE3901}"/>
                    </a:ext>
                  </a:extLst>
                </p14:cNvPr>
                <p14:cNvContentPartPr/>
                <p14:nvPr/>
              </p14:nvContentPartPr>
              <p14:xfrm>
                <a:off x="10193144" y="2285369"/>
                <a:ext cx="138960" cy="206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D58EE31-ED38-76FA-84BE-EF9F17DE390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175144" y="2267369"/>
                  <a:ext cx="174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42AE43-C379-BC1C-6D7C-3BE325062E9A}"/>
                    </a:ext>
                  </a:extLst>
                </p14:cNvPr>
                <p14:cNvContentPartPr/>
                <p14:nvPr/>
              </p14:nvContentPartPr>
              <p14:xfrm>
                <a:off x="10235984" y="2287889"/>
                <a:ext cx="195840" cy="250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42AE43-C379-BC1C-6D7C-3BE325062E9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18344" y="2270249"/>
                  <a:ext cx="231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C230D47-F792-40D7-D4D0-02D449A555A1}"/>
                    </a:ext>
                  </a:extLst>
                </p14:cNvPr>
                <p14:cNvContentPartPr/>
                <p14:nvPr/>
              </p14:nvContentPartPr>
              <p14:xfrm>
                <a:off x="10276304" y="2276369"/>
                <a:ext cx="254880" cy="336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C230D47-F792-40D7-D4D0-02D449A555A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258304" y="2258369"/>
                  <a:ext cx="2905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1F85566-271B-0F92-F959-B409E56F3113}"/>
                    </a:ext>
                  </a:extLst>
                </p14:cNvPr>
                <p14:cNvContentPartPr/>
                <p14:nvPr/>
              </p14:nvContentPartPr>
              <p14:xfrm>
                <a:off x="10342184" y="2268089"/>
                <a:ext cx="293400" cy="350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1F85566-271B-0F92-F959-B409E56F311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24184" y="2250449"/>
                  <a:ext cx="3290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E7DCB2-E78A-14BD-4785-2AD13C0A8D1B}"/>
                    </a:ext>
                  </a:extLst>
                </p14:cNvPr>
                <p14:cNvContentPartPr/>
                <p14:nvPr/>
              </p14:nvContentPartPr>
              <p14:xfrm>
                <a:off x="10412024" y="2272409"/>
                <a:ext cx="298080" cy="377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7DCB2-E78A-14BD-4785-2AD13C0A8D1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394024" y="2254409"/>
                  <a:ext cx="3337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0508117-3D93-D80E-2FCB-CD7C00F6597D}"/>
                    </a:ext>
                  </a:extLst>
                </p14:cNvPr>
                <p14:cNvContentPartPr/>
                <p14:nvPr/>
              </p14:nvContentPartPr>
              <p14:xfrm>
                <a:off x="10521824" y="2294009"/>
                <a:ext cx="316800" cy="409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0508117-3D93-D80E-2FCB-CD7C00F6597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04184" y="2276369"/>
                  <a:ext cx="3524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A07A44-45A0-76A4-D618-66180E6C4D46}"/>
                    </a:ext>
                  </a:extLst>
                </p14:cNvPr>
                <p14:cNvContentPartPr/>
                <p14:nvPr/>
              </p14:nvContentPartPr>
              <p14:xfrm>
                <a:off x="10655744" y="2322809"/>
                <a:ext cx="244800" cy="308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A07A44-45A0-76A4-D618-66180E6C4D4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637744" y="2305169"/>
                  <a:ext cx="280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3B5B433-551F-19A5-4DF2-4B2C102CA72C}"/>
                    </a:ext>
                  </a:extLst>
                </p14:cNvPr>
                <p14:cNvContentPartPr/>
                <p14:nvPr/>
              </p14:nvContentPartPr>
              <p14:xfrm>
                <a:off x="10710464" y="2399129"/>
                <a:ext cx="248400" cy="291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3B5B433-551F-19A5-4DF2-4B2C102CA72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92824" y="2381129"/>
                  <a:ext cx="2840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A85D79-5514-70F7-0B1E-5141BD58E68F}"/>
                    </a:ext>
                  </a:extLst>
                </p14:cNvPr>
                <p14:cNvContentPartPr/>
                <p14:nvPr/>
              </p14:nvContentPartPr>
              <p14:xfrm>
                <a:off x="10777064" y="2526209"/>
                <a:ext cx="176040" cy="181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A85D79-5514-70F7-0B1E-5141BD58E68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59064" y="2508569"/>
                  <a:ext cx="211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FC5DCC-3B99-29B9-BE23-5ABAFC82F0F5}"/>
                    </a:ext>
                  </a:extLst>
                </p14:cNvPr>
                <p14:cNvContentPartPr/>
                <p14:nvPr/>
              </p14:nvContentPartPr>
              <p14:xfrm>
                <a:off x="10906304" y="2575169"/>
                <a:ext cx="127800" cy="146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FC5DCC-3B99-29B9-BE23-5ABAFC82F0F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888304" y="2557169"/>
                  <a:ext cx="163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3A0D816-33EE-91F4-E037-5A1B5639A83F}"/>
                    </a:ext>
                  </a:extLst>
                </p14:cNvPr>
                <p14:cNvContentPartPr/>
                <p14:nvPr/>
              </p14:nvContentPartPr>
              <p14:xfrm>
                <a:off x="11002424" y="2681369"/>
                <a:ext cx="43560" cy="59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3A0D816-33EE-91F4-E037-5A1B5639A8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84424" y="2663369"/>
                  <a:ext cx="7920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F438E25-A597-DF66-5ABD-CB7BC6CDEB97}"/>
              </a:ext>
            </a:extLst>
          </p:cNvPr>
          <p:cNvGrpSpPr/>
          <p:nvPr/>
        </p:nvGrpSpPr>
        <p:grpSpPr>
          <a:xfrm>
            <a:off x="10468544" y="1875329"/>
            <a:ext cx="732240" cy="240120"/>
            <a:chOff x="10468544" y="1875329"/>
            <a:chExt cx="73224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1F44B5D-400A-47EE-6245-B6D07793D864}"/>
                    </a:ext>
                  </a:extLst>
                </p14:cNvPr>
                <p14:cNvContentPartPr/>
                <p14:nvPr/>
              </p14:nvContentPartPr>
              <p14:xfrm>
                <a:off x="10468544" y="1875329"/>
                <a:ext cx="205200" cy="240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1F44B5D-400A-47EE-6245-B6D07793D86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450904" y="1857689"/>
                  <a:ext cx="2408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0D8B80-360E-9D01-F92F-2BC84F33C721}"/>
                    </a:ext>
                  </a:extLst>
                </p14:cNvPr>
                <p14:cNvContentPartPr/>
                <p14:nvPr/>
              </p14:nvContentPartPr>
              <p14:xfrm>
                <a:off x="10738904" y="1991249"/>
                <a:ext cx="149760" cy="100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0D8B80-360E-9D01-F92F-2BC84F33C72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721264" y="1973249"/>
                  <a:ext cx="185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573EC7-77FF-39D9-4AE9-785358C5E741}"/>
                    </a:ext>
                  </a:extLst>
                </p14:cNvPr>
                <p14:cNvContentPartPr/>
                <p14:nvPr/>
              </p14:nvContentPartPr>
              <p14:xfrm>
                <a:off x="10947704" y="1895849"/>
                <a:ext cx="68040" cy="210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573EC7-77FF-39D9-4AE9-785358C5E74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29704" y="1878209"/>
                  <a:ext cx="1036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0478445-A551-FC48-8142-7263BFABF852}"/>
                    </a:ext>
                  </a:extLst>
                </p14:cNvPr>
                <p14:cNvContentPartPr/>
                <p14:nvPr/>
              </p14:nvContentPartPr>
              <p14:xfrm>
                <a:off x="10919624" y="2005289"/>
                <a:ext cx="120240" cy="45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0478445-A551-FC48-8142-7263BFABF85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01624" y="1987289"/>
                  <a:ext cx="155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5BCC6B-BDF6-6F13-A381-903EC7AD8266}"/>
                    </a:ext>
                  </a:extLst>
                </p14:cNvPr>
                <p14:cNvContentPartPr/>
                <p14:nvPr/>
              </p14:nvContentPartPr>
              <p14:xfrm>
                <a:off x="11107184" y="1954889"/>
                <a:ext cx="93600" cy="139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5BCC6B-BDF6-6F13-A381-903EC7AD826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089544" y="1937249"/>
                  <a:ext cx="12924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1504" name="Ink 21503">
                <a:extLst>
                  <a:ext uri="{FF2B5EF4-FFF2-40B4-BE49-F238E27FC236}">
                    <a16:creationId xmlns:a16="http://schemas.microsoft.com/office/drawing/2014/main" id="{2F34935A-8AE5-DD0E-3065-9E1E3E492507}"/>
                  </a:ext>
                </a:extLst>
              </p14:cNvPr>
              <p14:cNvContentPartPr/>
              <p14:nvPr/>
            </p14:nvContentPartPr>
            <p14:xfrm>
              <a:off x="10238504" y="3096449"/>
              <a:ext cx="910440" cy="40680"/>
            </p14:xfrm>
          </p:contentPart>
        </mc:Choice>
        <mc:Fallback xmlns="">
          <p:pic>
            <p:nvPicPr>
              <p:cNvPr id="21504" name="Ink 21503">
                <a:extLst>
                  <a:ext uri="{FF2B5EF4-FFF2-40B4-BE49-F238E27FC236}">
                    <a16:creationId xmlns:a16="http://schemas.microsoft.com/office/drawing/2014/main" id="{2F34935A-8AE5-DD0E-3065-9E1E3E49250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184864" y="2988449"/>
                <a:ext cx="1018080" cy="25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16" name="Group 21515">
            <a:extLst>
              <a:ext uri="{FF2B5EF4-FFF2-40B4-BE49-F238E27FC236}">
                <a16:creationId xmlns:a16="http://schemas.microsoft.com/office/drawing/2014/main" id="{7B14CC8B-91D3-2A21-F4BE-743A14F52300}"/>
              </a:ext>
            </a:extLst>
          </p:cNvPr>
          <p:cNvGrpSpPr/>
          <p:nvPr/>
        </p:nvGrpSpPr>
        <p:grpSpPr>
          <a:xfrm>
            <a:off x="9328064" y="3003929"/>
            <a:ext cx="2624400" cy="2587680"/>
            <a:chOff x="9328064" y="3003929"/>
            <a:chExt cx="2624400" cy="25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E5F7F7-2A19-0986-721F-71B7C43FC952}"/>
                    </a:ext>
                  </a:extLst>
                </p14:cNvPr>
                <p14:cNvContentPartPr/>
                <p14:nvPr/>
              </p14:nvContentPartPr>
              <p14:xfrm>
                <a:off x="9609224" y="3038849"/>
                <a:ext cx="101880" cy="1221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E5F7F7-2A19-0986-721F-71B7C43FC95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591584" y="3021209"/>
                  <a:ext cx="137520" cy="12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DE9FF8-3346-8D94-A3FD-E08CFD4E16EA}"/>
                    </a:ext>
                  </a:extLst>
                </p14:cNvPr>
                <p14:cNvContentPartPr/>
                <p14:nvPr/>
              </p14:nvContentPartPr>
              <p14:xfrm>
                <a:off x="9615704" y="4144409"/>
                <a:ext cx="2336760" cy="206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DE9FF8-3346-8D94-A3FD-E08CFD4E16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97704" y="4126769"/>
                  <a:ext cx="23724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FDD47D8-2B75-AAC1-5285-73A6B65BD5A2}"/>
                    </a:ext>
                  </a:extLst>
                </p14:cNvPr>
                <p14:cNvContentPartPr/>
                <p14:nvPr/>
              </p14:nvContentPartPr>
              <p14:xfrm>
                <a:off x="11676704" y="3015089"/>
                <a:ext cx="183960" cy="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FDD47D8-2B75-AAC1-5285-73A6B65BD5A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658704" y="2997089"/>
                  <a:ext cx="219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5D0426-AC78-A216-BB0E-BC367E1BAC11}"/>
                    </a:ext>
                  </a:extLst>
                </p14:cNvPr>
                <p14:cNvContentPartPr/>
                <p14:nvPr/>
              </p14:nvContentPartPr>
              <p14:xfrm>
                <a:off x="11773184" y="3003929"/>
                <a:ext cx="77040" cy="1224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5D0426-AC78-A216-BB0E-BC367E1BAC1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755184" y="2986289"/>
                  <a:ext cx="112680" cy="12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1505" name="Ink 21504">
                  <a:extLst>
                    <a:ext uri="{FF2B5EF4-FFF2-40B4-BE49-F238E27FC236}">
                      <a16:creationId xmlns:a16="http://schemas.microsoft.com/office/drawing/2014/main" id="{1FC4F19A-90E9-46B0-E10C-C38872F23C66}"/>
                    </a:ext>
                  </a:extLst>
                </p14:cNvPr>
                <p14:cNvContentPartPr/>
                <p14:nvPr/>
              </p14:nvContentPartPr>
              <p14:xfrm>
                <a:off x="9558464" y="3130649"/>
                <a:ext cx="1099440" cy="1972800"/>
              </p14:xfrm>
            </p:contentPart>
          </mc:Choice>
          <mc:Fallback xmlns="">
            <p:pic>
              <p:nvPicPr>
                <p:cNvPr id="21505" name="Ink 21504">
                  <a:extLst>
                    <a:ext uri="{FF2B5EF4-FFF2-40B4-BE49-F238E27FC236}">
                      <a16:creationId xmlns:a16="http://schemas.microsoft.com/office/drawing/2014/main" id="{1FC4F19A-90E9-46B0-E10C-C38872F23C6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40824" y="3112649"/>
                  <a:ext cx="1135080" cy="20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1507" name="Ink 21506">
                  <a:extLst>
                    <a:ext uri="{FF2B5EF4-FFF2-40B4-BE49-F238E27FC236}">
                      <a16:creationId xmlns:a16="http://schemas.microsoft.com/office/drawing/2014/main" id="{6FD3E32E-4333-8B46-CD00-22D756489985}"/>
                    </a:ext>
                  </a:extLst>
                </p14:cNvPr>
                <p14:cNvContentPartPr/>
                <p14:nvPr/>
              </p14:nvContentPartPr>
              <p14:xfrm>
                <a:off x="9328064" y="5404049"/>
                <a:ext cx="170640" cy="187560"/>
              </p14:xfrm>
            </p:contentPart>
          </mc:Choice>
          <mc:Fallback xmlns="">
            <p:pic>
              <p:nvPicPr>
                <p:cNvPr id="21507" name="Ink 21506">
                  <a:extLst>
                    <a:ext uri="{FF2B5EF4-FFF2-40B4-BE49-F238E27FC236}">
                      <a16:creationId xmlns:a16="http://schemas.microsoft.com/office/drawing/2014/main" id="{6FD3E32E-4333-8B46-CD00-22D75648998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310064" y="5386049"/>
                  <a:ext cx="206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1508" name="Ink 21507">
                  <a:extLst>
                    <a:ext uri="{FF2B5EF4-FFF2-40B4-BE49-F238E27FC236}">
                      <a16:creationId xmlns:a16="http://schemas.microsoft.com/office/drawing/2014/main" id="{20453EF0-3746-4DF2-EF2E-526EAD010F7B}"/>
                    </a:ext>
                  </a:extLst>
                </p14:cNvPr>
                <p14:cNvContentPartPr/>
                <p14:nvPr/>
              </p14:nvContentPartPr>
              <p14:xfrm>
                <a:off x="9522464" y="5377049"/>
                <a:ext cx="173520" cy="158760"/>
              </p14:xfrm>
            </p:contentPart>
          </mc:Choice>
          <mc:Fallback xmlns="">
            <p:pic>
              <p:nvPicPr>
                <p:cNvPr id="21508" name="Ink 21507">
                  <a:extLst>
                    <a:ext uri="{FF2B5EF4-FFF2-40B4-BE49-F238E27FC236}">
                      <a16:creationId xmlns:a16="http://schemas.microsoft.com/office/drawing/2014/main" id="{20453EF0-3746-4DF2-EF2E-526EAD010F7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504464" y="5359409"/>
                  <a:ext cx="209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1509" name="Ink 21508">
                  <a:extLst>
                    <a:ext uri="{FF2B5EF4-FFF2-40B4-BE49-F238E27FC236}">
                      <a16:creationId xmlns:a16="http://schemas.microsoft.com/office/drawing/2014/main" id="{65AEDA9F-0A69-0BD6-37EE-D71B18AC9C0D}"/>
                    </a:ext>
                  </a:extLst>
                </p14:cNvPr>
                <p14:cNvContentPartPr/>
                <p14:nvPr/>
              </p14:nvContentPartPr>
              <p14:xfrm>
                <a:off x="9742784" y="5380649"/>
                <a:ext cx="127440" cy="97200"/>
              </p14:xfrm>
            </p:contentPart>
          </mc:Choice>
          <mc:Fallback xmlns="">
            <p:pic>
              <p:nvPicPr>
                <p:cNvPr id="21509" name="Ink 21508">
                  <a:extLst>
                    <a:ext uri="{FF2B5EF4-FFF2-40B4-BE49-F238E27FC236}">
                      <a16:creationId xmlns:a16="http://schemas.microsoft.com/office/drawing/2014/main" id="{65AEDA9F-0A69-0BD6-37EE-D71B18AC9C0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725144" y="5363009"/>
                  <a:ext cx="163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1510" name="Ink 21509">
                  <a:extLst>
                    <a:ext uri="{FF2B5EF4-FFF2-40B4-BE49-F238E27FC236}">
                      <a16:creationId xmlns:a16="http://schemas.microsoft.com/office/drawing/2014/main" id="{EFC5D9F1-BDCA-1BBA-ECA3-62BD03A32B74}"/>
                    </a:ext>
                  </a:extLst>
                </p14:cNvPr>
                <p14:cNvContentPartPr/>
                <p14:nvPr/>
              </p14:nvContentPartPr>
              <p14:xfrm>
                <a:off x="9868424" y="5354729"/>
                <a:ext cx="145440" cy="109440"/>
              </p14:xfrm>
            </p:contentPart>
          </mc:Choice>
          <mc:Fallback xmlns="">
            <p:pic>
              <p:nvPicPr>
                <p:cNvPr id="21510" name="Ink 21509">
                  <a:extLst>
                    <a:ext uri="{FF2B5EF4-FFF2-40B4-BE49-F238E27FC236}">
                      <a16:creationId xmlns:a16="http://schemas.microsoft.com/office/drawing/2014/main" id="{EFC5D9F1-BDCA-1BBA-ECA3-62BD03A32B7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850784" y="5336729"/>
                  <a:ext cx="1810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1511" name="Ink 21510">
                  <a:extLst>
                    <a:ext uri="{FF2B5EF4-FFF2-40B4-BE49-F238E27FC236}">
                      <a16:creationId xmlns:a16="http://schemas.microsoft.com/office/drawing/2014/main" id="{1196960F-BB2A-A58F-6379-CA03872192DA}"/>
                    </a:ext>
                  </a:extLst>
                </p14:cNvPr>
                <p14:cNvContentPartPr/>
                <p14:nvPr/>
              </p14:nvContentPartPr>
              <p14:xfrm>
                <a:off x="10052384" y="5341769"/>
                <a:ext cx="146520" cy="104400"/>
              </p14:xfrm>
            </p:contentPart>
          </mc:Choice>
          <mc:Fallback xmlns="">
            <p:pic>
              <p:nvPicPr>
                <p:cNvPr id="21511" name="Ink 21510">
                  <a:extLst>
                    <a:ext uri="{FF2B5EF4-FFF2-40B4-BE49-F238E27FC236}">
                      <a16:creationId xmlns:a16="http://schemas.microsoft.com/office/drawing/2014/main" id="{1196960F-BB2A-A58F-6379-CA03872192D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034384" y="5323769"/>
                  <a:ext cx="182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1514" name="Ink 21513">
                  <a:extLst>
                    <a:ext uri="{FF2B5EF4-FFF2-40B4-BE49-F238E27FC236}">
                      <a16:creationId xmlns:a16="http://schemas.microsoft.com/office/drawing/2014/main" id="{7534B7E6-CBFB-F44C-D5BC-5BC4C200ED90}"/>
                    </a:ext>
                  </a:extLst>
                </p14:cNvPr>
                <p14:cNvContentPartPr/>
                <p14:nvPr/>
              </p14:nvContentPartPr>
              <p14:xfrm>
                <a:off x="10268744" y="5228729"/>
                <a:ext cx="193680" cy="207720"/>
              </p14:xfrm>
            </p:contentPart>
          </mc:Choice>
          <mc:Fallback xmlns="">
            <p:pic>
              <p:nvPicPr>
                <p:cNvPr id="21514" name="Ink 21513">
                  <a:extLst>
                    <a:ext uri="{FF2B5EF4-FFF2-40B4-BE49-F238E27FC236}">
                      <a16:creationId xmlns:a16="http://schemas.microsoft.com/office/drawing/2014/main" id="{7534B7E6-CBFB-F44C-D5BC-5BC4C200ED9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250744" y="5210729"/>
                  <a:ext cx="2293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1515" name="Ink 21514">
                  <a:extLst>
                    <a:ext uri="{FF2B5EF4-FFF2-40B4-BE49-F238E27FC236}">
                      <a16:creationId xmlns:a16="http://schemas.microsoft.com/office/drawing/2014/main" id="{D321FE3A-CF0F-2D3F-66EA-53840C2DC238}"/>
                    </a:ext>
                  </a:extLst>
                </p14:cNvPr>
                <p14:cNvContentPartPr/>
                <p14:nvPr/>
              </p14:nvContentPartPr>
              <p14:xfrm>
                <a:off x="10512104" y="5390369"/>
                <a:ext cx="2520" cy="6840"/>
              </p14:xfrm>
            </p:contentPart>
          </mc:Choice>
          <mc:Fallback xmlns="">
            <p:pic>
              <p:nvPicPr>
                <p:cNvPr id="21515" name="Ink 21514">
                  <a:extLst>
                    <a:ext uri="{FF2B5EF4-FFF2-40B4-BE49-F238E27FC236}">
                      <a16:creationId xmlns:a16="http://schemas.microsoft.com/office/drawing/2014/main" id="{D321FE3A-CF0F-2D3F-66EA-53840C2DC23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94104" y="5372729"/>
                  <a:ext cx="38160" cy="42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B308-9F93-9B23-C85E-90CE08025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97B8A-D8B6-1134-3EF6-58F78FACD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65EE9B-22DF-AF3E-667D-DE60EDB9BD26}"/>
              </a:ext>
            </a:extLst>
          </p:cNvPr>
          <p:cNvGrpSpPr/>
          <p:nvPr/>
        </p:nvGrpSpPr>
        <p:grpSpPr>
          <a:xfrm>
            <a:off x="1240664" y="1946249"/>
            <a:ext cx="989280" cy="626760"/>
            <a:chOff x="1240664" y="1946249"/>
            <a:chExt cx="989280" cy="62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99FAABB-3884-C8F7-D562-A24B9F7BE0BC}"/>
                    </a:ext>
                  </a:extLst>
                </p14:cNvPr>
                <p14:cNvContentPartPr/>
                <p14:nvPr/>
              </p14:nvContentPartPr>
              <p14:xfrm>
                <a:off x="1240664" y="1946249"/>
                <a:ext cx="865080" cy="575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99FAABB-3884-C8F7-D562-A24B9F7BE0B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77664" y="1883249"/>
                  <a:ext cx="99072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6A85824-E05D-52AB-E73D-A98588DC63BE}"/>
                    </a:ext>
                  </a:extLst>
                </p14:cNvPr>
                <p14:cNvContentPartPr/>
                <p14:nvPr/>
              </p14:nvContentPartPr>
              <p14:xfrm>
                <a:off x="1902344" y="2399129"/>
                <a:ext cx="327600" cy="173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6A85824-E05D-52AB-E73D-A98588DC63B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9344" y="2336129"/>
                  <a:ext cx="45324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69D8557-C05C-39BC-47D8-7844FF19EDAE}"/>
              </a:ext>
            </a:extLst>
          </p:cNvPr>
          <p:cNvGrpSpPr/>
          <p:nvPr/>
        </p:nvGrpSpPr>
        <p:grpSpPr>
          <a:xfrm>
            <a:off x="4411904" y="1677329"/>
            <a:ext cx="748440" cy="981000"/>
            <a:chOff x="4411904" y="1677329"/>
            <a:chExt cx="748440" cy="9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D32BEB-A192-45FE-29B5-0A0B3C57B62E}"/>
                    </a:ext>
                  </a:extLst>
                </p14:cNvPr>
                <p14:cNvContentPartPr/>
                <p14:nvPr/>
              </p14:nvContentPartPr>
              <p14:xfrm>
                <a:off x="4411904" y="1756529"/>
                <a:ext cx="668160" cy="901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1D32BEB-A192-45FE-29B5-0A0B3C57B6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48904" y="1693889"/>
                  <a:ext cx="793800" cy="10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EC08222-A693-7A0C-403C-FB65489504C3}"/>
                    </a:ext>
                  </a:extLst>
                </p14:cNvPr>
                <p14:cNvContentPartPr/>
                <p14:nvPr/>
              </p14:nvContentPartPr>
              <p14:xfrm>
                <a:off x="4954424" y="1677329"/>
                <a:ext cx="205920" cy="262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EC08222-A693-7A0C-403C-FB65489504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91784" y="1614689"/>
                  <a:ext cx="331560" cy="38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9063031-BFC5-105F-37BC-05A7D1167599}"/>
                  </a:ext>
                </a:extLst>
              </p14:cNvPr>
              <p14:cNvContentPartPr/>
              <p14:nvPr/>
            </p14:nvContentPartPr>
            <p14:xfrm>
              <a:off x="2643224" y="2593169"/>
              <a:ext cx="1326960" cy="209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9063031-BFC5-105F-37BC-05A7D11675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89584" y="2485529"/>
                <a:ext cx="1434600" cy="42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E7EAF3A0-B3D4-3085-3DE1-ACB609E42986}"/>
              </a:ext>
            </a:extLst>
          </p:cNvPr>
          <p:cNvGrpSpPr/>
          <p:nvPr/>
        </p:nvGrpSpPr>
        <p:grpSpPr>
          <a:xfrm>
            <a:off x="1809104" y="1383209"/>
            <a:ext cx="3095280" cy="4045680"/>
            <a:chOff x="1809104" y="1383209"/>
            <a:chExt cx="3095280" cy="40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03B902A-C30C-AB1B-2FB7-FC99927E7B73}"/>
                    </a:ext>
                  </a:extLst>
                </p14:cNvPr>
                <p14:cNvContentPartPr/>
                <p14:nvPr/>
              </p14:nvContentPartPr>
              <p14:xfrm>
                <a:off x="1809104" y="2456729"/>
                <a:ext cx="3049920" cy="129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03B902A-C30C-AB1B-2FB7-FC99927E7B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1104" y="2439089"/>
                  <a:ext cx="308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3841FB-8D7C-285C-D5A2-685E4BABDC0A}"/>
                    </a:ext>
                  </a:extLst>
                </p14:cNvPr>
                <p14:cNvContentPartPr/>
                <p14:nvPr/>
              </p14:nvContentPartPr>
              <p14:xfrm>
                <a:off x="2290784" y="2606489"/>
                <a:ext cx="398160" cy="891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3841FB-8D7C-285C-D5A2-685E4BABDC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72784" y="2588489"/>
                  <a:ext cx="433800" cy="9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26315E5-4C18-89AB-7F74-7565F296431A}"/>
                    </a:ext>
                  </a:extLst>
                </p14:cNvPr>
                <p14:cNvContentPartPr/>
                <p14:nvPr/>
              </p14:nvContentPartPr>
              <p14:xfrm>
                <a:off x="3978464" y="2558609"/>
                <a:ext cx="752760" cy="833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26315E5-4C18-89AB-7F74-7565F29643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60824" y="2540609"/>
                  <a:ext cx="78840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7FFE8D-55EF-35EF-794F-5356F0279ED4}"/>
                    </a:ext>
                  </a:extLst>
                </p14:cNvPr>
                <p14:cNvContentPartPr/>
                <p14:nvPr/>
              </p14:nvContentPartPr>
              <p14:xfrm>
                <a:off x="2150024" y="2823929"/>
                <a:ext cx="164160" cy="316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7FFE8D-55EF-35EF-794F-5356F0279E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32384" y="2805929"/>
                  <a:ext cx="1998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EC2931-2421-D3B4-12B1-83092F532343}"/>
                    </a:ext>
                  </a:extLst>
                </p14:cNvPr>
                <p14:cNvContentPartPr/>
                <p14:nvPr/>
              </p14:nvContentPartPr>
              <p14:xfrm>
                <a:off x="4511984" y="2819249"/>
                <a:ext cx="68760" cy="250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EC2931-2421-D3B4-12B1-83092F5323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93984" y="2801609"/>
                  <a:ext cx="1044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A6B356-3771-594B-6BF6-83CEE2CBB09C}"/>
                    </a:ext>
                  </a:extLst>
                </p14:cNvPr>
                <p14:cNvContentPartPr/>
                <p14:nvPr/>
              </p14:nvContentPartPr>
              <p14:xfrm>
                <a:off x="4526384" y="2844449"/>
                <a:ext cx="168480" cy="216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A6B356-3771-594B-6BF6-83CEE2CBB0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08384" y="2826809"/>
                  <a:ext cx="204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8BB850-5954-41C4-851C-DA6E9D87A9D0}"/>
                    </a:ext>
                  </a:extLst>
                </p14:cNvPr>
                <p14:cNvContentPartPr/>
                <p14:nvPr/>
              </p14:nvContentPartPr>
              <p14:xfrm>
                <a:off x="2650784" y="2326769"/>
                <a:ext cx="28440" cy="190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8BB850-5954-41C4-851C-DA6E9D87A9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33144" y="2308769"/>
                  <a:ext cx="640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7896D3-A534-B014-14CD-07CB3AF21EA7}"/>
                    </a:ext>
                  </a:extLst>
                </p14:cNvPr>
                <p14:cNvContentPartPr/>
                <p14:nvPr/>
              </p14:nvContentPartPr>
              <p14:xfrm>
                <a:off x="2638544" y="2286449"/>
                <a:ext cx="1391400" cy="5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7896D3-A534-B014-14CD-07CB3AF21EA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20544" y="2268809"/>
                  <a:ext cx="1427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C4668B-BF19-E8B6-5603-AB2852913B81}"/>
                    </a:ext>
                  </a:extLst>
                </p14:cNvPr>
                <p14:cNvContentPartPr/>
                <p14:nvPr/>
              </p14:nvContentPartPr>
              <p14:xfrm>
                <a:off x="3997904" y="2285369"/>
                <a:ext cx="28440" cy="20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C4668B-BF19-E8B6-5603-AB2852913B8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9904" y="2267729"/>
                  <a:ext cx="64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B4119A-8CF1-6AD2-835F-CE231EACE8B2}"/>
                    </a:ext>
                  </a:extLst>
                </p14:cNvPr>
                <p14:cNvContentPartPr/>
                <p14:nvPr/>
              </p14:nvContentPartPr>
              <p14:xfrm>
                <a:off x="2555744" y="1537649"/>
                <a:ext cx="109800" cy="760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B4119A-8CF1-6AD2-835F-CE231EACE8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37744" y="1519649"/>
                  <a:ext cx="145440" cy="7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FF2144-3E7C-730C-C376-4DF0E8671BD5}"/>
                    </a:ext>
                  </a:extLst>
                </p14:cNvPr>
                <p14:cNvContentPartPr/>
                <p14:nvPr/>
              </p14:nvContentPartPr>
              <p14:xfrm>
                <a:off x="2536664" y="1383209"/>
                <a:ext cx="1574280" cy="1024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FF2144-3E7C-730C-C376-4DF0E8671BD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9024" y="1365569"/>
                  <a:ext cx="1609920" cy="10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1463DA-36AE-76B8-EC31-2D29CB317C85}"/>
                    </a:ext>
                  </a:extLst>
                </p14:cNvPr>
                <p14:cNvContentPartPr/>
                <p14:nvPr/>
              </p14:nvContentPartPr>
              <p14:xfrm>
                <a:off x="3154064" y="1729169"/>
                <a:ext cx="321120" cy="299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1463DA-36AE-76B8-EC31-2D29CB317C8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36424" y="1711529"/>
                  <a:ext cx="3567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F86709-094A-9E1C-C729-3A5F7FED2A6A}"/>
                    </a:ext>
                  </a:extLst>
                </p14:cNvPr>
                <p14:cNvContentPartPr/>
                <p14:nvPr/>
              </p14:nvContentPartPr>
              <p14:xfrm>
                <a:off x="1977224" y="2732489"/>
                <a:ext cx="93600" cy="1686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F86709-094A-9E1C-C729-3A5F7FED2A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59224" y="2714489"/>
                  <a:ext cx="129240" cy="172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91F91C-BF71-E087-B7BA-7AE88B70E2CF}"/>
                    </a:ext>
                  </a:extLst>
                </p14:cNvPr>
                <p14:cNvContentPartPr/>
                <p14:nvPr/>
              </p14:nvContentPartPr>
              <p14:xfrm>
                <a:off x="2090624" y="4263569"/>
                <a:ext cx="2801160" cy="156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91F91C-BF71-E087-B7BA-7AE88B70E2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72624" y="4245929"/>
                  <a:ext cx="2836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A26936-40AA-3F91-AB8D-E537C41B3A99}"/>
                    </a:ext>
                  </a:extLst>
                </p14:cNvPr>
                <p14:cNvContentPartPr/>
                <p14:nvPr/>
              </p14:nvContentPartPr>
              <p14:xfrm>
                <a:off x="4721504" y="2439809"/>
                <a:ext cx="182880" cy="1888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A26936-40AA-3F91-AB8D-E537C41B3A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03864" y="2422169"/>
                  <a:ext cx="218520" cy="19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835708-27CA-6CDC-B030-69BF4084801D}"/>
                    </a:ext>
                  </a:extLst>
                </p14:cNvPr>
                <p14:cNvContentPartPr/>
                <p14:nvPr/>
              </p14:nvContentPartPr>
              <p14:xfrm>
                <a:off x="4851104" y="4264649"/>
                <a:ext cx="8280" cy="13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835708-27CA-6CDC-B030-69BF408480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33464" y="4247009"/>
                  <a:ext cx="43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2B57E2A-E942-5182-9968-FDCA0EA0FB09}"/>
                    </a:ext>
                  </a:extLst>
                </p14:cNvPr>
                <p14:cNvContentPartPr/>
                <p14:nvPr/>
              </p14:nvContentPartPr>
              <p14:xfrm>
                <a:off x="2693264" y="2949209"/>
                <a:ext cx="630720" cy="2247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2B57E2A-E942-5182-9968-FDCA0EA0FB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75624" y="2931569"/>
                  <a:ext cx="666360" cy="22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C666AD-CAC7-BE22-C368-E0B42866934C}"/>
                    </a:ext>
                  </a:extLst>
                </p14:cNvPr>
                <p14:cNvContentPartPr/>
                <p14:nvPr/>
              </p14:nvContentPartPr>
              <p14:xfrm>
                <a:off x="3237944" y="2937689"/>
                <a:ext cx="143640" cy="110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C666AD-CAC7-BE22-C368-E0B4286693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20304" y="2920049"/>
                  <a:ext cx="1792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6250BC-D47A-2D78-260B-986EA1426D0D}"/>
                    </a:ext>
                  </a:extLst>
                </p14:cNvPr>
                <p14:cNvContentPartPr/>
                <p14:nvPr/>
              </p14:nvContentPartPr>
              <p14:xfrm>
                <a:off x="2931224" y="5220809"/>
                <a:ext cx="173160" cy="208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6250BC-D47A-2D78-260B-986EA1426D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13224" y="5202809"/>
                  <a:ext cx="208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F42274-72EE-BEFA-E134-75B56DCB1A05}"/>
                    </a:ext>
                  </a:extLst>
                </p14:cNvPr>
                <p14:cNvContentPartPr/>
                <p14:nvPr/>
              </p14:nvContentPartPr>
              <p14:xfrm>
                <a:off x="3150464" y="5242409"/>
                <a:ext cx="198000" cy="12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F42274-72EE-BEFA-E134-75B56DCB1A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32464" y="5224769"/>
                  <a:ext cx="233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B18F49-2BAD-6AFB-45ED-1ACB7DB14706}"/>
                    </a:ext>
                  </a:extLst>
                </p14:cNvPr>
                <p14:cNvContentPartPr/>
                <p14:nvPr/>
              </p14:nvContentPartPr>
              <p14:xfrm>
                <a:off x="3357464" y="5253929"/>
                <a:ext cx="265320" cy="97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B18F49-2BAD-6AFB-45ED-1ACB7DB147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39464" y="5235929"/>
                  <a:ext cx="3009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42C4D7-C9D8-C255-45C8-28C809BD60B8}"/>
                    </a:ext>
                  </a:extLst>
                </p14:cNvPr>
                <p14:cNvContentPartPr/>
                <p14:nvPr/>
              </p14:nvContentPartPr>
              <p14:xfrm>
                <a:off x="3712064" y="5211089"/>
                <a:ext cx="96840" cy="216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42C4D7-C9D8-C255-45C8-28C809BD60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94064" y="5193449"/>
                  <a:ext cx="132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9B48C6C-B840-9905-399D-4CF8A190788E}"/>
                    </a:ext>
                  </a:extLst>
                </p14:cNvPr>
                <p14:cNvContentPartPr/>
                <p14:nvPr/>
              </p14:nvContentPartPr>
              <p14:xfrm>
                <a:off x="3914744" y="5208929"/>
                <a:ext cx="115920" cy="112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9B48C6C-B840-9905-399D-4CF8A19078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96744" y="5191289"/>
                  <a:ext cx="151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B5CAAA-3541-DE5D-6396-4C007190C7A9}"/>
                    </a:ext>
                  </a:extLst>
                </p14:cNvPr>
                <p14:cNvContentPartPr/>
                <p14:nvPr/>
              </p14:nvContentPartPr>
              <p14:xfrm>
                <a:off x="4358984" y="5027129"/>
                <a:ext cx="74520" cy="243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B5CAAA-3541-DE5D-6396-4C007190C7A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0984" y="5009129"/>
                  <a:ext cx="110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3BD3634-A545-7875-3FE2-13C1B88AD20D}"/>
                    </a:ext>
                  </a:extLst>
                </p14:cNvPr>
                <p14:cNvContentPartPr/>
                <p14:nvPr/>
              </p14:nvContentPartPr>
              <p14:xfrm>
                <a:off x="4353944" y="5091929"/>
                <a:ext cx="361800" cy="137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3BD3634-A545-7875-3FE2-13C1B88AD20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36304" y="5073929"/>
                  <a:ext cx="397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088F1DA-87DF-8A04-21FB-5E62D1639A4B}"/>
                    </a:ext>
                  </a:extLst>
                </p14:cNvPr>
                <p14:cNvContentPartPr/>
                <p14:nvPr/>
              </p14:nvContentPartPr>
              <p14:xfrm>
                <a:off x="4783424" y="5117129"/>
                <a:ext cx="74160" cy="133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088F1DA-87DF-8A04-21FB-5E62D1639A4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65784" y="5099129"/>
                  <a:ext cx="10980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8AFAE4D-9376-1D52-DA40-818BC51067C8}"/>
              </a:ext>
            </a:extLst>
          </p:cNvPr>
          <p:cNvGrpSpPr/>
          <p:nvPr/>
        </p:nvGrpSpPr>
        <p:grpSpPr>
          <a:xfrm>
            <a:off x="3261704" y="5633729"/>
            <a:ext cx="2602800" cy="955080"/>
            <a:chOff x="3261704" y="5633729"/>
            <a:chExt cx="2602800" cy="95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0016FAF-CCB2-7BBD-AD7A-9DF5F209D8C3}"/>
                    </a:ext>
                  </a:extLst>
                </p14:cNvPr>
                <p14:cNvContentPartPr/>
                <p14:nvPr/>
              </p14:nvContentPartPr>
              <p14:xfrm>
                <a:off x="3261704" y="5780609"/>
                <a:ext cx="178560" cy="177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0016FAF-CCB2-7BBD-AD7A-9DF5F209D8C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44064" y="5762969"/>
                  <a:ext cx="214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E1B6F8C-E4E1-A646-E90D-56B9C97446CA}"/>
                    </a:ext>
                  </a:extLst>
                </p14:cNvPr>
                <p14:cNvContentPartPr/>
                <p14:nvPr/>
              </p14:nvContentPartPr>
              <p14:xfrm>
                <a:off x="3524504" y="5786009"/>
                <a:ext cx="101520" cy="127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E1B6F8C-E4E1-A646-E90D-56B9C97446C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06504" y="5768369"/>
                  <a:ext cx="137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380855-A230-B1F4-10B3-BEDD63FE3E34}"/>
                    </a:ext>
                  </a:extLst>
                </p14:cNvPr>
                <p14:cNvContentPartPr/>
                <p14:nvPr/>
              </p14:nvContentPartPr>
              <p14:xfrm>
                <a:off x="3694784" y="5747849"/>
                <a:ext cx="89280" cy="160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380855-A230-B1F4-10B3-BEDD63FE3E3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77144" y="5729849"/>
                  <a:ext cx="124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B090955-CB62-4CEF-6F7B-EA35FAB4C40B}"/>
                    </a:ext>
                  </a:extLst>
                </p14:cNvPr>
                <p14:cNvContentPartPr/>
                <p14:nvPr/>
              </p14:nvContentPartPr>
              <p14:xfrm>
                <a:off x="3827624" y="5813369"/>
                <a:ext cx="60120" cy="82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B090955-CB62-4CEF-6F7B-EA35FAB4C4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09624" y="5795369"/>
                  <a:ext cx="95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D91AF10-9E38-3E1C-C1D9-142B40EF7682}"/>
                    </a:ext>
                  </a:extLst>
                </p14:cNvPr>
                <p14:cNvContentPartPr/>
                <p14:nvPr/>
              </p14:nvContentPartPr>
              <p14:xfrm>
                <a:off x="3844544" y="5715449"/>
                <a:ext cx="20880" cy="41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D91AF10-9E38-3E1C-C1D9-142B40EF768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26544" y="5697449"/>
                  <a:ext cx="56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2E7ED63-4600-6E37-7974-64DF84D1031F}"/>
                    </a:ext>
                  </a:extLst>
                </p14:cNvPr>
                <p14:cNvContentPartPr/>
                <p14:nvPr/>
              </p14:nvContentPartPr>
              <p14:xfrm>
                <a:off x="3981704" y="5729489"/>
                <a:ext cx="57600" cy="154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2E7ED63-4600-6E37-7974-64DF84D103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63704" y="5711489"/>
                  <a:ext cx="93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43238C-0602-6BA2-3C14-BCC34D55AF6B}"/>
                    </a:ext>
                  </a:extLst>
                </p14:cNvPr>
                <p14:cNvContentPartPr/>
                <p14:nvPr/>
              </p14:nvContentPartPr>
              <p14:xfrm>
                <a:off x="4081424" y="5650649"/>
                <a:ext cx="92880" cy="19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43238C-0602-6BA2-3C14-BCC34D55AF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63784" y="5632649"/>
                  <a:ext cx="128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6D6EA3-BB49-EC4C-6E0A-B5F753CB5525}"/>
                    </a:ext>
                  </a:extLst>
                </p14:cNvPr>
                <p14:cNvContentPartPr/>
                <p14:nvPr/>
              </p14:nvContentPartPr>
              <p14:xfrm>
                <a:off x="4128584" y="5745689"/>
                <a:ext cx="60840" cy="10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6D6EA3-BB49-EC4C-6E0A-B5F753CB552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10584" y="5727689"/>
                  <a:ext cx="96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916541F-A4AE-CC46-F533-FEFCD5339A13}"/>
                    </a:ext>
                  </a:extLst>
                </p14:cNvPr>
                <p14:cNvContentPartPr/>
                <p14:nvPr/>
              </p14:nvContentPartPr>
              <p14:xfrm>
                <a:off x="4312184" y="5668289"/>
                <a:ext cx="296280" cy="122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916541F-A4AE-CC46-F533-FEFCD5339A1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94184" y="5650649"/>
                  <a:ext cx="331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6D3504-5B3D-32A5-AF6D-97898813A871}"/>
                    </a:ext>
                  </a:extLst>
                </p14:cNvPr>
                <p14:cNvContentPartPr/>
                <p14:nvPr/>
              </p14:nvContentPartPr>
              <p14:xfrm>
                <a:off x="4658864" y="5662889"/>
                <a:ext cx="33840" cy="81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6D3504-5B3D-32A5-AF6D-97898813A87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40864" y="5644889"/>
                  <a:ext cx="69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005F7E2-FA4B-DE31-3524-A7B96B794E78}"/>
                    </a:ext>
                  </a:extLst>
                </p14:cNvPr>
                <p14:cNvContentPartPr/>
                <p14:nvPr/>
              </p14:nvContentPartPr>
              <p14:xfrm>
                <a:off x="4808984" y="5633729"/>
                <a:ext cx="95040" cy="73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005F7E2-FA4B-DE31-3524-A7B96B794E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91344" y="5616089"/>
                  <a:ext cx="130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8787030-1CFE-1674-8EC5-A72B019D7428}"/>
                    </a:ext>
                  </a:extLst>
                </p14:cNvPr>
                <p14:cNvContentPartPr/>
                <p14:nvPr/>
              </p14:nvContentPartPr>
              <p14:xfrm>
                <a:off x="3922304" y="6119369"/>
                <a:ext cx="120240" cy="157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8787030-1CFE-1674-8EC5-A72B019D742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04304" y="6101729"/>
                  <a:ext cx="155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F57F95-F725-3A25-2349-359DEB82C528}"/>
                    </a:ext>
                  </a:extLst>
                </p14:cNvPr>
                <p14:cNvContentPartPr/>
                <p14:nvPr/>
              </p14:nvContentPartPr>
              <p14:xfrm>
                <a:off x="4141544" y="6010649"/>
                <a:ext cx="111240" cy="233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F57F95-F725-3A25-2349-359DEB82C5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23544" y="5993009"/>
                  <a:ext cx="1468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F8E04D2-ACCF-C7BD-4BA2-96B1DEFF88E9}"/>
                    </a:ext>
                  </a:extLst>
                </p14:cNvPr>
                <p14:cNvContentPartPr/>
                <p14:nvPr/>
              </p14:nvContentPartPr>
              <p14:xfrm>
                <a:off x="4171784" y="6114329"/>
                <a:ext cx="87480" cy="62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F8E04D2-ACCF-C7BD-4BA2-96B1DEFF88E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53784" y="6096329"/>
                  <a:ext cx="123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DCB07F7-74E1-BF96-BA03-7372D724CA0C}"/>
                    </a:ext>
                  </a:extLst>
                </p14:cNvPr>
                <p14:cNvContentPartPr/>
                <p14:nvPr/>
              </p14:nvContentPartPr>
              <p14:xfrm>
                <a:off x="4490744" y="5957729"/>
                <a:ext cx="57960" cy="127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DCB07F7-74E1-BF96-BA03-7372D724CA0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72744" y="5939729"/>
                  <a:ext cx="93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6E7154C-34CF-63D1-2FF4-F35340741432}"/>
                    </a:ext>
                  </a:extLst>
                </p14:cNvPr>
                <p14:cNvContentPartPr/>
                <p14:nvPr/>
              </p14:nvContentPartPr>
              <p14:xfrm>
                <a:off x="4474904" y="5979329"/>
                <a:ext cx="338760" cy="121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6E7154C-34CF-63D1-2FF4-F3534074143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56904" y="5961329"/>
                  <a:ext cx="374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D242945-F60A-E3AA-2565-8192FB7EC4A3}"/>
                    </a:ext>
                  </a:extLst>
                </p14:cNvPr>
                <p14:cNvContentPartPr/>
                <p14:nvPr/>
              </p14:nvContentPartPr>
              <p14:xfrm>
                <a:off x="4917704" y="5912369"/>
                <a:ext cx="98280" cy="115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D242945-F60A-E3AA-2565-8192FB7EC4A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99704" y="5894369"/>
                  <a:ext cx="133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62B11A2-4AB0-9523-6767-E0915511A211}"/>
                    </a:ext>
                  </a:extLst>
                </p14:cNvPr>
                <p14:cNvContentPartPr/>
                <p14:nvPr/>
              </p14:nvContentPartPr>
              <p14:xfrm>
                <a:off x="4344944" y="6363089"/>
                <a:ext cx="345600" cy="225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62B11A2-4AB0-9523-6767-E0915511A21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27304" y="6345449"/>
                  <a:ext cx="381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52D474-A7FD-A816-E3B9-6C7C2F713204}"/>
                    </a:ext>
                  </a:extLst>
                </p14:cNvPr>
                <p14:cNvContentPartPr/>
                <p14:nvPr/>
              </p14:nvContentPartPr>
              <p14:xfrm>
                <a:off x="4768664" y="6361649"/>
                <a:ext cx="159120" cy="93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52D474-A7FD-A816-E3B9-6C7C2F71320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50664" y="6344009"/>
                  <a:ext cx="194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14DFB7-FED0-2898-BB03-B45BACF344E2}"/>
                    </a:ext>
                  </a:extLst>
                </p14:cNvPr>
                <p14:cNvContentPartPr/>
                <p14:nvPr/>
              </p14:nvContentPartPr>
              <p14:xfrm>
                <a:off x="4940024" y="6296849"/>
                <a:ext cx="167400" cy="80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14DFB7-FED0-2898-BB03-B45BACF344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22384" y="6279209"/>
                  <a:ext cx="203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FCC78C2-6D6C-4B5A-445E-BF1AC2CB785B}"/>
                    </a:ext>
                  </a:extLst>
                </p14:cNvPr>
                <p14:cNvContentPartPr/>
                <p14:nvPr/>
              </p14:nvContentPartPr>
              <p14:xfrm>
                <a:off x="5162504" y="6251489"/>
                <a:ext cx="104400" cy="95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FCC78C2-6D6C-4B5A-445E-BF1AC2CB785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44504" y="6233489"/>
                  <a:ext cx="140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CE28B6B-DC23-E560-6B43-EF0600CB1766}"/>
                    </a:ext>
                  </a:extLst>
                </p14:cNvPr>
                <p14:cNvContentPartPr/>
                <p14:nvPr/>
              </p14:nvContentPartPr>
              <p14:xfrm>
                <a:off x="5292824" y="6241409"/>
                <a:ext cx="133920" cy="72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CE28B6B-DC23-E560-6B43-EF0600CB176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74824" y="6223769"/>
                  <a:ext cx="169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B2C5CF8-AF15-544E-87B5-F7E61D8E963D}"/>
                    </a:ext>
                  </a:extLst>
                </p14:cNvPr>
                <p14:cNvContentPartPr/>
                <p14:nvPr/>
              </p14:nvContentPartPr>
              <p14:xfrm>
                <a:off x="5477504" y="6197129"/>
                <a:ext cx="74520" cy="81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B2C5CF8-AF15-544E-87B5-F7E61D8E963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59504" y="6179489"/>
                  <a:ext cx="11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701737-15F3-9137-6D66-38CFFDC831C2}"/>
                    </a:ext>
                  </a:extLst>
                </p14:cNvPr>
                <p14:cNvContentPartPr/>
                <p14:nvPr/>
              </p14:nvContentPartPr>
              <p14:xfrm>
                <a:off x="5591264" y="6072569"/>
                <a:ext cx="74160" cy="280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701737-15F3-9137-6D66-38CFFDC831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73624" y="6054929"/>
                  <a:ext cx="1098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8A77430-8D4F-51EC-A6E3-FAF827F14943}"/>
                    </a:ext>
                  </a:extLst>
                </p14:cNvPr>
                <p14:cNvContentPartPr/>
                <p14:nvPr/>
              </p14:nvContentPartPr>
              <p14:xfrm>
                <a:off x="5853344" y="6175529"/>
                <a:ext cx="11160" cy="12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8A77430-8D4F-51EC-A6E3-FAF827F149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35344" y="6157889"/>
                  <a:ext cx="4680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C51B084-8219-0E10-513C-685E3B02EE11}"/>
                  </a:ext>
                </a:extLst>
              </p14:cNvPr>
              <p14:cNvContentPartPr/>
              <p14:nvPr/>
            </p14:nvContentPartPr>
            <p14:xfrm>
              <a:off x="6124424" y="2501729"/>
              <a:ext cx="1748520" cy="285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C51B084-8219-0E10-513C-685E3B02EE1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70784" y="2393729"/>
                <a:ext cx="1856160" cy="50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66D27A37-A17A-A9AE-D4EF-81797A5341D1}"/>
              </a:ext>
            </a:extLst>
          </p:cNvPr>
          <p:cNvGrpSpPr/>
          <p:nvPr/>
        </p:nvGrpSpPr>
        <p:grpSpPr>
          <a:xfrm>
            <a:off x="6221984" y="2492009"/>
            <a:ext cx="1689120" cy="186120"/>
            <a:chOff x="6221984" y="2492009"/>
            <a:chExt cx="168912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5AA5015-4B63-EDBE-2128-BA681110E425}"/>
                    </a:ext>
                  </a:extLst>
                </p14:cNvPr>
                <p14:cNvContentPartPr/>
                <p14:nvPr/>
              </p14:nvContentPartPr>
              <p14:xfrm>
                <a:off x="6221984" y="2511449"/>
                <a:ext cx="963360" cy="162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5AA5015-4B63-EDBE-2128-BA681110E42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03984" y="2493809"/>
                  <a:ext cx="999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F9CD254-3A39-BFB7-0131-5B7628750663}"/>
                    </a:ext>
                  </a:extLst>
                </p14:cNvPr>
                <p14:cNvContentPartPr/>
                <p14:nvPr/>
              </p14:nvContentPartPr>
              <p14:xfrm>
                <a:off x="7205864" y="2492009"/>
                <a:ext cx="583920" cy="186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F9CD254-3A39-BFB7-0131-5B762875066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87864" y="2474369"/>
                  <a:ext cx="619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033947F-0343-73A4-0C52-42419FCF19E9}"/>
                    </a:ext>
                  </a:extLst>
                </p14:cNvPr>
                <p14:cNvContentPartPr/>
                <p14:nvPr/>
              </p14:nvContentPartPr>
              <p14:xfrm>
                <a:off x="7837304" y="2621969"/>
                <a:ext cx="73800" cy="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033947F-0343-73A4-0C52-42419FCF19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19664" y="2603969"/>
                  <a:ext cx="1094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C4DFC1D-9F79-FF3A-5B8B-085DFBEF7618}"/>
              </a:ext>
            </a:extLst>
          </p:cNvPr>
          <p:cNvGrpSpPr/>
          <p:nvPr/>
        </p:nvGrpSpPr>
        <p:grpSpPr>
          <a:xfrm>
            <a:off x="6546704" y="3187889"/>
            <a:ext cx="926280" cy="353160"/>
            <a:chOff x="6546704" y="3187889"/>
            <a:chExt cx="92628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B33A9AE-5698-ED13-6311-DE1F79AAE21F}"/>
                    </a:ext>
                  </a:extLst>
                </p14:cNvPr>
                <p14:cNvContentPartPr/>
                <p14:nvPr/>
              </p14:nvContentPartPr>
              <p14:xfrm>
                <a:off x="6546704" y="3187889"/>
                <a:ext cx="327600" cy="320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B33A9AE-5698-ED13-6311-DE1F79AAE2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28704" y="3170249"/>
                  <a:ext cx="3632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57599A2-27E0-E222-6125-D6A4B78C3D77}"/>
                    </a:ext>
                  </a:extLst>
                </p14:cNvPr>
                <p14:cNvContentPartPr/>
                <p14:nvPr/>
              </p14:nvContentPartPr>
              <p14:xfrm>
                <a:off x="6836504" y="3254849"/>
                <a:ext cx="28440" cy="70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57599A2-27E0-E222-6125-D6A4B78C3D7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818504" y="3236849"/>
                  <a:ext cx="64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9BA1AB-4C0B-8D4F-9DE2-58FE769554A9}"/>
                    </a:ext>
                  </a:extLst>
                </p14:cNvPr>
                <p14:cNvContentPartPr/>
                <p14:nvPr/>
              </p14:nvContentPartPr>
              <p14:xfrm>
                <a:off x="7016864" y="3356369"/>
                <a:ext cx="3240" cy="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9BA1AB-4C0B-8D4F-9DE2-58FE769554A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98864" y="3338369"/>
                  <a:ext cx="388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CAF52A-ED54-0D36-D8B0-D32319B9756D}"/>
                    </a:ext>
                  </a:extLst>
                </p14:cNvPr>
                <p14:cNvContentPartPr/>
                <p14:nvPr/>
              </p14:nvContentPartPr>
              <p14:xfrm>
                <a:off x="6998144" y="3361769"/>
                <a:ext cx="24120" cy="149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CAF52A-ED54-0D36-D8B0-D32319B9756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80504" y="3344129"/>
                  <a:ext cx="59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658B82A-6EEB-7797-8B2A-22B52170B783}"/>
                    </a:ext>
                  </a:extLst>
                </p14:cNvPr>
                <p14:cNvContentPartPr/>
                <p14:nvPr/>
              </p14:nvContentPartPr>
              <p14:xfrm>
                <a:off x="7147544" y="3352769"/>
                <a:ext cx="41400" cy="42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658B82A-6EEB-7797-8B2A-22B52170B78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29544" y="3335129"/>
                  <a:ext cx="77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7843367-1740-D6DB-7306-58DEE3DA1D15}"/>
                    </a:ext>
                  </a:extLst>
                </p14:cNvPr>
                <p14:cNvContentPartPr/>
                <p14:nvPr/>
              </p14:nvContentPartPr>
              <p14:xfrm>
                <a:off x="7131704" y="3257729"/>
                <a:ext cx="341280" cy="283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7843367-1740-D6DB-7306-58DEE3DA1D1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13704" y="3239729"/>
                  <a:ext cx="37692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42E50E8-4DA5-37D9-CC84-50A6619BA3ED}"/>
              </a:ext>
            </a:extLst>
          </p:cNvPr>
          <p:cNvGrpSpPr/>
          <p:nvPr/>
        </p:nvGrpSpPr>
        <p:grpSpPr>
          <a:xfrm>
            <a:off x="6832904" y="3678209"/>
            <a:ext cx="1763640" cy="258120"/>
            <a:chOff x="6832904" y="3678209"/>
            <a:chExt cx="176364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F975390-1414-DD26-5A2E-DFC04D230ED4}"/>
                    </a:ext>
                  </a:extLst>
                </p14:cNvPr>
                <p14:cNvContentPartPr/>
                <p14:nvPr/>
              </p14:nvContentPartPr>
              <p14:xfrm>
                <a:off x="6832904" y="3773249"/>
                <a:ext cx="155520" cy="15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F975390-1414-DD26-5A2E-DFC04D230ED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14904" y="3755609"/>
                  <a:ext cx="191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D24DDEA-A849-6EE2-2FFE-84F3E115B050}"/>
                    </a:ext>
                  </a:extLst>
                </p14:cNvPr>
                <p14:cNvContentPartPr/>
                <p14:nvPr/>
              </p14:nvContentPartPr>
              <p14:xfrm>
                <a:off x="7055744" y="3774689"/>
                <a:ext cx="99360" cy="93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D24DDEA-A849-6EE2-2FFE-84F3E115B05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38104" y="3757049"/>
                  <a:ext cx="135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CAA5A52-0AF2-134B-0093-E416587457B9}"/>
                    </a:ext>
                  </a:extLst>
                </p14:cNvPr>
                <p14:cNvContentPartPr/>
                <p14:nvPr/>
              </p14:nvContentPartPr>
              <p14:xfrm>
                <a:off x="7247984" y="3746249"/>
                <a:ext cx="81720" cy="190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CAA5A52-0AF2-134B-0093-E416587457B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29984" y="3728249"/>
                  <a:ext cx="117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F93A18-364F-174B-F395-F15E0A402B11}"/>
                    </a:ext>
                  </a:extLst>
                </p14:cNvPr>
                <p14:cNvContentPartPr/>
                <p14:nvPr/>
              </p14:nvContentPartPr>
              <p14:xfrm>
                <a:off x="7403864" y="3804209"/>
                <a:ext cx="56880" cy="106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F93A18-364F-174B-F395-F15E0A402B1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86224" y="3786209"/>
                  <a:ext cx="92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DB4D847-2A48-AEDD-9120-BDD3BFD6A42B}"/>
                    </a:ext>
                  </a:extLst>
                </p14:cNvPr>
                <p14:cNvContentPartPr/>
                <p14:nvPr/>
              </p14:nvContentPartPr>
              <p14:xfrm>
                <a:off x="7423304" y="3678209"/>
                <a:ext cx="2520" cy="7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DB4D847-2A48-AEDD-9120-BDD3BFD6A42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05664" y="3660569"/>
                  <a:ext cx="38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964734-3F60-B5E1-F15D-8FFFF54F6ABC}"/>
                    </a:ext>
                  </a:extLst>
                </p14:cNvPr>
                <p14:cNvContentPartPr/>
                <p14:nvPr/>
              </p14:nvContentPartPr>
              <p14:xfrm>
                <a:off x="7549664" y="3741209"/>
                <a:ext cx="58680" cy="156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964734-3F60-B5E1-F15D-8FFFF54F6A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32024" y="3723209"/>
                  <a:ext cx="94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E5DE466-6C87-6D48-CB75-BF3B265A2A64}"/>
                    </a:ext>
                  </a:extLst>
                </p14:cNvPr>
                <p14:cNvContentPartPr/>
                <p14:nvPr/>
              </p14:nvContentPartPr>
              <p14:xfrm>
                <a:off x="7745864" y="3698009"/>
                <a:ext cx="56880" cy="198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E5DE466-6C87-6D48-CB75-BF3B265A2A6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27864" y="3680369"/>
                  <a:ext cx="92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3756D2F-5E80-F123-E95C-ECA364C641E1}"/>
                    </a:ext>
                  </a:extLst>
                </p14:cNvPr>
                <p14:cNvContentPartPr/>
                <p14:nvPr/>
              </p14:nvContentPartPr>
              <p14:xfrm>
                <a:off x="7747304" y="3787289"/>
                <a:ext cx="92880" cy="34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3756D2F-5E80-F123-E95C-ECA364C641E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29664" y="3769289"/>
                  <a:ext cx="128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41A14F6-5E77-928B-7CD4-BF2302B50FA5}"/>
                    </a:ext>
                  </a:extLst>
                </p14:cNvPr>
                <p14:cNvContentPartPr/>
                <p14:nvPr/>
              </p14:nvContentPartPr>
              <p14:xfrm>
                <a:off x="7926224" y="3764609"/>
                <a:ext cx="273240" cy="119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41A14F6-5E77-928B-7CD4-BF2302B50FA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08584" y="3746969"/>
                  <a:ext cx="3088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DEDC414-7BB4-24A1-5442-6E170179FF4D}"/>
                    </a:ext>
                  </a:extLst>
                </p14:cNvPr>
                <p14:cNvContentPartPr/>
                <p14:nvPr/>
              </p14:nvContentPartPr>
              <p14:xfrm>
                <a:off x="8212784" y="3743009"/>
                <a:ext cx="95760" cy="78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DEDC414-7BB4-24A1-5442-6E170179FF4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195144" y="3725369"/>
                  <a:ext cx="131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11CB86D-8232-06CD-AC6F-675B786E0735}"/>
                    </a:ext>
                  </a:extLst>
                </p14:cNvPr>
                <p14:cNvContentPartPr/>
                <p14:nvPr/>
              </p14:nvContentPartPr>
              <p14:xfrm>
                <a:off x="8407544" y="3752729"/>
                <a:ext cx="46800" cy="113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11CB86D-8232-06CD-AC6F-675B786E073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389904" y="3734729"/>
                  <a:ext cx="82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25E4B10-77F5-A06A-FA38-2FD490787C90}"/>
                    </a:ext>
                  </a:extLst>
                </p14:cNvPr>
                <p14:cNvContentPartPr/>
                <p14:nvPr/>
              </p14:nvContentPartPr>
              <p14:xfrm>
                <a:off x="8509064" y="3749129"/>
                <a:ext cx="87480" cy="98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25E4B10-77F5-A06A-FA38-2FD490787C9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91064" y="3731489"/>
                  <a:ext cx="12312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2D1C307-368E-063B-9E43-AECD7EA00D73}"/>
              </a:ext>
            </a:extLst>
          </p:cNvPr>
          <p:cNvGrpSpPr/>
          <p:nvPr/>
        </p:nvGrpSpPr>
        <p:grpSpPr>
          <a:xfrm>
            <a:off x="7175264" y="4190849"/>
            <a:ext cx="241200" cy="497160"/>
            <a:chOff x="7175264" y="4190849"/>
            <a:chExt cx="241200" cy="49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927895E-B0C0-391A-8F90-94279FE44880}"/>
                    </a:ext>
                  </a:extLst>
                </p14:cNvPr>
                <p14:cNvContentPartPr/>
                <p14:nvPr/>
              </p14:nvContentPartPr>
              <p14:xfrm>
                <a:off x="7180304" y="4190849"/>
                <a:ext cx="110160" cy="36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927895E-B0C0-391A-8F90-94279FE4488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62304" y="4173209"/>
                  <a:ext cx="1458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B00FDA7-B116-AA34-D01A-85AA28148DEA}"/>
                    </a:ext>
                  </a:extLst>
                </p14:cNvPr>
                <p14:cNvContentPartPr/>
                <p14:nvPr/>
              </p14:nvContentPartPr>
              <p14:xfrm>
                <a:off x="7175264" y="4556969"/>
                <a:ext cx="201240" cy="131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B00FDA7-B116-AA34-D01A-85AA28148DE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57264" y="4538969"/>
                  <a:ext cx="236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3A2871E-3136-A203-7A25-7E7C9590501C}"/>
                    </a:ext>
                  </a:extLst>
                </p14:cNvPr>
                <p14:cNvContentPartPr/>
                <p14:nvPr/>
              </p14:nvContentPartPr>
              <p14:xfrm>
                <a:off x="7392704" y="4471649"/>
                <a:ext cx="23760" cy="162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3A2871E-3136-A203-7A25-7E7C959050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74704" y="4454009"/>
                  <a:ext cx="5940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DA73F56-ED19-F7AD-89B7-7B1CF220759A}"/>
              </a:ext>
            </a:extLst>
          </p:cNvPr>
          <p:cNvGrpSpPr/>
          <p:nvPr/>
        </p:nvGrpSpPr>
        <p:grpSpPr>
          <a:xfrm>
            <a:off x="7230704" y="4935329"/>
            <a:ext cx="409320" cy="141120"/>
            <a:chOff x="7230704" y="4935329"/>
            <a:chExt cx="40932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675C39-E631-8BD9-3EAA-E39241A73243}"/>
                    </a:ext>
                  </a:extLst>
                </p14:cNvPr>
                <p14:cNvContentPartPr/>
                <p14:nvPr/>
              </p14:nvContentPartPr>
              <p14:xfrm>
                <a:off x="7230704" y="4935329"/>
                <a:ext cx="227880" cy="141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675C39-E631-8BD9-3EAA-E39241A7324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12704" y="4917329"/>
                  <a:ext cx="263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C80692C-2CA8-1257-4E56-BAD89843676F}"/>
                    </a:ext>
                  </a:extLst>
                </p14:cNvPr>
                <p14:cNvContentPartPr/>
                <p14:nvPr/>
              </p14:nvContentPartPr>
              <p14:xfrm>
                <a:off x="7525904" y="4939649"/>
                <a:ext cx="114120" cy="132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C80692C-2CA8-1257-4E56-BAD89843676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08264" y="4922009"/>
                  <a:ext cx="1497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94E5210-AA7C-11DD-827D-F78A76FAD095}"/>
              </a:ext>
            </a:extLst>
          </p:cNvPr>
          <p:cNvGrpSpPr/>
          <p:nvPr/>
        </p:nvGrpSpPr>
        <p:grpSpPr>
          <a:xfrm>
            <a:off x="7319984" y="5275889"/>
            <a:ext cx="786960" cy="340200"/>
            <a:chOff x="7319984" y="5275889"/>
            <a:chExt cx="78696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7F0C67B-9187-0939-BB27-09F35DBB750A}"/>
                    </a:ext>
                  </a:extLst>
                </p14:cNvPr>
                <p14:cNvContentPartPr/>
                <p14:nvPr/>
              </p14:nvContentPartPr>
              <p14:xfrm>
                <a:off x="7335104" y="5275889"/>
                <a:ext cx="78480" cy="340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7F0C67B-9187-0939-BB27-09F35DBB750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17104" y="5258249"/>
                  <a:ext cx="1141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CAEB595-AC66-483C-0F89-FE8218163F12}"/>
                    </a:ext>
                  </a:extLst>
                </p14:cNvPr>
                <p14:cNvContentPartPr/>
                <p14:nvPr/>
              </p14:nvContentPartPr>
              <p14:xfrm>
                <a:off x="7319984" y="5420249"/>
                <a:ext cx="125280" cy="43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CAEB595-AC66-483C-0F89-FE8218163F1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01984" y="5402609"/>
                  <a:ext cx="160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0C7D44-A8CE-F745-EE85-8C4C286D658B}"/>
                    </a:ext>
                  </a:extLst>
                </p14:cNvPr>
                <p14:cNvContentPartPr/>
                <p14:nvPr/>
              </p14:nvContentPartPr>
              <p14:xfrm>
                <a:off x="7502504" y="5375609"/>
                <a:ext cx="28800" cy="126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0C7D44-A8CE-F745-EE85-8C4C286D65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84504" y="5357969"/>
                  <a:ext cx="64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B59A73-CC84-815D-7B4A-6EAD7E34C270}"/>
                    </a:ext>
                  </a:extLst>
                </p14:cNvPr>
                <p14:cNvContentPartPr/>
                <p14:nvPr/>
              </p14:nvContentPartPr>
              <p14:xfrm>
                <a:off x="7638224" y="5373449"/>
                <a:ext cx="91440" cy="117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B59A73-CC84-815D-7B4A-6EAD7E34C2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20584" y="5355809"/>
                  <a:ext cx="127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AFA6DE5-6B3C-0649-083D-D4BF156CE389}"/>
                    </a:ext>
                  </a:extLst>
                </p14:cNvPr>
                <p14:cNvContentPartPr/>
                <p14:nvPr/>
              </p14:nvContentPartPr>
              <p14:xfrm>
                <a:off x="7827944" y="5371649"/>
                <a:ext cx="279000" cy="119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AFA6DE5-6B3C-0649-083D-D4BF156CE38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810304" y="5354009"/>
                  <a:ext cx="31464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C34897CD-D755-DDE6-31E2-E5FD6B5E16F5}"/>
                  </a:ext>
                </a:extLst>
              </p14:cNvPr>
              <p14:cNvContentPartPr/>
              <p14:nvPr/>
            </p14:nvContentPartPr>
            <p14:xfrm>
              <a:off x="9489344" y="2394449"/>
              <a:ext cx="1439640" cy="4233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C34897CD-D755-DDE6-31E2-E5FD6B5E16F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435344" y="2286809"/>
                <a:ext cx="154728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98A1FB0-7F66-7664-2410-8FC98FAF7853}"/>
                  </a:ext>
                </a:extLst>
              </p14:cNvPr>
              <p14:cNvContentPartPr/>
              <p14:nvPr/>
            </p14:nvContentPartPr>
            <p14:xfrm>
              <a:off x="10730264" y="2782889"/>
              <a:ext cx="360" cy="3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98A1FB0-7F66-7664-2410-8FC98FAF785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676624" y="267488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3EE6245-A970-FE70-83FC-BB713F1FC044}"/>
                  </a:ext>
                </a:extLst>
              </p14:cNvPr>
              <p14:cNvContentPartPr/>
              <p14:nvPr/>
            </p14:nvContentPartPr>
            <p14:xfrm>
              <a:off x="9348224" y="2532689"/>
              <a:ext cx="1828080" cy="1242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3EE6245-A970-FE70-83FC-BB713F1FC04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330584" y="2514689"/>
                <a:ext cx="186372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2F243E5-01D2-1CAB-5585-F69A4C791304}"/>
              </a:ext>
            </a:extLst>
          </p:cNvPr>
          <p:cNvGrpSpPr/>
          <p:nvPr/>
        </p:nvGrpSpPr>
        <p:grpSpPr>
          <a:xfrm>
            <a:off x="9869864" y="3074129"/>
            <a:ext cx="469800" cy="268560"/>
            <a:chOff x="9869864" y="3074129"/>
            <a:chExt cx="46980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C04343F-7D46-AD32-13FB-3C69FBDF9D0C}"/>
                    </a:ext>
                  </a:extLst>
                </p14:cNvPr>
                <p14:cNvContentPartPr/>
                <p14:nvPr/>
              </p14:nvContentPartPr>
              <p14:xfrm>
                <a:off x="9869864" y="3074129"/>
                <a:ext cx="29880" cy="268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C04343F-7D46-AD32-13FB-3C69FBDF9D0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52224" y="3056489"/>
                  <a:ext cx="655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64FA3D3-3028-DD44-CFE9-96B4D9BEDA30}"/>
                    </a:ext>
                  </a:extLst>
                </p14:cNvPr>
                <p14:cNvContentPartPr/>
                <p14:nvPr/>
              </p14:nvContentPartPr>
              <p14:xfrm>
                <a:off x="10008824" y="3215249"/>
                <a:ext cx="75960" cy="109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64FA3D3-3028-DD44-CFE9-96B4D9BEDA3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91184" y="3197249"/>
                  <a:ext cx="111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BE4EE0D-D967-31EA-D73E-BF6B868BECD8}"/>
                    </a:ext>
                  </a:extLst>
                </p14:cNvPr>
                <p14:cNvContentPartPr/>
                <p14:nvPr/>
              </p14:nvContentPartPr>
              <p14:xfrm>
                <a:off x="10161824" y="3184649"/>
                <a:ext cx="177840" cy="112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BE4EE0D-D967-31EA-D73E-BF6B868BECD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44184" y="3167009"/>
                  <a:ext cx="2134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D22A149-168B-C6E2-600E-355D26DA4EE4}"/>
              </a:ext>
            </a:extLst>
          </p:cNvPr>
          <p:cNvGrpSpPr/>
          <p:nvPr/>
        </p:nvGrpSpPr>
        <p:grpSpPr>
          <a:xfrm>
            <a:off x="9914144" y="3532409"/>
            <a:ext cx="1490760" cy="226800"/>
            <a:chOff x="9914144" y="3532409"/>
            <a:chExt cx="149076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8279F54-4488-46E6-1A75-053EDC60060F}"/>
                    </a:ext>
                  </a:extLst>
                </p14:cNvPr>
                <p14:cNvContentPartPr/>
                <p14:nvPr/>
              </p14:nvContentPartPr>
              <p14:xfrm>
                <a:off x="9914144" y="3595049"/>
                <a:ext cx="141840" cy="139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8279F54-4488-46E6-1A75-053EDC60060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96504" y="3577409"/>
                  <a:ext cx="1774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990C463-585D-8D30-B97E-FE650A2BBEA4}"/>
                    </a:ext>
                  </a:extLst>
                </p14:cNvPr>
                <p14:cNvContentPartPr/>
                <p14:nvPr/>
              </p14:nvContentPartPr>
              <p14:xfrm>
                <a:off x="10115384" y="3583889"/>
                <a:ext cx="64440" cy="109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990C463-585D-8D30-B97E-FE650A2BBEA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97384" y="3566249"/>
                  <a:ext cx="100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53A876A-C659-6699-B0D3-5C9F31F821A8}"/>
                    </a:ext>
                  </a:extLst>
                </p14:cNvPr>
                <p14:cNvContentPartPr/>
                <p14:nvPr/>
              </p14:nvContentPartPr>
              <p14:xfrm>
                <a:off x="10293224" y="3601169"/>
                <a:ext cx="61920" cy="158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53A876A-C659-6699-B0D3-5C9F31F821A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75584" y="3583169"/>
                  <a:ext cx="97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92F0F3C-ED0E-CDAB-45DF-00E591FAB3FF}"/>
                    </a:ext>
                  </a:extLst>
                </p14:cNvPr>
                <p14:cNvContentPartPr/>
                <p14:nvPr/>
              </p14:nvContentPartPr>
              <p14:xfrm>
                <a:off x="10395104" y="3650849"/>
                <a:ext cx="37080" cy="58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92F0F3C-ED0E-CDAB-45DF-00E591FAB3F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77464" y="3632849"/>
                  <a:ext cx="72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DD8A35A-2E3F-2068-8B18-A4DC0760D1CC}"/>
                    </a:ext>
                  </a:extLst>
                </p14:cNvPr>
                <p14:cNvContentPartPr/>
                <p14:nvPr/>
              </p14:nvContentPartPr>
              <p14:xfrm>
                <a:off x="10453064" y="3535649"/>
                <a:ext cx="11880" cy="21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DD8A35A-2E3F-2068-8B18-A4DC0760D1C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35424" y="3518009"/>
                  <a:ext cx="47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54257B-81DF-172D-CA72-AF7802DCEE56}"/>
                    </a:ext>
                  </a:extLst>
                </p14:cNvPr>
                <p14:cNvContentPartPr/>
                <p14:nvPr/>
              </p14:nvContentPartPr>
              <p14:xfrm>
                <a:off x="10501304" y="3586769"/>
                <a:ext cx="84600" cy="162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54257B-81DF-172D-CA72-AF7802DCEE5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83304" y="3568769"/>
                  <a:ext cx="120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4B24B18-9AA4-A2DD-F843-B88606114A6B}"/>
                    </a:ext>
                  </a:extLst>
                </p14:cNvPr>
                <p14:cNvContentPartPr/>
                <p14:nvPr/>
              </p14:nvContentPartPr>
              <p14:xfrm>
                <a:off x="10667624" y="3532409"/>
                <a:ext cx="38520" cy="144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4B24B18-9AA4-A2DD-F843-B88606114A6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49624" y="3514769"/>
                  <a:ext cx="74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9B82999-FB99-4A93-94C4-2B993F69D593}"/>
                    </a:ext>
                  </a:extLst>
                </p14:cNvPr>
                <p14:cNvContentPartPr/>
                <p14:nvPr/>
              </p14:nvContentPartPr>
              <p14:xfrm>
                <a:off x="10662584" y="3627449"/>
                <a:ext cx="50760" cy="22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9B82999-FB99-4A93-94C4-2B993F69D59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644944" y="3609449"/>
                  <a:ext cx="86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4DE131E-0FD2-CD7E-4F69-BBF6493D5EB2}"/>
                    </a:ext>
                  </a:extLst>
                </p14:cNvPr>
                <p14:cNvContentPartPr/>
                <p14:nvPr/>
              </p14:nvContentPartPr>
              <p14:xfrm>
                <a:off x="10830704" y="3609089"/>
                <a:ext cx="245880" cy="67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4DE131E-0FD2-CD7E-4F69-BBF6493D5EB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12704" y="3591089"/>
                  <a:ext cx="281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DFB11AC-6B6A-2193-A63F-093274921BDC}"/>
                    </a:ext>
                  </a:extLst>
                </p14:cNvPr>
                <p14:cNvContentPartPr/>
                <p14:nvPr/>
              </p14:nvContentPartPr>
              <p14:xfrm>
                <a:off x="11151104" y="3573449"/>
                <a:ext cx="70560" cy="105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DFB11AC-6B6A-2193-A63F-093274921BD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133104" y="3555449"/>
                  <a:ext cx="106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4B15119-D537-FCB7-C2F4-6640853EDE55}"/>
                    </a:ext>
                  </a:extLst>
                </p14:cNvPr>
                <p14:cNvContentPartPr/>
                <p14:nvPr/>
              </p14:nvContentPartPr>
              <p14:xfrm>
                <a:off x="11266664" y="3555809"/>
                <a:ext cx="138240" cy="94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4B15119-D537-FCB7-C2F4-6640853EDE5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249024" y="3537809"/>
                  <a:ext cx="17388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33E4A0E-8FB6-5BA9-075C-D49B55BEF39E}"/>
              </a:ext>
            </a:extLst>
          </p:cNvPr>
          <p:cNvGrpSpPr/>
          <p:nvPr/>
        </p:nvGrpSpPr>
        <p:grpSpPr>
          <a:xfrm>
            <a:off x="10491224" y="4056569"/>
            <a:ext cx="148680" cy="642960"/>
            <a:chOff x="10491224" y="4056569"/>
            <a:chExt cx="14868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7845D2C-0630-E633-60A9-799D6A52D8A3}"/>
                    </a:ext>
                  </a:extLst>
                </p14:cNvPr>
                <p14:cNvContentPartPr/>
                <p14:nvPr/>
              </p14:nvContentPartPr>
              <p14:xfrm>
                <a:off x="10491224" y="4056569"/>
                <a:ext cx="90360" cy="642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7845D2C-0630-E633-60A9-799D6A52D8A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473224" y="4038569"/>
                  <a:ext cx="12600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E9E9D32-FD91-7FB0-B595-FB4B75B16E3B}"/>
                    </a:ext>
                  </a:extLst>
                </p14:cNvPr>
                <p14:cNvContentPartPr/>
                <p14:nvPr/>
              </p14:nvContentPartPr>
              <p14:xfrm>
                <a:off x="10499144" y="4567769"/>
                <a:ext cx="140760" cy="92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E9E9D32-FD91-7FB0-B595-FB4B75B16E3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481144" y="4549769"/>
                  <a:ext cx="1764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6E4F78A-3871-C821-4B56-40A71AE0B86E}"/>
              </a:ext>
            </a:extLst>
          </p:cNvPr>
          <p:cNvGrpSpPr/>
          <p:nvPr/>
        </p:nvGrpSpPr>
        <p:grpSpPr>
          <a:xfrm>
            <a:off x="9997664" y="4896809"/>
            <a:ext cx="766800" cy="244800"/>
            <a:chOff x="9997664" y="4896809"/>
            <a:chExt cx="76680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3F17BC0-7F59-D665-E63B-06EFABBD182E}"/>
                    </a:ext>
                  </a:extLst>
                </p14:cNvPr>
                <p14:cNvContentPartPr/>
                <p14:nvPr/>
              </p14:nvContentPartPr>
              <p14:xfrm>
                <a:off x="9997664" y="4907969"/>
                <a:ext cx="296280" cy="233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3F17BC0-7F59-D665-E63B-06EFABBD182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980024" y="4890329"/>
                  <a:ext cx="331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3CDD902-5C80-019E-C5AB-E75CC448ED18}"/>
                    </a:ext>
                  </a:extLst>
                </p14:cNvPr>
                <p14:cNvContentPartPr/>
                <p14:nvPr/>
              </p14:nvContentPartPr>
              <p14:xfrm>
                <a:off x="10306904" y="4989689"/>
                <a:ext cx="58320" cy="124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3CDD902-5C80-019E-C5AB-E75CC448ED1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89264" y="4972049"/>
                  <a:ext cx="93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87C164A-48DD-68A0-3853-FBA4C7ACE3DF}"/>
                    </a:ext>
                  </a:extLst>
                </p14:cNvPr>
                <p14:cNvContentPartPr/>
                <p14:nvPr/>
              </p14:nvContentPartPr>
              <p14:xfrm>
                <a:off x="10309424" y="4898609"/>
                <a:ext cx="19080" cy="18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87C164A-48DD-68A0-3853-FBA4C7ACE3D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91784" y="4880609"/>
                  <a:ext cx="54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C0BBFCB-24B3-0653-B75B-0187DDADF611}"/>
                    </a:ext>
                  </a:extLst>
                </p14:cNvPr>
                <p14:cNvContentPartPr/>
                <p14:nvPr/>
              </p14:nvContentPartPr>
              <p14:xfrm>
                <a:off x="10445504" y="4950449"/>
                <a:ext cx="104760" cy="186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C0BBFCB-24B3-0653-B75B-0187DDADF61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27864" y="4932809"/>
                  <a:ext cx="1404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CD077F6-5EAA-BAD8-0D9A-23EB159CB8C3}"/>
                    </a:ext>
                  </a:extLst>
                </p14:cNvPr>
                <p14:cNvContentPartPr/>
                <p14:nvPr/>
              </p14:nvContentPartPr>
              <p14:xfrm>
                <a:off x="10636304" y="4896809"/>
                <a:ext cx="128160" cy="155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CD077F6-5EAA-BAD8-0D9A-23EB159CB8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618664" y="4879169"/>
                  <a:ext cx="16380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AB0A118-5F2B-C931-35FC-741C324EE252}"/>
              </a:ext>
            </a:extLst>
          </p:cNvPr>
          <p:cNvGrpSpPr/>
          <p:nvPr/>
        </p:nvGrpSpPr>
        <p:grpSpPr>
          <a:xfrm>
            <a:off x="10271264" y="5457689"/>
            <a:ext cx="792720" cy="309240"/>
            <a:chOff x="10271264" y="5457689"/>
            <a:chExt cx="79272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983A70E-2A8B-E3EA-9855-141FED60575E}"/>
                    </a:ext>
                  </a:extLst>
                </p14:cNvPr>
                <p14:cNvContentPartPr/>
                <p14:nvPr/>
              </p14:nvContentPartPr>
              <p14:xfrm>
                <a:off x="10296464" y="5457689"/>
                <a:ext cx="87480" cy="309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983A70E-2A8B-E3EA-9855-141FED60575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78824" y="5439689"/>
                  <a:ext cx="1231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4A15EEF-A44D-1450-9102-742E14A411B4}"/>
                    </a:ext>
                  </a:extLst>
                </p14:cNvPr>
                <p14:cNvContentPartPr/>
                <p14:nvPr/>
              </p14:nvContentPartPr>
              <p14:xfrm>
                <a:off x="10271264" y="5631929"/>
                <a:ext cx="95040" cy="37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4A15EEF-A44D-1450-9102-742E14A411B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53624" y="5613929"/>
                  <a:ext cx="130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2578BCD-362E-9A86-355B-9AB3DC9DE5F5}"/>
                    </a:ext>
                  </a:extLst>
                </p14:cNvPr>
                <p14:cNvContentPartPr/>
                <p14:nvPr/>
              </p14:nvContentPartPr>
              <p14:xfrm>
                <a:off x="10515344" y="5494409"/>
                <a:ext cx="28440" cy="132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2578BCD-362E-9A86-355B-9AB3DC9DE5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97344" y="5476769"/>
                  <a:ext cx="64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F48F9C8-61DA-B5C9-4BD4-460167E7E220}"/>
                    </a:ext>
                  </a:extLst>
                </p14:cNvPr>
                <p14:cNvContentPartPr/>
                <p14:nvPr/>
              </p14:nvContentPartPr>
              <p14:xfrm>
                <a:off x="10711184" y="5587649"/>
                <a:ext cx="50760" cy="98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F48F9C8-61DA-B5C9-4BD4-460167E7E22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693544" y="5570009"/>
                  <a:ext cx="86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C835BD3-3D42-5410-2499-D9E14EAD7D9D}"/>
                    </a:ext>
                  </a:extLst>
                </p14:cNvPr>
                <p14:cNvContentPartPr/>
                <p14:nvPr/>
              </p14:nvContentPartPr>
              <p14:xfrm>
                <a:off x="10856264" y="5559929"/>
                <a:ext cx="207720" cy="106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C835BD3-3D42-5410-2499-D9E14EAD7D9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838624" y="5542289"/>
                  <a:ext cx="24336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3138F26-0359-0B3B-D692-033161044629}"/>
              </a:ext>
            </a:extLst>
          </p:cNvPr>
          <p:cNvGrpSpPr/>
          <p:nvPr/>
        </p:nvGrpSpPr>
        <p:grpSpPr>
          <a:xfrm>
            <a:off x="6261224" y="832769"/>
            <a:ext cx="2179800" cy="509760"/>
            <a:chOff x="6261224" y="832769"/>
            <a:chExt cx="2179800" cy="50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251B2A3-76FC-4443-9C52-9B7F7C13EED8}"/>
                    </a:ext>
                  </a:extLst>
                </p14:cNvPr>
                <p14:cNvContentPartPr/>
                <p14:nvPr/>
              </p14:nvContentPartPr>
              <p14:xfrm>
                <a:off x="6261224" y="832769"/>
                <a:ext cx="36000" cy="509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251B2A3-76FC-4443-9C52-9B7F7C13EED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43584" y="815129"/>
                  <a:ext cx="716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28FAEDD-0AF8-0A54-3CF9-4F32DC9FE6FA}"/>
                    </a:ext>
                  </a:extLst>
                </p14:cNvPr>
                <p14:cNvContentPartPr/>
                <p14:nvPr/>
              </p14:nvContentPartPr>
              <p14:xfrm>
                <a:off x="6281744" y="866249"/>
                <a:ext cx="457560" cy="454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28FAEDD-0AF8-0A54-3CF9-4F32DC9FE6F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64104" y="848249"/>
                  <a:ext cx="4932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23A0E8A-427A-0031-A35F-E7A44FCFB870}"/>
                    </a:ext>
                  </a:extLst>
                </p14:cNvPr>
                <p14:cNvContentPartPr/>
                <p14:nvPr/>
              </p14:nvContentPartPr>
              <p14:xfrm>
                <a:off x="6835424" y="938249"/>
                <a:ext cx="190440" cy="324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23A0E8A-427A-0031-A35F-E7A44FCFB87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817424" y="920249"/>
                  <a:ext cx="2260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02B4FF1-E58D-BDB4-0CA4-2D1BE0E05351}"/>
                    </a:ext>
                  </a:extLst>
                </p14:cNvPr>
                <p14:cNvContentPartPr/>
                <p14:nvPr/>
              </p14:nvContentPartPr>
              <p14:xfrm>
                <a:off x="7173824" y="906929"/>
                <a:ext cx="181080" cy="348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02B4FF1-E58D-BDB4-0CA4-2D1BE0E0535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55824" y="888929"/>
                  <a:ext cx="2167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D45D1CC-1C84-40B0-D7BB-D6B1FF27B8C9}"/>
                    </a:ext>
                  </a:extLst>
                </p14:cNvPr>
                <p14:cNvContentPartPr/>
                <p14:nvPr/>
              </p14:nvContentPartPr>
              <p14:xfrm>
                <a:off x="7547864" y="964889"/>
                <a:ext cx="43560" cy="307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D45D1CC-1C84-40B0-D7BB-D6B1FF27B8C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30224" y="947249"/>
                  <a:ext cx="792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2A77798-2E81-508D-CC62-D6FD7C33A12D}"/>
                    </a:ext>
                  </a:extLst>
                </p14:cNvPr>
                <p14:cNvContentPartPr/>
                <p14:nvPr/>
              </p14:nvContentPartPr>
              <p14:xfrm>
                <a:off x="7507544" y="937889"/>
                <a:ext cx="139320" cy="83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2A77798-2E81-508D-CC62-D6FD7C33A12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89544" y="920249"/>
                  <a:ext cx="174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8AAF27E-DBE2-29BF-8A5D-4011A3C431D4}"/>
                    </a:ext>
                  </a:extLst>
                </p14:cNvPr>
                <p14:cNvContentPartPr/>
                <p14:nvPr/>
              </p14:nvContentPartPr>
              <p14:xfrm>
                <a:off x="7583144" y="1039049"/>
                <a:ext cx="151920" cy="55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8AAF27E-DBE2-29BF-8A5D-4011A3C431D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65504" y="1021049"/>
                  <a:ext cx="187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3644F69-E1D6-E529-BD9A-6B2CB8D83CE7}"/>
                    </a:ext>
                  </a:extLst>
                </p14:cNvPr>
                <p14:cNvContentPartPr/>
                <p14:nvPr/>
              </p14:nvContentPartPr>
              <p14:xfrm>
                <a:off x="7875104" y="924209"/>
                <a:ext cx="34560" cy="279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3644F69-E1D6-E529-BD9A-6B2CB8D83CE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857104" y="906209"/>
                  <a:ext cx="70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4560B54-5FF4-AA4B-BBFD-FC01A549ACEA}"/>
                    </a:ext>
                  </a:extLst>
                </p14:cNvPr>
                <p14:cNvContentPartPr/>
                <p14:nvPr/>
              </p14:nvContentPartPr>
              <p14:xfrm>
                <a:off x="7851344" y="879929"/>
                <a:ext cx="155160" cy="58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4560B54-5FF4-AA4B-BBFD-FC01A549ACE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33344" y="862289"/>
                  <a:ext cx="190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87736D0-99D3-80C6-ED98-0BE099EB012D}"/>
                    </a:ext>
                  </a:extLst>
                </p14:cNvPr>
                <p14:cNvContentPartPr/>
                <p14:nvPr/>
              </p14:nvContentPartPr>
              <p14:xfrm>
                <a:off x="7892024" y="1013849"/>
                <a:ext cx="142200" cy="83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87736D0-99D3-80C6-ED98-0BE099EB012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874384" y="996209"/>
                  <a:ext cx="177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5805ACC-5D87-B208-63C5-77AA64EE8E8D}"/>
                    </a:ext>
                  </a:extLst>
                </p14:cNvPr>
                <p14:cNvContentPartPr/>
                <p14:nvPr/>
              </p14:nvContentPartPr>
              <p14:xfrm>
                <a:off x="7919024" y="1159649"/>
                <a:ext cx="84960" cy="49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5805ACC-5D87-B208-63C5-77AA64EE8E8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01384" y="1142009"/>
                  <a:ext cx="120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BBC0097-5AAC-5A14-EF1D-62BEC5DB7A00}"/>
                    </a:ext>
                  </a:extLst>
                </p14:cNvPr>
                <p14:cNvContentPartPr/>
                <p14:nvPr/>
              </p14:nvContentPartPr>
              <p14:xfrm>
                <a:off x="8191904" y="948689"/>
                <a:ext cx="249120" cy="47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BBC0097-5AAC-5A14-EF1D-62BEC5DB7A0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174264" y="930689"/>
                  <a:ext cx="284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BCC78AE-8438-D544-1BD8-2C4A87FEB801}"/>
                    </a:ext>
                  </a:extLst>
                </p14:cNvPr>
                <p14:cNvContentPartPr/>
                <p14:nvPr/>
              </p14:nvContentPartPr>
              <p14:xfrm>
                <a:off x="8307824" y="981809"/>
                <a:ext cx="39960" cy="268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BCC78AE-8438-D544-1BD8-2C4A87FEB80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289824" y="964169"/>
                  <a:ext cx="7560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0D37B44-5C0C-B90D-7BC5-BB5FA9E05369}"/>
              </a:ext>
            </a:extLst>
          </p:cNvPr>
          <p:cNvGrpSpPr/>
          <p:nvPr/>
        </p:nvGrpSpPr>
        <p:grpSpPr>
          <a:xfrm>
            <a:off x="6132704" y="1615769"/>
            <a:ext cx="894960" cy="316440"/>
            <a:chOff x="6132704" y="1615769"/>
            <a:chExt cx="89496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465F437-6576-E0CE-0B8A-7B3698AE4060}"/>
                    </a:ext>
                  </a:extLst>
                </p14:cNvPr>
                <p14:cNvContentPartPr/>
                <p14:nvPr/>
              </p14:nvContentPartPr>
              <p14:xfrm>
                <a:off x="6132704" y="1660409"/>
                <a:ext cx="19800" cy="271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465F437-6576-E0CE-0B8A-7B3698AE406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114704" y="1642769"/>
                  <a:ext cx="554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0C5797A-7752-8137-964B-DB2BACA357A8}"/>
                    </a:ext>
                  </a:extLst>
                </p14:cNvPr>
                <p14:cNvContentPartPr/>
                <p14:nvPr/>
              </p14:nvContentPartPr>
              <p14:xfrm>
                <a:off x="6143504" y="1629809"/>
                <a:ext cx="262800" cy="169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0C5797A-7752-8137-964B-DB2BACA357A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125864" y="1611809"/>
                  <a:ext cx="298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A6CB261-030C-9582-7A78-E18D5C03E785}"/>
                    </a:ext>
                  </a:extLst>
                </p14:cNvPr>
                <p14:cNvContentPartPr/>
                <p14:nvPr/>
              </p14:nvContentPartPr>
              <p14:xfrm>
                <a:off x="6487664" y="1711529"/>
                <a:ext cx="111960" cy="139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A6CB261-030C-9582-7A78-E18D5C03E78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470024" y="1693889"/>
                  <a:ext cx="147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6E77F50-6EE1-B53E-1AEF-9F7E4CF90F5B}"/>
                    </a:ext>
                  </a:extLst>
                </p14:cNvPr>
                <p14:cNvContentPartPr/>
                <p14:nvPr/>
              </p14:nvContentPartPr>
              <p14:xfrm>
                <a:off x="6677024" y="1615769"/>
                <a:ext cx="36360" cy="225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6E77F50-6EE1-B53E-1AEF-9F7E4CF90F5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59024" y="1597769"/>
                  <a:ext cx="720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37C07F7-A184-D628-0B9E-EF34E902A6F7}"/>
                    </a:ext>
                  </a:extLst>
                </p14:cNvPr>
                <p14:cNvContentPartPr/>
                <p14:nvPr/>
              </p14:nvContentPartPr>
              <p14:xfrm>
                <a:off x="6648224" y="1698569"/>
                <a:ext cx="213480" cy="104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37C07F7-A184-D628-0B9E-EF34E902A6F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630224" y="1680929"/>
                  <a:ext cx="249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E9F4947-AF07-BE3A-A655-EFA27E55A7D5}"/>
                    </a:ext>
                  </a:extLst>
                </p14:cNvPr>
                <p14:cNvContentPartPr/>
                <p14:nvPr/>
              </p14:nvContentPartPr>
              <p14:xfrm>
                <a:off x="6941264" y="1622969"/>
                <a:ext cx="2880" cy="4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E9F4947-AF07-BE3A-A655-EFA27E55A7D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923624" y="1604969"/>
                  <a:ext cx="38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33DA47B-C145-F32F-8040-B45845945278}"/>
                    </a:ext>
                  </a:extLst>
                </p14:cNvPr>
                <p14:cNvContentPartPr/>
                <p14:nvPr/>
              </p14:nvContentPartPr>
              <p14:xfrm>
                <a:off x="6854144" y="1734929"/>
                <a:ext cx="55440" cy="83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33DA47B-C145-F32F-8040-B4584594527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836504" y="1716929"/>
                  <a:ext cx="91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B9641C5-E2FE-0F9B-1ABF-A1721407FC20}"/>
                    </a:ext>
                  </a:extLst>
                </p14:cNvPr>
                <p14:cNvContentPartPr/>
                <p14:nvPr/>
              </p14:nvContentPartPr>
              <p14:xfrm>
                <a:off x="6998504" y="1621169"/>
                <a:ext cx="29160" cy="1652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B9641C5-E2FE-0F9B-1ABF-A1721407FC2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80504" y="1603529"/>
                  <a:ext cx="6480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56EB52C-D5FD-850F-469B-F46AEAB23E6C}"/>
              </a:ext>
            </a:extLst>
          </p:cNvPr>
          <p:cNvGrpSpPr/>
          <p:nvPr/>
        </p:nvGrpSpPr>
        <p:grpSpPr>
          <a:xfrm>
            <a:off x="7298024" y="1592369"/>
            <a:ext cx="757800" cy="232920"/>
            <a:chOff x="7298024" y="1592369"/>
            <a:chExt cx="75780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92F82FD-AE26-051A-54AB-6CBE15B4AD66}"/>
                    </a:ext>
                  </a:extLst>
                </p14:cNvPr>
                <p14:cNvContentPartPr/>
                <p14:nvPr/>
              </p14:nvContentPartPr>
              <p14:xfrm>
                <a:off x="7298024" y="1684529"/>
                <a:ext cx="126720" cy="135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92F82FD-AE26-051A-54AB-6CBE15B4AD6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280384" y="1666529"/>
                  <a:ext cx="1623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24D5CEE-CB76-5712-C9DC-6D312ECC85C1}"/>
                    </a:ext>
                  </a:extLst>
                </p14:cNvPr>
                <p14:cNvContentPartPr/>
                <p14:nvPr/>
              </p14:nvContentPartPr>
              <p14:xfrm>
                <a:off x="7486304" y="1705769"/>
                <a:ext cx="88560" cy="6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24D5CEE-CB76-5712-C9DC-6D312ECC85C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468304" y="1687769"/>
                  <a:ext cx="124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029FCFB-FA31-194B-F3ED-895D45E1E7BC}"/>
                    </a:ext>
                  </a:extLst>
                </p14:cNvPr>
                <p14:cNvContentPartPr/>
                <p14:nvPr/>
              </p14:nvContentPartPr>
              <p14:xfrm>
                <a:off x="7511504" y="1691729"/>
                <a:ext cx="81720" cy="128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029FCFB-FA31-194B-F3ED-895D45E1E7B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93864" y="1673729"/>
                  <a:ext cx="117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9158A48-60A8-7E4A-F266-87410C75A7F4}"/>
                    </a:ext>
                  </a:extLst>
                </p14:cNvPr>
                <p14:cNvContentPartPr/>
                <p14:nvPr/>
              </p14:nvContentPartPr>
              <p14:xfrm>
                <a:off x="7696184" y="1702169"/>
                <a:ext cx="13680" cy="87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9158A48-60A8-7E4A-F266-87410C75A7F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78544" y="1684169"/>
                  <a:ext cx="49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D056EED-1868-BF32-DFA3-3BDF8CA14E5E}"/>
                    </a:ext>
                  </a:extLst>
                </p14:cNvPr>
                <p14:cNvContentPartPr/>
                <p14:nvPr/>
              </p14:nvContentPartPr>
              <p14:xfrm>
                <a:off x="7702664" y="1603169"/>
                <a:ext cx="11880" cy="34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D056EED-1868-BF32-DFA3-3BDF8CA14E5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685024" y="1585169"/>
                  <a:ext cx="47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064F9C9-3B78-3AE2-92D4-7D123E7324F2}"/>
                    </a:ext>
                  </a:extLst>
                </p14:cNvPr>
                <p14:cNvContentPartPr/>
                <p14:nvPr/>
              </p14:nvContentPartPr>
              <p14:xfrm>
                <a:off x="7802024" y="1592369"/>
                <a:ext cx="133920" cy="232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064F9C9-3B78-3AE2-92D4-7D123E7324F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784024" y="1574369"/>
                  <a:ext cx="1695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FB5E4BA-DE63-B852-F58C-1B50512A886E}"/>
                    </a:ext>
                  </a:extLst>
                </p14:cNvPr>
                <p14:cNvContentPartPr/>
                <p14:nvPr/>
              </p14:nvContentPartPr>
              <p14:xfrm>
                <a:off x="7996064" y="1696049"/>
                <a:ext cx="59760" cy="124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FB5E4BA-DE63-B852-F58C-1B50512A886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78064" y="1678049"/>
                  <a:ext cx="9540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9E300E4-6377-F20F-E72F-77FB81234983}"/>
              </a:ext>
            </a:extLst>
          </p:cNvPr>
          <p:cNvGrpSpPr/>
          <p:nvPr/>
        </p:nvGrpSpPr>
        <p:grpSpPr>
          <a:xfrm>
            <a:off x="8466944" y="1531529"/>
            <a:ext cx="2420280" cy="316800"/>
            <a:chOff x="8466944" y="1531529"/>
            <a:chExt cx="242028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A638674-26DC-2CFF-11CF-E96FC10D0922}"/>
                    </a:ext>
                  </a:extLst>
                </p14:cNvPr>
                <p14:cNvContentPartPr/>
                <p14:nvPr/>
              </p14:nvContentPartPr>
              <p14:xfrm>
                <a:off x="8466944" y="1649609"/>
                <a:ext cx="94320" cy="1987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A638674-26DC-2CFF-11CF-E96FC10D092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448944" y="1631969"/>
                  <a:ext cx="129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84B399A-914A-3E8B-8873-F629E30BE568}"/>
                    </a:ext>
                  </a:extLst>
                </p14:cNvPr>
                <p14:cNvContentPartPr/>
                <p14:nvPr/>
              </p14:nvContentPartPr>
              <p14:xfrm>
                <a:off x="8640464" y="1742849"/>
                <a:ext cx="23760" cy="24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84B399A-914A-3E8B-8873-F629E30BE56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622464" y="1725209"/>
                  <a:ext cx="59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513AFA8-FA1C-9731-6B3F-CD5B2010B240}"/>
                    </a:ext>
                  </a:extLst>
                </p14:cNvPr>
                <p14:cNvContentPartPr/>
                <p14:nvPr/>
              </p14:nvContentPartPr>
              <p14:xfrm>
                <a:off x="8618504" y="1681289"/>
                <a:ext cx="539640" cy="106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513AFA8-FA1C-9731-6B3F-CD5B2010B24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600504" y="1663649"/>
                  <a:ext cx="575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44FD7A3-71C7-BD4F-DA05-8FB13A9C9358}"/>
                    </a:ext>
                  </a:extLst>
                </p14:cNvPr>
                <p14:cNvContentPartPr/>
                <p14:nvPr/>
              </p14:nvContentPartPr>
              <p14:xfrm>
                <a:off x="9186224" y="1637369"/>
                <a:ext cx="17280" cy="106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44FD7A3-71C7-BD4F-DA05-8FB13A9C935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68584" y="1619369"/>
                  <a:ext cx="529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CEA8D13-A813-C9B4-676A-0344E9A1629B}"/>
                    </a:ext>
                  </a:extLst>
                </p14:cNvPr>
                <p14:cNvContentPartPr/>
                <p14:nvPr/>
              </p14:nvContentPartPr>
              <p14:xfrm>
                <a:off x="9190184" y="1531529"/>
                <a:ext cx="17640" cy="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CEA8D13-A813-C9B4-676A-0344E9A1629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72184" y="1513889"/>
                  <a:ext cx="53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EE772F1-EC1E-C7CB-A20E-701ECD1BF2D0}"/>
                    </a:ext>
                  </a:extLst>
                </p14:cNvPr>
                <p14:cNvContentPartPr/>
                <p14:nvPr/>
              </p14:nvContentPartPr>
              <p14:xfrm>
                <a:off x="9342104" y="1660769"/>
                <a:ext cx="39204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EE772F1-EC1E-C7CB-A20E-701ECD1BF2D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324464" y="1642769"/>
                  <a:ext cx="427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0688C43-95CD-0461-B892-0F054B4B6D13}"/>
                    </a:ext>
                  </a:extLst>
                </p14:cNvPr>
                <p14:cNvContentPartPr/>
                <p14:nvPr/>
              </p14:nvContentPartPr>
              <p14:xfrm>
                <a:off x="9855464" y="1540529"/>
                <a:ext cx="366840" cy="184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0688C43-95CD-0461-B892-0F054B4B6D1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37464" y="1522529"/>
                  <a:ext cx="402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6E3D17-2A83-71C5-4877-FED06BA86C72}"/>
                    </a:ext>
                  </a:extLst>
                </p14:cNvPr>
                <p14:cNvContentPartPr/>
                <p14:nvPr/>
              </p14:nvContentPartPr>
              <p14:xfrm>
                <a:off x="10325984" y="1641329"/>
                <a:ext cx="41040" cy="99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6E3D17-2A83-71C5-4877-FED06BA86C7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07984" y="1623689"/>
                  <a:ext cx="76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14AD275-1369-249E-CE4F-6F76212A7500}"/>
                    </a:ext>
                  </a:extLst>
                </p14:cNvPr>
                <p14:cNvContentPartPr/>
                <p14:nvPr/>
              </p14:nvContentPartPr>
              <p14:xfrm>
                <a:off x="10444064" y="1543049"/>
                <a:ext cx="54360" cy="126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14AD275-1369-249E-CE4F-6F76212A750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426064" y="1525049"/>
                  <a:ext cx="9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23F4355-0104-60FE-D8A7-7D344FF1F58F}"/>
                    </a:ext>
                  </a:extLst>
                </p14:cNvPr>
                <p14:cNvContentPartPr/>
                <p14:nvPr/>
              </p14:nvContentPartPr>
              <p14:xfrm>
                <a:off x="10471784" y="1582649"/>
                <a:ext cx="183240" cy="115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23F4355-0104-60FE-D8A7-7D344FF1F58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454144" y="1565009"/>
                  <a:ext cx="2188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197676E-9A06-E81F-E79B-EEAEE3C655A8}"/>
                    </a:ext>
                  </a:extLst>
                </p14:cNvPr>
                <p14:cNvContentPartPr/>
                <p14:nvPr/>
              </p14:nvContentPartPr>
              <p14:xfrm>
                <a:off x="10766264" y="1603529"/>
                <a:ext cx="43560" cy="57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197676E-9A06-E81F-E79B-EEAEE3C655A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748624" y="1585889"/>
                  <a:ext cx="79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2DEFBC6-22AB-5581-4E9A-0D3236B47594}"/>
                    </a:ext>
                  </a:extLst>
                </p14:cNvPr>
                <p14:cNvContentPartPr/>
                <p14:nvPr/>
              </p14:nvContentPartPr>
              <p14:xfrm>
                <a:off x="10635224" y="1590929"/>
                <a:ext cx="48960" cy="137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2DEFBC6-22AB-5581-4E9A-0D3236B4759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617224" y="1572929"/>
                  <a:ext cx="84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A6886D7-148D-DA05-B573-E763124048C2}"/>
                    </a:ext>
                  </a:extLst>
                </p14:cNvPr>
                <p14:cNvContentPartPr/>
                <p14:nvPr/>
              </p14:nvContentPartPr>
              <p14:xfrm>
                <a:off x="10787144" y="1615769"/>
                <a:ext cx="100080" cy="131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A6886D7-148D-DA05-B573-E763124048C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769504" y="1598129"/>
                  <a:ext cx="13572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1B361791-141A-AA5F-5CE7-702C7C22C339}"/>
              </a:ext>
            </a:extLst>
          </p:cNvPr>
          <p:cNvGrpSpPr/>
          <p:nvPr/>
        </p:nvGrpSpPr>
        <p:grpSpPr>
          <a:xfrm>
            <a:off x="7363184" y="1998809"/>
            <a:ext cx="762480" cy="271440"/>
            <a:chOff x="7363184" y="1998809"/>
            <a:chExt cx="76248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52067E2-5627-F445-2D3E-733452EBF985}"/>
                    </a:ext>
                  </a:extLst>
                </p14:cNvPr>
                <p14:cNvContentPartPr/>
                <p14:nvPr/>
              </p14:nvContentPartPr>
              <p14:xfrm>
                <a:off x="7363184" y="1998809"/>
                <a:ext cx="58680" cy="271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52067E2-5627-F445-2D3E-733452EBF98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345184" y="1980809"/>
                  <a:ext cx="943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6C73E6-6048-964F-1FB4-637D7B6ADA74}"/>
                    </a:ext>
                  </a:extLst>
                </p14:cNvPr>
                <p14:cNvContentPartPr/>
                <p14:nvPr/>
              </p14:nvContentPartPr>
              <p14:xfrm>
                <a:off x="7364264" y="2163329"/>
                <a:ext cx="4680" cy="32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A6C73E6-6048-964F-1FB4-637D7B6ADA7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346624" y="2145329"/>
                  <a:ext cx="40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D328F78-45DE-4FE1-7A4B-B3C2E194DFC7}"/>
                    </a:ext>
                  </a:extLst>
                </p14:cNvPr>
                <p14:cNvContentPartPr/>
                <p14:nvPr/>
              </p14:nvContentPartPr>
              <p14:xfrm>
                <a:off x="7439144" y="2145329"/>
                <a:ext cx="360" cy="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D328F78-45DE-4FE1-7A4B-B3C2E194DFC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421504" y="212768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5DF9D90-32A7-7E64-B637-608F12999DF4}"/>
                    </a:ext>
                  </a:extLst>
                </p14:cNvPr>
                <p14:cNvContentPartPr/>
                <p14:nvPr/>
              </p14:nvContentPartPr>
              <p14:xfrm>
                <a:off x="7561904" y="2137049"/>
                <a:ext cx="20520" cy="648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5DF9D90-32A7-7E64-B637-608F12999DF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544264" y="2119049"/>
                  <a:ext cx="56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12643D4-F31D-650D-42BE-4613C5A91AB9}"/>
                    </a:ext>
                  </a:extLst>
                </p14:cNvPr>
                <p14:cNvContentPartPr/>
                <p14:nvPr/>
              </p14:nvContentPartPr>
              <p14:xfrm>
                <a:off x="7576304" y="2014289"/>
                <a:ext cx="11880" cy="216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12643D4-F31D-650D-42BE-4613C5A91AB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558664" y="1996289"/>
                  <a:ext cx="47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4160678-35AD-221E-B42A-F98F6B25F5C1}"/>
                    </a:ext>
                  </a:extLst>
                </p14:cNvPr>
                <p14:cNvContentPartPr/>
                <p14:nvPr/>
              </p14:nvContentPartPr>
              <p14:xfrm>
                <a:off x="7702664" y="2105729"/>
                <a:ext cx="61920" cy="83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4160678-35AD-221E-B42A-F98F6B25F5C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685024" y="2087729"/>
                  <a:ext cx="975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7132C01-1D6F-AFAE-235B-C23E3461A078}"/>
                    </a:ext>
                  </a:extLst>
                </p14:cNvPr>
                <p14:cNvContentPartPr/>
                <p14:nvPr/>
              </p14:nvContentPartPr>
              <p14:xfrm>
                <a:off x="7850984" y="2029049"/>
                <a:ext cx="24120" cy="137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7132C01-1D6F-AFAE-235B-C23E3461A07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832984" y="2011049"/>
                  <a:ext cx="59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05A1B20-D363-74CB-A590-67CB3A217DC5}"/>
                    </a:ext>
                  </a:extLst>
                </p14:cNvPr>
                <p14:cNvContentPartPr/>
                <p14:nvPr/>
              </p14:nvContentPartPr>
              <p14:xfrm>
                <a:off x="7968344" y="2015729"/>
                <a:ext cx="157320" cy="209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05A1B20-D363-74CB-A590-67CB3A217DC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950344" y="1997729"/>
                  <a:ext cx="1929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0C5928A4-F1B6-C624-EFA6-5C742DE88F73}"/>
              </a:ext>
            </a:extLst>
          </p:cNvPr>
          <p:cNvGrpSpPr/>
          <p:nvPr/>
        </p:nvGrpSpPr>
        <p:grpSpPr>
          <a:xfrm>
            <a:off x="8518064" y="2013209"/>
            <a:ext cx="674640" cy="242640"/>
            <a:chOff x="8518064" y="2013209"/>
            <a:chExt cx="67464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1AC78F1-A0A6-6D09-4419-D186764B814A}"/>
                    </a:ext>
                  </a:extLst>
                </p14:cNvPr>
                <p14:cNvContentPartPr/>
                <p14:nvPr/>
              </p14:nvContentPartPr>
              <p14:xfrm>
                <a:off x="8518064" y="2086649"/>
                <a:ext cx="113400" cy="132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1AC78F1-A0A6-6D09-4419-D186764B814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500064" y="2069009"/>
                  <a:ext cx="149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1EA46F8-41F8-28EA-14E2-0E8AA4D5D7DA}"/>
                    </a:ext>
                  </a:extLst>
                </p14:cNvPr>
                <p14:cNvContentPartPr/>
                <p14:nvPr/>
              </p14:nvContentPartPr>
              <p14:xfrm>
                <a:off x="8723264" y="2025449"/>
                <a:ext cx="72000" cy="2304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1EA46F8-41F8-28EA-14E2-0E8AA4D5D7D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705624" y="2007449"/>
                  <a:ext cx="1076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5620520-CE2D-E3D8-6DF0-DB52994B21B4}"/>
                    </a:ext>
                  </a:extLst>
                </p14:cNvPr>
                <p14:cNvContentPartPr/>
                <p14:nvPr/>
              </p14:nvContentPartPr>
              <p14:xfrm>
                <a:off x="8729744" y="2150729"/>
                <a:ext cx="100440" cy="84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5620520-CE2D-E3D8-6DF0-DB52994B21B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712104" y="2133089"/>
                  <a:ext cx="136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A5597D5-FC95-F9E9-F42B-3785F20606D5}"/>
                    </a:ext>
                  </a:extLst>
                </p14:cNvPr>
                <p14:cNvContentPartPr/>
                <p14:nvPr/>
              </p14:nvContentPartPr>
              <p14:xfrm>
                <a:off x="8930624" y="2013209"/>
                <a:ext cx="68400" cy="205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A5597D5-FC95-F9E9-F42B-3785F20606D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912984" y="1995569"/>
                  <a:ext cx="104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23E3F11-08E0-D5F8-64A0-FE3EE7D6C9D4}"/>
                    </a:ext>
                  </a:extLst>
                </p14:cNvPr>
                <p14:cNvContentPartPr/>
                <p14:nvPr/>
              </p14:nvContentPartPr>
              <p14:xfrm>
                <a:off x="8916944" y="2141729"/>
                <a:ext cx="57240" cy="102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23E3F11-08E0-D5F8-64A0-FE3EE7D6C9D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98944" y="2124089"/>
                  <a:ext cx="928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5045BA7-983C-469F-9C0F-AEFF9DA5E7E5}"/>
                    </a:ext>
                  </a:extLst>
                </p14:cNvPr>
                <p14:cNvContentPartPr/>
                <p14:nvPr/>
              </p14:nvContentPartPr>
              <p14:xfrm>
                <a:off x="9115664" y="2098169"/>
                <a:ext cx="77040" cy="84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045BA7-983C-469F-9C0F-AEFF9DA5E7E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098024" y="2080529"/>
                  <a:ext cx="11268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55F1494E-D1FE-822F-E2B7-8F3BEF3DBB17}"/>
              </a:ext>
            </a:extLst>
          </p:cNvPr>
          <p:cNvGrpSpPr/>
          <p:nvPr/>
        </p:nvGrpSpPr>
        <p:grpSpPr>
          <a:xfrm>
            <a:off x="9381704" y="1985849"/>
            <a:ext cx="235440" cy="191880"/>
            <a:chOff x="9381704" y="1985849"/>
            <a:chExt cx="23544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36E1235-1218-5061-82DA-004A5879E528}"/>
                    </a:ext>
                  </a:extLst>
                </p14:cNvPr>
                <p14:cNvContentPartPr/>
                <p14:nvPr/>
              </p14:nvContentPartPr>
              <p14:xfrm>
                <a:off x="9381704" y="1985849"/>
                <a:ext cx="207720" cy="1918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36E1235-1218-5061-82DA-004A5879E52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364064" y="1968209"/>
                  <a:ext cx="243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82338E7-DE0C-CF64-D29A-ACA90EAFA6AB}"/>
                    </a:ext>
                  </a:extLst>
                </p14:cNvPr>
                <p14:cNvContentPartPr/>
                <p14:nvPr/>
              </p14:nvContentPartPr>
              <p14:xfrm>
                <a:off x="9540824" y="2059289"/>
                <a:ext cx="76320" cy="31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82338E7-DE0C-CF64-D29A-ACA90EAFA6A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523184" y="2041289"/>
                  <a:ext cx="11196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3922100-891C-E43C-3304-47C3480EFAFD}"/>
              </a:ext>
            </a:extLst>
          </p:cNvPr>
          <p:cNvGrpSpPr/>
          <p:nvPr/>
        </p:nvGrpSpPr>
        <p:grpSpPr>
          <a:xfrm>
            <a:off x="10162904" y="1906649"/>
            <a:ext cx="1725840" cy="280080"/>
            <a:chOff x="10162904" y="1906649"/>
            <a:chExt cx="172584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F853418-130F-CE2D-8C46-B0D0C38EBA41}"/>
                    </a:ext>
                  </a:extLst>
                </p14:cNvPr>
                <p14:cNvContentPartPr/>
                <p14:nvPr/>
              </p14:nvContentPartPr>
              <p14:xfrm>
                <a:off x="10211864" y="1906649"/>
                <a:ext cx="48240" cy="240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F853418-130F-CE2D-8C46-B0D0C38EBA4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194224" y="1889009"/>
                  <a:ext cx="83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AD92D84-12EA-621D-42AE-47D612DDB464}"/>
                    </a:ext>
                  </a:extLst>
                </p14:cNvPr>
                <p14:cNvContentPartPr/>
                <p14:nvPr/>
              </p14:nvContentPartPr>
              <p14:xfrm>
                <a:off x="10162904" y="2036969"/>
                <a:ext cx="106560" cy="69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AD92D84-12EA-621D-42AE-47D612DDB46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145264" y="2018969"/>
                  <a:ext cx="142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4A4A475-3289-0B39-1ED4-1FE0D908128E}"/>
                    </a:ext>
                  </a:extLst>
                </p14:cNvPr>
                <p14:cNvContentPartPr/>
                <p14:nvPr/>
              </p14:nvContentPartPr>
              <p14:xfrm>
                <a:off x="10335344" y="2014289"/>
                <a:ext cx="137520" cy="119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4A4A475-3289-0B39-1ED4-1FE0D908128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317704" y="1996289"/>
                  <a:ext cx="173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0B9FECC-395F-44A5-68B0-7B73309012AA}"/>
                    </a:ext>
                  </a:extLst>
                </p14:cNvPr>
                <p14:cNvContentPartPr/>
                <p14:nvPr/>
              </p14:nvContentPartPr>
              <p14:xfrm>
                <a:off x="10539824" y="2048489"/>
                <a:ext cx="326880" cy="93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0B9FECC-395F-44A5-68B0-7B73309012A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21824" y="2030489"/>
                  <a:ext cx="362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A1997FB-FD7B-9481-BC14-55F121A76C8F}"/>
                    </a:ext>
                  </a:extLst>
                </p14:cNvPr>
                <p14:cNvContentPartPr/>
                <p14:nvPr/>
              </p14:nvContentPartPr>
              <p14:xfrm>
                <a:off x="10961744" y="2023649"/>
                <a:ext cx="84960" cy="1630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A1997FB-FD7B-9481-BC14-55F121A76C8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943744" y="2005649"/>
                  <a:ext cx="120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0416EB4-25E5-E465-C51E-5851D62FDF63}"/>
                    </a:ext>
                  </a:extLst>
                </p14:cNvPr>
                <p14:cNvContentPartPr/>
                <p14:nvPr/>
              </p14:nvContentPartPr>
              <p14:xfrm>
                <a:off x="11093144" y="2043089"/>
                <a:ext cx="29520" cy="55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0416EB4-25E5-E465-C51E-5851D62FDF6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075144" y="2025449"/>
                  <a:ext cx="65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5F02ECD-F396-8D68-9A5F-46045038E09A}"/>
                    </a:ext>
                  </a:extLst>
                </p14:cNvPr>
                <p14:cNvContentPartPr/>
                <p14:nvPr/>
              </p14:nvContentPartPr>
              <p14:xfrm>
                <a:off x="11099264" y="1913489"/>
                <a:ext cx="8640" cy="19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5F02ECD-F396-8D68-9A5F-46045038E09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081624" y="1895849"/>
                  <a:ext cx="442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7A540C2-F971-657A-C4EF-4A215F99B45C}"/>
                    </a:ext>
                  </a:extLst>
                </p14:cNvPr>
                <p14:cNvContentPartPr/>
                <p14:nvPr/>
              </p14:nvContentPartPr>
              <p14:xfrm>
                <a:off x="11214824" y="2016809"/>
                <a:ext cx="66960" cy="158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7A540C2-F971-657A-C4EF-4A215F99B45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197184" y="1998809"/>
                  <a:ext cx="1026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5CA9A0E-6B19-ED09-C19A-0EF25A1175C3}"/>
                    </a:ext>
                  </a:extLst>
                </p14:cNvPr>
                <p14:cNvContentPartPr/>
                <p14:nvPr/>
              </p14:nvContentPartPr>
              <p14:xfrm>
                <a:off x="11412104" y="1972169"/>
                <a:ext cx="50040" cy="164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5CA9A0E-6B19-ED09-C19A-0EF25A1175C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394104" y="1954529"/>
                  <a:ext cx="85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2855A5E-3EFA-6DB1-1D73-1D7288F61638}"/>
                    </a:ext>
                  </a:extLst>
                </p14:cNvPr>
                <p14:cNvContentPartPr/>
                <p14:nvPr/>
              </p14:nvContentPartPr>
              <p14:xfrm>
                <a:off x="11428304" y="2023289"/>
                <a:ext cx="288360" cy="64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2855A5E-3EFA-6DB1-1D73-1D7288F6163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410304" y="2005649"/>
                  <a:ext cx="324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8953015-5949-F22A-4323-EA4F2203569D}"/>
                    </a:ext>
                  </a:extLst>
                </p14:cNvPr>
                <p14:cNvContentPartPr/>
                <p14:nvPr/>
              </p14:nvContentPartPr>
              <p14:xfrm>
                <a:off x="11885864" y="1988369"/>
                <a:ext cx="2880" cy="7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8953015-5949-F22A-4323-EA4F2203569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868224" y="1970369"/>
                  <a:ext cx="3852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232B9F9B-F225-825D-0326-3A725A9D82C6}"/>
              </a:ext>
            </a:extLst>
          </p:cNvPr>
          <p:cNvGrpSpPr/>
          <p:nvPr/>
        </p:nvGrpSpPr>
        <p:grpSpPr>
          <a:xfrm>
            <a:off x="7170584" y="1802609"/>
            <a:ext cx="2689200" cy="696240"/>
            <a:chOff x="7170584" y="1802609"/>
            <a:chExt cx="2689200" cy="69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B0C4E1C-B5D4-7C79-3038-362379796F4F}"/>
                    </a:ext>
                  </a:extLst>
                </p14:cNvPr>
                <p14:cNvContentPartPr/>
                <p14:nvPr/>
              </p14:nvContentPartPr>
              <p14:xfrm>
                <a:off x="7170584" y="1802609"/>
                <a:ext cx="2689200" cy="696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B0C4E1C-B5D4-7C79-3038-362379796F4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152584" y="1784969"/>
                  <a:ext cx="272484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DB42065-353C-1397-B94D-DE2D52620575}"/>
                    </a:ext>
                  </a:extLst>
                </p14:cNvPr>
                <p14:cNvContentPartPr/>
                <p14:nvPr/>
              </p14:nvContentPartPr>
              <p14:xfrm>
                <a:off x="7214864" y="1970369"/>
                <a:ext cx="63360" cy="4269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DB42065-353C-1397-B94D-DE2D5262057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196864" y="1952729"/>
                  <a:ext cx="99000" cy="46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99B51B8D-B47B-802B-6D9C-8104D4410681}"/>
              </a:ext>
            </a:extLst>
          </p:cNvPr>
          <p:cNvGrpSpPr/>
          <p:nvPr/>
        </p:nvGrpSpPr>
        <p:grpSpPr>
          <a:xfrm>
            <a:off x="2929424" y="1578329"/>
            <a:ext cx="747360" cy="584280"/>
            <a:chOff x="2929424" y="1578329"/>
            <a:chExt cx="747360" cy="5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A9E0BCD-9BB4-FC8C-1C22-EAE46B80D4D4}"/>
                    </a:ext>
                  </a:extLst>
                </p14:cNvPr>
                <p14:cNvContentPartPr/>
                <p14:nvPr/>
              </p14:nvContentPartPr>
              <p14:xfrm>
                <a:off x="2929424" y="1578329"/>
                <a:ext cx="747360" cy="5842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A9E0BCD-9BB4-FC8C-1C22-EAE46B80D4D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911784" y="1560689"/>
                  <a:ext cx="78300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52343FC-1AED-814E-6E18-16B9B548ABD6}"/>
                    </a:ext>
                  </a:extLst>
                </p14:cNvPr>
                <p14:cNvContentPartPr/>
                <p14:nvPr/>
              </p14:nvContentPartPr>
              <p14:xfrm>
                <a:off x="2986304" y="1652849"/>
                <a:ext cx="78480" cy="4460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52343FC-1AED-814E-6E18-16B9B548ABD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968664" y="1634849"/>
                  <a:ext cx="114120" cy="48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23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5979E-6585-1DA1-D3D1-D5B177A2D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48C88F-7D04-861A-1379-5268E69917A0}"/>
              </a:ext>
            </a:extLst>
          </p:cNvPr>
          <p:cNvGrpSpPr/>
          <p:nvPr/>
        </p:nvGrpSpPr>
        <p:grpSpPr>
          <a:xfrm>
            <a:off x="2404904" y="1178946"/>
            <a:ext cx="2019960" cy="426240"/>
            <a:chOff x="2404904" y="1178946"/>
            <a:chExt cx="201996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1B0FDE0-1A33-94D2-33BA-F8D48790E3C2}"/>
                    </a:ext>
                  </a:extLst>
                </p14:cNvPr>
                <p14:cNvContentPartPr/>
                <p14:nvPr/>
              </p14:nvContentPartPr>
              <p14:xfrm>
                <a:off x="2407424" y="1231866"/>
                <a:ext cx="72000" cy="373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1B0FDE0-1A33-94D2-33BA-F8D48790E3C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89784" y="1213866"/>
                  <a:ext cx="1076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34ACC42-4193-DAF9-0983-5F8042DEC30F}"/>
                    </a:ext>
                  </a:extLst>
                </p14:cNvPr>
                <p14:cNvContentPartPr/>
                <p14:nvPr/>
              </p14:nvContentPartPr>
              <p14:xfrm>
                <a:off x="2404904" y="1238346"/>
                <a:ext cx="143640" cy="150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34ACC42-4193-DAF9-0983-5F8042DEC3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86904" y="1220706"/>
                  <a:ext cx="179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B82EB6C-06BC-94DC-72AB-7EB9B4BBA5F8}"/>
                    </a:ext>
                  </a:extLst>
                </p14:cNvPr>
                <p14:cNvContentPartPr/>
                <p14:nvPr/>
              </p14:nvContentPartPr>
              <p14:xfrm>
                <a:off x="2628824" y="1416906"/>
                <a:ext cx="147960" cy="45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B82EB6C-06BC-94DC-72AB-7EB9B4BBA5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11184" y="1399266"/>
                  <a:ext cx="1836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C392BD3-0926-BEEB-F714-3AAFB04C30A3}"/>
                    </a:ext>
                  </a:extLst>
                </p14:cNvPr>
                <p14:cNvContentPartPr/>
                <p14:nvPr/>
              </p14:nvContentPartPr>
              <p14:xfrm>
                <a:off x="2953184" y="1259946"/>
                <a:ext cx="416880" cy="227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C392BD3-0926-BEEB-F714-3AAFB04C30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35544" y="1241946"/>
                  <a:ext cx="452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5F3BB8F-EFA2-EAC3-8003-487E5EE73015}"/>
                    </a:ext>
                  </a:extLst>
                </p14:cNvPr>
                <p14:cNvContentPartPr/>
                <p14:nvPr/>
              </p14:nvContentPartPr>
              <p14:xfrm>
                <a:off x="3405704" y="1293066"/>
                <a:ext cx="148680" cy="133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5F3BB8F-EFA2-EAC3-8003-487E5EE730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87704" y="1275066"/>
                  <a:ext cx="184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FC8B06-A242-0EDE-B6DA-07D74E737FE8}"/>
                    </a:ext>
                  </a:extLst>
                </p14:cNvPr>
                <p14:cNvContentPartPr/>
                <p14:nvPr/>
              </p14:nvContentPartPr>
              <p14:xfrm>
                <a:off x="3630704" y="1311426"/>
                <a:ext cx="176760" cy="115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FC8B06-A242-0EDE-B6DA-07D74E737F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13064" y="1293786"/>
                  <a:ext cx="212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20072D7-8574-B96A-C648-E8CB55D0FF37}"/>
                    </a:ext>
                  </a:extLst>
                </p14:cNvPr>
                <p14:cNvContentPartPr/>
                <p14:nvPr/>
              </p14:nvContentPartPr>
              <p14:xfrm>
                <a:off x="3850304" y="1322946"/>
                <a:ext cx="196920" cy="130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20072D7-8574-B96A-C648-E8CB55D0FF3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32304" y="1305306"/>
                  <a:ext cx="232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02D4A2-2C20-751F-B2BF-A3AD387653FD}"/>
                    </a:ext>
                  </a:extLst>
                </p14:cNvPr>
                <p14:cNvContentPartPr/>
                <p14:nvPr/>
              </p14:nvContentPartPr>
              <p14:xfrm>
                <a:off x="4140104" y="1178946"/>
                <a:ext cx="284760" cy="333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02D4A2-2C20-751F-B2BF-A3AD387653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22104" y="1161306"/>
                  <a:ext cx="32040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A8B64B-AF42-8C08-B164-8180D2DBE29B}"/>
              </a:ext>
            </a:extLst>
          </p:cNvPr>
          <p:cNvGrpSpPr/>
          <p:nvPr/>
        </p:nvGrpSpPr>
        <p:grpSpPr>
          <a:xfrm>
            <a:off x="7476944" y="1077786"/>
            <a:ext cx="1220760" cy="299520"/>
            <a:chOff x="7476944" y="1077786"/>
            <a:chExt cx="122076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175D515-4A09-CD87-0168-D3954F7E38F2}"/>
                    </a:ext>
                  </a:extLst>
                </p14:cNvPr>
                <p14:cNvContentPartPr/>
                <p14:nvPr/>
              </p14:nvContentPartPr>
              <p14:xfrm>
                <a:off x="7476944" y="1124946"/>
                <a:ext cx="11520" cy="25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175D515-4A09-CD87-0168-D3954F7E38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59304" y="1106946"/>
                  <a:ext cx="471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0A4F6C-7D6B-9284-3A2A-BB06DF5E2B61}"/>
                    </a:ext>
                  </a:extLst>
                </p14:cNvPr>
                <p14:cNvContentPartPr/>
                <p14:nvPr/>
              </p14:nvContentPartPr>
              <p14:xfrm>
                <a:off x="7494224" y="1108746"/>
                <a:ext cx="230400" cy="206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0A4F6C-7D6B-9284-3A2A-BB06DF5E2B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76224" y="1091106"/>
                  <a:ext cx="2660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4904EE-E9F0-126A-DF2B-41E912329A6C}"/>
                    </a:ext>
                  </a:extLst>
                </p14:cNvPr>
                <p14:cNvContentPartPr/>
                <p14:nvPr/>
              </p14:nvContentPartPr>
              <p14:xfrm>
                <a:off x="7809224" y="1188306"/>
                <a:ext cx="145080" cy="21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4904EE-E9F0-126A-DF2B-41E912329A6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91224" y="1170306"/>
                  <a:ext cx="180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E1F607-548E-5493-DFEB-3EDB575800DC}"/>
                    </a:ext>
                  </a:extLst>
                </p14:cNvPr>
                <p14:cNvContentPartPr/>
                <p14:nvPr/>
              </p14:nvContentPartPr>
              <p14:xfrm>
                <a:off x="8176064" y="1077786"/>
                <a:ext cx="351360" cy="207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E1F607-548E-5493-DFEB-3EDB575800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58064" y="1060146"/>
                  <a:ext cx="387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8D47C3-618C-94C8-0ADE-DEB46C9E88DA}"/>
                    </a:ext>
                  </a:extLst>
                </p14:cNvPr>
                <p14:cNvContentPartPr/>
                <p14:nvPr/>
              </p14:nvContentPartPr>
              <p14:xfrm>
                <a:off x="8587904" y="1158786"/>
                <a:ext cx="109800" cy="11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8D47C3-618C-94C8-0ADE-DEB46C9E88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69904" y="1141146"/>
                  <a:ext cx="14544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544D50F-B3DB-B038-E546-C7037B369F34}"/>
              </a:ext>
            </a:extLst>
          </p:cNvPr>
          <p:cNvGrpSpPr/>
          <p:nvPr/>
        </p:nvGrpSpPr>
        <p:grpSpPr>
          <a:xfrm>
            <a:off x="8796704" y="1064106"/>
            <a:ext cx="775080" cy="296640"/>
            <a:chOff x="8796704" y="1064106"/>
            <a:chExt cx="77508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9C32C6A-677F-D493-F219-1C99D469985D}"/>
                    </a:ext>
                  </a:extLst>
                </p14:cNvPr>
                <p14:cNvContentPartPr/>
                <p14:nvPr/>
              </p14:nvContentPartPr>
              <p14:xfrm>
                <a:off x="8796704" y="1161306"/>
                <a:ext cx="211680" cy="142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9C32C6A-677F-D493-F219-1C99D46998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78704" y="1143306"/>
                  <a:ext cx="247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47334AC-DE62-AEAB-F255-66FA7E30DDCC}"/>
                    </a:ext>
                  </a:extLst>
                </p14:cNvPr>
                <p14:cNvContentPartPr/>
                <p14:nvPr/>
              </p14:nvContentPartPr>
              <p14:xfrm>
                <a:off x="9114224" y="1193346"/>
                <a:ext cx="171720" cy="110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47334AC-DE62-AEAB-F255-66FA7E30DD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96584" y="1175706"/>
                  <a:ext cx="207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E2BA71-A638-CAAD-3D18-7191DC96CC08}"/>
                    </a:ext>
                  </a:extLst>
                </p14:cNvPr>
                <p14:cNvContentPartPr/>
                <p14:nvPr/>
              </p14:nvContentPartPr>
              <p14:xfrm>
                <a:off x="9348584" y="1064106"/>
                <a:ext cx="223200" cy="29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E2BA71-A638-CAAD-3D18-7191DC96CC0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30944" y="1046466"/>
                  <a:ext cx="258840" cy="33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B900D3E-D9DA-B2BD-B6C9-745E083EB56C}"/>
              </a:ext>
            </a:extLst>
          </p:cNvPr>
          <p:cNvGrpSpPr/>
          <p:nvPr/>
        </p:nvGrpSpPr>
        <p:grpSpPr>
          <a:xfrm>
            <a:off x="10011344" y="1106946"/>
            <a:ext cx="1443600" cy="244080"/>
            <a:chOff x="10011344" y="1106946"/>
            <a:chExt cx="144360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445784-A0AA-E135-03E9-224CF2C43032}"/>
                    </a:ext>
                  </a:extLst>
                </p14:cNvPr>
                <p14:cNvContentPartPr/>
                <p14:nvPr/>
              </p14:nvContentPartPr>
              <p14:xfrm>
                <a:off x="10011344" y="1119546"/>
                <a:ext cx="28440" cy="194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445784-A0AA-E135-03E9-224CF2C430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3344" y="1101546"/>
                  <a:ext cx="64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FFD0614-934C-EA6D-AFCD-33A918E9EDAC}"/>
                    </a:ext>
                  </a:extLst>
                </p14:cNvPr>
                <p14:cNvContentPartPr/>
                <p14:nvPr/>
              </p14:nvContentPartPr>
              <p14:xfrm>
                <a:off x="10044824" y="1106946"/>
                <a:ext cx="190800" cy="143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FFD0614-934C-EA6D-AFCD-33A918E9ED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026824" y="1089306"/>
                  <a:ext cx="226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41BCC09-4D1C-D6F9-F55D-97CEC922324D}"/>
                    </a:ext>
                  </a:extLst>
                </p14:cNvPr>
                <p14:cNvContentPartPr/>
                <p14:nvPr/>
              </p14:nvContentPartPr>
              <p14:xfrm>
                <a:off x="10353704" y="1130346"/>
                <a:ext cx="153360" cy="16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41BCC09-4D1C-D6F9-F55D-97CEC92232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36064" y="1112346"/>
                  <a:ext cx="189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2D5717-CA52-074C-7A6A-C3CB70E5ED80}"/>
                    </a:ext>
                  </a:extLst>
                </p14:cNvPr>
                <p14:cNvContentPartPr/>
                <p14:nvPr/>
              </p14:nvContentPartPr>
              <p14:xfrm>
                <a:off x="10584464" y="1110546"/>
                <a:ext cx="97200" cy="174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2D5717-CA52-074C-7A6A-C3CB70E5ED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566464" y="1092546"/>
                  <a:ext cx="132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2362941-D5CA-91E8-2A70-3A63E067EA7D}"/>
                    </a:ext>
                  </a:extLst>
                </p14:cNvPr>
                <p14:cNvContentPartPr/>
                <p14:nvPr/>
              </p14:nvContentPartPr>
              <p14:xfrm>
                <a:off x="10786424" y="1157346"/>
                <a:ext cx="89640" cy="193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2362941-D5CA-91E8-2A70-3A63E067EA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68424" y="1139706"/>
                  <a:ext cx="125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262A9D-A6F1-4A98-3E95-0CE19F65DAFA}"/>
                    </a:ext>
                  </a:extLst>
                </p14:cNvPr>
                <p14:cNvContentPartPr/>
                <p14:nvPr/>
              </p14:nvContentPartPr>
              <p14:xfrm>
                <a:off x="10844744" y="1117026"/>
                <a:ext cx="107280" cy="4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262A9D-A6F1-4A98-3E95-0CE19F65DA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27104" y="1099026"/>
                  <a:ext cx="142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55E5A8-4BA5-998B-3BB5-85634C547394}"/>
                    </a:ext>
                  </a:extLst>
                </p14:cNvPr>
                <p14:cNvContentPartPr/>
                <p14:nvPr/>
              </p14:nvContentPartPr>
              <p14:xfrm>
                <a:off x="10889384" y="1177146"/>
                <a:ext cx="163800" cy="55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55E5A8-4BA5-998B-3BB5-85634C54739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71744" y="1159506"/>
                  <a:ext cx="199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E01232-1563-A107-FA83-9432C6279684}"/>
                    </a:ext>
                  </a:extLst>
                </p14:cNvPr>
                <p14:cNvContentPartPr/>
                <p14:nvPr/>
              </p14:nvContentPartPr>
              <p14:xfrm>
                <a:off x="11087384" y="1130346"/>
                <a:ext cx="13320" cy="162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E01232-1563-A107-FA83-9432C627968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69384" y="1112346"/>
                  <a:ext cx="48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2E028C3-C4A8-B2CA-8FA3-8B9D2D0E7AE8}"/>
                    </a:ext>
                  </a:extLst>
                </p14:cNvPr>
                <p14:cNvContentPartPr/>
                <p14:nvPr/>
              </p14:nvContentPartPr>
              <p14:xfrm>
                <a:off x="11075864" y="1110906"/>
                <a:ext cx="42840" cy="86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2E028C3-C4A8-B2CA-8FA3-8B9D2D0E7A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58224" y="1093266"/>
                  <a:ext cx="78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B6B1AD-920D-9DBB-074C-86CD8404CFE6}"/>
                    </a:ext>
                  </a:extLst>
                </p14:cNvPr>
                <p14:cNvContentPartPr/>
                <p14:nvPr/>
              </p14:nvContentPartPr>
              <p14:xfrm>
                <a:off x="11108264" y="1192626"/>
                <a:ext cx="66600" cy="91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B6B1AD-920D-9DBB-074C-86CD8404CFE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90624" y="1174626"/>
                  <a:ext cx="102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0EB21E-1FCD-03E6-6F3F-AF8FC2D9E31A}"/>
                    </a:ext>
                  </a:extLst>
                </p14:cNvPr>
                <p14:cNvContentPartPr/>
                <p14:nvPr/>
              </p14:nvContentPartPr>
              <p14:xfrm>
                <a:off x="11237864" y="1150146"/>
                <a:ext cx="121320" cy="45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0EB21E-1FCD-03E6-6F3F-AF8FC2D9E3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20224" y="1132146"/>
                  <a:ext cx="1569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8048433-2754-60F6-3C01-A82025291B16}"/>
                    </a:ext>
                  </a:extLst>
                </p14:cNvPr>
                <p14:cNvContentPartPr/>
                <p14:nvPr/>
              </p14:nvContentPartPr>
              <p14:xfrm>
                <a:off x="11321024" y="1172106"/>
                <a:ext cx="13320" cy="104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8048433-2754-60F6-3C01-A82025291B1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303024" y="1154466"/>
                  <a:ext cx="48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73DEAB-C446-DB89-37C4-C24A37BE677C}"/>
                    </a:ext>
                  </a:extLst>
                </p14:cNvPr>
                <p14:cNvContentPartPr/>
                <p14:nvPr/>
              </p14:nvContentPartPr>
              <p14:xfrm>
                <a:off x="11444144" y="1304586"/>
                <a:ext cx="10800" cy="8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73DEAB-C446-DB89-37C4-C24A37BE677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426504" y="1286586"/>
                  <a:ext cx="4644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C9FC449-FC09-39CE-9A9F-6B0E3217FE12}"/>
                  </a:ext>
                </a:extLst>
              </p14:cNvPr>
              <p14:cNvContentPartPr/>
              <p14:nvPr/>
            </p14:nvContentPartPr>
            <p14:xfrm>
              <a:off x="1288184" y="2347506"/>
              <a:ext cx="3992400" cy="363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C9FC449-FC09-39CE-9A9F-6B0E3217FE1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270544" y="2329866"/>
                <a:ext cx="4028040" cy="39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F8BA89A4-D2BE-617A-D633-38B727EBCFB0}"/>
              </a:ext>
            </a:extLst>
          </p:cNvPr>
          <p:cNvGrpSpPr/>
          <p:nvPr/>
        </p:nvGrpSpPr>
        <p:grpSpPr>
          <a:xfrm>
            <a:off x="7449584" y="2266866"/>
            <a:ext cx="3632400" cy="2345040"/>
            <a:chOff x="7449584" y="2266866"/>
            <a:chExt cx="3632400" cy="23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8653AD-3121-8EED-395F-3ADC9783536B}"/>
                    </a:ext>
                  </a:extLst>
                </p14:cNvPr>
                <p14:cNvContentPartPr/>
                <p14:nvPr/>
              </p14:nvContentPartPr>
              <p14:xfrm>
                <a:off x="7449584" y="2266866"/>
                <a:ext cx="3511440" cy="143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8653AD-3121-8EED-395F-3ADC9783536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31944" y="2248866"/>
                  <a:ext cx="3547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DD50498-16E5-4220-329A-BE0F9497C505}"/>
                    </a:ext>
                  </a:extLst>
                </p14:cNvPr>
                <p14:cNvContentPartPr/>
                <p14:nvPr/>
              </p14:nvContentPartPr>
              <p14:xfrm>
                <a:off x="8426624" y="4027626"/>
                <a:ext cx="92520" cy="266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DD50498-16E5-4220-329A-BE0F9497C50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08984" y="4009626"/>
                  <a:ext cx="1281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F7711F9-01F0-2D8E-D5F0-6B175726B3C5}"/>
                    </a:ext>
                  </a:extLst>
                </p14:cNvPr>
                <p14:cNvContentPartPr/>
                <p14:nvPr/>
              </p14:nvContentPartPr>
              <p14:xfrm>
                <a:off x="8415824" y="3970386"/>
                <a:ext cx="145800" cy="9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F7711F9-01F0-2D8E-D5F0-6B175726B3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98184" y="3952386"/>
                  <a:ext cx="181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3C0EE99-B51B-B562-94A0-366628FB98D1}"/>
                    </a:ext>
                  </a:extLst>
                </p14:cNvPr>
                <p14:cNvContentPartPr/>
                <p14:nvPr/>
              </p14:nvContentPartPr>
              <p14:xfrm>
                <a:off x="8671064" y="4097106"/>
                <a:ext cx="135720" cy="24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3C0EE99-B51B-B562-94A0-366628FB98D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53064" y="4079466"/>
                  <a:ext cx="171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6FC2DF-C278-813A-81A5-ADF545E144B0}"/>
                    </a:ext>
                  </a:extLst>
                </p14:cNvPr>
                <p14:cNvContentPartPr/>
                <p14:nvPr/>
              </p14:nvContentPartPr>
              <p14:xfrm>
                <a:off x="8942504" y="4004226"/>
                <a:ext cx="174240" cy="186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6FC2DF-C278-813A-81A5-ADF545E144B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24864" y="3986586"/>
                  <a:ext cx="2098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987FA7-A377-CFFB-99B9-FE3943584137}"/>
                    </a:ext>
                  </a:extLst>
                </p14:cNvPr>
                <p14:cNvContentPartPr/>
                <p14:nvPr/>
              </p14:nvContentPartPr>
              <p14:xfrm>
                <a:off x="9204224" y="4075506"/>
                <a:ext cx="113760" cy="93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987FA7-A377-CFFB-99B9-FE394358413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86584" y="4057506"/>
                  <a:ext cx="149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E9FDBFA-1DB7-8688-FC22-B4DC5ABCE287}"/>
                    </a:ext>
                  </a:extLst>
                </p14:cNvPr>
                <p14:cNvContentPartPr/>
                <p14:nvPr/>
              </p14:nvContentPartPr>
              <p14:xfrm>
                <a:off x="9419144" y="3929706"/>
                <a:ext cx="349920" cy="336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E9FDBFA-1DB7-8688-FC22-B4DC5ABCE28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401504" y="3911706"/>
                  <a:ext cx="3855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62E724-877D-2062-4C72-ED1C356E321B}"/>
                    </a:ext>
                  </a:extLst>
                </p14:cNvPr>
                <p14:cNvContentPartPr/>
                <p14:nvPr/>
              </p14:nvContentPartPr>
              <p14:xfrm>
                <a:off x="7484504" y="4538106"/>
                <a:ext cx="3597480" cy="34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62E724-877D-2062-4C72-ED1C356E32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66504" y="4520466"/>
                  <a:ext cx="3633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6C7553-E32A-AF74-B599-CD1FBA362D53}"/>
                    </a:ext>
                  </a:extLst>
                </p14:cNvPr>
                <p14:cNvContentPartPr/>
                <p14:nvPr/>
              </p14:nvContentPartPr>
              <p14:xfrm>
                <a:off x="7976984" y="2402946"/>
                <a:ext cx="386640" cy="569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6C7553-E32A-AF74-B599-CD1FBA362D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58984" y="2385306"/>
                  <a:ext cx="42228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FCD0D40-E62B-8A3A-CC0A-76EF625CF7C2}"/>
                    </a:ext>
                  </a:extLst>
                </p14:cNvPr>
                <p14:cNvContentPartPr/>
                <p14:nvPr/>
              </p14:nvContentPartPr>
              <p14:xfrm>
                <a:off x="7787264" y="2535426"/>
                <a:ext cx="114480" cy="233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FCD0D40-E62B-8A3A-CC0A-76EF625CF7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69624" y="2517426"/>
                  <a:ext cx="1501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3A0E7EE-D8A9-5591-0ECE-2025375C7A37}"/>
                    </a:ext>
                  </a:extLst>
                </p14:cNvPr>
                <p14:cNvContentPartPr/>
                <p14:nvPr/>
              </p14:nvContentPartPr>
              <p14:xfrm>
                <a:off x="10087664" y="2295306"/>
                <a:ext cx="495720" cy="509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3A0E7EE-D8A9-5591-0ECE-2025375C7A3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70024" y="2277666"/>
                  <a:ext cx="53136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BA2B3CC-E874-8307-54F8-29A5272C5057}"/>
                    </a:ext>
                  </a:extLst>
                </p14:cNvPr>
                <p14:cNvContentPartPr/>
                <p14:nvPr/>
              </p14:nvContentPartPr>
              <p14:xfrm>
                <a:off x="10447304" y="2398986"/>
                <a:ext cx="64800" cy="253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BA2B3CC-E874-8307-54F8-29A5272C50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29304" y="2381346"/>
                  <a:ext cx="1004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45B8FB-B9DE-889A-EEF3-7F7C781E28D9}"/>
                    </a:ext>
                  </a:extLst>
                </p14:cNvPr>
                <p14:cNvContentPartPr/>
                <p14:nvPr/>
              </p14:nvContentPartPr>
              <p14:xfrm>
                <a:off x="10439744" y="2442186"/>
                <a:ext cx="192960" cy="18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45B8FB-B9DE-889A-EEF3-7F7C781E28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21744" y="2424546"/>
                  <a:ext cx="228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BBC5286-6C59-DB0D-986A-DA3B3A906E11}"/>
                    </a:ext>
                  </a:extLst>
                </p14:cNvPr>
                <p14:cNvContentPartPr/>
                <p14:nvPr/>
              </p14:nvContentPartPr>
              <p14:xfrm>
                <a:off x="8536784" y="2572506"/>
                <a:ext cx="66600" cy="14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BBC5286-6C59-DB0D-986A-DA3B3A906E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18784" y="2554866"/>
                  <a:ext cx="102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A2116F-186A-DCB4-BD9F-2069AA39F7B1}"/>
                    </a:ext>
                  </a:extLst>
                </p14:cNvPr>
                <p14:cNvContentPartPr/>
                <p14:nvPr/>
              </p14:nvContentPartPr>
              <p14:xfrm>
                <a:off x="8801384" y="2548386"/>
                <a:ext cx="93960" cy="11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A2116F-186A-DCB4-BD9F-2069AA39F7B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83384" y="2530386"/>
                  <a:ext cx="129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4337D17-BFE1-B9D9-1D77-97546E558746}"/>
                    </a:ext>
                  </a:extLst>
                </p14:cNvPr>
                <p14:cNvContentPartPr/>
                <p14:nvPr/>
              </p14:nvContentPartPr>
              <p14:xfrm>
                <a:off x="9095864" y="2537226"/>
                <a:ext cx="67320" cy="11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4337D17-BFE1-B9D9-1D77-97546E55874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78224" y="2519586"/>
                  <a:ext cx="102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8962E1D-DA8A-A278-302A-2CC19470BA2D}"/>
                    </a:ext>
                  </a:extLst>
                </p14:cNvPr>
                <p14:cNvContentPartPr/>
                <p14:nvPr/>
              </p14:nvContentPartPr>
              <p14:xfrm>
                <a:off x="9406904" y="2528946"/>
                <a:ext cx="95040" cy="6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8962E1D-DA8A-A278-302A-2CC19470BA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89264" y="2510946"/>
                  <a:ext cx="130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ECA216-CE77-CC65-2D80-77652A624DA8}"/>
                    </a:ext>
                  </a:extLst>
                </p14:cNvPr>
                <p14:cNvContentPartPr/>
                <p14:nvPr/>
              </p14:nvContentPartPr>
              <p14:xfrm>
                <a:off x="9737024" y="2502306"/>
                <a:ext cx="123840" cy="12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ECA216-CE77-CC65-2D80-77652A624DA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19024" y="2484306"/>
                  <a:ext cx="159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EA1F222-AF44-A2BF-1C99-58B713CE4736}"/>
                    </a:ext>
                  </a:extLst>
                </p14:cNvPr>
                <p14:cNvContentPartPr/>
                <p14:nvPr/>
              </p14:nvContentPartPr>
              <p14:xfrm>
                <a:off x="7737224" y="2958426"/>
                <a:ext cx="219240" cy="57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EA1F222-AF44-A2BF-1C99-58B713CE47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19584" y="2940426"/>
                  <a:ext cx="254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F4AA847-8868-4C37-979A-1DA6141C756B}"/>
                    </a:ext>
                  </a:extLst>
                </p14:cNvPr>
                <p14:cNvContentPartPr/>
                <p14:nvPr/>
              </p14:nvContentPartPr>
              <p14:xfrm>
                <a:off x="7667024" y="2447226"/>
                <a:ext cx="74160" cy="2157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F4AA847-8868-4C37-979A-1DA6141C756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49024" y="2429586"/>
                  <a:ext cx="109800" cy="21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A42D94-5CC3-9BB4-3E48-F0894FBD3DCB}"/>
                    </a:ext>
                  </a:extLst>
                </p14:cNvPr>
                <p14:cNvContentPartPr/>
                <p14:nvPr/>
              </p14:nvContentPartPr>
              <p14:xfrm>
                <a:off x="10539824" y="2774826"/>
                <a:ext cx="241200" cy="56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A42D94-5CC3-9BB4-3E48-F0894FBD3DC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21824" y="2756826"/>
                  <a:ext cx="276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3A58A55-514D-F06D-C342-4F9948513DCF}"/>
                    </a:ext>
                  </a:extLst>
                </p14:cNvPr>
                <p14:cNvContentPartPr/>
                <p14:nvPr/>
              </p14:nvContentPartPr>
              <p14:xfrm>
                <a:off x="10840064" y="2290626"/>
                <a:ext cx="51840" cy="2321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3A58A55-514D-F06D-C342-4F9948513DC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822064" y="2272986"/>
                  <a:ext cx="87480" cy="235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419E486-64C1-05E3-11F0-4F2003FA3070}"/>
              </a:ext>
            </a:extLst>
          </p:cNvPr>
          <p:cNvGrpSpPr/>
          <p:nvPr/>
        </p:nvGrpSpPr>
        <p:grpSpPr>
          <a:xfrm>
            <a:off x="1662944" y="2185146"/>
            <a:ext cx="3594240" cy="2661840"/>
            <a:chOff x="1662944" y="2185146"/>
            <a:chExt cx="3594240" cy="266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B9ABB0-BB3F-82FB-C92E-17D2E4A1B70D}"/>
                    </a:ext>
                  </a:extLst>
                </p14:cNvPr>
                <p14:cNvContentPartPr/>
                <p14:nvPr/>
              </p14:nvContentPartPr>
              <p14:xfrm>
                <a:off x="1779584" y="4356666"/>
                <a:ext cx="3477600" cy="368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B9ABB0-BB3F-82FB-C92E-17D2E4A1B70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61584" y="4338666"/>
                  <a:ext cx="35132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040534-7857-D018-45AB-4F8203594B4C}"/>
                    </a:ext>
                  </a:extLst>
                </p14:cNvPr>
                <p14:cNvContentPartPr/>
                <p14:nvPr/>
              </p14:nvContentPartPr>
              <p14:xfrm>
                <a:off x="3140744" y="4120146"/>
                <a:ext cx="245880" cy="217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040534-7857-D018-45AB-4F8203594B4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22744" y="4102506"/>
                  <a:ext cx="281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A62FF8-2F7B-E236-65EF-4F0C392DE8D4}"/>
                    </a:ext>
                  </a:extLst>
                </p14:cNvPr>
                <p14:cNvContentPartPr/>
                <p14:nvPr/>
              </p14:nvContentPartPr>
              <p14:xfrm>
                <a:off x="3494264" y="4167306"/>
                <a:ext cx="169200" cy="50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A62FF8-2F7B-E236-65EF-4F0C392DE8D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76264" y="4149666"/>
                  <a:ext cx="2048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BDA6842-A9CA-FEC8-860B-7F50507EED29}"/>
                    </a:ext>
                  </a:extLst>
                </p14:cNvPr>
                <p14:cNvContentPartPr/>
                <p14:nvPr/>
              </p14:nvContentPartPr>
              <p14:xfrm>
                <a:off x="3826544" y="3935106"/>
                <a:ext cx="146160" cy="249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BDA6842-A9CA-FEC8-860B-7F50507EED2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08544" y="3917466"/>
                  <a:ext cx="1818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7C4F0E5-A6D8-7EBB-51BA-6A48F8B94C98}"/>
                    </a:ext>
                  </a:extLst>
                </p14:cNvPr>
                <p14:cNvContentPartPr/>
                <p14:nvPr/>
              </p14:nvContentPartPr>
              <p14:xfrm>
                <a:off x="4080704" y="4035186"/>
                <a:ext cx="68760" cy="117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7C4F0E5-A6D8-7EBB-51BA-6A48F8B94C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63064" y="4017546"/>
                  <a:ext cx="104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6C3B421-DF2D-36EF-A3DB-53E6565A22FC}"/>
                    </a:ext>
                  </a:extLst>
                </p14:cNvPr>
                <p14:cNvContentPartPr/>
                <p14:nvPr/>
              </p14:nvContentPartPr>
              <p14:xfrm>
                <a:off x="4312904" y="3907026"/>
                <a:ext cx="361440" cy="250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6C3B421-DF2D-36EF-A3DB-53E6565A22F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95264" y="3889026"/>
                  <a:ext cx="397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93578EA-41BC-FE26-BDB0-76A72A2039F9}"/>
                    </a:ext>
                  </a:extLst>
                </p14:cNvPr>
                <p14:cNvContentPartPr/>
                <p14:nvPr/>
              </p14:nvContentPartPr>
              <p14:xfrm>
                <a:off x="2136704" y="2502666"/>
                <a:ext cx="442080" cy="626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93578EA-41BC-FE26-BDB0-76A72A2039F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19064" y="2484666"/>
                  <a:ext cx="47772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2CC5304-EB9A-E40D-9570-68DCC34CB4EF}"/>
                    </a:ext>
                  </a:extLst>
                </p14:cNvPr>
                <p14:cNvContentPartPr/>
                <p14:nvPr/>
              </p14:nvContentPartPr>
              <p14:xfrm>
                <a:off x="2013224" y="2720466"/>
                <a:ext cx="113400" cy="171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2CC5304-EB9A-E40D-9570-68DCC34CB4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95584" y="2702826"/>
                  <a:ext cx="149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8FEF9CC-24AC-A81F-1095-37D0E717DEC2}"/>
                    </a:ext>
                  </a:extLst>
                </p14:cNvPr>
                <p14:cNvContentPartPr/>
                <p14:nvPr/>
              </p14:nvContentPartPr>
              <p14:xfrm>
                <a:off x="3946424" y="2391426"/>
                <a:ext cx="564840" cy="469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8FEF9CC-24AC-A81F-1095-37D0E717DEC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28424" y="2373426"/>
                  <a:ext cx="6004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50AABB-E5BB-91CD-D4E5-4500AFF9E9C2}"/>
                    </a:ext>
                  </a:extLst>
                </p14:cNvPr>
                <p14:cNvContentPartPr/>
                <p14:nvPr/>
              </p14:nvContentPartPr>
              <p14:xfrm>
                <a:off x="4312184" y="2501946"/>
                <a:ext cx="77400" cy="202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50AABB-E5BB-91CD-D4E5-4500AFF9E9C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94544" y="2484306"/>
                  <a:ext cx="113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117B735-1CC4-AD84-2C52-97B1E37AA33A}"/>
                    </a:ext>
                  </a:extLst>
                </p14:cNvPr>
                <p14:cNvContentPartPr/>
                <p14:nvPr/>
              </p14:nvContentPartPr>
              <p14:xfrm>
                <a:off x="4322264" y="2520666"/>
                <a:ext cx="113400" cy="165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117B735-1CC4-AD84-2C52-97B1E37AA33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04264" y="2503026"/>
                  <a:ext cx="1490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B7F5D90-5AF1-B5AF-2B2A-0D268D57706E}"/>
                    </a:ext>
                  </a:extLst>
                </p14:cNvPr>
                <p14:cNvContentPartPr/>
                <p14:nvPr/>
              </p14:nvContentPartPr>
              <p14:xfrm>
                <a:off x="2834024" y="2621106"/>
                <a:ext cx="125280" cy="10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B7F5D90-5AF1-B5AF-2B2A-0D268D57706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16024" y="2603106"/>
                  <a:ext cx="160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157F1C-7DA2-7EC5-09EE-ADBE0619F221}"/>
                    </a:ext>
                  </a:extLst>
                </p14:cNvPr>
                <p14:cNvContentPartPr/>
                <p14:nvPr/>
              </p14:nvContentPartPr>
              <p14:xfrm>
                <a:off x="2896304" y="2556306"/>
                <a:ext cx="13680" cy="111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157F1C-7DA2-7EC5-09EE-ADBE0619F2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78664" y="2538666"/>
                  <a:ext cx="49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F3B5384-263F-A945-8EB3-08D5A1328840}"/>
                    </a:ext>
                  </a:extLst>
                </p14:cNvPr>
                <p14:cNvContentPartPr/>
                <p14:nvPr/>
              </p14:nvContentPartPr>
              <p14:xfrm>
                <a:off x="3057944" y="2592666"/>
                <a:ext cx="131040" cy="55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F3B5384-263F-A945-8EB3-08D5A13288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39944" y="2575026"/>
                  <a:ext cx="166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216DD0B-8480-7BCB-ED9F-1B448CEBFF8B}"/>
                    </a:ext>
                  </a:extLst>
                </p14:cNvPr>
                <p14:cNvContentPartPr/>
                <p14:nvPr/>
              </p14:nvContentPartPr>
              <p14:xfrm>
                <a:off x="3127424" y="2544426"/>
                <a:ext cx="20880" cy="119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216DD0B-8480-7BCB-ED9F-1B448CEBFF8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09424" y="2526426"/>
                  <a:ext cx="565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A266FA5-CC18-3CD0-CFFB-0171FB91317F}"/>
                    </a:ext>
                  </a:extLst>
                </p14:cNvPr>
                <p14:cNvContentPartPr/>
                <p14:nvPr/>
              </p14:nvContentPartPr>
              <p14:xfrm>
                <a:off x="3319664" y="2568186"/>
                <a:ext cx="104040" cy="32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A266FA5-CC18-3CD0-CFFB-0171FB9131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02024" y="2550186"/>
                  <a:ext cx="139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C24F897-6A40-6905-EA3F-CB9A6AFF2B28}"/>
                    </a:ext>
                  </a:extLst>
                </p14:cNvPr>
                <p14:cNvContentPartPr/>
                <p14:nvPr/>
              </p14:nvContentPartPr>
              <p14:xfrm>
                <a:off x="3413984" y="2491866"/>
                <a:ext cx="23400" cy="97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C24F897-6A40-6905-EA3F-CB9A6AFF2B2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96344" y="2473866"/>
                  <a:ext cx="59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10510AA-9B74-8D69-B5C9-BEC16FBD3122}"/>
                    </a:ext>
                  </a:extLst>
                </p14:cNvPr>
                <p14:cNvContentPartPr/>
                <p14:nvPr/>
              </p14:nvContentPartPr>
              <p14:xfrm>
                <a:off x="3569504" y="2530746"/>
                <a:ext cx="105480" cy="38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10510AA-9B74-8D69-B5C9-BEC16FBD312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51504" y="2513106"/>
                  <a:ext cx="141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AB21242-F9B3-4ABD-2286-88E6F202D4C4}"/>
                    </a:ext>
                  </a:extLst>
                </p14:cNvPr>
                <p14:cNvContentPartPr/>
                <p14:nvPr/>
              </p14:nvContentPartPr>
              <p14:xfrm>
                <a:off x="3619184" y="2484666"/>
                <a:ext cx="43920" cy="110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AB21242-F9B3-4ABD-2286-88E6F202D4C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01544" y="2467026"/>
                  <a:ext cx="79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5A5F219-CB15-9AE4-6264-AD88B5593167}"/>
                    </a:ext>
                  </a:extLst>
                </p14:cNvPr>
                <p14:cNvContentPartPr/>
                <p14:nvPr/>
              </p14:nvContentPartPr>
              <p14:xfrm>
                <a:off x="3755264" y="2549106"/>
                <a:ext cx="9288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5A5F219-CB15-9AE4-6264-AD88B559316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37264" y="2531466"/>
                  <a:ext cx="128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B5A20DF-85C5-8F7C-CDAC-74FE88668019}"/>
                    </a:ext>
                  </a:extLst>
                </p14:cNvPr>
                <p14:cNvContentPartPr/>
                <p14:nvPr/>
              </p14:nvContentPartPr>
              <p14:xfrm>
                <a:off x="3833384" y="2479266"/>
                <a:ext cx="15840" cy="140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B5A20DF-85C5-8F7C-CDAC-74FE8866801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15744" y="2461626"/>
                  <a:ext cx="51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2553CF5-5876-A566-FAB1-DFF07FA034FC}"/>
                    </a:ext>
                  </a:extLst>
                </p14:cNvPr>
                <p14:cNvContentPartPr/>
                <p14:nvPr/>
              </p14:nvContentPartPr>
              <p14:xfrm>
                <a:off x="1828184" y="3070026"/>
                <a:ext cx="371160" cy="160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2553CF5-5876-A566-FAB1-DFF07FA034F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10184" y="3052386"/>
                  <a:ext cx="406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8884738-FCEC-A36B-4AAA-CA03C3B2111C}"/>
                    </a:ext>
                  </a:extLst>
                </p14:cNvPr>
                <p14:cNvContentPartPr/>
                <p14:nvPr/>
              </p14:nvContentPartPr>
              <p14:xfrm>
                <a:off x="1662944" y="2626146"/>
                <a:ext cx="151560" cy="2220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8884738-FCEC-A36B-4AAA-CA03C3B2111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645304" y="2608146"/>
                  <a:ext cx="187200" cy="22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DFC25CE-794F-5690-4ADB-A131E25A6520}"/>
                    </a:ext>
                  </a:extLst>
                </p14:cNvPr>
                <p14:cNvContentPartPr/>
                <p14:nvPr/>
              </p14:nvContentPartPr>
              <p14:xfrm>
                <a:off x="4486064" y="2845386"/>
                <a:ext cx="346680" cy="17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DFC25CE-794F-5690-4ADB-A131E25A652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468424" y="2827746"/>
                  <a:ext cx="3823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81E50D3-2B3C-D940-CF05-43111637DCE0}"/>
                    </a:ext>
                  </a:extLst>
                </p14:cNvPr>
                <p14:cNvContentPartPr/>
                <p14:nvPr/>
              </p14:nvContentPartPr>
              <p14:xfrm>
                <a:off x="4907624" y="2380266"/>
                <a:ext cx="220320" cy="2046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81E50D3-2B3C-D940-CF05-43111637DCE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89624" y="2362266"/>
                  <a:ext cx="255960" cy="20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9B153B1-BE97-744F-2779-37210CA11E5C}"/>
                    </a:ext>
                  </a:extLst>
                </p14:cNvPr>
                <p14:cNvContentPartPr/>
                <p14:nvPr/>
              </p14:nvContentPartPr>
              <p14:xfrm>
                <a:off x="2576624" y="2370546"/>
                <a:ext cx="13680" cy="136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9B153B1-BE97-744F-2779-37210CA11E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58624" y="2352546"/>
                  <a:ext cx="49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80206B1-2C19-7004-3E59-DA3566646001}"/>
                    </a:ext>
                  </a:extLst>
                </p14:cNvPr>
                <p14:cNvContentPartPr/>
                <p14:nvPr/>
              </p14:nvContentPartPr>
              <p14:xfrm>
                <a:off x="2546744" y="2185146"/>
                <a:ext cx="1342800" cy="228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80206B1-2C19-7004-3E59-DA356664600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29104" y="2167146"/>
                  <a:ext cx="13784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C2F797B-B0E5-0FBE-DC6C-43318DCED067}"/>
                    </a:ext>
                  </a:extLst>
                </p14:cNvPr>
                <p14:cNvContentPartPr/>
                <p14:nvPr/>
              </p14:nvContentPartPr>
              <p14:xfrm>
                <a:off x="3918704" y="2200626"/>
                <a:ext cx="36720" cy="186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C2F797B-B0E5-0FBE-DC6C-43318DCED06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900704" y="2182626"/>
                  <a:ext cx="7236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1A4B676-3859-BB1F-C0CF-6FE0B861FD16}"/>
                  </a:ext>
                </a:extLst>
              </p14:cNvPr>
              <p14:cNvContentPartPr/>
              <p14:nvPr/>
            </p14:nvContentPartPr>
            <p14:xfrm>
              <a:off x="2577344" y="2240226"/>
              <a:ext cx="1343520" cy="183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1A4B676-3859-BB1F-C0CF-6FE0B861FD1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514704" y="2177226"/>
                <a:ext cx="14691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A785E2D-96EF-BF08-D7BA-FE3ED42707FD}"/>
                  </a:ext>
                </a:extLst>
              </p14:cNvPr>
              <p14:cNvContentPartPr/>
              <p14:nvPr/>
            </p14:nvContentPartPr>
            <p14:xfrm>
              <a:off x="8315384" y="2189466"/>
              <a:ext cx="1792800" cy="190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A785E2D-96EF-BF08-D7BA-FE3ED42707F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252744" y="2126826"/>
                <a:ext cx="1918440" cy="31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EA8B3AE-197B-B9EE-2386-A3B0FFC0D150}"/>
              </a:ext>
            </a:extLst>
          </p:cNvPr>
          <p:cNvGrpSpPr/>
          <p:nvPr/>
        </p:nvGrpSpPr>
        <p:grpSpPr>
          <a:xfrm>
            <a:off x="4271864" y="1739106"/>
            <a:ext cx="1529640" cy="529200"/>
            <a:chOff x="4271864" y="1739106"/>
            <a:chExt cx="152964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01F2D8D-63D0-76AC-91EE-7A75500202C7}"/>
                    </a:ext>
                  </a:extLst>
                </p14:cNvPr>
                <p14:cNvContentPartPr/>
                <p14:nvPr/>
              </p14:nvContentPartPr>
              <p14:xfrm>
                <a:off x="4271864" y="1991466"/>
                <a:ext cx="548280" cy="189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01F2D8D-63D0-76AC-91EE-7A75500202C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53864" y="1973466"/>
                  <a:ext cx="583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7151183-41E3-2F2F-BE2E-5C85AAD3ACE5}"/>
                    </a:ext>
                  </a:extLst>
                </p14:cNvPr>
                <p14:cNvContentPartPr/>
                <p14:nvPr/>
              </p14:nvContentPartPr>
              <p14:xfrm>
                <a:off x="4334144" y="2074266"/>
                <a:ext cx="96480" cy="19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7151183-41E3-2F2F-BE2E-5C85AAD3ACE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16144" y="2056626"/>
                  <a:ext cx="132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51AF48C-103A-AA53-1E41-90F366E419B7}"/>
                    </a:ext>
                  </a:extLst>
                </p14:cNvPr>
                <p14:cNvContentPartPr/>
                <p14:nvPr/>
              </p14:nvContentPartPr>
              <p14:xfrm>
                <a:off x="4905104" y="1968066"/>
                <a:ext cx="166680" cy="108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51AF48C-103A-AA53-1E41-90F366E419B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87464" y="1950426"/>
                  <a:ext cx="202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1C20170-B9FA-1043-58BA-D4C9BDAB640B}"/>
                    </a:ext>
                  </a:extLst>
                </p14:cNvPr>
                <p14:cNvContentPartPr/>
                <p14:nvPr/>
              </p14:nvContentPartPr>
              <p14:xfrm>
                <a:off x="5080784" y="1948266"/>
                <a:ext cx="137880" cy="73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1C20170-B9FA-1043-58BA-D4C9BDAB640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62784" y="1930626"/>
                  <a:ext cx="173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980C101-B63E-AE30-87B7-97A8CC6222A1}"/>
                    </a:ext>
                  </a:extLst>
                </p14:cNvPr>
                <p14:cNvContentPartPr/>
                <p14:nvPr/>
              </p14:nvContentPartPr>
              <p14:xfrm>
                <a:off x="5181944" y="1935666"/>
                <a:ext cx="57960" cy="126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980C101-B63E-AE30-87B7-97A8CC6222A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164304" y="1918026"/>
                  <a:ext cx="93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278DD23-C834-0361-85CE-BF9EC4F0189B}"/>
                    </a:ext>
                  </a:extLst>
                </p14:cNvPr>
                <p14:cNvContentPartPr/>
                <p14:nvPr/>
              </p14:nvContentPartPr>
              <p14:xfrm>
                <a:off x="5301104" y="1921986"/>
                <a:ext cx="69120" cy="112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278DD23-C834-0361-85CE-BF9EC4F0189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283104" y="1904346"/>
                  <a:ext cx="104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26DBD0-E92D-7D3D-3A5B-EEDB27C58EE8}"/>
                    </a:ext>
                  </a:extLst>
                </p14:cNvPr>
                <p14:cNvContentPartPr/>
                <p14:nvPr/>
              </p14:nvContentPartPr>
              <p14:xfrm>
                <a:off x="5342864" y="1819746"/>
                <a:ext cx="34200" cy="45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26DBD0-E92D-7D3D-3A5B-EEDB27C58EE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25224" y="1802106"/>
                  <a:ext cx="69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E44E447-E18F-2920-E134-D25D6C4A3D82}"/>
                    </a:ext>
                  </a:extLst>
                </p14:cNvPr>
                <p14:cNvContentPartPr/>
                <p14:nvPr/>
              </p14:nvContentPartPr>
              <p14:xfrm>
                <a:off x="5453384" y="1739106"/>
                <a:ext cx="168480" cy="232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E44E447-E18F-2920-E134-D25D6C4A3D8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35744" y="1721106"/>
                  <a:ext cx="2041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F1CD457-D6D2-A9E7-BAF4-0B1C2EDD930B}"/>
                    </a:ext>
                  </a:extLst>
                </p14:cNvPr>
                <p14:cNvContentPartPr/>
                <p14:nvPr/>
              </p14:nvContentPartPr>
              <p14:xfrm>
                <a:off x="5719784" y="1799586"/>
                <a:ext cx="81720" cy="158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F1CD457-D6D2-A9E7-BAF4-0B1C2EDD930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02144" y="1781586"/>
                  <a:ext cx="11736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53C7509-E038-92CA-1B80-DFD6F77ADFE8}"/>
              </a:ext>
            </a:extLst>
          </p:cNvPr>
          <p:cNvGrpSpPr/>
          <p:nvPr/>
        </p:nvGrpSpPr>
        <p:grpSpPr>
          <a:xfrm>
            <a:off x="10440464" y="1771506"/>
            <a:ext cx="1419840" cy="345240"/>
            <a:chOff x="10440464" y="1771506"/>
            <a:chExt cx="141984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329D1C1-54F0-B5DE-C5D8-18CC57BA369C}"/>
                    </a:ext>
                  </a:extLst>
                </p14:cNvPr>
                <p14:cNvContentPartPr/>
                <p14:nvPr/>
              </p14:nvContentPartPr>
              <p14:xfrm>
                <a:off x="10440464" y="1941426"/>
                <a:ext cx="484920" cy="148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329D1C1-54F0-B5DE-C5D8-18CC57BA369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22824" y="1923786"/>
                  <a:ext cx="520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7424E76-1DEE-578B-A920-ABA7E4915DF1}"/>
                    </a:ext>
                  </a:extLst>
                </p14:cNvPr>
                <p14:cNvContentPartPr/>
                <p14:nvPr/>
              </p14:nvContentPartPr>
              <p14:xfrm>
                <a:off x="10454504" y="1988946"/>
                <a:ext cx="59400" cy="127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7424E76-1DEE-578B-A920-ABA7E4915DF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36504" y="1971306"/>
                  <a:ext cx="95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D8193EC-D3BA-034A-6004-D145F928C6CF}"/>
                    </a:ext>
                  </a:extLst>
                </p14:cNvPr>
                <p14:cNvContentPartPr/>
                <p14:nvPr/>
              </p14:nvContentPartPr>
              <p14:xfrm>
                <a:off x="11036624" y="1910826"/>
                <a:ext cx="155160" cy="126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D8193EC-D3BA-034A-6004-D145F928C6C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018624" y="1892826"/>
                  <a:ext cx="190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908D68-B60D-00E5-3B9F-485CDE947339}"/>
                    </a:ext>
                  </a:extLst>
                </p14:cNvPr>
                <p14:cNvContentPartPr/>
                <p14:nvPr/>
              </p14:nvContentPartPr>
              <p14:xfrm>
                <a:off x="11254784" y="1897506"/>
                <a:ext cx="151560" cy="84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908D68-B60D-00E5-3B9F-485CDE94733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237144" y="1879506"/>
                  <a:ext cx="187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BA05694-7F38-A8AD-763C-BFD602CF1250}"/>
                    </a:ext>
                  </a:extLst>
                </p14:cNvPr>
                <p14:cNvContentPartPr/>
                <p14:nvPr/>
              </p14:nvContentPartPr>
              <p14:xfrm>
                <a:off x="11289704" y="1898226"/>
                <a:ext cx="83520" cy="124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BA05694-7F38-A8AD-763C-BFD602CF125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71704" y="1880586"/>
                  <a:ext cx="119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14E57F3-347A-249F-6436-A24F4CFF21D7}"/>
                    </a:ext>
                  </a:extLst>
                </p14:cNvPr>
                <p14:cNvContentPartPr/>
                <p14:nvPr/>
              </p14:nvContentPartPr>
              <p14:xfrm>
                <a:off x="11428304" y="1918746"/>
                <a:ext cx="35640" cy="59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14E57F3-347A-249F-6436-A24F4CFF21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410664" y="1900746"/>
                  <a:ext cx="71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603A49F-8C0A-D309-BA61-0FA4B1DB030D}"/>
                    </a:ext>
                  </a:extLst>
                </p14:cNvPr>
                <p14:cNvContentPartPr/>
                <p14:nvPr/>
              </p14:nvContentPartPr>
              <p14:xfrm>
                <a:off x="11449184" y="1839906"/>
                <a:ext cx="23040" cy="25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603A49F-8C0A-D309-BA61-0FA4B1DB030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431184" y="1822266"/>
                  <a:ext cx="58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B0C9CD7-E484-A177-CC2F-C656158CE9DD}"/>
                    </a:ext>
                  </a:extLst>
                </p14:cNvPr>
                <p14:cNvContentPartPr/>
                <p14:nvPr/>
              </p14:nvContentPartPr>
              <p14:xfrm>
                <a:off x="11525864" y="1771506"/>
                <a:ext cx="119880" cy="194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B0C9CD7-E484-A177-CC2F-C656158CE9D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507864" y="1753866"/>
                  <a:ext cx="1555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1E2CD0D-4AED-72BA-2256-8AFBEC71B043}"/>
                    </a:ext>
                  </a:extLst>
                </p14:cNvPr>
                <p14:cNvContentPartPr/>
                <p14:nvPr/>
              </p14:nvContentPartPr>
              <p14:xfrm>
                <a:off x="11751224" y="1844586"/>
                <a:ext cx="109080" cy="129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1E2CD0D-4AED-72BA-2256-8AFBEC71B04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733224" y="1826586"/>
                  <a:ext cx="14472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0F3EF92-8F44-E403-46F7-5DA7D6082CF3}"/>
                  </a:ext>
                </a:extLst>
              </p14:cNvPr>
              <p14:cNvContentPartPr/>
              <p14:nvPr/>
            </p14:nvContentPartPr>
            <p14:xfrm>
              <a:off x="2567624" y="1542186"/>
              <a:ext cx="1408320" cy="7772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0F3EF92-8F44-E403-46F7-5DA7D6082CF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549624" y="1524546"/>
                <a:ext cx="1443960" cy="81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1310BED-AE5D-3253-4371-CD50D92B7CD2}"/>
              </a:ext>
            </a:extLst>
          </p:cNvPr>
          <p:cNvGrpSpPr/>
          <p:nvPr/>
        </p:nvGrpSpPr>
        <p:grpSpPr>
          <a:xfrm>
            <a:off x="2945984" y="1736946"/>
            <a:ext cx="665640" cy="294480"/>
            <a:chOff x="2945984" y="1736946"/>
            <a:chExt cx="66564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1CFFA81-2EB9-F88D-5B86-3AFDA932AB77}"/>
                    </a:ext>
                  </a:extLst>
                </p14:cNvPr>
                <p14:cNvContentPartPr/>
                <p14:nvPr/>
              </p14:nvContentPartPr>
              <p14:xfrm>
                <a:off x="2945984" y="1844946"/>
                <a:ext cx="249840" cy="186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1CFFA81-2EB9-F88D-5B86-3AFDA932AB7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28344" y="1826946"/>
                  <a:ext cx="285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DB92926-E632-04D1-5268-CC76D2C62163}"/>
                    </a:ext>
                  </a:extLst>
                </p14:cNvPr>
                <p14:cNvContentPartPr/>
                <p14:nvPr/>
              </p14:nvContentPartPr>
              <p14:xfrm>
                <a:off x="3264584" y="1847466"/>
                <a:ext cx="112320" cy="104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DB92926-E632-04D1-5268-CC76D2C6216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246584" y="1829466"/>
                  <a:ext cx="147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B5CAD76-9445-2022-98A3-DD36647BB7E7}"/>
                    </a:ext>
                  </a:extLst>
                </p14:cNvPr>
                <p14:cNvContentPartPr/>
                <p14:nvPr/>
              </p14:nvContentPartPr>
              <p14:xfrm>
                <a:off x="3414344" y="1736946"/>
                <a:ext cx="68040" cy="159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B5CAD76-9445-2022-98A3-DD36647BB7E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96704" y="1718946"/>
                  <a:ext cx="103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08DBE5C-D06A-CCE8-5BF3-6245062C8675}"/>
                    </a:ext>
                  </a:extLst>
                </p14:cNvPr>
                <p14:cNvContentPartPr/>
                <p14:nvPr/>
              </p14:nvContentPartPr>
              <p14:xfrm>
                <a:off x="3377984" y="1834506"/>
                <a:ext cx="104400" cy="79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08DBE5C-D06A-CCE8-5BF3-6245062C867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59984" y="1816506"/>
                  <a:ext cx="140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3BDB879-F240-7388-4C8D-42B29A06C576}"/>
                    </a:ext>
                  </a:extLst>
                </p14:cNvPr>
                <p14:cNvContentPartPr/>
                <p14:nvPr/>
              </p14:nvContentPartPr>
              <p14:xfrm>
                <a:off x="3513344" y="1788426"/>
                <a:ext cx="98280" cy="126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3BDB879-F240-7388-4C8D-42B29A06C57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95704" y="1770786"/>
                  <a:ext cx="13392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603E7E4-49B2-C2DC-99F1-12E296B436B0}"/>
              </a:ext>
            </a:extLst>
          </p:cNvPr>
          <p:cNvGrpSpPr/>
          <p:nvPr/>
        </p:nvGrpSpPr>
        <p:grpSpPr>
          <a:xfrm>
            <a:off x="8326904" y="1497186"/>
            <a:ext cx="1841400" cy="766080"/>
            <a:chOff x="8326904" y="1497186"/>
            <a:chExt cx="1841400" cy="76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CF35A0F-E922-7655-D4C9-5C17462D8D81}"/>
                    </a:ext>
                  </a:extLst>
                </p14:cNvPr>
                <p14:cNvContentPartPr/>
                <p14:nvPr/>
              </p14:nvContentPartPr>
              <p14:xfrm>
                <a:off x="8358224" y="1758186"/>
                <a:ext cx="18000" cy="505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CF35A0F-E922-7655-D4C9-5C17462D8D8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340584" y="1740546"/>
                  <a:ext cx="5364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2DC44EE-9BA3-FEA0-3787-A29AAF54F657}"/>
                    </a:ext>
                  </a:extLst>
                </p14:cNvPr>
                <p14:cNvContentPartPr/>
                <p14:nvPr/>
              </p14:nvContentPartPr>
              <p14:xfrm>
                <a:off x="8326904" y="1497186"/>
                <a:ext cx="1841400" cy="323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2DC44EE-9BA3-FEA0-3787-A29AAF54F65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08904" y="1479546"/>
                  <a:ext cx="18770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9726F01-235E-849C-6F6F-B6A2AB9CD897}"/>
                    </a:ext>
                  </a:extLst>
                </p14:cNvPr>
                <p14:cNvContentPartPr/>
                <p14:nvPr/>
              </p14:nvContentPartPr>
              <p14:xfrm>
                <a:off x="10046624" y="1563426"/>
                <a:ext cx="76320" cy="617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9726F01-235E-849C-6F6F-B6A2AB9CD89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028624" y="1545786"/>
                  <a:ext cx="11196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4DDA30D-C890-98CA-3AD9-8E226FC5DA26}"/>
                    </a:ext>
                  </a:extLst>
                </p14:cNvPr>
                <p14:cNvContentPartPr/>
                <p14:nvPr/>
              </p14:nvContentPartPr>
              <p14:xfrm>
                <a:off x="8721464" y="1716786"/>
                <a:ext cx="221760" cy="249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4DDA30D-C890-98CA-3AD9-8E226FC5DA2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03824" y="1698786"/>
                  <a:ext cx="2574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11B97DA-10C8-D89A-D449-77475EFA48A3}"/>
                    </a:ext>
                  </a:extLst>
                </p14:cNvPr>
                <p14:cNvContentPartPr/>
                <p14:nvPr/>
              </p14:nvContentPartPr>
              <p14:xfrm>
                <a:off x="9002624" y="1848546"/>
                <a:ext cx="182880" cy="70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11B97DA-10C8-D89A-D449-77475EFA48A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84984" y="1830546"/>
                  <a:ext cx="218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0719F12-46F4-9743-7526-BBBE7D3E49B1}"/>
                    </a:ext>
                  </a:extLst>
                </p14:cNvPr>
                <p14:cNvContentPartPr/>
                <p14:nvPr/>
              </p14:nvContentPartPr>
              <p14:xfrm>
                <a:off x="9238424" y="1702746"/>
                <a:ext cx="83880" cy="176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0719F12-46F4-9743-7526-BBBE7D3E49B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220424" y="1684746"/>
                  <a:ext cx="1195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A0AC754-6E47-231A-0B5C-525E2A5A3198}"/>
                    </a:ext>
                  </a:extLst>
                </p14:cNvPr>
                <p14:cNvContentPartPr/>
                <p14:nvPr/>
              </p14:nvContentPartPr>
              <p14:xfrm>
                <a:off x="9231224" y="1797786"/>
                <a:ext cx="93600" cy="61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A0AC754-6E47-231A-0B5C-525E2A5A319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213224" y="1780146"/>
                  <a:ext cx="129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8E9945A-D506-9A9E-1FF4-20EDF4FC7857}"/>
                    </a:ext>
                  </a:extLst>
                </p14:cNvPr>
                <p14:cNvContentPartPr/>
                <p14:nvPr/>
              </p14:nvContentPartPr>
              <p14:xfrm>
                <a:off x="9430304" y="1736946"/>
                <a:ext cx="148320" cy="140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8E9945A-D506-9A9E-1FF4-20EDF4FC785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12304" y="1719306"/>
                  <a:ext cx="18396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5D959F3-DF41-AF8D-0F82-D2A279F9866F}"/>
              </a:ext>
            </a:extLst>
          </p:cNvPr>
          <p:cNvGrpSpPr/>
          <p:nvPr/>
        </p:nvGrpSpPr>
        <p:grpSpPr>
          <a:xfrm>
            <a:off x="2981624" y="130695"/>
            <a:ext cx="2479320" cy="1112040"/>
            <a:chOff x="2981624" y="130695"/>
            <a:chExt cx="2479320" cy="11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2FC271C-52F9-C0A1-9C37-EDC3E55DED61}"/>
                    </a:ext>
                  </a:extLst>
                </p14:cNvPr>
                <p14:cNvContentPartPr/>
                <p14:nvPr/>
              </p14:nvContentPartPr>
              <p14:xfrm>
                <a:off x="2981624" y="907506"/>
                <a:ext cx="320400" cy="96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2FC271C-52F9-C0A1-9C37-EDC3E55DED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63984" y="889506"/>
                  <a:ext cx="356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D8FDF70-A6AE-18F2-FAD2-70C4B65193B5}"/>
                    </a:ext>
                  </a:extLst>
                </p14:cNvPr>
                <p14:cNvContentPartPr/>
                <p14:nvPr/>
              </p14:nvContentPartPr>
              <p14:xfrm>
                <a:off x="3463664" y="520506"/>
                <a:ext cx="322560" cy="561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D8FDF70-A6AE-18F2-FAD2-70C4B65193B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446024" y="502866"/>
                  <a:ext cx="35820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2BC8147-E3CA-1378-E85B-6EDC00294C92}"/>
                    </a:ext>
                  </a:extLst>
                </p14:cNvPr>
                <p14:cNvContentPartPr/>
                <p14:nvPr/>
              </p14:nvContentPartPr>
              <p14:xfrm>
                <a:off x="3749504" y="708066"/>
                <a:ext cx="109080" cy="291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2BC8147-E3CA-1378-E85B-6EDC00294C9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31864" y="690426"/>
                  <a:ext cx="1447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27E08E6-35AB-6944-B348-8AF6679A56FD}"/>
                    </a:ext>
                  </a:extLst>
                </p14:cNvPr>
                <p14:cNvContentPartPr/>
                <p14:nvPr/>
              </p14:nvContentPartPr>
              <p14:xfrm>
                <a:off x="3804944" y="598266"/>
                <a:ext cx="169920" cy="1879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27E08E6-35AB-6944-B348-8AF6679A56F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87304" y="580266"/>
                  <a:ext cx="205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C41FEDE-39A8-0DF3-7F21-23CE96453280}"/>
                    </a:ext>
                  </a:extLst>
                </p14:cNvPr>
                <p14:cNvContentPartPr/>
                <p14:nvPr/>
              </p14:nvContentPartPr>
              <p14:xfrm>
                <a:off x="4067024" y="633186"/>
                <a:ext cx="116280" cy="135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C41FEDE-39A8-0DF3-7F21-23CE9645328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049384" y="615186"/>
                  <a:ext cx="151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02D3C2B-D075-4501-8B4F-861DAAE310AB}"/>
                    </a:ext>
                  </a:extLst>
                </p14:cNvPr>
                <p14:cNvContentPartPr/>
                <p14:nvPr/>
              </p14:nvContentPartPr>
              <p14:xfrm>
                <a:off x="4232624" y="596826"/>
                <a:ext cx="114840" cy="172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02D3C2B-D075-4501-8B4F-861DAAE310A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14624" y="579186"/>
                  <a:ext cx="150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8A1BFB3-A016-4BA8-F4B6-9E40EB43227C}"/>
                    </a:ext>
                  </a:extLst>
                </p14:cNvPr>
                <p14:cNvContentPartPr/>
                <p14:nvPr/>
              </p14:nvContentPartPr>
              <p14:xfrm>
                <a:off x="4412984" y="578466"/>
                <a:ext cx="146880" cy="162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8A1BFB3-A016-4BA8-F4B6-9E40EB43227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94984" y="560826"/>
                  <a:ext cx="1825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C348F1-4590-50C7-1E60-1EEAE4C081FD}"/>
                    </a:ext>
                  </a:extLst>
                </p14:cNvPr>
                <p14:cNvContentPartPr/>
                <p14:nvPr/>
              </p14:nvContentPartPr>
              <p14:xfrm>
                <a:off x="4608464" y="451746"/>
                <a:ext cx="88200" cy="160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C348F1-4590-50C7-1E60-1EEAE4C081F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590824" y="433746"/>
                  <a:ext cx="123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DD299E7-7468-2CF7-2653-36F1184EF2E9}"/>
                    </a:ext>
                  </a:extLst>
                </p14:cNvPr>
                <p14:cNvContentPartPr/>
                <p14:nvPr/>
              </p14:nvContentPartPr>
              <p14:xfrm>
                <a:off x="4769024" y="353826"/>
                <a:ext cx="16560" cy="37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DD299E7-7468-2CF7-2653-36F1184EF2E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751384" y="336186"/>
                  <a:ext cx="52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78095E9-FB32-74F9-9EF7-5023AE9F16F7}"/>
                    </a:ext>
                  </a:extLst>
                </p14:cNvPr>
                <p14:cNvContentPartPr/>
                <p14:nvPr/>
              </p14:nvContentPartPr>
              <p14:xfrm>
                <a:off x="4609184" y="537855"/>
                <a:ext cx="94680" cy="43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78095E9-FB32-74F9-9EF7-5023AE9F16F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91544" y="519855"/>
                  <a:ext cx="130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F1C188B-C4A1-230E-6CCB-5D516275A5DB}"/>
                    </a:ext>
                  </a:extLst>
                </p14:cNvPr>
                <p14:cNvContentPartPr/>
                <p14:nvPr/>
              </p14:nvContentPartPr>
              <p14:xfrm>
                <a:off x="4889984" y="470535"/>
                <a:ext cx="2520" cy="1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F1C188B-C4A1-230E-6CCB-5D516275A5D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871984" y="452535"/>
                  <a:ext cx="38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AD015EA-AA9E-DAA4-9CE1-265A4BC4320F}"/>
                    </a:ext>
                  </a:extLst>
                </p14:cNvPr>
                <p14:cNvContentPartPr/>
                <p14:nvPr/>
              </p14:nvContentPartPr>
              <p14:xfrm>
                <a:off x="4861544" y="484935"/>
                <a:ext cx="32040" cy="83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AD015EA-AA9E-DAA4-9CE1-265A4BC4320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843904" y="466935"/>
                  <a:ext cx="67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448A51C-BC2F-BBB9-89AB-18C19E5258FD}"/>
                    </a:ext>
                  </a:extLst>
                </p14:cNvPr>
                <p14:cNvContentPartPr/>
                <p14:nvPr/>
              </p14:nvContentPartPr>
              <p14:xfrm>
                <a:off x="4945784" y="399975"/>
                <a:ext cx="108720" cy="120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448A51C-BC2F-BBB9-89AB-18C19E5258F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928144" y="382335"/>
                  <a:ext cx="144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0655C17-826B-F22E-9C22-C758C5156C99}"/>
                    </a:ext>
                  </a:extLst>
                </p14:cNvPr>
                <p14:cNvContentPartPr/>
                <p14:nvPr/>
              </p14:nvContentPartPr>
              <p14:xfrm>
                <a:off x="5153504" y="368295"/>
                <a:ext cx="68040" cy="53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0655C17-826B-F22E-9C22-C758C5156C9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35864" y="350655"/>
                  <a:ext cx="103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6CE9B8D-77B7-D95D-7B31-0D54A95473E2}"/>
                    </a:ext>
                  </a:extLst>
                </p14:cNvPr>
                <p14:cNvContentPartPr/>
                <p14:nvPr/>
              </p14:nvContentPartPr>
              <p14:xfrm>
                <a:off x="5277344" y="130695"/>
                <a:ext cx="150840" cy="318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6CE9B8D-77B7-D95D-7B31-0D54A95473E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59344" y="112695"/>
                  <a:ext cx="1864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C7714AD-8587-ADAE-8620-7BF979C5399B}"/>
                    </a:ext>
                  </a:extLst>
                </p14:cNvPr>
                <p14:cNvContentPartPr/>
                <p14:nvPr/>
              </p14:nvContentPartPr>
              <p14:xfrm>
                <a:off x="4500104" y="921975"/>
                <a:ext cx="125640" cy="238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C7714AD-8587-ADAE-8620-7BF979C5399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82464" y="904335"/>
                  <a:ext cx="1612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8E50710-7F62-8A1E-7D13-D6F5764F8096}"/>
                    </a:ext>
                  </a:extLst>
                </p14:cNvPr>
                <p14:cNvContentPartPr/>
                <p14:nvPr/>
              </p14:nvContentPartPr>
              <p14:xfrm>
                <a:off x="4528904" y="1020255"/>
                <a:ext cx="81000" cy="55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8E50710-7F62-8A1E-7D13-D6F5764F809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10904" y="1002255"/>
                  <a:ext cx="116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F35D819-DD72-E5C4-1CDF-AAC84196481B}"/>
                    </a:ext>
                  </a:extLst>
                </p14:cNvPr>
                <p14:cNvContentPartPr/>
                <p14:nvPr/>
              </p14:nvContentPartPr>
              <p14:xfrm>
                <a:off x="4705664" y="915135"/>
                <a:ext cx="160920" cy="129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F35D819-DD72-E5C4-1CDF-AAC84196481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87664" y="897135"/>
                  <a:ext cx="196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7D073BA-11F7-DC2B-BF3E-F9F0C17F9890}"/>
                    </a:ext>
                  </a:extLst>
                </p14:cNvPr>
                <p14:cNvContentPartPr/>
                <p14:nvPr/>
              </p14:nvContentPartPr>
              <p14:xfrm>
                <a:off x="4940024" y="778335"/>
                <a:ext cx="73800" cy="145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7D073BA-11F7-DC2B-BF3E-F9F0C17F989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922024" y="760695"/>
                  <a:ext cx="109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9B17E77-B0E6-9A17-5B1D-E5FDE43F8EAA}"/>
                    </a:ext>
                  </a:extLst>
                </p14:cNvPr>
                <p14:cNvContentPartPr/>
                <p14:nvPr/>
              </p14:nvContentPartPr>
              <p14:xfrm>
                <a:off x="5109944" y="750975"/>
                <a:ext cx="144000" cy="88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9B17E77-B0E6-9A17-5B1D-E5FDE43F8EA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091944" y="732975"/>
                  <a:ext cx="179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81FE0A9-E46C-270E-B3CC-63FB178900E0}"/>
                    </a:ext>
                  </a:extLst>
                </p14:cNvPr>
                <p14:cNvContentPartPr/>
                <p14:nvPr/>
              </p14:nvContentPartPr>
              <p14:xfrm>
                <a:off x="5116064" y="1076415"/>
                <a:ext cx="137880" cy="166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81FE0A9-E46C-270E-B3CC-63FB178900E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098064" y="1058415"/>
                  <a:ext cx="173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34A7435-A6F8-25EA-5B82-419FD1ED4891}"/>
                    </a:ext>
                  </a:extLst>
                </p14:cNvPr>
                <p14:cNvContentPartPr/>
                <p14:nvPr/>
              </p14:nvContentPartPr>
              <p14:xfrm>
                <a:off x="5341064" y="939975"/>
                <a:ext cx="119880" cy="201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34A7435-A6F8-25EA-5B82-419FD1ED489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23424" y="921975"/>
                  <a:ext cx="1555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5E61C11-5284-F744-79DE-EDE19EAA238F}"/>
              </a:ext>
            </a:extLst>
          </p:cNvPr>
          <p:cNvGrpSpPr/>
          <p:nvPr/>
        </p:nvGrpSpPr>
        <p:grpSpPr>
          <a:xfrm>
            <a:off x="8584304" y="75255"/>
            <a:ext cx="2102040" cy="891720"/>
            <a:chOff x="8584304" y="75255"/>
            <a:chExt cx="2102040" cy="89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00490EF-171A-ACD0-0252-1197A05FD2B0}"/>
                    </a:ext>
                  </a:extLst>
                </p14:cNvPr>
                <p14:cNvContentPartPr/>
                <p14:nvPr/>
              </p14:nvContentPartPr>
              <p14:xfrm>
                <a:off x="8584304" y="555855"/>
                <a:ext cx="312120" cy="117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00490EF-171A-ACD0-0252-1197A05FD2B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566304" y="537855"/>
                  <a:ext cx="347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8AE1582-7791-AEE6-4D04-6B206A12591B}"/>
                    </a:ext>
                  </a:extLst>
                </p14:cNvPr>
                <p14:cNvContentPartPr/>
                <p14:nvPr/>
              </p14:nvContentPartPr>
              <p14:xfrm>
                <a:off x="8694824" y="483495"/>
                <a:ext cx="96480" cy="256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8AE1582-7791-AEE6-4D04-6B206A12591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676824" y="465855"/>
                  <a:ext cx="1321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6C6F094-562F-D066-84C0-519CCA3D11E9}"/>
                    </a:ext>
                  </a:extLst>
                </p14:cNvPr>
                <p14:cNvContentPartPr/>
                <p14:nvPr/>
              </p14:nvContentPartPr>
              <p14:xfrm>
                <a:off x="9026744" y="253455"/>
                <a:ext cx="300960" cy="501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6C6F094-562F-D066-84C0-519CCA3D11E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008744" y="235455"/>
                  <a:ext cx="33660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81B8B39-0D5A-1395-DDF7-A990D6B9348A}"/>
                    </a:ext>
                  </a:extLst>
                </p14:cNvPr>
                <p14:cNvContentPartPr/>
                <p14:nvPr/>
              </p14:nvContentPartPr>
              <p14:xfrm>
                <a:off x="9292424" y="406095"/>
                <a:ext cx="116280" cy="223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81B8B39-0D5A-1395-DDF7-A990D6B9348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274784" y="388455"/>
                  <a:ext cx="151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165556E-35C6-0858-9B81-18760BA8CDE9}"/>
                    </a:ext>
                  </a:extLst>
                </p14:cNvPr>
                <p14:cNvContentPartPr/>
                <p14:nvPr/>
              </p14:nvContentPartPr>
              <p14:xfrm>
                <a:off x="9325904" y="311775"/>
                <a:ext cx="99360" cy="165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165556E-35C6-0858-9B81-18760BA8CDE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307904" y="293775"/>
                  <a:ext cx="135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AAB7257-F65C-B0D8-2BAA-82688DDBC570}"/>
                    </a:ext>
                  </a:extLst>
                </p14:cNvPr>
                <p14:cNvContentPartPr/>
                <p14:nvPr/>
              </p14:nvContentPartPr>
              <p14:xfrm>
                <a:off x="9517064" y="394575"/>
                <a:ext cx="100080" cy="133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AAB7257-F65C-B0D8-2BAA-82688DDBC57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99064" y="376935"/>
                  <a:ext cx="135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264D034-2F49-201F-288A-A76D9FAABE91}"/>
                    </a:ext>
                  </a:extLst>
                </p14:cNvPr>
                <p14:cNvContentPartPr/>
                <p14:nvPr/>
              </p14:nvContentPartPr>
              <p14:xfrm>
                <a:off x="9671504" y="347055"/>
                <a:ext cx="89640" cy="150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264D034-2F49-201F-288A-A76D9FAABE9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653864" y="329415"/>
                  <a:ext cx="125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865D208-664C-B661-68F5-5461C8B97215}"/>
                    </a:ext>
                  </a:extLst>
                </p14:cNvPr>
                <p14:cNvContentPartPr/>
                <p14:nvPr/>
              </p14:nvContentPartPr>
              <p14:xfrm>
                <a:off x="9829904" y="376215"/>
                <a:ext cx="48960" cy="89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865D208-664C-B661-68F5-5461C8B9721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812264" y="358575"/>
                  <a:ext cx="84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F1E962E-A65B-2F67-9EC7-46FB32C281E8}"/>
                    </a:ext>
                  </a:extLst>
                </p14:cNvPr>
                <p14:cNvContentPartPr/>
                <p14:nvPr/>
              </p14:nvContentPartPr>
              <p14:xfrm>
                <a:off x="9829184" y="292695"/>
                <a:ext cx="15120" cy="25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F1E962E-A65B-2F67-9EC7-46FB32C281E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811184" y="274695"/>
                  <a:ext cx="507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8138390-001E-6587-110D-C452869B5F01}"/>
                    </a:ext>
                  </a:extLst>
                </p14:cNvPr>
                <p14:cNvContentPartPr/>
                <p14:nvPr/>
              </p14:nvContentPartPr>
              <p14:xfrm>
                <a:off x="9933944" y="232215"/>
                <a:ext cx="61920" cy="182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8138390-001E-6587-110D-C452869B5F0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16304" y="214215"/>
                  <a:ext cx="97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D01B758-A91D-9393-E30D-216118621CB2}"/>
                    </a:ext>
                  </a:extLst>
                </p14:cNvPr>
                <p14:cNvContentPartPr/>
                <p14:nvPr/>
              </p14:nvContentPartPr>
              <p14:xfrm>
                <a:off x="9959504" y="335535"/>
                <a:ext cx="190080" cy="59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D01B758-A91D-9393-E30D-216118621CB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41864" y="317535"/>
                  <a:ext cx="2257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FDA9A0B-2156-4E0B-94C7-E5DB879D5E8D}"/>
                    </a:ext>
                  </a:extLst>
                </p14:cNvPr>
                <p14:cNvContentPartPr/>
                <p14:nvPr/>
              </p14:nvContentPartPr>
              <p14:xfrm>
                <a:off x="10086584" y="217095"/>
                <a:ext cx="19440" cy="35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FDA9A0B-2156-4E0B-94C7-E5DB879D5E8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68944" y="199455"/>
                  <a:ext cx="55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CF2009C-051A-481F-001F-7F0A20A9DE45}"/>
                    </a:ext>
                  </a:extLst>
                </p14:cNvPr>
                <p14:cNvContentPartPr/>
                <p14:nvPr/>
              </p14:nvContentPartPr>
              <p14:xfrm>
                <a:off x="10201424" y="221775"/>
                <a:ext cx="100800" cy="105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CF2009C-051A-481F-001F-7F0A20A9DE4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183784" y="204135"/>
                  <a:ext cx="136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6D07775-B712-5B78-B681-35CF396A5F00}"/>
                    </a:ext>
                  </a:extLst>
                </p14:cNvPr>
                <p14:cNvContentPartPr/>
                <p14:nvPr/>
              </p14:nvContentPartPr>
              <p14:xfrm>
                <a:off x="10348664" y="222135"/>
                <a:ext cx="46800" cy="709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6D07775-B712-5B78-B681-35CF396A5F0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330664" y="204495"/>
                  <a:ext cx="82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CFBA27C-45AA-D9B0-665F-8E724839295F}"/>
                    </a:ext>
                  </a:extLst>
                </p14:cNvPr>
                <p14:cNvContentPartPr/>
                <p14:nvPr/>
              </p14:nvContentPartPr>
              <p14:xfrm>
                <a:off x="10451624" y="75255"/>
                <a:ext cx="162720" cy="301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CFBA27C-45AA-D9B0-665F-8E724839295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433624" y="57615"/>
                  <a:ext cx="1983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801861D-C353-76F3-B6EC-9AAB99CBA0FD}"/>
                    </a:ext>
                  </a:extLst>
                </p14:cNvPr>
                <p14:cNvContentPartPr/>
                <p14:nvPr/>
              </p14:nvContentPartPr>
              <p14:xfrm>
                <a:off x="9747824" y="685815"/>
                <a:ext cx="100080" cy="189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801861D-C353-76F3-B6EC-9AAB99CBA0F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30184" y="667815"/>
                  <a:ext cx="135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A15E87C-55EE-EC08-1E0F-51A7F871067F}"/>
                    </a:ext>
                  </a:extLst>
                </p14:cNvPr>
                <p14:cNvContentPartPr/>
                <p14:nvPr/>
              </p14:nvContentPartPr>
              <p14:xfrm>
                <a:off x="9740264" y="710655"/>
                <a:ext cx="348480" cy="108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A15E87C-55EE-EC08-1E0F-51A7F871067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22624" y="693015"/>
                  <a:ext cx="384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C61DFFD-7778-15A5-8CD2-7E3767E8F2D8}"/>
                    </a:ext>
                  </a:extLst>
                </p14:cNvPr>
                <p14:cNvContentPartPr/>
                <p14:nvPr/>
              </p14:nvContentPartPr>
              <p14:xfrm>
                <a:off x="10162904" y="615615"/>
                <a:ext cx="68040" cy="98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C61DFFD-7778-15A5-8CD2-7E3767E8F2D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144904" y="597615"/>
                  <a:ext cx="103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5BE90A8-73D4-BDCB-5219-0D6AA6630CC5}"/>
                    </a:ext>
                  </a:extLst>
                </p14:cNvPr>
                <p14:cNvContentPartPr/>
                <p14:nvPr/>
              </p14:nvContentPartPr>
              <p14:xfrm>
                <a:off x="10301144" y="573495"/>
                <a:ext cx="162000" cy="77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5BE90A8-73D4-BDCB-5219-0D6AA6630CC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83144" y="555855"/>
                  <a:ext cx="197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3EA469B-9F0C-3B05-D68E-8C0E7B3C02F4}"/>
                    </a:ext>
                  </a:extLst>
                </p14:cNvPr>
                <p14:cNvContentPartPr/>
                <p14:nvPr/>
              </p14:nvContentPartPr>
              <p14:xfrm>
                <a:off x="10333544" y="853935"/>
                <a:ext cx="143640" cy="113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3EA469B-9F0C-3B05-D68E-8C0E7B3C02F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315544" y="835935"/>
                  <a:ext cx="179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234C7DD-D7AC-BA35-2093-73CD25F80EA6}"/>
                    </a:ext>
                  </a:extLst>
                </p14:cNvPr>
                <p14:cNvContentPartPr/>
                <p14:nvPr/>
              </p14:nvContentPartPr>
              <p14:xfrm>
                <a:off x="10520024" y="786975"/>
                <a:ext cx="166320" cy="115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234C7DD-D7AC-BA35-2093-73CD25F80E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02024" y="768975"/>
                  <a:ext cx="201960" cy="15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2694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3">
            <a:extLst>
              <a:ext uri="{FF2B5EF4-FFF2-40B4-BE49-F238E27FC236}">
                <a16:creationId xmlns:a16="http://schemas.microsoft.com/office/drawing/2014/main" id="{DC8AD9EB-4D16-F2D8-DB3F-E5A8846C2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38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Introduction to the MOSFET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674EDF4A-9065-C7BA-2217-E57281048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6" y="1585913"/>
            <a:ext cx="473075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3EC43C70-5ED6-9F50-A524-283C93951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1233489"/>
            <a:ext cx="184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079F5BF2-25BD-8CCC-5138-F7AA78DCB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219201"/>
            <a:ext cx="184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0E8791F0-FDAC-FA8B-C5CC-C59562522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1" y="2057401"/>
          <a:ext cx="6881813" cy="355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881456" imgH="3558848" progId="Paint.Picture">
                  <p:embed/>
                </p:oleObj>
              </mc:Choice>
              <mc:Fallback>
                <p:oleObj name="Bitmap Image" r:id="rId2" imgW="6881456" imgH="3558848" progId="Paint.Picture">
                  <p:embed/>
                  <p:pic>
                    <p:nvPicPr>
                      <p:cNvPr id="23559" name="Object 7">
                        <a:extLst>
                          <a:ext uri="{FF2B5EF4-FFF2-40B4-BE49-F238E27FC236}">
                            <a16:creationId xmlns:a16="http://schemas.microsoft.com/office/drawing/2014/main" id="{0E8791F0-FDAC-FA8B-C5CC-C59562522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057401"/>
                        <a:ext cx="6881813" cy="355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8">
            <a:extLst>
              <a:ext uri="{FF2B5EF4-FFF2-40B4-BE49-F238E27FC236}">
                <a16:creationId xmlns:a16="http://schemas.microsoft.com/office/drawing/2014/main" id="{D774AE73-944C-9541-8B9F-841DC6E2C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Basic MOSFET structure and IV characteristics</a:t>
            </a:r>
            <a:endParaRPr lang="en-US" altLang="en-US" sz="2400" i="1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A30ABB-5EFC-2EA8-3B1E-5E71BBB0B89F}"/>
              </a:ext>
            </a:extLst>
          </p:cNvPr>
          <p:cNvGrpSpPr/>
          <p:nvPr/>
        </p:nvGrpSpPr>
        <p:grpSpPr>
          <a:xfrm>
            <a:off x="10016744" y="1895346"/>
            <a:ext cx="1634040" cy="1974960"/>
            <a:chOff x="10016744" y="1895346"/>
            <a:chExt cx="1634040" cy="19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58A031-86BC-99C4-7523-E82C5927A41F}"/>
                    </a:ext>
                  </a:extLst>
                </p14:cNvPr>
                <p14:cNvContentPartPr/>
                <p14:nvPr/>
              </p14:nvContentPartPr>
              <p14:xfrm>
                <a:off x="10094144" y="2321946"/>
                <a:ext cx="84240" cy="1459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58A031-86BC-99C4-7523-E82C5927A4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76144" y="2303946"/>
                  <a:ext cx="119880" cy="14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133CC6D-58CB-A2AF-DF87-7ABF5399904A}"/>
                    </a:ext>
                  </a:extLst>
                </p14:cNvPr>
                <p14:cNvContentPartPr/>
                <p14:nvPr/>
              </p14:nvContentPartPr>
              <p14:xfrm>
                <a:off x="10082264" y="3727386"/>
                <a:ext cx="1563840" cy="55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133CC6D-58CB-A2AF-DF87-7ABF539990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64624" y="3709386"/>
                  <a:ext cx="15994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D8F8878-A0C0-2D69-030F-8F7E82B4CDE1}"/>
                    </a:ext>
                  </a:extLst>
                </p14:cNvPr>
                <p14:cNvContentPartPr/>
                <p14:nvPr/>
              </p14:nvContentPartPr>
              <p14:xfrm>
                <a:off x="11556104" y="3667986"/>
                <a:ext cx="94680" cy="202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D8F8878-A0C0-2D69-030F-8F7E82B4CD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38464" y="3649986"/>
                  <a:ext cx="130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AA5BD3-C7BE-5AF5-A376-C06051312195}"/>
                    </a:ext>
                  </a:extLst>
                </p14:cNvPr>
                <p14:cNvContentPartPr/>
                <p14:nvPr/>
              </p14:nvContentPartPr>
              <p14:xfrm>
                <a:off x="10102424" y="1955106"/>
                <a:ext cx="16560" cy="392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AA5BD3-C7BE-5AF5-A376-C060513121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84784" y="1937106"/>
                  <a:ext cx="522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06A4BB3-0552-49FF-F937-051E1F3F648E}"/>
                    </a:ext>
                  </a:extLst>
                </p14:cNvPr>
                <p14:cNvContentPartPr/>
                <p14:nvPr/>
              </p14:nvContentPartPr>
              <p14:xfrm>
                <a:off x="10016744" y="1895346"/>
                <a:ext cx="159840" cy="12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06A4BB3-0552-49FF-F937-051E1F3F648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99104" y="1877706"/>
                  <a:ext cx="1954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24CCA3-CD2F-A8EE-F50C-66A7D3A619B6}"/>
              </a:ext>
            </a:extLst>
          </p:cNvPr>
          <p:cNvGrpSpPr/>
          <p:nvPr/>
        </p:nvGrpSpPr>
        <p:grpSpPr>
          <a:xfrm>
            <a:off x="10584104" y="3980826"/>
            <a:ext cx="626040" cy="526680"/>
            <a:chOff x="10584104" y="3980826"/>
            <a:chExt cx="626040" cy="5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55B47BD-57C6-B949-5804-4E3B409DCB2D}"/>
                    </a:ext>
                  </a:extLst>
                </p14:cNvPr>
                <p14:cNvContentPartPr/>
                <p14:nvPr/>
              </p14:nvContentPartPr>
              <p14:xfrm>
                <a:off x="10584104" y="3980826"/>
                <a:ext cx="214920" cy="28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55B47BD-57C6-B949-5804-4E3B409DCB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66464" y="3963186"/>
                  <a:ext cx="250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685AC3F-8923-E689-7267-4DD514E68523}"/>
                    </a:ext>
                  </a:extLst>
                </p14:cNvPr>
                <p14:cNvContentPartPr/>
                <p14:nvPr/>
              </p14:nvContentPartPr>
              <p14:xfrm>
                <a:off x="10866704" y="4313826"/>
                <a:ext cx="47880" cy="193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685AC3F-8923-E689-7267-4DD514E685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49064" y="4296186"/>
                  <a:ext cx="835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D2C2BA9-B2FD-5859-00EA-315E74BE97D2}"/>
                    </a:ext>
                  </a:extLst>
                </p14:cNvPr>
                <p14:cNvContentPartPr/>
                <p14:nvPr/>
              </p14:nvContentPartPr>
              <p14:xfrm>
                <a:off x="10849784" y="4310586"/>
                <a:ext cx="18612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D2C2BA9-B2FD-5859-00EA-315E74BE97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32144" y="4292946"/>
                  <a:ext cx="221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2B70E6-A32E-0D0D-9530-5CE2BC2F549E}"/>
                    </a:ext>
                  </a:extLst>
                </p14:cNvPr>
                <p14:cNvContentPartPr/>
                <p14:nvPr/>
              </p14:nvContentPartPr>
              <p14:xfrm>
                <a:off x="11107544" y="4288266"/>
                <a:ext cx="102600" cy="180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2B70E6-A32E-0D0D-9530-5CE2BC2F54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089904" y="4270266"/>
                  <a:ext cx="13824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A9497B8-E434-6C10-51B0-1037B201463D}"/>
              </a:ext>
            </a:extLst>
          </p:cNvPr>
          <p:cNvGrpSpPr/>
          <p:nvPr/>
        </p:nvGrpSpPr>
        <p:grpSpPr>
          <a:xfrm>
            <a:off x="9449024" y="2703906"/>
            <a:ext cx="624960" cy="343800"/>
            <a:chOff x="9449024" y="2703906"/>
            <a:chExt cx="62496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6EB9543-8023-0D65-6240-36389146F36D}"/>
                    </a:ext>
                  </a:extLst>
                </p14:cNvPr>
                <p14:cNvContentPartPr/>
                <p14:nvPr/>
              </p14:nvContentPartPr>
              <p14:xfrm>
                <a:off x="9513824" y="2710026"/>
                <a:ext cx="141480" cy="31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6EB9543-8023-0D65-6240-36389146F36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96184" y="2692386"/>
                  <a:ext cx="1771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9007A05-604B-3450-4FA3-F329076AEF13}"/>
                    </a:ext>
                  </a:extLst>
                </p14:cNvPr>
                <p14:cNvContentPartPr/>
                <p14:nvPr/>
              </p14:nvContentPartPr>
              <p14:xfrm>
                <a:off x="9579344" y="2978226"/>
                <a:ext cx="90000" cy="24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9007A05-604B-3450-4FA3-F329076AEF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61344" y="2960226"/>
                  <a:ext cx="125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53E7A1-793D-1003-AC66-A06B3ED68285}"/>
                    </a:ext>
                  </a:extLst>
                </p14:cNvPr>
                <p14:cNvContentPartPr/>
                <p14:nvPr/>
              </p14:nvContentPartPr>
              <p14:xfrm>
                <a:off x="9755384" y="2892906"/>
                <a:ext cx="120960" cy="15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53E7A1-793D-1003-AC66-A06B3ED682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37384" y="2875266"/>
                  <a:ext cx="156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A8B03D-B398-FC4C-04A8-7BE3EB6FB2D0}"/>
                    </a:ext>
                  </a:extLst>
                </p14:cNvPr>
                <p14:cNvContentPartPr/>
                <p14:nvPr/>
              </p14:nvContentPartPr>
              <p14:xfrm>
                <a:off x="9821984" y="2902986"/>
                <a:ext cx="90720" cy="11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A8B03D-B398-FC4C-04A8-7BE3EB6FB2D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03984" y="2884986"/>
                  <a:ext cx="126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1F413C-4D8D-7624-04D0-8B9970F83085}"/>
                    </a:ext>
                  </a:extLst>
                </p14:cNvPr>
                <p14:cNvContentPartPr/>
                <p14:nvPr/>
              </p14:nvContentPartPr>
              <p14:xfrm>
                <a:off x="9961304" y="2855826"/>
                <a:ext cx="112680" cy="14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1F413C-4D8D-7624-04D0-8B9970F8308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43304" y="2837826"/>
                  <a:ext cx="148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F1A58E-4286-CB9C-F42E-FA1E55FF811D}"/>
                    </a:ext>
                  </a:extLst>
                </p14:cNvPr>
                <p14:cNvContentPartPr/>
                <p14:nvPr/>
              </p14:nvContentPartPr>
              <p14:xfrm>
                <a:off x="9449024" y="2703906"/>
                <a:ext cx="115560" cy="42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F1A58E-4286-CB9C-F42E-FA1E55FF81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31384" y="2685906"/>
                  <a:ext cx="1512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69E2089-601F-9FE0-2978-DE117E28C0A8}"/>
              </a:ext>
            </a:extLst>
          </p:cNvPr>
          <p:cNvGrpSpPr/>
          <p:nvPr/>
        </p:nvGrpSpPr>
        <p:grpSpPr>
          <a:xfrm>
            <a:off x="817664" y="1039626"/>
            <a:ext cx="599040" cy="651240"/>
            <a:chOff x="817664" y="1039626"/>
            <a:chExt cx="599040" cy="65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686044-68C9-A44E-4DD7-14D167B3B4A8}"/>
                    </a:ext>
                  </a:extLst>
                </p14:cNvPr>
                <p14:cNvContentPartPr/>
                <p14:nvPr/>
              </p14:nvContentPartPr>
              <p14:xfrm>
                <a:off x="909464" y="1054026"/>
                <a:ext cx="58320" cy="511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686044-68C9-A44E-4DD7-14D167B3B4A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1464" y="1036386"/>
                  <a:ext cx="9396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B1CC27-1AA2-84AE-C35C-DAE4C48E2C0B}"/>
                    </a:ext>
                  </a:extLst>
                </p14:cNvPr>
                <p14:cNvContentPartPr/>
                <p14:nvPr/>
              </p14:nvContentPartPr>
              <p14:xfrm>
                <a:off x="817664" y="1573866"/>
                <a:ext cx="218880" cy="26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B1CC27-1AA2-84AE-C35C-DAE4C48E2C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9664" y="1556226"/>
                  <a:ext cx="254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88435E-7AD3-37DD-7BB6-86088F41B1DA}"/>
                    </a:ext>
                  </a:extLst>
                </p14:cNvPr>
                <p14:cNvContentPartPr/>
                <p14:nvPr/>
              </p14:nvContentPartPr>
              <p14:xfrm>
                <a:off x="1116824" y="1528506"/>
                <a:ext cx="25200" cy="162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88435E-7AD3-37DD-7BB6-86088F41B1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98824" y="1510506"/>
                  <a:ext cx="60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E319D86-CF52-4030-8645-244C5FCA56D6}"/>
                    </a:ext>
                  </a:extLst>
                </p14:cNvPr>
                <p14:cNvContentPartPr/>
                <p14:nvPr/>
              </p14:nvContentPartPr>
              <p14:xfrm>
                <a:off x="1139864" y="1535706"/>
                <a:ext cx="90720" cy="12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E319D86-CF52-4030-8645-244C5FCA56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2224" y="1518066"/>
                  <a:ext cx="126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1C1858-D4FD-12DB-6522-B3E0457C8710}"/>
                    </a:ext>
                  </a:extLst>
                </p14:cNvPr>
                <p14:cNvContentPartPr/>
                <p14:nvPr/>
              </p14:nvContentPartPr>
              <p14:xfrm>
                <a:off x="1337504" y="1538226"/>
                <a:ext cx="79200" cy="133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81C1858-D4FD-12DB-6522-B3E0457C87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19864" y="1520586"/>
                  <a:ext cx="114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2DBE1A8-3FC6-EBC1-219A-0561E751E1AF}"/>
                    </a:ext>
                  </a:extLst>
                </p14:cNvPr>
                <p14:cNvContentPartPr/>
                <p14:nvPr/>
              </p14:nvContentPartPr>
              <p14:xfrm>
                <a:off x="855464" y="1039626"/>
                <a:ext cx="114120" cy="42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2DBE1A8-3FC6-EBC1-219A-0561E751E1A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7464" y="1021626"/>
                  <a:ext cx="1497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7B6277-6FD7-AC4E-5812-F9343A46A214}"/>
              </a:ext>
            </a:extLst>
          </p:cNvPr>
          <p:cNvGrpSpPr/>
          <p:nvPr/>
        </p:nvGrpSpPr>
        <p:grpSpPr>
          <a:xfrm>
            <a:off x="405824" y="2009466"/>
            <a:ext cx="1137960" cy="456480"/>
            <a:chOff x="405824" y="2009466"/>
            <a:chExt cx="113796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7FA608D-812D-D0F4-DABF-5271FC636BB4}"/>
                    </a:ext>
                  </a:extLst>
                </p14:cNvPr>
                <p14:cNvContentPartPr/>
                <p14:nvPr/>
              </p14:nvContentPartPr>
              <p14:xfrm>
                <a:off x="405824" y="2270826"/>
                <a:ext cx="122400" cy="195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7FA608D-812D-D0F4-DABF-5271FC636B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8184" y="2252826"/>
                  <a:ext cx="158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973FCB9-318C-DC59-805F-F03430E0AE45}"/>
                    </a:ext>
                  </a:extLst>
                </p14:cNvPr>
                <p14:cNvContentPartPr/>
                <p14:nvPr/>
              </p14:nvContentPartPr>
              <p14:xfrm>
                <a:off x="597344" y="2306826"/>
                <a:ext cx="62640" cy="13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973FCB9-318C-DC59-805F-F03430E0AE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9344" y="2288826"/>
                  <a:ext cx="98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FE9722-11E4-DBC8-66D0-06E00CBE0233}"/>
                    </a:ext>
                  </a:extLst>
                </p14:cNvPr>
                <p14:cNvContentPartPr/>
                <p14:nvPr/>
              </p14:nvContentPartPr>
              <p14:xfrm>
                <a:off x="707504" y="2324826"/>
                <a:ext cx="57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FE9722-11E4-DBC8-66D0-06E00CBE02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9864" y="2307186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94198B4-F52F-AB1B-0F52-B77304C64E0C}"/>
                    </a:ext>
                  </a:extLst>
                </p14:cNvPr>
                <p14:cNvContentPartPr/>
                <p14:nvPr/>
              </p14:nvContentPartPr>
              <p14:xfrm>
                <a:off x="669344" y="2336346"/>
                <a:ext cx="56520" cy="59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94198B4-F52F-AB1B-0F52-B77304C64E0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1704" y="2318346"/>
                  <a:ext cx="92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6E3CC7E-1B07-62A9-7644-CEF1C73F1481}"/>
                    </a:ext>
                  </a:extLst>
                </p14:cNvPr>
                <p14:cNvContentPartPr/>
                <p14:nvPr/>
              </p14:nvContentPartPr>
              <p14:xfrm>
                <a:off x="719744" y="2305386"/>
                <a:ext cx="24840" cy="97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6E3CC7E-1B07-62A9-7644-CEF1C73F14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2104" y="2287746"/>
                  <a:ext cx="60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CEA308-3334-6881-A970-198230FB729E}"/>
                    </a:ext>
                  </a:extLst>
                </p14:cNvPr>
                <p14:cNvContentPartPr/>
                <p14:nvPr/>
              </p14:nvContentPartPr>
              <p14:xfrm>
                <a:off x="803264" y="2243466"/>
                <a:ext cx="101880" cy="126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CEA308-3334-6881-A970-198230FB72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5264" y="2225826"/>
                  <a:ext cx="137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12FD586-06C3-0899-54B4-4EFB25034E85}"/>
                    </a:ext>
                  </a:extLst>
                </p14:cNvPr>
                <p14:cNvContentPartPr/>
                <p14:nvPr/>
              </p14:nvContentPartPr>
              <p14:xfrm>
                <a:off x="954824" y="2248506"/>
                <a:ext cx="76680" cy="9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12FD586-06C3-0899-54B4-4EFB25034E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6824" y="2230866"/>
                  <a:ext cx="112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2433DD-CC50-739F-8EAF-C0FAD47DC3D2}"/>
                    </a:ext>
                  </a:extLst>
                </p14:cNvPr>
                <p14:cNvContentPartPr/>
                <p14:nvPr/>
              </p14:nvContentPartPr>
              <p14:xfrm>
                <a:off x="1046984" y="2221146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02433DD-CC50-739F-8EAF-C0FAD47DC3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8984" y="22035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202C5C0-2163-DF0E-821D-FB26B5B1803C}"/>
                    </a:ext>
                  </a:extLst>
                </p14:cNvPr>
                <p14:cNvContentPartPr/>
                <p14:nvPr/>
              </p14:nvContentPartPr>
              <p14:xfrm>
                <a:off x="1106024" y="2148066"/>
                <a:ext cx="254880" cy="13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202C5C0-2163-DF0E-821D-FB26B5B180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8024" y="2130066"/>
                  <a:ext cx="290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0C14251-A811-9CDD-8817-EA52D7F4EE3F}"/>
                    </a:ext>
                  </a:extLst>
                </p14:cNvPr>
                <p14:cNvContentPartPr/>
                <p14:nvPr/>
              </p14:nvContentPartPr>
              <p14:xfrm>
                <a:off x="1440104" y="2009466"/>
                <a:ext cx="81000" cy="172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0C14251-A811-9CDD-8817-EA52D7F4EE3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22464" y="1991826"/>
                  <a:ext cx="116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51EFADB-A2BA-B23C-9ACB-844941A2FA66}"/>
                    </a:ext>
                  </a:extLst>
                </p14:cNvPr>
                <p14:cNvContentPartPr/>
                <p14:nvPr/>
              </p14:nvContentPartPr>
              <p14:xfrm>
                <a:off x="1467104" y="2101986"/>
                <a:ext cx="76680" cy="41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51EFADB-A2BA-B23C-9ACB-844941A2FA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49104" y="2083986"/>
                  <a:ext cx="11232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798123F-6A8A-E4F7-8101-B8A8C8A5A025}"/>
              </a:ext>
            </a:extLst>
          </p:cNvPr>
          <p:cNvGrpSpPr/>
          <p:nvPr/>
        </p:nvGrpSpPr>
        <p:grpSpPr>
          <a:xfrm>
            <a:off x="1814504" y="1886346"/>
            <a:ext cx="739440" cy="300600"/>
            <a:chOff x="1814504" y="1886346"/>
            <a:chExt cx="73944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4F715E-F988-8F1A-3A95-881C9BA7A9AB}"/>
                    </a:ext>
                  </a:extLst>
                </p14:cNvPr>
                <p14:cNvContentPartPr/>
                <p14:nvPr/>
              </p14:nvContentPartPr>
              <p14:xfrm>
                <a:off x="1814504" y="2014866"/>
                <a:ext cx="113400" cy="172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4F715E-F988-8F1A-3A95-881C9BA7A9A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96504" y="1997226"/>
                  <a:ext cx="1490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456E5C-C65A-623E-72D1-689AE075C4D5}"/>
                    </a:ext>
                  </a:extLst>
                </p14:cNvPr>
                <p14:cNvContentPartPr/>
                <p14:nvPr/>
              </p14:nvContentPartPr>
              <p14:xfrm>
                <a:off x="2001344" y="2002266"/>
                <a:ext cx="73800" cy="105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456E5C-C65A-623E-72D1-689AE075C4D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83344" y="1984266"/>
                  <a:ext cx="109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47FCA57-6FCC-C076-5DF7-1348404AE079}"/>
                    </a:ext>
                  </a:extLst>
                </p14:cNvPr>
                <p14:cNvContentPartPr/>
                <p14:nvPr/>
              </p14:nvContentPartPr>
              <p14:xfrm>
                <a:off x="2140664" y="1995786"/>
                <a:ext cx="27360" cy="56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47FCA57-6FCC-C076-5DF7-1348404AE07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22664" y="1978146"/>
                  <a:ext cx="63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F3BDAF-6C82-DF63-6CF6-E6B69A83D3C3}"/>
                    </a:ext>
                  </a:extLst>
                </p14:cNvPr>
                <p14:cNvContentPartPr/>
                <p14:nvPr/>
              </p14:nvContentPartPr>
              <p14:xfrm>
                <a:off x="2112944" y="1886346"/>
                <a:ext cx="6840" cy="9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F3BDAF-6C82-DF63-6CF6-E6B69A83D3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94944" y="1868706"/>
                  <a:ext cx="42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AF0654-0659-145C-B75B-F49F8C9F0FA8}"/>
                    </a:ext>
                  </a:extLst>
                </p14:cNvPr>
                <p14:cNvContentPartPr/>
                <p14:nvPr/>
              </p14:nvContentPartPr>
              <p14:xfrm>
                <a:off x="2268824" y="1927026"/>
                <a:ext cx="92520" cy="85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AF0654-0659-145C-B75B-F49F8C9F0FA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50824" y="1909386"/>
                  <a:ext cx="128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1244FC-1858-E955-A78A-0A864BC16442}"/>
                    </a:ext>
                  </a:extLst>
                </p14:cNvPr>
                <p14:cNvContentPartPr/>
                <p14:nvPr/>
              </p14:nvContentPartPr>
              <p14:xfrm>
                <a:off x="2439464" y="1888146"/>
                <a:ext cx="114480" cy="252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1244FC-1858-E955-A78A-0A864BC1644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21464" y="1870146"/>
                  <a:ext cx="15012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17B5FA0-DA46-9EF8-FEEA-66122047B52D}"/>
              </a:ext>
            </a:extLst>
          </p:cNvPr>
          <p:cNvGrpSpPr/>
          <p:nvPr/>
        </p:nvGrpSpPr>
        <p:grpSpPr>
          <a:xfrm>
            <a:off x="811184" y="2685906"/>
            <a:ext cx="638640" cy="243360"/>
            <a:chOff x="811184" y="2685906"/>
            <a:chExt cx="63864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7A7990E-C7A3-8D46-E9BC-86C3BFE3FA88}"/>
                    </a:ext>
                  </a:extLst>
                </p14:cNvPr>
                <p14:cNvContentPartPr/>
                <p14:nvPr/>
              </p14:nvContentPartPr>
              <p14:xfrm>
                <a:off x="811184" y="2697426"/>
                <a:ext cx="101880" cy="231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7A7990E-C7A3-8D46-E9BC-86C3BFE3FA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3544" y="2679426"/>
                  <a:ext cx="1375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EA3FAE-BB51-9565-7434-18E487CE9261}"/>
                    </a:ext>
                  </a:extLst>
                </p14:cNvPr>
                <p14:cNvContentPartPr/>
                <p14:nvPr/>
              </p14:nvContentPartPr>
              <p14:xfrm>
                <a:off x="828464" y="2791026"/>
                <a:ext cx="125280" cy="90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EA3FAE-BB51-9565-7434-18E487CE926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0824" y="2773026"/>
                  <a:ext cx="160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FE4E501-E71C-E1AC-BAC0-2AEA77C6EED5}"/>
                    </a:ext>
                  </a:extLst>
                </p14:cNvPr>
                <p14:cNvContentPartPr/>
                <p14:nvPr/>
              </p14:nvContentPartPr>
              <p14:xfrm>
                <a:off x="983264" y="2787426"/>
                <a:ext cx="49320" cy="84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FE4E501-E71C-E1AC-BAC0-2AEA77C6EED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5264" y="2769786"/>
                  <a:ext cx="84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5F8F2D-39AE-B426-6324-C92600F0543A}"/>
                    </a:ext>
                  </a:extLst>
                </p14:cNvPr>
                <p14:cNvContentPartPr/>
                <p14:nvPr/>
              </p14:nvContentPartPr>
              <p14:xfrm>
                <a:off x="1077584" y="2774106"/>
                <a:ext cx="19800" cy="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5F8F2D-39AE-B426-6324-C92600F0543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9944" y="2756466"/>
                  <a:ext cx="55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E2D7B0-0352-405C-B81E-8513587370AA}"/>
                    </a:ext>
                  </a:extLst>
                </p14:cNvPr>
                <p14:cNvContentPartPr/>
                <p14:nvPr/>
              </p14:nvContentPartPr>
              <p14:xfrm>
                <a:off x="991184" y="2737386"/>
                <a:ext cx="130320" cy="150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E2D7B0-0352-405C-B81E-8513587370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3544" y="2719746"/>
                  <a:ext cx="165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6C12EA9-8E91-98C3-DE6D-5D903C45242B}"/>
                    </a:ext>
                  </a:extLst>
                </p14:cNvPr>
                <p14:cNvContentPartPr/>
                <p14:nvPr/>
              </p14:nvContentPartPr>
              <p14:xfrm>
                <a:off x="1176584" y="2741706"/>
                <a:ext cx="50400" cy="53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6C12EA9-8E91-98C3-DE6D-5D903C45242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58944" y="2724066"/>
                  <a:ext cx="86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2CF1B51-C519-F1A2-10A7-DB796D2ACCB9}"/>
                    </a:ext>
                  </a:extLst>
                </p14:cNvPr>
                <p14:cNvContentPartPr/>
                <p14:nvPr/>
              </p14:nvContentPartPr>
              <p14:xfrm>
                <a:off x="1267304" y="2685906"/>
                <a:ext cx="182520" cy="9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2CF1B51-C519-F1A2-10A7-DB796D2ACCB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49664" y="2667906"/>
                  <a:ext cx="21816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64" name="Group 23563">
            <a:extLst>
              <a:ext uri="{FF2B5EF4-FFF2-40B4-BE49-F238E27FC236}">
                <a16:creationId xmlns:a16="http://schemas.microsoft.com/office/drawing/2014/main" id="{B69F563C-76A2-68CB-5F81-ADF33C6BA62E}"/>
              </a:ext>
            </a:extLst>
          </p:cNvPr>
          <p:cNvGrpSpPr/>
          <p:nvPr/>
        </p:nvGrpSpPr>
        <p:grpSpPr>
          <a:xfrm>
            <a:off x="1718384" y="2384946"/>
            <a:ext cx="765360" cy="306360"/>
            <a:chOff x="1718384" y="2384946"/>
            <a:chExt cx="76536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0295A8-E852-871E-E9BB-EB49E37F5BD2}"/>
                    </a:ext>
                  </a:extLst>
                </p14:cNvPr>
                <p14:cNvContentPartPr/>
                <p14:nvPr/>
              </p14:nvContentPartPr>
              <p14:xfrm>
                <a:off x="1718384" y="2480346"/>
                <a:ext cx="138960" cy="210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0295A8-E852-871E-E9BB-EB49E37F5BD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00744" y="2462346"/>
                  <a:ext cx="174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803034-9839-325A-1D5D-FE40AEC7E1BB}"/>
                    </a:ext>
                  </a:extLst>
                </p14:cNvPr>
                <p14:cNvContentPartPr/>
                <p14:nvPr/>
              </p14:nvContentPartPr>
              <p14:xfrm>
                <a:off x="1915664" y="2514906"/>
                <a:ext cx="54720" cy="87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803034-9839-325A-1D5D-FE40AEC7E1B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98024" y="2497266"/>
                  <a:ext cx="903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21C1C9E-FD07-9EBF-7ED8-6FF5572FE079}"/>
                    </a:ext>
                  </a:extLst>
                </p14:cNvPr>
                <p14:cNvContentPartPr/>
                <p14:nvPr/>
              </p14:nvContentPartPr>
              <p14:xfrm>
                <a:off x="2069744" y="2477466"/>
                <a:ext cx="168840" cy="82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21C1C9E-FD07-9EBF-7ED8-6FF5572FE0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51744" y="2459466"/>
                  <a:ext cx="204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D41A62-67A3-1812-E78A-18AA37E90E51}"/>
                    </a:ext>
                  </a:extLst>
                </p14:cNvPr>
                <p14:cNvContentPartPr/>
                <p14:nvPr/>
              </p14:nvContentPartPr>
              <p14:xfrm>
                <a:off x="2169104" y="2384946"/>
                <a:ext cx="23040" cy="6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D41A62-67A3-1812-E78A-18AA37E90E5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51464" y="2366946"/>
                  <a:ext cx="58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80BEB99-02FB-657F-0E4C-915FA80CB5F6}"/>
                    </a:ext>
                  </a:extLst>
                </p14:cNvPr>
                <p14:cNvContentPartPr/>
                <p14:nvPr/>
              </p14:nvContentPartPr>
              <p14:xfrm>
                <a:off x="2310584" y="2401146"/>
                <a:ext cx="173160" cy="87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80BEB99-02FB-657F-0E4C-915FA80CB5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92584" y="2383146"/>
                  <a:ext cx="2088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63" name="Group 23562">
            <a:extLst>
              <a:ext uri="{FF2B5EF4-FFF2-40B4-BE49-F238E27FC236}">
                <a16:creationId xmlns:a16="http://schemas.microsoft.com/office/drawing/2014/main" id="{C56D56D5-BAC7-BAF2-616B-56014A41B3F5}"/>
              </a:ext>
            </a:extLst>
          </p:cNvPr>
          <p:cNvGrpSpPr/>
          <p:nvPr/>
        </p:nvGrpSpPr>
        <p:grpSpPr>
          <a:xfrm>
            <a:off x="1199984" y="3084066"/>
            <a:ext cx="217080" cy="172080"/>
            <a:chOff x="1199984" y="3084066"/>
            <a:chExt cx="21708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A37B89E-8238-34DF-BE47-CC150887ADA5}"/>
                    </a:ext>
                  </a:extLst>
                </p14:cNvPr>
                <p14:cNvContentPartPr/>
                <p14:nvPr/>
              </p14:nvContentPartPr>
              <p14:xfrm>
                <a:off x="1199984" y="3104946"/>
                <a:ext cx="27000" cy="47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A37B89E-8238-34DF-BE47-CC150887ADA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81984" y="3086946"/>
                  <a:ext cx="62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52926FF-5CB6-EAE6-F64E-5964A5B90395}"/>
                    </a:ext>
                  </a:extLst>
                </p14:cNvPr>
                <p14:cNvContentPartPr/>
                <p14:nvPr/>
              </p14:nvContentPartPr>
              <p14:xfrm>
                <a:off x="1212944" y="3084066"/>
                <a:ext cx="75960" cy="172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52926FF-5CB6-EAE6-F64E-5964A5B903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94944" y="3066066"/>
                  <a:ext cx="111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653FADE-A487-DB47-A616-3EB6EBA17054}"/>
                    </a:ext>
                  </a:extLst>
                </p14:cNvPr>
                <p14:cNvContentPartPr/>
                <p14:nvPr/>
              </p14:nvContentPartPr>
              <p14:xfrm>
                <a:off x="1206824" y="3109986"/>
                <a:ext cx="210240" cy="91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653FADE-A487-DB47-A616-3EB6EBA170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88824" y="3092346"/>
                  <a:ext cx="245880" cy="12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3566" name="Ink 23565">
                <a:extLst>
                  <a:ext uri="{FF2B5EF4-FFF2-40B4-BE49-F238E27FC236}">
                    <a16:creationId xmlns:a16="http://schemas.microsoft.com/office/drawing/2014/main" id="{52D823BB-6A02-7D8C-E809-FC45B1631EE2}"/>
                  </a:ext>
                </a:extLst>
              </p14:cNvPr>
              <p14:cNvContentPartPr/>
              <p14:nvPr/>
            </p14:nvContentPartPr>
            <p14:xfrm>
              <a:off x="2552144" y="2747466"/>
              <a:ext cx="4320" cy="5400"/>
            </p14:xfrm>
          </p:contentPart>
        </mc:Choice>
        <mc:Fallback xmlns="">
          <p:pic>
            <p:nvPicPr>
              <p:cNvPr id="23566" name="Ink 23565">
                <a:extLst>
                  <a:ext uri="{FF2B5EF4-FFF2-40B4-BE49-F238E27FC236}">
                    <a16:creationId xmlns:a16="http://schemas.microsoft.com/office/drawing/2014/main" id="{52D823BB-6A02-7D8C-E809-FC45B1631EE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534144" y="2729466"/>
                <a:ext cx="3996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99" name="Group 23598">
            <a:extLst>
              <a:ext uri="{FF2B5EF4-FFF2-40B4-BE49-F238E27FC236}">
                <a16:creationId xmlns:a16="http://schemas.microsoft.com/office/drawing/2014/main" id="{E21E410A-364E-8681-9522-82C90DC0F6C6}"/>
              </a:ext>
            </a:extLst>
          </p:cNvPr>
          <p:cNvGrpSpPr/>
          <p:nvPr/>
        </p:nvGrpSpPr>
        <p:grpSpPr>
          <a:xfrm>
            <a:off x="1633424" y="2737746"/>
            <a:ext cx="972000" cy="378360"/>
            <a:chOff x="1633424" y="2737746"/>
            <a:chExt cx="97200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3568" name="Ink 23567">
                  <a:extLst>
                    <a:ext uri="{FF2B5EF4-FFF2-40B4-BE49-F238E27FC236}">
                      <a16:creationId xmlns:a16="http://schemas.microsoft.com/office/drawing/2014/main" id="{467125A6-883D-5E35-8725-566CE51003F7}"/>
                    </a:ext>
                  </a:extLst>
                </p14:cNvPr>
                <p14:cNvContentPartPr/>
                <p14:nvPr/>
              </p14:nvContentPartPr>
              <p14:xfrm>
                <a:off x="1633424" y="2925306"/>
                <a:ext cx="120600" cy="190800"/>
              </p14:xfrm>
            </p:contentPart>
          </mc:Choice>
          <mc:Fallback xmlns="">
            <p:pic>
              <p:nvPicPr>
                <p:cNvPr id="23568" name="Ink 23567">
                  <a:extLst>
                    <a:ext uri="{FF2B5EF4-FFF2-40B4-BE49-F238E27FC236}">
                      <a16:creationId xmlns:a16="http://schemas.microsoft.com/office/drawing/2014/main" id="{467125A6-883D-5E35-8725-566CE51003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15424" y="2907306"/>
                  <a:ext cx="156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3569" name="Ink 23568">
                  <a:extLst>
                    <a:ext uri="{FF2B5EF4-FFF2-40B4-BE49-F238E27FC236}">
                      <a16:creationId xmlns:a16="http://schemas.microsoft.com/office/drawing/2014/main" id="{0C9CDD69-A7DF-E223-BE62-1F195D4E6F28}"/>
                    </a:ext>
                  </a:extLst>
                </p14:cNvPr>
                <p14:cNvContentPartPr/>
                <p14:nvPr/>
              </p14:nvContentPartPr>
              <p14:xfrm>
                <a:off x="1827464" y="2975346"/>
                <a:ext cx="113400" cy="101880"/>
              </p14:xfrm>
            </p:contentPart>
          </mc:Choice>
          <mc:Fallback xmlns="">
            <p:pic>
              <p:nvPicPr>
                <p:cNvPr id="23569" name="Ink 23568">
                  <a:extLst>
                    <a:ext uri="{FF2B5EF4-FFF2-40B4-BE49-F238E27FC236}">
                      <a16:creationId xmlns:a16="http://schemas.microsoft.com/office/drawing/2014/main" id="{0C9CDD69-A7DF-E223-BE62-1F195D4E6F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09824" y="2957706"/>
                  <a:ext cx="149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3570" name="Ink 23569">
                  <a:extLst>
                    <a:ext uri="{FF2B5EF4-FFF2-40B4-BE49-F238E27FC236}">
                      <a16:creationId xmlns:a16="http://schemas.microsoft.com/office/drawing/2014/main" id="{FD6A87CE-EB3D-0121-2D1A-0FCD7FC6DCE8}"/>
                    </a:ext>
                  </a:extLst>
                </p14:cNvPr>
                <p14:cNvContentPartPr/>
                <p14:nvPr/>
              </p14:nvContentPartPr>
              <p14:xfrm>
                <a:off x="1997024" y="2908386"/>
                <a:ext cx="165240" cy="95400"/>
              </p14:xfrm>
            </p:contentPart>
          </mc:Choice>
          <mc:Fallback xmlns="">
            <p:pic>
              <p:nvPicPr>
                <p:cNvPr id="23570" name="Ink 23569">
                  <a:extLst>
                    <a:ext uri="{FF2B5EF4-FFF2-40B4-BE49-F238E27FC236}">
                      <a16:creationId xmlns:a16="http://schemas.microsoft.com/office/drawing/2014/main" id="{FD6A87CE-EB3D-0121-2D1A-0FCD7FC6DCE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79024" y="2890386"/>
                  <a:ext cx="200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3572" name="Ink 23571">
                  <a:extLst>
                    <a:ext uri="{FF2B5EF4-FFF2-40B4-BE49-F238E27FC236}">
                      <a16:creationId xmlns:a16="http://schemas.microsoft.com/office/drawing/2014/main" id="{BBF366AC-0CB1-B9F0-59B3-63F029F60406}"/>
                    </a:ext>
                  </a:extLst>
                </p14:cNvPr>
                <p14:cNvContentPartPr/>
                <p14:nvPr/>
              </p14:nvContentPartPr>
              <p14:xfrm>
                <a:off x="2224184" y="2829546"/>
                <a:ext cx="66960" cy="81360"/>
              </p14:xfrm>
            </p:contentPart>
          </mc:Choice>
          <mc:Fallback xmlns="">
            <p:pic>
              <p:nvPicPr>
                <p:cNvPr id="23572" name="Ink 23571">
                  <a:extLst>
                    <a:ext uri="{FF2B5EF4-FFF2-40B4-BE49-F238E27FC236}">
                      <a16:creationId xmlns:a16="http://schemas.microsoft.com/office/drawing/2014/main" id="{BBF366AC-0CB1-B9F0-59B3-63F029F6040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06184" y="2811546"/>
                  <a:ext cx="102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3573" name="Ink 23572">
                  <a:extLst>
                    <a:ext uri="{FF2B5EF4-FFF2-40B4-BE49-F238E27FC236}">
                      <a16:creationId xmlns:a16="http://schemas.microsoft.com/office/drawing/2014/main" id="{2E2CEA6C-1596-43EE-F590-5699C87EC2F4}"/>
                    </a:ext>
                  </a:extLst>
                </p14:cNvPr>
                <p14:cNvContentPartPr/>
                <p14:nvPr/>
              </p14:nvContentPartPr>
              <p14:xfrm>
                <a:off x="2363864" y="2772306"/>
                <a:ext cx="68040" cy="111960"/>
              </p14:xfrm>
            </p:contentPart>
          </mc:Choice>
          <mc:Fallback xmlns="">
            <p:pic>
              <p:nvPicPr>
                <p:cNvPr id="23573" name="Ink 23572">
                  <a:extLst>
                    <a:ext uri="{FF2B5EF4-FFF2-40B4-BE49-F238E27FC236}">
                      <a16:creationId xmlns:a16="http://schemas.microsoft.com/office/drawing/2014/main" id="{2E2CEA6C-1596-43EE-F590-5699C87EC2F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45864" y="2754666"/>
                  <a:ext cx="103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3574" name="Ink 23573">
                  <a:extLst>
                    <a:ext uri="{FF2B5EF4-FFF2-40B4-BE49-F238E27FC236}">
                      <a16:creationId xmlns:a16="http://schemas.microsoft.com/office/drawing/2014/main" id="{18F190AE-5AE5-9100-F690-A808F7FDCE17}"/>
                    </a:ext>
                  </a:extLst>
                </p14:cNvPr>
                <p14:cNvContentPartPr/>
                <p14:nvPr/>
              </p14:nvContentPartPr>
              <p14:xfrm>
                <a:off x="2503544" y="2737746"/>
                <a:ext cx="101880" cy="122040"/>
              </p14:xfrm>
            </p:contentPart>
          </mc:Choice>
          <mc:Fallback xmlns="">
            <p:pic>
              <p:nvPicPr>
                <p:cNvPr id="23574" name="Ink 23573">
                  <a:extLst>
                    <a:ext uri="{FF2B5EF4-FFF2-40B4-BE49-F238E27FC236}">
                      <a16:creationId xmlns:a16="http://schemas.microsoft.com/office/drawing/2014/main" id="{18F190AE-5AE5-9100-F690-A808F7FDCE1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85904" y="2719746"/>
                  <a:ext cx="13752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3575" name="Ink 23574">
                <a:extLst>
                  <a:ext uri="{FF2B5EF4-FFF2-40B4-BE49-F238E27FC236}">
                    <a16:creationId xmlns:a16="http://schemas.microsoft.com/office/drawing/2014/main" id="{C54B6CAD-88C2-C613-0E7B-F5AB9E6B8137}"/>
                  </a:ext>
                </a:extLst>
              </p14:cNvPr>
              <p14:cNvContentPartPr/>
              <p14:nvPr/>
            </p14:nvContentPartPr>
            <p14:xfrm>
              <a:off x="632264" y="3814146"/>
              <a:ext cx="282240" cy="432000"/>
            </p14:xfrm>
          </p:contentPart>
        </mc:Choice>
        <mc:Fallback xmlns="">
          <p:pic>
            <p:nvPicPr>
              <p:cNvPr id="23575" name="Ink 23574">
                <a:extLst>
                  <a:ext uri="{FF2B5EF4-FFF2-40B4-BE49-F238E27FC236}">
                    <a16:creationId xmlns:a16="http://schemas.microsoft.com/office/drawing/2014/main" id="{C54B6CAD-88C2-C613-0E7B-F5AB9E6B813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14624" y="3796506"/>
                <a:ext cx="317880" cy="46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98" name="Group 23597">
            <a:extLst>
              <a:ext uri="{FF2B5EF4-FFF2-40B4-BE49-F238E27FC236}">
                <a16:creationId xmlns:a16="http://schemas.microsoft.com/office/drawing/2014/main" id="{A4208EC4-6999-681C-A203-1A767517599C}"/>
              </a:ext>
            </a:extLst>
          </p:cNvPr>
          <p:cNvGrpSpPr/>
          <p:nvPr/>
        </p:nvGrpSpPr>
        <p:grpSpPr>
          <a:xfrm>
            <a:off x="1105304" y="4122666"/>
            <a:ext cx="292680" cy="205200"/>
            <a:chOff x="1105304" y="4122666"/>
            <a:chExt cx="29268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3576" name="Ink 23575">
                  <a:extLst>
                    <a:ext uri="{FF2B5EF4-FFF2-40B4-BE49-F238E27FC236}">
                      <a16:creationId xmlns:a16="http://schemas.microsoft.com/office/drawing/2014/main" id="{27375FAC-4620-E48E-AD30-D8CDD7CAE697}"/>
                    </a:ext>
                  </a:extLst>
                </p14:cNvPr>
                <p14:cNvContentPartPr/>
                <p14:nvPr/>
              </p14:nvContentPartPr>
              <p14:xfrm>
                <a:off x="1105304" y="4151466"/>
                <a:ext cx="45360" cy="164160"/>
              </p14:xfrm>
            </p:contentPart>
          </mc:Choice>
          <mc:Fallback xmlns="">
            <p:pic>
              <p:nvPicPr>
                <p:cNvPr id="23576" name="Ink 23575">
                  <a:extLst>
                    <a:ext uri="{FF2B5EF4-FFF2-40B4-BE49-F238E27FC236}">
                      <a16:creationId xmlns:a16="http://schemas.microsoft.com/office/drawing/2014/main" id="{27375FAC-4620-E48E-AD30-D8CDD7CAE69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7304" y="4133466"/>
                  <a:ext cx="81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3577" name="Ink 23576">
                  <a:extLst>
                    <a:ext uri="{FF2B5EF4-FFF2-40B4-BE49-F238E27FC236}">
                      <a16:creationId xmlns:a16="http://schemas.microsoft.com/office/drawing/2014/main" id="{F46020A6-A617-D338-7815-86ED27EA6CE5}"/>
                    </a:ext>
                  </a:extLst>
                </p14:cNvPr>
                <p14:cNvContentPartPr/>
                <p14:nvPr/>
              </p14:nvContentPartPr>
              <p14:xfrm>
                <a:off x="1109264" y="4140306"/>
                <a:ext cx="137880" cy="161280"/>
              </p14:xfrm>
            </p:contentPart>
          </mc:Choice>
          <mc:Fallback xmlns="">
            <p:pic>
              <p:nvPicPr>
                <p:cNvPr id="23577" name="Ink 23576">
                  <a:extLst>
                    <a:ext uri="{FF2B5EF4-FFF2-40B4-BE49-F238E27FC236}">
                      <a16:creationId xmlns:a16="http://schemas.microsoft.com/office/drawing/2014/main" id="{F46020A6-A617-D338-7815-86ED27EA6C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1624" y="4122306"/>
                  <a:ext cx="1735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3578" name="Ink 23577">
                  <a:extLst>
                    <a:ext uri="{FF2B5EF4-FFF2-40B4-BE49-F238E27FC236}">
                      <a16:creationId xmlns:a16="http://schemas.microsoft.com/office/drawing/2014/main" id="{BFF8B162-819D-2229-DEBC-055CC968B08B}"/>
                    </a:ext>
                  </a:extLst>
                </p14:cNvPr>
                <p14:cNvContentPartPr/>
                <p14:nvPr/>
              </p14:nvContentPartPr>
              <p14:xfrm>
                <a:off x="1295024" y="4122666"/>
                <a:ext cx="102960" cy="205200"/>
              </p14:xfrm>
            </p:contentPart>
          </mc:Choice>
          <mc:Fallback xmlns="">
            <p:pic>
              <p:nvPicPr>
                <p:cNvPr id="23578" name="Ink 23577">
                  <a:extLst>
                    <a:ext uri="{FF2B5EF4-FFF2-40B4-BE49-F238E27FC236}">
                      <a16:creationId xmlns:a16="http://schemas.microsoft.com/office/drawing/2014/main" id="{BFF8B162-819D-2229-DEBC-055CC968B08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77384" y="4105026"/>
                  <a:ext cx="1386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97" name="Group 23596">
            <a:extLst>
              <a:ext uri="{FF2B5EF4-FFF2-40B4-BE49-F238E27FC236}">
                <a16:creationId xmlns:a16="http://schemas.microsoft.com/office/drawing/2014/main" id="{14734090-0745-D6C6-2C03-F559769F5FF9}"/>
              </a:ext>
            </a:extLst>
          </p:cNvPr>
          <p:cNvGrpSpPr/>
          <p:nvPr/>
        </p:nvGrpSpPr>
        <p:grpSpPr>
          <a:xfrm>
            <a:off x="303224" y="4934106"/>
            <a:ext cx="1283040" cy="276120"/>
            <a:chOff x="303224" y="4934106"/>
            <a:chExt cx="128304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3579" name="Ink 23578">
                  <a:extLst>
                    <a:ext uri="{FF2B5EF4-FFF2-40B4-BE49-F238E27FC236}">
                      <a16:creationId xmlns:a16="http://schemas.microsoft.com/office/drawing/2014/main" id="{76A61428-426C-D098-8C7D-2281FC48A912}"/>
                    </a:ext>
                  </a:extLst>
                </p14:cNvPr>
                <p14:cNvContentPartPr/>
                <p14:nvPr/>
              </p14:nvContentPartPr>
              <p14:xfrm>
                <a:off x="303224" y="4934106"/>
                <a:ext cx="217800" cy="276120"/>
              </p14:xfrm>
            </p:contentPart>
          </mc:Choice>
          <mc:Fallback xmlns="">
            <p:pic>
              <p:nvPicPr>
                <p:cNvPr id="23579" name="Ink 23578">
                  <a:extLst>
                    <a:ext uri="{FF2B5EF4-FFF2-40B4-BE49-F238E27FC236}">
                      <a16:creationId xmlns:a16="http://schemas.microsoft.com/office/drawing/2014/main" id="{76A61428-426C-D098-8C7D-2281FC48A91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5224" y="4916466"/>
                  <a:ext cx="253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3580" name="Ink 23579">
                  <a:extLst>
                    <a:ext uri="{FF2B5EF4-FFF2-40B4-BE49-F238E27FC236}">
                      <a16:creationId xmlns:a16="http://schemas.microsoft.com/office/drawing/2014/main" id="{AEC8E2A7-2C0C-B1B1-F98B-D653B0730031}"/>
                    </a:ext>
                  </a:extLst>
                </p14:cNvPr>
                <p14:cNvContentPartPr/>
                <p14:nvPr/>
              </p14:nvContentPartPr>
              <p14:xfrm>
                <a:off x="656024" y="5101146"/>
                <a:ext cx="68400" cy="91080"/>
              </p14:xfrm>
            </p:contentPart>
          </mc:Choice>
          <mc:Fallback xmlns="">
            <p:pic>
              <p:nvPicPr>
                <p:cNvPr id="23580" name="Ink 23579">
                  <a:extLst>
                    <a:ext uri="{FF2B5EF4-FFF2-40B4-BE49-F238E27FC236}">
                      <a16:creationId xmlns:a16="http://schemas.microsoft.com/office/drawing/2014/main" id="{AEC8E2A7-2C0C-B1B1-F98B-D653B073003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8384" y="5083146"/>
                  <a:ext cx="104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3581" name="Ink 23580">
                  <a:extLst>
                    <a:ext uri="{FF2B5EF4-FFF2-40B4-BE49-F238E27FC236}">
                      <a16:creationId xmlns:a16="http://schemas.microsoft.com/office/drawing/2014/main" id="{FECF34FD-3FDA-686C-6829-6B27FE682EF1}"/>
                    </a:ext>
                  </a:extLst>
                </p14:cNvPr>
                <p14:cNvContentPartPr/>
                <p14:nvPr/>
              </p14:nvContentPartPr>
              <p14:xfrm>
                <a:off x="805784" y="4991346"/>
                <a:ext cx="42840" cy="140400"/>
              </p14:xfrm>
            </p:contentPart>
          </mc:Choice>
          <mc:Fallback xmlns="">
            <p:pic>
              <p:nvPicPr>
                <p:cNvPr id="23581" name="Ink 23580">
                  <a:extLst>
                    <a:ext uri="{FF2B5EF4-FFF2-40B4-BE49-F238E27FC236}">
                      <a16:creationId xmlns:a16="http://schemas.microsoft.com/office/drawing/2014/main" id="{FECF34FD-3FDA-686C-6829-6B27FE682EF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7784" y="4973346"/>
                  <a:ext cx="78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3582" name="Ink 23581">
                  <a:extLst>
                    <a:ext uri="{FF2B5EF4-FFF2-40B4-BE49-F238E27FC236}">
                      <a16:creationId xmlns:a16="http://schemas.microsoft.com/office/drawing/2014/main" id="{ED0EEEA8-A79B-578B-2E3A-ED4A3F7EF563}"/>
                    </a:ext>
                  </a:extLst>
                </p14:cNvPr>
                <p14:cNvContentPartPr/>
                <p14:nvPr/>
              </p14:nvContentPartPr>
              <p14:xfrm>
                <a:off x="975704" y="4970466"/>
                <a:ext cx="75960" cy="139320"/>
              </p14:xfrm>
            </p:contentPart>
          </mc:Choice>
          <mc:Fallback xmlns="">
            <p:pic>
              <p:nvPicPr>
                <p:cNvPr id="23582" name="Ink 23581">
                  <a:extLst>
                    <a:ext uri="{FF2B5EF4-FFF2-40B4-BE49-F238E27FC236}">
                      <a16:creationId xmlns:a16="http://schemas.microsoft.com/office/drawing/2014/main" id="{ED0EEEA8-A79B-578B-2E3A-ED4A3F7EF56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7704" y="4952466"/>
                  <a:ext cx="111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3583" name="Ink 23582">
                  <a:extLst>
                    <a:ext uri="{FF2B5EF4-FFF2-40B4-BE49-F238E27FC236}">
                      <a16:creationId xmlns:a16="http://schemas.microsoft.com/office/drawing/2014/main" id="{4A5ECFDE-2AC9-DD02-7E72-2A96344B8108}"/>
                    </a:ext>
                  </a:extLst>
                </p14:cNvPr>
                <p14:cNvContentPartPr/>
                <p14:nvPr/>
              </p14:nvContentPartPr>
              <p14:xfrm>
                <a:off x="970304" y="4987026"/>
                <a:ext cx="307800" cy="117000"/>
              </p14:xfrm>
            </p:contentPart>
          </mc:Choice>
          <mc:Fallback xmlns="">
            <p:pic>
              <p:nvPicPr>
                <p:cNvPr id="23583" name="Ink 23582">
                  <a:extLst>
                    <a:ext uri="{FF2B5EF4-FFF2-40B4-BE49-F238E27FC236}">
                      <a16:creationId xmlns:a16="http://schemas.microsoft.com/office/drawing/2014/main" id="{4A5ECFDE-2AC9-DD02-7E72-2A96344B810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2304" y="4969386"/>
                  <a:ext cx="343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3584" name="Ink 23583">
                  <a:extLst>
                    <a:ext uri="{FF2B5EF4-FFF2-40B4-BE49-F238E27FC236}">
                      <a16:creationId xmlns:a16="http://schemas.microsoft.com/office/drawing/2014/main" id="{126A1D2C-B9FA-9739-35A7-4652AD352AB3}"/>
                    </a:ext>
                  </a:extLst>
                </p14:cNvPr>
                <p14:cNvContentPartPr/>
                <p14:nvPr/>
              </p14:nvContentPartPr>
              <p14:xfrm>
                <a:off x="1325264" y="4971906"/>
                <a:ext cx="98280" cy="234720"/>
              </p14:xfrm>
            </p:contentPart>
          </mc:Choice>
          <mc:Fallback xmlns="">
            <p:pic>
              <p:nvPicPr>
                <p:cNvPr id="23584" name="Ink 23583">
                  <a:extLst>
                    <a:ext uri="{FF2B5EF4-FFF2-40B4-BE49-F238E27FC236}">
                      <a16:creationId xmlns:a16="http://schemas.microsoft.com/office/drawing/2014/main" id="{126A1D2C-B9FA-9739-35A7-4652AD352AB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307264" y="4954266"/>
                  <a:ext cx="1339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3585" name="Ink 23584">
                  <a:extLst>
                    <a:ext uri="{FF2B5EF4-FFF2-40B4-BE49-F238E27FC236}">
                      <a16:creationId xmlns:a16="http://schemas.microsoft.com/office/drawing/2014/main" id="{73026525-74F9-CB71-739C-4A78DF12164E}"/>
                    </a:ext>
                  </a:extLst>
                </p14:cNvPr>
                <p14:cNvContentPartPr/>
                <p14:nvPr/>
              </p14:nvContentPartPr>
              <p14:xfrm>
                <a:off x="1489784" y="4943466"/>
                <a:ext cx="96480" cy="120240"/>
              </p14:xfrm>
            </p:contentPart>
          </mc:Choice>
          <mc:Fallback xmlns="">
            <p:pic>
              <p:nvPicPr>
                <p:cNvPr id="23585" name="Ink 23584">
                  <a:extLst>
                    <a:ext uri="{FF2B5EF4-FFF2-40B4-BE49-F238E27FC236}">
                      <a16:creationId xmlns:a16="http://schemas.microsoft.com/office/drawing/2014/main" id="{73026525-74F9-CB71-739C-4A78DF12164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71784" y="4925826"/>
                  <a:ext cx="1321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96" name="Group 23595">
            <a:extLst>
              <a:ext uri="{FF2B5EF4-FFF2-40B4-BE49-F238E27FC236}">
                <a16:creationId xmlns:a16="http://schemas.microsoft.com/office/drawing/2014/main" id="{D66F0E12-4091-1DFC-2F76-2265C72F5CE4}"/>
              </a:ext>
            </a:extLst>
          </p:cNvPr>
          <p:cNvGrpSpPr/>
          <p:nvPr/>
        </p:nvGrpSpPr>
        <p:grpSpPr>
          <a:xfrm>
            <a:off x="1828544" y="4663746"/>
            <a:ext cx="1170720" cy="351720"/>
            <a:chOff x="1828544" y="4663746"/>
            <a:chExt cx="117072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3586" name="Ink 23585">
                  <a:extLst>
                    <a:ext uri="{FF2B5EF4-FFF2-40B4-BE49-F238E27FC236}">
                      <a16:creationId xmlns:a16="http://schemas.microsoft.com/office/drawing/2014/main" id="{D45D4E4D-ECCB-34A1-8C5A-988265B1004C}"/>
                    </a:ext>
                  </a:extLst>
                </p14:cNvPr>
                <p14:cNvContentPartPr/>
                <p14:nvPr/>
              </p14:nvContentPartPr>
              <p14:xfrm>
                <a:off x="1828544" y="4827186"/>
                <a:ext cx="107280" cy="188280"/>
              </p14:xfrm>
            </p:contentPart>
          </mc:Choice>
          <mc:Fallback xmlns="">
            <p:pic>
              <p:nvPicPr>
                <p:cNvPr id="23586" name="Ink 23585">
                  <a:extLst>
                    <a:ext uri="{FF2B5EF4-FFF2-40B4-BE49-F238E27FC236}">
                      <a16:creationId xmlns:a16="http://schemas.microsoft.com/office/drawing/2014/main" id="{D45D4E4D-ECCB-34A1-8C5A-988265B100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810544" y="4809186"/>
                  <a:ext cx="142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3587" name="Ink 23586">
                  <a:extLst>
                    <a:ext uri="{FF2B5EF4-FFF2-40B4-BE49-F238E27FC236}">
                      <a16:creationId xmlns:a16="http://schemas.microsoft.com/office/drawing/2014/main" id="{71EA29B8-3DBC-6449-6FAD-D3C36356F4BF}"/>
                    </a:ext>
                  </a:extLst>
                </p14:cNvPr>
                <p14:cNvContentPartPr/>
                <p14:nvPr/>
              </p14:nvContentPartPr>
              <p14:xfrm>
                <a:off x="2006744" y="4877586"/>
                <a:ext cx="76680" cy="79920"/>
              </p14:xfrm>
            </p:contentPart>
          </mc:Choice>
          <mc:Fallback xmlns="">
            <p:pic>
              <p:nvPicPr>
                <p:cNvPr id="23587" name="Ink 23586">
                  <a:extLst>
                    <a:ext uri="{FF2B5EF4-FFF2-40B4-BE49-F238E27FC236}">
                      <a16:creationId xmlns:a16="http://schemas.microsoft.com/office/drawing/2014/main" id="{71EA29B8-3DBC-6449-6FAD-D3C36356F4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989104" y="4859946"/>
                  <a:ext cx="112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3588" name="Ink 23587">
                  <a:extLst>
                    <a:ext uri="{FF2B5EF4-FFF2-40B4-BE49-F238E27FC236}">
                      <a16:creationId xmlns:a16="http://schemas.microsoft.com/office/drawing/2014/main" id="{E2949283-9D08-03D6-F379-64CC776E5683}"/>
                    </a:ext>
                  </a:extLst>
                </p14:cNvPr>
                <p14:cNvContentPartPr/>
                <p14:nvPr/>
              </p14:nvContentPartPr>
              <p14:xfrm>
                <a:off x="2122304" y="4729986"/>
                <a:ext cx="27720" cy="7200"/>
              </p14:xfrm>
            </p:contentPart>
          </mc:Choice>
          <mc:Fallback xmlns="">
            <p:pic>
              <p:nvPicPr>
                <p:cNvPr id="23588" name="Ink 23587">
                  <a:extLst>
                    <a:ext uri="{FF2B5EF4-FFF2-40B4-BE49-F238E27FC236}">
                      <a16:creationId xmlns:a16="http://schemas.microsoft.com/office/drawing/2014/main" id="{E2949283-9D08-03D6-F379-64CC776E568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104664" y="4711986"/>
                  <a:ext cx="63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3589" name="Ink 23588">
                  <a:extLst>
                    <a:ext uri="{FF2B5EF4-FFF2-40B4-BE49-F238E27FC236}">
                      <a16:creationId xmlns:a16="http://schemas.microsoft.com/office/drawing/2014/main" id="{E3CA1DF0-102C-CF39-87C6-7145A82A111D}"/>
                    </a:ext>
                  </a:extLst>
                </p14:cNvPr>
                <p14:cNvContentPartPr/>
                <p14:nvPr/>
              </p14:nvContentPartPr>
              <p14:xfrm>
                <a:off x="2120504" y="4701906"/>
                <a:ext cx="60480" cy="194040"/>
              </p14:xfrm>
            </p:contentPart>
          </mc:Choice>
          <mc:Fallback xmlns="">
            <p:pic>
              <p:nvPicPr>
                <p:cNvPr id="23589" name="Ink 23588">
                  <a:extLst>
                    <a:ext uri="{FF2B5EF4-FFF2-40B4-BE49-F238E27FC236}">
                      <a16:creationId xmlns:a16="http://schemas.microsoft.com/office/drawing/2014/main" id="{E3CA1DF0-102C-CF39-87C6-7145A82A111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02504" y="4684266"/>
                  <a:ext cx="9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3590" name="Ink 23589">
                  <a:extLst>
                    <a:ext uri="{FF2B5EF4-FFF2-40B4-BE49-F238E27FC236}">
                      <a16:creationId xmlns:a16="http://schemas.microsoft.com/office/drawing/2014/main" id="{C15FA1F1-3E88-E915-54FD-969EEE70E1EC}"/>
                    </a:ext>
                  </a:extLst>
                </p14:cNvPr>
                <p14:cNvContentPartPr/>
                <p14:nvPr/>
              </p14:nvContentPartPr>
              <p14:xfrm>
                <a:off x="2108264" y="4804146"/>
                <a:ext cx="98280" cy="59760"/>
              </p14:xfrm>
            </p:contentPart>
          </mc:Choice>
          <mc:Fallback xmlns="">
            <p:pic>
              <p:nvPicPr>
                <p:cNvPr id="23590" name="Ink 23589">
                  <a:extLst>
                    <a:ext uri="{FF2B5EF4-FFF2-40B4-BE49-F238E27FC236}">
                      <a16:creationId xmlns:a16="http://schemas.microsoft.com/office/drawing/2014/main" id="{C15FA1F1-3E88-E915-54FD-969EEE70E1E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090624" y="4786506"/>
                  <a:ext cx="133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3591" name="Ink 23590">
                  <a:extLst>
                    <a:ext uri="{FF2B5EF4-FFF2-40B4-BE49-F238E27FC236}">
                      <a16:creationId xmlns:a16="http://schemas.microsoft.com/office/drawing/2014/main" id="{D420124A-027A-42AD-8857-B8AA1DF10B5C}"/>
                    </a:ext>
                  </a:extLst>
                </p14:cNvPr>
                <p14:cNvContentPartPr/>
                <p14:nvPr/>
              </p14:nvContentPartPr>
              <p14:xfrm>
                <a:off x="2283224" y="4744026"/>
                <a:ext cx="158400" cy="142200"/>
              </p14:xfrm>
            </p:contentPart>
          </mc:Choice>
          <mc:Fallback xmlns="">
            <p:pic>
              <p:nvPicPr>
                <p:cNvPr id="23591" name="Ink 23590">
                  <a:extLst>
                    <a:ext uri="{FF2B5EF4-FFF2-40B4-BE49-F238E27FC236}">
                      <a16:creationId xmlns:a16="http://schemas.microsoft.com/office/drawing/2014/main" id="{D420124A-027A-42AD-8857-B8AA1DF10B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65584" y="4726026"/>
                  <a:ext cx="194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3592" name="Ink 23591">
                  <a:extLst>
                    <a:ext uri="{FF2B5EF4-FFF2-40B4-BE49-F238E27FC236}">
                      <a16:creationId xmlns:a16="http://schemas.microsoft.com/office/drawing/2014/main" id="{3E6519EA-EF76-DE2C-1F88-7996FEFA3F7C}"/>
                    </a:ext>
                  </a:extLst>
                </p14:cNvPr>
                <p14:cNvContentPartPr/>
                <p14:nvPr/>
              </p14:nvContentPartPr>
              <p14:xfrm>
                <a:off x="2512904" y="4713066"/>
                <a:ext cx="137520" cy="72720"/>
              </p14:xfrm>
            </p:contentPart>
          </mc:Choice>
          <mc:Fallback xmlns="">
            <p:pic>
              <p:nvPicPr>
                <p:cNvPr id="23592" name="Ink 23591">
                  <a:extLst>
                    <a:ext uri="{FF2B5EF4-FFF2-40B4-BE49-F238E27FC236}">
                      <a16:creationId xmlns:a16="http://schemas.microsoft.com/office/drawing/2014/main" id="{3E6519EA-EF76-DE2C-1F88-7996FEFA3F7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95264" y="4695426"/>
                  <a:ext cx="173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3593" name="Ink 23592">
                  <a:extLst>
                    <a:ext uri="{FF2B5EF4-FFF2-40B4-BE49-F238E27FC236}">
                      <a16:creationId xmlns:a16="http://schemas.microsoft.com/office/drawing/2014/main" id="{05AFC151-00FF-3693-F630-6820C68DA483}"/>
                    </a:ext>
                  </a:extLst>
                </p14:cNvPr>
                <p14:cNvContentPartPr/>
                <p14:nvPr/>
              </p14:nvContentPartPr>
              <p14:xfrm>
                <a:off x="2660144" y="4676706"/>
                <a:ext cx="77400" cy="84960"/>
              </p14:xfrm>
            </p:contentPart>
          </mc:Choice>
          <mc:Fallback xmlns="">
            <p:pic>
              <p:nvPicPr>
                <p:cNvPr id="23593" name="Ink 23592">
                  <a:extLst>
                    <a:ext uri="{FF2B5EF4-FFF2-40B4-BE49-F238E27FC236}">
                      <a16:creationId xmlns:a16="http://schemas.microsoft.com/office/drawing/2014/main" id="{05AFC151-00FF-3693-F630-6820C68DA4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42504" y="4659066"/>
                  <a:ext cx="113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594" name="Ink 23593">
                  <a:extLst>
                    <a:ext uri="{FF2B5EF4-FFF2-40B4-BE49-F238E27FC236}">
                      <a16:creationId xmlns:a16="http://schemas.microsoft.com/office/drawing/2014/main" id="{57EB776F-5E40-6415-66D0-B487E2F90047}"/>
                    </a:ext>
                  </a:extLst>
                </p14:cNvPr>
                <p14:cNvContentPartPr/>
                <p14:nvPr/>
              </p14:nvContentPartPr>
              <p14:xfrm>
                <a:off x="2775344" y="4663746"/>
                <a:ext cx="223920" cy="75240"/>
              </p14:xfrm>
            </p:contentPart>
          </mc:Choice>
          <mc:Fallback xmlns="">
            <p:pic>
              <p:nvPicPr>
                <p:cNvPr id="23594" name="Ink 23593">
                  <a:extLst>
                    <a:ext uri="{FF2B5EF4-FFF2-40B4-BE49-F238E27FC236}">
                      <a16:creationId xmlns:a16="http://schemas.microsoft.com/office/drawing/2014/main" id="{57EB776F-5E40-6415-66D0-B487E2F9004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757704" y="4645746"/>
                  <a:ext cx="25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3595" name="Ink 23594">
                  <a:extLst>
                    <a:ext uri="{FF2B5EF4-FFF2-40B4-BE49-F238E27FC236}">
                      <a16:creationId xmlns:a16="http://schemas.microsoft.com/office/drawing/2014/main" id="{EAC47282-81B4-6522-29E5-F3CFB33DFDF2}"/>
                    </a:ext>
                  </a:extLst>
                </p14:cNvPr>
                <p14:cNvContentPartPr/>
                <p14:nvPr/>
              </p14:nvContentPartPr>
              <p14:xfrm>
                <a:off x="1939064" y="4916826"/>
                <a:ext cx="44280" cy="78120"/>
              </p14:xfrm>
            </p:contentPart>
          </mc:Choice>
          <mc:Fallback xmlns="">
            <p:pic>
              <p:nvPicPr>
                <p:cNvPr id="23595" name="Ink 23594">
                  <a:extLst>
                    <a:ext uri="{FF2B5EF4-FFF2-40B4-BE49-F238E27FC236}">
                      <a16:creationId xmlns:a16="http://schemas.microsoft.com/office/drawing/2014/main" id="{EAC47282-81B4-6522-29E5-F3CFB33DFDF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21064" y="4898826"/>
                  <a:ext cx="7992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14" name="Group 23613">
            <a:extLst>
              <a:ext uri="{FF2B5EF4-FFF2-40B4-BE49-F238E27FC236}">
                <a16:creationId xmlns:a16="http://schemas.microsoft.com/office/drawing/2014/main" id="{082BD6ED-F582-3A11-137F-49EBE920404C}"/>
              </a:ext>
            </a:extLst>
          </p:cNvPr>
          <p:cNvGrpSpPr/>
          <p:nvPr/>
        </p:nvGrpSpPr>
        <p:grpSpPr>
          <a:xfrm>
            <a:off x="774104" y="5635386"/>
            <a:ext cx="851400" cy="324720"/>
            <a:chOff x="774104" y="5635386"/>
            <a:chExt cx="85140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3600" name="Ink 23599">
                  <a:extLst>
                    <a:ext uri="{FF2B5EF4-FFF2-40B4-BE49-F238E27FC236}">
                      <a16:creationId xmlns:a16="http://schemas.microsoft.com/office/drawing/2014/main" id="{0D8E3446-1C2F-93C7-63FF-BF9CC56E0BE0}"/>
                    </a:ext>
                  </a:extLst>
                </p14:cNvPr>
                <p14:cNvContentPartPr/>
                <p14:nvPr/>
              </p14:nvContentPartPr>
              <p14:xfrm>
                <a:off x="774104" y="5665266"/>
                <a:ext cx="212760" cy="294840"/>
              </p14:xfrm>
            </p:contentPart>
          </mc:Choice>
          <mc:Fallback xmlns="">
            <p:pic>
              <p:nvPicPr>
                <p:cNvPr id="23600" name="Ink 23599">
                  <a:extLst>
                    <a:ext uri="{FF2B5EF4-FFF2-40B4-BE49-F238E27FC236}">
                      <a16:creationId xmlns:a16="http://schemas.microsoft.com/office/drawing/2014/main" id="{0D8E3446-1C2F-93C7-63FF-BF9CC56E0BE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6104" y="5647266"/>
                  <a:ext cx="2484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3601" name="Ink 23600">
                  <a:extLst>
                    <a:ext uri="{FF2B5EF4-FFF2-40B4-BE49-F238E27FC236}">
                      <a16:creationId xmlns:a16="http://schemas.microsoft.com/office/drawing/2014/main" id="{20351273-CE18-E4D1-6D44-B978031E6CAA}"/>
                    </a:ext>
                  </a:extLst>
                </p14:cNvPr>
                <p14:cNvContentPartPr/>
                <p14:nvPr/>
              </p14:nvContentPartPr>
              <p14:xfrm>
                <a:off x="995864" y="5807826"/>
                <a:ext cx="96120" cy="79560"/>
              </p14:xfrm>
            </p:contentPart>
          </mc:Choice>
          <mc:Fallback xmlns="">
            <p:pic>
              <p:nvPicPr>
                <p:cNvPr id="23601" name="Ink 23600">
                  <a:extLst>
                    <a:ext uri="{FF2B5EF4-FFF2-40B4-BE49-F238E27FC236}">
                      <a16:creationId xmlns:a16="http://schemas.microsoft.com/office/drawing/2014/main" id="{20351273-CE18-E4D1-6D44-B978031E6CA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7864" y="5789826"/>
                  <a:ext cx="131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3602" name="Ink 23601">
                  <a:extLst>
                    <a:ext uri="{FF2B5EF4-FFF2-40B4-BE49-F238E27FC236}">
                      <a16:creationId xmlns:a16="http://schemas.microsoft.com/office/drawing/2014/main" id="{FA323928-EAE1-A794-F193-B0C7266AA4FF}"/>
                    </a:ext>
                  </a:extLst>
                </p14:cNvPr>
                <p14:cNvContentPartPr/>
                <p14:nvPr/>
              </p14:nvContentPartPr>
              <p14:xfrm>
                <a:off x="1192424" y="5729706"/>
                <a:ext cx="160920" cy="142920"/>
              </p14:xfrm>
            </p:contentPart>
          </mc:Choice>
          <mc:Fallback xmlns="">
            <p:pic>
              <p:nvPicPr>
                <p:cNvPr id="23602" name="Ink 23601">
                  <a:extLst>
                    <a:ext uri="{FF2B5EF4-FFF2-40B4-BE49-F238E27FC236}">
                      <a16:creationId xmlns:a16="http://schemas.microsoft.com/office/drawing/2014/main" id="{FA323928-EAE1-A794-F193-B0C7266AA4F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74424" y="5712066"/>
                  <a:ext cx="196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3603" name="Ink 23602">
                  <a:extLst>
                    <a:ext uri="{FF2B5EF4-FFF2-40B4-BE49-F238E27FC236}">
                      <a16:creationId xmlns:a16="http://schemas.microsoft.com/office/drawing/2014/main" id="{B1ECD9AF-63B9-4DE2-3CF8-BC1E9B5BEC7A}"/>
                    </a:ext>
                  </a:extLst>
                </p14:cNvPr>
                <p14:cNvContentPartPr/>
                <p14:nvPr/>
              </p14:nvContentPartPr>
              <p14:xfrm>
                <a:off x="1389344" y="5723586"/>
                <a:ext cx="56880" cy="123840"/>
              </p14:xfrm>
            </p:contentPart>
          </mc:Choice>
          <mc:Fallback xmlns="">
            <p:pic>
              <p:nvPicPr>
                <p:cNvPr id="23603" name="Ink 23602">
                  <a:extLst>
                    <a:ext uri="{FF2B5EF4-FFF2-40B4-BE49-F238E27FC236}">
                      <a16:creationId xmlns:a16="http://schemas.microsoft.com/office/drawing/2014/main" id="{B1ECD9AF-63B9-4DE2-3CF8-BC1E9B5BEC7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71344" y="5705586"/>
                  <a:ext cx="92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3604" name="Ink 23603">
                  <a:extLst>
                    <a:ext uri="{FF2B5EF4-FFF2-40B4-BE49-F238E27FC236}">
                      <a16:creationId xmlns:a16="http://schemas.microsoft.com/office/drawing/2014/main" id="{901789BC-C5EA-DAE7-1958-C442E5A51EC2}"/>
                    </a:ext>
                  </a:extLst>
                </p14:cNvPr>
                <p14:cNvContentPartPr/>
                <p14:nvPr/>
              </p14:nvContentPartPr>
              <p14:xfrm>
                <a:off x="1375664" y="5635386"/>
                <a:ext cx="19080" cy="24480"/>
              </p14:xfrm>
            </p:contentPart>
          </mc:Choice>
          <mc:Fallback xmlns="">
            <p:pic>
              <p:nvPicPr>
                <p:cNvPr id="23604" name="Ink 23603">
                  <a:extLst>
                    <a:ext uri="{FF2B5EF4-FFF2-40B4-BE49-F238E27FC236}">
                      <a16:creationId xmlns:a16="http://schemas.microsoft.com/office/drawing/2014/main" id="{901789BC-C5EA-DAE7-1958-C442E5A51EC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58024" y="5617746"/>
                  <a:ext cx="54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3605" name="Ink 23604">
                  <a:extLst>
                    <a:ext uri="{FF2B5EF4-FFF2-40B4-BE49-F238E27FC236}">
                      <a16:creationId xmlns:a16="http://schemas.microsoft.com/office/drawing/2014/main" id="{EDF91490-5436-8703-F064-CA9C99DDA5BC}"/>
                    </a:ext>
                  </a:extLst>
                </p14:cNvPr>
                <p14:cNvContentPartPr/>
                <p14:nvPr/>
              </p14:nvContentPartPr>
              <p14:xfrm>
                <a:off x="1479344" y="5671386"/>
                <a:ext cx="146160" cy="73440"/>
              </p14:xfrm>
            </p:contentPart>
          </mc:Choice>
          <mc:Fallback xmlns="">
            <p:pic>
              <p:nvPicPr>
                <p:cNvPr id="23605" name="Ink 23604">
                  <a:extLst>
                    <a:ext uri="{FF2B5EF4-FFF2-40B4-BE49-F238E27FC236}">
                      <a16:creationId xmlns:a16="http://schemas.microsoft.com/office/drawing/2014/main" id="{EDF91490-5436-8703-F064-CA9C99DDA5B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461704" y="5653386"/>
                  <a:ext cx="1818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17" name="Group 23616">
            <a:extLst>
              <a:ext uri="{FF2B5EF4-FFF2-40B4-BE49-F238E27FC236}">
                <a16:creationId xmlns:a16="http://schemas.microsoft.com/office/drawing/2014/main" id="{AF4B3BE8-74FE-2561-5E61-52833EEAD7B1}"/>
              </a:ext>
            </a:extLst>
          </p:cNvPr>
          <p:cNvGrpSpPr/>
          <p:nvPr/>
        </p:nvGrpSpPr>
        <p:grpSpPr>
          <a:xfrm>
            <a:off x="1826024" y="5277546"/>
            <a:ext cx="1140840" cy="820800"/>
            <a:chOff x="1826024" y="5277546"/>
            <a:chExt cx="1140840" cy="82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3606" name="Ink 23605">
                  <a:extLst>
                    <a:ext uri="{FF2B5EF4-FFF2-40B4-BE49-F238E27FC236}">
                      <a16:creationId xmlns:a16="http://schemas.microsoft.com/office/drawing/2014/main" id="{7B1ED480-546F-75D8-4502-92A934D2A708}"/>
                    </a:ext>
                  </a:extLst>
                </p14:cNvPr>
                <p14:cNvContentPartPr/>
                <p14:nvPr/>
              </p14:nvContentPartPr>
              <p14:xfrm>
                <a:off x="1826024" y="5497506"/>
                <a:ext cx="318240" cy="186840"/>
              </p14:xfrm>
            </p:contentPart>
          </mc:Choice>
          <mc:Fallback xmlns="">
            <p:pic>
              <p:nvPicPr>
                <p:cNvPr id="23606" name="Ink 23605">
                  <a:extLst>
                    <a:ext uri="{FF2B5EF4-FFF2-40B4-BE49-F238E27FC236}">
                      <a16:creationId xmlns:a16="http://schemas.microsoft.com/office/drawing/2014/main" id="{7B1ED480-546F-75D8-4502-92A934D2A70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808384" y="5479866"/>
                  <a:ext cx="3538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3607" name="Ink 23606">
                  <a:extLst>
                    <a:ext uri="{FF2B5EF4-FFF2-40B4-BE49-F238E27FC236}">
                      <a16:creationId xmlns:a16="http://schemas.microsoft.com/office/drawing/2014/main" id="{9E515FEE-39E7-69DA-FF79-85E87E6930C4}"/>
                    </a:ext>
                  </a:extLst>
                </p14:cNvPr>
                <p14:cNvContentPartPr/>
                <p14:nvPr/>
              </p14:nvContentPartPr>
              <p14:xfrm>
                <a:off x="2221304" y="5277546"/>
                <a:ext cx="113400" cy="256680"/>
              </p14:xfrm>
            </p:contentPart>
          </mc:Choice>
          <mc:Fallback xmlns="">
            <p:pic>
              <p:nvPicPr>
                <p:cNvPr id="23607" name="Ink 23606">
                  <a:extLst>
                    <a:ext uri="{FF2B5EF4-FFF2-40B4-BE49-F238E27FC236}">
                      <a16:creationId xmlns:a16="http://schemas.microsoft.com/office/drawing/2014/main" id="{9E515FEE-39E7-69DA-FF79-85E87E6930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03304" y="5259906"/>
                  <a:ext cx="149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3608" name="Ink 23607">
                  <a:extLst>
                    <a:ext uri="{FF2B5EF4-FFF2-40B4-BE49-F238E27FC236}">
                      <a16:creationId xmlns:a16="http://schemas.microsoft.com/office/drawing/2014/main" id="{AA10FBF2-0700-ED1D-C868-5E14E9B58048}"/>
                    </a:ext>
                  </a:extLst>
                </p14:cNvPr>
                <p14:cNvContentPartPr/>
                <p14:nvPr/>
              </p14:nvContentPartPr>
              <p14:xfrm>
                <a:off x="1978304" y="5851746"/>
                <a:ext cx="125640" cy="246600"/>
              </p14:xfrm>
            </p:contentPart>
          </mc:Choice>
          <mc:Fallback xmlns="">
            <p:pic>
              <p:nvPicPr>
                <p:cNvPr id="23608" name="Ink 23607">
                  <a:extLst>
                    <a:ext uri="{FF2B5EF4-FFF2-40B4-BE49-F238E27FC236}">
                      <a16:creationId xmlns:a16="http://schemas.microsoft.com/office/drawing/2014/main" id="{AA10FBF2-0700-ED1D-C868-5E14E9B5804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60304" y="5834106"/>
                  <a:ext cx="161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3609" name="Ink 23608">
                  <a:extLst>
                    <a:ext uri="{FF2B5EF4-FFF2-40B4-BE49-F238E27FC236}">
                      <a16:creationId xmlns:a16="http://schemas.microsoft.com/office/drawing/2014/main" id="{1888C5D3-327C-20A9-1719-91CD9E490C95}"/>
                    </a:ext>
                  </a:extLst>
                </p14:cNvPr>
                <p14:cNvContentPartPr/>
                <p14:nvPr/>
              </p14:nvContentPartPr>
              <p14:xfrm>
                <a:off x="2205824" y="5896026"/>
                <a:ext cx="69480" cy="106200"/>
              </p14:xfrm>
            </p:contentPart>
          </mc:Choice>
          <mc:Fallback xmlns="">
            <p:pic>
              <p:nvPicPr>
                <p:cNvPr id="23609" name="Ink 23608">
                  <a:extLst>
                    <a:ext uri="{FF2B5EF4-FFF2-40B4-BE49-F238E27FC236}">
                      <a16:creationId xmlns:a16="http://schemas.microsoft.com/office/drawing/2014/main" id="{1888C5D3-327C-20A9-1719-91CD9E490C9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188184" y="5878386"/>
                  <a:ext cx="105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3610" name="Ink 23609">
                  <a:extLst>
                    <a:ext uri="{FF2B5EF4-FFF2-40B4-BE49-F238E27FC236}">
                      <a16:creationId xmlns:a16="http://schemas.microsoft.com/office/drawing/2014/main" id="{199FF7A7-284B-DC3F-6E22-BFECF60D5ADD}"/>
                    </a:ext>
                  </a:extLst>
                </p14:cNvPr>
                <p14:cNvContentPartPr/>
                <p14:nvPr/>
              </p14:nvContentPartPr>
              <p14:xfrm>
                <a:off x="2333264" y="5853906"/>
                <a:ext cx="155880" cy="112320"/>
              </p14:xfrm>
            </p:contentPart>
          </mc:Choice>
          <mc:Fallback xmlns="">
            <p:pic>
              <p:nvPicPr>
                <p:cNvPr id="23610" name="Ink 23609">
                  <a:extLst>
                    <a:ext uri="{FF2B5EF4-FFF2-40B4-BE49-F238E27FC236}">
                      <a16:creationId xmlns:a16="http://schemas.microsoft.com/office/drawing/2014/main" id="{199FF7A7-284B-DC3F-6E22-BFECF60D5AD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15264" y="5835906"/>
                  <a:ext cx="191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3611" name="Ink 23610">
                  <a:extLst>
                    <a:ext uri="{FF2B5EF4-FFF2-40B4-BE49-F238E27FC236}">
                      <a16:creationId xmlns:a16="http://schemas.microsoft.com/office/drawing/2014/main" id="{B1B541F4-3E1F-A005-F749-59CE75A7709E}"/>
                    </a:ext>
                  </a:extLst>
                </p14:cNvPr>
                <p14:cNvContentPartPr/>
                <p14:nvPr/>
              </p14:nvContentPartPr>
              <p14:xfrm>
                <a:off x="2540624" y="5803146"/>
                <a:ext cx="85320" cy="110880"/>
              </p14:xfrm>
            </p:contentPart>
          </mc:Choice>
          <mc:Fallback xmlns="">
            <p:pic>
              <p:nvPicPr>
                <p:cNvPr id="23611" name="Ink 23610">
                  <a:extLst>
                    <a:ext uri="{FF2B5EF4-FFF2-40B4-BE49-F238E27FC236}">
                      <a16:creationId xmlns:a16="http://schemas.microsoft.com/office/drawing/2014/main" id="{B1B541F4-3E1F-A005-F749-59CE75A7709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522984" y="5785506"/>
                  <a:ext cx="120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3615" name="Ink 23614">
                  <a:extLst>
                    <a:ext uri="{FF2B5EF4-FFF2-40B4-BE49-F238E27FC236}">
                      <a16:creationId xmlns:a16="http://schemas.microsoft.com/office/drawing/2014/main" id="{DE9DD95D-1DE8-05A2-A9B6-6CC8C76CFDF1}"/>
                    </a:ext>
                  </a:extLst>
                </p14:cNvPr>
                <p14:cNvContentPartPr/>
                <p14:nvPr/>
              </p14:nvContentPartPr>
              <p14:xfrm>
                <a:off x="2732144" y="5762106"/>
                <a:ext cx="107280" cy="119880"/>
              </p14:xfrm>
            </p:contentPart>
          </mc:Choice>
          <mc:Fallback xmlns="">
            <p:pic>
              <p:nvPicPr>
                <p:cNvPr id="23615" name="Ink 23614">
                  <a:extLst>
                    <a:ext uri="{FF2B5EF4-FFF2-40B4-BE49-F238E27FC236}">
                      <a16:creationId xmlns:a16="http://schemas.microsoft.com/office/drawing/2014/main" id="{DE9DD95D-1DE8-05A2-A9B6-6CC8C76CFDF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14144" y="5744106"/>
                  <a:ext cx="142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3616" name="Ink 23615">
                  <a:extLst>
                    <a:ext uri="{FF2B5EF4-FFF2-40B4-BE49-F238E27FC236}">
                      <a16:creationId xmlns:a16="http://schemas.microsoft.com/office/drawing/2014/main" id="{337A0F0D-BA21-4F34-6A3A-F0AC401A1A64}"/>
                    </a:ext>
                  </a:extLst>
                </p14:cNvPr>
                <p14:cNvContentPartPr/>
                <p14:nvPr/>
              </p14:nvContentPartPr>
              <p14:xfrm>
                <a:off x="2867504" y="5690826"/>
                <a:ext cx="99360" cy="168840"/>
              </p14:xfrm>
            </p:contentPart>
          </mc:Choice>
          <mc:Fallback xmlns="">
            <p:pic>
              <p:nvPicPr>
                <p:cNvPr id="23616" name="Ink 23615">
                  <a:extLst>
                    <a:ext uri="{FF2B5EF4-FFF2-40B4-BE49-F238E27FC236}">
                      <a16:creationId xmlns:a16="http://schemas.microsoft.com/office/drawing/2014/main" id="{337A0F0D-BA21-4F34-6A3A-F0AC401A1A6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49864" y="5673186"/>
                  <a:ext cx="13500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40" name="Group 23639">
            <a:extLst>
              <a:ext uri="{FF2B5EF4-FFF2-40B4-BE49-F238E27FC236}">
                <a16:creationId xmlns:a16="http://schemas.microsoft.com/office/drawing/2014/main" id="{E8D037FF-9678-3F96-CC2F-7515DD317F0B}"/>
              </a:ext>
            </a:extLst>
          </p:cNvPr>
          <p:cNvGrpSpPr/>
          <p:nvPr/>
        </p:nvGrpSpPr>
        <p:grpSpPr>
          <a:xfrm>
            <a:off x="10212224" y="5586786"/>
            <a:ext cx="1074960" cy="388440"/>
            <a:chOff x="10212224" y="5586786"/>
            <a:chExt cx="107496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3629" name="Ink 23628">
                  <a:extLst>
                    <a:ext uri="{FF2B5EF4-FFF2-40B4-BE49-F238E27FC236}">
                      <a16:creationId xmlns:a16="http://schemas.microsoft.com/office/drawing/2014/main" id="{2599D8B7-9E3A-4813-237A-7A8429B14F09}"/>
                    </a:ext>
                  </a:extLst>
                </p14:cNvPr>
                <p14:cNvContentPartPr/>
                <p14:nvPr/>
              </p14:nvContentPartPr>
              <p14:xfrm>
                <a:off x="10280984" y="5622426"/>
                <a:ext cx="41760" cy="255240"/>
              </p14:xfrm>
            </p:contentPart>
          </mc:Choice>
          <mc:Fallback xmlns="">
            <p:pic>
              <p:nvPicPr>
                <p:cNvPr id="23629" name="Ink 23628">
                  <a:extLst>
                    <a:ext uri="{FF2B5EF4-FFF2-40B4-BE49-F238E27FC236}">
                      <a16:creationId xmlns:a16="http://schemas.microsoft.com/office/drawing/2014/main" id="{2599D8B7-9E3A-4813-237A-7A8429B14F0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62984" y="5604426"/>
                  <a:ext cx="774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3630" name="Ink 23629">
                  <a:extLst>
                    <a:ext uri="{FF2B5EF4-FFF2-40B4-BE49-F238E27FC236}">
                      <a16:creationId xmlns:a16="http://schemas.microsoft.com/office/drawing/2014/main" id="{B25DA65B-DB15-A02D-626B-BF7D892C90A3}"/>
                    </a:ext>
                  </a:extLst>
                </p14:cNvPr>
                <p14:cNvContentPartPr/>
                <p14:nvPr/>
              </p14:nvContentPartPr>
              <p14:xfrm>
                <a:off x="10212224" y="5614506"/>
                <a:ext cx="91080" cy="37080"/>
              </p14:xfrm>
            </p:contentPart>
          </mc:Choice>
          <mc:Fallback xmlns="">
            <p:pic>
              <p:nvPicPr>
                <p:cNvPr id="23630" name="Ink 23629">
                  <a:extLst>
                    <a:ext uri="{FF2B5EF4-FFF2-40B4-BE49-F238E27FC236}">
                      <a16:creationId xmlns:a16="http://schemas.microsoft.com/office/drawing/2014/main" id="{B25DA65B-DB15-A02D-626B-BF7D892C90A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194584" y="5596866"/>
                  <a:ext cx="126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3631" name="Ink 23630">
                  <a:extLst>
                    <a:ext uri="{FF2B5EF4-FFF2-40B4-BE49-F238E27FC236}">
                      <a16:creationId xmlns:a16="http://schemas.microsoft.com/office/drawing/2014/main" id="{FF985E95-AB40-4F78-4FDE-DC42CE5AC7C8}"/>
                    </a:ext>
                  </a:extLst>
                </p14:cNvPr>
                <p14:cNvContentPartPr/>
                <p14:nvPr/>
              </p14:nvContentPartPr>
              <p14:xfrm>
                <a:off x="10255424" y="5815026"/>
                <a:ext cx="89280" cy="33840"/>
              </p14:xfrm>
            </p:contentPart>
          </mc:Choice>
          <mc:Fallback xmlns="">
            <p:pic>
              <p:nvPicPr>
                <p:cNvPr id="23631" name="Ink 23630">
                  <a:extLst>
                    <a:ext uri="{FF2B5EF4-FFF2-40B4-BE49-F238E27FC236}">
                      <a16:creationId xmlns:a16="http://schemas.microsoft.com/office/drawing/2014/main" id="{FF985E95-AB40-4F78-4FDE-DC42CE5AC7C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237784" y="5797386"/>
                  <a:ext cx="1249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3633" name="Ink 23632">
                  <a:extLst>
                    <a:ext uri="{FF2B5EF4-FFF2-40B4-BE49-F238E27FC236}">
                      <a16:creationId xmlns:a16="http://schemas.microsoft.com/office/drawing/2014/main" id="{D87627BC-2060-C572-9141-A097865917E6}"/>
                    </a:ext>
                  </a:extLst>
                </p14:cNvPr>
                <p14:cNvContentPartPr/>
                <p14:nvPr/>
              </p14:nvContentPartPr>
              <p14:xfrm>
                <a:off x="10475384" y="5807826"/>
                <a:ext cx="7920" cy="36000"/>
              </p14:xfrm>
            </p:contentPart>
          </mc:Choice>
          <mc:Fallback xmlns="">
            <p:pic>
              <p:nvPicPr>
                <p:cNvPr id="23633" name="Ink 23632">
                  <a:extLst>
                    <a:ext uri="{FF2B5EF4-FFF2-40B4-BE49-F238E27FC236}">
                      <a16:creationId xmlns:a16="http://schemas.microsoft.com/office/drawing/2014/main" id="{D87627BC-2060-C572-9141-A097865917E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57384" y="5789826"/>
                  <a:ext cx="435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3634" name="Ink 23633">
                  <a:extLst>
                    <a:ext uri="{FF2B5EF4-FFF2-40B4-BE49-F238E27FC236}">
                      <a16:creationId xmlns:a16="http://schemas.microsoft.com/office/drawing/2014/main" id="{CF173E36-E85A-E5FC-9295-5614E7924BE9}"/>
                    </a:ext>
                  </a:extLst>
                </p14:cNvPr>
                <p14:cNvContentPartPr/>
                <p14:nvPr/>
              </p14:nvContentPartPr>
              <p14:xfrm>
                <a:off x="10493024" y="5792346"/>
                <a:ext cx="32760" cy="182880"/>
              </p14:xfrm>
            </p:contentPart>
          </mc:Choice>
          <mc:Fallback xmlns="">
            <p:pic>
              <p:nvPicPr>
                <p:cNvPr id="23634" name="Ink 23633">
                  <a:extLst>
                    <a:ext uri="{FF2B5EF4-FFF2-40B4-BE49-F238E27FC236}">
                      <a16:creationId xmlns:a16="http://schemas.microsoft.com/office/drawing/2014/main" id="{CF173E36-E85A-E5FC-9295-5614E7924B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75384" y="5774706"/>
                  <a:ext cx="68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3635" name="Ink 23634">
                  <a:extLst>
                    <a:ext uri="{FF2B5EF4-FFF2-40B4-BE49-F238E27FC236}">
                      <a16:creationId xmlns:a16="http://schemas.microsoft.com/office/drawing/2014/main" id="{1E4A051E-F5CA-D61A-2753-342CFA923260}"/>
                    </a:ext>
                  </a:extLst>
                </p14:cNvPr>
                <p14:cNvContentPartPr/>
                <p14:nvPr/>
              </p14:nvContentPartPr>
              <p14:xfrm>
                <a:off x="10503104" y="5802426"/>
                <a:ext cx="80280" cy="138960"/>
              </p14:xfrm>
            </p:contentPart>
          </mc:Choice>
          <mc:Fallback xmlns="">
            <p:pic>
              <p:nvPicPr>
                <p:cNvPr id="23635" name="Ink 23634">
                  <a:extLst>
                    <a:ext uri="{FF2B5EF4-FFF2-40B4-BE49-F238E27FC236}">
                      <a16:creationId xmlns:a16="http://schemas.microsoft.com/office/drawing/2014/main" id="{1E4A051E-F5CA-D61A-2753-342CFA92326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85104" y="5784426"/>
                  <a:ext cx="115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3636" name="Ink 23635">
                  <a:extLst>
                    <a:ext uri="{FF2B5EF4-FFF2-40B4-BE49-F238E27FC236}">
                      <a16:creationId xmlns:a16="http://schemas.microsoft.com/office/drawing/2014/main" id="{7B2B4054-0BF8-30BF-62A6-5FC6761BC10F}"/>
                    </a:ext>
                  </a:extLst>
                </p14:cNvPr>
                <p14:cNvContentPartPr/>
                <p14:nvPr/>
              </p14:nvContentPartPr>
              <p14:xfrm>
                <a:off x="10671944" y="5750226"/>
                <a:ext cx="83160" cy="176400"/>
              </p14:xfrm>
            </p:contentPart>
          </mc:Choice>
          <mc:Fallback xmlns="">
            <p:pic>
              <p:nvPicPr>
                <p:cNvPr id="23636" name="Ink 23635">
                  <a:extLst>
                    <a:ext uri="{FF2B5EF4-FFF2-40B4-BE49-F238E27FC236}">
                      <a16:creationId xmlns:a16="http://schemas.microsoft.com/office/drawing/2014/main" id="{7B2B4054-0BF8-30BF-62A6-5FC6761BC1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54304" y="5732586"/>
                  <a:ext cx="118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3637" name="Ink 23636">
                  <a:extLst>
                    <a:ext uri="{FF2B5EF4-FFF2-40B4-BE49-F238E27FC236}">
                      <a16:creationId xmlns:a16="http://schemas.microsoft.com/office/drawing/2014/main" id="{05EF0AE8-5527-CBE3-83DD-BA03110B4820}"/>
                    </a:ext>
                  </a:extLst>
                </p14:cNvPr>
                <p14:cNvContentPartPr/>
                <p14:nvPr/>
              </p14:nvContentPartPr>
              <p14:xfrm>
                <a:off x="10891544" y="5700186"/>
                <a:ext cx="29520" cy="33480"/>
              </p14:xfrm>
            </p:contentPart>
          </mc:Choice>
          <mc:Fallback xmlns="">
            <p:pic>
              <p:nvPicPr>
                <p:cNvPr id="23637" name="Ink 23636">
                  <a:extLst>
                    <a:ext uri="{FF2B5EF4-FFF2-40B4-BE49-F238E27FC236}">
                      <a16:creationId xmlns:a16="http://schemas.microsoft.com/office/drawing/2014/main" id="{05EF0AE8-5527-CBE3-83DD-BA03110B482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73544" y="5682546"/>
                  <a:ext cx="65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3638" name="Ink 23637">
                  <a:extLst>
                    <a:ext uri="{FF2B5EF4-FFF2-40B4-BE49-F238E27FC236}">
                      <a16:creationId xmlns:a16="http://schemas.microsoft.com/office/drawing/2014/main" id="{7AB10090-53E4-5FC4-47B4-CF1DCE4A1293}"/>
                    </a:ext>
                  </a:extLst>
                </p14:cNvPr>
                <p14:cNvContentPartPr/>
                <p14:nvPr/>
              </p14:nvContentPartPr>
              <p14:xfrm>
                <a:off x="10941944" y="5732586"/>
                <a:ext cx="49320" cy="33840"/>
              </p14:xfrm>
            </p:contentPart>
          </mc:Choice>
          <mc:Fallback xmlns="">
            <p:pic>
              <p:nvPicPr>
                <p:cNvPr id="23638" name="Ink 23637">
                  <a:extLst>
                    <a:ext uri="{FF2B5EF4-FFF2-40B4-BE49-F238E27FC236}">
                      <a16:creationId xmlns:a16="http://schemas.microsoft.com/office/drawing/2014/main" id="{7AB10090-53E4-5FC4-47B4-CF1DCE4A129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24304" y="5714586"/>
                  <a:ext cx="84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3639" name="Ink 23638">
                  <a:extLst>
                    <a:ext uri="{FF2B5EF4-FFF2-40B4-BE49-F238E27FC236}">
                      <a16:creationId xmlns:a16="http://schemas.microsoft.com/office/drawing/2014/main" id="{788D78F7-5560-0715-FA4A-A77FB20EACEF}"/>
                    </a:ext>
                  </a:extLst>
                </p14:cNvPr>
                <p14:cNvContentPartPr/>
                <p14:nvPr/>
              </p14:nvContentPartPr>
              <p14:xfrm>
                <a:off x="11108984" y="5586786"/>
                <a:ext cx="178200" cy="231840"/>
              </p14:xfrm>
            </p:contentPart>
          </mc:Choice>
          <mc:Fallback xmlns="">
            <p:pic>
              <p:nvPicPr>
                <p:cNvPr id="23639" name="Ink 23638">
                  <a:extLst>
                    <a:ext uri="{FF2B5EF4-FFF2-40B4-BE49-F238E27FC236}">
                      <a16:creationId xmlns:a16="http://schemas.microsoft.com/office/drawing/2014/main" id="{788D78F7-5560-0715-FA4A-A77FB20EACE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90984" y="5569146"/>
                  <a:ext cx="21384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43" name="Group 23642">
            <a:extLst>
              <a:ext uri="{FF2B5EF4-FFF2-40B4-BE49-F238E27FC236}">
                <a16:creationId xmlns:a16="http://schemas.microsoft.com/office/drawing/2014/main" id="{984DA83F-C18A-0093-F589-79F73B0AE7B8}"/>
              </a:ext>
            </a:extLst>
          </p:cNvPr>
          <p:cNvGrpSpPr/>
          <p:nvPr/>
        </p:nvGrpSpPr>
        <p:grpSpPr>
          <a:xfrm>
            <a:off x="9964904" y="4938066"/>
            <a:ext cx="943200" cy="469800"/>
            <a:chOff x="9964904" y="4938066"/>
            <a:chExt cx="94320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3623" name="Ink 23622">
                  <a:extLst>
                    <a:ext uri="{FF2B5EF4-FFF2-40B4-BE49-F238E27FC236}">
                      <a16:creationId xmlns:a16="http://schemas.microsoft.com/office/drawing/2014/main" id="{F3C62A57-6CC4-EAFE-C349-D7FFA611E24C}"/>
                    </a:ext>
                  </a:extLst>
                </p14:cNvPr>
                <p14:cNvContentPartPr/>
                <p14:nvPr/>
              </p14:nvContentPartPr>
              <p14:xfrm>
                <a:off x="9964904" y="4938066"/>
                <a:ext cx="209160" cy="257760"/>
              </p14:xfrm>
            </p:contentPart>
          </mc:Choice>
          <mc:Fallback xmlns="">
            <p:pic>
              <p:nvPicPr>
                <p:cNvPr id="23623" name="Ink 23622">
                  <a:extLst>
                    <a:ext uri="{FF2B5EF4-FFF2-40B4-BE49-F238E27FC236}">
                      <a16:creationId xmlns:a16="http://schemas.microsoft.com/office/drawing/2014/main" id="{F3C62A57-6CC4-EAFE-C349-D7FFA611E24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46904" y="4920066"/>
                  <a:ext cx="2448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3625" name="Ink 23624">
                  <a:extLst>
                    <a:ext uri="{FF2B5EF4-FFF2-40B4-BE49-F238E27FC236}">
                      <a16:creationId xmlns:a16="http://schemas.microsoft.com/office/drawing/2014/main" id="{590E5AE3-CAE0-4EA2-444C-E0E23D11BBAC}"/>
                    </a:ext>
                  </a:extLst>
                </p14:cNvPr>
                <p14:cNvContentPartPr/>
                <p14:nvPr/>
              </p14:nvContentPartPr>
              <p14:xfrm>
                <a:off x="10523264" y="5053986"/>
                <a:ext cx="65880" cy="22320"/>
              </p14:xfrm>
            </p:contentPart>
          </mc:Choice>
          <mc:Fallback xmlns="">
            <p:pic>
              <p:nvPicPr>
                <p:cNvPr id="23625" name="Ink 23624">
                  <a:extLst>
                    <a:ext uri="{FF2B5EF4-FFF2-40B4-BE49-F238E27FC236}">
                      <a16:creationId xmlns:a16="http://schemas.microsoft.com/office/drawing/2014/main" id="{590E5AE3-CAE0-4EA2-444C-E0E23D11BBA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505624" y="5035986"/>
                  <a:ext cx="101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3626" name="Ink 23625">
                  <a:extLst>
                    <a:ext uri="{FF2B5EF4-FFF2-40B4-BE49-F238E27FC236}">
                      <a16:creationId xmlns:a16="http://schemas.microsoft.com/office/drawing/2014/main" id="{37FE5BB6-1D5B-268E-C20C-9F925212B420}"/>
                    </a:ext>
                  </a:extLst>
                </p14:cNvPr>
                <p14:cNvContentPartPr/>
                <p14:nvPr/>
              </p14:nvContentPartPr>
              <p14:xfrm>
                <a:off x="10580864" y="5099346"/>
                <a:ext cx="34560" cy="22320"/>
              </p14:xfrm>
            </p:contentPart>
          </mc:Choice>
          <mc:Fallback xmlns="">
            <p:pic>
              <p:nvPicPr>
                <p:cNvPr id="23626" name="Ink 23625">
                  <a:extLst>
                    <a:ext uri="{FF2B5EF4-FFF2-40B4-BE49-F238E27FC236}">
                      <a16:creationId xmlns:a16="http://schemas.microsoft.com/office/drawing/2014/main" id="{37FE5BB6-1D5B-268E-C20C-9F925212B42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562864" y="5081706"/>
                  <a:ext cx="70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3627" name="Ink 23626">
                  <a:extLst>
                    <a:ext uri="{FF2B5EF4-FFF2-40B4-BE49-F238E27FC236}">
                      <a16:creationId xmlns:a16="http://schemas.microsoft.com/office/drawing/2014/main" id="{1DC0B414-0C0A-D03D-0458-C18E7D0E63C5}"/>
                    </a:ext>
                  </a:extLst>
                </p14:cNvPr>
                <p14:cNvContentPartPr/>
                <p14:nvPr/>
              </p14:nvContentPartPr>
              <p14:xfrm>
                <a:off x="10765904" y="4967226"/>
                <a:ext cx="142200" cy="198360"/>
              </p14:xfrm>
            </p:contentPart>
          </mc:Choice>
          <mc:Fallback xmlns="">
            <p:pic>
              <p:nvPicPr>
                <p:cNvPr id="23627" name="Ink 23626">
                  <a:extLst>
                    <a:ext uri="{FF2B5EF4-FFF2-40B4-BE49-F238E27FC236}">
                      <a16:creationId xmlns:a16="http://schemas.microsoft.com/office/drawing/2014/main" id="{1DC0B414-0C0A-D03D-0458-C18E7D0E63C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748264" y="4949226"/>
                  <a:ext cx="177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3641" name="Ink 23640">
                  <a:extLst>
                    <a:ext uri="{FF2B5EF4-FFF2-40B4-BE49-F238E27FC236}">
                      <a16:creationId xmlns:a16="http://schemas.microsoft.com/office/drawing/2014/main" id="{EFEAFF50-004C-2D79-3B3E-E002947E3B23}"/>
                    </a:ext>
                  </a:extLst>
                </p14:cNvPr>
                <p14:cNvContentPartPr/>
                <p14:nvPr/>
              </p14:nvContentPartPr>
              <p14:xfrm>
                <a:off x="10158584" y="5226786"/>
                <a:ext cx="188640" cy="181080"/>
              </p14:xfrm>
            </p:contentPart>
          </mc:Choice>
          <mc:Fallback xmlns="">
            <p:pic>
              <p:nvPicPr>
                <p:cNvPr id="23641" name="Ink 23640">
                  <a:extLst>
                    <a:ext uri="{FF2B5EF4-FFF2-40B4-BE49-F238E27FC236}">
                      <a16:creationId xmlns:a16="http://schemas.microsoft.com/office/drawing/2014/main" id="{EFEAFF50-004C-2D79-3B3E-E002947E3B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140944" y="5209146"/>
                  <a:ext cx="224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3642" name="Ink 23641">
                  <a:extLst>
                    <a:ext uri="{FF2B5EF4-FFF2-40B4-BE49-F238E27FC236}">
                      <a16:creationId xmlns:a16="http://schemas.microsoft.com/office/drawing/2014/main" id="{629B1AE3-1944-3E54-E50E-E48A8FE55C27}"/>
                    </a:ext>
                  </a:extLst>
                </p14:cNvPr>
                <p14:cNvContentPartPr/>
                <p14:nvPr/>
              </p14:nvContentPartPr>
              <p14:xfrm>
                <a:off x="10406264" y="5223186"/>
                <a:ext cx="78480" cy="150840"/>
              </p14:xfrm>
            </p:contentPart>
          </mc:Choice>
          <mc:Fallback xmlns="">
            <p:pic>
              <p:nvPicPr>
                <p:cNvPr id="23642" name="Ink 23641">
                  <a:extLst>
                    <a:ext uri="{FF2B5EF4-FFF2-40B4-BE49-F238E27FC236}">
                      <a16:creationId xmlns:a16="http://schemas.microsoft.com/office/drawing/2014/main" id="{629B1AE3-1944-3E54-E50E-E48A8FE55C2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88264" y="5205186"/>
                  <a:ext cx="11412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58" name="Group 23657">
            <a:extLst>
              <a:ext uri="{FF2B5EF4-FFF2-40B4-BE49-F238E27FC236}">
                <a16:creationId xmlns:a16="http://schemas.microsoft.com/office/drawing/2014/main" id="{BDC1134E-32E2-2295-BD58-1FF318A1EDE1}"/>
              </a:ext>
            </a:extLst>
          </p:cNvPr>
          <p:cNvGrpSpPr/>
          <p:nvPr/>
        </p:nvGrpSpPr>
        <p:grpSpPr>
          <a:xfrm>
            <a:off x="10429664" y="6109866"/>
            <a:ext cx="1560960" cy="408960"/>
            <a:chOff x="10429664" y="6109866"/>
            <a:chExt cx="156096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3644" name="Ink 23643">
                  <a:extLst>
                    <a:ext uri="{FF2B5EF4-FFF2-40B4-BE49-F238E27FC236}">
                      <a16:creationId xmlns:a16="http://schemas.microsoft.com/office/drawing/2014/main" id="{C9CF6CD5-4D37-4426-D069-A802FF8D13AA}"/>
                    </a:ext>
                  </a:extLst>
                </p14:cNvPr>
                <p14:cNvContentPartPr/>
                <p14:nvPr/>
              </p14:nvContentPartPr>
              <p14:xfrm>
                <a:off x="10429664" y="6312546"/>
                <a:ext cx="143280" cy="193680"/>
              </p14:xfrm>
            </p:contentPart>
          </mc:Choice>
          <mc:Fallback xmlns="">
            <p:pic>
              <p:nvPicPr>
                <p:cNvPr id="23644" name="Ink 23643">
                  <a:extLst>
                    <a:ext uri="{FF2B5EF4-FFF2-40B4-BE49-F238E27FC236}">
                      <a16:creationId xmlns:a16="http://schemas.microsoft.com/office/drawing/2014/main" id="{C9CF6CD5-4D37-4426-D069-A802FF8D13A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411664" y="6294546"/>
                  <a:ext cx="178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3645" name="Ink 23644">
                  <a:extLst>
                    <a:ext uri="{FF2B5EF4-FFF2-40B4-BE49-F238E27FC236}">
                      <a16:creationId xmlns:a16="http://schemas.microsoft.com/office/drawing/2014/main" id="{FDFF1C65-03F5-3E4D-7102-CA319083CFCA}"/>
                    </a:ext>
                  </a:extLst>
                </p14:cNvPr>
                <p14:cNvContentPartPr/>
                <p14:nvPr/>
              </p14:nvContentPartPr>
              <p14:xfrm>
                <a:off x="10687424" y="6285186"/>
                <a:ext cx="62280" cy="233640"/>
              </p14:xfrm>
            </p:contentPart>
          </mc:Choice>
          <mc:Fallback xmlns="">
            <p:pic>
              <p:nvPicPr>
                <p:cNvPr id="23645" name="Ink 23644">
                  <a:extLst>
                    <a:ext uri="{FF2B5EF4-FFF2-40B4-BE49-F238E27FC236}">
                      <a16:creationId xmlns:a16="http://schemas.microsoft.com/office/drawing/2014/main" id="{FDFF1C65-03F5-3E4D-7102-CA319083CFC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669424" y="6267546"/>
                  <a:ext cx="97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3646" name="Ink 23645">
                  <a:extLst>
                    <a:ext uri="{FF2B5EF4-FFF2-40B4-BE49-F238E27FC236}">
                      <a16:creationId xmlns:a16="http://schemas.microsoft.com/office/drawing/2014/main" id="{0C2DF4A7-013C-BAB4-BAAB-4802267BB380}"/>
                    </a:ext>
                  </a:extLst>
                </p14:cNvPr>
                <p14:cNvContentPartPr/>
                <p14:nvPr/>
              </p14:nvContentPartPr>
              <p14:xfrm>
                <a:off x="10707944" y="6250986"/>
                <a:ext cx="51840" cy="65160"/>
              </p14:xfrm>
            </p:contentPart>
          </mc:Choice>
          <mc:Fallback xmlns="">
            <p:pic>
              <p:nvPicPr>
                <p:cNvPr id="23646" name="Ink 23645">
                  <a:extLst>
                    <a:ext uri="{FF2B5EF4-FFF2-40B4-BE49-F238E27FC236}">
                      <a16:creationId xmlns:a16="http://schemas.microsoft.com/office/drawing/2014/main" id="{0C2DF4A7-013C-BAB4-BAAB-4802267BB38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690304" y="6233346"/>
                  <a:ext cx="874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3647" name="Ink 23646">
                  <a:extLst>
                    <a:ext uri="{FF2B5EF4-FFF2-40B4-BE49-F238E27FC236}">
                      <a16:creationId xmlns:a16="http://schemas.microsoft.com/office/drawing/2014/main" id="{1E75C8DC-82DD-E7D2-260B-4D5F569FCFFF}"/>
                    </a:ext>
                  </a:extLst>
                </p14:cNvPr>
                <p14:cNvContentPartPr/>
                <p14:nvPr/>
              </p14:nvContentPartPr>
              <p14:xfrm>
                <a:off x="10737824" y="6341706"/>
                <a:ext cx="90360" cy="57960"/>
              </p14:xfrm>
            </p:contentPart>
          </mc:Choice>
          <mc:Fallback xmlns="">
            <p:pic>
              <p:nvPicPr>
                <p:cNvPr id="23647" name="Ink 23646">
                  <a:extLst>
                    <a:ext uri="{FF2B5EF4-FFF2-40B4-BE49-F238E27FC236}">
                      <a16:creationId xmlns:a16="http://schemas.microsoft.com/office/drawing/2014/main" id="{1E75C8DC-82DD-E7D2-260B-4D5F569FCFF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20184" y="6323706"/>
                  <a:ext cx="126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3648" name="Ink 23647">
                  <a:extLst>
                    <a:ext uri="{FF2B5EF4-FFF2-40B4-BE49-F238E27FC236}">
                      <a16:creationId xmlns:a16="http://schemas.microsoft.com/office/drawing/2014/main" id="{CBA542E7-41EF-AD6E-48F0-7923BBFAC661}"/>
                    </a:ext>
                  </a:extLst>
                </p14:cNvPr>
                <p14:cNvContentPartPr/>
                <p14:nvPr/>
              </p14:nvContentPartPr>
              <p14:xfrm>
                <a:off x="10904504" y="6244146"/>
                <a:ext cx="30960" cy="186840"/>
              </p14:xfrm>
            </p:contentPart>
          </mc:Choice>
          <mc:Fallback xmlns="">
            <p:pic>
              <p:nvPicPr>
                <p:cNvPr id="23648" name="Ink 23647">
                  <a:extLst>
                    <a:ext uri="{FF2B5EF4-FFF2-40B4-BE49-F238E27FC236}">
                      <a16:creationId xmlns:a16="http://schemas.microsoft.com/office/drawing/2014/main" id="{CBA542E7-41EF-AD6E-48F0-7923BBFAC66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886864" y="6226146"/>
                  <a:ext cx="66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3649" name="Ink 23648">
                  <a:extLst>
                    <a:ext uri="{FF2B5EF4-FFF2-40B4-BE49-F238E27FC236}">
                      <a16:creationId xmlns:a16="http://schemas.microsoft.com/office/drawing/2014/main" id="{B4AEF33A-E394-E8EC-142C-0FFEB4A69C59}"/>
                    </a:ext>
                  </a:extLst>
                </p14:cNvPr>
                <p14:cNvContentPartPr/>
                <p14:nvPr/>
              </p14:nvContentPartPr>
              <p14:xfrm>
                <a:off x="10894784" y="6208506"/>
                <a:ext cx="83520" cy="83520"/>
              </p14:xfrm>
            </p:contentPart>
          </mc:Choice>
          <mc:Fallback xmlns="">
            <p:pic>
              <p:nvPicPr>
                <p:cNvPr id="23649" name="Ink 23648">
                  <a:extLst>
                    <a:ext uri="{FF2B5EF4-FFF2-40B4-BE49-F238E27FC236}">
                      <a16:creationId xmlns:a16="http://schemas.microsoft.com/office/drawing/2014/main" id="{B4AEF33A-E394-E8EC-142C-0FFEB4A69C5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77144" y="6190866"/>
                  <a:ext cx="119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3650" name="Ink 23649">
                  <a:extLst>
                    <a:ext uri="{FF2B5EF4-FFF2-40B4-BE49-F238E27FC236}">
                      <a16:creationId xmlns:a16="http://schemas.microsoft.com/office/drawing/2014/main" id="{072702B5-D77A-2595-0B9F-65BDE73EBC4A}"/>
                    </a:ext>
                  </a:extLst>
                </p14:cNvPr>
                <p14:cNvContentPartPr/>
                <p14:nvPr/>
              </p14:nvContentPartPr>
              <p14:xfrm>
                <a:off x="10920704" y="6288786"/>
                <a:ext cx="125280" cy="79560"/>
              </p14:xfrm>
            </p:contentPart>
          </mc:Choice>
          <mc:Fallback xmlns="">
            <p:pic>
              <p:nvPicPr>
                <p:cNvPr id="23650" name="Ink 23649">
                  <a:extLst>
                    <a:ext uri="{FF2B5EF4-FFF2-40B4-BE49-F238E27FC236}">
                      <a16:creationId xmlns:a16="http://schemas.microsoft.com/office/drawing/2014/main" id="{072702B5-D77A-2595-0B9F-65BDE73EBC4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02704" y="6270786"/>
                  <a:ext cx="160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3651" name="Ink 23650">
                  <a:extLst>
                    <a:ext uri="{FF2B5EF4-FFF2-40B4-BE49-F238E27FC236}">
                      <a16:creationId xmlns:a16="http://schemas.microsoft.com/office/drawing/2014/main" id="{A04FE623-B917-5C48-B2E5-E5F12A4D248A}"/>
                    </a:ext>
                  </a:extLst>
                </p14:cNvPr>
                <p14:cNvContentPartPr/>
                <p14:nvPr/>
              </p14:nvContentPartPr>
              <p14:xfrm>
                <a:off x="11200784" y="6229746"/>
                <a:ext cx="80640" cy="188280"/>
              </p14:xfrm>
            </p:contentPart>
          </mc:Choice>
          <mc:Fallback xmlns="">
            <p:pic>
              <p:nvPicPr>
                <p:cNvPr id="23651" name="Ink 23650">
                  <a:extLst>
                    <a:ext uri="{FF2B5EF4-FFF2-40B4-BE49-F238E27FC236}">
                      <a16:creationId xmlns:a16="http://schemas.microsoft.com/office/drawing/2014/main" id="{A04FE623-B917-5C48-B2E5-E5F12A4D248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83144" y="6211746"/>
                  <a:ext cx="116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3652" name="Ink 23651">
                  <a:extLst>
                    <a:ext uri="{FF2B5EF4-FFF2-40B4-BE49-F238E27FC236}">
                      <a16:creationId xmlns:a16="http://schemas.microsoft.com/office/drawing/2014/main" id="{084FFAC0-A848-6E65-AE93-DD93F7161E31}"/>
                    </a:ext>
                  </a:extLst>
                </p14:cNvPr>
                <p14:cNvContentPartPr/>
                <p14:nvPr/>
              </p14:nvContentPartPr>
              <p14:xfrm>
                <a:off x="11389064" y="6145146"/>
                <a:ext cx="25920" cy="196200"/>
              </p14:xfrm>
            </p:contentPart>
          </mc:Choice>
          <mc:Fallback xmlns="">
            <p:pic>
              <p:nvPicPr>
                <p:cNvPr id="23652" name="Ink 23651">
                  <a:extLst>
                    <a:ext uri="{FF2B5EF4-FFF2-40B4-BE49-F238E27FC236}">
                      <a16:creationId xmlns:a16="http://schemas.microsoft.com/office/drawing/2014/main" id="{084FFAC0-A848-6E65-AE93-DD93F7161E3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371424" y="6127146"/>
                  <a:ext cx="61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3653" name="Ink 23652">
                  <a:extLst>
                    <a:ext uri="{FF2B5EF4-FFF2-40B4-BE49-F238E27FC236}">
                      <a16:creationId xmlns:a16="http://schemas.microsoft.com/office/drawing/2014/main" id="{23E99419-94BB-80F4-99EE-C8A0CECCA329}"/>
                    </a:ext>
                  </a:extLst>
                </p14:cNvPr>
                <p14:cNvContentPartPr/>
                <p14:nvPr/>
              </p14:nvContentPartPr>
              <p14:xfrm>
                <a:off x="11349104" y="6202746"/>
                <a:ext cx="297000" cy="146160"/>
              </p14:xfrm>
            </p:contentPart>
          </mc:Choice>
          <mc:Fallback xmlns="">
            <p:pic>
              <p:nvPicPr>
                <p:cNvPr id="23653" name="Ink 23652">
                  <a:extLst>
                    <a:ext uri="{FF2B5EF4-FFF2-40B4-BE49-F238E27FC236}">
                      <a16:creationId xmlns:a16="http://schemas.microsoft.com/office/drawing/2014/main" id="{23E99419-94BB-80F4-99EE-C8A0CECCA32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31104" y="6184746"/>
                  <a:ext cx="332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3654" name="Ink 23653">
                  <a:extLst>
                    <a:ext uri="{FF2B5EF4-FFF2-40B4-BE49-F238E27FC236}">
                      <a16:creationId xmlns:a16="http://schemas.microsoft.com/office/drawing/2014/main" id="{82C87D36-4DAE-E801-D3E1-4C16EADDBBF8}"/>
                    </a:ext>
                  </a:extLst>
                </p14:cNvPr>
                <p14:cNvContentPartPr/>
                <p14:nvPr/>
              </p14:nvContentPartPr>
              <p14:xfrm>
                <a:off x="11683184" y="6109866"/>
                <a:ext cx="78480" cy="203760"/>
              </p14:xfrm>
            </p:contentPart>
          </mc:Choice>
          <mc:Fallback xmlns="">
            <p:pic>
              <p:nvPicPr>
                <p:cNvPr id="23654" name="Ink 23653">
                  <a:extLst>
                    <a:ext uri="{FF2B5EF4-FFF2-40B4-BE49-F238E27FC236}">
                      <a16:creationId xmlns:a16="http://schemas.microsoft.com/office/drawing/2014/main" id="{82C87D36-4DAE-E801-D3E1-4C16EADDBBF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665544" y="6092226"/>
                  <a:ext cx="114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655" name="Ink 23654">
                  <a:extLst>
                    <a:ext uri="{FF2B5EF4-FFF2-40B4-BE49-F238E27FC236}">
                      <a16:creationId xmlns:a16="http://schemas.microsoft.com/office/drawing/2014/main" id="{29D50E2C-00B3-3565-7E09-EAE44F525FF7}"/>
                    </a:ext>
                  </a:extLst>
                </p14:cNvPr>
                <p14:cNvContentPartPr/>
                <p14:nvPr/>
              </p14:nvContentPartPr>
              <p14:xfrm>
                <a:off x="11676344" y="6200586"/>
                <a:ext cx="82080" cy="54360"/>
              </p14:xfrm>
            </p:contentPart>
          </mc:Choice>
          <mc:Fallback xmlns="">
            <p:pic>
              <p:nvPicPr>
                <p:cNvPr id="23655" name="Ink 23654">
                  <a:extLst>
                    <a:ext uri="{FF2B5EF4-FFF2-40B4-BE49-F238E27FC236}">
                      <a16:creationId xmlns:a16="http://schemas.microsoft.com/office/drawing/2014/main" id="{29D50E2C-00B3-3565-7E09-EAE44F525FF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658704" y="6182586"/>
                  <a:ext cx="117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3656" name="Ink 23655">
                  <a:extLst>
                    <a:ext uri="{FF2B5EF4-FFF2-40B4-BE49-F238E27FC236}">
                      <a16:creationId xmlns:a16="http://schemas.microsoft.com/office/drawing/2014/main" id="{E68505E4-FE3B-3BFC-F56B-F1E8781CA6D2}"/>
                    </a:ext>
                  </a:extLst>
                </p14:cNvPr>
                <p14:cNvContentPartPr/>
                <p14:nvPr/>
              </p14:nvContentPartPr>
              <p14:xfrm>
                <a:off x="11861024" y="6214986"/>
                <a:ext cx="129600" cy="86400"/>
              </p14:xfrm>
            </p:contentPart>
          </mc:Choice>
          <mc:Fallback xmlns="">
            <p:pic>
              <p:nvPicPr>
                <p:cNvPr id="23656" name="Ink 23655">
                  <a:extLst>
                    <a:ext uri="{FF2B5EF4-FFF2-40B4-BE49-F238E27FC236}">
                      <a16:creationId xmlns:a16="http://schemas.microsoft.com/office/drawing/2014/main" id="{E68505E4-FE3B-3BFC-F56B-F1E8781CA6D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843024" y="6196986"/>
                  <a:ext cx="165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3657" name="Ink 23656">
                  <a:extLst>
                    <a:ext uri="{FF2B5EF4-FFF2-40B4-BE49-F238E27FC236}">
                      <a16:creationId xmlns:a16="http://schemas.microsoft.com/office/drawing/2014/main" id="{B8A5D7B7-D5B5-4592-D40D-1FDFF1761C90}"/>
                    </a:ext>
                  </a:extLst>
                </p14:cNvPr>
                <p14:cNvContentPartPr/>
                <p14:nvPr/>
              </p14:nvContentPartPr>
              <p14:xfrm>
                <a:off x="11873264" y="6153066"/>
                <a:ext cx="109440" cy="140400"/>
              </p14:xfrm>
            </p:contentPart>
          </mc:Choice>
          <mc:Fallback xmlns="">
            <p:pic>
              <p:nvPicPr>
                <p:cNvPr id="23657" name="Ink 23656">
                  <a:extLst>
                    <a:ext uri="{FF2B5EF4-FFF2-40B4-BE49-F238E27FC236}">
                      <a16:creationId xmlns:a16="http://schemas.microsoft.com/office/drawing/2014/main" id="{B8A5D7B7-D5B5-4592-D40D-1FDFF1761C9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855264" y="6135426"/>
                  <a:ext cx="14508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64" name="Group 23663">
            <a:extLst>
              <a:ext uri="{FF2B5EF4-FFF2-40B4-BE49-F238E27FC236}">
                <a16:creationId xmlns:a16="http://schemas.microsoft.com/office/drawing/2014/main" id="{ADB63C3A-7125-33FC-B987-04AFC2507DB3}"/>
              </a:ext>
            </a:extLst>
          </p:cNvPr>
          <p:cNvGrpSpPr/>
          <p:nvPr/>
        </p:nvGrpSpPr>
        <p:grpSpPr>
          <a:xfrm>
            <a:off x="10076504" y="3603906"/>
            <a:ext cx="1430280" cy="981360"/>
            <a:chOff x="10076504" y="3603906"/>
            <a:chExt cx="1430280" cy="98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3618" name="Ink 23617">
                  <a:extLst>
                    <a:ext uri="{FF2B5EF4-FFF2-40B4-BE49-F238E27FC236}">
                      <a16:creationId xmlns:a16="http://schemas.microsoft.com/office/drawing/2014/main" id="{A48105C8-6FC8-FF6A-25EE-D15C6E8761B0}"/>
                    </a:ext>
                  </a:extLst>
                </p14:cNvPr>
                <p14:cNvContentPartPr/>
                <p14:nvPr/>
              </p14:nvContentPartPr>
              <p14:xfrm>
                <a:off x="10178024" y="3671226"/>
                <a:ext cx="1328760" cy="83520"/>
              </p14:xfrm>
            </p:contentPart>
          </mc:Choice>
          <mc:Fallback xmlns="">
            <p:pic>
              <p:nvPicPr>
                <p:cNvPr id="23618" name="Ink 23617">
                  <a:extLst>
                    <a:ext uri="{FF2B5EF4-FFF2-40B4-BE49-F238E27FC236}">
                      <a16:creationId xmlns:a16="http://schemas.microsoft.com/office/drawing/2014/main" id="{A48105C8-6FC8-FF6A-25EE-D15C6E8761B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160024" y="3653226"/>
                  <a:ext cx="1364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619" name="Ink 23618">
                  <a:extLst>
                    <a:ext uri="{FF2B5EF4-FFF2-40B4-BE49-F238E27FC236}">
                      <a16:creationId xmlns:a16="http://schemas.microsoft.com/office/drawing/2014/main" id="{490456AD-2620-E2E0-11AE-5157DFA62D29}"/>
                    </a:ext>
                  </a:extLst>
                </p14:cNvPr>
                <p14:cNvContentPartPr/>
                <p14:nvPr/>
              </p14:nvContentPartPr>
              <p14:xfrm>
                <a:off x="11310944" y="3603906"/>
                <a:ext cx="129960" cy="220320"/>
              </p14:xfrm>
            </p:contentPart>
          </mc:Choice>
          <mc:Fallback xmlns="">
            <p:pic>
              <p:nvPicPr>
                <p:cNvPr id="23619" name="Ink 23618">
                  <a:extLst>
                    <a:ext uri="{FF2B5EF4-FFF2-40B4-BE49-F238E27FC236}">
                      <a16:creationId xmlns:a16="http://schemas.microsoft.com/office/drawing/2014/main" id="{490456AD-2620-E2E0-11AE-5157DFA62D2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293304" y="3585906"/>
                  <a:ext cx="165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620" name="Ink 23619">
                  <a:extLst>
                    <a:ext uri="{FF2B5EF4-FFF2-40B4-BE49-F238E27FC236}">
                      <a16:creationId xmlns:a16="http://schemas.microsoft.com/office/drawing/2014/main" id="{5EAE4FA7-1FA5-C17A-03F4-AE5ACB558A41}"/>
                    </a:ext>
                  </a:extLst>
                </p14:cNvPr>
                <p14:cNvContentPartPr/>
                <p14:nvPr/>
              </p14:nvContentPartPr>
              <p14:xfrm>
                <a:off x="10125824" y="3864186"/>
                <a:ext cx="548280" cy="680400"/>
              </p14:xfrm>
            </p:contentPart>
          </mc:Choice>
          <mc:Fallback xmlns="">
            <p:pic>
              <p:nvPicPr>
                <p:cNvPr id="23620" name="Ink 23619">
                  <a:extLst>
                    <a:ext uri="{FF2B5EF4-FFF2-40B4-BE49-F238E27FC236}">
                      <a16:creationId xmlns:a16="http://schemas.microsoft.com/office/drawing/2014/main" id="{5EAE4FA7-1FA5-C17A-03F4-AE5ACB558A4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107824" y="3846546"/>
                  <a:ext cx="58392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621" name="Ink 23620">
                  <a:extLst>
                    <a:ext uri="{FF2B5EF4-FFF2-40B4-BE49-F238E27FC236}">
                      <a16:creationId xmlns:a16="http://schemas.microsoft.com/office/drawing/2014/main" id="{75797E10-F9B8-2A42-7772-AF6742E4B90D}"/>
                    </a:ext>
                  </a:extLst>
                </p14:cNvPr>
                <p14:cNvContentPartPr/>
                <p14:nvPr/>
              </p14:nvContentPartPr>
              <p14:xfrm>
                <a:off x="10076504" y="4416426"/>
                <a:ext cx="227520" cy="168840"/>
              </p14:xfrm>
            </p:contentPart>
          </mc:Choice>
          <mc:Fallback xmlns="">
            <p:pic>
              <p:nvPicPr>
                <p:cNvPr id="23621" name="Ink 23620">
                  <a:extLst>
                    <a:ext uri="{FF2B5EF4-FFF2-40B4-BE49-F238E27FC236}">
                      <a16:creationId xmlns:a16="http://schemas.microsoft.com/office/drawing/2014/main" id="{75797E10-F9B8-2A42-7772-AF6742E4B90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58864" y="4398786"/>
                  <a:ext cx="263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3659" name="Ink 23658">
                  <a:extLst>
                    <a:ext uri="{FF2B5EF4-FFF2-40B4-BE49-F238E27FC236}">
                      <a16:creationId xmlns:a16="http://schemas.microsoft.com/office/drawing/2014/main" id="{301290F3-9BDE-D9DA-D066-3F922FDF31CA}"/>
                    </a:ext>
                  </a:extLst>
                </p14:cNvPr>
                <p14:cNvContentPartPr/>
                <p14:nvPr/>
              </p14:nvContentPartPr>
              <p14:xfrm>
                <a:off x="10174784" y="3730626"/>
                <a:ext cx="10800" cy="8280"/>
              </p14:xfrm>
            </p:contentPart>
          </mc:Choice>
          <mc:Fallback xmlns="">
            <p:pic>
              <p:nvPicPr>
                <p:cNvPr id="23659" name="Ink 23658">
                  <a:extLst>
                    <a:ext uri="{FF2B5EF4-FFF2-40B4-BE49-F238E27FC236}">
                      <a16:creationId xmlns:a16="http://schemas.microsoft.com/office/drawing/2014/main" id="{301290F3-9BDE-D9DA-D066-3F922FDF31C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156784" y="3712626"/>
                  <a:ext cx="464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79" name="Group 23678">
            <a:extLst>
              <a:ext uri="{FF2B5EF4-FFF2-40B4-BE49-F238E27FC236}">
                <a16:creationId xmlns:a16="http://schemas.microsoft.com/office/drawing/2014/main" id="{C6A69C22-85FA-7CC4-D794-3A504B0D0AF5}"/>
              </a:ext>
            </a:extLst>
          </p:cNvPr>
          <p:cNvGrpSpPr/>
          <p:nvPr/>
        </p:nvGrpSpPr>
        <p:grpSpPr>
          <a:xfrm>
            <a:off x="10183784" y="1863306"/>
            <a:ext cx="1557720" cy="1885320"/>
            <a:chOff x="10183784" y="1863306"/>
            <a:chExt cx="1557720" cy="188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3665" name="Ink 23664">
                  <a:extLst>
                    <a:ext uri="{FF2B5EF4-FFF2-40B4-BE49-F238E27FC236}">
                      <a16:creationId xmlns:a16="http://schemas.microsoft.com/office/drawing/2014/main" id="{8155C0B2-9B18-C995-BF1A-5B7E3987C0BD}"/>
                    </a:ext>
                  </a:extLst>
                </p14:cNvPr>
                <p14:cNvContentPartPr/>
                <p14:nvPr/>
              </p14:nvContentPartPr>
              <p14:xfrm>
                <a:off x="10183784" y="2321226"/>
                <a:ext cx="1548000" cy="1427400"/>
              </p14:xfrm>
            </p:contentPart>
          </mc:Choice>
          <mc:Fallback xmlns="">
            <p:pic>
              <p:nvPicPr>
                <p:cNvPr id="23665" name="Ink 23664">
                  <a:extLst>
                    <a:ext uri="{FF2B5EF4-FFF2-40B4-BE49-F238E27FC236}">
                      <a16:creationId xmlns:a16="http://schemas.microsoft.com/office/drawing/2014/main" id="{8155C0B2-9B18-C995-BF1A-5B7E3987C0B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166144" y="2303586"/>
                  <a:ext cx="1583640" cy="14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3666" name="Ink 23665">
                  <a:extLst>
                    <a:ext uri="{FF2B5EF4-FFF2-40B4-BE49-F238E27FC236}">
                      <a16:creationId xmlns:a16="http://schemas.microsoft.com/office/drawing/2014/main" id="{C0864A8B-B86C-ADAB-37A3-C3AD2ABB4CF5}"/>
                    </a:ext>
                  </a:extLst>
                </p14:cNvPr>
                <p14:cNvContentPartPr/>
                <p14:nvPr/>
              </p14:nvContentPartPr>
              <p14:xfrm>
                <a:off x="10486184" y="2107386"/>
                <a:ext cx="171720" cy="203400"/>
              </p14:xfrm>
            </p:contentPart>
          </mc:Choice>
          <mc:Fallback xmlns="">
            <p:pic>
              <p:nvPicPr>
                <p:cNvPr id="23666" name="Ink 23665">
                  <a:extLst>
                    <a:ext uri="{FF2B5EF4-FFF2-40B4-BE49-F238E27FC236}">
                      <a16:creationId xmlns:a16="http://schemas.microsoft.com/office/drawing/2014/main" id="{C0864A8B-B86C-ADAB-37A3-C3AD2ABB4CF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468544" y="2089746"/>
                  <a:ext cx="207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667" name="Ink 23666">
                  <a:extLst>
                    <a:ext uri="{FF2B5EF4-FFF2-40B4-BE49-F238E27FC236}">
                      <a16:creationId xmlns:a16="http://schemas.microsoft.com/office/drawing/2014/main" id="{11B83727-D3C9-90CC-6A8B-FB1B80CBDEE3}"/>
                    </a:ext>
                  </a:extLst>
                </p14:cNvPr>
                <p14:cNvContentPartPr/>
                <p14:nvPr/>
              </p14:nvContentPartPr>
              <p14:xfrm>
                <a:off x="10740344" y="2208906"/>
                <a:ext cx="167760" cy="149400"/>
              </p14:xfrm>
            </p:contentPart>
          </mc:Choice>
          <mc:Fallback xmlns="">
            <p:pic>
              <p:nvPicPr>
                <p:cNvPr id="23667" name="Ink 23666">
                  <a:extLst>
                    <a:ext uri="{FF2B5EF4-FFF2-40B4-BE49-F238E27FC236}">
                      <a16:creationId xmlns:a16="http://schemas.microsoft.com/office/drawing/2014/main" id="{11B83727-D3C9-90CC-6A8B-FB1B80CBDEE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722704" y="2190906"/>
                  <a:ext cx="203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668" name="Ink 23667">
                  <a:extLst>
                    <a:ext uri="{FF2B5EF4-FFF2-40B4-BE49-F238E27FC236}">
                      <a16:creationId xmlns:a16="http://schemas.microsoft.com/office/drawing/2014/main" id="{CF1AA903-CBDD-DB08-C862-5D3B50FD920B}"/>
                    </a:ext>
                  </a:extLst>
                </p14:cNvPr>
                <p14:cNvContentPartPr/>
                <p14:nvPr/>
              </p14:nvContentPartPr>
              <p14:xfrm>
                <a:off x="10954544" y="2170386"/>
                <a:ext cx="104760" cy="149400"/>
              </p14:xfrm>
            </p:contentPart>
          </mc:Choice>
          <mc:Fallback xmlns="">
            <p:pic>
              <p:nvPicPr>
                <p:cNvPr id="23668" name="Ink 23667">
                  <a:extLst>
                    <a:ext uri="{FF2B5EF4-FFF2-40B4-BE49-F238E27FC236}">
                      <a16:creationId xmlns:a16="http://schemas.microsoft.com/office/drawing/2014/main" id="{CF1AA903-CBDD-DB08-C862-5D3B50FD920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36904" y="2152386"/>
                  <a:ext cx="140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3669" name="Ink 23668">
                  <a:extLst>
                    <a:ext uri="{FF2B5EF4-FFF2-40B4-BE49-F238E27FC236}">
                      <a16:creationId xmlns:a16="http://schemas.microsoft.com/office/drawing/2014/main" id="{CB6B5902-D54D-19A5-43AC-3BE840F705E8}"/>
                    </a:ext>
                  </a:extLst>
                </p14:cNvPr>
                <p14:cNvContentPartPr/>
                <p14:nvPr/>
              </p14:nvContentPartPr>
              <p14:xfrm>
                <a:off x="11087384" y="2128266"/>
                <a:ext cx="34560" cy="26640"/>
              </p14:xfrm>
            </p:contentPart>
          </mc:Choice>
          <mc:Fallback xmlns="">
            <p:pic>
              <p:nvPicPr>
                <p:cNvPr id="23669" name="Ink 23668">
                  <a:extLst>
                    <a:ext uri="{FF2B5EF4-FFF2-40B4-BE49-F238E27FC236}">
                      <a16:creationId xmlns:a16="http://schemas.microsoft.com/office/drawing/2014/main" id="{CB6B5902-D54D-19A5-43AC-3BE840F705E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069744" y="2110266"/>
                  <a:ext cx="702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3670" name="Ink 23669">
                  <a:extLst>
                    <a:ext uri="{FF2B5EF4-FFF2-40B4-BE49-F238E27FC236}">
                      <a16:creationId xmlns:a16="http://schemas.microsoft.com/office/drawing/2014/main" id="{7C32E400-8942-56B8-16E6-C010D4AB4CB8}"/>
                    </a:ext>
                  </a:extLst>
                </p14:cNvPr>
                <p14:cNvContentPartPr/>
                <p14:nvPr/>
              </p14:nvContentPartPr>
              <p14:xfrm>
                <a:off x="11124464" y="2173626"/>
                <a:ext cx="50040" cy="30240"/>
              </p14:xfrm>
            </p:contentPart>
          </mc:Choice>
          <mc:Fallback xmlns="">
            <p:pic>
              <p:nvPicPr>
                <p:cNvPr id="23670" name="Ink 23669">
                  <a:extLst>
                    <a:ext uri="{FF2B5EF4-FFF2-40B4-BE49-F238E27FC236}">
                      <a16:creationId xmlns:a16="http://schemas.microsoft.com/office/drawing/2014/main" id="{7C32E400-8942-56B8-16E6-C010D4AB4CB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106824" y="2155986"/>
                  <a:ext cx="85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671" name="Ink 23670">
                  <a:extLst>
                    <a:ext uri="{FF2B5EF4-FFF2-40B4-BE49-F238E27FC236}">
                      <a16:creationId xmlns:a16="http://schemas.microsoft.com/office/drawing/2014/main" id="{9EA25BB7-39C9-6686-1C46-C24320C04B4F}"/>
                    </a:ext>
                  </a:extLst>
                </p14:cNvPr>
                <p14:cNvContentPartPr/>
                <p14:nvPr/>
              </p14:nvContentPartPr>
              <p14:xfrm>
                <a:off x="11259824" y="1995066"/>
                <a:ext cx="46440" cy="180720"/>
              </p14:xfrm>
            </p:contentPart>
          </mc:Choice>
          <mc:Fallback xmlns="">
            <p:pic>
              <p:nvPicPr>
                <p:cNvPr id="23671" name="Ink 23670">
                  <a:extLst>
                    <a:ext uri="{FF2B5EF4-FFF2-40B4-BE49-F238E27FC236}">
                      <a16:creationId xmlns:a16="http://schemas.microsoft.com/office/drawing/2014/main" id="{9EA25BB7-39C9-6686-1C46-C24320C04B4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242184" y="1977066"/>
                  <a:ext cx="82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672" name="Ink 23671">
                  <a:extLst>
                    <a:ext uri="{FF2B5EF4-FFF2-40B4-BE49-F238E27FC236}">
                      <a16:creationId xmlns:a16="http://schemas.microsoft.com/office/drawing/2014/main" id="{DD6015D1-1EB3-6D17-48C5-277BD653BF58}"/>
                    </a:ext>
                  </a:extLst>
                </p14:cNvPr>
                <p14:cNvContentPartPr/>
                <p14:nvPr/>
              </p14:nvContentPartPr>
              <p14:xfrm>
                <a:off x="11390144" y="2033586"/>
                <a:ext cx="16920" cy="10800"/>
              </p14:xfrm>
            </p:contentPart>
          </mc:Choice>
          <mc:Fallback xmlns="">
            <p:pic>
              <p:nvPicPr>
                <p:cNvPr id="23672" name="Ink 23671">
                  <a:extLst>
                    <a:ext uri="{FF2B5EF4-FFF2-40B4-BE49-F238E27FC236}">
                      <a16:creationId xmlns:a16="http://schemas.microsoft.com/office/drawing/2014/main" id="{DD6015D1-1EB3-6D17-48C5-277BD653BF5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372144" y="2015586"/>
                  <a:ext cx="52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673" name="Ink 23672">
                  <a:extLst>
                    <a:ext uri="{FF2B5EF4-FFF2-40B4-BE49-F238E27FC236}">
                      <a16:creationId xmlns:a16="http://schemas.microsoft.com/office/drawing/2014/main" id="{80792861-EFFF-DD35-D5FE-C347EF39393D}"/>
                    </a:ext>
                  </a:extLst>
                </p14:cNvPr>
                <p14:cNvContentPartPr/>
                <p14:nvPr/>
              </p14:nvContentPartPr>
              <p14:xfrm>
                <a:off x="11472944" y="1926306"/>
                <a:ext cx="118800" cy="167040"/>
              </p14:xfrm>
            </p:contentPart>
          </mc:Choice>
          <mc:Fallback xmlns="">
            <p:pic>
              <p:nvPicPr>
                <p:cNvPr id="23673" name="Ink 23672">
                  <a:extLst>
                    <a:ext uri="{FF2B5EF4-FFF2-40B4-BE49-F238E27FC236}">
                      <a16:creationId xmlns:a16="http://schemas.microsoft.com/office/drawing/2014/main" id="{80792861-EFFF-DD35-D5FE-C347EF39393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454944" y="1908666"/>
                  <a:ext cx="154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674" name="Ink 23673">
                  <a:extLst>
                    <a:ext uri="{FF2B5EF4-FFF2-40B4-BE49-F238E27FC236}">
                      <a16:creationId xmlns:a16="http://schemas.microsoft.com/office/drawing/2014/main" id="{3AD7D53A-466D-0494-B4FB-9AF7DACF3AC0}"/>
                    </a:ext>
                  </a:extLst>
                </p14:cNvPr>
                <p14:cNvContentPartPr/>
                <p14:nvPr/>
              </p14:nvContentPartPr>
              <p14:xfrm>
                <a:off x="11661584" y="1863306"/>
                <a:ext cx="79920" cy="128880"/>
              </p14:xfrm>
            </p:contentPart>
          </mc:Choice>
          <mc:Fallback xmlns="">
            <p:pic>
              <p:nvPicPr>
                <p:cNvPr id="23674" name="Ink 23673">
                  <a:extLst>
                    <a:ext uri="{FF2B5EF4-FFF2-40B4-BE49-F238E27FC236}">
                      <a16:creationId xmlns:a16="http://schemas.microsoft.com/office/drawing/2014/main" id="{3AD7D53A-466D-0494-B4FB-9AF7DACF3AC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643944" y="1845306"/>
                  <a:ext cx="115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676" name="Ink 23675">
                  <a:extLst>
                    <a:ext uri="{FF2B5EF4-FFF2-40B4-BE49-F238E27FC236}">
                      <a16:creationId xmlns:a16="http://schemas.microsoft.com/office/drawing/2014/main" id="{71A09F9B-9DAB-539E-A4C9-998E506BDFD5}"/>
                    </a:ext>
                  </a:extLst>
                </p14:cNvPr>
                <p14:cNvContentPartPr/>
                <p14:nvPr/>
              </p14:nvContentPartPr>
              <p14:xfrm>
                <a:off x="11024744" y="2575026"/>
                <a:ext cx="128880" cy="149400"/>
              </p14:xfrm>
            </p:contentPart>
          </mc:Choice>
          <mc:Fallback xmlns="">
            <p:pic>
              <p:nvPicPr>
                <p:cNvPr id="23676" name="Ink 23675">
                  <a:extLst>
                    <a:ext uri="{FF2B5EF4-FFF2-40B4-BE49-F238E27FC236}">
                      <a16:creationId xmlns:a16="http://schemas.microsoft.com/office/drawing/2014/main" id="{71A09F9B-9DAB-539E-A4C9-998E506BDF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06744" y="2557026"/>
                  <a:ext cx="164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677" name="Ink 23676">
                  <a:extLst>
                    <a:ext uri="{FF2B5EF4-FFF2-40B4-BE49-F238E27FC236}">
                      <a16:creationId xmlns:a16="http://schemas.microsoft.com/office/drawing/2014/main" id="{C489D00A-B5A2-B152-0142-AF927204BBE2}"/>
                    </a:ext>
                  </a:extLst>
                </p14:cNvPr>
                <p14:cNvContentPartPr/>
                <p14:nvPr/>
              </p14:nvContentPartPr>
              <p14:xfrm>
                <a:off x="11283584" y="2531826"/>
                <a:ext cx="14760" cy="138960"/>
              </p14:xfrm>
            </p:contentPart>
          </mc:Choice>
          <mc:Fallback xmlns="">
            <p:pic>
              <p:nvPicPr>
                <p:cNvPr id="23677" name="Ink 23676">
                  <a:extLst>
                    <a:ext uri="{FF2B5EF4-FFF2-40B4-BE49-F238E27FC236}">
                      <a16:creationId xmlns:a16="http://schemas.microsoft.com/office/drawing/2014/main" id="{C489D00A-B5A2-B152-0142-AF927204BBE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265584" y="2514186"/>
                  <a:ext cx="50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678" name="Ink 23677">
                  <a:extLst>
                    <a:ext uri="{FF2B5EF4-FFF2-40B4-BE49-F238E27FC236}">
                      <a16:creationId xmlns:a16="http://schemas.microsoft.com/office/drawing/2014/main" id="{C99D1F1D-5857-3A1F-842D-11F5F67147E2}"/>
                    </a:ext>
                  </a:extLst>
                </p14:cNvPr>
                <p14:cNvContentPartPr/>
                <p14:nvPr/>
              </p14:nvContentPartPr>
              <p14:xfrm>
                <a:off x="11264504" y="2447586"/>
                <a:ext cx="159120" cy="149760"/>
              </p14:xfrm>
            </p:contentPart>
          </mc:Choice>
          <mc:Fallback xmlns="">
            <p:pic>
              <p:nvPicPr>
                <p:cNvPr id="23678" name="Ink 23677">
                  <a:extLst>
                    <a:ext uri="{FF2B5EF4-FFF2-40B4-BE49-F238E27FC236}">
                      <a16:creationId xmlns:a16="http://schemas.microsoft.com/office/drawing/2014/main" id="{C99D1F1D-5857-3A1F-842D-11F5F67147E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246504" y="2429946"/>
                  <a:ext cx="194760" cy="185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>
            <a:extLst>
              <a:ext uri="{FF2B5EF4-FFF2-40B4-BE49-F238E27FC236}">
                <a16:creationId xmlns:a16="http://schemas.microsoft.com/office/drawing/2014/main" id="{88FB30F5-A417-A902-6007-9FC26C9FE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57200"/>
            <a:ext cx="6858000" cy="294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endParaRPr lang="en-US" altLang="en-US" sz="1200"/>
          </a:p>
        </p:txBody>
      </p:sp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1409F64A-D6F9-800A-F2AB-FCF6B86952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1" y="2057401"/>
          <a:ext cx="4945063" cy="326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945809" imgH="3269263" progId="Paint.Picture">
                  <p:embed/>
                </p:oleObj>
              </mc:Choice>
              <mc:Fallback>
                <p:oleObj name="Bitmap Image" r:id="rId2" imgW="4945809" imgH="3269263" progId="Paint.Picture">
                  <p:embed/>
                  <p:pic>
                    <p:nvPicPr>
                      <p:cNvPr id="24580" name="Object 4">
                        <a:extLst>
                          <a:ext uri="{FF2B5EF4-FFF2-40B4-BE49-F238E27FC236}">
                            <a16:creationId xmlns:a16="http://schemas.microsoft.com/office/drawing/2014/main" id="{1409F64A-D6F9-800A-F2AB-FCF6B8695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2057401"/>
                        <a:ext cx="4945063" cy="326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>
            <a:extLst>
              <a:ext uri="{FF2B5EF4-FFF2-40B4-BE49-F238E27FC236}">
                <a16:creationId xmlns:a16="http://schemas.microsoft.com/office/drawing/2014/main" id="{443512B4-D599-35EA-B29B-B9080A0F9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78836" y="-63789"/>
            <a:ext cx="838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Introduction to the MOSFET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95C0E4D3-9900-C677-5784-9BC374397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Two ways of representing a MOSFET:</a:t>
            </a:r>
            <a:endParaRPr lang="en-US" altLang="en-US" sz="2400" i="1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B668C-1384-45DF-91F3-C804397B7396}"/>
              </a:ext>
            </a:extLst>
          </p:cNvPr>
          <p:cNvGrpSpPr/>
          <p:nvPr/>
        </p:nvGrpSpPr>
        <p:grpSpPr>
          <a:xfrm>
            <a:off x="9073820" y="1469216"/>
            <a:ext cx="1733760" cy="612720"/>
            <a:chOff x="9073820" y="1469216"/>
            <a:chExt cx="1733760" cy="61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3077472-10E5-CE63-4129-E7F4D157BB5F}"/>
                    </a:ext>
                  </a:extLst>
                </p14:cNvPr>
                <p14:cNvContentPartPr/>
                <p14:nvPr/>
              </p14:nvContentPartPr>
              <p14:xfrm>
                <a:off x="9748820" y="1469216"/>
                <a:ext cx="58680" cy="504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3077472-10E5-CE63-4129-E7F4D157BB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31180" y="1451216"/>
                  <a:ext cx="9432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FF06D55-DECA-425A-2F1C-B67C1A1985E4}"/>
                    </a:ext>
                  </a:extLst>
                </p14:cNvPr>
                <p14:cNvContentPartPr/>
                <p14:nvPr/>
              </p14:nvContentPartPr>
              <p14:xfrm>
                <a:off x="9717860" y="1585496"/>
                <a:ext cx="395640" cy="418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FF06D55-DECA-425A-2F1C-B67C1A1985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00220" y="1567856"/>
                  <a:ext cx="4312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AD05A7F-5A89-A1FB-6AB5-230599A1E6D1}"/>
                    </a:ext>
                  </a:extLst>
                </p14:cNvPr>
                <p14:cNvContentPartPr/>
                <p14:nvPr/>
              </p14:nvContentPartPr>
              <p14:xfrm>
                <a:off x="10055540" y="1475696"/>
                <a:ext cx="163800" cy="606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AD05A7F-5A89-A1FB-6AB5-230599A1E6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37540" y="1457696"/>
                  <a:ext cx="19944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3631FDC-A5D1-EF23-D1B9-DA599BCC3BF2}"/>
                    </a:ext>
                  </a:extLst>
                </p14:cNvPr>
                <p14:cNvContentPartPr/>
                <p14:nvPr/>
              </p14:nvContentPartPr>
              <p14:xfrm>
                <a:off x="10145180" y="1747496"/>
                <a:ext cx="662400" cy="38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3631FDC-A5D1-EF23-D1B9-DA599BCC3B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27540" y="1729496"/>
                  <a:ext cx="698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56296B-3FC9-7055-6801-51F4CF33C0C2}"/>
                    </a:ext>
                  </a:extLst>
                </p14:cNvPr>
                <p14:cNvContentPartPr/>
                <p14:nvPr/>
              </p14:nvContentPartPr>
              <p14:xfrm>
                <a:off x="9073820" y="1828856"/>
                <a:ext cx="658800" cy="51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56296B-3FC9-7055-6801-51F4CF33C0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56180" y="1811216"/>
                  <a:ext cx="6944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13AE0D-1F91-65CF-CCD3-4182B60C3A78}"/>
              </a:ext>
            </a:extLst>
          </p:cNvPr>
          <p:cNvGrpSpPr/>
          <p:nvPr/>
        </p:nvGrpSpPr>
        <p:grpSpPr>
          <a:xfrm>
            <a:off x="9349220" y="908696"/>
            <a:ext cx="941760" cy="378360"/>
            <a:chOff x="9349220" y="908696"/>
            <a:chExt cx="9417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70AB494-C90D-B79A-0BFB-1E1217F6C911}"/>
                    </a:ext>
                  </a:extLst>
                </p14:cNvPr>
                <p14:cNvContentPartPr/>
                <p14:nvPr/>
              </p14:nvContentPartPr>
              <p14:xfrm>
                <a:off x="9349220" y="967736"/>
                <a:ext cx="72720" cy="319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70AB494-C90D-B79A-0BFB-1E1217F6C9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31220" y="950096"/>
                  <a:ext cx="1083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B27C0F-CB49-A881-482D-CA1B8A75C5E3}"/>
                    </a:ext>
                  </a:extLst>
                </p14:cNvPr>
                <p14:cNvContentPartPr/>
                <p14:nvPr/>
              </p14:nvContentPartPr>
              <p14:xfrm>
                <a:off x="9361100" y="1016336"/>
                <a:ext cx="154800" cy="235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B27C0F-CB49-A881-482D-CA1B8A75C5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43100" y="998696"/>
                  <a:ext cx="190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D8781F-A9A9-9D5E-8D0B-C57B013B5509}"/>
                    </a:ext>
                  </a:extLst>
                </p14:cNvPr>
                <p14:cNvContentPartPr/>
                <p14:nvPr/>
              </p14:nvContentPartPr>
              <p14:xfrm>
                <a:off x="9609860" y="1127216"/>
                <a:ext cx="42120" cy="134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D8781F-A9A9-9D5E-8D0B-C57B013B55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92220" y="1109216"/>
                  <a:ext cx="777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045BF0D-99D3-49F5-265D-24E38040BD7C}"/>
                    </a:ext>
                  </a:extLst>
                </p14:cNvPr>
                <p14:cNvContentPartPr/>
                <p14:nvPr/>
              </p14:nvContentPartPr>
              <p14:xfrm>
                <a:off x="9572780" y="1020296"/>
                <a:ext cx="10440" cy="24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045BF0D-99D3-49F5-265D-24E38040BD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54780" y="1002296"/>
                  <a:ext cx="46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CAD1A7-08C6-7CA4-7AC8-DE364840CFB8}"/>
                    </a:ext>
                  </a:extLst>
                </p14:cNvPr>
                <p14:cNvContentPartPr/>
                <p14:nvPr/>
              </p14:nvContentPartPr>
              <p14:xfrm>
                <a:off x="9737300" y="1061696"/>
                <a:ext cx="109440" cy="110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CAD1A7-08C6-7CA4-7AC8-DE364840CFB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19300" y="1043696"/>
                  <a:ext cx="145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F51716-AC87-DD35-647C-138BCD13EDC2}"/>
                    </a:ext>
                  </a:extLst>
                </p14:cNvPr>
                <p14:cNvContentPartPr/>
                <p14:nvPr/>
              </p14:nvContentPartPr>
              <p14:xfrm>
                <a:off x="9939620" y="908696"/>
                <a:ext cx="115200" cy="231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F51716-AC87-DD35-647C-138BCD13ED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21620" y="890696"/>
                  <a:ext cx="1508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072C9E6-B24F-E9D7-8E70-24B4B48EF71D}"/>
                    </a:ext>
                  </a:extLst>
                </p14:cNvPr>
                <p14:cNvContentPartPr/>
                <p14:nvPr/>
              </p14:nvContentPartPr>
              <p14:xfrm>
                <a:off x="10175060" y="953696"/>
                <a:ext cx="115920" cy="178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072C9E6-B24F-E9D7-8E70-24B4B48EF7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57420" y="936056"/>
                  <a:ext cx="15156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7EB22C-E060-570E-61A2-076D07433BD7}"/>
              </a:ext>
            </a:extLst>
          </p:cNvPr>
          <p:cNvGrpSpPr/>
          <p:nvPr/>
        </p:nvGrpSpPr>
        <p:grpSpPr>
          <a:xfrm>
            <a:off x="8928020" y="2580536"/>
            <a:ext cx="1479960" cy="1302480"/>
            <a:chOff x="8928020" y="2580536"/>
            <a:chExt cx="1479960" cy="13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ADBE33-973E-C5C9-8603-89CE798479E4}"/>
                    </a:ext>
                  </a:extLst>
                </p14:cNvPr>
                <p14:cNvContentPartPr/>
                <p14:nvPr/>
              </p14:nvContentPartPr>
              <p14:xfrm>
                <a:off x="9863300" y="2580536"/>
                <a:ext cx="384480" cy="323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ADBE33-973E-C5C9-8603-89CE798479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45300" y="2562896"/>
                  <a:ext cx="4201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612616-934B-6A39-D287-DEF1AA5459FA}"/>
                    </a:ext>
                  </a:extLst>
                </p14:cNvPr>
                <p14:cNvContentPartPr/>
                <p14:nvPr/>
              </p14:nvContentPartPr>
              <p14:xfrm>
                <a:off x="9882380" y="2894096"/>
                <a:ext cx="394200" cy="528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612616-934B-6A39-D287-DEF1AA5459F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64380" y="2876456"/>
                  <a:ext cx="42984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3EC03B-B87E-A0BD-EC19-BC16EB3BCC94}"/>
                    </a:ext>
                  </a:extLst>
                </p14:cNvPr>
                <p14:cNvContentPartPr/>
                <p14:nvPr/>
              </p14:nvContentPartPr>
              <p14:xfrm>
                <a:off x="10323740" y="3353096"/>
                <a:ext cx="84240" cy="529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3EC03B-B87E-A0BD-EC19-BC16EB3BCC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06100" y="3335096"/>
                  <a:ext cx="11988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F5C789-1709-1F4B-2DED-8D6E70C7FF1E}"/>
                    </a:ext>
                  </a:extLst>
                </p14:cNvPr>
                <p14:cNvContentPartPr/>
                <p14:nvPr/>
              </p14:nvContentPartPr>
              <p14:xfrm>
                <a:off x="9662420" y="2995616"/>
                <a:ext cx="97200" cy="363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F5C789-1709-1F4B-2DED-8D6E70C7FF1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44420" y="2977616"/>
                  <a:ext cx="1328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DE9D36-6594-07BC-FE07-90F277F4C9A8}"/>
                    </a:ext>
                  </a:extLst>
                </p14:cNvPr>
                <p14:cNvContentPartPr/>
                <p14:nvPr/>
              </p14:nvContentPartPr>
              <p14:xfrm>
                <a:off x="8928020" y="3151496"/>
                <a:ext cx="866880" cy="25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DE9D36-6594-07BC-FE07-90F277F4C9A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10380" y="3133496"/>
                  <a:ext cx="90252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C566A18-5944-EC1A-8D20-0EE1FE0F99D5}"/>
              </a:ext>
            </a:extLst>
          </p:cNvPr>
          <p:cNvGrpSpPr/>
          <p:nvPr/>
        </p:nvGrpSpPr>
        <p:grpSpPr>
          <a:xfrm>
            <a:off x="9281540" y="2142416"/>
            <a:ext cx="1744920" cy="356760"/>
            <a:chOff x="9281540" y="2142416"/>
            <a:chExt cx="174492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C1A118-C64C-B9CB-667D-F906CBA5A998}"/>
                    </a:ext>
                  </a:extLst>
                </p14:cNvPr>
                <p14:cNvContentPartPr/>
                <p14:nvPr/>
              </p14:nvContentPartPr>
              <p14:xfrm>
                <a:off x="9281540" y="2293976"/>
                <a:ext cx="225360" cy="52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C1A118-C64C-B9CB-667D-F906CBA5A99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63540" y="2275976"/>
                  <a:ext cx="261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2D8A6D-DCD6-D659-966F-60D8ABCCD27F}"/>
                    </a:ext>
                  </a:extLst>
                </p14:cNvPr>
                <p14:cNvContentPartPr/>
                <p14:nvPr/>
              </p14:nvContentPartPr>
              <p14:xfrm>
                <a:off x="9422660" y="2304416"/>
                <a:ext cx="77400" cy="194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22D8A6D-DCD6-D659-966F-60D8ABCCD27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04660" y="2286776"/>
                  <a:ext cx="113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9E3FDA5-2BD0-1AD1-EE50-256CBAE87DA9}"/>
                    </a:ext>
                  </a:extLst>
                </p14:cNvPr>
                <p14:cNvContentPartPr/>
                <p14:nvPr/>
              </p14:nvContentPartPr>
              <p14:xfrm>
                <a:off x="9545420" y="2387576"/>
                <a:ext cx="87480" cy="109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9E3FDA5-2BD0-1AD1-EE50-256CBAE87D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27420" y="2369576"/>
                  <a:ext cx="1231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7032E8F-6231-C999-BC70-E5572A3C13ED}"/>
                    </a:ext>
                  </a:extLst>
                </p14:cNvPr>
                <p14:cNvContentPartPr/>
                <p14:nvPr/>
              </p14:nvContentPartPr>
              <p14:xfrm>
                <a:off x="9718940" y="2342576"/>
                <a:ext cx="315720" cy="123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7032E8F-6231-C999-BC70-E5572A3C13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00940" y="2324936"/>
                  <a:ext cx="351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8D8B10-91BC-2BB9-7F61-7243DE3F68BC}"/>
                    </a:ext>
                  </a:extLst>
                </p14:cNvPr>
                <p14:cNvContentPartPr/>
                <p14:nvPr/>
              </p14:nvContentPartPr>
              <p14:xfrm>
                <a:off x="10104860" y="2324936"/>
                <a:ext cx="75600" cy="110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8D8B10-91BC-2BB9-7F61-7243DE3F68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87220" y="2306936"/>
                  <a:ext cx="111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94DF879-CFFA-6DAE-F62D-2A28630A7A2F}"/>
                    </a:ext>
                  </a:extLst>
                </p14:cNvPr>
                <p14:cNvContentPartPr/>
                <p14:nvPr/>
              </p14:nvContentPartPr>
              <p14:xfrm>
                <a:off x="10245980" y="2261216"/>
                <a:ext cx="74880" cy="134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4DF879-CFFA-6DAE-F62D-2A28630A7A2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228340" y="2243576"/>
                  <a:ext cx="110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C4ABAE-FE6D-E8DB-B0B3-EA105D9A5710}"/>
                    </a:ext>
                  </a:extLst>
                </p14:cNvPr>
                <p14:cNvContentPartPr/>
                <p14:nvPr/>
              </p14:nvContentPartPr>
              <p14:xfrm>
                <a:off x="10281620" y="2174816"/>
                <a:ext cx="12600" cy="20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C4ABAE-FE6D-E8DB-B0B3-EA105D9A57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63980" y="2156816"/>
                  <a:ext cx="48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9D99696-2BBE-5341-D4F5-D7E44B94E54D}"/>
                    </a:ext>
                  </a:extLst>
                </p14:cNvPr>
                <p14:cNvContentPartPr/>
                <p14:nvPr/>
              </p14:nvContentPartPr>
              <p14:xfrm>
                <a:off x="10402940" y="2226656"/>
                <a:ext cx="38880" cy="119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9D99696-2BBE-5341-D4F5-D7E44B94E54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384940" y="2208656"/>
                  <a:ext cx="74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CD823D-FF73-58A8-E48F-07A3100F46EB}"/>
                    </a:ext>
                  </a:extLst>
                </p14:cNvPr>
                <p14:cNvContentPartPr/>
                <p14:nvPr/>
              </p14:nvContentPartPr>
              <p14:xfrm>
                <a:off x="10487540" y="2142416"/>
                <a:ext cx="74880" cy="213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CD823D-FF73-58A8-E48F-07A3100F46E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69540" y="2124776"/>
                  <a:ext cx="110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ECF431-E31E-B9B1-5E91-EF86FD11C154}"/>
                    </a:ext>
                  </a:extLst>
                </p14:cNvPr>
                <p14:cNvContentPartPr/>
                <p14:nvPr/>
              </p14:nvContentPartPr>
              <p14:xfrm>
                <a:off x="10529300" y="2252576"/>
                <a:ext cx="118800" cy="26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ECF431-E31E-B9B1-5E91-EF86FD11C15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11660" y="2234936"/>
                  <a:ext cx="154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F5BA39D-A044-C9D1-A4AF-D2E4E5A88DC8}"/>
                    </a:ext>
                  </a:extLst>
                </p14:cNvPr>
                <p14:cNvContentPartPr/>
                <p14:nvPr/>
              </p14:nvContentPartPr>
              <p14:xfrm>
                <a:off x="10689140" y="2242496"/>
                <a:ext cx="82800" cy="42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F5BA39D-A044-C9D1-A4AF-D2E4E5A88DC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71140" y="2224856"/>
                  <a:ext cx="11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F96E34-4B22-55D0-603F-2575A8C3DC7E}"/>
                    </a:ext>
                  </a:extLst>
                </p14:cNvPr>
                <p14:cNvContentPartPr/>
                <p14:nvPr/>
              </p14:nvContentPartPr>
              <p14:xfrm>
                <a:off x="10836740" y="2149256"/>
                <a:ext cx="62640" cy="99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F96E34-4B22-55D0-603F-2575A8C3DC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18740" y="2131256"/>
                  <a:ext cx="98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6CBB48-0744-1347-8C32-0EE1AE999DDE}"/>
                    </a:ext>
                  </a:extLst>
                </p14:cNvPr>
                <p14:cNvContentPartPr/>
                <p14:nvPr/>
              </p14:nvContentPartPr>
              <p14:xfrm>
                <a:off x="11021420" y="2201096"/>
                <a:ext cx="5040" cy="8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6CBB48-0744-1347-8C32-0EE1AE999DD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03780" y="2183456"/>
                  <a:ext cx="4068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CDF69A2-8AB6-2306-76BB-4CB641A9A549}"/>
                  </a:ext>
                </a:extLst>
              </p14:cNvPr>
              <p14:cNvContentPartPr/>
              <p14:nvPr/>
            </p14:nvContentPartPr>
            <p14:xfrm>
              <a:off x="4693700" y="3535256"/>
              <a:ext cx="187920" cy="1139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CDF69A2-8AB6-2306-76BB-4CB641A9A54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39700" y="3427256"/>
                <a:ext cx="295560" cy="13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C3A2BFE-B06D-5878-004F-DCBE37B8C9F0}"/>
                  </a:ext>
                </a:extLst>
              </p14:cNvPr>
              <p14:cNvContentPartPr/>
              <p14:nvPr/>
            </p14:nvContentPartPr>
            <p14:xfrm>
              <a:off x="4805300" y="4429136"/>
              <a:ext cx="17640" cy="64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C3A2BFE-B06D-5878-004F-DCBE37B8C9F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751300" y="4321136"/>
                <a:ext cx="12528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14F50446-1075-E3B1-1DBF-AAF30798D793}"/>
              </a:ext>
            </a:extLst>
          </p:cNvPr>
          <p:cNvGrpSpPr/>
          <p:nvPr/>
        </p:nvGrpSpPr>
        <p:grpSpPr>
          <a:xfrm>
            <a:off x="4886660" y="3163016"/>
            <a:ext cx="1765440" cy="1451520"/>
            <a:chOff x="4886660" y="3163016"/>
            <a:chExt cx="1765440" cy="14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8D64E6-1A29-9857-DBED-21A52F0322C6}"/>
                    </a:ext>
                  </a:extLst>
                </p14:cNvPr>
                <p14:cNvContentPartPr/>
                <p14:nvPr/>
              </p14:nvContentPartPr>
              <p14:xfrm>
                <a:off x="4886660" y="3933416"/>
                <a:ext cx="385200" cy="157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8D64E6-1A29-9857-DBED-21A52F0322C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69020" y="3915776"/>
                  <a:ext cx="420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150CA80-AA91-DAEB-6394-4551D116024C}"/>
                    </a:ext>
                  </a:extLst>
                </p14:cNvPr>
                <p14:cNvContentPartPr/>
                <p14:nvPr/>
              </p14:nvContentPartPr>
              <p14:xfrm>
                <a:off x="5225420" y="3879056"/>
                <a:ext cx="96480" cy="156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150CA80-AA91-DAEB-6394-4551D11602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07780" y="3861416"/>
                  <a:ext cx="132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E351074-71C6-EFE3-A027-208EC4F1810C}"/>
                    </a:ext>
                  </a:extLst>
                </p14:cNvPr>
                <p14:cNvContentPartPr/>
                <p14:nvPr/>
              </p14:nvContentPartPr>
              <p14:xfrm>
                <a:off x="5386340" y="3756296"/>
                <a:ext cx="105840" cy="168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E351074-71C6-EFE3-A027-208EC4F1810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68340" y="3738656"/>
                  <a:ext cx="141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06C7DC-A5B6-6163-FEB5-3C0E724DBF74}"/>
                    </a:ext>
                  </a:extLst>
                </p14:cNvPr>
                <p14:cNvContentPartPr/>
                <p14:nvPr/>
              </p14:nvContentPartPr>
              <p14:xfrm>
                <a:off x="5541140" y="3766016"/>
                <a:ext cx="81720" cy="88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06C7DC-A5B6-6163-FEB5-3C0E724DBF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23140" y="3748016"/>
                  <a:ext cx="1173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C3F6E5-470E-DBE4-D153-B27D0E2FADF5}"/>
                    </a:ext>
                  </a:extLst>
                </p14:cNvPr>
                <p14:cNvContentPartPr/>
                <p14:nvPr/>
              </p14:nvContentPartPr>
              <p14:xfrm>
                <a:off x="5637260" y="3698336"/>
                <a:ext cx="132840" cy="9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C3F6E5-470E-DBE4-D153-B27D0E2FADF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19620" y="3680336"/>
                  <a:ext cx="168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2E33DC-546B-DD86-D9BB-BFAD8707159C}"/>
                    </a:ext>
                  </a:extLst>
                </p14:cNvPr>
                <p14:cNvContentPartPr/>
                <p14:nvPr/>
              </p14:nvContentPartPr>
              <p14:xfrm>
                <a:off x="5803220" y="3582776"/>
                <a:ext cx="100440" cy="163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2E33DC-546B-DD86-D9BB-BFAD8707159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85220" y="3564776"/>
                  <a:ext cx="136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9A85B4-E94E-651B-D488-F0676F9533CA}"/>
                    </a:ext>
                  </a:extLst>
                </p14:cNvPr>
                <p14:cNvContentPartPr/>
                <p14:nvPr/>
              </p14:nvContentPartPr>
              <p14:xfrm>
                <a:off x="5843540" y="3619856"/>
                <a:ext cx="68400" cy="75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49A85B4-E94E-651B-D488-F0676F9533C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25900" y="3602216"/>
                  <a:ext cx="104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CF8C79-2A68-9C11-3CC0-4EF6262A029A}"/>
                    </a:ext>
                  </a:extLst>
                </p14:cNvPr>
                <p14:cNvContentPartPr/>
                <p14:nvPr/>
              </p14:nvContentPartPr>
              <p14:xfrm>
                <a:off x="5958380" y="3597536"/>
                <a:ext cx="77760" cy="67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CF8C79-2A68-9C11-3CC0-4EF6262A02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40380" y="3579536"/>
                  <a:ext cx="1134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0CC5BBA-2C0D-A674-ED2D-DFF619DAC8E7}"/>
                    </a:ext>
                  </a:extLst>
                </p14:cNvPr>
                <p14:cNvContentPartPr/>
                <p14:nvPr/>
              </p14:nvContentPartPr>
              <p14:xfrm>
                <a:off x="6090140" y="3510416"/>
                <a:ext cx="66600" cy="99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0CC5BBA-2C0D-A674-ED2D-DFF619DAC8E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72140" y="3492776"/>
                  <a:ext cx="102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157EE20-6224-8134-4E03-FE3F0DD358D7}"/>
                    </a:ext>
                  </a:extLst>
                </p14:cNvPr>
                <p14:cNvContentPartPr/>
                <p14:nvPr/>
              </p14:nvContentPartPr>
              <p14:xfrm>
                <a:off x="6188420" y="3389456"/>
                <a:ext cx="74160" cy="134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157EE20-6224-8134-4E03-FE3F0DD358D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70420" y="3371456"/>
                  <a:ext cx="1098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2E17014-9A69-F8B6-E08D-19A402C66011}"/>
                    </a:ext>
                  </a:extLst>
                </p14:cNvPr>
                <p14:cNvContentPartPr/>
                <p14:nvPr/>
              </p14:nvContentPartPr>
              <p14:xfrm>
                <a:off x="6266180" y="3367496"/>
                <a:ext cx="91440" cy="108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2E17014-9A69-F8B6-E08D-19A402C660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48540" y="3349496"/>
                  <a:ext cx="1270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5A5947E-F002-326F-76A2-B1E6961C4C16}"/>
                    </a:ext>
                  </a:extLst>
                </p14:cNvPr>
                <p14:cNvContentPartPr/>
                <p14:nvPr/>
              </p14:nvContentPartPr>
              <p14:xfrm>
                <a:off x="6390380" y="3336896"/>
                <a:ext cx="55440" cy="117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5A5947E-F002-326F-76A2-B1E6961C4C1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72740" y="3319256"/>
                  <a:ext cx="91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23FA20B-A670-6FA5-9051-05268DDF9D0D}"/>
                    </a:ext>
                  </a:extLst>
                </p14:cNvPr>
                <p14:cNvContentPartPr/>
                <p14:nvPr/>
              </p14:nvContentPartPr>
              <p14:xfrm>
                <a:off x="6499820" y="3163016"/>
                <a:ext cx="152280" cy="223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23FA20B-A670-6FA5-9051-05268DDF9D0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81820" y="3145376"/>
                  <a:ext cx="187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8E0EAD3-5C31-94FA-BD21-3646C0E8D521}"/>
                    </a:ext>
                  </a:extLst>
                </p14:cNvPr>
                <p14:cNvContentPartPr/>
                <p14:nvPr/>
              </p14:nvContentPartPr>
              <p14:xfrm>
                <a:off x="5298500" y="4368656"/>
                <a:ext cx="132120" cy="9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8E0EAD3-5C31-94FA-BD21-3646C0E8D52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80500" y="4350656"/>
                  <a:ext cx="167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80E6565-585C-5666-3D24-E18198494143}"/>
                    </a:ext>
                  </a:extLst>
                </p14:cNvPr>
                <p14:cNvContentPartPr/>
                <p14:nvPr/>
              </p14:nvContentPartPr>
              <p14:xfrm>
                <a:off x="5458700" y="4325096"/>
                <a:ext cx="144360" cy="111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80E6565-585C-5666-3D24-E181984941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40700" y="4307096"/>
                  <a:ext cx="1800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AA962A7-2845-9D1E-E16C-B08F5BEAD041}"/>
                    </a:ext>
                  </a:extLst>
                </p14:cNvPr>
                <p14:cNvContentPartPr/>
                <p14:nvPr/>
              </p14:nvContentPartPr>
              <p14:xfrm>
                <a:off x="5711780" y="4062296"/>
                <a:ext cx="151920" cy="199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AA962A7-2845-9D1E-E16C-B08F5BEAD04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93780" y="4044656"/>
                  <a:ext cx="187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63D016-0968-5497-3FFD-FB311F20B769}"/>
                    </a:ext>
                  </a:extLst>
                </p14:cNvPr>
                <p14:cNvContentPartPr/>
                <p14:nvPr/>
              </p14:nvContentPartPr>
              <p14:xfrm>
                <a:off x="5766860" y="4014416"/>
                <a:ext cx="330120" cy="171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63D016-0968-5497-3FFD-FB311F20B76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49220" y="3996416"/>
                  <a:ext cx="365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4B2AF4-FD1B-E1A1-1F9F-42D59F0C2F16}"/>
                    </a:ext>
                  </a:extLst>
                </p14:cNvPr>
                <p14:cNvContentPartPr/>
                <p14:nvPr/>
              </p14:nvContentPartPr>
              <p14:xfrm>
                <a:off x="6121100" y="3893096"/>
                <a:ext cx="114840" cy="126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4B2AF4-FD1B-E1A1-1F9F-42D59F0C2F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03460" y="3875096"/>
                  <a:ext cx="150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57C47E2-2780-BAE5-2EDB-A86C301574D8}"/>
                    </a:ext>
                  </a:extLst>
                </p14:cNvPr>
                <p14:cNvContentPartPr/>
                <p14:nvPr/>
              </p14:nvContentPartPr>
              <p14:xfrm>
                <a:off x="5847140" y="4452896"/>
                <a:ext cx="156240" cy="161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57C47E2-2780-BAE5-2EDB-A86C301574D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29140" y="4435256"/>
                  <a:ext cx="191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0B24822-1ACF-5328-F485-EE35BD2220BA}"/>
                    </a:ext>
                  </a:extLst>
                </p14:cNvPr>
                <p14:cNvContentPartPr/>
                <p14:nvPr/>
              </p14:nvContentPartPr>
              <p14:xfrm>
                <a:off x="6034340" y="4380896"/>
                <a:ext cx="121680" cy="90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0B24822-1ACF-5328-F485-EE35BD2220B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16340" y="4363256"/>
                  <a:ext cx="157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3706BDA-D401-4377-F175-63D59C7DDDE8}"/>
                    </a:ext>
                  </a:extLst>
                </p14:cNvPr>
                <p14:cNvContentPartPr/>
                <p14:nvPr/>
              </p14:nvContentPartPr>
              <p14:xfrm>
                <a:off x="6125420" y="4264256"/>
                <a:ext cx="133920" cy="104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3706BDA-D401-4377-F175-63D59C7DDD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07420" y="4246256"/>
                  <a:ext cx="1695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E99CAF-9329-9795-D759-64F03850BDA7}"/>
                    </a:ext>
                  </a:extLst>
                </p14:cNvPr>
                <p14:cNvContentPartPr/>
                <p14:nvPr/>
              </p14:nvContentPartPr>
              <p14:xfrm>
                <a:off x="6136220" y="4285496"/>
                <a:ext cx="63000" cy="60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E99CAF-9329-9795-D759-64F03850BDA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18580" y="4267856"/>
                  <a:ext cx="986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CBAD4EE-CAB5-420C-C453-911999C28481}"/>
                    </a:ext>
                  </a:extLst>
                </p14:cNvPr>
                <p14:cNvContentPartPr/>
                <p14:nvPr/>
              </p14:nvContentPartPr>
              <p14:xfrm>
                <a:off x="6303620" y="4244816"/>
                <a:ext cx="87120" cy="92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CBAD4EE-CAB5-420C-C453-911999C284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85620" y="4226816"/>
                  <a:ext cx="12276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97" name="Group 24596">
            <a:extLst>
              <a:ext uri="{FF2B5EF4-FFF2-40B4-BE49-F238E27FC236}">
                <a16:creationId xmlns:a16="http://schemas.microsoft.com/office/drawing/2014/main" id="{CF19B005-A2A6-90C5-4C91-60BB18D3D97C}"/>
              </a:ext>
            </a:extLst>
          </p:cNvPr>
          <p:cNvGrpSpPr/>
          <p:nvPr/>
        </p:nvGrpSpPr>
        <p:grpSpPr>
          <a:xfrm>
            <a:off x="872660" y="3534176"/>
            <a:ext cx="576000" cy="1648800"/>
            <a:chOff x="872660" y="3534176"/>
            <a:chExt cx="576000" cy="164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4577" name="Ink 24576">
                  <a:extLst>
                    <a:ext uri="{FF2B5EF4-FFF2-40B4-BE49-F238E27FC236}">
                      <a16:creationId xmlns:a16="http://schemas.microsoft.com/office/drawing/2014/main" id="{72F43703-C8E1-98D2-649E-5614466F08A0}"/>
                    </a:ext>
                  </a:extLst>
                </p14:cNvPr>
                <p14:cNvContentPartPr/>
                <p14:nvPr/>
              </p14:nvContentPartPr>
              <p14:xfrm>
                <a:off x="1332020" y="3545696"/>
                <a:ext cx="113400" cy="1602000"/>
              </p14:xfrm>
            </p:contentPart>
          </mc:Choice>
          <mc:Fallback xmlns="">
            <p:pic>
              <p:nvPicPr>
                <p:cNvPr id="24577" name="Ink 24576">
                  <a:extLst>
                    <a:ext uri="{FF2B5EF4-FFF2-40B4-BE49-F238E27FC236}">
                      <a16:creationId xmlns:a16="http://schemas.microsoft.com/office/drawing/2014/main" id="{72F43703-C8E1-98D2-649E-5614466F08A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14380" y="3527696"/>
                  <a:ext cx="149040" cy="16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4578" name="Ink 24577">
                  <a:extLst>
                    <a:ext uri="{FF2B5EF4-FFF2-40B4-BE49-F238E27FC236}">
                      <a16:creationId xmlns:a16="http://schemas.microsoft.com/office/drawing/2014/main" id="{74267533-425E-54D9-298E-4078C3626C4B}"/>
                    </a:ext>
                  </a:extLst>
                </p14:cNvPr>
                <p14:cNvContentPartPr/>
                <p14:nvPr/>
              </p14:nvContentPartPr>
              <p14:xfrm>
                <a:off x="1407620" y="5112416"/>
                <a:ext cx="41040" cy="29520"/>
              </p14:xfrm>
            </p:contentPart>
          </mc:Choice>
          <mc:Fallback xmlns="">
            <p:pic>
              <p:nvPicPr>
                <p:cNvPr id="24578" name="Ink 24577">
                  <a:extLst>
                    <a:ext uri="{FF2B5EF4-FFF2-40B4-BE49-F238E27FC236}">
                      <a16:creationId xmlns:a16="http://schemas.microsoft.com/office/drawing/2014/main" id="{74267533-425E-54D9-298E-4078C3626C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89620" y="5094776"/>
                  <a:ext cx="76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4583" name="Ink 24582">
                  <a:extLst>
                    <a:ext uri="{FF2B5EF4-FFF2-40B4-BE49-F238E27FC236}">
                      <a16:creationId xmlns:a16="http://schemas.microsoft.com/office/drawing/2014/main" id="{8DCB2168-59BB-EC67-8FD2-D57629F9ABD6}"/>
                    </a:ext>
                  </a:extLst>
                </p14:cNvPr>
                <p14:cNvContentPartPr/>
                <p14:nvPr/>
              </p14:nvContentPartPr>
              <p14:xfrm>
                <a:off x="1369100" y="3534896"/>
                <a:ext cx="29520" cy="61920"/>
              </p14:xfrm>
            </p:contentPart>
          </mc:Choice>
          <mc:Fallback xmlns="">
            <p:pic>
              <p:nvPicPr>
                <p:cNvPr id="24583" name="Ink 24582">
                  <a:extLst>
                    <a:ext uri="{FF2B5EF4-FFF2-40B4-BE49-F238E27FC236}">
                      <a16:creationId xmlns:a16="http://schemas.microsoft.com/office/drawing/2014/main" id="{8DCB2168-59BB-EC67-8FD2-D57629F9AB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51100" y="3517256"/>
                  <a:ext cx="65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4584" name="Ink 24583">
                  <a:extLst>
                    <a:ext uri="{FF2B5EF4-FFF2-40B4-BE49-F238E27FC236}">
                      <a16:creationId xmlns:a16="http://schemas.microsoft.com/office/drawing/2014/main" id="{E4736159-FA7A-C591-6F35-7B39EFE03163}"/>
                    </a:ext>
                  </a:extLst>
                </p14:cNvPr>
                <p14:cNvContentPartPr/>
                <p14:nvPr/>
              </p14:nvContentPartPr>
              <p14:xfrm>
                <a:off x="878780" y="3534176"/>
                <a:ext cx="91080" cy="182160"/>
              </p14:xfrm>
            </p:contentPart>
          </mc:Choice>
          <mc:Fallback xmlns="">
            <p:pic>
              <p:nvPicPr>
                <p:cNvPr id="24584" name="Ink 24583">
                  <a:extLst>
                    <a:ext uri="{FF2B5EF4-FFF2-40B4-BE49-F238E27FC236}">
                      <a16:creationId xmlns:a16="http://schemas.microsoft.com/office/drawing/2014/main" id="{E4736159-FA7A-C591-6F35-7B39EFE031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1140" y="3516536"/>
                  <a:ext cx="126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4585" name="Ink 24584">
                  <a:extLst>
                    <a:ext uri="{FF2B5EF4-FFF2-40B4-BE49-F238E27FC236}">
                      <a16:creationId xmlns:a16="http://schemas.microsoft.com/office/drawing/2014/main" id="{386B915D-3119-4AB0-BE87-8FAB3E624A66}"/>
                    </a:ext>
                  </a:extLst>
                </p14:cNvPr>
                <p14:cNvContentPartPr/>
                <p14:nvPr/>
              </p14:nvContentPartPr>
              <p14:xfrm>
                <a:off x="872660" y="3545696"/>
                <a:ext cx="141120" cy="173520"/>
              </p14:xfrm>
            </p:contentPart>
          </mc:Choice>
          <mc:Fallback xmlns="">
            <p:pic>
              <p:nvPicPr>
                <p:cNvPr id="24585" name="Ink 24584">
                  <a:extLst>
                    <a:ext uri="{FF2B5EF4-FFF2-40B4-BE49-F238E27FC236}">
                      <a16:creationId xmlns:a16="http://schemas.microsoft.com/office/drawing/2014/main" id="{386B915D-3119-4AB0-BE87-8FAB3E624A6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4660" y="3527696"/>
                  <a:ext cx="176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4586" name="Ink 24585">
                  <a:extLst>
                    <a:ext uri="{FF2B5EF4-FFF2-40B4-BE49-F238E27FC236}">
                      <a16:creationId xmlns:a16="http://schemas.microsoft.com/office/drawing/2014/main" id="{DBF97397-35D1-1F0A-FDD7-4C2CE56CBD80}"/>
                    </a:ext>
                  </a:extLst>
                </p14:cNvPr>
                <p14:cNvContentPartPr/>
                <p14:nvPr/>
              </p14:nvContentPartPr>
              <p14:xfrm>
                <a:off x="1077500" y="4996856"/>
                <a:ext cx="138240" cy="186120"/>
              </p14:xfrm>
            </p:contentPart>
          </mc:Choice>
          <mc:Fallback xmlns="">
            <p:pic>
              <p:nvPicPr>
                <p:cNvPr id="24586" name="Ink 24585">
                  <a:extLst>
                    <a:ext uri="{FF2B5EF4-FFF2-40B4-BE49-F238E27FC236}">
                      <a16:creationId xmlns:a16="http://schemas.microsoft.com/office/drawing/2014/main" id="{DBF97397-35D1-1F0A-FDD7-4C2CE56CBD8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9500" y="4978856"/>
                  <a:ext cx="17388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4595" name="Ink 24594">
                <a:extLst>
                  <a:ext uri="{FF2B5EF4-FFF2-40B4-BE49-F238E27FC236}">
                    <a16:creationId xmlns:a16="http://schemas.microsoft.com/office/drawing/2014/main" id="{53D87A06-677F-1096-C4D9-0BF6167469A3}"/>
                  </a:ext>
                </a:extLst>
              </p14:cNvPr>
              <p14:cNvContentPartPr/>
              <p14:nvPr/>
            </p14:nvContentPartPr>
            <p14:xfrm>
              <a:off x="2435420" y="4996496"/>
              <a:ext cx="43200" cy="64800"/>
            </p14:xfrm>
          </p:contentPart>
        </mc:Choice>
        <mc:Fallback xmlns="">
          <p:pic>
            <p:nvPicPr>
              <p:cNvPr id="24595" name="Ink 24594">
                <a:extLst>
                  <a:ext uri="{FF2B5EF4-FFF2-40B4-BE49-F238E27FC236}">
                    <a16:creationId xmlns:a16="http://schemas.microsoft.com/office/drawing/2014/main" id="{53D87A06-677F-1096-C4D9-0BF6167469A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417420" y="4978856"/>
                <a:ext cx="7884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02" name="Group 24601">
            <a:extLst>
              <a:ext uri="{FF2B5EF4-FFF2-40B4-BE49-F238E27FC236}">
                <a16:creationId xmlns:a16="http://schemas.microsoft.com/office/drawing/2014/main" id="{A2C727DA-9FF5-AB1D-2B33-715D1131BA9A}"/>
              </a:ext>
            </a:extLst>
          </p:cNvPr>
          <p:cNvGrpSpPr/>
          <p:nvPr/>
        </p:nvGrpSpPr>
        <p:grpSpPr>
          <a:xfrm>
            <a:off x="2120780" y="3480536"/>
            <a:ext cx="351000" cy="220320"/>
            <a:chOff x="2120780" y="3480536"/>
            <a:chExt cx="35100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4594" name="Ink 24593">
                  <a:extLst>
                    <a:ext uri="{FF2B5EF4-FFF2-40B4-BE49-F238E27FC236}">
                      <a16:creationId xmlns:a16="http://schemas.microsoft.com/office/drawing/2014/main" id="{2D109F56-86D0-947A-B41E-A2A1C0895DEF}"/>
                    </a:ext>
                  </a:extLst>
                </p14:cNvPr>
                <p14:cNvContentPartPr/>
                <p14:nvPr/>
              </p14:nvContentPartPr>
              <p14:xfrm>
                <a:off x="2406980" y="3480536"/>
                <a:ext cx="64800" cy="65160"/>
              </p14:xfrm>
            </p:contentPart>
          </mc:Choice>
          <mc:Fallback xmlns="">
            <p:pic>
              <p:nvPicPr>
                <p:cNvPr id="24594" name="Ink 24593">
                  <a:extLst>
                    <a:ext uri="{FF2B5EF4-FFF2-40B4-BE49-F238E27FC236}">
                      <a16:creationId xmlns:a16="http://schemas.microsoft.com/office/drawing/2014/main" id="{2D109F56-86D0-947A-B41E-A2A1C0895DE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88980" y="3462896"/>
                  <a:ext cx="100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4599" name="Ink 24598">
                  <a:extLst>
                    <a:ext uri="{FF2B5EF4-FFF2-40B4-BE49-F238E27FC236}">
                      <a16:creationId xmlns:a16="http://schemas.microsoft.com/office/drawing/2014/main" id="{B4D3AD66-9B4B-67A1-48F2-C14CE59C0EFE}"/>
                    </a:ext>
                  </a:extLst>
                </p14:cNvPr>
                <p14:cNvContentPartPr/>
                <p14:nvPr/>
              </p14:nvContentPartPr>
              <p14:xfrm>
                <a:off x="2120780" y="3506816"/>
                <a:ext cx="95760" cy="194040"/>
              </p14:xfrm>
            </p:contentPart>
          </mc:Choice>
          <mc:Fallback xmlns="">
            <p:pic>
              <p:nvPicPr>
                <p:cNvPr id="24599" name="Ink 24598">
                  <a:extLst>
                    <a:ext uri="{FF2B5EF4-FFF2-40B4-BE49-F238E27FC236}">
                      <a16:creationId xmlns:a16="http://schemas.microsoft.com/office/drawing/2014/main" id="{B4D3AD66-9B4B-67A1-48F2-C14CE59C0E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03140" y="3489176"/>
                  <a:ext cx="131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4600" name="Ink 24599">
                  <a:extLst>
                    <a:ext uri="{FF2B5EF4-FFF2-40B4-BE49-F238E27FC236}">
                      <a16:creationId xmlns:a16="http://schemas.microsoft.com/office/drawing/2014/main" id="{5D37EC17-EEBF-4102-5FB4-BC6A2F6A32D5}"/>
                    </a:ext>
                  </a:extLst>
                </p14:cNvPr>
                <p14:cNvContentPartPr/>
                <p14:nvPr/>
              </p14:nvContentPartPr>
              <p14:xfrm>
                <a:off x="2145980" y="3507176"/>
                <a:ext cx="114480" cy="174240"/>
              </p14:xfrm>
            </p:contentPart>
          </mc:Choice>
          <mc:Fallback xmlns="">
            <p:pic>
              <p:nvPicPr>
                <p:cNvPr id="24600" name="Ink 24599">
                  <a:extLst>
                    <a:ext uri="{FF2B5EF4-FFF2-40B4-BE49-F238E27FC236}">
                      <a16:creationId xmlns:a16="http://schemas.microsoft.com/office/drawing/2014/main" id="{5D37EC17-EEBF-4102-5FB4-BC6A2F6A32D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28340" y="3489176"/>
                  <a:ext cx="15012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4601" name="Ink 24600">
                <a:extLst>
                  <a:ext uri="{FF2B5EF4-FFF2-40B4-BE49-F238E27FC236}">
                    <a16:creationId xmlns:a16="http://schemas.microsoft.com/office/drawing/2014/main" id="{3E3048C8-617C-E975-D283-E3E5CA1B0D9F}"/>
                  </a:ext>
                </a:extLst>
              </p14:cNvPr>
              <p14:cNvContentPartPr/>
              <p14:nvPr/>
            </p14:nvContentPartPr>
            <p14:xfrm>
              <a:off x="2160380" y="4889576"/>
              <a:ext cx="97920" cy="228600"/>
            </p14:xfrm>
          </p:contentPart>
        </mc:Choice>
        <mc:Fallback xmlns="">
          <p:pic>
            <p:nvPicPr>
              <p:cNvPr id="24601" name="Ink 24600">
                <a:extLst>
                  <a:ext uri="{FF2B5EF4-FFF2-40B4-BE49-F238E27FC236}">
                    <a16:creationId xmlns:a16="http://schemas.microsoft.com/office/drawing/2014/main" id="{3E3048C8-617C-E975-D283-E3E5CA1B0D9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142380" y="4871576"/>
                <a:ext cx="13356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34" name="Group 24633">
            <a:extLst>
              <a:ext uri="{FF2B5EF4-FFF2-40B4-BE49-F238E27FC236}">
                <a16:creationId xmlns:a16="http://schemas.microsoft.com/office/drawing/2014/main" id="{5E250119-573C-49A2-81E5-DD85029379D9}"/>
              </a:ext>
            </a:extLst>
          </p:cNvPr>
          <p:cNvGrpSpPr/>
          <p:nvPr/>
        </p:nvGrpSpPr>
        <p:grpSpPr>
          <a:xfrm>
            <a:off x="186140" y="377696"/>
            <a:ext cx="3903480" cy="2810520"/>
            <a:chOff x="186140" y="377696"/>
            <a:chExt cx="3903480" cy="28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0BB0319-A2B0-8F3A-20F2-1C68FFEA3C80}"/>
                    </a:ext>
                  </a:extLst>
                </p14:cNvPr>
                <p14:cNvContentPartPr/>
                <p14:nvPr/>
              </p14:nvContentPartPr>
              <p14:xfrm>
                <a:off x="1005860" y="2985896"/>
                <a:ext cx="134280" cy="202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0BB0319-A2B0-8F3A-20F2-1C68FFEA3C8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7860" y="2967896"/>
                  <a:ext cx="169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3C32AAC-AC86-BF3B-084A-A31F1A0AD2BB}"/>
                    </a:ext>
                  </a:extLst>
                </p14:cNvPr>
                <p14:cNvContentPartPr/>
                <p14:nvPr/>
              </p14:nvContentPartPr>
              <p14:xfrm>
                <a:off x="1226540" y="3009296"/>
                <a:ext cx="21600" cy="176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3C32AAC-AC86-BF3B-084A-A31F1A0AD2B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208900" y="2991296"/>
                  <a:ext cx="57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4576" name="Ink 24575">
                  <a:extLst>
                    <a:ext uri="{FF2B5EF4-FFF2-40B4-BE49-F238E27FC236}">
                      <a16:creationId xmlns:a16="http://schemas.microsoft.com/office/drawing/2014/main" id="{DD2A9A1D-1478-E380-FCCC-6FECDAD55148}"/>
                    </a:ext>
                  </a:extLst>
                </p14:cNvPr>
                <p14:cNvContentPartPr/>
                <p14:nvPr/>
              </p14:nvContentPartPr>
              <p14:xfrm>
                <a:off x="1228340" y="2952056"/>
                <a:ext cx="185040" cy="190080"/>
              </p14:xfrm>
            </p:contentPart>
          </mc:Choice>
          <mc:Fallback xmlns="">
            <p:pic>
              <p:nvPicPr>
                <p:cNvPr id="24576" name="Ink 24575">
                  <a:extLst>
                    <a:ext uri="{FF2B5EF4-FFF2-40B4-BE49-F238E27FC236}">
                      <a16:creationId xmlns:a16="http://schemas.microsoft.com/office/drawing/2014/main" id="{DD2A9A1D-1478-E380-FCCC-6FECDAD5514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10340" y="2934056"/>
                  <a:ext cx="220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4587" name="Ink 24586">
                  <a:extLst>
                    <a:ext uri="{FF2B5EF4-FFF2-40B4-BE49-F238E27FC236}">
                      <a16:creationId xmlns:a16="http://schemas.microsoft.com/office/drawing/2014/main" id="{9808FF03-5E08-8723-E273-855A18A9F89C}"/>
                    </a:ext>
                  </a:extLst>
                </p14:cNvPr>
                <p14:cNvContentPartPr/>
                <p14:nvPr/>
              </p14:nvContentPartPr>
              <p14:xfrm>
                <a:off x="2169740" y="2949536"/>
                <a:ext cx="144720" cy="206280"/>
              </p14:xfrm>
            </p:contentPart>
          </mc:Choice>
          <mc:Fallback xmlns="">
            <p:pic>
              <p:nvPicPr>
                <p:cNvPr id="24587" name="Ink 24586">
                  <a:extLst>
                    <a:ext uri="{FF2B5EF4-FFF2-40B4-BE49-F238E27FC236}">
                      <a16:creationId xmlns:a16="http://schemas.microsoft.com/office/drawing/2014/main" id="{9808FF03-5E08-8723-E273-855A18A9F89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151740" y="2931536"/>
                  <a:ext cx="180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4588" name="Ink 24587">
                  <a:extLst>
                    <a:ext uri="{FF2B5EF4-FFF2-40B4-BE49-F238E27FC236}">
                      <a16:creationId xmlns:a16="http://schemas.microsoft.com/office/drawing/2014/main" id="{848F0198-3284-1269-225F-119D99D58F12}"/>
                    </a:ext>
                  </a:extLst>
                </p14:cNvPr>
                <p14:cNvContentPartPr/>
                <p14:nvPr/>
              </p14:nvContentPartPr>
              <p14:xfrm>
                <a:off x="2429660" y="2980856"/>
                <a:ext cx="66600" cy="190080"/>
              </p14:xfrm>
            </p:contentPart>
          </mc:Choice>
          <mc:Fallback xmlns="">
            <p:pic>
              <p:nvPicPr>
                <p:cNvPr id="24588" name="Ink 24587">
                  <a:extLst>
                    <a:ext uri="{FF2B5EF4-FFF2-40B4-BE49-F238E27FC236}">
                      <a16:creationId xmlns:a16="http://schemas.microsoft.com/office/drawing/2014/main" id="{848F0198-3284-1269-225F-119D99D58F1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11660" y="2962856"/>
                  <a:ext cx="102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4589" name="Ink 24588">
                  <a:extLst>
                    <a:ext uri="{FF2B5EF4-FFF2-40B4-BE49-F238E27FC236}">
                      <a16:creationId xmlns:a16="http://schemas.microsoft.com/office/drawing/2014/main" id="{D1EDD808-C1FC-57D3-5CC1-F5328606B3DF}"/>
                    </a:ext>
                  </a:extLst>
                </p14:cNvPr>
                <p14:cNvContentPartPr/>
                <p14:nvPr/>
              </p14:nvContentPartPr>
              <p14:xfrm>
                <a:off x="2457020" y="2922176"/>
                <a:ext cx="103320" cy="69840"/>
              </p14:xfrm>
            </p:contentPart>
          </mc:Choice>
          <mc:Fallback xmlns="">
            <p:pic>
              <p:nvPicPr>
                <p:cNvPr id="24589" name="Ink 24588">
                  <a:extLst>
                    <a:ext uri="{FF2B5EF4-FFF2-40B4-BE49-F238E27FC236}">
                      <a16:creationId xmlns:a16="http://schemas.microsoft.com/office/drawing/2014/main" id="{D1EDD808-C1FC-57D3-5CC1-F5328606B3D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439380" y="2904176"/>
                  <a:ext cx="138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4590" name="Ink 24589">
                  <a:extLst>
                    <a:ext uri="{FF2B5EF4-FFF2-40B4-BE49-F238E27FC236}">
                      <a16:creationId xmlns:a16="http://schemas.microsoft.com/office/drawing/2014/main" id="{14379E09-5439-C156-0523-9B9350F836E7}"/>
                    </a:ext>
                  </a:extLst>
                </p14:cNvPr>
                <p14:cNvContentPartPr/>
                <p14:nvPr/>
              </p14:nvContentPartPr>
              <p14:xfrm>
                <a:off x="2492660" y="3028016"/>
                <a:ext cx="100800" cy="66600"/>
              </p14:xfrm>
            </p:contentPart>
          </mc:Choice>
          <mc:Fallback xmlns="">
            <p:pic>
              <p:nvPicPr>
                <p:cNvPr id="24590" name="Ink 24589">
                  <a:extLst>
                    <a:ext uri="{FF2B5EF4-FFF2-40B4-BE49-F238E27FC236}">
                      <a16:creationId xmlns:a16="http://schemas.microsoft.com/office/drawing/2014/main" id="{14379E09-5439-C156-0523-9B9350F836E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75020" y="3010376"/>
                  <a:ext cx="136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4591" name="Ink 24590">
                  <a:extLst>
                    <a:ext uri="{FF2B5EF4-FFF2-40B4-BE49-F238E27FC236}">
                      <a16:creationId xmlns:a16="http://schemas.microsoft.com/office/drawing/2014/main" id="{AA6029AF-00B8-9E29-B3F5-098C79548969}"/>
                    </a:ext>
                  </a:extLst>
                </p14:cNvPr>
                <p14:cNvContentPartPr/>
                <p14:nvPr/>
              </p14:nvContentPartPr>
              <p14:xfrm>
                <a:off x="2665100" y="2915696"/>
                <a:ext cx="33120" cy="190440"/>
              </p14:xfrm>
            </p:contentPart>
          </mc:Choice>
          <mc:Fallback xmlns="">
            <p:pic>
              <p:nvPicPr>
                <p:cNvPr id="24591" name="Ink 24590">
                  <a:extLst>
                    <a:ext uri="{FF2B5EF4-FFF2-40B4-BE49-F238E27FC236}">
                      <a16:creationId xmlns:a16="http://schemas.microsoft.com/office/drawing/2014/main" id="{AA6029AF-00B8-9E29-B3F5-098C7954896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47460" y="2897696"/>
                  <a:ext cx="68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4592" name="Ink 24591">
                  <a:extLst>
                    <a:ext uri="{FF2B5EF4-FFF2-40B4-BE49-F238E27FC236}">
                      <a16:creationId xmlns:a16="http://schemas.microsoft.com/office/drawing/2014/main" id="{C730C604-F3B1-C0F7-0029-7DE0AA705FEA}"/>
                    </a:ext>
                  </a:extLst>
                </p14:cNvPr>
                <p14:cNvContentPartPr/>
                <p14:nvPr/>
              </p14:nvContentPartPr>
              <p14:xfrm>
                <a:off x="2650340" y="2903096"/>
                <a:ext cx="50760" cy="48240"/>
              </p14:xfrm>
            </p:contentPart>
          </mc:Choice>
          <mc:Fallback xmlns="">
            <p:pic>
              <p:nvPicPr>
                <p:cNvPr id="24592" name="Ink 24591">
                  <a:extLst>
                    <a:ext uri="{FF2B5EF4-FFF2-40B4-BE49-F238E27FC236}">
                      <a16:creationId xmlns:a16="http://schemas.microsoft.com/office/drawing/2014/main" id="{C730C604-F3B1-C0F7-0029-7DE0AA705FE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32700" y="2885096"/>
                  <a:ext cx="86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4593" name="Ink 24592">
                  <a:extLst>
                    <a:ext uri="{FF2B5EF4-FFF2-40B4-BE49-F238E27FC236}">
                      <a16:creationId xmlns:a16="http://schemas.microsoft.com/office/drawing/2014/main" id="{2A41FC76-65B8-C87D-F872-E94E4B47AF92}"/>
                    </a:ext>
                  </a:extLst>
                </p14:cNvPr>
                <p14:cNvContentPartPr/>
                <p14:nvPr/>
              </p14:nvContentPartPr>
              <p14:xfrm>
                <a:off x="2675900" y="2987336"/>
                <a:ext cx="123120" cy="46080"/>
              </p14:xfrm>
            </p:contentPart>
          </mc:Choice>
          <mc:Fallback xmlns="">
            <p:pic>
              <p:nvPicPr>
                <p:cNvPr id="24593" name="Ink 24592">
                  <a:extLst>
                    <a:ext uri="{FF2B5EF4-FFF2-40B4-BE49-F238E27FC236}">
                      <a16:creationId xmlns:a16="http://schemas.microsoft.com/office/drawing/2014/main" id="{2A41FC76-65B8-C87D-F872-E94E4B47AF9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57900" y="2969696"/>
                  <a:ext cx="158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4603" name="Ink 24602">
                  <a:extLst>
                    <a:ext uri="{FF2B5EF4-FFF2-40B4-BE49-F238E27FC236}">
                      <a16:creationId xmlns:a16="http://schemas.microsoft.com/office/drawing/2014/main" id="{5F732622-33CA-B900-7BFB-A3037087750C}"/>
                    </a:ext>
                  </a:extLst>
                </p14:cNvPr>
                <p14:cNvContentPartPr/>
                <p14:nvPr/>
              </p14:nvContentPartPr>
              <p14:xfrm>
                <a:off x="767900" y="946856"/>
                <a:ext cx="270360" cy="330840"/>
              </p14:xfrm>
            </p:contentPart>
          </mc:Choice>
          <mc:Fallback xmlns="">
            <p:pic>
              <p:nvPicPr>
                <p:cNvPr id="24603" name="Ink 24602">
                  <a:extLst>
                    <a:ext uri="{FF2B5EF4-FFF2-40B4-BE49-F238E27FC236}">
                      <a16:creationId xmlns:a16="http://schemas.microsoft.com/office/drawing/2014/main" id="{5F732622-33CA-B900-7BFB-A3037087750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0260" y="929216"/>
                  <a:ext cx="3060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4604" name="Ink 24603">
                  <a:extLst>
                    <a:ext uri="{FF2B5EF4-FFF2-40B4-BE49-F238E27FC236}">
                      <a16:creationId xmlns:a16="http://schemas.microsoft.com/office/drawing/2014/main" id="{F85557CD-8BBD-5636-5879-26EFBDEA03FE}"/>
                    </a:ext>
                  </a:extLst>
                </p14:cNvPr>
                <p14:cNvContentPartPr/>
                <p14:nvPr/>
              </p14:nvContentPartPr>
              <p14:xfrm>
                <a:off x="1235540" y="1196336"/>
                <a:ext cx="240480" cy="218160"/>
              </p14:xfrm>
            </p:contentPart>
          </mc:Choice>
          <mc:Fallback xmlns="">
            <p:pic>
              <p:nvPicPr>
                <p:cNvPr id="24604" name="Ink 24603">
                  <a:extLst>
                    <a:ext uri="{FF2B5EF4-FFF2-40B4-BE49-F238E27FC236}">
                      <a16:creationId xmlns:a16="http://schemas.microsoft.com/office/drawing/2014/main" id="{F85557CD-8BBD-5636-5879-26EFBDEA03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17900" y="1178336"/>
                  <a:ext cx="276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4605" name="Ink 24604">
                  <a:extLst>
                    <a:ext uri="{FF2B5EF4-FFF2-40B4-BE49-F238E27FC236}">
                      <a16:creationId xmlns:a16="http://schemas.microsoft.com/office/drawing/2014/main" id="{53229A90-C1F6-2EDD-F8BB-03E69B0F5C03}"/>
                    </a:ext>
                  </a:extLst>
                </p14:cNvPr>
                <p14:cNvContentPartPr/>
                <p14:nvPr/>
              </p14:nvContentPartPr>
              <p14:xfrm>
                <a:off x="1608500" y="1089056"/>
                <a:ext cx="125280" cy="234360"/>
              </p14:xfrm>
            </p:contentPart>
          </mc:Choice>
          <mc:Fallback xmlns="">
            <p:pic>
              <p:nvPicPr>
                <p:cNvPr id="24605" name="Ink 24604">
                  <a:extLst>
                    <a:ext uri="{FF2B5EF4-FFF2-40B4-BE49-F238E27FC236}">
                      <a16:creationId xmlns:a16="http://schemas.microsoft.com/office/drawing/2014/main" id="{53229A90-C1F6-2EDD-F8BB-03E69B0F5C0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90500" y="1071416"/>
                  <a:ext cx="1609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4606" name="Ink 24605">
                  <a:extLst>
                    <a:ext uri="{FF2B5EF4-FFF2-40B4-BE49-F238E27FC236}">
                      <a16:creationId xmlns:a16="http://schemas.microsoft.com/office/drawing/2014/main" id="{DE0F4EA3-B275-F7EC-A52F-F35C109229D4}"/>
                    </a:ext>
                  </a:extLst>
                </p14:cNvPr>
                <p14:cNvContentPartPr/>
                <p14:nvPr/>
              </p14:nvContentPartPr>
              <p14:xfrm>
                <a:off x="1815500" y="900776"/>
                <a:ext cx="331560" cy="348840"/>
              </p14:xfrm>
            </p:contentPart>
          </mc:Choice>
          <mc:Fallback xmlns="">
            <p:pic>
              <p:nvPicPr>
                <p:cNvPr id="24606" name="Ink 24605">
                  <a:extLst>
                    <a:ext uri="{FF2B5EF4-FFF2-40B4-BE49-F238E27FC236}">
                      <a16:creationId xmlns:a16="http://schemas.microsoft.com/office/drawing/2014/main" id="{DE0F4EA3-B275-F7EC-A52F-F35C109229D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97860" y="883136"/>
                  <a:ext cx="3672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4607" name="Ink 24606">
                  <a:extLst>
                    <a:ext uri="{FF2B5EF4-FFF2-40B4-BE49-F238E27FC236}">
                      <a16:creationId xmlns:a16="http://schemas.microsoft.com/office/drawing/2014/main" id="{AC1BBF19-A643-60B3-5206-D52CDF9BF24D}"/>
                    </a:ext>
                  </a:extLst>
                </p14:cNvPr>
                <p14:cNvContentPartPr/>
                <p14:nvPr/>
              </p14:nvContentPartPr>
              <p14:xfrm>
                <a:off x="2338580" y="692336"/>
                <a:ext cx="267840" cy="282600"/>
              </p14:xfrm>
            </p:contentPart>
          </mc:Choice>
          <mc:Fallback xmlns="">
            <p:pic>
              <p:nvPicPr>
                <p:cNvPr id="24607" name="Ink 24606">
                  <a:extLst>
                    <a:ext uri="{FF2B5EF4-FFF2-40B4-BE49-F238E27FC236}">
                      <a16:creationId xmlns:a16="http://schemas.microsoft.com/office/drawing/2014/main" id="{AC1BBF19-A643-60B3-5206-D52CDF9BF24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20940" y="674696"/>
                  <a:ext cx="30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4608" name="Ink 24607">
                  <a:extLst>
                    <a:ext uri="{FF2B5EF4-FFF2-40B4-BE49-F238E27FC236}">
                      <a16:creationId xmlns:a16="http://schemas.microsoft.com/office/drawing/2014/main" id="{83CFC261-6CEB-E186-E95D-B37CAD1BE7A3}"/>
                    </a:ext>
                  </a:extLst>
                </p14:cNvPr>
                <p14:cNvContentPartPr/>
                <p14:nvPr/>
              </p14:nvContentPartPr>
              <p14:xfrm>
                <a:off x="2766980" y="852176"/>
                <a:ext cx="176040" cy="121320"/>
              </p14:xfrm>
            </p:contentPart>
          </mc:Choice>
          <mc:Fallback xmlns="">
            <p:pic>
              <p:nvPicPr>
                <p:cNvPr id="24608" name="Ink 24607">
                  <a:extLst>
                    <a:ext uri="{FF2B5EF4-FFF2-40B4-BE49-F238E27FC236}">
                      <a16:creationId xmlns:a16="http://schemas.microsoft.com/office/drawing/2014/main" id="{83CFC261-6CEB-E186-E95D-B37CAD1BE7A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48980" y="834176"/>
                  <a:ext cx="2116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4609" name="Ink 24608">
                  <a:extLst>
                    <a:ext uri="{FF2B5EF4-FFF2-40B4-BE49-F238E27FC236}">
                      <a16:creationId xmlns:a16="http://schemas.microsoft.com/office/drawing/2014/main" id="{E1E5D278-F975-D42A-3A69-9B565BA18800}"/>
                    </a:ext>
                  </a:extLst>
                </p14:cNvPr>
                <p14:cNvContentPartPr/>
                <p14:nvPr/>
              </p14:nvContentPartPr>
              <p14:xfrm>
                <a:off x="2869580" y="905096"/>
                <a:ext cx="83520" cy="127800"/>
              </p14:xfrm>
            </p:contentPart>
          </mc:Choice>
          <mc:Fallback xmlns="">
            <p:pic>
              <p:nvPicPr>
                <p:cNvPr id="24609" name="Ink 24608">
                  <a:extLst>
                    <a:ext uri="{FF2B5EF4-FFF2-40B4-BE49-F238E27FC236}">
                      <a16:creationId xmlns:a16="http://schemas.microsoft.com/office/drawing/2014/main" id="{E1E5D278-F975-D42A-3A69-9B565BA1880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51580" y="887456"/>
                  <a:ext cx="119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4610" name="Ink 24609">
                  <a:extLst>
                    <a:ext uri="{FF2B5EF4-FFF2-40B4-BE49-F238E27FC236}">
                      <a16:creationId xmlns:a16="http://schemas.microsoft.com/office/drawing/2014/main" id="{3D02AF24-A92C-73DB-C3FA-61FA4DA74B5C}"/>
                    </a:ext>
                  </a:extLst>
                </p14:cNvPr>
                <p14:cNvContentPartPr/>
                <p14:nvPr/>
              </p14:nvContentPartPr>
              <p14:xfrm>
                <a:off x="3099260" y="844616"/>
                <a:ext cx="108720" cy="180360"/>
              </p14:xfrm>
            </p:contentPart>
          </mc:Choice>
          <mc:Fallback xmlns="">
            <p:pic>
              <p:nvPicPr>
                <p:cNvPr id="24610" name="Ink 24609">
                  <a:extLst>
                    <a:ext uri="{FF2B5EF4-FFF2-40B4-BE49-F238E27FC236}">
                      <a16:creationId xmlns:a16="http://schemas.microsoft.com/office/drawing/2014/main" id="{3D02AF24-A92C-73DB-C3FA-61FA4DA74B5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81620" y="826616"/>
                  <a:ext cx="144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4611" name="Ink 24610">
                  <a:extLst>
                    <a:ext uri="{FF2B5EF4-FFF2-40B4-BE49-F238E27FC236}">
                      <a16:creationId xmlns:a16="http://schemas.microsoft.com/office/drawing/2014/main" id="{3D37DD0B-7640-E4A8-93CF-3323B5F40A27}"/>
                    </a:ext>
                  </a:extLst>
                </p14:cNvPr>
                <p14:cNvContentPartPr/>
                <p14:nvPr/>
              </p14:nvContentPartPr>
              <p14:xfrm>
                <a:off x="3194300" y="834896"/>
                <a:ext cx="104400" cy="164880"/>
              </p14:xfrm>
            </p:contentPart>
          </mc:Choice>
          <mc:Fallback xmlns="">
            <p:pic>
              <p:nvPicPr>
                <p:cNvPr id="24611" name="Ink 24610">
                  <a:extLst>
                    <a:ext uri="{FF2B5EF4-FFF2-40B4-BE49-F238E27FC236}">
                      <a16:creationId xmlns:a16="http://schemas.microsoft.com/office/drawing/2014/main" id="{3D37DD0B-7640-E4A8-93CF-3323B5F40A2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76300" y="816896"/>
                  <a:ext cx="140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4612" name="Ink 24611">
                  <a:extLst>
                    <a:ext uri="{FF2B5EF4-FFF2-40B4-BE49-F238E27FC236}">
                      <a16:creationId xmlns:a16="http://schemas.microsoft.com/office/drawing/2014/main" id="{DA2EE592-8C82-11A6-E519-01BB681DC09F}"/>
                    </a:ext>
                  </a:extLst>
                </p14:cNvPr>
                <p14:cNvContentPartPr/>
                <p14:nvPr/>
              </p14:nvContentPartPr>
              <p14:xfrm>
                <a:off x="3154340" y="931736"/>
                <a:ext cx="111240" cy="57240"/>
              </p14:xfrm>
            </p:contentPart>
          </mc:Choice>
          <mc:Fallback xmlns="">
            <p:pic>
              <p:nvPicPr>
                <p:cNvPr id="24612" name="Ink 24611">
                  <a:extLst>
                    <a:ext uri="{FF2B5EF4-FFF2-40B4-BE49-F238E27FC236}">
                      <a16:creationId xmlns:a16="http://schemas.microsoft.com/office/drawing/2014/main" id="{DA2EE592-8C82-11A6-E519-01BB681DC09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36340" y="913736"/>
                  <a:ext cx="146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4615" name="Ink 24614">
                  <a:extLst>
                    <a:ext uri="{FF2B5EF4-FFF2-40B4-BE49-F238E27FC236}">
                      <a16:creationId xmlns:a16="http://schemas.microsoft.com/office/drawing/2014/main" id="{BC5F4EB7-790B-4E62-A067-3F5181C56F60}"/>
                    </a:ext>
                  </a:extLst>
                </p14:cNvPr>
                <p14:cNvContentPartPr/>
                <p14:nvPr/>
              </p14:nvContentPartPr>
              <p14:xfrm>
                <a:off x="186140" y="1341416"/>
                <a:ext cx="293040" cy="220320"/>
              </p14:xfrm>
            </p:contentPart>
          </mc:Choice>
          <mc:Fallback xmlns="">
            <p:pic>
              <p:nvPicPr>
                <p:cNvPr id="24615" name="Ink 24614">
                  <a:extLst>
                    <a:ext uri="{FF2B5EF4-FFF2-40B4-BE49-F238E27FC236}">
                      <a16:creationId xmlns:a16="http://schemas.microsoft.com/office/drawing/2014/main" id="{BC5F4EB7-790B-4E62-A067-3F5181C56F6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8140" y="1323776"/>
                  <a:ext cx="3286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4616" name="Ink 24615">
                  <a:extLst>
                    <a:ext uri="{FF2B5EF4-FFF2-40B4-BE49-F238E27FC236}">
                      <a16:creationId xmlns:a16="http://schemas.microsoft.com/office/drawing/2014/main" id="{81588BB7-70F4-FE8B-8ABD-DA05764694DA}"/>
                    </a:ext>
                  </a:extLst>
                </p14:cNvPr>
                <p14:cNvContentPartPr/>
                <p14:nvPr/>
              </p14:nvContentPartPr>
              <p14:xfrm>
                <a:off x="539660" y="976016"/>
                <a:ext cx="254520" cy="681840"/>
              </p14:xfrm>
            </p:contentPart>
          </mc:Choice>
          <mc:Fallback xmlns="">
            <p:pic>
              <p:nvPicPr>
                <p:cNvPr id="24616" name="Ink 24615">
                  <a:extLst>
                    <a:ext uri="{FF2B5EF4-FFF2-40B4-BE49-F238E27FC236}">
                      <a16:creationId xmlns:a16="http://schemas.microsoft.com/office/drawing/2014/main" id="{81588BB7-70F4-FE8B-8ABD-DA05764694D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1660" y="958016"/>
                  <a:ext cx="29016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4617" name="Ink 24616">
                  <a:extLst>
                    <a:ext uri="{FF2B5EF4-FFF2-40B4-BE49-F238E27FC236}">
                      <a16:creationId xmlns:a16="http://schemas.microsoft.com/office/drawing/2014/main" id="{78DAD3A0-1E42-298F-FDDD-3556A9319459}"/>
                    </a:ext>
                  </a:extLst>
                </p14:cNvPr>
                <p14:cNvContentPartPr/>
                <p14:nvPr/>
              </p14:nvContentPartPr>
              <p14:xfrm>
                <a:off x="525980" y="377696"/>
                <a:ext cx="3182400" cy="1355040"/>
              </p14:xfrm>
            </p:contentPart>
          </mc:Choice>
          <mc:Fallback xmlns="">
            <p:pic>
              <p:nvPicPr>
                <p:cNvPr id="24617" name="Ink 24616">
                  <a:extLst>
                    <a:ext uri="{FF2B5EF4-FFF2-40B4-BE49-F238E27FC236}">
                      <a16:creationId xmlns:a16="http://schemas.microsoft.com/office/drawing/2014/main" id="{78DAD3A0-1E42-298F-FDDD-3556A931945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8340" y="359696"/>
                  <a:ext cx="3218040" cy="13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619" name="Ink 24618">
                  <a:extLst>
                    <a:ext uri="{FF2B5EF4-FFF2-40B4-BE49-F238E27FC236}">
                      <a16:creationId xmlns:a16="http://schemas.microsoft.com/office/drawing/2014/main" id="{02C56702-7D34-7A53-3F7E-F7BDC5863A2B}"/>
                    </a:ext>
                  </a:extLst>
                </p14:cNvPr>
                <p14:cNvContentPartPr/>
                <p14:nvPr/>
              </p14:nvContentPartPr>
              <p14:xfrm>
                <a:off x="586100" y="2456336"/>
                <a:ext cx="97560" cy="151200"/>
              </p14:xfrm>
            </p:contentPart>
          </mc:Choice>
          <mc:Fallback xmlns="">
            <p:pic>
              <p:nvPicPr>
                <p:cNvPr id="24619" name="Ink 24618">
                  <a:extLst>
                    <a:ext uri="{FF2B5EF4-FFF2-40B4-BE49-F238E27FC236}">
                      <a16:creationId xmlns:a16="http://schemas.microsoft.com/office/drawing/2014/main" id="{02C56702-7D34-7A53-3F7E-F7BDC5863A2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8460" y="2438336"/>
                  <a:ext cx="133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4620" name="Ink 24619">
                  <a:extLst>
                    <a:ext uri="{FF2B5EF4-FFF2-40B4-BE49-F238E27FC236}">
                      <a16:creationId xmlns:a16="http://schemas.microsoft.com/office/drawing/2014/main" id="{B34BED73-3FCB-F1D8-63FB-90D322406F47}"/>
                    </a:ext>
                  </a:extLst>
                </p14:cNvPr>
                <p14:cNvContentPartPr/>
                <p14:nvPr/>
              </p14:nvContentPartPr>
              <p14:xfrm>
                <a:off x="572420" y="2337176"/>
                <a:ext cx="107640" cy="125640"/>
              </p14:xfrm>
            </p:contentPart>
          </mc:Choice>
          <mc:Fallback xmlns="">
            <p:pic>
              <p:nvPicPr>
                <p:cNvPr id="24620" name="Ink 24619">
                  <a:extLst>
                    <a:ext uri="{FF2B5EF4-FFF2-40B4-BE49-F238E27FC236}">
                      <a16:creationId xmlns:a16="http://schemas.microsoft.com/office/drawing/2014/main" id="{B34BED73-3FCB-F1D8-63FB-90D322406F4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4420" y="2319536"/>
                  <a:ext cx="143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4621" name="Ink 24620">
                  <a:extLst>
                    <a:ext uri="{FF2B5EF4-FFF2-40B4-BE49-F238E27FC236}">
                      <a16:creationId xmlns:a16="http://schemas.microsoft.com/office/drawing/2014/main" id="{3BB2AC7B-43AF-C4DB-818B-B157AD8D43BF}"/>
                    </a:ext>
                  </a:extLst>
                </p14:cNvPr>
                <p14:cNvContentPartPr/>
                <p14:nvPr/>
              </p14:nvContentPartPr>
              <p14:xfrm>
                <a:off x="1222580" y="1911296"/>
                <a:ext cx="334440" cy="347400"/>
              </p14:xfrm>
            </p:contentPart>
          </mc:Choice>
          <mc:Fallback xmlns="">
            <p:pic>
              <p:nvPicPr>
                <p:cNvPr id="24621" name="Ink 24620">
                  <a:extLst>
                    <a:ext uri="{FF2B5EF4-FFF2-40B4-BE49-F238E27FC236}">
                      <a16:creationId xmlns:a16="http://schemas.microsoft.com/office/drawing/2014/main" id="{3BB2AC7B-43AF-C4DB-818B-B157AD8D43B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04940" y="1893656"/>
                  <a:ext cx="3700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4622" name="Ink 24621">
                  <a:extLst>
                    <a:ext uri="{FF2B5EF4-FFF2-40B4-BE49-F238E27FC236}">
                      <a16:creationId xmlns:a16="http://schemas.microsoft.com/office/drawing/2014/main" id="{96BAAA3C-B9BD-4207-4A1D-EAF9DEB4DC59}"/>
                    </a:ext>
                  </a:extLst>
                </p14:cNvPr>
                <p14:cNvContentPartPr/>
                <p14:nvPr/>
              </p14:nvContentPartPr>
              <p14:xfrm>
                <a:off x="1757900" y="2130536"/>
                <a:ext cx="234000" cy="191520"/>
              </p14:xfrm>
            </p:contentPart>
          </mc:Choice>
          <mc:Fallback xmlns="">
            <p:pic>
              <p:nvPicPr>
                <p:cNvPr id="24622" name="Ink 24621">
                  <a:extLst>
                    <a:ext uri="{FF2B5EF4-FFF2-40B4-BE49-F238E27FC236}">
                      <a16:creationId xmlns:a16="http://schemas.microsoft.com/office/drawing/2014/main" id="{96BAAA3C-B9BD-4207-4A1D-EAF9DEB4DC5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40260" y="2112536"/>
                  <a:ext cx="269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4623" name="Ink 24622">
                  <a:extLst>
                    <a:ext uri="{FF2B5EF4-FFF2-40B4-BE49-F238E27FC236}">
                      <a16:creationId xmlns:a16="http://schemas.microsoft.com/office/drawing/2014/main" id="{F8AD23BB-80EE-BF17-29D0-225E26FC4D95}"/>
                    </a:ext>
                  </a:extLst>
                </p14:cNvPr>
                <p14:cNvContentPartPr/>
                <p14:nvPr/>
              </p14:nvContentPartPr>
              <p14:xfrm>
                <a:off x="2044100" y="2031176"/>
                <a:ext cx="114120" cy="176040"/>
              </p14:xfrm>
            </p:contentPart>
          </mc:Choice>
          <mc:Fallback xmlns="">
            <p:pic>
              <p:nvPicPr>
                <p:cNvPr id="24623" name="Ink 24622">
                  <a:extLst>
                    <a:ext uri="{FF2B5EF4-FFF2-40B4-BE49-F238E27FC236}">
                      <a16:creationId xmlns:a16="http://schemas.microsoft.com/office/drawing/2014/main" id="{F8AD23BB-80EE-BF17-29D0-225E26FC4D9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26100" y="2013176"/>
                  <a:ext cx="149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4624" name="Ink 24623">
                  <a:extLst>
                    <a:ext uri="{FF2B5EF4-FFF2-40B4-BE49-F238E27FC236}">
                      <a16:creationId xmlns:a16="http://schemas.microsoft.com/office/drawing/2014/main" id="{2FEED12A-F50E-D579-1E12-CD2087450FDB}"/>
                    </a:ext>
                  </a:extLst>
                </p14:cNvPr>
                <p14:cNvContentPartPr/>
                <p14:nvPr/>
              </p14:nvContentPartPr>
              <p14:xfrm>
                <a:off x="2352980" y="1765136"/>
                <a:ext cx="237600" cy="234360"/>
              </p14:xfrm>
            </p:contentPart>
          </mc:Choice>
          <mc:Fallback xmlns="">
            <p:pic>
              <p:nvPicPr>
                <p:cNvPr id="24624" name="Ink 24623">
                  <a:extLst>
                    <a:ext uri="{FF2B5EF4-FFF2-40B4-BE49-F238E27FC236}">
                      <a16:creationId xmlns:a16="http://schemas.microsoft.com/office/drawing/2014/main" id="{2FEED12A-F50E-D579-1E12-CD2087450FD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335340" y="1747136"/>
                  <a:ext cx="273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4625" name="Ink 24624">
                  <a:extLst>
                    <a:ext uri="{FF2B5EF4-FFF2-40B4-BE49-F238E27FC236}">
                      <a16:creationId xmlns:a16="http://schemas.microsoft.com/office/drawing/2014/main" id="{424ABD2C-8826-CA7D-F3EB-28FB9D7D793D}"/>
                    </a:ext>
                  </a:extLst>
                </p14:cNvPr>
                <p14:cNvContentPartPr/>
                <p14:nvPr/>
              </p14:nvContentPartPr>
              <p14:xfrm>
                <a:off x="2683100" y="1478936"/>
                <a:ext cx="257400" cy="353880"/>
              </p14:xfrm>
            </p:contentPart>
          </mc:Choice>
          <mc:Fallback xmlns="">
            <p:pic>
              <p:nvPicPr>
                <p:cNvPr id="24625" name="Ink 24624">
                  <a:extLst>
                    <a:ext uri="{FF2B5EF4-FFF2-40B4-BE49-F238E27FC236}">
                      <a16:creationId xmlns:a16="http://schemas.microsoft.com/office/drawing/2014/main" id="{424ABD2C-8826-CA7D-F3EB-28FB9D7D793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665460" y="1461296"/>
                  <a:ext cx="2930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4626" name="Ink 24625">
                  <a:extLst>
                    <a:ext uri="{FF2B5EF4-FFF2-40B4-BE49-F238E27FC236}">
                      <a16:creationId xmlns:a16="http://schemas.microsoft.com/office/drawing/2014/main" id="{F2A28DE9-3383-48D9-7281-FA0B46025FB9}"/>
                    </a:ext>
                  </a:extLst>
                </p14:cNvPr>
                <p14:cNvContentPartPr/>
                <p14:nvPr/>
              </p14:nvContentPartPr>
              <p14:xfrm>
                <a:off x="3060740" y="1649576"/>
                <a:ext cx="162000" cy="75960"/>
              </p14:xfrm>
            </p:contentPart>
          </mc:Choice>
          <mc:Fallback xmlns="">
            <p:pic>
              <p:nvPicPr>
                <p:cNvPr id="24626" name="Ink 24625">
                  <a:extLst>
                    <a:ext uri="{FF2B5EF4-FFF2-40B4-BE49-F238E27FC236}">
                      <a16:creationId xmlns:a16="http://schemas.microsoft.com/office/drawing/2014/main" id="{F2A28DE9-3383-48D9-7281-FA0B46025FB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2740" y="1631936"/>
                  <a:ext cx="1976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4627" name="Ink 24626">
                  <a:extLst>
                    <a:ext uri="{FF2B5EF4-FFF2-40B4-BE49-F238E27FC236}">
                      <a16:creationId xmlns:a16="http://schemas.microsoft.com/office/drawing/2014/main" id="{599331F4-5F69-CB74-09D6-C9B93365975E}"/>
                    </a:ext>
                  </a:extLst>
                </p14:cNvPr>
                <p14:cNvContentPartPr/>
                <p14:nvPr/>
              </p14:nvContentPartPr>
              <p14:xfrm>
                <a:off x="3128780" y="1693856"/>
                <a:ext cx="95040" cy="175320"/>
              </p14:xfrm>
            </p:contentPart>
          </mc:Choice>
          <mc:Fallback xmlns="">
            <p:pic>
              <p:nvPicPr>
                <p:cNvPr id="24627" name="Ink 24626">
                  <a:extLst>
                    <a:ext uri="{FF2B5EF4-FFF2-40B4-BE49-F238E27FC236}">
                      <a16:creationId xmlns:a16="http://schemas.microsoft.com/office/drawing/2014/main" id="{599331F4-5F69-CB74-09D6-C9B93365975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110780" y="1676216"/>
                  <a:ext cx="130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4628" name="Ink 24627">
                  <a:extLst>
                    <a:ext uri="{FF2B5EF4-FFF2-40B4-BE49-F238E27FC236}">
                      <a16:creationId xmlns:a16="http://schemas.microsoft.com/office/drawing/2014/main" id="{EE81B527-6F4F-0FF9-DA4D-938AF74D24F6}"/>
                    </a:ext>
                  </a:extLst>
                </p14:cNvPr>
                <p14:cNvContentPartPr/>
                <p14:nvPr/>
              </p14:nvContentPartPr>
              <p14:xfrm>
                <a:off x="3315620" y="1657136"/>
                <a:ext cx="84960" cy="110880"/>
              </p14:xfrm>
            </p:contentPart>
          </mc:Choice>
          <mc:Fallback xmlns="">
            <p:pic>
              <p:nvPicPr>
                <p:cNvPr id="24628" name="Ink 24627">
                  <a:extLst>
                    <a:ext uri="{FF2B5EF4-FFF2-40B4-BE49-F238E27FC236}">
                      <a16:creationId xmlns:a16="http://schemas.microsoft.com/office/drawing/2014/main" id="{EE81B527-6F4F-0FF9-DA4D-938AF74D24F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97620" y="1639136"/>
                  <a:ext cx="120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4629" name="Ink 24628">
                  <a:extLst>
                    <a:ext uri="{FF2B5EF4-FFF2-40B4-BE49-F238E27FC236}">
                      <a16:creationId xmlns:a16="http://schemas.microsoft.com/office/drawing/2014/main" id="{22D8E036-1CAE-81EC-3CF2-20257F5BB8F5}"/>
                    </a:ext>
                  </a:extLst>
                </p14:cNvPr>
                <p14:cNvContentPartPr/>
                <p14:nvPr/>
              </p14:nvContentPartPr>
              <p14:xfrm>
                <a:off x="3412460" y="1593056"/>
                <a:ext cx="110880" cy="145440"/>
              </p14:xfrm>
            </p:contentPart>
          </mc:Choice>
          <mc:Fallback xmlns="">
            <p:pic>
              <p:nvPicPr>
                <p:cNvPr id="24629" name="Ink 24628">
                  <a:extLst>
                    <a:ext uri="{FF2B5EF4-FFF2-40B4-BE49-F238E27FC236}">
                      <a16:creationId xmlns:a16="http://schemas.microsoft.com/office/drawing/2014/main" id="{22D8E036-1CAE-81EC-3CF2-20257F5BB8F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94460" y="1575416"/>
                  <a:ext cx="146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4630" name="Ink 24629">
                  <a:extLst>
                    <a:ext uri="{FF2B5EF4-FFF2-40B4-BE49-F238E27FC236}">
                      <a16:creationId xmlns:a16="http://schemas.microsoft.com/office/drawing/2014/main" id="{B1562B7C-3402-DD8F-9F89-15AC237FB329}"/>
                    </a:ext>
                  </a:extLst>
                </p14:cNvPr>
                <p14:cNvContentPartPr/>
                <p14:nvPr/>
              </p14:nvContentPartPr>
              <p14:xfrm>
                <a:off x="3405620" y="1671176"/>
                <a:ext cx="86400" cy="60480"/>
              </p14:xfrm>
            </p:contentPart>
          </mc:Choice>
          <mc:Fallback xmlns="">
            <p:pic>
              <p:nvPicPr>
                <p:cNvPr id="24630" name="Ink 24629">
                  <a:extLst>
                    <a:ext uri="{FF2B5EF4-FFF2-40B4-BE49-F238E27FC236}">
                      <a16:creationId xmlns:a16="http://schemas.microsoft.com/office/drawing/2014/main" id="{B1562B7C-3402-DD8F-9F89-15AC237FB32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387980" y="1653176"/>
                  <a:ext cx="122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4631" name="Ink 24630">
                  <a:extLst>
                    <a:ext uri="{FF2B5EF4-FFF2-40B4-BE49-F238E27FC236}">
                      <a16:creationId xmlns:a16="http://schemas.microsoft.com/office/drawing/2014/main" id="{41579C18-A524-7639-8082-A5284B3A98F4}"/>
                    </a:ext>
                  </a:extLst>
                </p14:cNvPr>
                <p14:cNvContentPartPr/>
                <p14:nvPr/>
              </p14:nvContentPartPr>
              <p14:xfrm>
                <a:off x="1587260" y="1096616"/>
                <a:ext cx="2502360" cy="1645200"/>
              </p14:xfrm>
            </p:contentPart>
          </mc:Choice>
          <mc:Fallback xmlns="">
            <p:pic>
              <p:nvPicPr>
                <p:cNvPr id="24631" name="Ink 24630">
                  <a:extLst>
                    <a:ext uri="{FF2B5EF4-FFF2-40B4-BE49-F238E27FC236}">
                      <a16:creationId xmlns:a16="http://schemas.microsoft.com/office/drawing/2014/main" id="{41579C18-A524-7639-8082-A5284B3A98F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569260" y="1078616"/>
                  <a:ext cx="2538000" cy="16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4633" name="Ink 24632">
                  <a:extLst>
                    <a:ext uri="{FF2B5EF4-FFF2-40B4-BE49-F238E27FC236}">
                      <a16:creationId xmlns:a16="http://schemas.microsoft.com/office/drawing/2014/main" id="{92B381A3-25A1-E32C-2E7F-82C671758507}"/>
                    </a:ext>
                  </a:extLst>
                </p14:cNvPr>
                <p14:cNvContentPartPr/>
                <p14:nvPr/>
              </p14:nvContentPartPr>
              <p14:xfrm>
                <a:off x="1070660" y="1851536"/>
                <a:ext cx="430200" cy="907560"/>
              </p14:xfrm>
            </p:contentPart>
          </mc:Choice>
          <mc:Fallback xmlns="">
            <p:pic>
              <p:nvPicPr>
                <p:cNvPr id="24633" name="Ink 24632">
                  <a:extLst>
                    <a:ext uri="{FF2B5EF4-FFF2-40B4-BE49-F238E27FC236}">
                      <a16:creationId xmlns:a16="http://schemas.microsoft.com/office/drawing/2014/main" id="{92B381A3-25A1-E32C-2E7F-82C67175850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52660" y="1833896"/>
                  <a:ext cx="465840" cy="943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>
            <a:extLst>
              <a:ext uri="{FF2B5EF4-FFF2-40B4-BE49-F238E27FC236}">
                <a16:creationId xmlns:a16="http://schemas.microsoft.com/office/drawing/2014/main" id="{28F4B405-F310-2D1E-6532-295A36A64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27"/>
          <a:stretch>
            <a:fillRect/>
          </a:stretch>
        </p:blipFill>
        <p:spPr bwMode="auto">
          <a:xfrm>
            <a:off x="2192338" y="628650"/>
            <a:ext cx="7766050" cy="4217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5A5253E-598B-3363-6E48-83456037C57F}"/>
              </a:ext>
            </a:extLst>
          </p:cNvPr>
          <p:cNvGrpSpPr/>
          <p:nvPr/>
        </p:nvGrpSpPr>
        <p:grpSpPr>
          <a:xfrm>
            <a:off x="4737704" y="173969"/>
            <a:ext cx="4013280" cy="891720"/>
            <a:chOff x="4737704" y="173969"/>
            <a:chExt cx="4013280" cy="89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A7555B4-4DF2-1C8C-5CAC-AED2F6814D66}"/>
                    </a:ext>
                  </a:extLst>
                </p14:cNvPr>
                <p14:cNvContentPartPr/>
                <p14:nvPr/>
              </p14:nvContentPartPr>
              <p14:xfrm>
                <a:off x="4737704" y="237689"/>
                <a:ext cx="10800" cy="379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A7555B4-4DF2-1C8C-5CAC-AED2F6814D6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20064" y="220049"/>
                  <a:ext cx="464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3A2A3D9-0938-A9DE-F261-C432346522EE}"/>
                    </a:ext>
                  </a:extLst>
                </p14:cNvPr>
                <p14:cNvContentPartPr/>
                <p14:nvPr/>
              </p14:nvContentPartPr>
              <p14:xfrm>
                <a:off x="4740224" y="289169"/>
                <a:ext cx="250920" cy="244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3A2A3D9-0938-A9DE-F261-C432346522E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22584" y="271169"/>
                  <a:ext cx="2865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A43273-DDC6-FE2F-5EED-1AE2DD137A59}"/>
                    </a:ext>
                  </a:extLst>
                </p14:cNvPr>
                <p14:cNvContentPartPr/>
                <p14:nvPr/>
              </p14:nvContentPartPr>
              <p14:xfrm>
                <a:off x="5136224" y="438209"/>
                <a:ext cx="88920" cy="5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A43273-DDC6-FE2F-5EED-1AE2DD137A5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18224" y="420209"/>
                  <a:ext cx="124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32F8B9-2840-07B9-16ED-5726E810E569}"/>
                    </a:ext>
                  </a:extLst>
                </p14:cNvPr>
                <p14:cNvContentPartPr/>
                <p14:nvPr/>
              </p14:nvContentPartPr>
              <p14:xfrm>
                <a:off x="5419544" y="305369"/>
                <a:ext cx="460080" cy="239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32F8B9-2840-07B9-16ED-5726E810E5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01904" y="287369"/>
                  <a:ext cx="495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26CB66-7E2E-EB7D-3FF4-C062F022DB6A}"/>
                    </a:ext>
                  </a:extLst>
                </p14:cNvPr>
                <p14:cNvContentPartPr/>
                <p14:nvPr/>
              </p14:nvContentPartPr>
              <p14:xfrm>
                <a:off x="5955584" y="355049"/>
                <a:ext cx="183960" cy="161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26CB66-7E2E-EB7D-3FF4-C062F022DB6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37584" y="337409"/>
                  <a:ext cx="219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62B1B9-6A01-FB15-AF2F-57C315E3669C}"/>
                    </a:ext>
                  </a:extLst>
                </p14:cNvPr>
                <p14:cNvContentPartPr/>
                <p14:nvPr/>
              </p14:nvContentPartPr>
              <p14:xfrm>
                <a:off x="6201464" y="362249"/>
                <a:ext cx="223560" cy="131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562B1B9-6A01-FB15-AF2F-57C315E3669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83464" y="344609"/>
                  <a:ext cx="2592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E495632-4541-D4E1-6DDE-8D2A77C2C813}"/>
                    </a:ext>
                  </a:extLst>
                </p14:cNvPr>
                <p14:cNvContentPartPr/>
                <p14:nvPr/>
              </p14:nvContentPartPr>
              <p14:xfrm>
                <a:off x="6455264" y="329849"/>
                <a:ext cx="160560" cy="129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E495632-4541-D4E1-6DDE-8D2A77C2C8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37624" y="311849"/>
                  <a:ext cx="1962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E21891-F995-B8AF-1531-BA5850C2E7DC}"/>
                    </a:ext>
                  </a:extLst>
                </p14:cNvPr>
                <p14:cNvContentPartPr/>
                <p14:nvPr/>
              </p14:nvContentPartPr>
              <p14:xfrm>
                <a:off x="6682424" y="327329"/>
                <a:ext cx="141480" cy="12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E21891-F995-B8AF-1531-BA5850C2E7D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64424" y="309689"/>
                  <a:ext cx="177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8B0999-E9F7-B66E-F520-4A137E6CA3BF}"/>
                    </a:ext>
                  </a:extLst>
                </p14:cNvPr>
                <p14:cNvContentPartPr/>
                <p14:nvPr/>
              </p14:nvContentPartPr>
              <p14:xfrm>
                <a:off x="6872144" y="192329"/>
                <a:ext cx="69120" cy="330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8B0999-E9F7-B66E-F520-4A137E6CA3B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54504" y="174329"/>
                  <a:ext cx="1047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553333-7A64-611E-EAF8-B8C3103B1D98}"/>
                    </a:ext>
                  </a:extLst>
                </p14:cNvPr>
                <p14:cNvContentPartPr/>
                <p14:nvPr/>
              </p14:nvContentPartPr>
              <p14:xfrm>
                <a:off x="7079504" y="347489"/>
                <a:ext cx="129960" cy="25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C553333-7A64-611E-EAF8-B8C3103B1D9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61864" y="329849"/>
                  <a:ext cx="165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90053CA-50B1-0550-4C63-256CA44FBE23}"/>
                    </a:ext>
                  </a:extLst>
                </p14:cNvPr>
                <p14:cNvContentPartPr/>
                <p14:nvPr/>
              </p14:nvContentPartPr>
              <p14:xfrm>
                <a:off x="7159424" y="416249"/>
                <a:ext cx="101880" cy="1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90053CA-50B1-0550-4C63-256CA44FBE2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41784" y="398609"/>
                  <a:ext cx="137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8A8FF2-1EBC-25AB-599C-93A4AFA2BEC7}"/>
                    </a:ext>
                  </a:extLst>
                </p14:cNvPr>
                <p14:cNvContentPartPr/>
                <p14:nvPr/>
              </p14:nvContentPartPr>
              <p14:xfrm>
                <a:off x="7494584" y="213929"/>
                <a:ext cx="50040" cy="291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8A8FF2-1EBC-25AB-599C-93A4AFA2BEC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76584" y="196289"/>
                  <a:ext cx="856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98238A-F55B-3184-769C-416DE6E1E1CF}"/>
                    </a:ext>
                  </a:extLst>
                </p14:cNvPr>
                <p14:cNvContentPartPr/>
                <p14:nvPr/>
              </p14:nvContentPartPr>
              <p14:xfrm>
                <a:off x="7519424" y="211049"/>
                <a:ext cx="195120" cy="222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98238A-F55B-3184-769C-416DE6E1E1C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501784" y="193409"/>
                  <a:ext cx="230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08FFE8-14BA-156C-6517-CA44C09DE71F}"/>
                    </a:ext>
                  </a:extLst>
                </p14:cNvPr>
                <p14:cNvContentPartPr/>
                <p14:nvPr/>
              </p14:nvContentPartPr>
              <p14:xfrm>
                <a:off x="7876544" y="185129"/>
                <a:ext cx="34560" cy="294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08FFE8-14BA-156C-6517-CA44C09DE7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58904" y="167129"/>
                  <a:ext cx="702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8AEDBA-F709-8D68-8B41-14555323BED0}"/>
                    </a:ext>
                  </a:extLst>
                </p14:cNvPr>
                <p14:cNvContentPartPr/>
                <p14:nvPr/>
              </p14:nvContentPartPr>
              <p14:xfrm>
                <a:off x="7885544" y="204209"/>
                <a:ext cx="259200" cy="175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8AEDBA-F709-8D68-8B41-14555323BED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67904" y="186209"/>
                  <a:ext cx="294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AD8EAC-C24E-B972-F4B3-68C3DCBC997E}"/>
                    </a:ext>
                  </a:extLst>
                </p14:cNvPr>
                <p14:cNvContentPartPr/>
                <p14:nvPr/>
              </p14:nvContentPartPr>
              <p14:xfrm>
                <a:off x="8265704" y="200969"/>
                <a:ext cx="128520" cy="192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AD8EAC-C24E-B972-F4B3-68C3DCBC997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47704" y="183329"/>
                  <a:ext cx="164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9D01412-CFB1-5A0C-D5B9-F94785764ABC}"/>
                    </a:ext>
                  </a:extLst>
                </p14:cNvPr>
                <p14:cNvContentPartPr/>
                <p14:nvPr/>
              </p14:nvContentPartPr>
              <p14:xfrm>
                <a:off x="8520944" y="173969"/>
                <a:ext cx="106560" cy="255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9D01412-CFB1-5A0C-D5B9-F94785764AB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03304" y="156329"/>
                  <a:ext cx="1422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014258-2F4F-B768-6972-26DBA5E885C3}"/>
                    </a:ext>
                  </a:extLst>
                </p14:cNvPr>
                <p14:cNvContentPartPr/>
                <p14:nvPr/>
              </p14:nvContentPartPr>
              <p14:xfrm>
                <a:off x="4952624" y="799649"/>
                <a:ext cx="82800" cy="266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014258-2F4F-B768-6972-26DBA5E885C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34624" y="781649"/>
                  <a:ext cx="118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D2E92F-D373-C342-9269-CECFB9479573}"/>
                    </a:ext>
                  </a:extLst>
                </p14:cNvPr>
                <p14:cNvContentPartPr/>
                <p14:nvPr/>
              </p14:nvContentPartPr>
              <p14:xfrm>
                <a:off x="4965584" y="761489"/>
                <a:ext cx="121320" cy="183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D2E92F-D373-C342-9269-CECFB94795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47584" y="743849"/>
                  <a:ext cx="156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8DA36BA-7D03-0F9E-E587-522DF0362129}"/>
                    </a:ext>
                  </a:extLst>
                </p14:cNvPr>
                <p14:cNvContentPartPr/>
                <p14:nvPr/>
              </p14:nvContentPartPr>
              <p14:xfrm>
                <a:off x="5265824" y="908009"/>
                <a:ext cx="127080" cy="14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8DA36BA-7D03-0F9E-E587-522DF036212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48184" y="890369"/>
                  <a:ext cx="162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0B8E811-553A-1E15-C893-63A4361B277D}"/>
                    </a:ext>
                  </a:extLst>
                </p14:cNvPr>
                <p14:cNvContentPartPr/>
                <p14:nvPr/>
              </p14:nvContentPartPr>
              <p14:xfrm>
                <a:off x="5671904" y="729449"/>
                <a:ext cx="428760" cy="232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0B8E811-553A-1E15-C893-63A4361B277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54264" y="711809"/>
                  <a:ext cx="464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CCCDE3-01FD-C817-44E5-1761E5B9C866}"/>
                    </a:ext>
                  </a:extLst>
                </p14:cNvPr>
                <p14:cNvContentPartPr/>
                <p14:nvPr/>
              </p14:nvContentPartPr>
              <p14:xfrm>
                <a:off x="6142064" y="789569"/>
                <a:ext cx="156600" cy="149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CCCDE3-01FD-C817-44E5-1761E5B9C86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24064" y="771929"/>
                  <a:ext cx="192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EFC579-267F-AA48-72A4-893476FC97DA}"/>
                    </a:ext>
                  </a:extLst>
                </p14:cNvPr>
                <p14:cNvContentPartPr/>
                <p14:nvPr/>
              </p14:nvContentPartPr>
              <p14:xfrm>
                <a:off x="6362384" y="793889"/>
                <a:ext cx="175320" cy="127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EFC579-267F-AA48-72A4-893476FC97D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44744" y="775889"/>
                  <a:ext cx="210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79D6B9-D96A-77A0-8CF0-D318338BB836}"/>
                    </a:ext>
                  </a:extLst>
                </p14:cNvPr>
                <p14:cNvContentPartPr/>
                <p14:nvPr/>
              </p14:nvContentPartPr>
              <p14:xfrm>
                <a:off x="6596384" y="812249"/>
                <a:ext cx="180720" cy="102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79D6B9-D96A-77A0-8CF0-D318338BB83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578384" y="794249"/>
                  <a:ext cx="216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CFC1FE2-8139-830E-F490-E63456DCE29B}"/>
                    </a:ext>
                  </a:extLst>
                </p14:cNvPr>
                <p14:cNvContentPartPr/>
                <p14:nvPr/>
              </p14:nvContentPartPr>
              <p14:xfrm>
                <a:off x="6842984" y="669689"/>
                <a:ext cx="218880" cy="305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CFC1FE2-8139-830E-F490-E63456DCE29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24984" y="651689"/>
                  <a:ext cx="2545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FD16CC-7342-EC18-C639-499B26F25C3C}"/>
                    </a:ext>
                  </a:extLst>
                </p14:cNvPr>
                <p14:cNvContentPartPr/>
                <p14:nvPr/>
              </p14:nvContentPartPr>
              <p14:xfrm>
                <a:off x="7238624" y="785249"/>
                <a:ext cx="99360" cy="1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FD16CC-7342-EC18-C639-499B26F25C3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220624" y="767609"/>
                  <a:ext cx="135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AB97CCC-A5B6-6A3D-D5FA-876EE0F84778}"/>
                    </a:ext>
                  </a:extLst>
                </p14:cNvPr>
                <p14:cNvContentPartPr/>
                <p14:nvPr/>
              </p14:nvContentPartPr>
              <p14:xfrm>
                <a:off x="7307384" y="830249"/>
                <a:ext cx="50400" cy="1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AB97CCC-A5B6-6A3D-D5FA-876EE0F8477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89744" y="812609"/>
                  <a:ext cx="860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808A21-A44C-1600-BD33-85C7D3D2F58F}"/>
                    </a:ext>
                  </a:extLst>
                </p14:cNvPr>
                <p14:cNvContentPartPr/>
                <p14:nvPr/>
              </p14:nvContentPartPr>
              <p14:xfrm>
                <a:off x="7630304" y="671849"/>
                <a:ext cx="77040" cy="257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808A21-A44C-1600-BD33-85C7D3D2F58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612664" y="654209"/>
                  <a:ext cx="1126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C279CD-B640-0D92-7236-07F400550B3F}"/>
                    </a:ext>
                  </a:extLst>
                </p14:cNvPr>
                <p14:cNvContentPartPr/>
                <p14:nvPr/>
              </p14:nvContentPartPr>
              <p14:xfrm>
                <a:off x="7606184" y="695249"/>
                <a:ext cx="164880" cy="73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C279CD-B640-0D92-7236-07F400550B3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588184" y="677609"/>
                  <a:ext cx="200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626EF1-6D8E-F2D2-B21D-164847AAEA92}"/>
                    </a:ext>
                  </a:extLst>
                </p14:cNvPr>
                <p14:cNvContentPartPr/>
                <p14:nvPr/>
              </p14:nvContentPartPr>
              <p14:xfrm>
                <a:off x="7933064" y="703529"/>
                <a:ext cx="46440" cy="203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626EF1-6D8E-F2D2-B21D-164847AAEA9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915064" y="685889"/>
                  <a:ext cx="820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71AEE98-0583-80DF-698D-17903C1259AB}"/>
                    </a:ext>
                  </a:extLst>
                </p14:cNvPr>
                <p14:cNvContentPartPr/>
                <p14:nvPr/>
              </p14:nvContentPartPr>
              <p14:xfrm>
                <a:off x="7943144" y="662489"/>
                <a:ext cx="297360" cy="129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71AEE98-0583-80DF-698D-17903C1259A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925144" y="644849"/>
                  <a:ext cx="333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98069FB-EC4E-3697-83D0-51F57A06A326}"/>
                    </a:ext>
                  </a:extLst>
                </p14:cNvPr>
                <p14:cNvContentPartPr/>
                <p14:nvPr/>
              </p14:nvContentPartPr>
              <p14:xfrm>
                <a:off x="8339144" y="646649"/>
                <a:ext cx="157320" cy="151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98069FB-EC4E-3697-83D0-51F57A06A3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21144" y="629009"/>
                  <a:ext cx="192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A643F4-2DD8-7084-21C0-1D462D26F1C6}"/>
                    </a:ext>
                  </a:extLst>
                </p14:cNvPr>
                <p14:cNvContentPartPr/>
                <p14:nvPr/>
              </p14:nvContentPartPr>
              <p14:xfrm>
                <a:off x="8658104" y="573569"/>
                <a:ext cx="92880" cy="200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A643F4-2DD8-7084-21C0-1D462D26F1C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640464" y="555569"/>
                  <a:ext cx="12852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CCA632B-9022-899D-2F0B-E09344D3E14B}"/>
              </a:ext>
            </a:extLst>
          </p:cNvPr>
          <p:cNvGrpSpPr/>
          <p:nvPr/>
        </p:nvGrpSpPr>
        <p:grpSpPr>
          <a:xfrm>
            <a:off x="3771104" y="2791889"/>
            <a:ext cx="511560" cy="32400"/>
            <a:chOff x="3771104" y="2791889"/>
            <a:chExt cx="511560" cy="3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7DFBF15-91A0-78F4-C9CA-730027BAC50A}"/>
                    </a:ext>
                  </a:extLst>
                </p14:cNvPr>
                <p14:cNvContentPartPr/>
                <p14:nvPr/>
              </p14:nvContentPartPr>
              <p14:xfrm>
                <a:off x="3771104" y="2807009"/>
                <a:ext cx="95400" cy="1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7DFBF15-91A0-78F4-C9CA-730027BAC50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753104" y="2789369"/>
                  <a:ext cx="131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99DB0E6-233D-ACC9-EE23-D97A0E017A9F}"/>
                    </a:ext>
                  </a:extLst>
                </p14:cNvPr>
                <p14:cNvContentPartPr/>
                <p14:nvPr/>
              </p14:nvContentPartPr>
              <p14:xfrm>
                <a:off x="3991064" y="2803769"/>
                <a:ext cx="73800" cy="19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99DB0E6-233D-ACC9-EE23-D97A0E017A9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973064" y="2785769"/>
                  <a:ext cx="109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BC2032-3193-B2BD-C062-ABB708707689}"/>
                    </a:ext>
                  </a:extLst>
                </p14:cNvPr>
                <p14:cNvContentPartPr/>
                <p14:nvPr/>
              </p14:nvContentPartPr>
              <p14:xfrm>
                <a:off x="4198064" y="2791889"/>
                <a:ext cx="84600" cy="6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BC2032-3193-B2BD-C062-ABB70870768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180064" y="2773889"/>
                  <a:ext cx="12024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01" name="Group 25600">
            <a:extLst>
              <a:ext uri="{FF2B5EF4-FFF2-40B4-BE49-F238E27FC236}">
                <a16:creationId xmlns:a16="http://schemas.microsoft.com/office/drawing/2014/main" id="{FD5BC5DF-D285-CF2B-BDCB-49B0D325A844}"/>
              </a:ext>
            </a:extLst>
          </p:cNvPr>
          <p:cNvGrpSpPr/>
          <p:nvPr/>
        </p:nvGrpSpPr>
        <p:grpSpPr>
          <a:xfrm>
            <a:off x="1728824" y="1784969"/>
            <a:ext cx="1539000" cy="997200"/>
            <a:chOff x="1728824" y="1784969"/>
            <a:chExt cx="1539000" cy="9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2EE378D-68B0-490A-75E2-640715BDF23E}"/>
                    </a:ext>
                  </a:extLst>
                </p14:cNvPr>
                <p14:cNvContentPartPr/>
                <p14:nvPr/>
              </p14:nvContentPartPr>
              <p14:xfrm>
                <a:off x="1728824" y="2294369"/>
                <a:ext cx="216000" cy="172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2EE378D-68B0-490A-75E2-640715BDF23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711184" y="2276729"/>
                  <a:ext cx="251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67A93C-F1BC-F25E-86AC-6F20D493A2EA}"/>
                    </a:ext>
                  </a:extLst>
                </p14:cNvPr>
                <p14:cNvContentPartPr/>
                <p14:nvPr/>
              </p14:nvContentPartPr>
              <p14:xfrm>
                <a:off x="1934744" y="2217689"/>
                <a:ext cx="79200" cy="158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67A93C-F1BC-F25E-86AC-6F20D493A2E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916744" y="2200049"/>
                  <a:ext cx="1148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85FD44-326E-A2AF-D135-E242C3DCB53E}"/>
                    </a:ext>
                  </a:extLst>
                </p14:cNvPr>
                <p14:cNvContentPartPr/>
                <p14:nvPr/>
              </p14:nvContentPartPr>
              <p14:xfrm>
                <a:off x="2078384" y="2121209"/>
                <a:ext cx="100440" cy="221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85FD44-326E-A2AF-D135-E242C3DCB53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060384" y="2103209"/>
                  <a:ext cx="136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67067D-FFA5-8FD1-515A-5531595B98E7}"/>
                    </a:ext>
                  </a:extLst>
                </p14:cNvPr>
                <p14:cNvContentPartPr/>
                <p14:nvPr/>
              </p14:nvContentPartPr>
              <p14:xfrm>
                <a:off x="2223104" y="2074049"/>
                <a:ext cx="119160" cy="111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67067D-FFA5-8FD1-515A-5531595B98E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205464" y="2056049"/>
                  <a:ext cx="154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07A8275-DCE9-BCA7-28B1-9716AB2A713E}"/>
                    </a:ext>
                  </a:extLst>
                </p14:cNvPr>
                <p14:cNvContentPartPr/>
                <p14:nvPr/>
              </p14:nvContentPartPr>
              <p14:xfrm>
                <a:off x="2300864" y="1877129"/>
                <a:ext cx="123120" cy="243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07A8275-DCE9-BCA7-28B1-9716AB2A713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282864" y="1859489"/>
                  <a:ext cx="1587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03E829-1F9B-A66D-AB2B-CEED73207889}"/>
                    </a:ext>
                  </a:extLst>
                </p14:cNvPr>
                <p14:cNvContentPartPr/>
                <p14:nvPr/>
              </p14:nvContentPartPr>
              <p14:xfrm>
                <a:off x="2370344" y="2000249"/>
                <a:ext cx="77040" cy="39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03E829-1F9B-A66D-AB2B-CEED7320788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352704" y="1982249"/>
                  <a:ext cx="112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D6D6637-B375-8007-C8BB-DDEF8879E53D}"/>
                    </a:ext>
                  </a:extLst>
                </p14:cNvPr>
                <p14:cNvContentPartPr/>
                <p14:nvPr/>
              </p14:nvContentPartPr>
              <p14:xfrm>
                <a:off x="2492744" y="1964609"/>
                <a:ext cx="56160" cy="73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D6D6637-B375-8007-C8BB-DDEF8879E53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474744" y="1946609"/>
                  <a:ext cx="91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1F26217-5DA3-917B-DFEA-7F0D2082C0E9}"/>
                    </a:ext>
                  </a:extLst>
                </p14:cNvPr>
                <p14:cNvContentPartPr/>
                <p14:nvPr/>
              </p14:nvContentPartPr>
              <p14:xfrm>
                <a:off x="2451704" y="1823849"/>
                <a:ext cx="36360" cy="37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1F26217-5DA3-917B-DFEA-7F0D2082C0E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33704" y="1806209"/>
                  <a:ext cx="7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C06856C-9119-5507-1D77-D9180F7BE678}"/>
                    </a:ext>
                  </a:extLst>
                </p14:cNvPr>
                <p14:cNvContentPartPr/>
                <p14:nvPr/>
              </p14:nvContentPartPr>
              <p14:xfrm>
                <a:off x="2601824" y="1853009"/>
                <a:ext cx="81360" cy="10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C06856C-9119-5507-1D77-D9180F7BE67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83824" y="1835369"/>
                  <a:ext cx="117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43AFBE9-C9F2-0577-FD2D-4F925FEBF01A}"/>
                    </a:ext>
                  </a:extLst>
                </p14:cNvPr>
                <p14:cNvContentPartPr/>
                <p14:nvPr/>
              </p14:nvContentPartPr>
              <p14:xfrm>
                <a:off x="2746904" y="1784969"/>
                <a:ext cx="75240" cy="129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43AFBE9-C9F2-0577-FD2D-4F925FEBF01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28904" y="1767329"/>
                  <a:ext cx="110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00D3611-B169-C946-A2BB-4FCF89F42C8D}"/>
                    </a:ext>
                  </a:extLst>
                </p14:cNvPr>
                <p14:cNvContentPartPr/>
                <p14:nvPr/>
              </p14:nvContentPartPr>
              <p14:xfrm>
                <a:off x="2106464" y="2651849"/>
                <a:ext cx="15264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00D3611-B169-C946-A2BB-4FCF89F42C8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88464" y="2634209"/>
                  <a:ext cx="188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56FB24C-1AB3-631F-8A45-DA031D4F691D}"/>
                    </a:ext>
                  </a:extLst>
                </p14:cNvPr>
                <p14:cNvContentPartPr/>
                <p14:nvPr/>
              </p14:nvContentPartPr>
              <p14:xfrm>
                <a:off x="2262344" y="2374649"/>
                <a:ext cx="121680" cy="281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56FB24C-1AB3-631F-8A45-DA031D4F691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244704" y="2357009"/>
                  <a:ext cx="1573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103C88-81C6-6C63-C018-A6891073C746}"/>
                    </a:ext>
                  </a:extLst>
                </p14:cNvPr>
                <p14:cNvContentPartPr/>
                <p14:nvPr/>
              </p14:nvContentPartPr>
              <p14:xfrm>
                <a:off x="2390864" y="2452409"/>
                <a:ext cx="127080" cy="125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103C88-81C6-6C63-C018-A6891073C74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373224" y="2434409"/>
                  <a:ext cx="162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24967F-6551-59DD-05C5-27CBADD1C08B}"/>
                    </a:ext>
                  </a:extLst>
                </p14:cNvPr>
                <p14:cNvContentPartPr/>
                <p14:nvPr/>
              </p14:nvContentPartPr>
              <p14:xfrm>
                <a:off x="2592464" y="2371049"/>
                <a:ext cx="78840" cy="128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24967F-6551-59DD-05C5-27CBADD1C08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574824" y="2353409"/>
                  <a:ext cx="114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D5973F-0E1D-5C53-F893-608C05571292}"/>
                    </a:ext>
                  </a:extLst>
                </p14:cNvPr>
                <p14:cNvContentPartPr/>
                <p14:nvPr/>
              </p14:nvContentPartPr>
              <p14:xfrm>
                <a:off x="2715944" y="2300489"/>
                <a:ext cx="74520" cy="91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D5973F-0E1D-5C53-F893-608C0557129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698304" y="2282489"/>
                  <a:ext cx="110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CE5038-795D-4375-424D-34D37E3FCFEE}"/>
                    </a:ext>
                  </a:extLst>
                </p14:cNvPr>
                <p14:cNvContentPartPr/>
                <p14:nvPr/>
              </p14:nvContentPartPr>
              <p14:xfrm>
                <a:off x="2709464" y="2241449"/>
                <a:ext cx="144000" cy="237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CE5038-795D-4375-424D-34D37E3FCFE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691824" y="2223809"/>
                  <a:ext cx="1796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FACABC-49D0-E5E8-DB9B-42E7D9B37B3C}"/>
                    </a:ext>
                  </a:extLst>
                </p14:cNvPr>
                <p14:cNvContentPartPr/>
                <p14:nvPr/>
              </p14:nvContentPartPr>
              <p14:xfrm>
                <a:off x="2781104" y="2321729"/>
                <a:ext cx="100440" cy="54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FACABC-49D0-E5E8-DB9B-42E7D9B37B3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763104" y="2303729"/>
                  <a:ext cx="136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72F731-F610-91AC-B49D-77AE4775F729}"/>
                    </a:ext>
                  </a:extLst>
                </p14:cNvPr>
                <p14:cNvContentPartPr/>
                <p14:nvPr/>
              </p14:nvContentPartPr>
              <p14:xfrm>
                <a:off x="2918264" y="2134529"/>
                <a:ext cx="72720" cy="146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72F731-F610-91AC-B49D-77AE4775F72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900264" y="2116529"/>
                  <a:ext cx="108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568593-39D7-146B-8916-865DDD746A85}"/>
                    </a:ext>
                  </a:extLst>
                </p14:cNvPr>
                <p14:cNvContentPartPr/>
                <p14:nvPr/>
              </p14:nvContentPartPr>
              <p14:xfrm>
                <a:off x="3048944" y="2102849"/>
                <a:ext cx="7488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568593-39D7-146B-8916-865DDD746A8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031304" y="2084849"/>
                  <a:ext cx="110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5600" name="Ink 25599">
                  <a:extLst>
                    <a:ext uri="{FF2B5EF4-FFF2-40B4-BE49-F238E27FC236}">
                      <a16:creationId xmlns:a16="http://schemas.microsoft.com/office/drawing/2014/main" id="{0BA3F6ED-DDFD-D3B8-335A-9DE808B30014}"/>
                    </a:ext>
                  </a:extLst>
                </p14:cNvPr>
                <p14:cNvContentPartPr/>
                <p14:nvPr/>
              </p14:nvContentPartPr>
              <p14:xfrm>
                <a:off x="3131744" y="1993049"/>
                <a:ext cx="136080" cy="101520"/>
              </p14:xfrm>
            </p:contentPart>
          </mc:Choice>
          <mc:Fallback xmlns="">
            <p:pic>
              <p:nvPicPr>
                <p:cNvPr id="25600" name="Ink 25599">
                  <a:extLst>
                    <a:ext uri="{FF2B5EF4-FFF2-40B4-BE49-F238E27FC236}">
                      <a16:creationId xmlns:a16="http://schemas.microsoft.com/office/drawing/2014/main" id="{0BA3F6ED-DDFD-D3B8-335A-9DE808B3001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113744" y="1975409"/>
                  <a:ext cx="17172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10" name="Group 25609">
            <a:extLst>
              <a:ext uri="{FF2B5EF4-FFF2-40B4-BE49-F238E27FC236}">
                <a16:creationId xmlns:a16="http://schemas.microsoft.com/office/drawing/2014/main" id="{E4618818-84D2-785E-93A3-A59231513B2F}"/>
              </a:ext>
            </a:extLst>
          </p:cNvPr>
          <p:cNvGrpSpPr/>
          <p:nvPr/>
        </p:nvGrpSpPr>
        <p:grpSpPr>
          <a:xfrm>
            <a:off x="2952104" y="2557529"/>
            <a:ext cx="513000" cy="749520"/>
            <a:chOff x="2952104" y="2557529"/>
            <a:chExt cx="513000" cy="74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5603" name="Ink 25602">
                  <a:extLst>
                    <a:ext uri="{FF2B5EF4-FFF2-40B4-BE49-F238E27FC236}">
                      <a16:creationId xmlns:a16="http://schemas.microsoft.com/office/drawing/2014/main" id="{50ECCC75-72AB-E696-89A9-4578E9846A10}"/>
                    </a:ext>
                  </a:extLst>
                </p14:cNvPr>
                <p14:cNvContentPartPr/>
                <p14:nvPr/>
              </p14:nvContentPartPr>
              <p14:xfrm>
                <a:off x="3134264" y="3070889"/>
                <a:ext cx="141120" cy="236160"/>
              </p14:xfrm>
            </p:contentPart>
          </mc:Choice>
          <mc:Fallback xmlns="">
            <p:pic>
              <p:nvPicPr>
                <p:cNvPr id="25603" name="Ink 25602">
                  <a:extLst>
                    <a:ext uri="{FF2B5EF4-FFF2-40B4-BE49-F238E27FC236}">
                      <a16:creationId xmlns:a16="http://schemas.microsoft.com/office/drawing/2014/main" id="{50ECCC75-72AB-E696-89A9-4578E9846A1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116264" y="3053249"/>
                  <a:ext cx="1767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5607" name="Ink 25606">
                  <a:extLst>
                    <a:ext uri="{FF2B5EF4-FFF2-40B4-BE49-F238E27FC236}">
                      <a16:creationId xmlns:a16="http://schemas.microsoft.com/office/drawing/2014/main" id="{C3DA9DCD-BA85-C32E-C5E3-4D1D90BAB489}"/>
                    </a:ext>
                  </a:extLst>
                </p14:cNvPr>
                <p14:cNvContentPartPr/>
                <p14:nvPr/>
              </p14:nvContentPartPr>
              <p14:xfrm>
                <a:off x="2952104" y="2557529"/>
                <a:ext cx="513000" cy="556200"/>
              </p14:xfrm>
            </p:contentPart>
          </mc:Choice>
          <mc:Fallback xmlns="">
            <p:pic>
              <p:nvPicPr>
                <p:cNvPr id="25607" name="Ink 25606">
                  <a:extLst>
                    <a:ext uri="{FF2B5EF4-FFF2-40B4-BE49-F238E27FC236}">
                      <a16:creationId xmlns:a16="http://schemas.microsoft.com/office/drawing/2014/main" id="{C3DA9DCD-BA85-C32E-C5E3-4D1D90BAB48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34104" y="2539529"/>
                  <a:ext cx="548640" cy="59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09" name="Group 25608">
            <a:extLst>
              <a:ext uri="{FF2B5EF4-FFF2-40B4-BE49-F238E27FC236}">
                <a16:creationId xmlns:a16="http://schemas.microsoft.com/office/drawing/2014/main" id="{69FED9AE-E253-F477-591A-96AB20C77A68}"/>
              </a:ext>
            </a:extLst>
          </p:cNvPr>
          <p:cNvGrpSpPr/>
          <p:nvPr/>
        </p:nvGrpSpPr>
        <p:grpSpPr>
          <a:xfrm>
            <a:off x="4698464" y="2567249"/>
            <a:ext cx="492840" cy="777960"/>
            <a:chOff x="4698464" y="2567249"/>
            <a:chExt cx="492840" cy="7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5604" name="Ink 25603">
                  <a:extLst>
                    <a:ext uri="{FF2B5EF4-FFF2-40B4-BE49-F238E27FC236}">
                      <a16:creationId xmlns:a16="http://schemas.microsoft.com/office/drawing/2014/main" id="{CDD7B520-8684-7394-EF66-CDA57DD82C50}"/>
                    </a:ext>
                  </a:extLst>
                </p14:cNvPr>
                <p14:cNvContentPartPr/>
                <p14:nvPr/>
              </p14:nvContentPartPr>
              <p14:xfrm>
                <a:off x="4761464" y="3124889"/>
                <a:ext cx="99360" cy="220320"/>
              </p14:xfrm>
            </p:contentPart>
          </mc:Choice>
          <mc:Fallback xmlns="">
            <p:pic>
              <p:nvPicPr>
                <p:cNvPr id="25604" name="Ink 25603">
                  <a:extLst>
                    <a:ext uri="{FF2B5EF4-FFF2-40B4-BE49-F238E27FC236}">
                      <a16:creationId xmlns:a16="http://schemas.microsoft.com/office/drawing/2014/main" id="{CDD7B520-8684-7394-EF66-CDA57DD82C5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743824" y="3107249"/>
                  <a:ext cx="135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5605" name="Ink 25604">
                  <a:extLst>
                    <a:ext uri="{FF2B5EF4-FFF2-40B4-BE49-F238E27FC236}">
                      <a16:creationId xmlns:a16="http://schemas.microsoft.com/office/drawing/2014/main" id="{D88D8D90-7475-76B8-859A-3343572E38B8}"/>
                    </a:ext>
                  </a:extLst>
                </p14:cNvPr>
                <p14:cNvContentPartPr/>
                <p14:nvPr/>
              </p14:nvContentPartPr>
              <p14:xfrm>
                <a:off x="4759304" y="3125249"/>
                <a:ext cx="198360" cy="198000"/>
              </p14:xfrm>
            </p:contentPart>
          </mc:Choice>
          <mc:Fallback xmlns="">
            <p:pic>
              <p:nvPicPr>
                <p:cNvPr id="25605" name="Ink 25604">
                  <a:extLst>
                    <a:ext uri="{FF2B5EF4-FFF2-40B4-BE49-F238E27FC236}">
                      <a16:creationId xmlns:a16="http://schemas.microsoft.com/office/drawing/2014/main" id="{D88D8D90-7475-76B8-859A-3343572E38B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741304" y="3107609"/>
                  <a:ext cx="234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5608" name="Ink 25607">
                  <a:extLst>
                    <a:ext uri="{FF2B5EF4-FFF2-40B4-BE49-F238E27FC236}">
                      <a16:creationId xmlns:a16="http://schemas.microsoft.com/office/drawing/2014/main" id="{19FBF9BE-A15D-6740-122C-5D82D0992200}"/>
                    </a:ext>
                  </a:extLst>
                </p14:cNvPr>
                <p14:cNvContentPartPr/>
                <p14:nvPr/>
              </p14:nvContentPartPr>
              <p14:xfrm>
                <a:off x="4698464" y="2567249"/>
                <a:ext cx="492840" cy="494640"/>
              </p14:xfrm>
            </p:contentPart>
          </mc:Choice>
          <mc:Fallback xmlns="">
            <p:pic>
              <p:nvPicPr>
                <p:cNvPr id="25608" name="Ink 25607">
                  <a:extLst>
                    <a:ext uri="{FF2B5EF4-FFF2-40B4-BE49-F238E27FC236}">
                      <a16:creationId xmlns:a16="http://schemas.microsoft.com/office/drawing/2014/main" id="{19FBF9BE-A15D-6740-122C-5D82D099220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680464" y="2549609"/>
                  <a:ext cx="528480" cy="53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25" name="Group 25624">
            <a:extLst>
              <a:ext uri="{FF2B5EF4-FFF2-40B4-BE49-F238E27FC236}">
                <a16:creationId xmlns:a16="http://schemas.microsoft.com/office/drawing/2014/main" id="{3EC60150-F7BD-4341-0DF6-4DB7AE560E14}"/>
              </a:ext>
            </a:extLst>
          </p:cNvPr>
          <p:cNvGrpSpPr/>
          <p:nvPr/>
        </p:nvGrpSpPr>
        <p:grpSpPr>
          <a:xfrm>
            <a:off x="5004464" y="1796489"/>
            <a:ext cx="1246320" cy="685800"/>
            <a:chOff x="5004464" y="1796489"/>
            <a:chExt cx="1246320" cy="68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5611" name="Ink 25610">
                  <a:extLst>
                    <a:ext uri="{FF2B5EF4-FFF2-40B4-BE49-F238E27FC236}">
                      <a16:creationId xmlns:a16="http://schemas.microsoft.com/office/drawing/2014/main" id="{88D15D31-2FF9-AA14-31D0-8C9C8A3C472E}"/>
                    </a:ext>
                  </a:extLst>
                </p14:cNvPr>
                <p14:cNvContentPartPr/>
                <p14:nvPr/>
              </p14:nvContentPartPr>
              <p14:xfrm>
                <a:off x="5004464" y="2214809"/>
                <a:ext cx="172800" cy="267480"/>
              </p14:xfrm>
            </p:contentPart>
          </mc:Choice>
          <mc:Fallback xmlns="">
            <p:pic>
              <p:nvPicPr>
                <p:cNvPr id="25611" name="Ink 25610">
                  <a:extLst>
                    <a:ext uri="{FF2B5EF4-FFF2-40B4-BE49-F238E27FC236}">
                      <a16:creationId xmlns:a16="http://schemas.microsoft.com/office/drawing/2014/main" id="{88D15D31-2FF9-AA14-31D0-8C9C8A3C472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986464" y="2197169"/>
                  <a:ext cx="2084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5612" name="Ink 25611">
                  <a:extLst>
                    <a:ext uri="{FF2B5EF4-FFF2-40B4-BE49-F238E27FC236}">
                      <a16:creationId xmlns:a16="http://schemas.microsoft.com/office/drawing/2014/main" id="{1D4F1B1B-AC43-D827-21BE-E1F0B3D1BEA0}"/>
                    </a:ext>
                  </a:extLst>
                </p14:cNvPr>
                <p14:cNvContentPartPr/>
                <p14:nvPr/>
              </p14:nvContentPartPr>
              <p14:xfrm>
                <a:off x="5014184" y="2290409"/>
                <a:ext cx="122760" cy="114840"/>
              </p14:xfrm>
            </p:contentPart>
          </mc:Choice>
          <mc:Fallback xmlns="">
            <p:pic>
              <p:nvPicPr>
                <p:cNvPr id="25612" name="Ink 25611">
                  <a:extLst>
                    <a:ext uri="{FF2B5EF4-FFF2-40B4-BE49-F238E27FC236}">
                      <a16:creationId xmlns:a16="http://schemas.microsoft.com/office/drawing/2014/main" id="{1D4F1B1B-AC43-D827-21BE-E1F0B3D1BEA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996544" y="2272769"/>
                  <a:ext cx="158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5613" name="Ink 25612">
                  <a:extLst>
                    <a:ext uri="{FF2B5EF4-FFF2-40B4-BE49-F238E27FC236}">
                      <a16:creationId xmlns:a16="http://schemas.microsoft.com/office/drawing/2014/main" id="{C5070E24-1152-D24E-0E3D-29AAD8DE446B}"/>
                    </a:ext>
                  </a:extLst>
                </p14:cNvPr>
                <p14:cNvContentPartPr/>
                <p14:nvPr/>
              </p14:nvContentPartPr>
              <p14:xfrm>
                <a:off x="5293544" y="2047049"/>
                <a:ext cx="100440" cy="156960"/>
              </p14:xfrm>
            </p:contentPart>
          </mc:Choice>
          <mc:Fallback xmlns="">
            <p:pic>
              <p:nvPicPr>
                <p:cNvPr id="25613" name="Ink 25612">
                  <a:extLst>
                    <a:ext uri="{FF2B5EF4-FFF2-40B4-BE49-F238E27FC236}">
                      <a16:creationId xmlns:a16="http://schemas.microsoft.com/office/drawing/2014/main" id="{C5070E24-1152-D24E-0E3D-29AAD8DE446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75904" y="2029049"/>
                  <a:ext cx="136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5614" name="Ink 25613">
                  <a:extLst>
                    <a:ext uri="{FF2B5EF4-FFF2-40B4-BE49-F238E27FC236}">
                      <a16:creationId xmlns:a16="http://schemas.microsoft.com/office/drawing/2014/main" id="{D3034C5C-24F1-CBE1-6541-89485A7987AA}"/>
                    </a:ext>
                  </a:extLst>
                </p14:cNvPr>
                <p14:cNvContentPartPr/>
                <p14:nvPr/>
              </p14:nvContentPartPr>
              <p14:xfrm>
                <a:off x="5323424" y="1943369"/>
                <a:ext cx="151560" cy="189720"/>
              </p14:xfrm>
            </p:contentPart>
          </mc:Choice>
          <mc:Fallback xmlns="">
            <p:pic>
              <p:nvPicPr>
                <p:cNvPr id="25614" name="Ink 25613">
                  <a:extLst>
                    <a:ext uri="{FF2B5EF4-FFF2-40B4-BE49-F238E27FC236}">
                      <a16:creationId xmlns:a16="http://schemas.microsoft.com/office/drawing/2014/main" id="{D3034C5C-24F1-CBE1-6541-89485A7987A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05784" y="1925369"/>
                  <a:ext cx="187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5615" name="Ink 25614">
                  <a:extLst>
                    <a:ext uri="{FF2B5EF4-FFF2-40B4-BE49-F238E27FC236}">
                      <a16:creationId xmlns:a16="http://schemas.microsoft.com/office/drawing/2014/main" id="{20370ADA-B394-ABAC-8EE2-EB2D8E4428BF}"/>
                    </a:ext>
                  </a:extLst>
                </p14:cNvPr>
                <p14:cNvContentPartPr/>
                <p14:nvPr/>
              </p14:nvContentPartPr>
              <p14:xfrm>
                <a:off x="5473904" y="2212289"/>
                <a:ext cx="121680" cy="208440"/>
              </p14:xfrm>
            </p:contentPart>
          </mc:Choice>
          <mc:Fallback xmlns="">
            <p:pic>
              <p:nvPicPr>
                <p:cNvPr id="25615" name="Ink 25614">
                  <a:extLst>
                    <a:ext uri="{FF2B5EF4-FFF2-40B4-BE49-F238E27FC236}">
                      <a16:creationId xmlns:a16="http://schemas.microsoft.com/office/drawing/2014/main" id="{20370ADA-B394-ABAC-8EE2-EB2D8E4428B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56264" y="2194289"/>
                  <a:ext cx="1573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5616" name="Ink 25615">
                  <a:extLst>
                    <a:ext uri="{FF2B5EF4-FFF2-40B4-BE49-F238E27FC236}">
                      <a16:creationId xmlns:a16="http://schemas.microsoft.com/office/drawing/2014/main" id="{49B094A9-9934-D703-AA91-B9DABC3BE301}"/>
                    </a:ext>
                  </a:extLst>
                </p14:cNvPr>
                <p14:cNvContentPartPr/>
                <p14:nvPr/>
              </p14:nvContentPartPr>
              <p14:xfrm>
                <a:off x="5502344" y="2188889"/>
                <a:ext cx="135720" cy="133200"/>
              </p14:xfrm>
            </p:contentPart>
          </mc:Choice>
          <mc:Fallback xmlns="">
            <p:pic>
              <p:nvPicPr>
                <p:cNvPr id="25616" name="Ink 25615">
                  <a:extLst>
                    <a:ext uri="{FF2B5EF4-FFF2-40B4-BE49-F238E27FC236}">
                      <a16:creationId xmlns:a16="http://schemas.microsoft.com/office/drawing/2014/main" id="{49B094A9-9934-D703-AA91-B9DABC3BE30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484344" y="2171249"/>
                  <a:ext cx="171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5617" name="Ink 25616">
                  <a:extLst>
                    <a:ext uri="{FF2B5EF4-FFF2-40B4-BE49-F238E27FC236}">
                      <a16:creationId xmlns:a16="http://schemas.microsoft.com/office/drawing/2014/main" id="{43FEF48B-7EE6-16FF-C91B-F41BAE53D79B}"/>
                    </a:ext>
                  </a:extLst>
                </p14:cNvPr>
                <p14:cNvContentPartPr/>
                <p14:nvPr/>
              </p14:nvContentPartPr>
              <p14:xfrm>
                <a:off x="5646704" y="2162249"/>
                <a:ext cx="88920" cy="69120"/>
              </p14:xfrm>
            </p:contentPart>
          </mc:Choice>
          <mc:Fallback xmlns="">
            <p:pic>
              <p:nvPicPr>
                <p:cNvPr id="25617" name="Ink 25616">
                  <a:extLst>
                    <a:ext uri="{FF2B5EF4-FFF2-40B4-BE49-F238E27FC236}">
                      <a16:creationId xmlns:a16="http://schemas.microsoft.com/office/drawing/2014/main" id="{43FEF48B-7EE6-16FF-C91B-F41BAE53D79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629064" y="2144609"/>
                  <a:ext cx="1245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5618" name="Ink 25617">
                  <a:extLst>
                    <a:ext uri="{FF2B5EF4-FFF2-40B4-BE49-F238E27FC236}">
                      <a16:creationId xmlns:a16="http://schemas.microsoft.com/office/drawing/2014/main" id="{E2EE7D2D-9C15-0A83-746C-F80689BCE3BA}"/>
                    </a:ext>
                  </a:extLst>
                </p14:cNvPr>
                <p14:cNvContentPartPr/>
                <p14:nvPr/>
              </p14:nvContentPartPr>
              <p14:xfrm>
                <a:off x="5725544" y="2126969"/>
                <a:ext cx="79200" cy="68400"/>
              </p14:xfrm>
            </p:contentPart>
          </mc:Choice>
          <mc:Fallback xmlns="">
            <p:pic>
              <p:nvPicPr>
                <p:cNvPr id="25618" name="Ink 25617">
                  <a:extLst>
                    <a:ext uri="{FF2B5EF4-FFF2-40B4-BE49-F238E27FC236}">
                      <a16:creationId xmlns:a16="http://schemas.microsoft.com/office/drawing/2014/main" id="{E2EE7D2D-9C15-0A83-746C-F80689BCE3B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707544" y="2109329"/>
                  <a:ext cx="114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5619" name="Ink 25618">
                  <a:extLst>
                    <a:ext uri="{FF2B5EF4-FFF2-40B4-BE49-F238E27FC236}">
                      <a16:creationId xmlns:a16="http://schemas.microsoft.com/office/drawing/2014/main" id="{EE5A9FE5-C3DD-01D7-A145-8EAC8EC3F847}"/>
                    </a:ext>
                  </a:extLst>
                </p14:cNvPr>
                <p14:cNvContentPartPr/>
                <p14:nvPr/>
              </p14:nvContentPartPr>
              <p14:xfrm>
                <a:off x="5758664" y="2054249"/>
                <a:ext cx="46800" cy="83880"/>
              </p14:xfrm>
            </p:contentPart>
          </mc:Choice>
          <mc:Fallback xmlns="">
            <p:pic>
              <p:nvPicPr>
                <p:cNvPr id="25619" name="Ink 25618">
                  <a:extLst>
                    <a:ext uri="{FF2B5EF4-FFF2-40B4-BE49-F238E27FC236}">
                      <a16:creationId xmlns:a16="http://schemas.microsoft.com/office/drawing/2014/main" id="{EE5A9FE5-C3DD-01D7-A145-8EAC8EC3F84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741024" y="2036609"/>
                  <a:ext cx="82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5620" name="Ink 25619">
                  <a:extLst>
                    <a:ext uri="{FF2B5EF4-FFF2-40B4-BE49-F238E27FC236}">
                      <a16:creationId xmlns:a16="http://schemas.microsoft.com/office/drawing/2014/main" id="{E077C02D-CCDC-B274-F834-19770567E6ED}"/>
                    </a:ext>
                  </a:extLst>
                </p14:cNvPr>
                <p14:cNvContentPartPr/>
                <p14:nvPr/>
              </p14:nvContentPartPr>
              <p14:xfrm>
                <a:off x="5826344" y="2017529"/>
                <a:ext cx="38160" cy="81720"/>
              </p14:xfrm>
            </p:contentPart>
          </mc:Choice>
          <mc:Fallback xmlns="">
            <p:pic>
              <p:nvPicPr>
                <p:cNvPr id="25620" name="Ink 25619">
                  <a:extLst>
                    <a:ext uri="{FF2B5EF4-FFF2-40B4-BE49-F238E27FC236}">
                      <a16:creationId xmlns:a16="http://schemas.microsoft.com/office/drawing/2014/main" id="{E077C02D-CCDC-B274-F834-19770567E6E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808704" y="1999889"/>
                  <a:ext cx="73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5621" name="Ink 25620">
                  <a:extLst>
                    <a:ext uri="{FF2B5EF4-FFF2-40B4-BE49-F238E27FC236}">
                      <a16:creationId xmlns:a16="http://schemas.microsoft.com/office/drawing/2014/main" id="{9D681B07-172A-2D53-09CE-72506FDFBDE8}"/>
                    </a:ext>
                  </a:extLst>
                </p14:cNvPr>
                <p14:cNvContentPartPr/>
                <p14:nvPr/>
              </p14:nvContentPartPr>
              <p14:xfrm>
                <a:off x="5771984" y="1949849"/>
                <a:ext cx="25920" cy="16560"/>
              </p14:xfrm>
            </p:contentPart>
          </mc:Choice>
          <mc:Fallback xmlns="">
            <p:pic>
              <p:nvPicPr>
                <p:cNvPr id="25621" name="Ink 25620">
                  <a:extLst>
                    <a:ext uri="{FF2B5EF4-FFF2-40B4-BE49-F238E27FC236}">
                      <a16:creationId xmlns:a16="http://schemas.microsoft.com/office/drawing/2014/main" id="{9D681B07-172A-2D53-09CE-72506FDFBDE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754344" y="1932209"/>
                  <a:ext cx="61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5622" name="Ink 25621">
                  <a:extLst>
                    <a:ext uri="{FF2B5EF4-FFF2-40B4-BE49-F238E27FC236}">
                      <a16:creationId xmlns:a16="http://schemas.microsoft.com/office/drawing/2014/main" id="{AFCD7ECF-B7FD-937B-2E60-FB3327A863F8}"/>
                    </a:ext>
                  </a:extLst>
                </p14:cNvPr>
                <p14:cNvContentPartPr/>
                <p14:nvPr/>
              </p14:nvContentPartPr>
              <p14:xfrm>
                <a:off x="5892224" y="1880729"/>
                <a:ext cx="145080" cy="110160"/>
              </p14:xfrm>
            </p:contentPart>
          </mc:Choice>
          <mc:Fallback xmlns="">
            <p:pic>
              <p:nvPicPr>
                <p:cNvPr id="25622" name="Ink 25621">
                  <a:extLst>
                    <a:ext uri="{FF2B5EF4-FFF2-40B4-BE49-F238E27FC236}">
                      <a16:creationId xmlns:a16="http://schemas.microsoft.com/office/drawing/2014/main" id="{AFCD7ECF-B7FD-937B-2E60-FB3327A863F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874584" y="1863089"/>
                  <a:ext cx="180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5623" name="Ink 25622">
                  <a:extLst>
                    <a:ext uri="{FF2B5EF4-FFF2-40B4-BE49-F238E27FC236}">
                      <a16:creationId xmlns:a16="http://schemas.microsoft.com/office/drawing/2014/main" id="{ACBD5D55-725C-6565-B3EA-82828F9CC41F}"/>
                    </a:ext>
                  </a:extLst>
                </p14:cNvPr>
                <p14:cNvContentPartPr/>
                <p14:nvPr/>
              </p14:nvContentPartPr>
              <p14:xfrm>
                <a:off x="6073664" y="1796489"/>
                <a:ext cx="146160" cy="223200"/>
              </p14:xfrm>
            </p:contentPart>
          </mc:Choice>
          <mc:Fallback xmlns="">
            <p:pic>
              <p:nvPicPr>
                <p:cNvPr id="25623" name="Ink 25622">
                  <a:extLst>
                    <a:ext uri="{FF2B5EF4-FFF2-40B4-BE49-F238E27FC236}">
                      <a16:creationId xmlns:a16="http://schemas.microsoft.com/office/drawing/2014/main" id="{ACBD5D55-725C-6565-B3EA-82828F9CC41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056024" y="1778489"/>
                  <a:ext cx="1818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5624" name="Ink 25623">
                  <a:extLst>
                    <a:ext uri="{FF2B5EF4-FFF2-40B4-BE49-F238E27FC236}">
                      <a16:creationId xmlns:a16="http://schemas.microsoft.com/office/drawing/2014/main" id="{35293261-63F6-5C05-95F4-D6F0245FEF91}"/>
                    </a:ext>
                  </a:extLst>
                </p14:cNvPr>
                <p14:cNvContentPartPr/>
                <p14:nvPr/>
              </p14:nvContentPartPr>
              <p14:xfrm>
                <a:off x="6248984" y="1828529"/>
                <a:ext cx="1800" cy="9360"/>
              </p14:xfrm>
            </p:contentPart>
          </mc:Choice>
          <mc:Fallback xmlns="">
            <p:pic>
              <p:nvPicPr>
                <p:cNvPr id="25624" name="Ink 25623">
                  <a:extLst>
                    <a:ext uri="{FF2B5EF4-FFF2-40B4-BE49-F238E27FC236}">
                      <a16:creationId xmlns:a16="http://schemas.microsoft.com/office/drawing/2014/main" id="{35293261-63F6-5C05-95F4-D6F0245FEF9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231344" y="1810529"/>
                  <a:ext cx="374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32" name="Group 25631">
            <a:extLst>
              <a:ext uri="{FF2B5EF4-FFF2-40B4-BE49-F238E27FC236}">
                <a16:creationId xmlns:a16="http://schemas.microsoft.com/office/drawing/2014/main" id="{DEFF9C1D-4177-7CAA-8FAA-B691F17A749C}"/>
              </a:ext>
            </a:extLst>
          </p:cNvPr>
          <p:cNvGrpSpPr/>
          <p:nvPr/>
        </p:nvGrpSpPr>
        <p:grpSpPr>
          <a:xfrm>
            <a:off x="7638224" y="2763449"/>
            <a:ext cx="490320" cy="144000"/>
            <a:chOff x="7638224" y="2763449"/>
            <a:chExt cx="49032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5626" name="Ink 25625">
                  <a:extLst>
                    <a:ext uri="{FF2B5EF4-FFF2-40B4-BE49-F238E27FC236}">
                      <a16:creationId xmlns:a16="http://schemas.microsoft.com/office/drawing/2014/main" id="{E17D660E-74BE-E707-C88A-80A677D38DDB}"/>
                    </a:ext>
                  </a:extLst>
                </p14:cNvPr>
                <p14:cNvContentPartPr/>
                <p14:nvPr/>
              </p14:nvContentPartPr>
              <p14:xfrm>
                <a:off x="7638224" y="2820329"/>
                <a:ext cx="109800" cy="20160"/>
              </p14:xfrm>
            </p:contentPart>
          </mc:Choice>
          <mc:Fallback xmlns="">
            <p:pic>
              <p:nvPicPr>
                <p:cNvPr id="25626" name="Ink 25625">
                  <a:extLst>
                    <a:ext uri="{FF2B5EF4-FFF2-40B4-BE49-F238E27FC236}">
                      <a16:creationId xmlns:a16="http://schemas.microsoft.com/office/drawing/2014/main" id="{E17D660E-74BE-E707-C88A-80A677D38DD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620584" y="2802689"/>
                  <a:ext cx="145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5627" name="Ink 25626">
                  <a:extLst>
                    <a:ext uri="{FF2B5EF4-FFF2-40B4-BE49-F238E27FC236}">
                      <a16:creationId xmlns:a16="http://schemas.microsoft.com/office/drawing/2014/main" id="{4A70D501-6914-0E40-34DA-744FAB79D6EB}"/>
                    </a:ext>
                  </a:extLst>
                </p14:cNvPr>
                <p14:cNvContentPartPr/>
                <p14:nvPr/>
              </p14:nvContentPartPr>
              <p14:xfrm>
                <a:off x="7730384" y="2763449"/>
                <a:ext cx="27360" cy="144000"/>
              </p14:xfrm>
            </p:contentPart>
          </mc:Choice>
          <mc:Fallback xmlns="">
            <p:pic>
              <p:nvPicPr>
                <p:cNvPr id="25627" name="Ink 25626">
                  <a:extLst>
                    <a:ext uri="{FF2B5EF4-FFF2-40B4-BE49-F238E27FC236}">
                      <a16:creationId xmlns:a16="http://schemas.microsoft.com/office/drawing/2014/main" id="{4A70D501-6914-0E40-34DA-744FAB79D6E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712744" y="2745449"/>
                  <a:ext cx="63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5628" name="Ink 25627">
                  <a:extLst>
                    <a:ext uri="{FF2B5EF4-FFF2-40B4-BE49-F238E27FC236}">
                      <a16:creationId xmlns:a16="http://schemas.microsoft.com/office/drawing/2014/main" id="{EAEFC41F-8886-04CF-7DC3-E7C5E45CBDCC}"/>
                    </a:ext>
                  </a:extLst>
                </p14:cNvPr>
                <p14:cNvContentPartPr/>
                <p14:nvPr/>
              </p14:nvContentPartPr>
              <p14:xfrm>
                <a:off x="7833344" y="2848049"/>
                <a:ext cx="81000" cy="8640"/>
              </p14:xfrm>
            </p:contentPart>
          </mc:Choice>
          <mc:Fallback xmlns="">
            <p:pic>
              <p:nvPicPr>
                <p:cNvPr id="25628" name="Ink 25627">
                  <a:extLst>
                    <a:ext uri="{FF2B5EF4-FFF2-40B4-BE49-F238E27FC236}">
                      <a16:creationId xmlns:a16="http://schemas.microsoft.com/office/drawing/2014/main" id="{EAEFC41F-8886-04CF-7DC3-E7C5E45CBDC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815704" y="2830409"/>
                  <a:ext cx="1166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5629" name="Ink 25628">
                  <a:extLst>
                    <a:ext uri="{FF2B5EF4-FFF2-40B4-BE49-F238E27FC236}">
                      <a16:creationId xmlns:a16="http://schemas.microsoft.com/office/drawing/2014/main" id="{A5C24AB6-D541-3296-818C-FFF6F0A9D43F}"/>
                    </a:ext>
                  </a:extLst>
                </p14:cNvPr>
                <p14:cNvContentPartPr/>
                <p14:nvPr/>
              </p14:nvContentPartPr>
              <p14:xfrm>
                <a:off x="7895624" y="2784329"/>
                <a:ext cx="9000" cy="111960"/>
              </p14:xfrm>
            </p:contentPart>
          </mc:Choice>
          <mc:Fallback xmlns="">
            <p:pic>
              <p:nvPicPr>
                <p:cNvPr id="25629" name="Ink 25628">
                  <a:extLst>
                    <a:ext uri="{FF2B5EF4-FFF2-40B4-BE49-F238E27FC236}">
                      <a16:creationId xmlns:a16="http://schemas.microsoft.com/office/drawing/2014/main" id="{A5C24AB6-D541-3296-818C-FFF6F0A9D43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877984" y="2766689"/>
                  <a:ext cx="44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5630" name="Ink 25629">
                  <a:extLst>
                    <a:ext uri="{FF2B5EF4-FFF2-40B4-BE49-F238E27FC236}">
                      <a16:creationId xmlns:a16="http://schemas.microsoft.com/office/drawing/2014/main" id="{C0455E3B-A14B-9900-F844-17970A3525D8}"/>
                    </a:ext>
                  </a:extLst>
                </p14:cNvPr>
                <p14:cNvContentPartPr/>
                <p14:nvPr/>
              </p14:nvContentPartPr>
              <p14:xfrm>
                <a:off x="8022344" y="2807729"/>
                <a:ext cx="106200" cy="19080"/>
              </p14:xfrm>
            </p:contentPart>
          </mc:Choice>
          <mc:Fallback xmlns="">
            <p:pic>
              <p:nvPicPr>
                <p:cNvPr id="25630" name="Ink 25629">
                  <a:extLst>
                    <a:ext uri="{FF2B5EF4-FFF2-40B4-BE49-F238E27FC236}">
                      <a16:creationId xmlns:a16="http://schemas.microsoft.com/office/drawing/2014/main" id="{C0455E3B-A14B-9900-F844-17970A3525D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004344" y="2789729"/>
                  <a:ext cx="141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5631" name="Ink 25630">
                  <a:extLst>
                    <a:ext uri="{FF2B5EF4-FFF2-40B4-BE49-F238E27FC236}">
                      <a16:creationId xmlns:a16="http://schemas.microsoft.com/office/drawing/2014/main" id="{ABAAB21A-90BF-A59C-CDD5-9F200658402D}"/>
                    </a:ext>
                  </a:extLst>
                </p14:cNvPr>
                <p14:cNvContentPartPr/>
                <p14:nvPr/>
              </p14:nvContentPartPr>
              <p14:xfrm>
                <a:off x="8070944" y="2766329"/>
                <a:ext cx="15840" cy="123120"/>
              </p14:xfrm>
            </p:contentPart>
          </mc:Choice>
          <mc:Fallback xmlns="">
            <p:pic>
              <p:nvPicPr>
                <p:cNvPr id="25631" name="Ink 25630">
                  <a:extLst>
                    <a:ext uri="{FF2B5EF4-FFF2-40B4-BE49-F238E27FC236}">
                      <a16:creationId xmlns:a16="http://schemas.microsoft.com/office/drawing/2014/main" id="{ABAAB21A-90BF-A59C-CDD5-9F200658402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53304" y="2748689"/>
                  <a:ext cx="5148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25633" name="Ink 25632">
                <a:extLst>
                  <a:ext uri="{FF2B5EF4-FFF2-40B4-BE49-F238E27FC236}">
                    <a16:creationId xmlns:a16="http://schemas.microsoft.com/office/drawing/2014/main" id="{FA84AB47-0895-3E2B-64BD-78B18BEFAB53}"/>
                  </a:ext>
                </a:extLst>
              </p14:cNvPr>
              <p14:cNvContentPartPr/>
              <p14:nvPr/>
            </p14:nvContentPartPr>
            <p14:xfrm>
              <a:off x="6784664" y="2587049"/>
              <a:ext cx="548640" cy="520560"/>
            </p14:xfrm>
          </p:contentPart>
        </mc:Choice>
        <mc:Fallback xmlns="">
          <p:pic>
            <p:nvPicPr>
              <p:cNvPr id="25633" name="Ink 25632">
                <a:extLst>
                  <a:ext uri="{FF2B5EF4-FFF2-40B4-BE49-F238E27FC236}">
                    <a16:creationId xmlns:a16="http://schemas.microsoft.com/office/drawing/2014/main" id="{FA84AB47-0895-3E2B-64BD-78B18BEFAB53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766664" y="2569409"/>
                <a:ext cx="58428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5634" name="Ink 25633">
                <a:extLst>
                  <a:ext uri="{FF2B5EF4-FFF2-40B4-BE49-F238E27FC236}">
                    <a16:creationId xmlns:a16="http://schemas.microsoft.com/office/drawing/2014/main" id="{9B0DD9CC-91C5-BADC-666A-7D1E6BACD29B}"/>
                  </a:ext>
                </a:extLst>
              </p14:cNvPr>
              <p14:cNvContentPartPr/>
              <p14:nvPr/>
            </p14:nvContentPartPr>
            <p14:xfrm>
              <a:off x="8496824" y="2520809"/>
              <a:ext cx="635040" cy="549360"/>
            </p14:xfrm>
          </p:contentPart>
        </mc:Choice>
        <mc:Fallback xmlns="">
          <p:pic>
            <p:nvPicPr>
              <p:cNvPr id="25634" name="Ink 25633">
                <a:extLst>
                  <a:ext uri="{FF2B5EF4-FFF2-40B4-BE49-F238E27FC236}">
                    <a16:creationId xmlns:a16="http://schemas.microsoft.com/office/drawing/2014/main" id="{9B0DD9CC-91C5-BADC-666A-7D1E6BACD29B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478824" y="2502809"/>
                <a:ext cx="67068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25635" name="Ink 25634">
                <a:extLst>
                  <a:ext uri="{FF2B5EF4-FFF2-40B4-BE49-F238E27FC236}">
                    <a16:creationId xmlns:a16="http://schemas.microsoft.com/office/drawing/2014/main" id="{46F839EB-F018-3D6F-DDBE-3660A24398AE}"/>
                  </a:ext>
                </a:extLst>
              </p14:cNvPr>
              <p14:cNvContentPartPr/>
              <p14:nvPr/>
            </p14:nvContentPartPr>
            <p14:xfrm>
              <a:off x="7064384" y="3231089"/>
              <a:ext cx="121680" cy="143640"/>
            </p14:xfrm>
          </p:contentPart>
        </mc:Choice>
        <mc:Fallback xmlns="">
          <p:pic>
            <p:nvPicPr>
              <p:cNvPr id="25635" name="Ink 25634">
                <a:extLst>
                  <a:ext uri="{FF2B5EF4-FFF2-40B4-BE49-F238E27FC236}">
                    <a16:creationId xmlns:a16="http://schemas.microsoft.com/office/drawing/2014/main" id="{46F839EB-F018-3D6F-DDBE-3660A24398AE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046744" y="3213089"/>
                <a:ext cx="15732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38" name="Group 25637">
            <a:extLst>
              <a:ext uri="{FF2B5EF4-FFF2-40B4-BE49-F238E27FC236}">
                <a16:creationId xmlns:a16="http://schemas.microsoft.com/office/drawing/2014/main" id="{A3797FE5-2AEB-0910-89A0-1DE6843FCEA8}"/>
              </a:ext>
            </a:extLst>
          </p:cNvPr>
          <p:cNvGrpSpPr/>
          <p:nvPr/>
        </p:nvGrpSpPr>
        <p:grpSpPr>
          <a:xfrm>
            <a:off x="8723624" y="3201569"/>
            <a:ext cx="109800" cy="185400"/>
            <a:chOff x="8723624" y="3201569"/>
            <a:chExt cx="10980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5636" name="Ink 25635">
                  <a:extLst>
                    <a:ext uri="{FF2B5EF4-FFF2-40B4-BE49-F238E27FC236}">
                      <a16:creationId xmlns:a16="http://schemas.microsoft.com/office/drawing/2014/main" id="{41603F18-A480-AD59-2FD3-8CF85F9BBC60}"/>
                    </a:ext>
                  </a:extLst>
                </p14:cNvPr>
                <p14:cNvContentPartPr/>
                <p14:nvPr/>
              </p14:nvContentPartPr>
              <p14:xfrm>
                <a:off x="8736944" y="3275009"/>
                <a:ext cx="70920" cy="111960"/>
              </p14:xfrm>
            </p:contentPart>
          </mc:Choice>
          <mc:Fallback xmlns="">
            <p:pic>
              <p:nvPicPr>
                <p:cNvPr id="25636" name="Ink 25635">
                  <a:extLst>
                    <a:ext uri="{FF2B5EF4-FFF2-40B4-BE49-F238E27FC236}">
                      <a16:creationId xmlns:a16="http://schemas.microsoft.com/office/drawing/2014/main" id="{41603F18-A480-AD59-2FD3-8CF85F9BBC6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18944" y="3257009"/>
                  <a:ext cx="106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5637" name="Ink 25636">
                  <a:extLst>
                    <a:ext uri="{FF2B5EF4-FFF2-40B4-BE49-F238E27FC236}">
                      <a16:creationId xmlns:a16="http://schemas.microsoft.com/office/drawing/2014/main" id="{EC0B9142-2EEF-DC4F-6814-7C56CC272A47}"/>
                    </a:ext>
                  </a:extLst>
                </p14:cNvPr>
                <p14:cNvContentPartPr/>
                <p14:nvPr/>
              </p14:nvContentPartPr>
              <p14:xfrm>
                <a:off x="8723624" y="3201569"/>
                <a:ext cx="109800" cy="182880"/>
              </p14:xfrm>
            </p:contentPart>
          </mc:Choice>
          <mc:Fallback xmlns="">
            <p:pic>
              <p:nvPicPr>
                <p:cNvPr id="25637" name="Ink 25636">
                  <a:extLst>
                    <a:ext uri="{FF2B5EF4-FFF2-40B4-BE49-F238E27FC236}">
                      <a16:creationId xmlns:a16="http://schemas.microsoft.com/office/drawing/2014/main" id="{EC0B9142-2EEF-DC4F-6814-7C56CC272A4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705624" y="3183929"/>
                  <a:ext cx="145440" cy="218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5AE5536-7E3E-C0FA-79E4-99D79BC76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506" y="-1586"/>
            <a:ext cx="63246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Complementary MOSFETs (CMOS)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C784E76F-9C8C-12C3-36FC-52787EE20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2657476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1" i="1"/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014C2436-7858-5588-02B4-7E5F95BF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5029201"/>
            <a:ext cx="69710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/>
              <a:t>When V</a:t>
            </a:r>
            <a:r>
              <a:rPr lang="en-US" altLang="en-US" sz="2400" b="1" i="1" baseline="-25000"/>
              <a:t>g </a:t>
            </a:r>
            <a:r>
              <a:rPr lang="en-US" altLang="en-US" sz="2400" b="1" i="1"/>
              <a:t>= V</a:t>
            </a:r>
            <a:r>
              <a:rPr lang="en-US" altLang="en-US" sz="2400" b="1" i="1" baseline="-25000"/>
              <a:t>dd </a:t>
            </a:r>
            <a:r>
              <a:rPr lang="en-US" altLang="en-US" sz="2400" b="1" i="1"/>
              <a:t>, the NFET is on and the PFET is off.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/>
              <a:t>When V</a:t>
            </a:r>
            <a:r>
              <a:rPr lang="en-US" altLang="en-US" sz="2400" b="1" i="1" baseline="-25000"/>
              <a:t>g</a:t>
            </a:r>
            <a:r>
              <a:rPr lang="en-US" altLang="en-US" sz="2400" b="1" i="1"/>
              <a:t> = 0, the PFET is on and the NFET is off.</a:t>
            </a: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A99480F4-1187-040A-CC21-0575AABACF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7950" y="1838326"/>
          <a:ext cx="7277100" cy="317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097645" imgH="3971429" progId="Paint.Picture">
                  <p:embed/>
                </p:oleObj>
              </mc:Choice>
              <mc:Fallback>
                <p:oleObj name="Bitmap Image" r:id="rId2" imgW="9097645" imgH="3971429" progId="Paint.Picture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A99480F4-1187-040A-CC21-0575AABACF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1838326"/>
                        <a:ext cx="7277100" cy="317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>
            <a:extLst>
              <a:ext uri="{FF2B5EF4-FFF2-40B4-BE49-F238E27FC236}">
                <a16:creationId xmlns:a16="http://schemas.microsoft.com/office/drawing/2014/main" id="{C0BDA0CB-637C-7293-665C-3B65CB2FE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1" y="1219201"/>
            <a:ext cx="427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i="1"/>
              <a:t>NFET			           PFET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6065F3E-ACBB-D3DA-3158-782AC1854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48675" cy="757130"/>
          </a:xfrm>
        </p:spPr>
        <p:txBody>
          <a:bodyPr anchor="t">
            <a:spAutoFit/>
          </a:bodyPr>
          <a:lstStyle/>
          <a:p>
            <a:pPr eaLnBrk="1" hangingPunct="1"/>
            <a:r>
              <a:rPr lang="en-US" altLang="en-US" sz="2400" i="1" dirty="0"/>
              <a:t>I</a:t>
            </a:r>
            <a:r>
              <a:rPr lang="en-US" altLang="en-US" sz="2400" baseline="-25000" dirty="0"/>
              <a:t>D</a:t>
            </a:r>
            <a:r>
              <a:rPr lang="en-US" altLang="en-US" sz="2400" dirty="0"/>
              <a:t>-</a:t>
            </a:r>
            <a:r>
              <a:rPr lang="en-US" altLang="en-US" sz="2400" i="1" dirty="0"/>
              <a:t>V</a:t>
            </a:r>
            <a:r>
              <a:rPr lang="en-US" altLang="en-US" sz="2400" baseline="-25000" dirty="0"/>
              <a:t>DS</a:t>
            </a:r>
            <a:r>
              <a:rPr lang="en-US" altLang="en-US" sz="2400" dirty="0"/>
              <a:t>  characteristics expected from a long channel </a:t>
            </a:r>
            <a:br>
              <a:rPr lang="en-US" altLang="en-US" sz="2400" dirty="0"/>
            </a:br>
            <a:r>
              <a:rPr lang="en-US" altLang="en-US" sz="2400" dirty="0"/>
              <a:t>(</a:t>
            </a:r>
            <a:r>
              <a:rPr lang="en-US" altLang="en-US" sz="2400" dirty="0">
                <a:sym typeface="Symbol" panose="05050102010706020507" pitchFamily="18" charset="2"/>
              </a:rPr>
              <a:t></a:t>
            </a:r>
            <a:r>
              <a:rPr lang="en-US" altLang="en-US" sz="2400" i="1" dirty="0">
                <a:sym typeface="Symbol" panose="05050102010706020507" pitchFamily="18" charset="2"/>
              </a:rPr>
              <a:t>L </a:t>
            </a:r>
            <a:r>
              <a:rPr lang="en-US" altLang="en-US" sz="2400" dirty="0">
                <a:sym typeface="Symbol" panose="05050102010706020507" pitchFamily="18" charset="2"/>
              </a:rPr>
              <a:t>&lt;&lt; </a:t>
            </a:r>
            <a:r>
              <a:rPr lang="en-US" altLang="en-US" sz="2400" i="1" dirty="0">
                <a:sym typeface="Symbol" panose="05050102010706020507" pitchFamily="18" charset="2"/>
              </a:rPr>
              <a:t>L</a:t>
            </a:r>
            <a:r>
              <a:rPr lang="en-US" altLang="en-US" sz="2400" dirty="0">
                <a:sym typeface="Symbol" panose="05050102010706020507" pitchFamily="18" charset="2"/>
              </a:rPr>
              <a:t>) MOSFET (n-channel), for various values of </a:t>
            </a:r>
            <a:r>
              <a:rPr lang="en-US" altLang="en-US" sz="2400" i="1" dirty="0">
                <a:sym typeface="Symbol" panose="05050102010706020507" pitchFamily="18" charset="2"/>
              </a:rPr>
              <a:t>V</a:t>
            </a:r>
            <a:r>
              <a:rPr lang="en-US" altLang="en-US" sz="2400" baseline="-25000" dirty="0">
                <a:sym typeface="Symbol" panose="05050102010706020507" pitchFamily="18" charset="2"/>
              </a:rPr>
              <a:t>G</a:t>
            </a:r>
            <a:endParaRPr lang="en-US" altLang="en-US" sz="2400" dirty="0"/>
          </a:p>
        </p:txBody>
      </p:sp>
      <p:pic>
        <p:nvPicPr>
          <p:cNvPr id="30723" name="Picture 3">
            <a:extLst>
              <a:ext uri="{FF2B5EF4-FFF2-40B4-BE49-F238E27FC236}">
                <a16:creationId xmlns:a16="http://schemas.microsoft.com/office/drawing/2014/main" id="{9254F993-7AB3-35C8-445C-3A5D6490E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5" t="3432" r="5299" b="13965"/>
          <a:stretch>
            <a:fillRect/>
          </a:stretch>
        </p:blipFill>
        <p:spPr bwMode="auto">
          <a:xfrm>
            <a:off x="3009900" y="1433513"/>
            <a:ext cx="62484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7F4BA2-BAAF-5774-F747-3E29D3CCDC73}"/>
                  </a:ext>
                </a:extLst>
              </p14:cNvPr>
              <p14:cNvContentPartPr/>
              <p14:nvPr/>
            </p14:nvContentPartPr>
            <p14:xfrm>
              <a:off x="1955984" y="2436929"/>
              <a:ext cx="129600" cy="182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7F4BA2-BAAF-5774-F747-3E29D3CCDC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7984" y="2418929"/>
                <a:ext cx="1652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ED7512-3748-893B-5F92-51DC5B08CF5D}"/>
                  </a:ext>
                </a:extLst>
              </p14:cNvPr>
              <p14:cNvContentPartPr/>
              <p14:nvPr/>
            </p14:nvContentPartPr>
            <p14:xfrm>
              <a:off x="9579344" y="1182186"/>
              <a:ext cx="62280" cy="1158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ED7512-3748-893B-5F92-51DC5B08CF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61704" y="1164546"/>
                <a:ext cx="97920" cy="11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548A6C-925F-5AE7-A3B2-F2081E990E0D}"/>
                  </a:ext>
                </a:extLst>
              </p14:cNvPr>
              <p14:cNvContentPartPr/>
              <p14:nvPr/>
            </p14:nvContentPartPr>
            <p14:xfrm>
              <a:off x="9527504" y="2256426"/>
              <a:ext cx="1382760" cy="8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548A6C-925F-5AE7-A3B2-F2081E990E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09504" y="2238786"/>
                <a:ext cx="1418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9407D9-A7D8-6A33-BD7A-37F8A13E75A7}"/>
                  </a:ext>
                </a:extLst>
              </p14:cNvPr>
              <p14:cNvContentPartPr/>
              <p14:nvPr/>
            </p14:nvContentPartPr>
            <p14:xfrm>
              <a:off x="10801184" y="2179386"/>
              <a:ext cx="99720" cy="202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9407D9-A7D8-6A33-BD7A-37F8A13E75A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83544" y="2161386"/>
                <a:ext cx="1353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9FCE814-8A6F-C3B6-226E-E975BC375132}"/>
                  </a:ext>
                </a:extLst>
              </p14:cNvPr>
              <p14:cNvContentPartPr/>
              <p14:nvPr/>
            </p14:nvContentPartPr>
            <p14:xfrm>
              <a:off x="9496184" y="1160226"/>
              <a:ext cx="155880" cy="89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9FCE814-8A6F-C3B6-226E-E975BC37513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78544" y="1142586"/>
                <a:ext cx="19152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B1930CDB-C020-9431-F4EF-A1A57E021D6B}"/>
              </a:ext>
            </a:extLst>
          </p:cNvPr>
          <p:cNvGrpSpPr/>
          <p:nvPr/>
        </p:nvGrpSpPr>
        <p:grpSpPr>
          <a:xfrm>
            <a:off x="9821984" y="3031506"/>
            <a:ext cx="885960" cy="387360"/>
            <a:chOff x="9821984" y="3031506"/>
            <a:chExt cx="88596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C538BD7-C4DC-60BC-DBA8-0BCC99C17357}"/>
                    </a:ext>
                  </a:extLst>
                </p14:cNvPr>
                <p14:cNvContentPartPr/>
                <p14:nvPr/>
              </p14:nvContentPartPr>
              <p14:xfrm>
                <a:off x="9918824" y="3031506"/>
                <a:ext cx="38160" cy="299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C538BD7-C4DC-60BC-DBA8-0BCC99C1735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0824" y="3013866"/>
                  <a:ext cx="73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87C284-5FE3-5FB7-C23C-41D3858F45F0}"/>
                    </a:ext>
                  </a:extLst>
                </p14:cNvPr>
                <p14:cNvContentPartPr/>
                <p14:nvPr/>
              </p14:nvContentPartPr>
              <p14:xfrm>
                <a:off x="9821984" y="3040866"/>
                <a:ext cx="153720" cy="52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87C284-5FE3-5FB7-C23C-41D3858F45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803984" y="3022866"/>
                  <a:ext cx="1893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6F1A3BB-30F3-6A3A-3A64-F84FC9560224}"/>
                    </a:ext>
                  </a:extLst>
                </p14:cNvPr>
                <p14:cNvContentPartPr/>
                <p14:nvPr/>
              </p14:nvContentPartPr>
              <p14:xfrm>
                <a:off x="9881384" y="3270186"/>
                <a:ext cx="77040" cy="4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6F1A3BB-30F3-6A3A-3A64-F84FC95602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63384" y="3252546"/>
                  <a:ext cx="112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717531-6715-44F0-C621-69781C83CB03}"/>
                    </a:ext>
                  </a:extLst>
                </p14:cNvPr>
                <p14:cNvContentPartPr/>
                <p14:nvPr/>
              </p14:nvContentPartPr>
              <p14:xfrm>
                <a:off x="10084784" y="3229506"/>
                <a:ext cx="24480" cy="11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717531-6715-44F0-C621-69781C83CB0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66784" y="3211866"/>
                  <a:ext cx="60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C20A5F-FBC5-65F0-713B-9A52050A933F}"/>
                    </a:ext>
                  </a:extLst>
                </p14:cNvPr>
                <p14:cNvContentPartPr/>
                <p14:nvPr/>
              </p14:nvContentPartPr>
              <p14:xfrm>
                <a:off x="10080824" y="3207546"/>
                <a:ext cx="131040" cy="123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C20A5F-FBC5-65F0-713B-9A52050A933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063184" y="3189546"/>
                  <a:ext cx="1666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0886C3B-150B-2656-1725-718ED39CC9A4}"/>
                    </a:ext>
                  </a:extLst>
                </p14:cNvPr>
                <p14:cNvContentPartPr/>
                <p14:nvPr/>
              </p14:nvContentPartPr>
              <p14:xfrm>
                <a:off x="10268744" y="3079026"/>
                <a:ext cx="162000" cy="175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0886C3B-150B-2656-1725-718ED39CC9A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51104" y="3061026"/>
                  <a:ext cx="197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67EAB5-8BFC-8BD0-F551-976FBF5EDE04}"/>
                    </a:ext>
                  </a:extLst>
                </p14:cNvPr>
                <p14:cNvContentPartPr/>
                <p14:nvPr/>
              </p14:nvContentPartPr>
              <p14:xfrm>
                <a:off x="10567544" y="3262266"/>
                <a:ext cx="20880" cy="123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67EAB5-8BFC-8BD0-F551-976FBF5EDE0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549904" y="3244626"/>
                  <a:ext cx="56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AF33A5E-E41D-B1E3-8ED1-5A81C31C2C66}"/>
                    </a:ext>
                  </a:extLst>
                </p14:cNvPr>
                <p14:cNvContentPartPr/>
                <p14:nvPr/>
              </p14:nvContentPartPr>
              <p14:xfrm>
                <a:off x="10543424" y="3237426"/>
                <a:ext cx="164520" cy="181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AF33A5E-E41D-B1E3-8ED1-5A81C31C2C6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25424" y="3219426"/>
                  <a:ext cx="20016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670EE86-ADD2-12F4-103B-DBFD8890CCFA}"/>
              </a:ext>
            </a:extLst>
          </p:cNvPr>
          <p:cNvGrpSpPr/>
          <p:nvPr/>
        </p:nvGrpSpPr>
        <p:grpSpPr>
          <a:xfrm>
            <a:off x="9976064" y="3756186"/>
            <a:ext cx="1600920" cy="1084680"/>
            <a:chOff x="9976064" y="3756186"/>
            <a:chExt cx="1600920" cy="10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3F114F9-694B-CAA0-C5E0-7E25F7A08646}"/>
                    </a:ext>
                  </a:extLst>
                </p14:cNvPr>
                <p14:cNvContentPartPr/>
                <p14:nvPr/>
              </p14:nvContentPartPr>
              <p14:xfrm>
                <a:off x="10052384" y="4002066"/>
                <a:ext cx="97560" cy="838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3F114F9-694B-CAA0-C5E0-7E25F7A0864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34384" y="3984066"/>
                  <a:ext cx="13320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D8C8EC5-694E-B84C-A749-D880E9A087D5}"/>
                    </a:ext>
                  </a:extLst>
                </p14:cNvPr>
                <p14:cNvContentPartPr/>
                <p14:nvPr/>
              </p14:nvContentPartPr>
              <p14:xfrm>
                <a:off x="10117904" y="4683906"/>
                <a:ext cx="1459080" cy="137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D8C8EC5-694E-B84C-A749-D880E9A087D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99904" y="4666266"/>
                  <a:ext cx="1494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890977E-BA54-5513-DA97-71C315A28961}"/>
                    </a:ext>
                  </a:extLst>
                </p14:cNvPr>
                <p14:cNvContentPartPr/>
                <p14:nvPr/>
              </p14:nvContentPartPr>
              <p14:xfrm>
                <a:off x="11442344" y="4608666"/>
                <a:ext cx="121680" cy="196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890977E-BA54-5513-DA97-71C315A2896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424344" y="4591026"/>
                  <a:ext cx="157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E5BF84D-7401-8432-3AB7-6E6CF57BCB15}"/>
                    </a:ext>
                  </a:extLst>
                </p14:cNvPr>
                <p14:cNvContentPartPr/>
                <p14:nvPr/>
              </p14:nvContentPartPr>
              <p14:xfrm>
                <a:off x="10026464" y="3781026"/>
                <a:ext cx="54000" cy="244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E5BF84D-7401-8432-3AB7-6E6CF57BCB1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008824" y="3763386"/>
                  <a:ext cx="896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C83005D-77A3-EFAE-29DE-43DF33A32044}"/>
                    </a:ext>
                  </a:extLst>
                </p14:cNvPr>
                <p14:cNvContentPartPr/>
                <p14:nvPr/>
              </p14:nvContentPartPr>
              <p14:xfrm>
                <a:off x="9976064" y="3756186"/>
                <a:ext cx="93960" cy="95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C83005D-77A3-EFAE-29DE-43DF33A3204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58424" y="3738546"/>
                  <a:ext cx="12960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0BB0630-4EB1-F73C-479F-C75EA5512265}"/>
              </a:ext>
            </a:extLst>
          </p:cNvPr>
          <p:cNvGrpSpPr/>
          <p:nvPr/>
        </p:nvGrpSpPr>
        <p:grpSpPr>
          <a:xfrm>
            <a:off x="10649624" y="5019786"/>
            <a:ext cx="609840" cy="370800"/>
            <a:chOff x="10649624" y="5019786"/>
            <a:chExt cx="60984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25E1D1E-0C67-CBE1-83E6-F8243A7065FB}"/>
                    </a:ext>
                  </a:extLst>
                </p14:cNvPr>
                <p14:cNvContentPartPr/>
                <p14:nvPr/>
              </p14:nvContentPartPr>
              <p14:xfrm>
                <a:off x="10649624" y="5019786"/>
                <a:ext cx="211320" cy="234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25E1D1E-0C67-CBE1-83E6-F8243A7065F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31984" y="5001786"/>
                  <a:ext cx="2469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70AB0A3-537E-4440-3B8C-21ABB5DA16E3}"/>
                    </a:ext>
                  </a:extLst>
                </p14:cNvPr>
                <p14:cNvContentPartPr/>
                <p14:nvPr/>
              </p14:nvContentPartPr>
              <p14:xfrm>
                <a:off x="10968584" y="5237226"/>
                <a:ext cx="167040" cy="15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70AB0A3-537E-4440-3B8C-21ABB5DA16E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950944" y="5219586"/>
                  <a:ext cx="202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CDF04B-6089-14B2-69E3-4E9CD63E5024}"/>
                    </a:ext>
                  </a:extLst>
                </p14:cNvPr>
                <p14:cNvContentPartPr/>
                <p14:nvPr/>
              </p14:nvContentPartPr>
              <p14:xfrm>
                <a:off x="11195744" y="5230386"/>
                <a:ext cx="63720" cy="160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CDF04B-6089-14B2-69E3-4E9CD63E502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177744" y="5212386"/>
                  <a:ext cx="9936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F0B4181-C40F-9644-68E1-A42FCAACACA7}"/>
              </a:ext>
            </a:extLst>
          </p:cNvPr>
          <p:cNvGrpSpPr/>
          <p:nvPr/>
        </p:nvGrpSpPr>
        <p:grpSpPr>
          <a:xfrm>
            <a:off x="10167944" y="2539746"/>
            <a:ext cx="656640" cy="329040"/>
            <a:chOff x="10167944" y="2539746"/>
            <a:chExt cx="65664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9BF219A-F817-3C73-E687-3AD69E4D9BCD}"/>
                    </a:ext>
                  </a:extLst>
                </p14:cNvPr>
                <p14:cNvContentPartPr/>
                <p14:nvPr/>
              </p14:nvContentPartPr>
              <p14:xfrm>
                <a:off x="10167944" y="2539746"/>
                <a:ext cx="203040" cy="184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9BF219A-F817-3C73-E687-3AD69E4D9BC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49944" y="2522106"/>
                  <a:ext cx="2386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11CC17-1820-4467-9C13-390089F42782}"/>
                    </a:ext>
                  </a:extLst>
                </p14:cNvPr>
                <p14:cNvContentPartPr/>
                <p14:nvPr/>
              </p14:nvContentPartPr>
              <p14:xfrm>
                <a:off x="10537304" y="2663946"/>
                <a:ext cx="32040" cy="20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11CC17-1820-4467-9C13-390089F4278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19304" y="2646306"/>
                  <a:ext cx="67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5F3E56-240A-4C27-2994-5EB10A520748}"/>
                    </a:ext>
                  </a:extLst>
                </p14:cNvPr>
                <p14:cNvContentPartPr/>
                <p14:nvPr/>
              </p14:nvContentPartPr>
              <p14:xfrm>
                <a:off x="10516784" y="2659986"/>
                <a:ext cx="127800" cy="171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5F3E56-240A-4C27-2994-5EB10A52074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499144" y="2641986"/>
                  <a:ext cx="163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37A0E01-867B-4F23-4C98-9C1D9FC1A475}"/>
                    </a:ext>
                  </a:extLst>
                </p14:cNvPr>
                <p14:cNvContentPartPr/>
                <p14:nvPr/>
              </p14:nvContentPartPr>
              <p14:xfrm>
                <a:off x="10730264" y="2656746"/>
                <a:ext cx="94320" cy="124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37A0E01-867B-4F23-4C98-9C1D9FC1A47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12624" y="2638746"/>
                  <a:ext cx="12996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A97E141-9CF2-CD26-C350-148F75BF9B3C}"/>
              </a:ext>
            </a:extLst>
          </p:cNvPr>
          <p:cNvGrpSpPr/>
          <p:nvPr/>
        </p:nvGrpSpPr>
        <p:grpSpPr>
          <a:xfrm>
            <a:off x="8968064" y="1676106"/>
            <a:ext cx="464760" cy="241920"/>
            <a:chOff x="8968064" y="1676106"/>
            <a:chExt cx="46476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AB9977-09C5-25CE-0810-30342658B41F}"/>
                    </a:ext>
                  </a:extLst>
                </p14:cNvPr>
                <p14:cNvContentPartPr/>
                <p14:nvPr/>
              </p14:nvContentPartPr>
              <p14:xfrm>
                <a:off x="8993984" y="1678266"/>
                <a:ext cx="123120" cy="210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AB9977-09C5-25CE-0810-30342658B41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975984" y="1660626"/>
                  <a:ext cx="158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92B1A1-81E2-5CCB-1195-D8AFC358C2DA}"/>
                    </a:ext>
                  </a:extLst>
                </p14:cNvPr>
                <p14:cNvContentPartPr/>
                <p14:nvPr/>
              </p14:nvContentPartPr>
              <p14:xfrm>
                <a:off x="8968064" y="1676106"/>
                <a:ext cx="121320" cy="41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92B1A1-81E2-5CCB-1195-D8AFC358C2D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50424" y="1658106"/>
                  <a:ext cx="156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57FCF1-AC9E-DCE3-E0F4-8167C60ACD4E}"/>
                    </a:ext>
                  </a:extLst>
                </p14:cNvPr>
                <p14:cNvContentPartPr/>
                <p14:nvPr/>
              </p14:nvContentPartPr>
              <p14:xfrm>
                <a:off x="9045464" y="1842786"/>
                <a:ext cx="90000" cy="6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57FCF1-AC9E-DCE3-E0F4-8167C60ACD4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027464" y="1825146"/>
                  <a:ext cx="125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102CB7D-8B87-97CB-544B-CE42D3055FFD}"/>
                    </a:ext>
                  </a:extLst>
                </p14:cNvPr>
                <p14:cNvContentPartPr/>
                <p14:nvPr/>
              </p14:nvContentPartPr>
              <p14:xfrm>
                <a:off x="9200624" y="1812186"/>
                <a:ext cx="83880" cy="10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102CB7D-8B87-97CB-544B-CE42D3055FF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82624" y="1794546"/>
                  <a:ext cx="119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EC2994-5E1A-1827-75A7-1747C8BFF5C6}"/>
                    </a:ext>
                  </a:extLst>
                </p14:cNvPr>
                <p14:cNvContentPartPr/>
                <p14:nvPr/>
              </p14:nvContentPartPr>
              <p14:xfrm>
                <a:off x="9223664" y="1762146"/>
                <a:ext cx="87480" cy="135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EC2994-5E1A-1827-75A7-1747C8BFF5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06024" y="1744506"/>
                  <a:ext cx="123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1B5A89-2B19-6699-95A9-6D55F1B8CC8B}"/>
                    </a:ext>
                  </a:extLst>
                </p14:cNvPr>
                <p14:cNvContentPartPr/>
                <p14:nvPr/>
              </p14:nvContentPartPr>
              <p14:xfrm>
                <a:off x="9357944" y="1720746"/>
                <a:ext cx="74880" cy="130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1B5A89-2B19-6699-95A9-6D55F1B8CC8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340304" y="1702746"/>
                  <a:ext cx="11052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03BBB26-E668-8F52-D8D9-87DE778A54BE}"/>
              </a:ext>
            </a:extLst>
          </p:cNvPr>
          <p:cNvGrpSpPr/>
          <p:nvPr/>
        </p:nvGrpSpPr>
        <p:grpSpPr>
          <a:xfrm>
            <a:off x="9515264" y="4260906"/>
            <a:ext cx="421200" cy="280800"/>
            <a:chOff x="9515264" y="4260906"/>
            <a:chExt cx="42120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DB6F094-2AA7-2E6E-9404-7267DC3A2304}"/>
                    </a:ext>
                  </a:extLst>
                </p14:cNvPr>
                <p14:cNvContentPartPr/>
                <p14:nvPr/>
              </p14:nvContentPartPr>
              <p14:xfrm>
                <a:off x="9549104" y="4260906"/>
                <a:ext cx="77400" cy="234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DB6F094-2AA7-2E6E-9404-7267DC3A230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531464" y="4243266"/>
                  <a:ext cx="1130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FABD412-8EEC-493B-6172-2BC121D88885}"/>
                    </a:ext>
                  </a:extLst>
                </p14:cNvPr>
                <p14:cNvContentPartPr/>
                <p14:nvPr/>
              </p14:nvContentPartPr>
              <p14:xfrm>
                <a:off x="9515264" y="4290786"/>
                <a:ext cx="61560" cy="64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FABD412-8EEC-493B-6172-2BC121D8888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497624" y="4272786"/>
                  <a:ext cx="97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A8CA76-FE10-8AF7-F326-E111EDEC6795}"/>
                    </a:ext>
                  </a:extLst>
                </p14:cNvPr>
                <p14:cNvContentPartPr/>
                <p14:nvPr/>
              </p14:nvContentPartPr>
              <p14:xfrm>
                <a:off x="9569264" y="4489146"/>
                <a:ext cx="88560" cy="52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A8CA76-FE10-8AF7-F326-E111EDEC679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551624" y="4471506"/>
                  <a:ext cx="1242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C81ABA-2AEC-18B6-62F5-DA854EE87F86}"/>
                    </a:ext>
                  </a:extLst>
                </p14:cNvPr>
                <p14:cNvContentPartPr/>
                <p14:nvPr/>
              </p14:nvContentPartPr>
              <p14:xfrm>
                <a:off x="9702824" y="4429746"/>
                <a:ext cx="59040" cy="73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C81ABA-2AEC-18B6-62F5-DA854EE87F8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85184" y="4412106"/>
                  <a:ext cx="94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CAB2D7C-F7CE-C363-4627-F628442A2FFE}"/>
                    </a:ext>
                  </a:extLst>
                </p14:cNvPr>
                <p14:cNvContentPartPr/>
                <p14:nvPr/>
              </p14:nvContentPartPr>
              <p14:xfrm>
                <a:off x="9701384" y="4386546"/>
                <a:ext cx="108360" cy="97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CAB2D7C-F7CE-C363-4627-F628442A2FF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83384" y="4368546"/>
                  <a:ext cx="144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6D3417B-0F5B-7F54-513C-18EE304A6EA1}"/>
                    </a:ext>
                  </a:extLst>
                </p14:cNvPr>
                <p14:cNvContentPartPr/>
                <p14:nvPr/>
              </p14:nvContentPartPr>
              <p14:xfrm>
                <a:off x="9877064" y="4300506"/>
                <a:ext cx="59400" cy="153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6D3417B-0F5B-7F54-513C-18EE304A6EA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59064" y="4282866"/>
                  <a:ext cx="9504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25E61A3-828C-DEEF-50C7-9E1752A31B42}"/>
              </a:ext>
            </a:extLst>
          </p:cNvPr>
          <p:cNvGrpSpPr/>
          <p:nvPr/>
        </p:nvGrpSpPr>
        <p:grpSpPr>
          <a:xfrm>
            <a:off x="10378904" y="5853906"/>
            <a:ext cx="888840" cy="438120"/>
            <a:chOff x="10378904" y="5853906"/>
            <a:chExt cx="88884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02008AB-E2BA-86FA-E40E-1D59B3777FBD}"/>
                    </a:ext>
                  </a:extLst>
                </p14:cNvPr>
                <p14:cNvContentPartPr/>
                <p14:nvPr/>
              </p14:nvContentPartPr>
              <p14:xfrm>
                <a:off x="10378904" y="5862906"/>
                <a:ext cx="137880" cy="199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02008AB-E2BA-86FA-E40E-1D59B3777FB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60904" y="5844906"/>
                  <a:ext cx="173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3E2B39-FC28-8BE4-AC7B-33DA75137193}"/>
                    </a:ext>
                  </a:extLst>
                </p14:cNvPr>
                <p14:cNvContentPartPr/>
                <p14:nvPr/>
              </p14:nvContentPartPr>
              <p14:xfrm>
                <a:off x="10518584" y="6062706"/>
                <a:ext cx="11160" cy="161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3E2B39-FC28-8BE4-AC7B-33DA7513719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00584" y="6045066"/>
                  <a:ext cx="468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50B46C2-AFBA-55C9-8206-059B43DE8261}"/>
                    </a:ext>
                  </a:extLst>
                </p14:cNvPr>
                <p14:cNvContentPartPr/>
                <p14:nvPr/>
              </p14:nvContentPartPr>
              <p14:xfrm>
                <a:off x="10471784" y="6149466"/>
                <a:ext cx="81000" cy="5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50B46C2-AFBA-55C9-8206-059B43DE826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54144" y="6131826"/>
                  <a:ext cx="116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D1DFFAE-C958-22AE-F63E-E1AE1B4B16F3}"/>
                    </a:ext>
                  </a:extLst>
                </p14:cNvPr>
                <p14:cNvContentPartPr/>
                <p14:nvPr/>
              </p14:nvContentPartPr>
              <p14:xfrm>
                <a:off x="10467824" y="5853906"/>
                <a:ext cx="77040" cy="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D1DFFAE-C958-22AE-F63E-E1AE1B4B16F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50184" y="5835906"/>
                  <a:ext cx="112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950F046-05C4-1633-2FFD-9CF49D9536EE}"/>
                    </a:ext>
                  </a:extLst>
                </p14:cNvPr>
                <p14:cNvContentPartPr/>
                <p14:nvPr/>
              </p14:nvContentPartPr>
              <p14:xfrm>
                <a:off x="10724864" y="6106986"/>
                <a:ext cx="20880" cy="119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950F046-05C4-1633-2FFD-9CF49D9536E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06864" y="6088986"/>
                  <a:ext cx="565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67FB72-DDA9-07ED-2F29-8633D4DB42EE}"/>
                    </a:ext>
                  </a:extLst>
                </p14:cNvPr>
                <p14:cNvContentPartPr/>
                <p14:nvPr/>
              </p14:nvContentPartPr>
              <p14:xfrm>
                <a:off x="10718384" y="6107706"/>
                <a:ext cx="110880" cy="130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67FB72-DDA9-07ED-2F29-8633D4DB42E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700744" y="6089706"/>
                  <a:ext cx="146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96C21E7-96D3-BE30-0326-E1961089EA25}"/>
                    </a:ext>
                  </a:extLst>
                </p14:cNvPr>
                <p14:cNvContentPartPr/>
                <p14:nvPr/>
              </p14:nvContentPartPr>
              <p14:xfrm>
                <a:off x="10976144" y="5903226"/>
                <a:ext cx="42480" cy="275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96C21E7-96D3-BE30-0326-E1961089EA2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958144" y="5885586"/>
                  <a:ext cx="781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80C0DB8-2F71-9E20-3935-D529BD11C12A}"/>
                    </a:ext>
                  </a:extLst>
                </p14:cNvPr>
                <p14:cNvContentPartPr/>
                <p14:nvPr/>
              </p14:nvContentPartPr>
              <p14:xfrm>
                <a:off x="10844744" y="5962626"/>
                <a:ext cx="102600" cy="188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80C0DB8-2F71-9E20-3935-D529BD11C12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26744" y="5944986"/>
                  <a:ext cx="138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6DC3FA4-1991-72BB-E5AB-783A9A8139FC}"/>
                    </a:ext>
                  </a:extLst>
                </p14:cNvPr>
                <p14:cNvContentPartPr/>
                <p14:nvPr/>
              </p14:nvContentPartPr>
              <p14:xfrm>
                <a:off x="10854464" y="5977746"/>
                <a:ext cx="156960" cy="168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6DC3FA4-1991-72BB-E5AB-783A9A8139F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836464" y="5959746"/>
                  <a:ext cx="192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E0BDEAE-A2C1-6F36-6916-91D75CF93CE0}"/>
                    </a:ext>
                  </a:extLst>
                </p14:cNvPr>
                <p14:cNvContentPartPr/>
                <p14:nvPr/>
              </p14:nvContentPartPr>
              <p14:xfrm>
                <a:off x="11120144" y="6122826"/>
                <a:ext cx="147600" cy="169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E0BDEAE-A2C1-6F36-6916-91D75CF93CE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02504" y="6105186"/>
                  <a:ext cx="18324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35" name="Group 30734">
            <a:extLst>
              <a:ext uri="{FF2B5EF4-FFF2-40B4-BE49-F238E27FC236}">
                <a16:creationId xmlns:a16="http://schemas.microsoft.com/office/drawing/2014/main" id="{B5E6FAF7-2979-AF8E-CC2A-3C3837EAF384}"/>
              </a:ext>
            </a:extLst>
          </p:cNvPr>
          <p:cNvGrpSpPr/>
          <p:nvPr/>
        </p:nvGrpSpPr>
        <p:grpSpPr>
          <a:xfrm>
            <a:off x="7918304" y="3334986"/>
            <a:ext cx="1358640" cy="1162800"/>
            <a:chOff x="7918304" y="3334986"/>
            <a:chExt cx="1358640" cy="11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7F8B294-8D2C-4F42-34E3-3F3A35AB8E94}"/>
                    </a:ext>
                  </a:extLst>
                </p14:cNvPr>
                <p14:cNvContentPartPr/>
                <p14:nvPr/>
              </p14:nvContentPartPr>
              <p14:xfrm>
                <a:off x="8099384" y="3994866"/>
                <a:ext cx="161640" cy="281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7F8B294-8D2C-4F42-34E3-3F3A35AB8E9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081744" y="3976866"/>
                  <a:ext cx="1972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6E0784-CCDE-4E80-823B-C89FCB8838D0}"/>
                    </a:ext>
                  </a:extLst>
                </p14:cNvPr>
                <p14:cNvContentPartPr/>
                <p14:nvPr/>
              </p14:nvContentPartPr>
              <p14:xfrm>
                <a:off x="8337704" y="4144986"/>
                <a:ext cx="134280" cy="218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6E0784-CCDE-4E80-823B-C89FCB8838D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320064" y="4126986"/>
                  <a:ext cx="169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150B94C-C33A-04E1-1662-0093BBFBBD67}"/>
                    </a:ext>
                  </a:extLst>
                </p14:cNvPr>
                <p14:cNvContentPartPr/>
                <p14:nvPr/>
              </p14:nvContentPartPr>
              <p14:xfrm>
                <a:off x="8538944" y="4052466"/>
                <a:ext cx="154800" cy="192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150B94C-C33A-04E1-1662-0093BBFBBD6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520944" y="4034826"/>
                  <a:ext cx="190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3C7920-3981-62E1-B924-2166591FAA03}"/>
                    </a:ext>
                  </a:extLst>
                </p14:cNvPr>
                <p14:cNvContentPartPr/>
                <p14:nvPr/>
              </p14:nvContentPartPr>
              <p14:xfrm>
                <a:off x="8728664" y="3932226"/>
                <a:ext cx="156240" cy="204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3C7920-3981-62E1-B924-2166591FAA0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710664" y="3914226"/>
                  <a:ext cx="1918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0720" name="Ink 30719">
                  <a:extLst>
                    <a:ext uri="{FF2B5EF4-FFF2-40B4-BE49-F238E27FC236}">
                      <a16:creationId xmlns:a16="http://schemas.microsoft.com/office/drawing/2014/main" id="{86E400EF-D25E-3588-EDB4-6D38382B5862}"/>
                    </a:ext>
                  </a:extLst>
                </p14:cNvPr>
                <p14:cNvContentPartPr/>
                <p14:nvPr/>
              </p14:nvContentPartPr>
              <p14:xfrm>
                <a:off x="8941424" y="4007826"/>
                <a:ext cx="153360" cy="53280"/>
              </p14:xfrm>
            </p:contentPart>
          </mc:Choice>
          <mc:Fallback xmlns="">
            <p:pic>
              <p:nvPicPr>
                <p:cNvPr id="30720" name="Ink 30719">
                  <a:extLst>
                    <a:ext uri="{FF2B5EF4-FFF2-40B4-BE49-F238E27FC236}">
                      <a16:creationId xmlns:a16="http://schemas.microsoft.com/office/drawing/2014/main" id="{86E400EF-D25E-3588-EDB4-6D38382B586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923784" y="3990186"/>
                  <a:ext cx="189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30721" name="Ink 30720">
                  <a:extLst>
                    <a:ext uri="{FF2B5EF4-FFF2-40B4-BE49-F238E27FC236}">
                      <a16:creationId xmlns:a16="http://schemas.microsoft.com/office/drawing/2014/main" id="{E232B2DD-012A-65DD-6EBD-736CB8AABC8F}"/>
                    </a:ext>
                  </a:extLst>
                </p14:cNvPr>
                <p14:cNvContentPartPr/>
                <p14:nvPr/>
              </p14:nvContentPartPr>
              <p14:xfrm>
                <a:off x="9024224" y="4044186"/>
                <a:ext cx="42120" cy="147960"/>
              </p14:xfrm>
            </p:contentPart>
          </mc:Choice>
          <mc:Fallback xmlns="">
            <p:pic>
              <p:nvPicPr>
                <p:cNvPr id="30721" name="Ink 30720">
                  <a:extLst>
                    <a:ext uri="{FF2B5EF4-FFF2-40B4-BE49-F238E27FC236}">
                      <a16:creationId xmlns:a16="http://schemas.microsoft.com/office/drawing/2014/main" id="{E232B2DD-012A-65DD-6EBD-736CB8AABC8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006224" y="4026186"/>
                  <a:ext cx="77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0724" name="Ink 30723">
                  <a:extLst>
                    <a:ext uri="{FF2B5EF4-FFF2-40B4-BE49-F238E27FC236}">
                      <a16:creationId xmlns:a16="http://schemas.microsoft.com/office/drawing/2014/main" id="{F5E16E30-1DB3-E504-CD3A-434139DD1726}"/>
                    </a:ext>
                  </a:extLst>
                </p14:cNvPr>
                <p14:cNvContentPartPr/>
                <p14:nvPr/>
              </p14:nvContentPartPr>
              <p14:xfrm>
                <a:off x="8128544" y="3839346"/>
                <a:ext cx="1148400" cy="609120"/>
              </p14:xfrm>
            </p:contentPart>
          </mc:Choice>
          <mc:Fallback xmlns="">
            <p:pic>
              <p:nvPicPr>
                <p:cNvPr id="30724" name="Ink 30723">
                  <a:extLst>
                    <a:ext uri="{FF2B5EF4-FFF2-40B4-BE49-F238E27FC236}">
                      <a16:creationId xmlns:a16="http://schemas.microsoft.com/office/drawing/2014/main" id="{F5E16E30-1DB3-E504-CD3A-434139DD172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110904" y="3821706"/>
                  <a:ext cx="1184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0725" name="Ink 30724">
                  <a:extLst>
                    <a:ext uri="{FF2B5EF4-FFF2-40B4-BE49-F238E27FC236}">
                      <a16:creationId xmlns:a16="http://schemas.microsoft.com/office/drawing/2014/main" id="{F6623E0B-DF08-5E73-5859-00CABABEBF84}"/>
                    </a:ext>
                  </a:extLst>
                </p14:cNvPr>
                <p14:cNvContentPartPr/>
                <p14:nvPr/>
              </p14:nvContentPartPr>
              <p14:xfrm>
                <a:off x="7985624" y="3939066"/>
                <a:ext cx="126360" cy="558720"/>
              </p14:xfrm>
            </p:contentPart>
          </mc:Choice>
          <mc:Fallback xmlns="">
            <p:pic>
              <p:nvPicPr>
                <p:cNvPr id="30725" name="Ink 30724">
                  <a:extLst>
                    <a:ext uri="{FF2B5EF4-FFF2-40B4-BE49-F238E27FC236}">
                      <a16:creationId xmlns:a16="http://schemas.microsoft.com/office/drawing/2014/main" id="{F6623E0B-DF08-5E73-5859-00CABABEBF8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967984" y="3921426"/>
                  <a:ext cx="16200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0726" name="Ink 30725">
                  <a:extLst>
                    <a:ext uri="{FF2B5EF4-FFF2-40B4-BE49-F238E27FC236}">
                      <a16:creationId xmlns:a16="http://schemas.microsoft.com/office/drawing/2014/main" id="{81CEBC3F-55A7-5A56-29C0-5045EFB6A9D0}"/>
                    </a:ext>
                  </a:extLst>
                </p14:cNvPr>
                <p14:cNvContentPartPr/>
                <p14:nvPr/>
              </p14:nvContentPartPr>
              <p14:xfrm>
                <a:off x="7918304" y="3751866"/>
                <a:ext cx="1192680" cy="320760"/>
              </p14:xfrm>
            </p:contentPart>
          </mc:Choice>
          <mc:Fallback xmlns="">
            <p:pic>
              <p:nvPicPr>
                <p:cNvPr id="30726" name="Ink 30725">
                  <a:extLst>
                    <a:ext uri="{FF2B5EF4-FFF2-40B4-BE49-F238E27FC236}">
                      <a16:creationId xmlns:a16="http://schemas.microsoft.com/office/drawing/2014/main" id="{81CEBC3F-55A7-5A56-29C0-5045EFB6A9D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900304" y="3733866"/>
                  <a:ext cx="12283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0728" name="Ink 30727">
                  <a:extLst>
                    <a:ext uri="{FF2B5EF4-FFF2-40B4-BE49-F238E27FC236}">
                      <a16:creationId xmlns:a16="http://schemas.microsoft.com/office/drawing/2014/main" id="{758EA4CF-AA92-32B2-34F3-057F76504A52}"/>
                    </a:ext>
                  </a:extLst>
                </p14:cNvPr>
                <p14:cNvContentPartPr/>
                <p14:nvPr/>
              </p14:nvContentPartPr>
              <p14:xfrm>
                <a:off x="8146904" y="3473586"/>
                <a:ext cx="154080" cy="307800"/>
              </p14:xfrm>
            </p:contentPart>
          </mc:Choice>
          <mc:Fallback xmlns="">
            <p:pic>
              <p:nvPicPr>
                <p:cNvPr id="30728" name="Ink 30727">
                  <a:extLst>
                    <a:ext uri="{FF2B5EF4-FFF2-40B4-BE49-F238E27FC236}">
                      <a16:creationId xmlns:a16="http://schemas.microsoft.com/office/drawing/2014/main" id="{758EA4CF-AA92-32B2-34F3-057F76504A5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128904" y="3455946"/>
                  <a:ext cx="1897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0729" name="Ink 30728">
                  <a:extLst>
                    <a:ext uri="{FF2B5EF4-FFF2-40B4-BE49-F238E27FC236}">
                      <a16:creationId xmlns:a16="http://schemas.microsoft.com/office/drawing/2014/main" id="{70427080-3C14-3488-9339-1540F8E5026B}"/>
                    </a:ext>
                  </a:extLst>
                </p14:cNvPr>
                <p14:cNvContentPartPr/>
                <p14:nvPr/>
              </p14:nvContentPartPr>
              <p14:xfrm>
                <a:off x="8430224" y="3448746"/>
                <a:ext cx="86040" cy="271440"/>
              </p14:xfrm>
            </p:contentPart>
          </mc:Choice>
          <mc:Fallback xmlns="">
            <p:pic>
              <p:nvPicPr>
                <p:cNvPr id="30729" name="Ink 30728">
                  <a:extLst>
                    <a:ext uri="{FF2B5EF4-FFF2-40B4-BE49-F238E27FC236}">
                      <a16:creationId xmlns:a16="http://schemas.microsoft.com/office/drawing/2014/main" id="{70427080-3C14-3488-9339-1540F8E5026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12584" y="3431106"/>
                  <a:ext cx="1216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0730" name="Ink 30729">
                  <a:extLst>
                    <a:ext uri="{FF2B5EF4-FFF2-40B4-BE49-F238E27FC236}">
                      <a16:creationId xmlns:a16="http://schemas.microsoft.com/office/drawing/2014/main" id="{C18113C9-9792-0BB7-F2D5-E488B9672C55}"/>
                    </a:ext>
                  </a:extLst>
                </p14:cNvPr>
                <p14:cNvContentPartPr/>
                <p14:nvPr/>
              </p14:nvContentPartPr>
              <p14:xfrm>
                <a:off x="8432024" y="3432186"/>
                <a:ext cx="81360" cy="75240"/>
              </p14:xfrm>
            </p:contentPart>
          </mc:Choice>
          <mc:Fallback xmlns="">
            <p:pic>
              <p:nvPicPr>
                <p:cNvPr id="30730" name="Ink 30729">
                  <a:extLst>
                    <a:ext uri="{FF2B5EF4-FFF2-40B4-BE49-F238E27FC236}">
                      <a16:creationId xmlns:a16="http://schemas.microsoft.com/office/drawing/2014/main" id="{C18113C9-9792-0BB7-F2D5-E488B9672C5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14024" y="3414546"/>
                  <a:ext cx="117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0731" name="Ink 30730">
                  <a:extLst>
                    <a:ext uri="{FF2B5EF4-FFF2-40B4-BE49-F238E27FC236}">
                      <a16:creationId xmlns:a16="http://schemas.microsoft.com/office/drawing/2014/main" id="{8FE12B3F-F846-182F-4F26-D73E8F5199F6}"/>
                    </a:ext>
                  </a:extLst>
                </p14:cNvPr>
                <p14:cNvContentPartPr/>
                <p14:nvPr/>
              </p14:nvContentPartPr>
              <p14:xfrm>
                <a:off x="8460824" y="3535506"/>
                <a:ext cx="114120" cy="79560"/>
              </p14:xfrm>
            </p:contentPart>
          </mc:Choice>
          <mc:Fallback xmlns="">
            <p:pic>
              <p:nvPicPr>
                <p:cNvPr id="30731" name="Ink 30730">
                  <a:extLst>
                    <a:ext uri="{FF2B5EF4-FFF2-40B4-BE49-F238E27FC236}">
                      <a16:creationId xmlns:a16="http://schemas.microsoft.com/office/drawing/2014/main" id="{8FE12B3F-F846-182F-4F26-D73E8F5199F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443184" y="3517506"/>
                  <a:ext cx="149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0732" name="Ink 30731">
                  <a:extLst>
                    <a:ext uri="{FF2B5EF4-FFF2-40B4-BE49-F238E27FC236}">
                      <a16:creationId xmlns:a16="http://schemas.microsoft.com/office/drawing/2014/main" id="{76FFAF9C-9BC3-B59C-7200-E4AF5424DF5C}"/>
                    </a:ext>
                  </a:extLst>
                </p14:cNvPr>
                <p14:cNvContentPartPr/>
                <p14:nvPr/>
              </p14:nvContentPartPr>
              <p14:xfrm>
                <a:off x="8686544" y="3407706"/>
                <a:ext cx="71640" cy="271440"/>
              </p14:xfrm>
            </p:contentPart>
          </mc:Choice>
          <mc:Fallback xmlns="">
            <p:pic>
              <p:nvPicPr>
                <p:cNvPr id="30732" name="Ink 30731">
                  <a:extLst>
                    <a:ext uri="{FF2B5EF4-FFF2-40B4-BE49-F238E27FC236}">
                      <a16:creationId xmlns:a16="http://schemas.microsoft.com/office/drawing/2014/main" id="{76FFAF9C-9BC3-B59C-7200-E4AF5424DF5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668544" y="3389706"/>
                  <a:ext cx="1072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0733" name="Ink 30732">
                  <a:extLst>
                    <a:ext uri="{FF2B5EF4-FFF2-40B4-BE49-F238E27FC236}">
                      <a16:creationId xmlns:a16="http://schemas.microsoft.com/office/drawing/2014/main" id="{1EDBF09D-CC7C-B2EC-CD34-A2E296B387C6}"/>
                    </a:ext>
                  </a:extLst>
                </p14:cNvPr>
                <p14:cNvContentPartPr/>
                <p14:nvPr/>
              </p14:nvContentPartPr>
              <p14:xfrm>
                <a:off x="8686544" y="3334986"/>
                <a:ext cx="95760" cy="164520"/>
              </p14:xfrm>
            </p:contentPart>
          </mc:Choice>
          <mc:Fallback xmlns="">
            <p:pic>
              <p:nvPicPr>
                <p:cNvPr id="30733" name="Ink 30732">
                  <a:extLst>
                    <a:ext uri="{FF2B5EF4-FFF2-40B4-BE49-F238E27FC236}">
                      <a16:creationId xmlns:a16="http://schemas.microsoft.com/office/drawing/2014/main" id="{1EDBF09D-CC7C-B2EC-CD34-A2E296B387C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668544" y="3317346"/>
                  <a:ext cx="131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0734" name="Ink 30733">
                  <a:extLst>
                    <a:ext uri="{FF2B5EF4-FFF2-40B4-BE49-F238E27FC236}">
                      <a16:creationId xmlns:a16="http://schemas.microsoft.com/office/drawing/2014/main" id="{32D3D79A-1EFF-BABF-19FA-0334627491E2}"/>
                    </a:ext>
                  </a:extLst>
                </p14:cNvPr>
                <p14:cNvContentPartPr/>
                <p14:nvPr/>
              </p14:nvContentPartPr>
              <p14:xfrm>
                <a:off x="8735504" y="3486186"/>
                <a:ext cx="104760" cy="61920"/>
              </p14:xfrm>
            </p:contentPart>
          </mc:Choice>
          <mc:Fallback xmlns="">
            <p:pic>
              <p:nvPicPr>
                <p:cNvPr id="30734" name="Ink 30733">
                  <a:extLst>
                    <a:ext uri="{FF2B5EF4-FFF2-40B4-BE49-F238E27FC236}">
                      <a16:creationId xmlns:a16="http://schemas.microsoft.com/office/drawing/2014/main" id="{32D3D79A-1EFF-BABF-19FA-0334627491E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717864" y="3468546"/>
                  <a:ext cx="14040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30737" name="Ink 30736">
                <a:extLst>
                  <a:ext uri="{FF2B5EF4-FFF2-40B4-BE49-F238E27FC236}">
                    <a16:creationId xmlns:a16="http://schemas.microsoft.com/office/drawing/2014/main" id="{448B166E-5E4C-BA63-5735-78809D55D03A}"/>
                  </a:ext>
                </a:extLst>
              </p14:cNvPr>
              <p14:cNvContentPartPr/>
              <p14:nvPr/>
            </p14:nvContentPartPr>
            <p14:xfrm>
              <a:off x="3334064" y="5430186"/>
              <a:ext cx="4732200" cy="78120"/>
            </p14:xfrm>
          </p:contentPart>
        </mc:Choice>
        <mc:Fallback xmlns="">
          <p:pic>
            <p:nvPicPr>
              <p:cNvPr id="30737" name="Ink 30736">
                <a:extLst>
                  <a:ext uri="{FF2B5EF4-FFF2-40B4-BE49-F238E27FC236}">
                    <a16:creationId xmlns:a16="http://schemas.microsoft.com/office/drawing/2014/main" id="{448B166E-5E4C-BA63-5735-78809D55D03A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316424" y="5412546"/>
                <a:ext cx="476784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41" name="Group 30740">
            <a:extLst>
              <a:ext uri="{FF2B5EF4-FFF2-40B4-BE49-F238E27FC236}">
                <a16:creationId xmlns:a16="http://schemas.microsoft.com/office/drawing/2014/main" id="{628E3CA0-3898-FDCC-1DAF-5039C3592487}"/>
              </a:ext>
            </a:extLst>
          </p:cNvPr>
          <p:cNvGrpSpPr/>
          <p:nvPr/>
        </p:nvGrpSpPr>
        <p:grpSpPr>
          <a:xfrm>
            <a:off x="3280424" y="4489866"/>
            <a:ext cx="4684680" cy="1020960"/>
            <a:chOff x="3280424" y="4489866"/>
            <a:chExt cx="4684680" cy="10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0738" name="Ink 30737">
                  <a:extLst>
                    <a:ext uri="{FF2B5EF4-FFF2-40B4-BE49-F238E27FC236}">
                      <a16:creationId xmlns:a16="http://schemas.microsoft.com/office/drawing/2014/main" id="{B81E5724-B377-A81D-75BC-BC2DAA09C6FD}"/>
                    </a:ext>
                  </a:extLst>
                </p14:cNvPr>
                <p14:cNvContentPartPr/>
                <p14:nvPr/>
              </p14:nvContentPartPr>
              <p14:xfrm>
                <a:off x="3280424" y="5040306"/>
                <a:ext cx="4684680" cy="470520"/>
              </p14:xfrm>
            </p:contentPart>
          </mc:Choice>
          <mc:Fallback xmlns="">
            <p:pic>
              <p:nvPicPr>
                <p:cNvPr id="30738" name="Ink 30737">
                  <a:extLst>
                    <a:ext uri="{FF2B5EF4-FFF2-40B4-BE49-F238E27FC236}">
                      <a16:creationId xmlns:a16="http://schemas.microsoft.com/office/drawing/2014/main" id="{B81E5724-B377-A81D-75BC-BC2DAA09C6F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262424" y="5022306"/>
                  <a:ext cx="47203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0739" name="Ink 30738">
                  <a:extLst>
                    <a:ext uri="{FF2B5EF4-FFF2-40B4-BE49-F238E27FC236}">
                      <a16:creationId xmlns:a16="http://schemas.microsoft.com/office/drawing/2014/main" id="{23C765E7-37C1-5CB3-8029-87E3FAF247E3}"/>
                    </a:ext>
                  </a:extLst>
                </p14:cNvPr>
                <p14:cNvContentPartPr/>
                <p14:nvPr/>
              </p14:nvContentPartPr>
              <p14:xfrm>
                <a:off x="5795744" y="4501746"/>
                <a:ext cx="55800" cy="466200"/>
              </p14:xfrm>
            </p:contentPart>
          </mc:Choice>
          <mc:Fallback xmlns="">
            <p:pic>
              <p:nvPicPr>
                <p:cNvPr id="30739" name="Ink 30738">
                  <a:extLst>
                    <a:ext uri="{FF2B5EF4-FFF2-40B4-BE49-F238E27FC236}">
                      <a16:creationId xmlns:a16="http://schemas.microsoft.com/office/drawing/2014/main" id="{23C765E7-37C1-5CB3-8029-87E3FAF247E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778104" y="4483746"/>
                  <a:ext cx="9144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0740" name="Ink 30739">
                  <a:extLst>
                    <a:ext uri="{FF2B5EF4-FFF2-40B4-BE49-F238E27FC236}">
                      <a16:creationId xmlns:a16="http://schemas.microsoft.com/office/drawing/2014/main" id="{1F1D56D3-D03B-B5EE-A426-FD0E35577042}"/>
                    </a:ext>
                  </a:extLst>
                </p14:cNvPr>
                <p14:cNvContentPartPr/>
                <p14:nvPr/>
              </p14:nvContentPartPr>
              <p14:xfrm>
                <a:off x="5811224" y="4489866"/>
                <a:ext cx="1118880" cy="581040"/>
              </p14:xfrm>
            </p:contentPart>
          </mc:Choice>
          <mc:Fallback xmlns="">
            <p:pic>
              <p:nvPicPr>
                <p:cNvPr id="30740" name="Ink 30739">
                  <a:extLst>
                    <a:ext uri="{FF2B5EF4-FFF2-40B4-BE49-F238E27FC236}">
                      <a16:creationId xmlns:a16="http://schemas.microsoft.com/office/drawing/2014/main" id="{1F1D56D3-D03B-B5EE-A426-FD0E3557704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93584" y="4472226"/>
                  <a:ext cx="1154520" cy="616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7E27-D041-0C73-30C0-59F74DD6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 current equations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0CBB3A-BB87-89BD-7522-55C1814258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1-</a:t>
            </a:r>
            <a:fld id="{09CD9926-94D6-4100-8273-E75A6AC34B12}" type="slidenum">
              <a:rPr lang="en-US" altLang="en-US" smtClean="0"/>
              <a:pPr>
                <a:defRPr/>
              </a:pPr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88B42E5-BD7C-D668-FCB4-B1C5ED635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" y="839155"/>
            <a:ext cx="8374591" cy="3660223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7144A797-898F-61E8-6212-0E58AFD602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31" y="1395687"/>
            <a:ext cx="5017098" cy="3856487"/>
          </a:xfrm>
          <a:prstGeom prst="rect">
            <a:avLst/>
          </a:prstGeom>
        </p:spPr>
      </p:pic>
      <p:pic>
        <p:nvPicPr>
          <p:cNvPr id="8" name="Picture 7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8BD74FF7-FBF0-06A0-CC62-AC810582D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06" y="4623120"/>
            <a:ext cx="5598330" cy="18697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2EBF5A-82A1-2B10-6BA5-276FFE98565D}"/>
                  </a:ext>
                </a:extLst>
              </p14:cNvPr>
              <p14:cNvContentPartPr/>
              <p14:nvPr/>
            </p14:nvContentPartPr>
            <p14:xfrm>
              <a:off x="7172024" y="1753146"/>
              <a:ext cx="2519640" cy="318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2EBF5A-82A1-2B10-6BA5-276FFE9856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54384" y="1735146"/>
                <a:ext cx="2555280" cy="321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171B29C-2692-819F-16FE-93F94E6B17A8}"/>
              </a:ext>
            </a:extLst>
          </p:cNvPr>
          <p:cNvGrpSpPr/>
          <p:nvPr/>
        </p:nvGrpSpPr>
        <p:grpSpPr>
          <a:xfrm>
            <a:off x="8559104" y="3806586"/>
            <a:ext cx="860040" cy="610200"/>
            <a:chOff x="8559104" y="3806586"/>
            <a:chExt cx="860040" cy="61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B8CAD1D-3FCF-F860-26F8-0AFB670AF14B}"/>
                    </a:ext>
                  </a:extLst>
                </p14:cNvPr>
                <p14:cNvContentPartPr/>
                <p14:nvPr/>
              </p14:nvContentPartPr>
              <p14:xfrm>
                <a:off x="8559104" y="4219866"/>
                <a:ext cx="230400" cy="19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B8CAD1D-3FCF-F860-26F8-0AFB670AF14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41464" y="4201866"/>
                  <a:ext cx="266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8BB5805-F9A1-3864-9067-18827A02FA91}"/>
                    </a:ext>
                  </a:extLst>
                </p14:cNvPr>
                <p14:cNvContentPartPr/>
                <p14:nvPr/>
              </p14:nvContentPartPr>
              <p14:xfrm>
                <a:off x="8818304" y="4209426"/>
                <a:ext cx="35280" cy="9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8BB5805-F9A1-3864-9067-18827A02FA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00304" y="4191786"/>
                  <a:ext cx="70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C8D968-5254-37B3-575B-BDF01457BDF7}"/>
                    </a:ext>
                  </a:extLst>
                </p14:cNvPr>
                <p14:cNvContentPartPr/>
                <p14:nvPr/>
              </p14:nvContentPartPr>
              <p14:xfrm>
                <a:off x="8762144" y="4110786"/>
                <a:ext cx="31320" cy="3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C8D968-5254-37B3-575B-BDF01457BD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44504" y="4092786"/>
                  <a:ext cx="669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26B146-F306-C505-1B3F-B0F931BEABFA}"/>
                    </a:ext>
                  </a:extLst>
                </p14:cNvPr>
                <p14:cNvContentPartPr/>
                <p14:nvPr/>
              </p14:nvContentPartPr>
              <p14:xfrm>
                <a:off x="8892824" y="4047426"/>
                <a:ext cx="156240" cy="156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26B146-F306-C505-1B3F-B0F931BEABF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75184" y="4029426"/>
                  <a:ext cx="191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703961-26AF-8030-758D-BD757A13BE82}"/>
                    </a:ext>
                  </a:extLst>
                </p14:cNvPr>
                <p14:cNvContentPartPr/>
                <p14:nvPr/>
              </p14:nvContentPartPr>
              <p14:xfrm>
                <a:off x="9085784" y="4004226"/>
                <a:ext cx="69480" cy="88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703961-26AF-8030-758D-BD757A13BE8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67784" y="3986226"/>
                  <a:ext cx="105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0EA2AFE-4CC5-9C32-A063-F0DEE4CAB202}"/>
                    </a:ext>
                  </a:extLst>
                </p14:cNvPr>
                <p14:cNvContentPartPr/>
                <p14:nvPr/>
              </p14:nvContentPartPr>
              <p14:xfrm>
                <a:off x="9182624" y="3941586"/>
                <a:ext cx="145080" cy="122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0EA2AFE-4CC5-9C32-A063-F0DEE4CAB2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64984" y="3923946"/>
                  <a:ext cx="180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0D7AA1-C407-1CE2-A14F-7288B356829E}"/>
                    </a:ext>
                  </a:extLst>
                </p14:cNvPr>
                <p14:cNvContentPartPr/>
                <p14:nvPr/>
              </p14:nvContentPartPr>
              <p14:xfrm>
                <a:off x="9343184" y="3806586"/>
                <a:ext cx="75960" cy="123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0D7AA1-C407-1CE2-A14F-7288B356829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25184" y="3788946"/>
                  <a:ext cx="11160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39FE35-7DFA-116C-A771-B885EEF5DD72}"/>
              </a:ext>
            </a:extLst>
          </p:cNvPr>
          <p:cNvGrpSpPr/>
          <p:nvPr/>
        </p:nvGrpSpPr>
        <p:grpSpPr>
          <a:xfrm>
            <a:off x="9684824" y="1639386"/>
            <a:ext cx="1971000" cy="457560"/>
            <a:chOff x="9684824" y="1639386"/>
            <a:chExt cx="1971000" cy="45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B624DDD-BCB0-0C52-62C0-7116BFF316B2}"/>
                    </a:ext>
                  </a:extLst>
                </p14:cNvPr>
                <p14:cNvContentPartPr/>
                <p14:nvPr/>
              </p14:nvContentPartPr>
              <p14:xfrm>
                <a:off x="9684824" y="1696986"/>
                <a:ext cx="44640" cy="356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B624DDD-BCB0-0C52-62C0-7116BFF316B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66824" y="1678986"/>
                  <a:ext cx="802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0798ECB-FC93-8763-A67F-04CFCF750DD8}"/>
                    </a:ext>
                  </a:extLst>
                </p14:cNvPr>
                <p14:cNvContentPartPr/>
                <p14:nvPr/>
              </p14:nvContentPartPr>
              <p14:xfrm>
                <a:off x="9688064" y="1639386"/>
                <a:ext cx="1967760" cy="457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0798ECB-FC93-8763-A67F-04CFCF750DD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70424" y="1621386"/>
                  <a:ext cx="2003400" cy="49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B69E4A-B846-92DB-48AD-C3D2F2A9ACFA}"/>
              </a:ext>
            </a:extLst>
          </p:cNvPr>
          <p:cNvGrpSpPr/>
          <p:nvPr/>
        </p:nvGrpSpPr>
        <p:grpSpPr>
          <a:xfrm>
            <a:off x="10158944" y="2445066"/>
            <a:ext cx="1686240" cy="258120"/>
            <a:chOff x="10158944" y="2445066"/>
            <a:chExt cx="168624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6C1825-E1BF-6F83-2F57-8A779A4C0C65}"/>
                    </a:ext>
                  </a:extLst>
                </p14:cNvPr>
                <p14:cNvContentPartPr/>
                <p14:nvPr/>
              </p14:nvContentPartPr>
              <p14:xfrm>
                <a:off x="10158944" y="2445066"/>
                <a:ext cx="126720" cy="222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6C1825-E1BF-6F83-2F57-8A779A4C0C6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40944" y="2427066"/>
                  <a:ext cx="162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2447B1-00BC-F876-2327-DC4EA7AA209E}"/>
                    </a:ext>
                  </a:extLst>
                </p14:cNvPr>
                <p14:cNvContentPartPr/>
                <p14:nvPr/>
              </p14:nvContentPartPr>
              <p14:xfrm>
                <a:off x="10354064" y="2582586"/>
                <a:ext cx="166320" cy="113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F2447B1-00BC-F876-2327-DC4EA7AA20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36064" y="2564586"/>
                  <a:ext cx="201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3C9D05B-5359-A034-7149-74238F62BCAF}"/>
                    </a:ext>
                  </a:extLst>
                </p14:cNvPr>
                <p14:cNvContentPartPr/>
                <p14:nvPr/>
              </p14:nvContentPartPr>
              <p14:xfrm>
                <a:off x="10583744" y="2491866"/>
                <a:ext cx="57240" cy="173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3C9D05B-5359-A034-7149-74238F62BCA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566104" y="2474226"/>
                  <a:ext cx="92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8515A6-826A-9041-C6D8-744E5C7553AD}"/>
                    </a:ext>
                  </a:extLst>
                </p14:cNvPr>
                <p14:cNvContentPartPr/>
                <p14:nvPr/>
              </p14:nvContentPartPr>
              <p14:xfrm>
                <a:off x="10570424" y="2581506"/>
                <a:ext cx="106560" cy="23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8515A6-826A-9041-C6D8-744E5C7553A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552424" y="2563866"/>
                  <a:ext cx="142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F5DFA0B-8D08-E6D9-8A13-8C38B7FCED99}"/>
                    </a:ext>
                  </a:extLst>
                </p14:cNvPr>
                <p14:cNvContentPartPr/>
                <p14:nvPr/>
              </p14:nvContentPartPr>
              <p14:xfrm>
                <a:off x="10749344" y="2567466"/>
                <a:ext cx="134640" cy="108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F5DFA0B-8D08-E6D9-8A13-8C38B7FCED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731704" y="2549466"/>
                  <a:ext cx="1702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AAF4EE3-DB15-FEAD-778B-120899F06583}"/>
                    </a:ext>
                  </a:extLst>
                </p14:cNvPr>
                <p14:cNvContentPartPr/>
                <p14:nvPr/>
              </p14:nvContentPartPr>
              <p14:xfrm>
                <a:off x="10871384" y="2585826"/>
                <a:ext cx="38520" cy="100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AAF4EE3-DB15-FEAD-778B-120899F0658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53744" y="2568186"/>
                  <a:ext cx="74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90C30FA-41FA-7985-C675-B0246F528C02}"/>
                    </a:ext>
                  </a:extLst>
                </p14:cNvPr>
                <p14:cNvContentPartPr/>
                <p14:nvPr/>
              </p14:nvContentPartPr>
              <p14:xfrm>
                <a:off x="10969304" y="2578266"/>
                <a:ext cx="83520" cy="88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90C30FA-41FA-7985-C675-B0246F528C0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951304" y="2560626"/>
                  <a:ext cx="119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8030ADB-1D70-A913-BEF3-17D57C884533}"/>
                    </a:ext>
                  </a:extLst>
                </p14:cNvPr>
                <p14:cNvContentPartPr/>
                <p14:nvPr/>
              </p14:nvContentPartPr>
              <p14:xfrm>
                <a:off x="11134184" y="2557746"/>
                <a:ext cx="111600" cy="86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8030ADB-1D70-A913-BEF3-17D57C88453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116544" y="2540106"/>
                  <a:ext cx="147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43E258-F93E-B529-E8A8-F89FD665E811}"/>
                    </a:ext>
                  </a:extLst>
                </p14:cNvPr>
                <p14:cNvContentPartPr/>
                <p14:nvPr/>
              </p14:nvContentPartPr>
              <p14:xfrm>
                <a:off x="11322464" y="2487186"/>
                <a:ext cx="63720" cy="216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43E258-F93E-B529-E8A8-F89FD665E81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04464" y="2469546"/>
                  <a:ext cx="993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7D0DA8D-007D-C5C7-3204-D175B6B7896E}"/>
                    </a:ext>
                  </a:extLst>
                </p14:cNvPr>
                <p14:cNvContentPartPr/>
                <p14:nvPr/>
              </p14:nvContentPartPr>
              <p14:xfrm>
                <a:off x="11326784" y="2560986"/>
                <a:ext cx="195120" cy="10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7D0DA8D-007D-C5C7-3204-D175B6B7896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308784" y="2543346"/>
                  <a:ext cx="230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2D83C0-848F-247F-6355-66E67A81D73F}"/>
                    </a:ext>
                  </a:extLst>
                </p14:cNvPr>
                <p14:cNvContentPartPr/>
                <p14:nvPr/>
              </p14:nvContentPartPr>
              <p14:xfrm>
                <a:off x="11477264" y="2490786"/>
                <a:ext cx="19080" cy="36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2D83C0-848F-247F-6355-66E67A81D7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459624" y="2473146"/>
                  <a:ext cx="54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D93673-4C44-B283-272D-36D5864F1E3F}"/>
                    </a:ext>
                  </a:extLst>
                </p14:cNvPr>
                <p14:cNvContentPartPr/>
                <p14:nvPr/>
              </p14:nvContentPartPr>
              <p14:xfrm>
                <a:off x="11592464" y="2550186"/>
                <a:ext cx="252720" cy="115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D93673-4C44-B283-272D-36D5864F1E3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574464" y="2532546"/>
                  <a:ext cx="2883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51273BE-5ACA-AC88-CB11-93F9C6AB1C45}"/>
              </a:ext>
            </a:extLst>
          </p:cNvPr>
          <p:cNvGrpSpPr/>
          <p:nvPr/>
        </p:nvGrpSpPr>
        <p:grpSpPr>
          <a:xfrm>
            <a:off x="3189704" y="505746"/>
            <a:ext cx="2936160" cy="821880"/>
            <a:chOff x="3189704" y="505746"/>
            <a:chExt cx="2936160" cy="82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9B6681E-0920-7AE0-6DCC-EE4A17C0D239}"/>
                    </a:ext>
                  </a:extLst>
                </p14:cNvPr>
                <p14:cNvContentPartPr/>
                <p14:nvPr/>
              </p14:nvContentPartPr>
              <p14:xfrm>
                <a:off x="3477704" y="652986"/>
                <a:ext cx="299880" cy="434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9B6681E-0920-7AE0-6DCC-EE4A17C0D23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460064" y="634986"/>
                  <a:ext cx="3355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B9A7C0-18DA-8C7F-0723-78C49737E8C8}"/>
                    </a:ext>
                  </a:extLst>
                </p14:cNvPr>
                <p14:cNvContentPartPr/>
                <p14:nvPr/>
              </p14:nvContentPartPr>
              <p14:xfrm>
                <a:off x="3892424" y="920826"/>
                <a:ext cx="233640" cy="199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B9A7C0-18DA-8C7F-0723-78C49737E8C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74424" y="903186"/>
                  <a:ext cx="269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110739-0A2B-7698-4602-59E08261EE03}"/>
                    </a:ext>
                  </a:extLst>
                </p14:cNvPr>
                <p14:cNvContentPartPr/>
                <p14:nvPr/>
              </p14:nvContentPartPr>
              <p14:xfrm>
                <a:off x="4226504" y="930186"/>
                <a:ext cx="102600" cy="188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110739-0A2B-7698-4602-59E08261EE0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08504" y="912186"/>
                  <a:ext cx="138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24DD726-1F74-C7DB-2268-B4DB0BBBA6AD}"/>
                    </a:ext>
                  </a:extLst>
                </p14:cNvPr>
                <p14:cNvContentPartPr/>
                <p14:nvPr/>
              </p14:nvContentPartPr>
              <p14:xfrm>
                <a:off x="4445744" y="937386"/>
                <a:ext cx="132480" cy="1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24DD726-1F74-C7DB-2268-B4DB0BBBA6A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428104" y="919746"/>
                  <a:ext cx="1681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AEAC975-B26B-D0B6-66BE-C6A412D5F02B}"/>
                    </a:ext>
                  </a:extLst>
                </p14:cNvPr>
                <p14:cNvContentPartPr/>
                <p14:nvPr/>
              </p14:nvContentPartPr>
              <p14:xfrm>
                <a:off x="4616744" y="654426"/>
                <a:ext cx="203760" cy="298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AEAC975-B26B-D0B6-66BE-C6A412D5F02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99104" y="636786"/>
                  <a:ext cx="2394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E708EA-22FD-817A-9E72-2760A8812E6D}"/>
                    </a:ext>
                  </a:extLst>
                </p14:cNvPr>
                <p14:cNvContentPartPr/>
                <p14:nvPr/>
              </p14:nvContentPartPr>
              <p14:xfrm>
                <a:off x="4880264" y="854946"/>
                <a:ext cx="112320" cy="29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E708EA-22FD-817A-9E72-2760A8812E6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862624" y="836946"/>
                  <a:ext cx="147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E0142C-8CE2-ACF2-D5B3-36DF4D68B1E9}"/>
                    </a:ext>
                  </a:extLst>
                </p14:cNvPr>
                <p14:cNvContentPartPr/>
                <p14:nvPr/>
              </p14:nvContentPartPr>
              <p14:xfrm>
                <a:off x="4961624" y="876186"/>
                <a:ext cx="21600" cy="116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E0142C-8CE2-ACF2-D5B3-36DF4D68B1E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943984" y="858186"/>
                  <a:ext cx="57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C42506-1EBC-5296-FFEF-F8C32F9EB3BB}"/>
                    </a:ext>
                  </a:extLst>
                </p14:cNvPr>
                <p14:cNvContentPartPr/>
                <p14:nvPr/>
              </p14:nvContentPartPr>
              <p14:xfrm>
                <a:off x="5132264" y="824706"/>
                <a:ext cx="26640" cy="144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C42506-1EBC-5296-FFEF-F8C32F9EB3B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14264" y="806706"/>
                  <a:ext cx="62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27CADA7-CE48-194B-12D6-02B62B92BE17}"/>
                    </a:ext>
                  </a:extLst>
                </p14:cNvPr>
                <p14:cNvContentPartPr/>
                <p14:nvPr/>
              </p14:nvContentPartPr>
              <p14:xfrm>
                <a:off x="5240264" y="825786"/>
                <a:ext cx="30960" cy="167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27CADA7-CE48-194B-12D6-02B62B92BE1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22264" y="808146"/>
                  <a:ext cx="66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04B6124-1E6E-43F3-EEEA-7898382488A8}"/>
                    </a:ext>
                  </a:extLst>
                </p14:cNvPr>
                <p14:cNvContentPartPr/>
                <p14:nvPr/>
              </p14:nvContentPartPr>
              <p14:xfrm>
                <a:off x="5164304" y="867546"/>
                <a:ext cx="131760" cy="45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04B6124-1E6E-43F3-EEEA-7898382488A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46664" y="849906"/>
                  <a:ext cx="167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557181-4D75-87C3-F2C7-409EFD66CCA9}"/>
                    </a:ext>
                  </a:extLst>
                </p14:cNvPr>
                <p14:cNvContentPartPr/>
                <p14:nvPr/>
              </p14:nvContentPartPr>
              <p14:xfrm>
                <a:off x="3189704" y="626346"/>
                <a:ext cx="437400" cy="701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557181-4D75-87C3-F2C7-409EFD66CCA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172064" y="608346"/>
                  <a:ext cx="47304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BC77C3-9FE7-3D49-592A-4140A08549F2}"/>
                    </a:ext>
                  </a:extLst>
                </p14:cNvPr>
                <p14:cNvContentPartPr/>
                <p14:nvPr/>
              </p14:nvContentPartPr>
              <p14:xfrm>
                <a:off x="5321624" y="505746"/>
                <a:ext cx="260280" cy="681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BC77C3-9FE7-3D49-592A-4140A08549F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303624" y="488106"/>
                  <a:ext cx="295920" cy="7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85D1E00-D827-347C-2817-06758B9735CE}"/>
                    </a:ext>
                  </a:extLst>
                </p14:cNvPr>
                <p14:cNvContentPartPr/>
                <p14:nvPr/>
              </p14:nvContentPartPr>
              <p14:xfrm>
                <a:off x="5719424" y="778986"/>
                <a:ext cx="406440" cy="32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85D1E00-D827-347C-2817-06758B9735C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01424" y="760986"/>
                  <a:ext cx="442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2052FC3-74BC-AF53-AE8D-F8CFC6C09550}"/>
                    </a:ext>
                  </a:extLst>
                </p14:cNvPr>
                <p14:cNvContentPartPr/>
                <p14:nvPr/>
              </p14:nvContentPartPr>
              <p14:xfrm>
                <a:off x="5964224" y="708426"/>
                <a:ext cx="141120" cy="212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2052FC3-74BC-AF53-AE8D-F8CFC6C0955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946224" y="690786"/>
                  <a:ext cx="17676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D5ADA48-8626-86C1-845D-F5D9362F6657}"/>
              </a:ext>
            </a:extLst>
          </p:cNvPr>
          <p:cNvGrpSpPr/>
          <p:nvPr/>
        </p:nvGrpSpPr>
        <p:grpSpPr>
          <a:xfrm>
            <a:off x="6393344" y="580626"/>
            <a:ext cx="837720" cy="320760"/>
            <a:chOff x="6393344" y="580626"/>
            <a:chExt cx="83772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CCB246F-A8B4-3B8E-E18E-D31981981FD2}"/>
                    </a:ext>
                  </a:extLst>
                </p14:cNvPr>
                <p14:cNvContentPartPr/>
                <p14:nvPr/>
              </p14:nvContentPartPr>
              <p14:xfrm>
                <a:off x="6393344" y="580626"/>
                <a:ext cx="254520" cy="320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CCB246F-A8B4-3B8E-E18E-D31981981FD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375344" y="562626"/>
                  <a:ext cx="2901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8BC34DC-DADF-84E5-C5AD-53D4DEAB1E28}"/>
                    </a:ext>
                  </a:extLst>
                </p14:cNvPr>
                <p14:cNvContentPartPr/>
                <p14:nvPr/>
              </p14:nvContentPartPr>
              <p14:xfrm>
                <a:off x="6738584" y="738666"/>
                <a:ext cx="230040" cy="150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8BC34DC-DADF-84E5-C5AD-53D4DEAB1E2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20584" y="720666"/>
                  <a:ext cx="265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B9307B3-CBF5-3C58-579C-25C6B56FE29B}"/>
                    </a:ext>
                  </a:extLst>
                </p14:cNvPr>
                <p14:cNvContentPartPr/>
                <p14:nvPr/>
              </p14:nvContentPartPr>
              <p14:xfrm>
                <a:off x="6974744" y="595026"/>
                <a:ext cx="91080" cy="235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B9307B3-CBF5-3C58-579C-25C6B56FE29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956744" y="577026"/>
                  <a:ext cx="126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5837244-40D3-F4E3-6A53-155C27ADC465}"/>
                    </a:ext>
                  </a:extLst>
                </p14:cNvPr>
                <p14:cNvContentPartPr/>
                <p14:nvPr/>
              </p14:nvContentPartPr>
              <p14:xfrm>
                <a:off x="6989504" y="715986"/>
                <a:ext cx="87840" cy="58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5837244-40D3-F4E3-6A53-155C27ADC46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71504" y="698346"/>
                  <a:ext cx="123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27DFFBF-D0DF-6A64-AE97-1754F96FCF4B}"/>
                    </a:ext>
                  </a:extLst>
                </p14:cNvPr>
                <p14:cNvContentPartPr/>
                <p14:nvPr/>
              </p14:nvContentPartPr>
              <p14:xfrm>
                <a:off x="7154384" y="686466"/>
                <a:ext cx="76680" cy="140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27DFFBF-D0DF-6A64-AE97-1754F96FCF4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136744" y="668466"/>
                  <a:ext cx="11232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BBEE9E2-3126-B3CF-CB6C-211A6B346FB5}"/>
              </a:ext>
            </a:extLst>
          </p:cNvPr>
          <p:cNvGrpSpPr/>
          <p:nvPr/>
        </p:nvGrpSpPr>
        <p:grpSpPr>
          <a:xfrm>
            <a:off x="7582424" y="383346"/>
            <a:ext cx="1989360" cy="459720"/>
            <a:chOff x="7582424" y="383346"/>
            <a:chExt cx="198936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2218B58-54F8-B3F8-D422-7F81780125E8}"/>
                    </a:ext>
                  </a:extLst>
                </p14:cNvPr>
                <p14:cNvContentPartPr/>
                <p14:nvPr/>
              </p14:nvContentPartPr>
              <p14:xfrm>
                <a:off x="7582424" y="579186"/>
                <a:ext cx="196560" cy="263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2218B58-54F8-B3F8-D422-7F81780125E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64784" y="561186"/>
                  <a:ext cx="232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DA8D566-C16B-0ADF-4D1D-346158FDAAFE}"/>
                    </a:ext>
                  </a:extLst>
                </p14:cNvPr>
                <p14:cNvContentPartPr/>
                <p14:nvPr/>
              </p14:nvContentPartPr>
              <p14:xfrm>
                <a:off x="7834784" y="624906"/>
                <a:ext cx="126720" cy="106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DA8D566-C16B-0ADF-4D1D-346158FDAAF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17144" y="607266"/>
                  <a:ext cx="162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6C22418-BDFD-7AAE-F082-DCE15737D006}"/>
                    </a:ext>
                  </a:extLst>
                </p14:cNvPr>
                <p14:cNvContentPartPr/>
                <p14:nvPr/>
              </p14:nvContentPartPr>
              <p14:xfrm>
                <a:off x="7990304" y="557946"/>
                <a:ext cx="347040" cy="153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6C22418-BDFD-7AAE-F082-DCE15737D00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72664" y="540306"/>
                  <a:ext cx="382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7A39B4-25F9-9A7C-FEA9-55F2F01ED8A0}"/>
                    </a:ext>
                  </a:extLst>
                </p14:cNvPr>
                <p14:cNvContentPartPr/>
                <p14:nvPr/>
              </p14:nvContentPartPr>
              <p14:xfrm>
                <a:off x="8479184" y="419706"/>
                <a:ext cx="199080" cy="295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7A39B4-25F9-9A7C-FEA9-55F2F01ED8A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61544" y="402066"/>
                  <a:ext cx="2347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24CA220-ABCB-9CEF-7A49-4907590BAA33}"/>
                    </a:ext>
                  </a:extLst>
                </p14:cNvPr>
                <p14:cNvContentPartPr/>
                <p14:nvPr/>
              </p14:nvContentPartPr>
              <p14:xfrm>
                <a:off x="8747384" y="565146"/>
                <a:ext cx="97560" cy="70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24CA220-ABCB-9CEF-7A49-4907590BAA3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729384" y="547146"/>
                  <a:ext cx="133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4C5660-4767-6C09-DA1F-218B8B2A7C53}"/>
                    </a:ext>
                  </a:extLst>
                </p14:cNvPr>
                <p14:cNvContentPartPr/>
                <p14:nvPr/>
              </p14:nvContentPartPr>
              <p14:xfrm>
                <a:off x="8973464" y="534906"/>
                <a:ext cx="3240" cy="120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4C5660-4767-6C09-DA1F-218B8B2A7C5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955824" y="516906"/>
                  <a:ext cx="38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2120E6B-4C68-5E04-89EA-0156DB282A37}"/>
                    </a:ext>
                  </a:extLst>
                </p14:cNvPr>
                <p14:cNvContentPartPr/>
                <p14:nvPr/>
              </p14:nvContentPartPr>
              <p14:xfrm>
                <a:off x="8915144" y="383346"/>
                <a:ext cx="6480" cy="11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2120E6B-4C68-5E04-89EA-0156DB282A3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897504" y="365346"/>
                  <a:ext cx="42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A5DDB54-1DFE-2956-ECC4-E42C98367F85}"/>
                    </a:ext>
                  </a:extLst>
                </p14:cNvPr>
                <p14:cNvContentPartPr/>
                <p14:nvPr/>
              </p14:nvContentPartPr>
              <p14:xfrm>
                <a:off x="9041864" y="454626"/>
                <a:ext cx="154440" cy="14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A5DDB54-1DFE-2956-ECC4-E42C98367F8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024224" y="436626"/>
                  <a:ext cx="1900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74879DF-6997-FE56-00CC-711EBCB8E324}"/>
                    </a:ext>
                  </a:extLst>
                </p14:cNvPr>
                <p14:cNvContentPartPr/>
                <p14:nvPr/>
              </p14:nvContentPartPr>
              <p14:xfrm>
                <a:off x="9283784" y="444186"/>
                <a:ext cx="95040" cy="138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74879DF-6997-FE56-00CC-711EBCB8E32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265784" y="426186"/>
                  <a:ext cx="130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5E8F9E5-0E75-083E-5298-9527F7727550}"/>
                    </a:ext>
                  </a:extLst>
                </p14:cNvPr>
                <p14:cNvContentPartPr/>
                <p14:nvPr/>
              </p14:nvContentPartPr>
              <p14:xfrm>
                <a:off x="9567464" y="519426"/>
                <a:ext cx="4320" cy="28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5E8F9E5-0E75-083E-5298-9527F772755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549824" y="501786"/>
                  <a:ext cx="3996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E35ECB2-31BE-C66A-42A5-1E2FC0AF990C}"/>
              </a:ext>
            </a:extLst>
          </p:cNvPr>
          <p:cNvGrpSpPr/>
          <p:nvPr/>
        </p:nvGrpSpPr>
        <p:grpSpPr>
          <a:xfrm>
            <a:off x="2821424" y="2303586"/>
            <a:ext cx="340560" cy="481680"/>
            <a:chOff x="2821424" y="2303586"/>
            <a:chExt cx="340560" cy="4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E9D0CB-58D3-D42E-55C9-126D23AD0470}"/>
                    </a:ext>
                  </a:extLst>
                </p14:cNvPr>
                <p14:cNvContentPartPr/>
                <p14:nvPr/>
              </p14:nvContentPartPr>
              <p14:xfrm>
                <a:off x="2821424" y="2303586"/>
                <a:ext cx="287280" cy="427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E9D0CB-58D3-D42E-55C9-126D23AD047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803424" y="2285586"/>
                  <a:ext cx="3229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E025468-E473-D401-412E-B50EF6643A93}"/>
                    </a:ext>
                  </a:extLst>
                </p14:cNvPr>
                <p14:cNvContentPartPr/>
                <p14:nvPr/>
              </p14:nvContentPartPr>
              <p14:xfrm>
                <a:off x="3025544" y="2672586"/>
                <a:ext cx="136440" cy="112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E025468-E473-D401-412E-B50EF6643A9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007904" y="2654586"/>
                  <a:ext cx="1720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44A6CD4-5C24-FD12-ECE1-65E4F2F2C804}"/>
              </a:ext>
            </a:extLst>
          </p:cNvPr>
          <p:cNvGrpSpPr/>
          <p:nvPr/>
        </p:nvGrpSpPr>
        <p:grpSpPr>
          <a:xfrm>
            <a:off x="3386624" y="2694906"/>
            <a:ext cx="729360" cy="254880"/>
            <a:chOff x="3386624" y="2694906"/>
            <a:chExt cx="72936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1E5CA1B-FB41-2236-626F-D0A7DD3314B6}"/>
                    </a:ext>
                  </a:extLst>
                </p14:cNvPr>
                <p14:cNvContentPartPr/>
                <p14:nvPr/>
              </p14:nvContentPartPr>
              <p14:xfrm>
                <a:off x="3394184" y="2747826"/>
                <a:ext cx="57600" cy="201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1E5CA1B-FB41-2236-626F-D0A7DD3314B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376184" y="2729826"/>
                  <a:ext cx="93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A6DD58-C134-F5DD-4573-1F4A3C901464}"/>
                    </a:ext>
                  </a:extLst>
                </p14:cNvPr>
                <p14:cNvContentPartPr/>
                <p14:nvPr/>
              </p14:nvContentPartPr>
              <p14:xfrm>
                <a:off x="3386624" y="2725506"/>
                <a:ext cx="111960" cy="196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A6DD58-C134-F5DD-4573-1F4A3C90146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368984" y="2707506"/>
                  <a:ext cx="147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53435CF-8D47-C642-1DF2-4801C246631E}"/>
                    </a:ext>
                  </a:extLst>
                </p14:cNvPr>
                <p14:cNvContentPartPr/>
                <p14:nvPr/>
              </p14:nvContentPartPr>
              <p14:xfrm>
                <a:off x="3559424" y="2763666"/>
                <a:ext cx="68040" cy="99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3435CF-8D47-C642-1DF2-4801C246631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541784" y="2746026"/>
                  <a:ext cx="103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D27470-B494-19DC-DD00-272F60E8AEB6}"/>
                    </a:ext>
                  </a:extLst>
                </p14:cNvPr>
                <p14:cNvContentPartPr/>
                <p14:nvPr/>
              </p14:nvContentPartPr>
              <p14:xfrm>
                <a:off x="3704864" y="2769066"/>
                <a:ext cx="158760" cy="99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D27470-B494-19DC-DD00-272F60E8AEB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686864" y="2751066"/>
                  <a:ext cx="194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F1B9830-AE36-2840-7ABC-C470EAF05195}"/>
                    </a:ext>
                  </a:extLst>
                </p14:cNvPr>
                <p14:cNvContentPartPr/>
                <p14:nvPr/>
              </p14:nvContentPartPr>
              <p14:xfrm>
                <a:off x="3887024" y="2777706"/>
                <a:ext cx="27720" cy="70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F1B9830-AE36-2840-7ABC-C470EAF0519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869024" y="2759706"/>
                  <a:ext cx="63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B468965-1CD3-04B8-937C-44E55698818A}"/>
                    </a:ext>
                  </a:extLst>
                </p14:cNvPr>
                <p14:cNvContentPartPr/>
                <p14:nvPr/>
              </p14:nvContentPartPr>
              <p14:xfrm>
                <a:off x="3881984" y="2694906"/>
                <a:ext cx="10800" cy="16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B468965-1CD3-04B8-937C-44E55698818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864344" y="2676906"/>
                  <a:ext cx="46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84E674F-93BA-1CDB-56EE-774C09ABE7FE}"/>
                    </a:ext>
                  </a:extLst>
                </p14:cNvPr>
                <p14:cNvContentPartPr/>
                <p14:nvPr/>
              </p14:nvContentPartPr>
              <p14:xfrm>
                <a:off x="3995024" y="2747106"/>
                <a:ext cx="120960" cy="88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84E674F-93BA-1CDB-56EE-774C09ABE7F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977024" y="2729106"/>
                  <a:ext cx="15660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97A4BC4-8B12-AE51-7AE5-F4D7A936B38B}"/>
              </a:ext>
            </a:extLst>
          </p:cNvPr>
          <p:cNvGrpSpPr/>
          <p:nvPr/>
        </p:nvGrpSpPr>
        <p:grpSpPr>
          <a:xfrm>
            <a:off x="4441064" y="2558826"/>
            <a:ext cx="1064160" cy="277920"/>
            <a:chOff x="4441064" y="2558826"/>
            <a:chExt cx="106416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9592756-210E-60C3-60CD-42A22C95E929}"/>
                    </a:ext>
                  </a:extLst>
                </p14:cNvPr>
                <p14:cNvContentPartPr/>
                <p14:nvPr/>
              </p14:nvContentPartPr>
              <p14:xfrm>
                <a:off x="4441064" y="2693106"/>
                <a:ext cx="80280" cy="143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9592756-210E-60C3-60CD-42A22C95E92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423424" y="2675466"/>
                  <a:ext cx="115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3B8D8E6-C6E5-B970-72C1-8848E013F606}"/>
                    </a:ext>
                  </a:extLst>
                </p14:cNvPr>
                <p14:cNvContentPartPr/>
                <p14:nvPr/>
              </p14:nvContentPartPr>
              <p14:xfrm>
                <a:off x="4599464" y="2720466"/>
                <a:ext cx="146160" cy="101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3B8D8E6-C6E5-B970-72C1-8848E013F60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81464" y="2702826"/>
                  <a:ext cx="181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14638EF-A742-9F16-4387-A4C811802739}"/>
                    </a:ext>
                  </a:extLst>
                </p14:cNvPr>
                <p14:cNvContentPartPr/>
                <p14:nvPr/>
              </p14:nvContentPartPr>
              <p14:xfrm>
                <a:off x="4769024" y="2707146"/>
                <a:ext cx="67680" cy="90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14638EF-A742-9F16-4387-A4C81180273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751384" y="2689146"/>
                  <a:ext cx="103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143B72-DA51-3C16-74BE-9D4171D988F8}"/>
                    </a:ext>
                  </a:extLst>
                </p14:cNvPr>
                <p14:cNvContentPartPr/>
                <p14:nvPr/>
              </p14:nvContentPartPr>
              <p14:xfrm>
                <a:off x="4879544" y="2664306"/>
                <a:ext cx="87840" cy="97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143B72-DA51-3C16-74BE-9D4171D988F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61544" y="2646306"/>
                  <a:ext cx="123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9CB5BA6-5217-A3CD-7348-656F5486930C}"/>
                    </a:ext>
                  </a:extLst>
                </p14:cNvPr>
                <p14:cNvContentPartPr/>
                <p14:nvPr/>
              </p14:nvContentPartPr>
              <p14:xfrm>
                <a:off x="5049464" y="2646666"/>
                <a:ext cx="193680" cy="81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9CB5BA6-5217-A3CD-7348-656F5486930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031464" y="2629026"/>
                  <a:ext cx="2293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836C1C5-08FB-D4C9-7037-6B5C42F4CDFE}"/>
                    </a:ext>
                  </a:extLst>
                </p14:cNvPr>
                <p14:cNvContentPartPr/>
                <p14:nvPr/>
              </p14:nvContentPartPr>
              <p14:xfrm>
                <a:off x="5277344" y="2558826"/>
                <a:ext cx="91080" cy="176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836C1C5-08FB-D4C9-7037-6B5C42F4CDF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259344" y="2541186"/>
                  <a:ext cx="126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904FEBB-15BB-A7AA-9BA8-FFF07249198C}"/>
                    </a:ext>
                  </a:extLst>
                </p14:cNvPr>
                <p14:cNvContentPartPr/>
                <p14:nvPr/>
              </p14:nvContentPartPr>
              <p14:xfrm>
                <a:off x="5302544" y="2620026"/>
                <a:ext cx="115920" cy="39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904FEBB-15BB-A7AA-9BA8-FFF07249198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284544" y="2602386"/>
                  <a:ext cx="151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6F85827-0E29-046F-144B-74AD5742219B}"/>
                    </a:ext>
                  </a:extLst>
                </p14:cNvPr>
                <p14:cNvContentPartPr/>
                <p14:nvPr/>
              </p14:nvContentPartPr>
              <p14:xfrm>
                <a:off x="5496584" y="2667906"/>
                <a:ext cx="8640" cy="13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6F85827-0E29-046F-144B-74AD5742219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478944" y="2650266"/>
                  <a:ext cx="442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566855F-AF7C-5F8C-A338-29AA5655C57E}"/>
              </a:ext>
            </a:extLst>
          </p:cNvPr>
          <p:cNvGrpSpPr/>
          <p:nvPr/>
        </p:nvGrpSpPr>
        <p:grpSpPr>
          <a:xfrm>
            <a:off x="3077744" y="1576746"/>
            <a:ext cx="950400" cy="880920"/>
            <a:chOff x="3077744" y="1576746"/>
            <a:chExt cx="950400" cy="88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4CCF27A-C2FC-3B76-D2C3-423A55871A01}"/>
                    </a:ext>
                  </a:extLst>
                </p14:cNvPr>
                <p14:cNvContentPartPr/>
                <p14:nvPr/>
              </p14:nvContentPartPr>
              <p14:xfrm>
                <a:off x="3077744" y="1652346"/>
                <a:ext cx="741240" cy="753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4CCF27A-C2FC-3B76-D2C3-423A55871A0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059744" y="1634346"/>
                  <a:ext cx="77688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692738E-2FAA-3A08-5C32-195FE5FCD16D}"/>
                    </a:ext>
                  </a:extLst>
                </p14:cNvPr>
                <p14:cNvContentPartPr/>
                <p14:nvPr/>
              </p14:nvContentPartPr>
              <p14:xfrm>
                <a:off x="3109424" y="1600866"/>
                <a:ext cx="918720" cy="105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692738E-2FAA-3A08-5C32-195FE5FCD16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091424" y="1583226"/>
                  <a:ext cx="954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250F20-CA45-93F3-3F16-E0028B8EC12F}"/>
                    </a:ext>
                  </a:extLst>
                </p14:cNvPr>
                <p14:cNvContentPartPr/>
                <p14:nvPr/>
              </p14:nvContentPartPr>
              <p14:xfrm>
                <a:off x="3809264" y="1576746"/>
                <a:ext cx="190440" cy="880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250F20-CA45-93F3-3F16-E0028B8EC12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791624" y="1558746"/>
                  <a:ext cx="226080" cy="91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9B9A3BD-9D6C-6792-7854-05E8913158F9}"/>
              </a:ext>
            </a:extLst>
          </p:cNvPr>
          <p:cNvGrpSpPr/>
          <p:nvPr/>
        </p:nvGrpSpPr>
        <p:grpSpPr>
          <a:xfrm>
            <a:off x="2331464" y="5865066"/>
            <a:ext cx="843120" cy="766440"/>
            <a:chOff x="2331464" y="5865066"/>
            <a:chExt cx="843120" cy="76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4174825-0DCA-294D-B561-C86ACC40E071}"/>
                    </a:ext>
                  </a:extLst>
                </p14:cNvPr>
                <p14:cNvContentPartPr/>
                <p14:nvPr/>
              </p14:nvContentPartPr>
              <p14:xfrm>
                <a:off x="2331464" y="5946066"/>
                <a:ext cx="73800" cy="685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4174825-0DCA-294D-B561-C86ACC40E07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313464" y="5928426"/>
                  <a:ext cx="10944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E7B5ED3-1A4F-63AB-AA4C-B61FBAAFBB03}"/>
                    </a:ext>
                  </a:extLst>
                </p14:cNvPr>
                <p14:cNvContentPartPr/>
                <p14:nvPr/>
              </p14:nvContentPartPr>
              <p14:xfrm>
                <a:off x="2385824" y="5986386"/>
                <a:ext cx="748440" cy="5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E7B5ED3-1A4F-63AB-AA4C-B61FBAAFBB0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367824" y="5968746"/>
                  <a:ext cx="784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1C38C0A-E9E6-AEED-59FB-D11E12502193}"/>
                    </a:ext>
                  </a:extLst>
                </p14:cNvPr>
                <p14:cNvContentPartPr/>
                <p14:nvPr/>
              </p14:nvContentPartPr>
              <p14:xfrm>
                <a:off x="2366744" y="5865066"/>
                <a:ext cx="807840" cy="758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1C38C0A-E9E6-AEED-59FB-D11E1250219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349104" y="5847426"/>
                  <a:ext cx="843480" cy="79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FDE22AE-D640-C2D5-15FD-C9674CAF80A5}"/>
              </a:ext>
            </a:extLst>
          </p:cNvPr>
          <p:cNvGrpSpPr/>
          <p:nvPr/>
        </p:nvGrpSpPr>
        <p:grpSpPr>
          <a:xfrm>
            <a:off x="4958744" y="5943546"/>
            <a:ext cx="932400" cy="776160"/>
            <a:chOff x="4958744" y="5943546"/>
            <a:chExt cx="932400" cy="77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B68267C-8F91-389B-EFAA-B94205B3B7D8}"/>
                    </a:ext>
                  </a:extLst>
                </p14:cNvPr>
                <p14:cNvContentPartPr/>
                <p14:nvPr/>
              </p14:nvContentPartPr>
              <p14:xfrm>
                <a:off x="5025704" y="6021306"/>
                <a:ext cx="16560" cy="698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B68267C-8F91-389B-EFAA-B94205B3B7D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008064" y="6003306"/>
                  <a:ext cx="5220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5A80751-885D-3175-8814-DCF0A4978AB9}"/>
                    </a:ext>
                  </a:extLst>
                </p14:cNvPr>
                <p14:cNvContentPartPr/>
                <p14:nvPr/>
              </p14:nvContentPartPr>
              <p14:xfrm>
                <a:off x="4958744" y="5943546"/>
                <a:ext cx="932400" cy="664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5A80751-885D-3175-8814-DCF0A4978AB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41104" y="5925546"/>
                  <a:ext cx="968040" cy="70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1083276-D925-3F28-549C-D289B17DBE1D}"/>
              </a:ext>
            </a:extLst>
          </p:cNvPr>
          <p:cNvGrpSpPr/>
          <p:nvPr/>
        </p:nvGrpSpPr>
        <p:grpSpPr>
          <a:xfrm>
            <a:off x="6334304" y="6127866"/>
            <a:ext cx="1245960" cy="282240"/>
            <a:chOff x="6334304" y="6127866"/>
            <a:chExt cx="124596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878D4E4-8D90-CF25-79FE-9D9D1489630A}"/>
                    </a:ext>
                  </a:extLst>
                </p14:cNvPr>
                <p14:cNvContentPartPr/>
                <p14:nvPr/>
              </p14:nvContentPartPr>
              <p14:xfrm>
                <a:off x="6334304" y="6162066"/>
                <a:ext cx="15480" cy="248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878D4E4-8D90-CF25-79FE-9D9D1489630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316304" y="6144426"/>
                  <a:ext cx="51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FAE0EC8-E438-3DA0-8603-57A927A16A3F}"/>
                    </a:ext>
                  </a:extLst>
                </p14:cNvPr>
                <p14:cNvContentPartPr/>
                <p14:nvPr/>
              </p14:nvContentPartPr>
              <p14:xfrm>
                <a:off x="6337544" y="6164946"/>
                <a:ext cx="228600" cy="186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FAE0EC8-E438-3DA0-8603-57A927A16A3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319904" y="6147306"/>
                  <a:ext cx="264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C6E028C-359E-D502-A536-078AB7A08C59}"/>
                    </a:ext>
                  </a:extLst>
                </p14:cNvPr>
                <p14:cNvContentPartPr/>
                <p14:nvPr/>
              </p14:nvContentPartPr>
              <p14:xfrm>
                <a:off x="6674504" y="6202746"/>
                <a:ext cx="90000" cy="132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C6E028C-359E-D502-A536-078AB7A08C5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656504" y="6184746"/>
                  <a:ext cx="125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B83787D-9C7A-AED2-418F-BF89DF7E29C9}"/>
                    </a:ext>
                  </a:extLst>
                </p14:cNvPr>
                <p14:cNvContentPartPr/>
                <p14:nvPr/>
              </p14:nvContentPartPr>
              <p14:xfrm>
                <a:off x="6851984" y="6145506"/>
                <a:ext cx="82440" cy="204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B83787D-9C7A-AED2-418F-BF89DF7E29C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833984" y="6127866"/>
                  <a:ext cx="118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98C1252-033C-016C-FBCF-0852ED378FAB}"/>
                    </a:ext>
                  </a:extLst>
                </p14:cNvPr>
                <p14:cNvContentPartPr/>
                <p14:nvPr/>
              </p14:nvContentPartPr>
              <p14:xfrm>
                <a:off x="7012184" y="6193386"/>
                <a:ext cx="43560" cy="168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98C1252-033C-016C-FBCF-0852ED378FA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994544" y="6175386"/>
                  <a:ext cx="79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75FDAA2-0D6E-15B6-C0F8-489934A8061C}"/>
                    </a:ext>
                  </a:extLst>
                </p14:cNvPr>
                <p14:cNvContentPartPr/>
                <p14:nvPr/>
              </p14:nvContentPartPr>
              <p14:xfrm>
                <a:off x="7028024" y="6127866"/>
                <a:ext cx="76320" cy="62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75FDAA2-0D6E-15B6-C0F8-489934A8061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010384" y="6109866"/>
                  <a:ext cx="111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864EA50-F95D-13B3-3F7B-4E4F8127AC10}"/>
                    </a:ext>
                  </a:extLst>
                </p14:cNvPr>
                <p14:cNvContentPartPr/>
                <p14:nvPr/>
              </p14:nvContentPartPr>
              <p14:xfrm>
                <a:off x="7071584" y="6219306"/>
                <a:ext cx="77760" cy="37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864EA50-F95D-13B3-3F7B-4E4F8127AC1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053944" y="6201666"/>
                  <a:ext cx="1134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84E2239-7D51-8F41-5BDF-72FDF6D237EC}"/>
                    </a:ext>
                  </a:extLst>
                </p14:cNvPr>
                <p14:cNvContentPartPr/>
                <p14:nvPr/>
              </p14:nvContentPartPr>
              <p14:xfrm>
                <a:off x="7218464" y="6154506"/>
                <a:ext cx="20520" cy="167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84E2239-7D51-8F41-5BDF-72FDF6D237E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200464" y="6136506"/>
                  <a:ext cx="56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B653E33-3E69-CED6-27B0-880CBD3E6AF2}"/>
                    </a:ext>
                  </a:extLst>
                </p14:cNvPr>
                <p14:cNvContentPartPr/>
                <p14:nvPr/>
              </p14:nvContentPartPr>
              <p14:xfrm>
                <a:off x="7220264" y="6142626"/>
                <a:ext cx="119880" cy="96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B653E33-3E69-CED6-27B0-880CBD3E6AF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202624" y="6124626"/>
                  <a:ext cx="155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0A3E359-8AF1-F3B6-BADE-F0A43A329D08}"/>
                    </a:ext>
                  </a:extLst>
                </p14:cNvPr>
                <p14:cNvContentPartPr/>
                <p14:nvPr/>
              </p14:nvContentPartPr>
              <p14:xfrm>
                <a:off x="7290464" y="6210666"/>
                <a:ext cx="45720" cy="49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0A3E359-8AF1-F3B6-BADE-F0A43A329D0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272824" y="6192666"/>
                  <a:ext cx="81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FEA5F12-388F-8957-69B6-3B27D986171C}"/>
                    </a:ext>
                  </a:extLst>
                </p14:cNvPr>
                <p14:cNvContentPartPr/>
                <p14:nvPr/>
              </p14:nvContentPartPr>
              <p14:xfrm>
                <a:off x="7273544" y="6276186"/>
                <a:ext cx="52560" cy="53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FEA5F12-388F-8957-69B6-3B27D986171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255904" y="6258546"/>
                  <a:ext cx="88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49BFEEE-9F26-55F3-E934-8B596DF163CB}"/>
                    </a:ext>
                  </a:extLst>
                </p14:cNvPr>
                <p14:cNvContentPartPr/>
                <p14:nvPr/>
              </p14:nvContentPartPr>
              <p14:xfrm>
                <a:off x="7417904" y="6170346"/>
                <a:ext cx="162360" cy="30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49BFEEE-9F26-55F3-E934-8B596DF163C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400264" y="6152346"/>
                  <a:ext cx="198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1AEFFEA-ED0F-CDAE-453E-6A2A9E67F490}"/>
                    </a:ext>
                  </a:extLst>
                </p14:cNvPr>
                <p14:cNvContentPartPr/>
                <p14:nvPr/>
              </p14:nvContentPartPr>
              <p14:xfrm>
                <a:off x="7505744" y="6146586"/>
                <a:ext cx="37800" cy="203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1AEFFEA-ED0F-CDAE-453E-6A2A9E67F49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488104" y="6128586"/>
                  <a:ext cx="734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C3285A1-FB89-2013-5DC8-8B2ACD4B77E1}"/>
              </a:ext>
            </a:extLst>
          </p:cNvPr>
          <p:cNvGrpSpPr/>
          <p:nvPr/>
        </p:nvGrpSpPr>
        <p:grpSpPr>
          <a:xfrm>
            <a:off x="7888064" y="6061986"/>
            <a:ext cx="1156320" cy="351360"/>
            <a:chOff x="7888064" y="6061986"/>
            <a:chExt cx="115632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E4EA72-830B-5802-BB9B-323EDE0546C3}"/>
                    </a:ext>
                  </a:extLst>
                </p14:cNvPr>
                <p14:cNvContentPartPr/>
                <p14:nvPr/>
              </p14:nvContentPartPr>
              <p14:xfrm>
                <a:off x="7888064" y="6136146"/>
                <a:ext cx="89640" cy="181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E4EA72-830B-5802-BB9B-323EDE0546C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870064" y="6118506"/>
                  <a:ext cx="125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0CADBB4-8EC0-5189-6EF9-E8EF0B967BB5}"/>
                    </a:ext>
                  </a:extLst>
                </p14:cNvPr>
                <p14:cNvContentPartPr/>
                <p14:nvPr/>
              </p14:nvContentPartPr>
              <p14:xfrm>
                <a:off x="8046824" y="6234786"/>
                <a:ext cx="34920" cy="178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0CADBB4-8EC0-5189-6EF9-E8EF0B967BB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029184" y="6216786"/>
                  <a:ext cx="70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DEF223-F8AD-7094-8BF6-96C84202A2EE}"/>
                    </a:ext>
                  </a:extLst>
                </p14:cNvPr>
                <p14:cNvContentPartPr/>
                <p14:nvPr/>
              </p14:nvContentPartPr>
              <p14:xfrm>
                <a:off x="8049704" y="6222186"/>
                <a:ext cx="69480" cy="81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DEF223-F8AD-7094-8BF6-96C84202A2E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31704" y="6204546"/>
                  <a:ext cx="105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EE68456-A860-D481-9FAF-D6FB47884CF5}"/>
                    </a:ext>
                  </a:extLst>
                </p14:cNvPr>
                <p14:cNvContentPartPr/>
                <p14:nvPr/>
              </p14:nvContentPartPr>
              <p14:xfrm>
                <a:off x="8144384" y="6194106"/>
                <a:ext cx="75600" cy="97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EE68456-A860-D481-9FAF-D6FB47884CF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126744" y="6176466"/>
                  <a:ext cx="111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67415EF-CFD3-4020-58F9-5CF3EA974809}"/>
                    </a:ext>
                  </a:extLst>
                </p14:cNvPr>
                <p14:cNvContentPartPr/>
                <p14:nvPr/>
              </p14:nvContentPartPr>
              <p14:xfrm>
                <a:off x="8345984" y="6207426"/>
                <a:ext cx="155160" cy="111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67415EF-CFD3-4020-58F9-5CF3EA97480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27984" y="6189786"/>
                  <a:ext cx="190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87BC216-962A-8122-78A6-42006DD4EB2A}"/>
                    </a:ext>
                  </a:extLst>
                </p14:cNvPr>
                <p14:cNvContentPartPr/>
                <p14:nvPr/>
              </p14:nvContentPartPr>
              <p14:xfrm>
                <a:off x="8457584" y="6091506"/>
                <a:ext cx="16200" cy="43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87BC216-962A-8122-78A6-42006DD4EB2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439584" y="6073866"/>
                  <a:ext cx="51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F25C1F0-0424-2B3E-8B13-19A64E92FFC4}"/>
                    </a:ext>
                  </a:extLst>
                </p14:cNvPr>
                <p14:cNvContentPartPr/>
                <p14:nvPr/>
              </p14:nvContentPartPr>
              <p14:xfrm>
                <a:off x="8563424" y="6061986"/>
                <a:ext cx="70200" cy="320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F25C1F0-0424-2B3E-8B13-19A64E92FFC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545784" y="6043986"/>
                  <a:ext cx="1058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8A6CEB1-3D4D-BAC2-A169-9DFC895B18FC}"/>
                    </a:ext>
                  </a:extLst>
                </p14:cNvPr>
                <p14:cNvContentPartPr/>
                <p14:nvPr/>
              </p14:nvContentPartPr>
              <p14:xfrm>
                <a:off x="8558744" y="6208506"/>
                <a:ext cx="196200" cy="97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8A6CEB1-3D4D-BAC2-A169-9DFC895B18F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541104" y="6190506"/>
                  <a:ext cx="231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197E09D-3902-9FA4-745D-5E390D3FB2CE}"/>
                    </a:ext>
                  </a:extLst>
                </p14:cNvPr>
                <p14:cNvContentPartPr/>
                <p14:nvPr/>
              </p14:nvContentPartPr>
              <p14:xfrm>
                <a:off x="8726144" y="6080346"/>
                <a:ext cx="18360" cy="38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197E09D-3902-9FA4-745D-5E390D3FB2C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08144" y="6062346"/>
                  <a:ext cx="54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1C1D843-2335-A0DD-3624-02DFAEC243D0}"/>
                    </a:ext>
                  </a:extLst>
                </p14:cNvPr>
                <p14:cNvContentPartPr/>
                <p14:nvPr/>
              </p14:nvContentPartPr>
              <p14:xfrm>
                <a:off x="8817944" y="6171786"/>
                <a:ext cx="99360" cy="115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1C1D843-2335-A0DD-3624-02DFAEC243D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800304" y="6154146"/>
                  <a:ext cx="135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FB797CD-9EA2-8438-B7B5-820CB02D9361}"/>
                    </a:ext>
                  </a:extLst>
                </p14:cNvPr>
                <p14:cNvContentPartPr/>
                <p14:nvPr/>
              </p14:nvContentPartPr>
              <p14:xfrm>
                <a:off x="9038624" y="6219666"/>
                <a:ext cx="5760" cy="4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FB797CD-9EA2-8438-B7B5-820CB02D936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020624" y="6202026"/>
                  <a:ext cx="41400" cy="3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6356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5AFF-FD18-4989-4C6C-5732EA2C8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F0AA-5621-01D3-11FC-B28CBFC2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 current equations </a:t>
            </a:r>
          </a:p>
        </p:txBody>
      </p: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7BE9F184-887C-D970-8555-2AD51819B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71" y="800017"/>
            <a:ext cx="5794276" cy="2532463"/>
          </a:xfrm>
          <a:prstGeom prst="rect">
            <a:avLst/>
          </a:prstGeom>
        </p:spPr>
      </p:pic>
      <p:pic>
        <p:nvPicPr>
          <p:cNvPr id="9" name="Picture 8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B8FDF083-4658-8DB8-2483-B7858A287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0" y="3429000"/>
            <a:ext cx="6810827" cy="2274710"/>
          </a:xfrm>
          <a:prstGeom prst="rect">
            <a:avLst/>
          </a:prstGeom>
        </p:spPr>
      </p:pic>
      <p:pic>
        <p:nvPicPr>
          <p:cNvPr id="11" name="Picture 10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8B0D85BF-D381-5C1E-0D6B-3AD012D06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553" y="2478984"/>
            <a:ext cx="5565974" cy="1900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8E764F-97E7-A03E-39EE-35D9D902946B}"/>
                  </a:ext>
                </a:extLst>
              </p14:cNvPr>
              <p14:cNvContentPartPr/>
              <p14:nvPr/>
            </p14:nvContentPartPr>
            <p14:xfrm>
              <a:off x="6831824" y="2869866"/>
              <a:ext cx="1062360" cy="54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8E764F-97E7-A03E-39EE-35D9D90294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14184" y="2851866"/>
                <a:ext cx="109800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4BD4A3E-EE3C-2A10-8142-8A279A66DF67}"/>
              </a:ext>
            </a:extLst>
          </p:cNvPr>
          <p:cNvGrpSpPr/>
          <p:nvPr/>
        </p:nvGrpSpPr>
        <p:grpSpPr>
          <a:xfrm>
            <a:off x="2014304" y="1276866"/>
            <a:ext cx="2977560" cy="650160"/>
            <a:chOff x="2014304" y="1276866"/>
            <a:chExt cx="2977560" cy="65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B03A1B-58E5-D0D8-0BB9-909AB7AA7E9D}"/>
                    </a:ext>
                  </a:extLst>
                </p14:cNvPr>
                <p14:cNvContentPartPr/>
                <p14:nvPr/>
              </p14:nvContentPartPr>
              <p14:xfrm>
                <a:off x="2019344" y="1460466"/>
                <a:ext cx="63720" cy="372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B03A1B-58E5-D0D8-0BB9-909AB7AA7E9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01704" y="1442826"/>
                  <a:ext cx="993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40F426-8DEF-EDE3-CE65-BB269C31E9F8}"/>
                    </a:ext>
                  </a:extLst>
                </p14:cNvPr>
                <p14:cNvContentPartPr/>
                <p14:nvPr/>
              </p14:nvContentPartPr>
              <p14:xfrm>
                <a:off x="2014304" y="1276866"/>
                <a:ext cx="2717280" cy="237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40F426-8DEF-EDE3-CE65-BB269C31E9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96664" y="1258866"/>
                  <a:ext cx="27529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BA734B4-5A47-2828-9006-5DD701571961}"/>
                    </a:ext>
                  </a:extLst>
                </p14:cNvPr>
                <p14:cNvContentPartPr/>
                <p14:nvPr/>
              </p14:nvContentPartPr>
              <p14:xfrm>
                <a:off x="2269904" y="1306026"/>
                <a:ext cx="2721960" cy="621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BA734B4-5A47-2828-9006-5DD7015719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52264" y="1288026"/>
                  <a:ext cx="2757600" cy="65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332730-E6BB-A700-BC12-4ED52971B7CF}"/>
              </a:ext>
            </a:extLst>
          </p:cNvPr>
          <p:cNvGrpSpPr/>
          <p:nvPr/>
        </p:nvGrpSpPr>
        <p:grpSpPr>
          <a:xfrm>
            <a:off x="9730184" y="4044186"/>
            <a:ext cx="890640" cy="424800"/>
            <a:chOff x="9730184" y="4044186"/>
            <a:chExt cx="8906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C3221C8-5901-736F-A82D-092C0F6E6C8A}"/>
                    </a:ext>
                  </a:extLst>
                </p14:cNvPr>
                <p14:cNvContentPartPr/>
                <p14:nvPr/>
              </p14:nvContentPartPr>
              <p14:xfrm>
                <a:off x="9798944" y="4078026"/>
                <a:ext cx="98280" cy="379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C3221C8-5901-736F-A82D-092C0F6E6C8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781304" y="4060386"/>
                  <a:ext cx="1339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C312A5-5898-8C58-06F1-676CCE140E21}"/>
                    </a:ext>
                  </a:extLst>
                </p14:cNvPr>
                <p14:cNvContentPartPr/>
                <p14:nvPr/>
              </p14:nvContentPartPr>
              <p14:xfrm>
                <a:off x="9730184" y="4044186"/>
                <a:ext cx="740880" cy="79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C312A5-5898-8C58-06F1-676CCE140E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12544" y="4026186"/>
                  <a:ext cx="776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9E4D25-24FA-DC38-4E88-A64030668C97}"/>
                    </a:ext>
                  </a:extLst>
                </p14:cNvPr>
                <p14:cNvContentPartPr/>
                <p14:nvPr/>
              </p14:nvContentPartPr>
              <p14:xfrm>
                <a:off x="9894344" y="4049586"/>
                <a:ext cx="726480" cy="419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9E4D25-24FA-DC38-4E88-A64030668C9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76704" y="4031586"/>
                  <a:ext cx="762120" cy="45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D9E64F-EA4F-F310-E870-9BAFC4B3FC70}"/>
              </a:ext>
            </a:extLst>
          </p:cNvPr>
          <p:cNvGrpSpPr/>
          <p:nvPr/>
        </p:nvGrpSpPr>
        <p:grpSpPr>
          <a:xfrm>
            <a:off x="9035024" y="4786146"/>
            <a:ext cx="386280" cy="402120"/>
            <a:chOff x="9035024" y="4786146"/>
            <a:chExt cx="38628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CD35124-2FC2-3E1D-F690-2E1BB5A9982C}"/>
                    </a:ext>
                  </a:extLst>
                </p14:cNvPr>
                <p14:cNvContentPartPr/>
                <p14:nvPr/>
              </p14:nvContentPartPr>
              <p14:xfrm>
                <a:off x="9065984" y="4800906"/>
                <a:ext cx="33120" cy="28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CD35124-2FC2-3E1D-F690-2E1BB5A9982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48344" y="4782906"/>
                  <a:ext cx="68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564CEE9-F6E4-84DB-CFF7-4C3E0FADF31E}"/>
                    </a:ext>
                  </a:extLst>
                </p14:cNvPr>
                <p14:cNvContentPartPr/>
                <p14:nvPr/>
              </p14:nvContentPartPr>
              <p14:xfrm>
                <a:off x="9035024" y="4786146"/>
                <a:ext cx="125640" cy="44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564CEE9-F6E4-84DB-CFF7-4C3E0FADF3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17384" y="4768506"/>
                  <a:ext cx="161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8D4D6D9-6B07-E9DE-FB74-8A29A7B0FA7A}"/>
                    </a:ext>
                  </a:extLst>
                </p14:cNvPr>
                <p14:cNvContentPartPr/>
                <p14:nvPr/>
              </p14:nvContentPartPr>
              <p14:xfrm>
                <a:off x="9061664" y="5094666"/>
                <a:ext cx="91080" cy="4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8D4D6D9-6B07-E9DE-FB74-8A29A7B0FA7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044024" y="5076666"/>
                  <a:ext cx="126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67E69A0-5EF1-392F-2778-41D8B225C330}"/>
                    </a:ext>
                  </a:extLst>
                </p14:cNvPr>
                <p14:cNvContentPartPr/>
                <p14:nvPr/>
              </p14:nvContentPartPr>
              <p14:xfrm>
                <a:off x="9306104" y="5021586"/>
                <a:ext cx="31680" cy="166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67E69A0-5EF1-392F-2778-41D8B225C33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88104" y="5003946"/>
                  <a:ext cx="673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458D9F-2091-5A61-8A8D-DA0C999F5337}"/>
                    </a:ext>
                  </a:extLst>
                </p14:cNvPr>
                <p14:cNvContentPartPr/>
                <p14:nvPr/>
              </p14:nvContentPartPr>
              <p14:xfrm>
                <a:off x="9311864" y="5019426"/>
                <a:ext cx="109440" cy="136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458D9F-2091-5A61-8A8D-DA0C999F533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94224" y="5001786"/>
                  <a:ext cx="14508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196F0A3-193D-901D-24A0-09130F4EDB86}"/>
              </a:ext>
            </a:extLst>
          </p:cNvPr>
          <p:cNvGrpSpPr/>
          <p:nvPr/>
        </p:nvGrpSpPr>
        <p:grpSpPr>
          <a:xfrm>
            <a:off x="9640184" y="4710186"/>
            <a:ext cx="1661760" cy="355680"/>
            <a:chOff x="9640184" y="4710186"/>
            <a:chExt cx="166176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6F235F-5E18-ED72-A99B-0182EC1E026C}"/>
                    </a:ext>
                  </a:extLst>
                </p14:cNvPr>
                <p14:cNvContentPartPr/>
                <p14:nvPr/>
              </p14:nvContentPartPr>
              <p14:xfrm>
                <a:off x="9640184" y="4901346"/>
                <a:ext cx="22320" cy="1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6F235F-5E18-ED72-A99B-0182EC1E02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22544" y="4883346"/>
                  <a:ext cx="57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F3CF22-C2D3-A8BB-7377-3E5DAFAFCA2C}"/>
                    </a:ext>
                  </a:extLst>
                </p14:cNvPr>
                <p14:cNvContentPartPr/>
                <p14:nvPr/>
              </p14:nvContentPartPr>
              <p14:xfrm>
                <a:off x="9659264" y="4955346"/>
                <a:ext cx="46440" cy="23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F3CF22-C2D3-A8BB-7377-3E5DAFAFCA2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41264" y="4937706"/>
                  <a:ext cx="82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3A02C4-A69E-6ED8-A4A6-87E91BA1C8AA}"/>
                    </a:ext>
                  </a:extLst>
                </p14:cNvPr>
                <p14:cNvContentPartPr/>
                <p14:nvPr/>
              </p14:nvContentPartPr>
              <p14:xfrm>
                <a:off x="9897944" y="4806666"/>
                <a:ext cx="28800" cy="259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3A02C4-A69E-6ED8-A4A6-87E91BA1C8A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879944" y="4788666"/>
                  <a:ext cx="644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F49847-52BC-C5F5-7FB9-A4167E9BE0DB}"/>
                    </a:ext>
                  </a:extLst>
                </p14:cNvPr>
                <p14:cNvContentPartPr/>
                <p14:nvPr/>
              </p14:nvContentPartPr>
              <p14:xfrm>
                <a:off x="10014584" y="4884426"/>
                <a:ext cx="2880" cy="11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F49847-52BC-C5F5-7FB9-A4167E9BE0D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96944" y="4866786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C616030-8CA1-350C-8D2A-6FC8EB74A629}"/>
                    </a:ext>
                  </a:extLst>
                </p14:cNvPr>
                <p14:cNvContentPartPr/>
                <p14:nvPr/>
              </p14:nvContentPartPr>
              <p14:xfrm>
                <a:off x="10130144" y="4804866"/>
                <a:ext cx="128160" cy="208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C616030-8CA1-350C-8D2A-6FC8EB74A6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12504" y="4786866"/>
                  <a:ext cx="163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7CE441-2C0D-15CF-3A81-0514041ACFBE}"/>
                    </a:ext>
                  </a:extLst>
                </p14:cNvPr>
                <p14:cNvContentPartPr/>
                <p14:nvPr/>
              </p14:nvContentPartPr>
              <p14:xfrm>
                <a:off x="10180544" y="4893786"/>
                <a:ext cx="106560" cy="45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7CE441-2C0D-15CF-3A81-0514041ACFB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62904" y="4876146"/>
                  <a:ext cx="1422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3EC6EB-460D-B23F-A1A8-A8984E7C028A}"/>
                    </a:ext>
                  </a:extLst>
                </p14:cNvPr>
                <p14:cNvContentPartPr/>
                <p14:nvPr/>
              </p14:nvContentPartPr>
              <p14:xfrm>
                <a:off x="10473224" y="4812066"/>
                <a:ext cx="75600" cy="2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3EC6EB-460D-B23F-A1A8-A8984E7C028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55584" y="4794426"/>
                  <a:ext cx="1112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0C8A021-B12F-209B-7E4B-5D03CF3AE822}"/>
                    </a:ext>
                  </a:extLst>
                </p14:cNvPr>
                <p14:cNvContentPartPr/>
                <p14:nvPr/>
              </p14:nvContentPartPr>
              <p14:xfrm>
                <a:off x="10454864" y="4814226"/>
                <a:ext cx="65880" cy="165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0C8A021-B12F-209B-7E4B-5D03CF3AE82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37224" y="4796226"/>
                  <a:ext cx="101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9C1DCE-17CF-FCC5-4358-40C36484EFE6}"/>
                    </a:ext>
                  </a:extLst>
                </p14:cNvPr>
                <p14:cNvContentPartPr/>
                <p14:nvPr/>
              </p14:nvContentPartPr>
              <p14:xfrm>
                <a:off x="10644224" y="4877586"/>
                <a:ext cx="274680" cy="113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9C1DCE-17CF-FCC5-4358-40C36484EFE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26584" y="4859946"/>
                  <a:ext cx="310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525464-7691-BBA0-0A9A-96077B9B17BC}"/>
                    </a:ext>
                  </a:extLst>
                </p14:cNvPr>
                <p14:cNvContentPartPr/>
                <p14:nvPr/>
              </p14:nvContentPartPr>
              <p14:xfrm>
                <a:off x="11034464" y="4715226"/>
                <a:ext cx="56520" cy="263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525464-7691-BBA0-0A9A-96077B9B17B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16824" y="4697226"/>
                  <a:ext cx="921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9C3A914-D1CF-88C6-8E38-B7B3E1BA2535}"/>
                    </a:ext>
                  </a:extLst>
                </p14:cNvPr>
                <p14:cNvContentPartPr/>
                <p14:nvPr/>
              </p14:nvContentPartPr>
              <p14:xfrm>
                <a:off x="11056424" y="4710186"/>
                <a:ext cx="160560" cy="257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9C3A914-D1CF-88C6-8E38-B7B3E1BA25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38784" y="4692546"/>
                  <a:ext cx="1962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967043E-F33C-CC4E-2316-D67C8870B873}"/>
                    </a:ext>
                  </a:extLst>
                </p14:cNvPr>
                <p14:cNvContentPartPr/>
                <p14:nvPr/>
              </p14:nvContentPartPr>
              <p14:xfrm>
                <a:off x="11089904" y="4886946"/>
                <a:ext cx="43560" cy="7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967043E-F33C-CC4E-2316-D67C8870B8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72264" y="4869306"/>
                  <a:ext cx="79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CF4E26-E7D7-30EA-9ED4-8B728BC88B82}"/>
                    </a:ext>
                  </a:extLst>
                </p14:cNvPr>
                <p14:cNvContentPartPr/>
                <p14:nvPr/>
              </p14:nvContentPartPr>
              <p14:xfrm>
                <a:off x="11291144" y="4876506"/>
                <a:ext cx="10800" cy="23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CF4E26-E7D7-30EA-9ED4-8B728BC88B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73144" y="4858866"/>
                  <a:ext cx="46440" cy="5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3007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D5C00-1371-FD38-97E6-65E9A0A1B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AF45-BAEB-0A6A-CA4E-6163E581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 current equations </a:t>
            </a:r>
          </a:p>
        </p:txBody>
      </p: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E32A7A9-6E26-96A5-86F7-35121DEF7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71" y="800017"/>
            <a:ext cx="5794276" cy="2532463"/>
          </a:xfrm>
          <a:prstGeom prst="rect">
            <a:avLst/>
          </a:prstGeom>
        </p:spPr>
      </p:pic>
      <p:pic>
        <p:nvPicPr>
          <p:cNvPr id="9" name="Picture 8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D44B29C7-16DB-3E23-8761-B3790DDF6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0" y="3429000"/>
            <a:ext cx="6810827" cy="2274710"/>
          </a:xfrm>
          <a:prstGeom prst="rect">
            <a:avLst/>
          </a:prstGeom>
        </p:spPr>
      </p:pic>
      <p:pic>
        <p:nvPicPr>
          <p:cNvPr id="5" name="Picture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DAB6109F-8963-AFF6-940F-435446B9C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717" y="2295504"/>
            <a:ext cx="6145512" cy="207395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716B1AE-0A4B-A6D9-2C77-BF003D4F669C}"/>
              </a:ext>
            </a:extLst>
          </p:cNvPr>
          <p:cNvGrpSpPr/>
          <p:nvPr/>
        </p:nvGrpSpPr>
        <p:grpSpPr>
          <a:xfrm>
            <a:off x="2399504" y="2315826"/>
            <a:ext cx="2208960" cy="663120"/>
            <a:chOff x="2399504" y="2315826"/>
            <a:chExt cx="2208960" cy="66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443A9D6-7987-E6C7-C25F-F42E77958A33}"/>
                    </a:ext>
                  </a:extLst>
                </p14:cNvPr>
                <p14:cNvContentPartPr/>
                <p14:nvPr/>
              </p14:nvContentPartPr>
              <p14:xfrm>
                <a:off x="2427944" y="2315826"/>
                <a:ext cx="49680" cy="639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443A9D6-7987-E6C7-C25F-F42E77958A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10304" y="2298186"/>
                  <a:ext cx="8532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6C6906-6905-0E42-E559-37C138C58E2A}"/>
                    </a:ext>
                  </a:extLst>
                </p14:cNvPr>
                <p14:cNvContentPartPr/>
                <p14:nvPr/>
              </p14:nvContentPartPr>
              <p14:xfrm>
                <a:off x="2399504" y="2339586"/>
                <a:ext cx="1958040" cy="143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6C6906-6905-0E42-E559-37C138C58E2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81864" y="2321586"/>
                  <a:ext cx="1993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BC0F233-F743-266B-0FD9-01D36A12FC36}"/>
                    </a:ext>
                  </a:extLst>
                </p14:cNvPr>
                <p14:cNvContentPartPr/>
                <p14:nvPr/>
              </p14:nvContentPartPr>
              <p14:xfrm>
                <a:off x="2516504" y="2370906"/>
                <a:ext cx="2091960" cy="608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BC0F233-F743-266B-0FD9-01D36A12FC3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98864" y="2352906"/>
                  <a:ext cx="2127600" cy="64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02D15F-1F1A-6E83-DD8E-5E5E112036D7}"/>
              </a:ext>
            </a:extLst>
          </p:cNvPr>
          <p:cNvGrpSpPr/>
          <p:nvPr/>
        </p:nvGrpSpPr>
        <p:grpSpPr>
          <a:xfrm>
            <a:off x="8471624" y="3934026"/>
            <a:ext cx="2108520" cy="675720"/>
            <a:chOff x="8471624" y="3934026"/>
            <a:chExt cx="2108520" cy="67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DA6A1C7-9425-1FF6-5121-A1DFDE24CB77}"/>
                    </a:ext>
                  </a:extLst>
                </p14:cNvPr>
                <p14:cNvContentPartPr/>
                <p14:nvPr/>
              </p14:nvContentPartPr>
              <p14:xfrm>
                <a:off x="8498984" y="3975066"/>
                <a:ext cx="47160" cy="547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DA6A1C7-9425-1FF6-5121-A1DFDE24CB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80984" y="3957066"/>
                  <a:ext cx="828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045992-5958-29D3-5454-A2F5D0C1ACA1}"/>
                    </a:ext>
                  </a:extLst>
                </p14:cNvPr>
                <p14:cNvContentPartPr/>
                <p14:nvPr/>
              </p14:nvContentPartPr>
              <p14:xfrm>
                <a:off x="8471624" y="3934026"/>
                <a:ext cx="2108520" cy="675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045992-5958-29D3-5454-A2F5D0C1AC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453984" y="3916386"/>
                  <a:ext cx="2144160" cy="71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A4087A-C4F5-C414-0FB2-34921EDDAC37}"/>
              </a:ext>
            </a:extLst>
          </p:cNvPr>
          <p:cNvGrpSpPr/>
          <p:nvPr/>
        </p:nvGrpSpPr>
        <p:grpSpPr>
          <a:xfrm>
            <a:off x="7900304" y="4979106"/>
            <a:ext cx="2562120" cy="459720"/>
            <a:chOff x="7900304" y="4979106"/>
            <a:chExt cx="256212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3F698A-BC57-4796-2FA6-279951B1E58A}"/>
                    </a:ext>
                  </a:extLst>
                </p14:cNvPr>
                <p14:cNvContentPartPr/>
                <p14:nvPr/>
              </p14:nvContentPartPr>
              <p14:xfrm>
                <a:off x="8001464" y="5001066"/>
                <a:ext cx="51120" cy="353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3F698A-BC57-4796-2FA6-279951B1E58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83464" y="4983066"/>
                  <a:ext cx="867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F15183-CA92-47D7-B466-17399200C9C0}"/>
                    </a:ext>
                  </a:extLst>
                </p14:cNvPr>
                <p14:cNvContentPartPr/>
                <p14:nvPr/>
              </p14:nvContentPartPr>
              <p14:xfrm>
                <a:off x="7900304" y="5009706"/>
                <a:ext cx="194400" cy="66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F15183-CA92-47D7-B466-17399200C9C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82664" y="4992066"/>
                  <a:ext cx="2300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021380-323B-C6B3-15DD-476A10C80BD2}"/>
                    </a:ext>
                  </a:extLst>
                </p14:cNvPr>
                <p14:cNvContentPartPr/>
                <p14:nvPr/>
              </p14:nvContentPartPr>
              <p14:xfrm>
                <a:off x="7992464" y="5288346"/>
                <a:ext cx="128160" cy="3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021380-323B-C6B3-15DD-476A10C80BD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74464" y="5270346"/>
                  <a:ext cx="163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08FCA8-5DD5-70D4-620C-01F49237698D}"/>
                    </a:ext>
                  </a:extLst>
                </p14:cNvPr>
                <p14:cNvContentPartPr/>
                <p14:nvPr/>
              </p14:nvContentPartPr>
              <p14:xfrm>
                <a:off x="8235104" y="5245866"/>
                <a:ext cx="41400" cy="177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08FCA8-5DD5-70D4-620C-01F49237698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217104" y="5228226"/>
                  <a:ext cx="77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4CB830-A140-2479-3622-CEB813D1E604}"/>
                    </a:ext>
                  </a:extLst>
                </p14:cNvPr>
                <p14:cNvContentPartPr/>
                <p14:nvPr/>
              </p14:nvContentPartPr>
              <p14:xfrm>
                <a:off x="8226824" y="5240106"/>
                <a:ext cx="155160" cy="124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4CB830-A140-2479-3622-CEB813D1E60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09184" y="5222466"/>
                  <a:ext cx="190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67CDEA-70F5-31C8-9912-03B9A2F4A00E}"/>
                    </a:ext>
                  </a:extLst>
                </p14:cNvPr>
                <p14:cNvContentPartPr/>
                <p14:nvPr/>
              </p14:nvContentPartPr>
              <p14:xfrm>
                <a:off x="8452544" y="5254866"/>
                <a:ext cx="102240" cy="18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67CDEA-70F5-31C8-9912-03B9A2F4A00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34544" y="5236866"/>
                  <a:ext cx="137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D82BAC-7A3C-5D47-F5D2-9997FB5171F7}"/>
                    </a:ext>
                  </a:extLst>
                </p14:cNvPr>
                <p14:cNvContentPartPr/>
                <p14:nvPr/>
              </p14:nvContentPartPr>
              <p14:xfrm>
                <a:off x="8633984" y="5278986"/>
                <a:ext cx="136440" cy="117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D82BAC-7A3C-5D47-F5D2-9997FB5171F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15984" y="5260986"/>
                  <a:ext cx="172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0D612F-A593-1D63-89CB-3F38E9C194D3}"/>
                    </a:ext>
                  </a:extLst>
                </p14:cNvPr>
                <p14:cNvContentPartPr/>
                <p14:nvPr/>
              </p14:nvContentPartPr>
              <p14:xfrm>
                <a:off x="8847824" y="5205546"/>
                <a:ext cx="64080" cy="20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0D612F-A593-1D63-89CB-3F38E9C194D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29824" y="5187906"/>
                  <a:ext cx="997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50B4DDA-4564-F9DB-F15A-52064393AAE3}"/>
                    </a:ext>
                  </a:extLst>
                </p14:cNvPr>
                <p14:cNvContentPartPr/>
                <p14:nvPr/>
              </p14:nvContentPartPr>
              <p14:xfrm>
                <a:off x="8818664" y="5267466"/>
                <a:ext cx="170280" cy="61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50B4DDA-4564-F9DB-F15A-52064393AAE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01024" y="5249466"/>
                  <a:ext cx="2059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5B6A457-8992-8741-0554-0656ED1036DC}"/>
                    </a:ext>
                  </a:extLst>
                </p14:cNvPr>
                <p14:cNvContentPartPr/>
                <p14:nvPr/>
              </p14:nvContentPartPr>
              <p14:xfrm>
                <a:off x="9211784" y="5196186"/>
                <a:ext cx="24480" cy="12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5B6A457-8992-8741-0554-0656ED1036D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94144" y="5178186"/>
                  <a:ext cx="60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BEF302-6647-91BF-DBA6-7945B1E11225}"/>
                    </a:ext>
                  </a:extLst>
                </p14:cNvPr>
                <p14:cNvContentPartPr/>
                <p14:nvPr/>
              </p14:nvContentPartPr>
              <p14:xfrm>
                <a:off x="9195944" y="5241186"/>
                <a:ext cx="91440" cy="32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BEF302-6647-91BF-DBA6-7945B1E1122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78304" y="5223186"/>
                  <a:ext cx="1270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75CF235-EEE7-41CE-9F61-3C9F5E316860}"/>
                    </a:ext>
                  </a:extLst>
                </p14:cNvPr>
                <p14:cNvContentPartPr/>
                <p14:nvPr/>
              </p14:nvContentPartPr>
              <p14:xfrm>
                <a:off x="9490784" y="5030226"/>
                <a:ext cx="183600" cy="179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75CF235-EEE7-41CE-9F61-3C9F5E31686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73144" y="5012226"/>
                  <a:ext cx="219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C5AC8B-1638-ED3D-501B-C2B5D4A6C521}"/>
                    </a:ext>
                  </a:extLst>
                </p14:cNvPr>
                <p14:cNvContentPartPr/>
                <p14:nvPr/>
              </p14:nvContentPartPr>
              <p14:xfrm>
                <a:off x="9586904" y="5098626"/>
                <a:ext cx="84960" cy="203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C5AC8B-1638-ED3D-501B-C2B5D4A6C5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68904" y="5080626"/>
                  <a:ext cx="120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DD8D078-CD2A-1255-BF2F-6D33CA427B75}"/>
                    </a:ext>
                  </a:extLst>
                </p14:cNvPr>
                <p14:cNvContentPartPr/>
                <p14:nvPr/>
              </p14:nvContentPartPr>
              <p14:xfrm>
                <a:off x="9765104" y="5145426"/>
                <a:ext cx="261000" cy="98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DD8D078-CD2A-1255-BF2F-6D33CA427B7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47464" y="5127786"/>
                  <a:ext cx="296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4EFC83B-4B34-2D52-5E92-FDC4E30C43A1}"/>
                    </a:ext>
                  </a:extLst>
                </p14:cNvPr>
                <p14:cNvContentPartPr/>
                <p14:nvPr/>
              </p14:nvContentPartPr>
              <p14:xfrm>
                <a:off x="10161464" y="4979106"/>
                <a:ext cx="23760" cy="262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4EFC83B-4B34-2D52-5E92-FDC4E30C43A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43464" y="4961466"/>
                  <a:ext cx="59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FA37A97-159C-A8D7-F073-5F5BCE6AD1F4}"/>
                    </a:ext>
                  </a:extLst>
                </p14:cNvPr>
                <p14:cNvContentPartPr/>
                <p14:nvPr/>
              </p14:nvContentPartPr>
              <p14:xfrm>
                <a:off x="10153544" y="5012946"/>
                <a:ext cx="154440" cy="167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FA37A97-159C-A8D7-F073-5F5BCE6AD1F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35544" y="4994946"/>
                  <a:ext cx="190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D9BA42-14C7-D66D-318E-3E7F54C6E915}"/>
                    </a:ext>
                  </a:extLst>
                </p14:cNvPr>
                <p14:cNvContentPartPr/>
                <p14:nvPr/>
              </p14:nvContentPartPr>
              <p14:xfrm>
                <a:off x="10228784" y="5134986"/>
                <a:ext cx="75240" cy="42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D9BA42-14C7-D66D-318E-3E7F54C6E91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10784" y="5117346"/>
                  <a:ext cx="110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309F2F3-E6F5-963F-0F54-176E797F82FF}"/>
                    </a:ext>
                  </a:extLst>
                </p14:cNvPr>
                <p14:cNvContentPartPr/>
                <p14:nvPr/>
              </p14:nvContentPartPr>
              <p14:xfrm>
                <a:off x="10431464" y="5139666"/>
                <a:ext cx="30960" cy="26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309F2F3-E6F5-963F-0F54-176E797F82F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413464" y="5121666"/>
                  <a:ext cx="66600" cy="6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98942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59ADB478-D071-3E01-1AFE-A6C1A2D7E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2678F65C-C2BC-1220-4631-E31A2D6BB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3"/>
          <a:stretch>
            <a:fillRect/>
          </a:stretch>
        </p:blipFill>
        <p:spPr bwMode="auto">
          <a:xfrm>
            <a:off x="3276600" y="971551"/>
            <a:ext cx="55626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70DA-F04A-EEA1-C0E2-12000E0A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D00304D0-8596-8A4C-FF13-C4FFE7BE4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0324E35F-1739-BCD2-C667-C39585C8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3"/>
          <a:stretch>
            <a:fillRect/>
          </a:stretch>
        </p:blipFill>
        <p:spPr bwMode="auto">
          <a:xfrm>
            <a:off x="307932" y="1228334"/>
            <a:ext cx="55626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4736AC4-7F47-52DC-C67B-64B6C57BDF7A}"/>
              </a:ext>
            </a:extLst>
          </p:cNvPr>
          <p:cNvGrpSpPr/>
          <p:nvPr/>
        </p:nvGrpSpPr>
        <p:grpSpPr>
          <a:xfrm>
            <a:off x="493304" y="2245986"/>
            <a:ext cx="393840" cy="472680"/>
            <a:chOff x="493304" y="2245986"/>
            <a:chExt cx="39384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198994-0DD4-CC40-F4B3-0C643FB6EC99}"/>
                    </a:ext>
                  </a:extLst>
                </p14:cNvPr>
                <p14:cNvContentPartPr/>
                <p14:nvPr/>
              </p14:nvContentPartPr>
              <p14:xfrm>
                <a:off x="493304" y="2439306"/>
                <a:ext cx="177840" cy="27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198994-0DD4-CC40-F4B3-0C643FB6EC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5304" y="2421306"/>
                  <a:ext cx="2134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E90629D-6B11-86EE-03F3-C38DAE5C2C9A}"/>
                    </a:ext>
                  </a:extLst>
                </p14:cNvPr>
                <p14:cNvContentPartPr/>
                <p14:nvPr/>
              </p14:nvContentPartPr>
              <p14:xfrm>
                <a:off x="672224" y="2352546"/>
                <a:ext cx="116640" cy="262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E90629D-6B11-86EE-03F3-C38DAE5C2C9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4224" y="2334906"/>
                  <a:ext cx="152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703F23-41E5-3233-6ABB-57C022A33B81}"/>
                    </a:ext>
                  </a:extLst>
                </p14:cNvPr>
                <p14:cNvContentPartPr/>
                <p14:nvPr/>
              </p14:nvContentPartPr>
              <p14:xfrm>
                <a:off x="708584" y="2245986"/>
                <a:ext cx="178560" cy="217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703F23-41E5-3233-6ABB-57C022A33B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0584" y="2228346"/>
                  <a:ext cx="21420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31DC07-31C4-36B0-EB0E-CCED95CC7CAF}"/>
              </a:ext>
            </a:extLst>
          </p:cNvPr>
          <p:cNvGrpSpPr/>
          <p:nvPr/>
        </p:nvGrpSpPr>
        <p:grpSpPr>
          <a:xfrm>
            <a:off x="4713944" y="2793906"/>
            <a:ext cx="783000" cy="529200"/>
            <a:chOff x="4713944" y="2793906"/>
            <a:chExt cx="78300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DBD7079-8020-E79C-BF4A-27E8824A94FD}"/>
                    </a:ext>
                  </a:extLst>
                </p14:cNvPr>
                <p14:cNvContentPartPr/>
                <p14:nvPr/>
              </p14:nvContentPartPr>
              <p14:xfrm>
                <a:off x="4713944" y="3077586"/>
                <a:ext cx="183240" cy="245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DBD7079-8020-E79C-BF4A-27E8824A94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95944" y="3059586"/>
                  <a:ext cx="218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39731C-AE8C-ACF5-8C7B-4F07166E5A57}"/>
                    </a:ext>
                  </a:extLst>
                </p14:cNvPr>
                <p14:cNvContentPartPr/>
                <p14:nvPr/>
              </p14:nvContentPartPr>
              <p14:xfrm>
                <a:off x="5003024" y="2998746"/>
                <a:ext cx="201600" cy="174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39731C-AE8C-ACF5-8C7B-4F07166E5A5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85384" y="2980746"/>
                  <a:ext cx="237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3EF117-28D9-CCF5-0A7A-657B08600E99}"/>
                    </a:ext>
                  </a:extLst>
                </p14:cNvPr>
                <p14:cNvContentPartPr/>
                <p14:nvPr/>
              </p14:nvContentPartPr>
              <p14:xfrm>
                <a:off x="5220464" y="2793906"/>
                <a:ext cx="184320" cy="329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3EF117-28D9-CCF5-0A7A-657B08600E9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02464" y="2776266"/>
                  <a:ext cx="2199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35922C-8CF3-5CB0-1802-A2FF9C9137EF}"/>
                    </a:ext>
                  </a:extLst>
                </p14:cNvPr>
                <p14:cNvContentPartPr/>
                <p14:nvPr/>
              </p14:nvContentPartPr>
              <p14:xfrm>
                <a:off x="5232704" y="2952306"/>
                <a:ext cx="39960" cy="44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35922C-8CF3-5CB0-1802-A2FF9C9137E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14704" y="2934666"/>
                  <a:ext cx="75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1DE381-B662-09A1-4A93-AADDF4231D86}"/>
                    </a:ext>
                  </a:extLst>
                </p14:cNvPr>
                <p14:cNvContentPartPr/>
                <p14:nvPr/>
              </p14:nvContentPartPr>
              <p14:xfrm>
                <a:off x="5488304" y="2888586"/>
                <a:ext cx="8640" cy="1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1DE381-B662-09A1-4A93-AADDF4231D8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70304" y="2870586"/>
                  <a:ext cx="4428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0596ED-91ED-B91A-6067-D58337242238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87BA641-FB7D-7660-68BD-0E4A7DDF0EAE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87BA641-FB7D-7660-68BD-0E4A7DDF0EA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90104" y="541386"/>
                  <a:ext cx="200160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4369BD3-A89F-F284-8EE9-0D0C69CD4ED9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4369BD3-A89F-F284-8EE9-0D0C69CD4ED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02094D-5815-8402-0AFB-1DE0B0F1C361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02094D-5815-8402-0AFB-1DE0B0F1C36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96504" y="974826"/>
                  <a:ext cx="403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DF5CB8-3424-3950-43A6-369531007931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DF5CB8-3424-3950-43A6-36953100793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14584" y="105294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38D6EE-E683-2015-0807-27EEEBE70C28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38D6EE-E683-2015-0807-27EEEBE70C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15664" y="96114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6DF3DF-AF52-C8FB-2608-1F58CDCC5E06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6DF3DF-AF52-C8FB-2608-1F58CDCC5E0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0418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23ABFD-5E9B-7361-D902-8E159509563E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23ABFD-5E9B-7361-D902-8E159509563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03704" y="1027026"/>
                  <a:ext cx="285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00331D-100D-E1FF-46A9-5BC364B7D02A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00331D-100D-E1FF-46A9-5BC364B7D0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06184" y="861426"/>
                  <a:ext cx="1141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E3D18DB-9EAF-587C-83C6-537F9BC64F5C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E3D18DB-9EAF-587C-83C6-537F9BC64F5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4030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76E897-0FDD-EEEB-9CF3-2C93ED90EE60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76E897-0FDD-EEEB-9CF3-2C93ED90EE6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69094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DD9133-4F9E-9438-34D9-278E5C54350D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DD9133-4F9E-9438-34D9-278E5C54350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34744" y="160446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4F193F4-6054-314E-8C4E-0418E4C1A3DB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4F193F4-6054-314E-8C4E-0418E4C1A3D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33384" y="292170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F6E8B6-423A-BF2D-B9FF-670D0FD3AFC0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F6E8B6-423A-BF2D-B9FF-670D0FD3AFC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97824" y="3192066"/>
                  <a:ext cx="3687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B4ABF0-3C15-CF1C-0A8F-DC4E754978FA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B4ABF0-3C15-CF1C-0A8F-DC4E754978F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57864" y="1420506"/>
                  <a:ext cx="242280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4619A8-E71C-567E-3B49-B2FC51F57B44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4619A8-E71C-567E-3B49-B2FC51F57B4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71024" y="61878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2A20B2-C815-B423-675E-70F431168A59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2A20B2-C815-B423-675E-70F431168A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085504" y="727866"/>
                  <a:ext cx="14976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28A7A27-6C1C-674C-408F-54D92F203BFF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28A7A27-6C1C-674C-408F-54D92F203BF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41144" y="75666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D12EE93-8D0C-7A5E-2F87-567A3ACC9405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D12EE93-8D0C-7A5E-2F87-567A3ACC940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624104" y="2190186"/>
                  <a:ext cx="3669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4336249-DD21-B82A-B2B7-B1CE1EACB6AA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4336249-DD21-B82A-B2B7-B1CE1EACB6A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91304" y="1767906"/>
                  <a:ext cx="2952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B17515C-A5AC-B275-F60C-EAEBE86ABD30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B17515C-A5AC-B275-F60C-EAEBE86ABD3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384064" y="1974546"/>
                  <a:ext cx="78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0D7015-69B7-C513-3EED-DC1F1C0ED43B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0D7015-69B7-C513-3EED-DC1F1C0ED43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9018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F483DA-593B-EA72-966D-6113AB56461C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F483DA-593B-EA72-966D-6113AB56461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6406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869987-CFF8-9DAC-1B28-FA8315F1E1F0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869987-CFF8-9DAC-1B28-FA8315F1E1F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28144" y="1921626"/>
                  <a:ext cx="123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6365BD8-CD5F-F1A1-7A4E-5DBBB29E9A90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6365BD8-CD5F-F1A1-7A4E-5DBBB29E9A9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24304" y="266574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57" name="Group 27656">
            <a:extLst>
              <a:ext uri="{FF2B5EF4-FFF2-40B4-BE49-F238E27FC236}">
                <a16:creationId xmlns:a16="http://schemas.microsoft.com/office/drawing/2014/main" id="{10FE71CB-7570-2206-E35E-F854DF19960C}"/>
              </a:ext>
            </a:extLst>
          </p:cNvPr>
          <p:cNvGrpSpPr/>
          <p:nvPr/>
        </p:nvGrpSpPr>
        <p:grpSpPr>
          <a:xfrm>
            <a:off x="6462104" y="3757626"/>
            <a:ext cx="2893680" cy="2818800"/>
            <a:chOff x="6462104" y="3757626"/>
            <a:chExt cx="2893680" cy="28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424C592-7D1C-4471-6435-1314DEA6494E}"/>
                    </a:ext>
                  </a:extLst>
                </p14:cNvPr>
                <p14:cNvContentPartPr/>
                <p14:nvPr/>
              </p14:nvContentPartPr>
              <p14:xfrm>
                <a:off x="8353904" y="3769146"/>
                <a:ext cx="73080" cy="45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424C592-7D1C-4471-6435-1314DEA649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36264" y="3751146"/>
                  <a:ext cx="1087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43D9B4-5250-A917-B22C-6EE7B845A4CE}"/>
                    </a:ext>
                  </a:extLst>
                </p14:cNvPr>
                <p14:cNvContentPartPr/>
                <p14:nvPr/>
              </p14:nvContentPartPr>
              <p14:xfrm>
                <a:off x="7968704" y="4203666"/>
                <a:ext cx="466560" cy="469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43D9B4-5250-A917-B22C-6EE7B845A4C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51064" y="4185666"/>
                  <a:ext cx="50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64D390-479B-E367-E9CF-7E5DF17B07C1}"/>
                    </a:ext>
                  </a:extLst>
                </p14:cNvPr>
                <p14:cNvContentPartPr/>
                <p14:nvPr/>
              </p14:nvContentPartPr>
              <p14:xfrm>
                <a:off x="8086424" y="4636026"/>
                <a:ext cx="498600" cy="58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64D390-479B-E367-E9CF-7E5DF17B07C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68784" y="4618026"/>
                  <a:ext cx="53424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5A1AC7D-F26F-602D-F489-E35CC17A00E6}"/>
                    </a:ext>
                  </a:extLst>
                </p14:cNvPr>
                <p14:cNvContentPartPr/>
                <p14:nvPr/>
              </p14:nvContentPartPr>
              <p14:xfrm>
                <a:off x="8105144" y="5205546"/>
                <a:ext cx="26280" cy="41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5A1AC7D-F26F-602D-F489-E35CC17A00E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087504" y="5187546"/>
                  <a:ext cx="619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A26651D-0A3C-F86D-2379-68D9689281AB}"/>
                    </a:ext>
                  </a:extLst>
                </p14:cNvPr>
                <p14:cNvContentPartPr/>
                <p14:nvPr/>
              </p14:nvContentPartPr>
              <p14:xfrm>
                <a:off x="8113784" y="5612706"/>
                <a:ext cx="493920" cy="75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26651D-0A3C-F86D-2379-68D9689281A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96144" y="5594706"/>
                  <a:ext cx="52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4AE5EC-F586-2FFF-734B-6DE687A782BF}"/>
                    </a:ext>
                  </a:extLst>
                </p14:cNvPr>
                <p14:cNvContentPartPr/>
                <p14:nvPr/>
              </p14:nvContentPartPr>
              <p14:xfrm>
                <a:off x="8657024" y="5660226"/>
                <a:ext cx="31680" cy="65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4AE5EC-F586-2FFF-734B-6DE687A782B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639384" y="5642226"/>
                  <a:ext cx="6732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6493DB-9D2D-68B4-C758-D12CCD1C9835}"/>
                    </a:ext>
                  </a:extLst>
                </p14:cNvPr>
                <p14:cNvContentPartPr/>
                <p14:nvPr/>
              </p14:nvContentPartPr>
              <p14:xfrm>
                <a:off x="7790864" y="4278906"/>
                <a:ext cx="15840" cy="32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6493DB-9D2D-68B4-C758-D12CCD1C983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772864" y="4260906"/>
                  <a:ext cx="51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419975-5A6E-2847-2EB2-FF0490A87695}"/>
                    </a:ext>
                  </a:extLst>
                </p14:cNvPr>
                <p14:cNvContentPartPr/>
                <p14:nvPr/>
              </p14:nvContentPartPr>
              <p14:xfrm>
                <a:off x="7665224" y="4453506"/>
                <a:ext cx="133200" cy="16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419975-5A6E-2847-2EB2-FF0490A8769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47584" y="4435866"/>
                  <a:ext cx="168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B2864E-6FF5-A679-D65B-4D8227921F59}"/>
                    </a:ext>
                  </a:extLst>
                </p14:cNvPr>
                <p14:cNvContentPartPr/>
                <p14:nvPr/>
              </p14:nvContentPartPr>
              <p14:xfrm>
                <a:off x="7121984" y="4484826"/>
                <a:ext cx="636840" cy="74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B2864E-6FF5-A679-D65B-4D8227921F5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03984" y="4467186"/>
                  <a:ext cx="672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A0DA5F-F69C-D4E7-5220-AA59509AE344}"/>
                    </a:ext>
                  </a:extLst>
                </p14:cNvPr>
                <p14:cNvContentPartPr/>
                <p14:nvPr/>
              </p14:nvContentPartPr>
              <p14:xfrm>
                <a:off x="7942424" y="5218866"/>
                <a:ext cx="23760" cy="37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A0DA5F-F69C-D4E7-5220-AA59509AE34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24424" y="5200866"/>
                  <a:ext cx="594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CC27CE-52C8-5395-9536-949BDD2DBCFC}"/>
                    </a:ext>
                  </a:extLst>
                </p14:cNvPr>
                <p14:cNvContentPartPr/>
                <p14:nvPr/>
              </p14:nvContentPartPr>
              <p14:xfrm>
                <a:off x="7257344" y="5379426"/>
                <a:ext cx="698760" cy="5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CC27CE-52C8-5395-9536-949BDD2DBCF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239704" y="5361426"/>
                  <a:ext cx="734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0C30FF-3788-7883-8CE8-5FBA5F77B541}"/>
                    </a:ext>
                  </a:extLst>
                </p14:cNvPr>
                <p14:cNvContentPartPr/>
                <p14:nvPr/>
              </p14:nvContentPartPr>
              <p14:xfrm>
                <a:off x="7106864" y="4524786"/>
                <a:ext cx="70200" cy="90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0C30FF-3788-7883-8CE8-5FBA5F77B54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89224" y="4507146"/>
                  <a:ext cx="10584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32FC87-F695-16F1-12CF-8F151D7D284B}"/>
                    </a:ext>
                  </a:extLst>
                </p14:cNvPr>
                <p14:cNvContentPartPr/>
                <p14:nvPr/>
              </p14:nvContentPartPr>
              <p14:xfrm>
                <a:off x="8521304" y="4893426"/>
                <a:ext cx="834480" cy="48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32FC87-F695-16F1-12CF-8F151D7D284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03664" y="4875426"/>
                  <a:ext cx="870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A82E755-A908-A601-7A8D-39305776F934}"/>
                    </a:ext>
                  </a:extLst>
                </p14:cNvPr>
                <p14:cNvContentPartPr/>
                <p14:nvPr/>
              </p14:nvContentPartPr>
              <p14:xfrm>
                <a:off x="9235184" y="4820706"/>
                <a:ext cx="1764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A82E755-A908-A601-7A8D-39305776F93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17544" y="4802706"/>
                  <a:ext cx="5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0348EB9-E76D-6BBC-09BA-DCEED9C04173}"/>
                    </a:ext>
                  </a:extLst>
                </p14:cNvPr>
                <p14:cNvContentPartPr/>
                <p14:nvPr/>
              </p14:nvContentPartPr>
              <p14:xfrm>
                <a:off x="6510704" y="4929066"/>
                <a:ext cx="612000" cy="4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0348EB9-E76D-6BBC-09BA-DCEED9C0417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93064" y="4911426"/>
                  <a:ext cx="647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AC33226-7757-E622-D74D-E52D700B64E2}"/>
                    </a:ext>
                  </a:extLst>
                </p14:cNvPr>
                <p14:cNvContentPartPr/>
                <p14:nvPr/>
              </p14:nvContentPartPr>
              <p14:xfrm>
                <a:off x="6489104" y="4891626"/>
                <a:ext cx="64080" cy="86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AC33226-7757-E622-D74D-E52D700B64E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71464" y="4873626"/>
                  <a:ext cx="99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D8BCD2-6A19-15AD-EC06-85D00540064B}"/>
                    </a:ext>
                  </a:extLst>
                </p14:cNvPr>
                <p14:cNvContentPartPr/>
                <p14:nvPr/>
              </p14:nvContentPartPr>
              <p14:xfrm>
                <a:off x="8254904" y="3757626"/>
                <a:ext cx="84600" cy="10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D8BCD2-6A19-15AD-EC06-85D00540064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237264" y="3739986"/>
                  <a:ext cx="120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148B5D-7F99-AD2F-FCC9-E7F538C60958}"/>
                    </a:ext>
                  </a:extLst>
                </p14:cNvPr>
                <p14:cNvContentPartPr/>
                <p14:nvPr/>
              </p14:nvContentPartPr>
              <p14:xfrm>
                <a:off x="8143304" y="3766266"/>
                <a:ext cx="483840" cy="6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148B5D-7F99-AD2F-FCC9-E7F538C6095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25304" y="3748266"/>
                  <a:ext cx="519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B246DB-C25E-404B-D17F-781DAD13F9A0}"/>
                    </a:ext>
                  </a:extLst>
                </p14:cNvPr>
                <p14:cNvContentPartPr/>
                <p14:nvPr/>
              </p14:nvContentPartPr>
              <p14:xfrm>
                <a:off x="8511224" y="6359706"/>
                <a:ext cx="286920" cy="40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B246DB-C25E-404B-D17F-781DAD13F9A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493224" y="6342066"/>
                  <a:ext cx="322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6047B32-F06E-EE56-9C36-6CB22254A914}"/>
                    </a:ext>
                  </a:extLst>
                </p14:cNvPr>
                <p14:cNvContentPartPr/>
                <p14:nvPr/>
              </p14:nvContentPartPr>
              <p14:xfrm>
                <a:off x="8535344" y="6366546"/>
                <a:ext cx="132120" cy="166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6047B32-F06E-EE56-9C36-6CB22254A91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517344" y="6348546"/>
                  <a:ext cx="167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7648" name="Ink 27647">
                  <a:extLst>
                    <a:ext uri="{FF2B5EF4-FFF2-40B4-BE49-F238E27FC236}">
                      <a16:creationId xmlns:a16="http://schemas.microsoft.com/office/drawing/2014/main" id="{E0762FA4-F1E9-69AA-2A74-1A8F3A52E09C}"/>
                    </a:ext>
                  </a:extLst>
                </p14:cNvPr>
                <p14:cNvContentPartPr/>
                <p14:nvPr/>
              </p14:nvContentPartPr>
              <p14:xfrm>
                <a:off x="8712824" y="6361146"/>
                <a:ext cx="94680" cy="215280"/>
              </p14:xfrm>
            </p:contentPart>
          </mc:Choice>
          <mc:Fallback xmlns="">
            <p:pic>
              <p:nvPicPr>
                <p:cNvPr id="27648" name="Ink 27647">
                  <a:extLst>
                    <a:ext uri="{FF2B5EF4-FFF2-40B4-BE49-F238E27FC236}">
                      <a16:creationId xmlns:a16="http://schemas.microsoft.com/office/drawing/2014/main" id="{E0762FA4-F1E9-69AA-2A74-1A8F3A52E09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694824" y="6343146"/>
                  <a:ext cx="1303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7650" name="Ink 27649">
                  <a:extLst>
                    <a:ext uri="{FF2B5EF4-FFF2-40B4-BE49-F238E27FC236}">
                      <a16:creationId xmlns:a16="http://schemas.microsoft.com/office/drawing/2014/main" id="{2C3E6589-6818-B083-CE84-128A976CC927}"/>
                    </a:ext>
                  </a:extLst>
                </p14:cNvPr>
                <p14:cNvContentPartPr/>
                <p14:nvPr/>
              </p14:nvContentPartPr>
              <p14:xfrm>
                <a:off x="6523304" y="4413186"/>
                <a:ext cx="104040" cy="232200"/>
              </p14:xfrm>
            </p:contentPart>
          </mc:Choice>
          <mc:Fallback xmlns="">
            <p:pic>
              <p:nvPicPr>
                <p:cNvPr id="27650" name="Ink 27649">
                  <a:extLst>
                    <a:ext uri="{FF2B5EF4-FFF2-40B4-BE49-F238E27FC236}">
                      <a16:creationId xmlns:a16="http://schemas.microsoft.com/office/drawing/2014/main" id="{2C3E6589-6818-B083-CE84-128A976CC92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05304" y="4395186"/>
                  <a:ext cx="139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7653" name="Ink 27652">
                  <a:extLst>
                    <a:ext uri="{FF2B5EF4-FFF2-40B4-BE49-F238E27FC236}">
                      <a16:creationId xmlns:a16="http://schemas.microsoft.com/office/drawing/2014/main" id="{0EF5A14A-2D85-A8B6-3F71-B905F1164C2D}"/>
                    </a:ext>
                  </a:extLst>
                </p14:cNvPr>
                <p14:cNvContentPartPr/>
                <p14:nvPr/>
              </p14:nvContentPartPr>
              <p14:xfrm>
                <a:off x="6462104" y="4414986"/>
                <a:ext cx="69120" cy="54360"/>
              </p14:xfrm>
            </p:contentPart>
          </mc:Choice>
          <mc:Fallback xmlns="">
            <p:pic>
              <p:nvPicPr>
                <p:cNvPr id="27653" name="Ink 27652">
                  <a:extLst>
                    <a:ext uri="{FF2B5EF4-FFF2-40B4-BE49-F238E27FC236}">
                      <a16:creationId xmlns:a16="http://schemas.microsoft.com/office/drawing/2014/main" id="{0EF5A14A-2D85-A8B6-3F71-B905F1164C2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444104" y="4396986"/>
                  <a:ext cx="104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7654" name="Ink 27653">
                  <a:extLst>
                    <a:ext uri="{FF2B5EF4-FFF2-40B4-BE49-F238E27FC236}">
                      <a16:creationId xmlns:a16="http://schemas.microsoft.com/office/drawing/2014/main" id="{008133AD-22DE-D7A2-28B4-AAFE9DA88769}"/>
                    </a:ext>
                  </a:extLst>
                </p14:cNvPr>
                <p14:cNvContentPartPr/>
                <p14:nvPr/>
              </p14:nvContentPartPr>
              <p14:xfrm>
                <a:off x="6473984" y="4385466"/>
                <a:ext cx="134640" cy="235080"/>
              </p14:xfrm>
            </p:contentPart>
          </mc:Choice>
          <mc:Fallback xmlns="">
            <p:pic>
              <p:nvPicPr>
                <p:cNvPr id="27654" name="Ink 27653">
                  <a:extLst>
                    <a:ext uri="{FF2B5EF4-FFF2-40B4-BE49-F238E27FC236}">
                      <a16:creationId xmlns:a16="http://schemas.microsoft.com/office/drawing/2014/main" id="{008133AD-22DE-D7A2-28B4-AAFE9DA8876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55984" y="4367466"/>
                  <a:ext cx="170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7655" name="Ink 27654">
                  <a:extLst>
                    <a:ext uri="{FF2B5EF4-FFF2-40B4-BE49-F238E27FC236}">
                      <a16:creationId xmlns:a16="http://schemas.microsoft.com/office/drawing/2014/main" id="{96CC0331-18DD-7371-1284-E8BF18B8CF27}"/>
                    </a:ext>
                  </a:extLst>
                </p14:cNvPr>
                <p14:cNvContentPartPr/>
                <p14:nvPr/>
              </p14:nvContentPartPr>
              <p14:xfrm>
                <a:off x="6569384" y="4604706"/>
                <a:ext cx="69120" cy="50400"/>
              </p14:xfrm>
            </p:contentPart>
          </mc:Choice>
          <mc:Fallback xmlns="">
            <p:pic>
              <p:nvPicPr>
                <p:cNvPr id="27655" name="Ink 27654">
                  <a:extLst>
                    <a:ext uri="{FF2B5EF4-FFF2-40B4-BE49-F238E27FC236}">
                      <a16:creationId xmlns:a16="http://schemas.microsoft.com/office/drawing/2014/main" id="{96CC0331-18DD-7371-1284-E8BF18B8CF2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551744" y="4586706"/>
                  <a:ext cx="104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7656" name="Ink 27655">
                  <a:extLst>
                    <a:ext uri="{FF2B5EF4-FFF2-40B4-BE49-F238E27FC236}">
                      <a16:creationId xmlns:a16="http://schemas.microsoft.com/office/drawing/2014/main" id="{634503F6-8E1F-2BFC-131D-4977FEF1EE45}"/>
                    </a:ext>
                  </a:extLst>
                </p14:cNvPr>
                <p14:cNvContentPartPr/>
                <p14:nvPr/>
              </p14:nvContentPartPr>
              <p14:xfrm>
                <a:off x="6707264" y="4591386"/>
                <a:ext cx="10440" cy="7200"/>
              </p14:xfrm>
            </p:contentPart>
          </mc:Choice>
          <mc:Fallback xmlns="">
            <p:pic>
              <p:nvPicPr>
                <p:cNvPr id="27656" name="Ink 27655">
                  <a:extLst>
                    <a:ext uri="{FF2B5EF4-FFF2-40B4-BE49-F238E27FC236}">
                      <a16:creationId xmlns:a16="http://schemas.microsoft.com/office/drawing/2014/main" id="{634503F6-8E1F-2BFC-131D-4977FEF1EE4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689264" y="4573386"/>
                  <a:ext cx="460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2" name="Group 27661">
            <a:extLst>
              <a:ext uri="{FF2B5EF4-FFF2-40B4-BE49-F238E27FC236}">
                <a16:creationId xmlns:a16="http://schemas.microsoft.com/office/drawing/2014/main" id="{50AFFC56-F04E-78E0-F786-F60AB00BE536}"/>
              </a:ext>
            </a:extLst>
          </p:cNvPr>
          <p:cNvGrpSpPr/>
          <p:nvPr/>
        </p:nvGrpSpPr>
        <p:grpSpPr>
          <a:xfrm>
            <a:off x="6226304" y="4234266"/>
            <a:ext cx="628200" cy="585360"/>
            <a:chOff x="6226304" y="4234266"/>
            <a:chExt cx="628200" cy="58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7658" name="Ink 27657">
                  <a:extLst>
                    <a:ext uri="{FF2B5EF4-FFF2-40B4-BE49-F238E27FC236}">
                      <a16:creationId xmlns:a16="http://schemas.microsoft.com/office/drawing/2014/main" id="{58707E97-917F-8632-DA58-15A040C9D4B1}"/>
                    </a:ext>
                  </a:extLst>
                </p14:cNvPr>
                <p14:cNvContentPartPr/>
                <p14:nvPr/>
              </p14:nvContentPartPr>
              <p14:xfrm>
                <a:off x="6414944" y="4348746"/>
                <a:ext cx="229680" cy="314640"/>
              </p14:xfrm>
            </p:contentPart>
          </mc:Choice>
          <mc:Fallback xmlns="">
            <p:pic>
              <p:nvPicPr>
                <p:cNvPr id="27658" name="Ink 27657">
                  <a:extLst>
                    <a:ext uri="{FF2B5EF4-FFF2-40B4-BE49-F238E27FC236}">
                      <a16:creationId xmlns:a16="http://schemas.microsoft.com/office/drawing/2014/main" id="{58707E97-917F-8632-DA58-15A040C9D4B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96944" y="4330746"/>
                  <a:ext cx="265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7659" name="Ink 27658">
                  <a:extLst>
                    <a:ext uri="{FF2B5EF4-FFF2-40B4-BE49-F238E27FC236}">
                      <a16:creationId xmlns:a16="http://schemas.microsoft.com/office/drawing/2014/main" id="{D1A11C94-59F6-9AAD-E64A-79315FB39DF8}"/>
                    </a:ext>
                  </a:extLst>
                </p14:cNvPr>
                <p14:cNvContentPartPr/>
                <p14:nvPr/>
              </p14:nvContentPartPr>
              <p14:xfrm>
                <a:off x="6584864" y="4639266"/>
                <a:ext cx="80640" cy="71640"/>
              </p14:xfrm>
            </p:contentPart>
          </mc:Choice>
          <mc:Fallback xmlns="">
            <p:pic>
              <p:nvPicPr>
                <p:cNvPr id="27659" name="Ink 27658">
                  <a:extLst>
                    <a:ext uri="{FF2B5EF4-FFF2-40B4-BE49-F238E27FC236}">
                      <a16:creationId xmlns:a16="http://schemas.microsoft.com/office/drawing/2014/main" id="{D1A11C94-59F6-9AAD-E64A-79315FB39DF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67224" y="4621626"/>
                  <a:ext cx="116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7660" name="Ink 27659">
                  <a:extLst>
                    <a:ext uri="{FF2B5EF4-FFF2-40B4-BE49-F238E27FC236}">
                      <a16:creationId xmlns:a16="http://schemas.microsoft.com/office/drawing/2014/main" id="{3CD4E780-432D-7A74-3CCA-3073019B4442}"/>
                    </a:ext>
                  </a:extLst>
                </p14:cNvPr>
                <p14:cNvContentPartPr/>
                <p14:nvPr/>
              </p14:nvContentPartPr>
              <p14:xfrm>
                <a:off x="6226304" y="4234266"/>
                <a:ext cx="628200" cy="585360"/>
              </p14:xfrm>
            </p:contentPart>
          </mc:Choice>
          <mc:Fallback xmlns="">
            <p:pic>
              <p:nvPicPr>
                <p:cNvPr id="27660" name="Ink 27659">
                  <a:extLst>
                    <a:ext uri="{FF2B5EF4-FFF2-40B4-BE49-F238E27FC236}">
                      <a16:creationId xmlns:a16="http://schemas.microsoft.com/office/drawing/2014/main" id="{3CD4E780-432D-7A74-3CCA-3073019B444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208304" y="4216626"/>
                  <a:ext cx="66384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7661" name="Ink 27660">
                  <a:extLst>
                    <a:ext uri="{FF2B5EF4-FFF2-40B4-BE49-F238E27FC236}">
                      <a16:creationId xmlns:a16="http://schemas.microsoft.com/office/drawing/2014/main" id="{16596122-48B0-F5F1-3B7A-42627B4AC8A3}"/>
                    </a:ext>
                  </a:extLst>
                </p14:cNvPr>
                <p14:cNvContentPartPr/>
                <p14:nvPr/>
              </p14:nvContentPartPr>
              <p14:xfrm>
                <a:off x="6266264" y="4471866"/>
                <a:ext cx="191520" cy="337320"/>
              </p14:xfrm>
            </p:contentPart>
          </mc:Choice>
          <mc:Fallback xmlns="">
            <p:pic>
              <p:nvPicPr>
                <p:cNvPr id="27661" name="Ink 27660">
                  <a:extLst>
                    <a:ext uri="{FF2B5EF4-FFF2-40B4-BE49-F238E27FC236}">
                      <a16:creationId xmlns:a16="http://schemas.microsoft.com/office/drawing/2014/main" id="{16596122-48B0-F5F1-3B7A-42627B4AC8A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248624" y="4453866"/>
                  <a:ext cx="227160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79E36958-233C-0B39-E6F8-670C03376F73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93A0DA04-92CC-C1EC-AE76-112D4050FC52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93A0DA04-92CC-C1EC-AE76-112D4050FC5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93334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E690ACDB-3C76-5072-BBDE-1812EE7F7885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E690ACDB-3C76-5072-BBDE-1812EE7F788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6286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9" name="Group 27668">
            <a:extLst>
              <a:ext uri="{FF2B5EF4-FFF2-40B4-BE49-F238E27FC236}">
                <a16:creationId xmlns:a16="http://schemas.microsoft.com/office/drawing/2014/main" id="{F0A735F0-89C7-1E3E-9680-D1AEF44B982F}"/>
              </a:ext>
            </a:extLst>
          </p:cNvPr>
          <p:cNvGrpSpPr/>
          <p:nvPr/>
        </p:nvGrpSpPr>
        <p:grpSpPr>
          <a:xfrm>
            <a:off x="7335464" y="4057146"/>
            <a:ext cx="378360" cy="369360"/>
            <a:chOff x="7335464" y="4057146"/>
            <a:chExt cx="37836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7666" name="Ink 27665">
                  <a:extLst>
                    <a:ext uri="{FF2B5EF4-FFF2-40B4-BE49-F238E27FC236}">
                      <a16:creationId xmlns:a16="http://schemas.microsoft.com/office/drawing/2014/main" id="{780E05D8-F2B1-8B24-7193-1CA57B784EE6}"/>
                    </a:ext>
                  </a:extLst>
                </p14:cNvPr>
                <p14:cNvContentPartPr/>
                <p14:nvPr/>
              </p14:nvContentPartPr>
              <p14:xfrm>
                <a:off x="7477304" y="4166226"/>
                <a:ext cx="77400" cy="182160"/>
              </p14:xfrm>
            </p:contentPart>
          </mc:Choice>
          <mc:Fallback xmlns="">
            <p:pic>
              <p:nvPicPr>
                <p:cNvPr id="27666" name="Ink 27665">
                  <a:extLst>
                    <a:ext uri="{FF2B5EF4-FFF2-40B4-BE49-F238E27FC236}">
                      <a16:creationId xmlns:a16="http://schemas.microsoft.com/office/drawing/2014/main" id="{780E05D8-F2B1-8B24-7193-1CA57B784EE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459664" y="4148586"/>
                  <a:ext cx="11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7667" name="Ink 27666">
                  <a:extLst>
                    <a:ext uri="{FF2B5EF4-FFF2-40B4-BE49-F238E27FC236}">
                      <a16:creationId xmlns:a16="http://schemas.microsoft.com/office/drawing/2014/main" id="{B5224F91-A3D6-151F-4444-A86D53B2146B}"/>
                    </a:ext>
                  </a:extLst>
                </p14:cNvPr>
                <p14:cNvContentPartPr/>
                <p14:nvPr/>
              </p14:nvContentPartPr>
              <p14:xfrm>
                <a:off x="7341224" y="4057146"/>
                <a:ext cx="372600" cy="361080"/>
              </p14:xfrm>
            </p:contentPart>
          </mc:Choice>
          <mc:Fallback xmlns="">
            <p:pic>
              <p:nvPicPr>
                <p:cNvPr id="27667" name="Ink 27666">
                  <a:extLst>
                    <a:ext uri="{FF2B5EF4-FFF2-40B4-BE49-F238E27FC236}">
                      <a16:creationId xmlns:a16="http://schemas.microsoft.com/office/drawing/2014/main" id="{B5224F91-A3D6-151F-4444-A86D53B2146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323224" y="4039506"/>
                  <a:ext cx="408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7668" name="Ink 27667">
                  <a:extLst>
                    <a:ext uri="{FF2B5EF4-FFF2-40B4-BE49-F238E27FC236}">
                      <a16:creationId xmlns:a16="http://schemas.microsoft.com/office/drawing/2014/main" id="{B6E8F59A-D366-85B4-58BB-FC532308BE4E}"/>
                    </a:ext>
                  </a:extLst>
                </p14:cNvPr>
                <p14:cNvContentPartPr/>
                <p14:nvPr/>
              </p14:nvContentPartPr>
              <p14:xfrm>
                <a:off x="7335464" y="4198626"/>
                <a:ext cx="57600" cy="227880"/>
              </p14:xfrm>
            </p:contentPart>
          </mc:Choice>
          <mc:Fallback xmlns="">
            <p:pic>
              <p:nvPicPr>
                <p:cNvPr id="27668" name="Ink 27667">
                  <a:extLst>
                    <a:ext uri="{FF2B5EF4-FFF2-40B4-BE49-F238E27FC236}">
                      <a16:creationId xmlns:a16="http://schemas.microsoft.com/office/drawing/2014/main" id="{B6E8F59A-D366-85B4-58BB-FC532308BE4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17824" y="4180986"/>
                  <a:ext cx="9324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8" name="Group 27687">
            <a:extLst>
              <a:ext uri="{FF2B5EF4-FFF2-40B4-BE49-F238E27FC236}">
                <a16:creationId xmlns:a16="http://schemas.microsoft.com/office/drawing/2014/main" id="{574B46F0-1473-BE05-A396-B636288A62AA}"/>
              </a:ext>
            </a:extLst>
          </p:cNvPr>
          <p:cNvGrpSpPr/>
          <p:nvPr/>
        </p:nvGrpSpPr>
        <p:grpSpPr>
          <a:xfrm>
            <a:off x="8474504" y="5291946"/>
            <a:ext cx="864720" cy="247680"/>
            <a:chOff x="8474504" y="5291946"/>
            <a:chExt cx="86472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7676" name="Ink 27675">
                  <a:extLst>
                    <a:ext uri="{FF2B5EF4-FFF2-40B4-BE49-F238E27FC236}">
                      <a16:creationId xmlns:a16="http://schemas.microsoft.com/office/drawing/2014/main" id="{EB6EA0B0-5934-90D9-EF00-A32003E94E49}"/>
                    </a:ext>
                  </a:extLst>
                </p14:cNvPr>
                <p14:cNvContentPartPr/>
                <p14:nvPr/>
              </p14:nvContentPartPr>
              <p14:xfrm>
                <a:off x="8474504" y="5411826"/>
                <a:ext cx="15480" cy="127800"/>
              </p14:xfrm>
            </p:contentPart>
          </mc:Choice>
          <mc:Fallback xmlns="">
            <p:pic>
              <p:nvPicPr>
                <p:cNvPr id="27676" name="Ink 27675">
                  <a:extLst>
                    <a:ext uri="{FF2B5EF4-FFF2-40B4-BE49-F238E27FC236}">
                      <a16:creationId xmlns:a16="http://schemas.microsoft.com/office/drawing/2014/main" id="{EB6EA0B0-5934-90D9-EF00-A32003E94E4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56864" y="5393826"/>
                  <a:ext cx="51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7677" name="Ink 27676">
                  <a:extLst>
                    <a:ext uri="{FF2B5EF4-FFF2-40B4-BE49-F238E27FC236}">
                      <a16:creationId xmlns:a16="http://schemas.microsoft.com/office/drawing/2014/main" id="{23DAF747-75D5-7FBD-05C7-080C801FAC6F}"/>
                    </a:ext>
                  </a:extLst>
                </p14:cNvPr>
                <p14:cNvContentPartPr/>
                <p14:nvPr/>
              </p14:nvContentPartPr>
              <p14:xfrm>
                <a:off x="8483504" y="5346666"/>
                <a:ext cx="120240" cy="152280"/>
              </p14:xfrm>
            </p:contentPart>
          </mc:Choice>
          <mc:Fallback xmlns="">
            <p:pic>
              <p:nvPicPr>
                <p:cNvPr id="27677" name="Ink 27676">
                  <a:extLst>
                    <a:ext uri="{FF2B5EF4-FFF2-40B4-BE49-F238E27FC236}">
                      <a16:creationId xmlns:a16="http://schemas.microsoft.com/office/drawing/2014/main" id="{23DAF747-75D5-7FBD-05C7-080C801FAC6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465864" y="5328666"/>
                  <a:ext cx="155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7680" name="Ink 27679">
                  <a:extLst>
                    <a:ext uri="{FF2B5EF4-FFF2-40B4-BE49-F238E27FC236}">
                      <a16:creationId xmlns:a16="http://schemas.microsoft.com/office/drawing/2014/main" id="{6C78AEA2-73D2-4C11-3CFD-FAE842ED04D9}"/>
                    </a:ext>
                  </a:extLst>
                </p14:cNvPr>
                <p14:cNvContentPartPr/>
                <p14:nvPr/>
              </p14:nvContentPartPr>
              <p14:xfrm>
                <a:off x="8761784" y="5341626"/>
                <a:ext cx="28080" cy="183600"/>
              </p14:xfrm>
            </p:contentPart>
          </mc:Choice>
          <mc:Fallback xmlns="">
            <p:pic>
              <p:nvPicPr>
                <p:cNvPr id="27680" name="Ink 27679">
                  <a:extLst>
                    <a:ext uri="{FF2B5EF4-FFF2-40B4-BE49-F238E27FC236}">
                      <a16:creationId xmlns:a16="http://schemas.microsoft.com/office/drawing/2014/main" id="{6C78AEA2-73D2-4C11-3CFD-FAE842ED04D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43784" y="5323986"/>
                  <a:ext cx="63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7681" name="Ink 27680">
                  <a:extLst>
                    <a:ext uri="{FF2B5EF4-FFF2-40B4-BE49-F238E27FC236}">
                      <a16:creationId xmlns:a16="http://schemas.microsoft.com/office/drawing/2014/main" id="{D7C5128D-2CE7-A33A-AE69-AFA355911B05}"/>
                    </a:ext>
                  </a:extLst>
                </p14:cNvPr>
                <p14:cNvContentPartPr/>
                <p14:nvPr/>
              </p14:nvContentPartPr>
              <p14:xfrm>
                <a:off x="8770064" y="5329026"/>
                <a:ext cx="211680" cy="126720"/>
              </p14:xfrm>
            </p:contentPart>
          </mc:Choice>
          <mc:Fallback xmlns="">
            <p:pic>
              <p:nvPicPr>
                <p:cNvPr id="27681" name="Ink 27680">
                  <a:extLst>
                    <a:ext uri="{FF2B5EF4-FFF2-40B4-BE49-F238E27FC236}">
                      <a16:creationId xmlns:a16="http://schemas.microsoft.com/office/drawing/2014/main" id="{D7C5128D-2CE7-A33A-AE69-AFA355911B0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752424" y="5311386"/>
                  <a:ext cx="247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7682" name="Ink 27681">
                  <a:extLst>
                    <a:ext uri="{FF2B5EF4-FFF2-40B4-BE49-F238E27FC236}">
                      <a16:creationId xmlns:a16="http://schemas.microsoft.com/office/drawing/2014/main" id="{B14B8E69-7356-9481-2DF8-3D1F4AA9C27D}"/>
                    </a:ext>
                  </a:extLst>
                </p14:cNvPr>
                <p14:cNvContentPartPr/>
                <p14:nvPr/>
              </p14:nvContentPartPr>
              <p14:xfrm>
                <a:off x="9061304" y="5321466"/>
                <a:ext cx="106920" cy="135360"/>
              </p14:xfrm>
            </p:contentPart>
          </mc:Choice>
          <mc:Fallback xmlns="">
            <p:pic>
              <p:nvPicPr>
                <p:cNvPr id="27682" name="Ink 27681">
                  <a:extLst>
                    <a:ext uri="{FF2B5EF4-FFF2-40B4-BE49-F238E27FC236}">
                      <a16:creationId xmlns:a16="http://schemas.microsoft.com/office/drawing/2014/main" id="{B14B8E69-7356-9481-2DF8-3D1F4AA9C27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043664" y="5303466"/>
                  <a:ext cx="142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7683" name="Ink 27682">
                  <a:extLst>
                    <a:ext uri="{FF2B5EF4-FFF2-40B4-BE49-F238E27FC236}">
                      <a16:creationId xmlns:a16="http://schemas.microsoft.com/office/drawing/2014/main" id="{459836D8-0B6B-DDFA-F842-BBE1771324C6}"/>
                    </a:ext>
                  </a:extLst>
                </p14:cNvPr>
                <p14:cNvContentPartPr/>
                <p14:nvPr/>
              </p14:nvContentPartPr>
              <p14:xfrm>
                <a:off x="9269744" y="5291946"/>
                <a:ext cx="69480" cy="230040"/>
              </p14:xfrm>
            </p:contentPart>
          </mc:Choice>
          <mc:Fallback xmlns="">
            <p:pic>
              <p:nvPicPr>
                <p:cNvPr id="27683" name="Ink 27682">
                  <a:extLst>
                    <a:ext uri="{FF2B5EF4-FFF2-40B4-BE49-F238E27FC236}">
                      <a16:creationId xmlns:a16="http://schemas.microsoft.com/office/drawing/2014/main" id="{459836D8-0B6B-DDFA-F842-BBE1771324C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251744" y="5273946"/>
                  <a:ext cx="105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7" name="Group 27686">
            <a:extLst>
              <a:ext uri="{FF2B5EF4-FFF2-40B4-BE49-F238E27FC236}">
                <a16:creationId xmlns:a16="http://schemas.microsoft.com/office/drawing/2014/main" id="{90366D5A-C1B4-B27F-0629-F5CF27445D0D}"/>
              </a:ext>
            </a:extLst>
          </p:cNvPr>
          <p:cNvGrpSpPr/>
          <p:nvPr/>
        </p:nvGrpSpPr>
        <p:grpSpPr>
          <a:xfrm>
            <a:off x="7488824" y="5063346"/>
            <a:ext cx="315360" cy="318240"/>
            <a:chOff x="7488824" y="5063346"/>
            <a:chExt cx="3153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7684" name="Ink 27683">
                  <a:extLst>
                    <a:ext uri="{FF2B5EF4-FFF2-40B4-BE49-F238E27FC236}">
                      <a16:creationId xmlns:a16="http://schemas.microsoft.com/office/drawing/2014/main" id="{281644D9-E07F-656F-7FEC-CEFB6C26FB8F}"/>
                    </a:ext>
                  </a:extLst>
                </p14:cNvPr>
                <p14:cNvContentPartPr/>
                <p14:nvPr/>
              </p14:nvContentPartPr>
              <p14:xfrm>
                <a:off x="7600064" y="5141106"/>
                <a:ext cx="27720" cy="156600"/>
              </p14:xfrm>
            </p:contentPart>
          </mc:Choice>
          <mc:Fallback xmlns="">
            <p:pic>
              <p:nvPicPr>
                <p:cNvPr id="27684" name="Ink 27683">
                  <a:extLst>
                    <a:ext uri="{FF2B5EF4-FFF2-40B4-BE49-F238E27FC236}">
                      <a16:creationId xmlns:a16="http://schemas.microsoft.com/office/drawing/2014/main" id="{281644D9-E07F-656F-7FEC-CEFB6C26FB8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82424" y="5123106"/>
                  <a:ext cx="63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7685" name="Ink 27684">
                  <a:extLst>
                    <a:ext uri="{FF2B5EF4-FFF2-40B4-BE49-F238E27FC236}">
                      <a16:creationId xmlns:a16="http://schemas.microsoft.com/office/drawing/2014/main" id="{013922DE-CC82-E617-1904-64740EF42001}"/>
                    </a:ext>
                  </a:extLst>
                </p14:cNvPr>
                <p14:cNvContentPartPr/>
                <p14:nvPr/>
              </p14:nvContentPartPr>
              <p14:xfrm>
                <a:off x="7524824" y="5063346"/>
                <a:ext cx="279360" cy="318240"/>
              </p14:xfrm>
            </p:contentPart>
          </mc:Choice>
          <mc:Fallback xmlns="">
            <p:pic>
              <p:nvPicPr>
                <p:cNvPr id="27685" name="Ink 27684">
                  <a:extLst>
                    <a:ext uri="{FF2B5EF4-FFF2-40B4-BE49-F238E27FC236}">
                      <a16:creationId xmlns:a16="http://schemas.microsoft.com/office/drawing/2014/main" id="{013922DE-CC82-E617-1904-64740EF4200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507184" y="5045346"/>
                  <a:ext cx="3150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7686" name="Ink 27685">
                  <a:extLst>
                    <a:ext uri="{FF2B5EF4-FFF2-40B4-BE49-F238E27FC236}">
                      <a16:creationId xmlns:a16="http://schemas.microsoft.com/office/drawing/2014/main" id="{0E488906-6747-7E16-C0AE-62C24EB368E3}"/>
                    </a:ext>
                  </a:extLst>
                </p14:cNvPr>
                <p14:cNvContentPartPr/>
                <p14:nvPr/>
              </p14:nvContentPartPr>
              <p14:xfrm>
                <a:off x="7488824" y="5167386"/>
                <a:ext cx="182880" cy="209160"/>
              </p14:xfrm>
            </p:contentPart>
          </mc:Choice>
          <mc:Fallback xmlns="">
            <p:pic>
              <p:nvPicPr>
                <p:cNvPr id="27686" name="Ink 27685">
                  <a:extLst>
                    <a:ext uri="{FF2B5EF4-FFF2-40B4-BE49-F238E27FC236}">
                      <a16:creationId xmlns:a16="http://schemas.microsoft.com/office/drawing/2014/main" id="{0E488906-6747-7E16-C0AE-62C24EB368E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471184" y="5149386"/>
                  <a:ext cx="2185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95" name="Group 27694">
            <a:extLst>
              <a:ext uri="{FF2B5EF4-FFF2-40B4-BE49-F238E27FC236}">
                <a16:creationId xmlns:a16="http://schemas.microsoft.com/office/drawing/2014/main" id="{D59F0C32-BA88-518A-D7A1-D7AF582BD1AF}"/>
              </a:ext>
            </a:extLst>
          </p:cNvPr>
          <p:cNvGrpSpPr/>
          <p:nvPr/>
        </p:nvGrpSpPr>
        <p:grpSpPr>
          <a:xfrm>
            <a:off x="9573584" y="5165946"/>
            <a:ext cx="747000" cy="504000"/>
            <a:chOff x="9573584" y="5165946"/>
            <a:chExt cx="7470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7689" name="Ink 27688">
                  <a:extLst>
                    <a:ext uri="{FF2B5EF4-FFF2-40B4-BE49-F238E27FC236}">
                      <a16:creationId xmlns:a16="http://schemas.microsoft.com/office/drawing/2014/main" id="{182CF1BF-1C9F-DEBA-1432-B9AC25BD04ED}"/>
                    </a:ext>
                  </a:extLst>
                </p14:cNvPr>
                <p14:cNvContentPartPr/>
                <p14:nvPr/>
              </p14:nvContentPartPr>
              <p14:xfrm>
                <a:off x="9761504" y="5377626"/>
                <a:ext cx="126000" cy="196560"/>
              </p14:xfrm>
            </p:contentPart>
          </mc:Choice>
          <mc:Fallback xmlns="">
            <p:pic>
              <p:nvPicPr>
                <p:cNvPr id="27689" name="Ink 27688">
                  <a:extLst>
                    <a:ext uri="{FF2B5EF4-FFF2-40B4-BE49-F238E27FC236}">
                      <a16:creationId xmlns:a16="http://schemas.microsoft.com/office/drawing/2014/main" id="{182CF1BF-1C9F-DEBA-1432-B9AC25BD04E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743504" y="5359986"/>
                  <a:ext cx="161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7690" name="Ink 27689">
                  <a:extLst>
                    <a:ext uri="{FF2B5EF4-FFF2-40B4-BE49-F238E27FC236}">
                      <a16:creationId xmlns:a16="http://schemas.microsoft.com/office/drawing/2014/main" id="{F82BA96D-3A0E-5326-0868-4883C4315F0F}"/>
                    </a:ext>
                  </a:extLst>
                </p14:cNvPr>
                <p14:cNvContentPartPr/>
                <p14:nvPr/>
              </p14:nvContentPartPr>
              <p14:xfrm>
                <a:off x="9981464" y="5365386"/>
                <a:ext cx="10800" cy="172080"/>
              </p14:xfrm>
            </p:contentPart>
          </mc:Choice>
          <mc:Fallback xmlns="">
            <p:pic>
              <p:nvPicPr>
                <p:cNvPr id="27690" name="Ink 27689">
                  <a:extLst>
                    <a:ext uri="{FF2B5EF4-FFF2-40B4-BE49-F238E27FC236}">
                      <a16:creationId xmlns:a16="http://schemas.microsoft.com/office/drawing/2014/main" id="{F82BA96D-3A0E-5326-0868-4883C4315F0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963824" y="5347746"/>
                  <a:ext cx="46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7691" name="Ink 27690">
                  <a:extLst>
                    <a:ext uri="{FF2B5EF4-FFF2-40B4-BE49-F238E27FC236}">
                      <a16:creationId xmlns:a16="http://schemas.microsoft.com/office/drawing/2014/main" id="{177B518C-C89A-AD35-C03D-EA2D0431BD9B}"/>
                    </a:ext>
                  </a:extLst>
                </p14:cNvPr>
                <p14:cNvContentPartPr/>
                <p14:nvPr/>
              </p14:nvContentPartPr>
              <p14:xfrm>
                <a:off x="9996944" y="5306346"/>
                <a:ext cx="142200" cy="172080"/>
              </p14:xfrm>
            </p:contentPart>
          </mc:Choice>
          <mc:Fallback xmlns="">
            <p:pic>
              <p:nvPicPr>
                <p:cNvPr id="27691" name="Ink 27690">
                  <a:extLst>
                    <a:ext uri="{FF2B5EF4-FFF2-40B4-BE49-F238E27FC236}">
                      <a16:creationId xmlns:a16="http://schemas.microsoft.com/office/drawing/2014/main" id="{177B518C-C89A-AD35-C03D-EA2D0431BD9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78944" y="5288706"/>
                  <a:ext cx="177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7692" name="Ink 27691">
                  <a:extLst>
                    <a:ext uri="{FF2B5EF4-FFF2-40B4-BE49-F238E27FC236}">
                      <a16:creationId xmlns:a16="http://schemas.microsoft.com/office/drawing/2014/main" id="{095256DA-2189-577A-FA1C-8F28D0060781}"/>
                    </a:ext>
                  </a:extLst>
                </p14:cNvPr>
                <p14:cNvContentPartPr/>
                <p14:nvPr/>
              </p14:nvContentPartPr>
              <p14:xfrm>
                <a:off x="9611744" y="5215986"/>
                <a:ext cx="698040" cy="440280"/>
              </p14:xfrm>
            </p:contentPart>
          </mc:Choice>
          <mc:Fallback xmlns="">
            <p:pic>
              <p:nvPicPr>
                <p:cNvPr id="27692" name="Ink 27691">
                  <a:extLst>
                    <a:ext uri="{FF2B5EF4-FFF2-40B4-BE49-F238E27FC236}">
                      <a16:creationId xmlns:a16="http://schemas.microsoft.com/office/drawing/2014/main" id="{095256DA-2189-577A-FA1C-8F28D006078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593744" y="5197986"/>
                  <a:ext cx="7336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7693" name="Ink 27692">
                  <a:extLst>
                    <a:ext uri="{FF2B5EF4-FFF2-40B4-BE49-F238E27FC236}">
                      <a16:creationId xmlns:a16="http://schemas.microsoft.com/office/drawing/2014/main" id="{10B457B0-359D-2AF8-1583-C5748070C95B}"/>
                    </a:ext>
                  </a:extLst>
                </p14:cNvPr>
                <p14:cNvContentPartPr/>
                <p14:nvPr/>
              </p14:nvContentPartPr>
              <p14:xfrm>
                <a:off x="9600224" y="5262426"/>
                <a:ext cx="95040" cy="407520"/>
              </p14:xfrm>
            </p:contentPart>
          </mc:Choice>
          <mc:Fallback xmlns="">
            <p:pic>
              <p:nvPicPr>
                <p:cNvPr id="27693" name="Ink 27692">
                  <a:extLst>
                    <a:ext uri="{FF2B5EF4-FFF2-40B4-BE49-F238E27FC236}">
                      <a16:creationId xmlns:a16="http://schemas.microsoft.com/office/drawing/2014/main" id="{10B457B0-359D-2AF8-1583-C5748070C95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82224" y="5244426"/>
                  <a:ext cx="1306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7694" name="Ink 27693">
                  <a:extLst>
                    <a:ext uri="{FF2B5EF4-FFF2-40B4-BE49-F238E27FC236}">
                      <a16:creationId xmlns:a16="http://schemas.microsoft.com/office/drawing/2014/main" id="{DE07DF1B-B22D-1F64-976E-E8D66EEFA64C}"/>
                    </a:ext>
                  </a:extLst>
                </p14:cNvPr>
                <p14:cNvContentPartPr/>
                <p14:nvPr/>
              </p14:nvContentPartPr>
              <p14:xfrm>
                <a:off x="9573584" y="5165946"/>
                <a:ext cx="747000" cy="112320"/>
              </p14:xfrm>
            </p:contentPart>
          </mc:Choice>
          <mc:Fallback xmlns="">
            <p:pic>
              <p:nvPicPr>
                <p:cNvPr id="27694" name="Ink 27693">
                  <a:extLst>
                    <a:ext uri="{FF2B5EF4-FFF2-40B4-BE49-F238E27FC236}">
                      <a16:creationId xmlns:a16="http://schemas.microsoft.com/office/drawing/2014/main" id="{DE07DF1B-B22D-1F64-976E-E8D66EEFA64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555584" y="5147946"/>
                  <a:ext cx="78264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06" name="Group 27705">
            <a:extLst>
              <a:ext uri="{FF2B5EF4-FFF2-40B4-BE49-F238E27FC236}">
                <a16:creationId xmlns:a16="http://schemas.microsoft.com/office/drawing/2014/main" id="{AD7FDBFC-AB23-1418-F10F-245E2FC8171B}"/>
              </a:ext>
            </a:extLst>
          </p:cNvPr>
          <p:cNvGrpSpPr/>
          <p:nvPr/>
        </p:nvGrpSpPr>
        <p:grpSpPr>
          <a:xfrm>
            <a:off x="8352464" y="3840066"/>
            <a:ext cx="2006640" cy="694800"/>
            <a:chOff x="8352464" y="3840066"/>
            <a:chExt cx="200664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7670" name="Ink 27669">
                  <a:extLst>
                    <a:ext uri="{FF2B5EF4-FFF2-40B4-BE49-F238E27FC236}">
                      <a16:creationId xmlns:a16="http://schemas.microsoft.com/office/drawing/2014/main" id="{E3375016-D6EA-8F00-FAA0-5BF0E1D02291}"/>
                    </a:ext>
                  </a:extLst>
                </p14:cNvPr>
                <p14:cNvContentPartPr/>
                <p14:nvPr/>
              </p14:nvContentPartPr>
              <p14:xfrm>
                <a:off x="8352464" y="4375026"/>
                <a:ext cx="62280" cy="159840"/>
              </p14:xfrm>
            </p:contentPart>
          </mc:Choice>
          <mc:Fallback xmlns="">
            <p:pic>
              <p:nvPicPr>
                <p:cNvPr id="27670" name="Ink 27669">
                  <a:extLst>
                    <a:ext uri="{FF2B5EF4-FFF2-40B4-BE49-F238E27FC236}">
                      <a16:creationId xmlns:a16="http://schemas.microsoft.com/office/drawing/2014/main" id="{E3375016-D6EA-8F00-FAA0-5BF0E1D0229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34824" y="4357026"/>
                  <a:ext cx="97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7671" name="Ink 27670">
                  <a:extLst>
                    <a:ext uri="{FF2B5EF4-FFF2-40B4-BE49-F238E27FC236}">
                      <a16:creationId xmlns:a16="http://schemas.microsoft.com/office/drawing/2014/main" id="{563EF1BA-52F5-2B25-E64E-F087C2AEB71D}"/>
                    </a:ext>
                  </a:extLst>
                </p14:cNvPr>
                <p14:cNvContentPartPr/>
                <p14:nvPr/>
              </p14:nvContentPartPr>
              <p14:xfrm>
                <a:off x="8358584" y="4330026"/>
                <a:ext cx="135720" cy="119520"/>
              </p14:xfrm>
            </p:contentPart>
          </mc:Choice>
          <mc:Fallback xmlns="">
            <p:pic>
              <p:nvPicPr>
                <p:cNvPr id="27671" name="Ink 27670">
                  <a:extLst>
                    <a:ext uri="{FF2B5EF4-FFF2-40B4-BE49-F238E27FC236}">
                      <a16:creationId xmlns:a16="http://schemas.microsoft.com/office/drawing/2014/main" id="{563EF1BA-52F5-2B25-E64E-F087C2AEB71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340944" y="4312386"/>
                  <a:ext cx="171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7672" name="Ink 27671">
                  <a:extLst>
                    <a:ext uri="{FF2B5EF4-FFF2-40B4-BE49-F238E27FC236}">
                      <a16:creationId xmlns:a16="http://schemas.microsoft.com/office/drawing/2014/main" id="{4CF56975-4152-BEF2-5D7E-C0280954FBD7}"/>
                    </a:ext>
                  </a:extLst>
                </p14:cNvPr>
                <p14:cNvContentPartPr/>
                <p14:nvPr/>
              </p14:nvContentPartPr>
              <p14:xfrm>
                <a:off x="8579264" y="4362786"/>
                <a:ext cx="20160" cy="126360"/>
              </p14:xfrm>
            </p:contentPart>
          </mc:Choice>
          <mc:Fallback xmlns="">
            <p:pic>
              <p:nvPicPr>
                <p:cNvPr id="27672" name="Ink 27671">
                  <a:extLst>
                    <a:ext uri="{FF2B5EF4-FFF2-40B4-BE49-F238E27FC236}">
                      <a16:creationId xmlns:a16="http://schemas.microsoft.com/office/drawing/2014/main" id="{4CF56975-4152-BEF2-5D7E-C0280954FBD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561624" y="4344786"/>
                  <a:ext cx="5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7673" name="Ink 27672">
                  <a:extLst>
                    <a:ext uri="{FF2B5EF4-FFF2-40B4-BE49-F238E27FC236}">
                      <a16:creationId xmlns:a16="http://schemas.microsoft.com/office/drawing/2014/main" id="{BF7AAC83-945D-C1A3-580E-88B941EAD63F}"/>
                    </a:ext>
                  </a:extLst>
                </p14:cNvPr>
                <p14:cNvContentPartPr/>
                <p14:nvPr/>
              </p14:nvContentPartPr>
              <p14:xfrm>
                <a:off x="8621024" y="4305186"/>
                <a:ext cx="205560" cy="118080"/>
              </p14:xfrm>
            </p:contentPart>
          </mc:Choice>
          <mc:Fallback xmlns="">
            <p:pic>
              <p:nvPicPr>
                <p:cNvPr id="27673" name="Ink 27672">
                  <a:extLst>
                    <a:ext uri="{FF2B5EF4-FFF2-40B4-BE49-F238E27FC236}">
                      <a16:creationId xmlns:a16="http://schemas.microsoft.com/office/drawing/2014/main" id="{BF7AAC83-945D-C1A3-580E-88B941EAD63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603024" y="4287186"/>
                  <a:ext cx="241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7674" name="Ink 27673">
                  <a:extLst>
                    <a:ext uri="{FF2B5EF4-FFF2-40B4-BE49-F238E27FC236}">
                      <a16:creationId xmlns:a16="http://schemas.microsoft.com/office/drawing/2014/main" id="{A148D954-8B74-FCEA-4472-38A232192D63}"/>
                    </a:ext>
                  </a:extLst>
                </p14:cNvPr>
                <p14:cNvContentPartPr/>
                <p14:nvPr/>
              </p14:nvContentPartPr>
              <p14:xfrm>
                <a:off x="8914064" y="4291506"/>
                <a:ext cx="83880" cy="123480"/>
              </p14:xfrm>
            </p:contentPart>
          </mc:Choice>
          <mc:Fallback xmlns="">
            <p:pic>
              <p:nvPicPr>
                <p:cNvPr id="27674" name="Ink 27673">
                  <a:extLst>
                    <a:ext uri="{FF2B5EF4-FFF2-40B4-BE49-F238E27FC236}">
                      <a16:creationId xmlns:a16="http://schemas.microsoft.com/office/drawing/2014/main" id="{A148D954-8B74-FCEA-4472-38A232192D6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896064" y="4273506"/>
                  <a:ext cx="119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7675" name="Ink 27674">
                  <a:extLst>
                    <a:ext uri="{FF2B5EF4-FFF2-40B4-BE49-F238E27FC236}">
                      <a16:creationId xmlns:a16="http://schemas.microsoft.com/office/drawing/2014/main" id="{54F9E3D0-2673-B775-86EA-907C42A8A6A2}"/>
                    </a:ext>
                  </a:extLst>
                </p14:cNvPr>
                <p14:cNvContentPartPr/>
                <p14:nvPr/>
              </p14:nvContentPartPr>
              <p14:xfrm>
                <a:off x="9087944" y="4231026"/>
                <a:ext cx="96840" cy="214920"/>
              </p14:xfrm>
            </p:contentPart>
          </mc:Choice>
          <mc:Fallback xmlns="">
            <p:pic>
              <p:nvPicPr>
                <p:cNvPr id="27675" name="Ink 27674">
                  <a:extLst>
                    <a:ext uri="{FF2B5EF4-FFF2-40B4-BE49-F238E27FC236}">
                      <a16:creationId xmlns:a16="http://schemas.microsoft.com/office/drawing/2014/main" id="{54F9E3D0-2673-B775-86EA-907C42A8A6A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70304" y="4213026"/>
                  <a:ext cx="132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7696" name="Ink 27695">
                  <a:extLst>
                    <a:ext uri="{FF2B5EF4-FFF2-40B4-BE49-F238E27FC236}">
                      <a16:creationId xmlns:a16="http://schemas.microsoft.com/office/drawing/2014/main" id="{2025B436-EFE0-354B-ECD9-59E8D0B7510E}"/>
                    </a:ext>
                  </a:extLst>
                </p14:cNvPr>
                <p14:cNvContentPartPr/>
                <p14:nvPr/>
              </p14:nvContentPartPr>
              <p14:xfrm>
                <a:off x="9560984" y="4151466"/>
                <a:ext cx="134640" cy="195480"/>
              </p14:xfrm>
            </p:contentPart>
          </mc:Choice>
          <mc:Fallback xmlns="">
            <p:pic>
              <p:nvPicPr>
                <p:cNvPr id="27696" name="Ink 27695">
                  <a:extLst>
                    <a:ext uri="{FF2B5EF4-FFF2-40B4-BE49-F238E27FC236}">
                      <a16:creationId xmlns:a16="http://schemas.microsoft.com/office/drawing/2014/main" id="{2025B436-EFE0-354B-ECD9-59E8D0B7510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542984" y="4133826"/>
                  <a:ext cx="170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7697" name="Ink 27696">
                  <a:extLst>
                    <a:ext uri="{FF2B5EF4-FFF2-40B4-BE49-F238E27FC236}">
                      <a16:creationId xmlns:a16="http://schemas.microsoft.com/office/drawing/2014/main" id="{07BF1285-1FCD-EAA3-BF51-1449ADFEBF82}"/>
                    </a:ext>
                  </a:extLst>
                </p14:cNvPr>
                <p14:cNvContentPartPr/>
                <p14:nvPr/>
              </p14:nvContentPartPr>
              <p14:xfrm>
                <a:off x="9821624" y="4101066"/>
                <a:ext cx="53280" cy="192240"/>
              </p14:xfrm>
            </p:contentPart>
          </mc:Choice>
          <mc:Fallback xmlns="">
            <p:pic>
              <p:nvPicPr>
                <p:cNvPr id="27697" name="Ink 27696">
                  <a:extLst>
                    <a:ext uri="{FF2B5EF4-FFF2-40B4-BE49-F238E27FC236}">
                      <a16:creationId xmlns:a16="http://schemas.microsoft.com/office/drawing/2014/main" id="{07BF1285-1FCD-EAA3-BF51-1449ADFEBF8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803624" y="4083426"/>
                  <a:ext cx="88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7698" name="Ink 27697">
                  <a:extLst>
                    <a:ext uri="{FF2B5EF4-FFF2-40B4-BE49-F238E27FC236}">
                      <a16:creationId xmlns:a16="http://schemas.microsoft.com/office/drawing/2014/main" id="{C81E2488-7771-3D3E-FF50-13FBC630E9B7}"/>
                    </a:ext>
                  </a:extLst>
                </p14:cNvPr>
                <p14:cNvContentPartPr/>
                <p14:nvPr/>
              </p14:nvContentPartPr>
              <p14:xfrm>
                <a:off x="9806864" y="4065426"/>
                <a:ext cx="106920" cy="65880"/>
              </p14:xfrm>
            </p:contentPart>
          </mc:Choice>
          <mc:Fallback xmlns="">
            <p:pic>
              <p:nvPicPr>
                <p:cNvPr id="27698" name="Ink 27697">
                  <a:extLst>
                    <a:ext uri="{FF2B5EF4-FFF2-40B4-BE49-F238E27FC236}">
                      <a16:creationId xmlns:a16="http://schemas.microsoft.com/office/drawing/2014/main" id="{C81E2488-7771-3D3E-FF50-13FBC630E9B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88864" y="4047786"/>
                  <a:ext cx="142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7699" name="Ink 27698">
                  <a:extLst>
                    <a:ext uri="{FF2B5EF4-FFF2-40B4-BE49-F238E27FC236}">
                      <a16:creationId xmlns:a16="http://schemas.microsoft.com/office/drawing/2014/main" id="{B278C87F-AFDC-BD10-2907-AE402F63DB91}"/>
                    </a:ext>
                  </a:extLst>
                </p14:cNvPr>
                <p14:cNvContentPartPr/>
                <p14:nvPr/>
              </p14:nvContentPartPr>
              <p14:xfrm>
                <a:off x="9878504" y="4151466"/>
                <a:ext cx="86400" cy="63720"/>
              </p14:xfrm>
            </p:contentPart>
          </mc:Choice>
          <mc:Fallback xmlns="">
            <p:pic>
              <p:nvPicPr>
                <p:cNvPr id="27699" name="Ink 27698">
                  <a:extLst>
                    <a:ext uri="{FF2B5EF4-FFF2-40B4-BE49-F238E27FC236}">
                      <a16:creationId xmlns:a16="http://schemas.microsoft.com/office/drawing/2014/main" id="{B278C87F-AFDC-BD10-2907-AE402F63DB9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860864" y="4133826"/>
                  <a:ext cx="122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7700" name="Ink 27699">
                  <a:extLst>
                    <a:ext uri="{FF2B5EF4-FFF2-40B4-BE49-F238E27FC236}">
                      <a16:creationId xmlns:a16="http://schemas.microsoft.com/office/drawing/2014/main" id="{D8D3C659-C9BC-B036-774A-E8FE5FDC8893}"/>
                    </a:ext>
                  </a:extLst>
                </p14:cNvPr>
                <p14:cNvContentPartPr/>
                <p14:nvPr/>
              </p14:nvContentPartPr>
              <p14:xfrm>
                <a:off x="10038344" y="4071546"/>
                <a:ext cx="33480" cy="144000"/>
              </p14:xfrm>
            </p:contentPart>
          </mc:Choice>
          <mc:Fallback xmlns="">
            <p:pic>
              <p:nvPicPr>
                <p:cNvPr id="27700" name="Ink 27699">
                  <a:extLst>
                    <a:ext uri="{FF2B5EF4-FFF2-40B4-BE49-F238E27FC236}">
                      <a16:creationId xmlns:a16="http://schemas.microsoft.com/office/drawing/2014/main" id="{D8D3C659-C9BC-B036-774A-E8FE5FDC889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020344" y="4053546"/>
                  <a:ext cx="69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7701" name="Ink 27700">
                  <a:extLst>
                    <a:ext uri="{FF2B5EF4-FFF2-40B4-BE49-F238E27FC236}">
                      <a16:creationId xmlns:a16="http://schemas.microsoft.com/office/drawing/2014/main" id="{AEF391EA-FC78-9DCD-78AE-60742FD4A204}"/>
                    </a:ext>
                  </a:extLst>
                </p14:cNvPr>
                <p14:cNvContentPartPr/>
                <p14:nvPr/>
              </p14:nvContentPartPr>
              <p14:xfrm>
                <a:off x="10031144" y="4022586"/>
                <a:ext cx="77040" cy="79560"/>
              </p14:xfrm>
            </p:contentPart>
          </mc:Choice>
          <mc:Fallback xmlns="">
            <p:pic>
              <p:nvPicPr>
                <p:cNvPr id="27701" name="Ink 27700">
                  <a:extLst>
                    <a:ext uri="{FF2B5EF4-FFF2-40B4-BE49-F238E27FC236}">
                      <a16:creationId xmlns:a16="http://schemas.microsoft.com/office/drawing/2014/main" id="{AEF391EA-FC78-9DCD-78AE-60742FD4A20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013144" y="4004946"/>
                  <a:ext cx="112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7702" name="Ink 27701">
                  <a:extLst>
                    <a:ext uri="{FF2B5EF4-FFF2-40B4-BE49-F238E27FC236}">
                      <a16:creationId xmlns:a16="http://schemas.microsoft.com/office/drawing/2014/main" id="{28AC7846-CF93-C96A-1212-FFBA11890730}"/>
                    </a:ext>
                  </a:extLst>
                </p14:cNvPr>
                <p14:cNvContentPartPr/>
                <p14:nvPr/>
              </p14:nvContentPartPr>
              <p14:xfrm>
                <a:off x="10085504" y="4105026"/>
                <a:ext cx="69840" cy="33120"/>
              </p14:xfrm>
            </p:contentPart>
          </mc:Choice>
          <mc:Fallback xmlns="">
            <p:pic>
              <p:nvPicPr>
                <p:cNvPr id="27702" name="Ink 27701">
                  <a:extLst>
                    <a:ext uri="{FF2B5EF4-FFF2-40B4-BE49-F238E27FC236}">
                      <a16:creationId xmlns:a16="http://schemas.microsoft.com/office/drawing/2014/main" id="{28AC7846-CF93-C96A-1212-FFBA1189073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067864" y="4087026"/>
                  <a:ext cx="105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7703" name="Ink 27702">
                  <a:extLst>
                    <a:ext uri="{FF2B5EF4-FFF2-40B4-BE49-F238E27FC236}">
                      <a16:creationId xmlns:a16="http://schemas.microsoft.com/office/drawing/2014/main" id="{1F5B1CBA-DBB0-AD75-CDB5-857299BDC6DA}"/>
                    </a:ext>
                  </a:extLst>
                </p14:cNvPr>
                <p14:cNvContentPartPr/>
                <p14:nvPr/>
              </p14:nvContentPartPr>
              <p14:xfrm>
                <a:off x="9468824" y="3840066"/>
                <a:ext cx="890280" cy="601200"/>
              </p14:xfrm>
            </p:contentPart>
          </mc:Choice>
          <mc:Fallback xmlns="">
            <p:pic>
              <p:nvPicPr>
                <p:cNvPr id="27703" name="Ink 27702">
                  <a:extLst>
                    <a:ext uri="{FF2B5EF4-FFF2-40B4-BE49-F238E27FC236}">
                      <a16:creationId xmlns:a16="http://schemas.microsoft.com/office/drawing/2014/main" id="{1F5B1CBA-DBB0-AD75-CDB5-857299BDC6D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451184" y="3822066"/>
                  <a:ext cx="925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7704" name="Ink 27703">
                  <a:extLst>
                    <a:ext uri="{FF2B5EF4-FFF2-40B4-BE49-F238E27FC236}">
                      <a16:creationId xmlns:a16="http://schemas.microsoft.com/office/drawing/2014/main" id="{9654BD38-99AB-D581-1088-1E85E0464C68}"/>
                    </a:ext>
                  </a:extLst>
                </p14:cNvPr>
                <p14:cNvContentPartPr/>
                <p14:nvPr/>
              </p14:nvContentPartPr>
              <p14:xfrm>
                <a:off x="9441824" y="4048146"/>
                <a:ext cx="85320" cy="392760"/>
              </p14:xfrm>
            </p:contentPart>
          </mc:Choice>
          <mc:Fallback xmlns="">
            <p:pic>
              <p:nvPicPr>
                <p:cNvPr id="27704" name="Ink 27703">
                  <a:extLst>
                    <a:ext uri="{FF2B5EF4-FFF2-40B4-BE49-F238E27FC236}">
                      <a16:creationId xmlns:a16="http://schemas.microsoft.com/office/drawing/2014/main" id="{9654BD38-99AB-D581-1088-1E85E0464C6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423824" y="4030506"/>
                  <a:ext cx="1209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7705" name="Ink 27704">
                  <a:extLst>
                    <a:ext uri="{FF2B5EF4-FFF2-40B4-BE49-F238E27FC236}">
                      <a16:creationId xmlns:a16="http://schemas.microsoft.com/office/drawing/2014/main" id="{A912AED2-A220-83B9-2102-74F88CD57B2D}"/>
                    </a:ext>
                  </a:extLst>
                </p14:cNvPr>
                <p14:cNvContentPartPr/>
                <p14:nvPr/>
              </p14:nvContentPartPr>
              <p14:xfrm>
                <a:off x="9374144" y="3854466"/>
                <a:ext cx="845280" cy="235800"/>
              </p14:xfrm>
            </p:contentPart>
          </mc:Choice>
          <mc:Fallback xmlns="">
            <p:pic>
              <p:nvPicPr>
                <p:cNvPr id="27705" name="Ink 27704">
                  <a:extLst>
                    <a:ext uri="{FF2B5EF4-FFF2-40B4-BE49-F238E27FC236}">
                      <a16:creationId xmlns:a16="http://schemas.microsoft.com/office/drawing/2014/main" id="{A912AED2-A220-83B9-2102-74F88CD57B2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356504" y="3836466"/>
                  <a:ext cx="8809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2" name="Group 27711">
            <a:extLst>
              <a:ext uri="{FF2B5EF4-FFF2-40B4-BE49-F238E27FC236}">
                <a16:creationId xmlns:a16="http://schemas.microsoft.com/office/drawing/2014/main" id="{D152CA56-CE52-6AEA-E7C4-1D840B40330A}"/>
              </a:ext>
            </a:extLst>
          </p:cNvPr>
          <p:cNvGrpSpPr/>
          <p:nvPr/>
        </p:nvGrpSpPr>
        <p:grpSpPr>
          <a:xfrm>
            <a:off x="8191904" y="3473586"/>
            <a:ext cx="541080" cy="198000"/>
            <a:chOff x="8191904" y="3473586"/>
            <a:chExt cx="54108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7707" name="Ink 27706">
                  <a:extLst>
                    <a:ext uri="{FF2B5EF4-FFF2-40B4-BE49-F238E27FC236}">
                      <a16:creationId xmlns:a16="http://schemas.microsoft.com/office/drawing/2014/main" id="{71011C29-A2D6-9579-98B2-AB6B35911A60}"/>
                    </a:ext>
                  </a:extLst>
                </p14:cNvPr>
                <p14:cNvContentPartPr/>
                <p14:nvPr/>
              </p14:nvContentPartPr>
              <p14:xfrm>
                <a:off x="8191904" y="3486906"/>
                <a:ext cx="151560" cy="165240"/>
              </p14:xfrm>
            </p:contentPart>
          </mc:Choice>
          <mc:Fallback xmlns="">
            <p:pic>
              <p:nvPicPr>
                <p:cNvPr id="27707" name="Ink 27706">
                  <a:extLst>
                    <a:ext uri="{FF2B5EF4-FFF2-40B4-BE49-F238E27FC236}">
                      <a16:creationId xmlns:a16="http://schemas.microsoft.com/office/drawing/2014/main" id="{71011C29-A2D6-9579-98B2-AB6B35911A6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173904" y="3469266"/>
                  <a:ext cx="187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7708" name="Ink 27707">
                  <a:extLst>
                    <a:ext uri="{FF2B5EF4-FFF2-40B4-BE49-F238E27FC236}">
                      <a16:creationId xmlns:a16="http://schemas.microsoft.com/office/drawing/2014/main" id="{3F2643EA-2BE5-0443-9E21-1D348EEE5DDC}"/>
                    </a:ext>
                  </a:extLst>
                </p14:cNvPr>
                <p14:cNvContentPartPr/>
                <p14:nvPr/>
              </p14:nvContentPartPr>
              <p14:xfrm>
                <a:off x="8479184" y="3574386"/>
                <a:ext cx="36360" cy="97200"/>
              </p14:xfrm>
            </p:contentPart>
          </mc:Choice>
          <mc:Fallback xmlns="">
            <p:pic>
              <p:nvPicPr>
                <p:cNvPr id="27708" name="Ink 27707">
                  <a:extLst>
                    <a:ext uri="{FF2B5EF4-FFF2-40B4-BE49-F238E27FC236}">
                      <a16:creationId xmlns:a16="http://schemas.microsoft.com/office/drawing/2014/main" id="{3F2643EA-2BE5-0443-9E21-1D348EEE5DD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461544" y="3556746"/>
                  <a:ext cx="72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7709" name="Ink 27708">
                  <a:extLst>
                    <a:ext uri="{FF2B5EF4-FFF2-40B4-BE49-F238E27FC236}">
                      <a16:creationId xmlns:a16="http://schemas.microsoft.com/office/drawing/2014/main" id="{97576035-7B06-C140-5780-850A4C0594A2}"/>
                    </a:ext>
                  </a:extLst>
                </p14:cNvPr>
                <p14:cNvContentPartPr/>
                <p14:nvPr/>
              </p14:nvContentPartPr>
              <p14:xfrm>
                <a:off x="8458664" y="3535866"/>
                <a:ext cx="117720" cy="126000"/>
              </p14:xfrm>
            </p:contentPart>
          </mc:Choice>
          <mc:Fallback xmlns="">
            <p:pic>
              <p:nvPicPr>
                <p:cNvPr id="27709" name="Ink 27708">
                  <a:extLst>
                    <a:ext uri="{FF2B5EF4-FFF2-40B4-BE49-F238E27FC236}">
                      <a16:creationId xmlns:a16="http://schemas.microsoft.com/office/drawing/2014/main" id="{97576035-7B06-C140-5780-850A4C0594A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440664" y="3518226"/>
                  <a:ext cx="153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7710" name="Ink 27709">
                  <a:extLst>
                    <a:ext uri="{FF2B5EF4-FFF2-40B4-BE49-F238E27FC236}">
                      <a16:creationId xmlns:a16="http://schemas.microsoft.com/office/drawing/2014/main" id="{AE4EA27A-FA9B-60D1-EB36-18AA54D16267}"/>
                    </a:ext>
                  </a:extLst>
                </p14:cNvPr>
                <p14:cNvContentPartPr/>
                <p14:nvPr/>
              </p14:nvContentPartPr>
              <p14:xfrm>
                <a:off x="8612024" y="3532266"/>
                <a:ext cx="70560" cy="104760"/>
              </p14:xfrm>
            </p:contentPart>
          </mc:Choice>
          <mc:Fallback xmlns="">
            <p:pic>
              <p:nvPicPr>
                <p:cNvPr id="27710" name="Ink 27709">
                  <a:extLst>
                    <a:ext uri="{FF2B5EF4-FFF2-40B4-BE49-F238E27FC236}">
                      <a16:creationId xmlns:a16="http://schemas.microsoft.com/office/drawing/2014/main" id="{AE4EA27A-FA9B-60D1-EB36-18AA54D1626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594384" y="3514626"/>
                  <a:ext cx="106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7711" name="Ink 27710">
                  <a:extLst>
                    <a:ext uri="{FF2B5EF4-FFF2-40B4-BE49-F238E27FC236}">
                      <a16:creationId xmlns:a16="http://schemas.microsoft.com/office/drawing/2014/main" id="{40E1C42E-491D-4BA4-35CC-6692818EBA07}"/>
                    </a:ext>
                  </a:extLst>
                </p14:cNvPr>
                <p14:cNvContentPartPr/>
                <p14:nvPr/>
              </p14:nvContentPartPr>
              <p14:xfrm>
                <a:off x="8642624" y="3473586"/>
                <a:ext cx="90360" cy="145440"/>
              </p14:xfrm>
            </p:contentPart>
          </mc:Choice>
          <mc:Fallback xmlns="">
            <p:pic>
              <p:nvPicPr>
                <p:cNvPr id="27711" name="Ink 27710">
                  <a:extLst>
                    <a:ext uri="{FF2B5EF4-FFF2-40B4-BE49-F238E27FC236}">
                      <a16:creationId xmlns:a16="http://schemas.microsoft.com/office/drawing/2014/main" id="{40E1C42E-491D-4BA4-35CC-6692818EBA0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624984" y="3455586"/>
                  <a:ext cx="1260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29" name="Group 27728">
            <a:extLst>
              <a:ext uri="{FF2B5EF4-FFF2-40B4-BE49-F238E27FC236}">
                <a16:creationId xmlns:a16="http://schemas.microsoft.com/office/drawing/2014/main" id="{6E072C30-D0A1-5E6E-C099-EB5C8C137A2C}"/>
              </a:ext>
            </a:extLst>
          </p:cNvPr>
          <p:cNvGrpSpPr/>
          <p:nvPr/>
        </p:nvGrpSpPr>
        <p:grpSpPr>
          <a:xfrm>
            <a:off x="10990904" y="3314106"/>
            <a:ext cx="756360" cy="485640"/>
            <a:chOff x="10990904" y="3314106"/>
            <a:chExt cx="75636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7713" name="Ink 27712">
                  <a:extLst>
                    <a:ext uri="{FF2B5EF4-FFF2-40B4-BE49-F238E27FC236}">
                      <a16:creationId xmlns:a16="http://schemas.microsoft.com/office/drawing/2014/main" id="{26B07DEC-8491-8946-78D5-2B4D98EEFCE6}"/>
                    </a:ext>
                  </a:extLst>
                </p14:cNvPr>
                <p14:cNvContentPartPr/>
                <p14:nvPr/>
              </p14:nvContentPartPr>
              <p14:xfrm>
                <a:off x="10990904" y="3731346"/>
                <a:ext cx="182520" cy="18360"/>
              </p14:xfrm>
            </p:contentPart>
          </mc:Choice>
          <mc:Fallback xmlns="">
            <p:pic>
              <p:nvPicPr>
                <p:cNvPr id="27713" name="Ink 27712">
                  <a:extLst>
                    <a:ext uri="{FF2B5EF4-FFF2-40B4-BE49-F238E27FC236}">
                      <a16:creationId xmlns:a16="http://schemas.microsoft.com/office/drawing/2014/main" id="{26B07DEC-8491-8946-78D5-2B4D98EEFCE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973264" y="3713346"/>
                  <a:ext cx="218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7714" name="Ink 27713">
                  <a:extLst>
                    <a:ext uri="{FF2B5EF4-FFF2-40B4-BE49-F238E27FC236}">
                      <a16:creationId xmlns:a16="http://schemas.microsoft.com/office/drawing/2014/main" id="{0AE718F1-9744-C4FD-962E-5F0EA0C589B4}"/>
                    </a:ext>
                  </a:extLst>
                </p14:cNvPr>
                <p14:cNvContentPartPr/>
                <p14:nvPr/>
              </p14:nvContentPartPr>
              <p14:xfrm>
                <a:off x="11062184" y="3314106"/>
                <a:ext cx="213120" cy="221760"/>
              </p14:xfrm>
            </p:contentPart>
          </mc:Choice>
          <mc:Fallback xmlns="">
            <p:pic>
              <p:nvPicPr>
                <p:cNvPr id="27714" name="Ink 27713">
                  <a:extLst>
                    <a:ext uri="{FF2B5EF4-FFF2-40B4-BE49-F238E27FC236}">
                      <a16:creationId xmlns:a16="http://schemas.microsoft.com/office/drawing/2014/main" id="{0AE718F1-9744-C4FD-962E-5F0EA0C589B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044184" y="3296106"/>
                  <a:ext cx="248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7715" name="Ink 27714">
                  <a:extLst>
                    <a:ext uri="{FF2B5EF4-FFF2-40B4-BE49-F238E27FC236}">
                      <a16:creationId xmlns:a16="http://schemas.microsoft.com/office/drawing/2014/main" id="{06B4C84D-2DF4-FF95-0A39-56572465A77E}"/>
                    </a:ext>
                  </a:extLst>
                </p14:cNvPr>
                <p14:cNvContentPartPr/>
                <p14:nvPr/>
              </p14:nvContentPartPr>
              <p14:xfrm>
                <a:off x="11337224" y="3502026"/>
                <a:ext cx="35640" cy="135720"/>
              </p14:xfrm>
            </p:contentPart>
          </mc:Choice>
          <mc:Fallback xmlns="">
            <p:pic>
              <p:nvPicPr>
                <p:cNvPr id="27715" name="Ink 27714">
                  <a:extLst>
                    <a:ext uri="{FF2B5EF4-FFF2-40B4-BE49-F238E27FC236}">
                      <a16:creationId xmlns:a16="http://schemas.microsoft.com/office/drawing/2014/main" id="{06B4C84D-2DF4-FF95-0A39-56572465A77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319224" y="3484386"/>
                  <a:ext cx="71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7716" name="Ink 27715">
                  <a:extLst>
                    <a:ext uri="{FF2B5EF4-FFF2-40B4-BE49-F238E27FC236}">
                      <a16:creationId xmlns:a16="http://schemas.microsoft.com/office/drawing/2014/main" id="{E7B9D233-9430-C061-D310-001A9B3B6C21}"/>
                    </a:ext>
                  </a:extLst>
                </p14:cNvPr>
                <p14:cNvContentPartPr/>
                <p14:nvPr/>
              </p14:nvContentPartPr>
              <p14:xfrm>
                <a:off x="11331464" y="3484386"/>
                <a:ext cx="130320" cy="156240"/>
              </p14:xfrm>
            </p:contentPart>
          </mc:Choice>
          <mc:Fallback xmlns="">
            <p:pic>
              <p:nvPicPr>
                <p:cNvPr id="27716" name="Ink 27715">
                  <a:extLst>
                    <a:ext uri="{FF2B5EF4-FFF2-40B4-BE49-F238E27FC236}">
                      <a16:creationId xmlns:a16="http://schemas.microsoft.com/office/drawing/2014/main" id="{E7B9D233-9430-C061-D310-001A9B3B6C2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313464" y="3466746"/>
                  <a:ext cx="165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7717" name="Ink 27716">
                  <a:extLst>
                    <a:ext uri="{FF2B5EF4-FFF2-40B4-BE49-F238E27FC236}">
                      <a16:creationId xmlns:a16="http://schemas.microsoft.com/office/drawing/2014/main" id="{12109238-DE2F-3BC6-D27A-707920F466DF}"/>
                    </a:ext>
                  </a:extLst>
                </p14:cNvPr>
                <p14:cNvContentPartPr/>
                <p14:nvPr/>
              </p14:nvContentPartPr>
              <p14:xfrm>
                <a:off x="11561144" y="3462786"/>
                <a:ext cx="60480" cy="180360"/>
              </p14:xfrm>
            </p:contentPart>
          </mc:Choice>
          <mc:Fallback xmlns="">
            <p:pic>
              <p:nvPicPr>
                <p:cNvPr id="27717" name="Ink 27716">
                  <a:extLst>
                    <a:ext uri="{FF2B5EF4-FFF2-40B4-BE49-F238E27FC236}">
                      <a16:creationId xmlns:a16="http://schemas.microsoft.com/office/drawing/2014/main" id="{12109238-DE2F-3BC6-D27A-707920F466D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543144" y="3445146"/>
                  <a:ext cx="96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7718" name="Ink 27717">
                  <a:extLst>
                    <a:ext uri="{FF2B5EF4-FFF2-40B4-BE49-F238E27FC236}">
                      <a16:creationId xmlns:a16="http://schemas.microsoft.com/office/drawing/2014/main" id="{26CE8FC3-015E-84BA-F370-9C33B4DF39C7}"/>
                    </a:ext>
                  </a:extLst>
                </p14:cNvPr>
                <p14:cNvContentPartPr/>
                <p14:nvPr/>
              </p14:nvContentPartPr>
              <p14:xfrm>
                <a:off x="11586344" y="3469266"/>
                <a:ext cx="114840" cy="168120"/>
              </p14:xfrm>
            </p:contentPart>
          </mc:Choice>
          <mc:Fallback xmlns="">
            <p:pic>
              <p:nvPicPr>
                <p:cNvPr id="27718" name="Ink 27717">
                  <a:extLst>
                    <a:ext uri="{FF2B5EF4-FFF2-40B4-BE49-F238E27FC236}">
                      <a16:creationId xmlns:a16="http://schemas.microsoft.com/office/drawing/2014/main" id="{26CE8FC3-015E-84BA-F370-9C33B4DF39C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568704" y="3451266"/>
                  <a:ext cx="150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7719" name="Ink 27718">
                  <a:extLst>
                    <a:ext uri="{FF2B5EF4-FFF2-40B4-BE49-F238E27FC236}">
                      <a16:creationId xmlns:a16="http://schemas.microsoft.com/office/drawing/2014/main" id="{7E535FB3-2811-0B63-B8DF-8B568C1474DB}"/>
                    </a:ext>
                  </a:extLst>
                </p14:cNvPr>
                <p14:cNvContentPartPr/>
                <p14:nvPr/>
              </p14:nvContentPartPr>
              <p14:xfrm>
                <a:off x="11742944" y="3615066"/>
                <a:ext cx="4320" cy="3240"/>
              </p14:xfrm>
            </p:contentPart>
          </mc:Choice>
          <mc:Fallback xmlns="">
            <p:pic>
              <p:nvPicPr>
                <p:cNvPr id="27719" name="Ink 27718">
                  <a:extLst>
                    <a:ext uri="{FF2B5EF4-FFF2-40B4-BE49-F238E27FC236}">
                      <a16:creationId xmlns:a16="http://schemas.microsoft.com/office/drawing/2014/main" id="{7E535FB3-2811-0B63-B8DF-8B568C1474D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724944" y="3597426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7728" name="Ink 27727">
                  <a:extLst>
                    <a:ext uri="{FF2B5EF4-FFF2-40B4-BE49-F238E27FC236}">
                      <a16:creationId xmlns:a16="http://schemas.microsoft.com/office/drawing/2014/main" id="{94F76E40-EB94-F9AF-745E-6B9C517634C3}"/>
                    </a:ext>
                  </a:extLst>
                </p14:cNvPr>
                <p14:cNvContentPartPr/>
                <p14:nvPr/>
              </p14:nvContentPartPr>
              <p14:xfrm>
                <a:off x="11048864" y="3727746"/>
                <a:ext cx="69840" cy="72000"/>
              </p14:xfrm>
            </p:contentPart>
          </mc:Choice>
          <mc:Fallback xmlns="">
            <p:pic>
              <p:nvPicPr>
                <p:cNvPr id="27728" name="Ink 27727">
                  <a:extLst>
                    <a:ext uri="{FF2B5EF4-FFF2-40B4-BE49-F238E27FC236}">
                      <a16:creationId xmlns:a16="http://schemas.microsoft.com/office/drawing/2014/main" id="{94F76E40-EB94-F9AF-745E-6B9C517634C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030864" y="3710106"/>
                  <a:ext cx="10548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35" name="Group 27734">
            <a:extLst>
              <a:ext uri="{FF2B5EF4-FFF2-40B4-BE49-F238E27FC236}">
                <a16:creationId xmlns:a16="http://schemas.microsoft.com/office/drawing/2014/main" id="{84EE0885-4C3C-F364-E21F-1C16809052A9}"/>
              </a:ext>
            </a:extLst>
          </p:cNvPr>
          <p:cNvGrpSpPr/>
          <p:nvPr/>
        </p:nvGrpSpPr>
        <p:grpSpPr>
          <a:xfrm>
            <a:off x="11081264" y="4353426"/>
            <a:ext cx="920520" cy="1580400"/>
            <a:chOff x="11081264" y="4353426"/>
            <a:chExt cx="920520" cy="158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7721" name="Ink 27720">
                  <a:extLst>
                    <a:ext uri="{FF2B5EF4-FFF2-40B4-BE49-F238E27FC236}">
                      <a16:creationId xmlns:a16="http://schemas.microsoft.com/office/drawing/2014/main" id="{0CAE14F1-766D-1FBD-2B72-6A9D70BEC196}"/>
                    </a:ext>
                  </a:extLst>
                </p14:cNvPr>
                <p14:cNvContentPartPr/>
                <p14:nvPr/>
              </p14:nvContentPartPr>
              <p14:xfrm>
                <a:off x="11108624" y="4657626"/>
                <a:ext cx="61200" cy="72720"/>
              </p14:xfrm>
            </p:contentPart>
          </mc:Choice>
          <mc:Fallback xmlns="">
            <p:pic>
              <p:nvPicPr>
                <p:cNvPr id="27721" name="Ink 27720">
                  <a:extLst>
                    <a:ext uri="{FF2B5EF4-FFF2-40B4-BE49-F238E27FC236}">
                      <a16:creationId xmlns:a16="http://schemas.microsoft.com/office/drawing/2014/main" id="{0CAE14F1-766D-1FBD-2B72-6A9D70BEC19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090984" y="4639986"/>
                  <a:ext cx="96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7722" name="Ink 27721">
                  <a:extLst>
                    <a:ext uri="{FF2B5EF4-FFF2-40B4-BE49-F238E27FC236}">
                      <a16:creationId xmlns:a16="http://schemas.microsoft.com/office/drawing/2014/main" id="{BE4A53C9-11CA-50B0-A699-76CC93655D8E}"/>
                    </a:ext>
                  </a:extLst>
                </p14:cNvPr>
                <p14:cNvContentPartPr/>
                <p14:nvPr/>
              </p14:nvContentPartPr>
              <p14:xfrm>
                <a:off x="11156504" y="4674186"/>
                <a:ext cx="11160" cy="10800"/>
              </p14:xfrm>
            </p:contentPart>
          </mc:Choice>
          <mc:Fallback xmlns="">
            <p:pic>
              <p:nvPicPr>
                <p:cNvPr id="27722" name="Ink 27721">
                  <a:extLst>
                    <a:ext uri="{FF2B5EF4-FFF2-40B4-BE49-F238E27FC236}">
                      <a16:creationId xmlns:a16="http://schemas.microsoft.com/office/drawing/2014/main" id="{BE4A53C9-11CA-50B0-A699-76CC93655D8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138504" y="4656186"/>
                  <a:ext cx="46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7723" name="Ink 27722">
                  <a:extLst>
                    <a:ext uri="{FF2B5EF4-FFF2-40B4-BE49-F238E27FC236}">
                      <a16:creationId xmlns:a16="http://schemas.microsoft.com/office/drawing/2014/main" id="{0585172B-0722-A97C-FBF3-744B3F10E797}"/>
                    </a:ext>
                  </a:extLst>
                </p14:cNvPr>
                <p14:cNvContentPartPr/>
                <p14:nvPr/>
              </p14:nvContentPartPr>
              <p14:xfrm>
                <a:off x="11106104" y="4674906"/>
                <a:ext cx="388440" cy="21240"/>
              </p14:xfrm>
            </p:contentPart>
          </mc:Choice>
          <mc:Fallback xmlns="">
            <p:pic>
              <p:nvPicPr>
                <p:cNvPr id="27723" name="Ink 27722">
                  <a:extLst>
                    <a:ext uri="{FF2B5EF4-FFF2-40B4-BE49-F238E27FC236}">
                      <a16:creationId xmlns:a16="http://schemas.microsoft.com/office/drawing/2014/main" id="{0585172B-0722-A97C-FBF3-744B3F10E79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088464" y="4657266"/>
                  <a:ext cx="424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7724" name="Ink 27723">
                  <a:extLst>
                    <a:ext uri="{FF2B5EF4-FFF2-40B4-BE49-F238E27FC236}">
                      <a16:creationId xmlns:a16="http://schemas.microsoft.com/office/drawing/2014/main" id="{047073F9-0887-45AB-FF3E-EE5B14A22AF9}"/>
                    </a:ext>
                  </a:extLst>
                </p14:cNvPr>
                <p14:cNvContentPartPr/>
                <p14:nvPr/>
              </p14:nvContentPartPr>
              <p14:xfrm>
                <a:off x="11450984" y="4455306"/>
                <a:ext cx="120240" cy="132840"/>
              </p14:xfrm>
            </p:contentPart>
          </mc:Choice>
          <mc:Fallback xmlns="">
            <p:pic>
              <p:nvPicPr>
                <p:cNvPr id="27724" name="Ink 27723">
                  <a:extLst>
                    <a:ext uri="{FF2B5EF4-FFF2-40B4-BE49-F238E27FC236}">
                      <a16:creationId xmlns:a16="http://schemas.microsoft.com/office/drawing/2014/main" id="{047073F9-0887-45AB-FF3E-EE5B14A22AF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432984" y="4437306"/>
                  <a:ext cx="155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7725" name="Ink 27724">
                  <a:extLst>
                    <a:ext uri="{FF2B5EF4-FFF2-40B4-BE49-F238E27FC236}">
                      <a16:creationId xmlns:a16="http://schemas.microsoft.com/office/drawing/2014/main" id="{12AFE6DC-E38D-5804-5C02-629C4C80FF8C}"/>
                    </a:ext>
                  </a:extLst>
                </p14:cNvPr>
                <p14:cNvContentPartPr/>
                <p14:nvPr/>
              </p14:nvContentPartPr>
              <p14:xfrm>
                <a:off x="11681024" y="4450986"/>
                <a:ext cx="121680" cy="82080"/>
              </p14:xfrm>
            </p:contentPart>
          </mc:Choice>
          <mc:Fallback xmlns="">
            <p:pic>
              <p:nvPicPr>
                <p:cNvPr id="27725" name="Ink 27724">
                  <a:extLst>
                    <a:ext uri="{FF2B5EF4-FFF2-40B4-BE49-F238E27FC236}">
                      <a16:creationId xmlns:a16="http://schemas.microsoft.com/office/drawing/2014/main" id="{12AFE6DC-E38D-5804-5C02-629C4C80FF8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663024" y="4433346"/>
                  <a:ext cx="157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7726" name="Ink 27725">
                  <a:extLst>
                    <a:ext uri="{FF2B5EF4-FFF2-40B4-BE49-F238E27FC236}">
                      <a16:creationId xmlns:a16="http://schemas.microsoft.com/office/drawing/2014/main" id="{1DB10DC9-57EA-5769-4E61-12E4743E9D10}"/>
                    </a:ext>
                  </a:extLst>
                </p14:cNvPr>
                <p14:cNvContentPartPr/>
                <p14:nvPr/>
              </p14:nvContentPartPr>
              <p14:xfrm>
                <a:off x="11878664" y="4353426"/>
                <a:ext cx="50040" cy="229320"/>
              </p14:xfrm>
            </p:contentPart>
          </mc:Choice>
          <mc:Fallback xmlns="">
            <p:pic>
              <p:nvPicPr>
                <p:cNvPr id="27726" name="Ink 27725">
                  <a:extLst>
                    <a:ext uri="{FF2B5EF4-FFF2-40B4-BE49-F238E27FC236}">
                      <a16:creationId xmlns:a16="http://schemas.microsoft.com/office/drawing/2014/main" id="{1DB10DC9-57EA-5769-4E61-12E4743E9D1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860664" y="4335786"/>
                  <a:ext cx="856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7727" name="Ink 27726">
                  <a:extLst>
                    <a:ext uri="{FF2B5EF4-FFF2-40B4-BE49-F238E27FC236}">
                      <a16:creationId xmlns:a16="http://schemas.microsoft.com/office/drawing/2014/main" id="{7252C5B4-95D0-7505-D551-16D5001DE419}"/>
                    </a:ext>
                  </a:extLst>
                </p14:cNvPr>
                <p14:cNvContentPartPr/>
                <p14:nvPr/>
              </p14:nvContentPartPr>
              <p14:xfrm>
                <a:off x="11871104" y="4419306"/>
                <a:ext cx="130680" cy="47520"/>
              </p14:xfrm>
            </p:contentPart>
          </mc:Choice>
          <mc:Fallback xmlns="">
            <p:pic>
              <p:nvPicPr>
                <p:cNvPr id="27727" name="Ink 27726">
                  <a:extLst>
                    <a:ext uri="{FF2B5EF4-FFF2-40B4-BE49-F238E27FC236}">
                      <a16:creationId xmlns:a16="http://schemas.microsoft.com/office/drawing/2014/main" id="{7252C5B4-95D0-7505-D551-16D5001DE41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853464" y="4401666"/>
                  <a:ext cx="166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7731" name="Ink 27730">
                  <a:extLst>
                    <a:ext uri="{FF2B5EF4-FFF2-40B4-BE49-F238E27FC236}">
                      <a16:creationId xmlns:a16="http://schemas.microsoft.com/office/drawing/2014/main" id="{20FD4FDC-7687-2E19-C936-3A283C15F3A3}"/>
                    </a:ext>
                  </a:extLst>
                </p14:cNvPr>
                <p14:cNvContentPartPr/>
                <p14:nvPr/>
              </p14:nvContentPartPr>
              <p14:xfrm>
                <a:off x="11081264" y="4708386"/>
                <a:ext cx="133560" cy="1088640"/>
              </p14:xfrm>
            </p:contentPart>
          </mc:Choice>
          <mc:Fallback xmlns="">
            <p:pic>
              <p:nvPicPr>
                <p:cNvPr id="27731" name="Ink 27730">
                  <a:extLst>
                    <a:ext uri="{FF2B5EF4-FFF2-40B4-BE49-F238E27FC236}">
                      <a16:creationId xmlns:a16="http://schemas.microsoft.com/office/drawing/2014/main" id="{20FD4FDC-7687-2E19-C936-3A283C15F3A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1063624" y="4690386"/>
                  <a:ext cx="16920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7732" name="Ink 27731">
                  <a:extLst>
                    <a:ext uri="{FF2B5EF4-FFF2-40B4-BE49-F238E27FC236}">
                      <a16:creationId xmlns:a16="http://schemas.microsoft.com/office/drawing/2014/main" id="{0DE22F1B-B9D6-ADA7-1838-B5B4994ED7F5}"/>
                    </a:ext>
                  </a:extLst>
                </p14:cNvPr>
                <p14:cNvContentPartPr/>
                <p14:nvPr/>
              </p14:nvContentPartPr>
              <p14:xfrm>
                <a:off x="11093144" y="5754546"/>
                <a:ext cx="272520" cy="34560"/>
              </p14:xfrm>
            </p:contentPart>
          </mc:Choice>
          <mc:Fallback xmlns="">
            <p:pic>
              <p:nvPicPr>
                <p:cNvPr id="27732" name="Ink 27731">
                  <a:extLst>
                    <a:ext uri="{FF2B5EF4-FFF2-40B4-BE49-F238E27FC236}">
                      <a16:creationId xmlns:a16="http://schemas.microsoft.com/office/drawing/2014/main" id="{0DE22F1B-B9D6-ADA7-1838-B5B4994ED7F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075504" y="5736906"/>
                  <a:ext cx="308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7733" name="Ink 27732">
                  <a:extLst>
                    <a:ext uri="{FF2B5EF4-FFF2-40B4-BE49-F238E27FC236}">
                      <a16:creationId xmlns:a16="http://schemas.microsoft.com/office/drawing/2014/main" id="{B8DB780D-30BF-93C9-754B-95B625F098F9}"/>
                    </a:ext>
                  </a:extLst>
                </p14:cNvPr>
                <p14:cNvContentPartPr/>
                <p14:nvPr/>
              </p14:nvContentPartPr>
              <p14:xfrm>
                <a:off x="11105024" y="5764626"/>
                <a:ext cx="152640" cy="165960"/>
              </p14:xfrm>
            </p:contentPart>
          </mc:Choice>
          <mc:Fallback xmlns="">
            <p:pic>
              <p:nvPicPr>
                <p:cNvPr id="27733" name="Ink 27732">
                  <a:extLst>
                    <a:ext uri="{FF2B5EF4-FFF2-40B4-BE49-F238E27FC236}">
                      <a16:creationId xmlns:a16="http://schemas.microsoft.com/office/drawing/2014/main" id="{B8DB780D-30BF-93C9-754B-95B625F098F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087384" y="5746986"/>
                  <a:ext cx="188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7734" name="Ink 27733">
                  <a:extLst>
                    <a:ext uri="{FF2B5EF4-FFF2-40B4-BE49-F238E27FC236}">
                      <a16:creationId xmlns:a16="http://schemas.microsoft.com/office/drawing/2014/main" id="{BC671901-AB5C-4E81-2154-74254187D603}"/>
                    </a:ext>
                  </a:extLst>
                </p14:cNvPr>
                <p14:cNvContentPartPr/>
                <p14:nvPr/>
              </p14:nvContentPartPr>
              <p14:xfrm>
                <a:off x="11218064" y="5756706"/>
                <a:ext cx="113040" cy="177120"/>
              </p14:xfrm>
            </p:contentPart>
          </mc:Choice>
          <mc:Fallback xmlns="">
            <p:pic>
              <p:nvPicPr>
                <p:cNvPr id="27734" name="Ink 27733">
                  <a:extLst>
                    <a:ext uri="{FF2B5EF4-FFF2-40B4-BE49-F238E27FC236}">
                      <a16:creationId xmlns:a16="http://schemas.microsoft.com/office/drawing/2014/main" id="{BC671901-AB5C-4E81-2154-74254187D60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200064" y="5739066"/>
                  <a:ext cx="14868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7736" name="Ink 27735">
                <a:extLst>
                  <a:ext uri="{FF2B5EF4-FFF2-40B4-BE49-F238E27FC236}">
                    <a16:creationId xmlns:a16="http://schemas.microsoft.com/office/drawing/2014/main" id="{E21B0FBB-C900-D93D-084A-D0267E213DA2}"/>
                  </a:ext>
                </a:extLst>
              </p14:cNvPr>
              <p14:cNvContentPartPr/>
              <p14:nvPr/>
            </p14:nvContentPartPr>
            <p14:xfrm>
              <a:off x="11052104" y="3739986"/>
              <a:ext cx="40680" cy="91080"/>
            </p14:xfrm>
          </p:contentPart>
        </mc:Choice>
        <mc:Fallback xmlns="">
          <p:pic>
            <p:nvPicPr>
              <p:cNvPr id="27736" name="Ink 27735">
                <a:extLst>
                  <a:ext uri="{FF2B5EF4-FFF2-40B4-BE49-F238E27FC236}">
                    <a16:creationId xmlns:a16="http://schemas.microsoft.com/office/drawing/2014/main" id="{E21B0FBB-C900-D93D-084A-D0267E213DA2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1034104" y="3721986"/>
                <a:ext cx="7632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AC979D7B-8668-49CD-95DA-67FD195E2C44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CDEFEE46-B699-ABF0-029F-9EC14C538799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CDEFEE46-B699-ABF0-029F-9EC14C53879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654304" y="289362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A9FE6F3F-F663-864B-AEF0-1F8B746B4208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A9FE6F3F-F663-864B-AEF0-1F8B746B420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793264" y="3050946"/>
                  <a:ext cx="1134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1D52F415-EB4B-4114-1AF0-86CF3BD22952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1D52F415-EB4B-4114-1AF0-86CF3BD2295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628744" y="308514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843C2596-E148-F738-A30B-5BDCEA27E918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96AB2876-D8B3-F6F5-A0D6-B718B6C6F9DB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96AB2876-D8B3-F6F5-A0D6-B718B6C6F9D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954384" y="1716786"/>
                  <a:ext cx="2678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C834FD75-2DEB-853B-A75A-81DF7975EE6E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C834FD75-2DEB-853B-A75A-81DF7975EE6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275864" y="1673226"/>
                  <a:ext cx="213840" cy="29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377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45E0-C6B4-B327-EA2C-62DD9982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C847EAB4-723E-93BC-E715-3936853D6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2ECD72-B2D8-2DB6-CF8A-63A01BD10FB1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15C45C-59CE-BFF0-A156-661320DA67B6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15C45C-59CE-BFF0-A156-661320DA67B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9705" y="541026"/>
                  <a:ext cx="200238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E0F9DD-4D0C-420B-EDD3-49FA894ADE3E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E0F9DD-4D0C-420B-EDD3-49FA894ADE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F0AA36-6AB5-2657-AE4A-0F4E46F6C1E6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F0AA36-6AB5-2657-AE4A-0F4E46F6C1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96504" y="974443"/>
                  <a:ext cx="40320" cy="316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18A4EF6-5880-D721-277E-2C95D1A20023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18A4EF6-5880-D721-277E-2C95D1A200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4584" y="105258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23AB9B-287A-93FF-74A2-A2FA873416DB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23AB9B-287A-93FF-74A2-A2FA873416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5304" y="96078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1248D5-04C9-C0D8-FBC1-07065EBA63E3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1248D5-04C9-C0D8-FBC1-07065EBA63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0382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213F69-FB82-1BEB-7B0D-FFE710C796ED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213F69-FB82-1BEB-7B0D-FFE710C796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03704" y="1027071"/>
                  <a:ext cx="285120" cy="179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BE05F5-C476-6240-B999-218A2EB91599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BE05F5-C476-6240-B999-218A2EB915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06184" y="861446"/>
                  <a:ext cx="114120" cy="363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A4D833-4B4E-4CF8-9CB4-EE2C7C4D28CB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A4D833-4B4E-4CF8-9CB4-EE2C7C4D28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3994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4F461F7-9A4B-0BBE-256A-FBB278065910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4F461F7-9A4B-0BBE-256A-FBB2780659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9058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7657648-346A-7601-498C-0234B7FCB267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7657648-346A-7601-498C-0234B7FCB2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34744" y="160410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62FE98-907D-995B-6D04-7A2E633D728F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62FE98-907D-995B-6D04-7A2E633D72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3024" y="292134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D2786D9-EA91-0C86-987C-F1DFBB5CE00C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D2786D9-EA91-0C86-987C-F1DFBB5CE0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97826" y="3192066"/>
                  <a:ext cx="3687116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F1CEDA-FD6C-3A7E-4F38-7253B6AF766A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F1CEDA-FD6C-3A7E-4F38-7253B6AF76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57895" y="1420506"/>
                  <a:ext cx="242218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43135C-15A0-733F-5B5B-674A5793586C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43135C-15A0-733F-5B5B-674A579358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70664" y="61842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01E5744-B9C0-E9F1-96FB-C603C1235A86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01E5744-B9C0-E9F1-96FB-C603C1235A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85561" y="727866"/>
                  <a:ext cx="149648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29332E-AF7C-65E9-F5F8-7D4C50A68731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729332E-AF7C-65E9-F5F8-7D4C50A687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41144" y="75630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073D5C8-067A-BE21-455A-84925C73034C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073D5C8-067A-BE21-455A-84925C7303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3744" y="2189803"/>
                  <a:ext cx="3669120" cy="323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5C559D0-7A13-E322-10B0-1FE882C7B81C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5C559D0-7A13-E322-10B0-1FE882C7B81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90944" y="1767928"/>
                  <a:ext cx="295200" cy="3340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7F21422-E872-D79C-8295-CC1D809CEF82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7F21422-E872-D79C-8295-CC1D809CEF8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84214" y="1974136"/>
                  <a:ext cx="78183" cy="165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9E3242-C547-4DC7-A38A-56795D53A7A9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9E3242-C547-4DC7-A38A-56795D53A7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8982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249526-AF46-BF54-B748-75F7B29ACAAB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249526-AF46-BF54-B748-75F7B29ACAA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370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923244-9BD2-FC82-B267-2AB8B7B0C5D0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923244-9BD2-FC82-B267-2AB8B7B0C5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27784" y="1921667"/>
                  <a:ext cx="123480" cy="191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83E78D7-F5EB-C4C0-8929-7C4D0572F461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83E78D7-F5EB-C4C0-8929-7C4D0572F4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4304" y="266538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57" name="Group 27656">
            <a:extLst>
              <a:ext uri="{FF2B5EF4-FFF2-40B4-BE49-F238E27FC236}">
                <a16:creationId xmlns:a16="http://schemas.microsoft.com/office/drawing/2014/main" id="{6911C4B0-1875-67DC-EE32-237E0F1A8B53}"/>
              </a:ext>
            </a:extLst>
          </p:cNvPr>
          <p:cNvGrpSpPr/>
          <p:nvPr/>
        </p:nvGrpSpPr>
        <p:grpSpPr>
          <a:xfrm>
            <a:off x="546727" y="2690052"/>
            <a:ext cx="2893680" cy="2818800"/>
            <a:chOff x="6462104" y="3757626"/>
            <a:chExt cx="2893680" cy="28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5DD033-D23A-9E73-1407-1B8DCE9A95A4}"/>
                    </a:ext>
                  </a:extLst>
                </p14:cNvPr>
                <p14:cNvContentPartPr/>
                <p14:nvPr/>
              </p14:nvContentPartPr>
              <p14:xfrm>
                <a:off x="8353904" y="3769146"/>
                <a:ext cx="73080" cy="45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5DD033-D23A-9E73-1407-1B8DCE9A95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35904" y="3751146"/>
                  <a:ext cx="1087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EF330E3-79A4-A05C-3B53-620527641B92}"/>
                    </a:ext>
                  </a:extLst>
                </p14:cNvPr>
                <p14:cNvContentPartPr/>
                <p14:nvPr/>
              </p14:nvContentPartPr>
              <p14:xfrm>
                <a:off x="7968704" y="4203666"/>
                <a:ext cx="466560" cy="469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EF330E3-79A4-A05C-3B53-620527641B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50704" y="4185666"/>
                  <a:ext cx="50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6B6994C-F4AD-2E0F-A728-CFB852686555}"/>
                    </a:ext>
                  </a:extLst>
                </p14:cNvPr>
                <p14:cNvContentPartPr/>
                <p14:nvPr/>
              </p14:nvContentPartPr>
              <p14:xfrm>
                <a:off x="8086424" y="4636026"/>
                <a:ext cx="498600" cy="58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6B6994C-F4AD-2E0F-A728-CFB8526865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68424" y="4618026"/>
                  <a:ext cx="53424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E2C7C72-6574-A294-A9DF-7729105B50A0}"/>
                    </a:ext>
                  </a:extLst>
                </p14:cNvPr>
                <p14:cNvContentPartPr/>
                <p14:nvPr/>
              </p14:nvContentPartPr>
              <p14:xfrm>
                <a:off x="8105144" y="5205546"/>
                <a:ext cx="26280" cy="41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E2C7C72-6574-A294-A9DF-7729105B50A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87144" y="5187562"/>
                  <a:ext cx="61920" cy="449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E95A22-24F8-2B69-C41E-DDDB70BB0BC3}"/>
                    </a:ext>
                  </a:extLst>
                </p14:cNvPr>
                <p14:cNvContentPartPr/>
                <p14:nvPr/>
              </p14:nvContentPartPr>
              <p14:xfrm>
                <a:off x="8113784" y="5612706"/>
                <a:ext cx="493920" cy="75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E95A22-24F8-2B69-C41E-DDDB70BB0B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95784" y="5594706"/>
                  <a:ext cx="52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4D1760-9BC6-FCE5-B51F-2267F7C861BA}"/>
                    </a:ext>
                  </a:extLst>
                </p14:cNvPr>
                <p14:cNvContentPartPr/>
                <p14:nvPr/>
              </p14:nvContentPartPr>
              <p14:xfrm>
                <a:off x="8657024" y="5660226"/>
                <a:ext cx="31680" cy="65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4D1760-9BC6-FCE5-B51F-2267F7C861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39024" y="5642236"/>
                  <a:ext cx="67320" cy="691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792494-D626-A219-0F57-09ED51B068F1}"/>
                    </a:ext>
                  </a:extLst>
                </p14:cNvPr>
                <p14:cNvContentPartPr/>
                <p14:nvPr/>
              </p14:nvContentPartPr>
              <p14:xfrm>
                <a:off x="7790864" y="4278906"/>
                <a:ext cx="15840" cy="32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792494-D626-A219-0F57-09ED51B068F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72864" y="4260906"/>
                  <a:ext cx="51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82F45D-99C7-C1B7-A9B1-77C14E1D885A}"/>
                    </a:ext>
                  </a:extLst>
                </p14:cNvPr>
                <p14:cNvContentPartPr/>
                <p14:nvPr/>
              </p14:nvContentPartPr>
              <p14:xfrm>
                <a:off x="7665224" y="4453506"/>
                <a:ext cx="133200" cy="16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82F45D-99C7-C1B7-A9B1-77C14E1D885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47224" y="4435506"/>
                  <a:ext cx="168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D265182-017C-0E00-2DBF-BEA12914E5AB}"/>
                    </a:ext>
                  </a:extLst>
                </p14:cNvPr>
                <p14:cNvContentPartPr/>
                <p14:nvPr/>
              </p14:nvContentPartPr>
              <p14:xfrm>
                <a:off x="7121984" y="4484826"/>
                <a:ext cx="636840" cy="74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D265182-017C-0E00-2DBF-BEA12914E5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03984" y="4466826"/>
                  <a:ext cx="672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ADE45D0-51B4-CB91-C870-035FAC8BE525}"/>
                    </a:ext>
                  </a:extLst>
                </p14:cNvPr>
                <p14:cNvContentPartPr/>
                <p14:nvPr/>
              </p14:nvContentPartPr>
              <p14:xfrm>
                <a:off x="7942424" y="5218866"/>
                <a:ext cx="23760" cy="37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ADE45D0-51B4-CB91-C870-035FAC8BE5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24424" y="5200883"/>
                  <a:ext cx="59400" cy="406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AE5B7E-9348-FE94-0E06-AC3875C94A74}"/>
                    </a:ext>
                  </a:extLst>
                </p14:cNvPr>
                <p14:cNvContentPartPr/>
                <p14:nvPr/>
              </p14:nvContentPartPr>
              <p14:xfrm>
                <a:off x="7257344" y="5379426"/>
                <a:ext cx="698760" cy="5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AE5B7E-9348-FE94-0E06-AC3875C94A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39344" y="5361426"/>
                  <a:ext cx="734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48939A2-992B-F6B5-91E0-3D5653879AF5}"/>
                    </a:ext>
                  </a:extLst>
                </p14:cNvPr>
                <p14:cNvContentPartPr/>
                <p14:nvPr/>
              </p14:nvContentPartPr>
              <p14:xfrm>
                <a:off x="7106864" y="4524786"/>
                <a:ext cx="70200" cy="90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48939A2-992B-F6B5-91E0-3D5653879A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88864" y="4506786"/>
                  <a:ext cx="10584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BDE594-49AA-FA08-2341-8B57FDBB7609}"/>
                    </a:ext>
                  </a:extLst>
                </p14:cNvPr>
                <p14:cNvContentPartPr/>
                <p14:nvPr/>
              </p14:nvContentPartPr>
              <p14:xfrm>
                <a:off x="8521304" y="4893426"/>
                <a:ext cx="834480" cy="48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BDE594-49AA-FA08-2341-8B57FDBB760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03296" y="4875426"/>
                  <a:ext cx="870135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EA3C5FC-5F7D-B87A-F62A-48FD14CA8123}"/>
                    </a:ext>
                  </a:extLst>
                </p14:cNvPr>
                <p14:cNvContentPartPr/>
                <p14:nvPr/>
              </p14:nvContentPartPr>
              <p14:xfrm>
                <a:off x="9235184" y="4820706"/>
                <a:ext cx="1764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EA3C5FC-5F7D-B87A-F62A-48FD14CA81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17184" y="4802706"/>
                  <a:ext cx="5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F3665AD-9918-4A95-1F2D-0E31D5728E8E}"/>
                    </a:ext>
                  </a:extLst>
                </p14:cNvPr>
                <p14:cNvContentPartPr/>
                <p14:nvPr/>
              </p14:nvContentPartPr>
              <p14:xfrm>
                <a:off x="6510704" y="4929066"/>
                <a:ext cx="612000" cy="4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F3665AD-9918-4A95-1F2D-0E31D5728E8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92704" y="4911066"/>
                  <a:ext cx="647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120CE4-2021-7FA8-8098-796738968AF1}"/>
                    </a:ext>
                  </a:extLst>
                </p14:cNvPr>
                <p14:cNvContentPartPr/>
                <p14:nvPr/>
              </p14:nvContentPartPr>
              <p14:xfrm>
                <a:off x="6489104" y="4891626"/>
                <a:ext cx="64080" cy="86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120CE4-2021-7FA8-8098-796738968A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71104" y="4873626"/>
                  <a:ext cx="99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9A7C19C-0D7F-9BDE-6B98-9D92C0854194}"/>
                    </a:ext>
                  </a:extLst>
                </p14:cNvPr>
                <p14:cNvContentPartPr/>
                <p14:nvPr/>
              </p14:nvContentPartPr>
              <p14:xfrm>
                <a:off x="8254904" y="3757626"/>
                <a:ext cx="84600" cy="10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9A7C19C-0D7F-9BDE-6B98-9D92C08541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36904" y="3739626"/>
                  <a:ext cx="120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9250AB2-A67E-537F-2EF6-37B360E779F6}"/>
                    </a:ext>
                  </a:extLst>
                </p14:cNvPr>
                <p14:cNvContentPartPr/>
                <p14:nvPr/>
              </p14:nvContentPartPr>
              <p14:xfrm>
                <a:off x="8143304" y="3766266"/>
                <a:ext cx="483840" cy="6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9250AB2-A67E-537F-2EF6-37B360E779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25317" y="3748266"/>
                  <a:ext cx="519454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CA057A-3250-9BEF-39C3-9A6A28FBDEA0}"/>
                    </a:ext>
                  </a:extLst>
                </p14:cNvPr>
                <p14:cNvContentPartPr/>
                <p14:nvPr/>
              </p14:nvContentPartPr>
              <p14:xfrm>
                <a:off x="8511224" y="6359706"/>
                <a:ext cx="286920" cy="40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CA057A-3250-9BEF-39C3-9A6A28FBDEA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93247" y="6341544"/>
                  <a:ext cx="322515" cy="76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A3F7D7-FD58-D45D-8D65-34D31253DA75}"/>
                    </a:ext>
                  </a:extLst>
                </p14:cNvPr>
                <p14:cNvContentPartPr/>
                <p14:nvPr/>
              </p14:nvContentPartPr>
              <p14:xfrm>
                <a:off x="8535344" y="6366546"/>
                <a:ext cx="132120" cy="166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A3F7D7-FD58-D45D-8D65-34D31253DA7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17344" y="6348585"/>
                  <a:ext cx="167760" cy="2022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7648" name="Ink 27647">
                  <a:extLst>
                    <a:ext uri="{FF2B5EF4-FFF2-40B4-BE49-F238E27FC236}">
                      <a16:creationId xmlns:a16="http://schemas.microsoft.com/office/drawing/2014/main" id="{9C5E6DF5-3309-46B0-66DE-27B81F41D9F6}"/>
                    </a:ext>
                  </a:extLst>
                </p14:cNvPr>
                <p14:cNvContentPartPr/>
                <p14:nvPr/>
              </p14:nvContentPartPr>
              <p14:xfrm>
                <a:off x="8712824" y="6361146"/>
                <a:ext cx="94680" cy="215280"/>
              </p14:xfrm>
            </p:contentPart>
          </mc:Choice>
          <mc:Fallback xmlns="">
            <p:pic>
              <p:nvPicPr>
                <p:cNvPr id="27648" name="Ink 27647">
                  <a:extLst>
                    <a:ext uri="{FF2B5EF4-FFF2-40B4-BE49-F238E27FC236}">
                      <a16:creationId xmlns:a16="http://schemas.microsoft.com/office/drawing/2014/main" id="{9C5E6DF5-3309-46B0-66DE-27B81F41D9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94892" y="6343146"/>
                  <a:ext cx="130185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7650" name="Ink 27649">
                  <a:extLst>
                    <a:ext uri="{FF2B5EF4-FFF2-40B4-BE49-F238E27FC236}">
                      <a16:creationId xmlns:a16="http://schemas.microsoft.com/office/drawing/2014/main" id="{A7E81218-136F-34FA-BDD1-B074DF9EDCAA}"/>
                    </a:ext>
                  </a:extLst>
                </p14:cNvPr>
                <p14:cNvContentPartPr/>
                <p14:nvPr/>
              </p14:nvContentPartPr>
              <p14:xfrm>
                <a:off x="6523304" y="4413186"/>
                <a:ext cx="104040" cy="232200"/>
              </p14:xfrm>
            </p:contentPart>
          </mc:Choice>
          <mc:Fallback xmlns="">
            <p:pic>
              <p:nvPicPr>
                <p:cNvPr id="27650" name="Ink 27649">
                  <a:extLst>
                    <a:ext uri="{FF2B5EF4-FFF2-40B4-BE49-F238E27FC236}">
                      <a16:creationId xmlns:a16="http://schemas.microsoft.com/office/drawing/2014/main" id="{A7E81218-136F-34FA-BDD1-B074DF9EDCA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05304" y="4395214"/>
                  <a:ext cx="139680" cy="267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653" name="Ink 27652">
                  <a:extLst>
                    <a:ext uri="{FF2B5EF4-FFF2-40B4-BE49-F238E27FC236}">
                      <a16:creationId xmlns:a16="http://schemas.microsoft.com/office/drawing/2014/main" id="{2659BE3F-1AF8-AFF1-3E2C-77AB423261D4}"/>
                    </a:ext>
                  </a:extLst>
                </p14:cNvPr>
                <p14:cNvContentPartPr/>
                <p14:nvPr/>
              </p14:nvContentPartPr>
              <p14:xfrm>
                <a:off x="6462104" y="4414986"/>
                <a:ext cx="69120" cy="54360"/>
              </p14:xfrm>
            </p:contentPart>
          </mc:Choice>
          <mc:Fallback xmlns="">
            <p:pic>
              <p:nvPicPr>
                <p:cNvPr id="27653" name="Ink 27652">
                  <a:extLst>
                    <a:ext uri="{FF2B5EF4-FFF2-40B4-BE49-F238E27FC236}">
                      <a16:creationId xmlns:a16="http://schemas.microsoft.com/office/drawing/2014/main" id="{2659BE3F-1AF8-AFF1-3E2C-77AB423261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44197" y="4396986"/>
                  <a:ext cx="104575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654" name="Ink 27653">
                  <a:extLst>
                    <a:ext uri="{FF2B5EF4-FFF2-40B4-BE49-F238E27FC236}">
                      <a16:creationId xmlns:a16="http://schemas.microsoft.com/office/drawing/2014/main" id="{595DC90A-AAD6-26B8-A321-6FD43958021C}"/>
                    </a:ext>
                  </a:extLst>
                </p14:cNvPr>
                <p14:cNvContentPartPr/>
                <p14:nvPr/>
              </p14:nvContentPartPr>
              <p14:xfrm>
                <a:off x="6473984" y="4385466"/>
                <a:ext cx="134640" cy="235080"/>
              </p14:xfrm>
            </p:contentPart>
          </mc:Choice>
          <mc:Fallback xmlns="">
            <p:pic>
              <p:nvPicPr>
                <p:cNvPr id="27654" name="Ink 27653">
                  <a:extLst>
                    <a:ext uri="{FF2B5EF4-FFF2-40B4-BE49-F238E27FC236}">
                      <a16:creationId xmlns:a16="http://schemas.microsoft.com/office/drawing/2014/main" id="{595DC90A-AAD6-26B8-A321-6FD4395802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55984" y="4367466"/>
                  <a:ext cx="170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7655" name="Ink 27654">
                  <a:extLst>
                    <a:ext uri="{FF2B5EF4-FFF2-40B4-BE49-F238E27FC236}">
                      <a16:creationId xmlns:a16="http://schemas.microsoft.com/office/drawing/2014/main" id="{6A16328C-8AD5-454A-4662-2340E82CE3C8}"/>
                    </a:ext>
                  </a:extLst>
                </p14:cNvPr>
                <p14:cNvContentPartPr/>
                <p14:nvPr/>
              </p14:nvContentPartPr>
              <p14:xfrm>
                <a:off x="6569384" y="4604706"/>
                <a:ext cx="69120" cy="50400"/>
              </p14:xfrm>
            </p:contentPart>
          </mc:Choice>
          <mc:Fallback xmlns="">
            <p:pic>
              <p:nvPicPr>
                <p:cNvPr id="27655" name="Ink 27654">
                  <a:extLst>
                    <a:ext uri="{FF2B5EF4-FFF2-40B4-BE49-F238E27FC236}">
                      <a16:creationId xmlns:a16="http://schemas.microsoft.com/office/drawing/2014/main" id="{6A16328C-8AD5-454A-4662-2340E82CE3C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51384" y="4586706"/>
                  <a:ext cx="104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7656" name="Ink 27655">
                  <a:extLst>
                    <a:ext uri="{FF2B5EF4-FFF2-40B4-BE49-F238E27FC236}">
                      <a16:creationId xmlns:a16="http://schemas.microsoft.com/office/drawing/2014/main" id="{C1B34434-A10E-C2E2-ED98-1409CFE8CF74}"/>
                    </a:ext>
                  </a:extLst>
                </p14:cNvPr>
                <p14:cNvContentPartPr/>
                <p14:nvPr/>
              </p14:nvContentPartPr>
              <p14:xfrm>
                <a:off x="6707264" y="4591386"/>
                <a:ext cx="10440" cy="7200"/>
              </p14:xfrm>
            </p:contentPart>
          </mc:Choice>
          <mc:Fallback xmlns="">
            <p:pic>
              <p:nvPicPr>
                <p:cNvPr id="27656" name="Ink 27655">
                  <a:extLst>
                    <a:ext uri="{FF2B5EF4-FFF2-40B4-BE49-F238E27FC236}">
                      <a16:creationId xmlns:a16="http://schemas.microsoft.com/office/drawing/2014/main" id="{C1B34434-A10E-C2E2-ED98-1409CFE8CF7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89264" y="4574243"/>
                  <a:ext cx="46080" cy="4114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2" name="Group 27661">
            <a:extLst>
              <a:ext uri="{FF2B5EF4-FFF2-40B4-BE49-F238E27FC236}">
                <a16:creationId xmlns:a16="http://schemas.microsoft.com/office/drawing/2014/main" id="{45C852DC-3323-1F0E-8FED-3997AC194214}"/>
              </a:ext>
            </a:extLst>
          </p:cNvPr>
          <p:cNvGrpSpPr/>
          <p:nvPr/>
        </p:nvGrpSpPr>
        <p:grpSpPr>
          <a:xfrm>
            <a:off x="310927" y="3166692"/>
            <a:ext cx="628200" cy="585360"/>
            <a:chOff x="6226304" y="4234266"/>
            <a:chExt cx="628200" cy="58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7658" name="Ink 27657">
                  <a:extLst>
                    <a:ext uri="{FF2B5EF4-FFF2-40B4-BE49-F238E27FC236}">
                      <a16:creationId xmlns:a16="http://schemas.microsoft.com/office/drawing/2014/main" id="{6D4253CF-292C-2E5E-C863-FD83B19D9658}"/>
                    </a:ext>
                  </a:extLst>
                </p14:cNvPr>
                <p14:cNvContentPartPr/>
                <p14:nvPr/>
              </p14:nvContentPartPr>
              <p14:xfrm>
                <a:off x="6414944" y="4348746"/>
                <a:ext cx="229680" cy="314640"/>
              </p14:xfrm>
            </p:contentPart>
          </mc:Choice>
          <mc:Fallback xmlns="">
            <p:pic>
              <p:nvPicPr>
                <p:cNvPr id="27658" name="Ink 27657">
                  <a:extLst>
                    <a:ext uri="{FF2B5EF4-FFF2-40B4-BE49-F238E27FC236}">
                      <a16:creationId xmlns:a16="http://schemas.microsoft.com/office/drawing/2014/main" id="{6D4253CF-292C-2E5E-C863-FD83B19D965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6944" y="4330746"/>
                  <a:ext cx="265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7659" name="Ink 27658">
                  <a:extLst>
                    <a:ext uri="{FF2B5EF4-FFF2-40B4-BE49-F238E27FC236}">
                      <a16:creationId xmlns:a16="http://schemas.microsoft.com/office/drawing/2014/main" id="{1E4490D4-5C1A-58E1-7907-61339518E4BC}"/>
                    </a:ext>
                  </a:extLst>
                </p14:cNvPr>
                <p14:cNvContentPartPr/>
                <p14:nvPr/>
              </p14:nvContentPartPr>
              <p14:xfrm>
                <a:off x="6584864" y="4639266"/>
                <a:ext cx="80640" cy="71640"/>
              </p14:xfrm>
            </p:contentPart>
          </mc:Choice>
          <mc:Fallback xmlns="">
            <p:pic>
              <p:nvPicPr>
                <p:cNvPr id="27659" name="Ink 27658">
                  <a:extLst>
                    <a:ext uri="{FF2B5EF4-FFF2-40B4-BE49-F238E27FC236}">
                      <a16:creationId xmlns:a16="http://schemas.microsoft.com/office/drawing/2014/main" id="{1E4490D4-5C1A-58E1-7907-61339518E4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66783" y="4621266"/>
                  <a:ext cx="116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660" name="Ink 27659">
                  <a:extLst>
                    <a:ext uri="{FF2B5EF4-FFF2-40B4-BE49-F238E27FC236}">
                      <a16:creationId xmlns:a16="http://schemas.microsoft.com/office/drawing/2014/main" id="{4FC7755C-3008-C6D0-1564-831F23255E1F}"/>
                    </a:ext>
                  </a:extLst>
                </p14:cNvPr>
                <p14:cNvContentPartPr/>
                <p14:nvPr/>
              </p14:nvContentPartPr>
              <p14:xfrm>
                <a:off x="6226304" y="4234266"/>
                <a:ext cx="628200" cy="585360"/>
              </p14:xfrm>
            </p:contentPart>
          </mc:Choice>
          <mc:Fallback xmlns="">
            <p:pic>
              <p:nvPicPr>
                <p:cNvPr id="27660" name="Ink 27659">
                  <a:extLst>
                    <a:ext uri="{FF2B5EF4-FFF2-40B4-BE49-F238E27FC236}">
                      <a16:creationId xmlns:a16="http://schemas.microsoft.com/office/drawing/2014/main" id="{4FC7755C-3008-C6D0-1564-831F23255E1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08314" y="4216266"/>
                  <a:ext cx="6638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7661" name="Ink 27660">
                  <a:extLst>
                    <a:ext uri="{FF2B5EF4-FFF2-40B4-BE49-F238E27FC236}">
                      <a16:creationId xmlns:a16="http://schemas.microsoft.com/office/drawing/2014/main" id="{706DF65A-E1C7-7E22-84DE-05842EED4E71}"/>
                    </a:ext>
                  </a:extLst>
                </p14:cNvPr>
                <p14:cNvContentPartPr/>
                <p14:nvPr/>
              </p14:nvContentPartPr>
              <p14:xfrm>
                <a:off x="6266264" y="4471866"/>
                <a:ext cx="191520" cy="337320"/>
              </p14:xfrm>
            </p:contentPart>
          </mc:Choice>
          <mc:Fallback xmlns="">
            <p:pic>
              <p:nvPicPr>
                <p:cNvPr id="27661" name="Ink 27660">
                  <a:extLst>
                    <a:ext uri="{FF2B5EF4-FFF2-40B4-BE49-F238E27FC236}">
                      <a16:creationId xmlns:a16="http://schemas.microsoft.com/office/drawing/2014/main" id="{706DF65A-E1C7-7E22-84DE-05842EED4E7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48230" y="4453866"/>
                  <a:ext cx="227227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5E4FF1F2-3B6F-FEE7-5E5B-623DEACB399B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51EB7188-55DF-719C-1E47-3EA9429C5623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51EB7188-55DF-719C-1E47-3EA9429C56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3298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DA81EA97-9134-A783-F4A1-B9736F738702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DA81EA97-9134-A783-F4A1-B9736F7387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6250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9" name="Group 27668">
            <a:extLst>
              <a:ext uri="{FF2B5EF4-FFF2-40B4-BE49-F238E27FC236}">
                <a16:creationId xmlns:a16="http://schemas.microsoft.com/office/drawing/2014/main" id="{27FFB8D5-4A73-5045-760B-BEE1ABF2DD7F}"/>
              </a:ext>
            </a:extLst>
          </p:cNvPr>
          <p:cNvGrpSpPr/>
          <p:nvPr/>
        </p:nvGrpSpPr>
        <p:grpSpPr>
          <a:xfrm>
            <a:off x="1420087" y="2989572"/>
            <a:ext cx="378360" cy="369360"/>
            <a:chOff x="7335464" y="4057146"/>
            <a:chExt cx="37836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7666" name="Ink 27665">
                  <a:extLst>
                    <a:ext uri="{FF2B5EF4-FFF2-40B4-BE49-F238E27FC236}">
                      <a16:creationId xmlns:a16="http://schemas.microsoft.com/office/drawing/2014/main" id="{C019E076-4332-5802-B7BC-91CD6C773D4A}"/>
                    </a:ext>
                  </a:extLst>
                </p14:cNvPr>
                <p14:cNvContentPartPr/>
                <p14:nvPr/>
              </p14:nvContentPartPr>
              <p14:xfrm>
                <a:off x="7477304" y="4166226"/>
                <a:ext cx="77400" cy="182160"/>
              </p14:xfrm>
            </p:contentPart>
          </mc:Choice>
          <mc:Fallback xmlns="">
            <p:pic>
              <p:nvPicPr>
                <p:cNvPr id="27666" name="Ink 27665">
                  <a:extLst>
                    <a:ext uri="{FF2B5EF4-FFF2-40B4-BE49-F238E27FC236}">
                      <a16:creationId xmlns:a16="http://schemas.microsoft.com/office/drawing/2014/main" id="{C019E076-4332-5802-B7BC-91CD6C773D4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59304" y="4148226"/>
                  <a:ext cx="11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7667" name="Ink 27666">
                  <a:extLst>
                    <a:ext uri="{FF2B5EF4-FFF2-40B4-BE49-F238E27FC236}">
                      <a16:creationId xmlns:a16="http://schemas.microsoft.com/office/drawing/2014/main" id="{359E4F7E-E062-09C7-65F8-B665787070A5}"/>
                    </a:ext>
                  </a:extLst>
                </p14:cNvPr>
                <p14:cNvContentPartPr/>
                <p14:nvPr/>
              </p14:nvContentPartPr>
              <p14:xfrm>
                <a:off x="7341224" y="4057146"/>
                <a:ext cx="372600" cy="361080"/>
              </p14:xfrm>
            </p:contentPart>
          </mc:Choice>
          <mc:Fallback xmlns="">
            <p:pic>
              <p:nvPicPr>
                <p:cNvPr id="27667" name="Ink 27666">
                  <a:extLst>
                    <a:ext uri="{FF2B5EF4-FFF2-40B4-BE49-F238E27FC236}">
                      <a16:creationId xmlns:a16="http://schemas.microsoft.com/office/drawing/2014/main" id="{359E4F7E-E062-09C7-65F8-B665787070A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23224" y="4039146"/>
                  <a:ext cx="408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668" name="Ink 27667">
                  <a:extLst>
                    <a:ext uri="{FF2B5EF4-FFF2-40B4-BE49-F238E27FC236}">
                      <a16:creationId xmlns:a16="http://schemas.microsoft.com/office/drawing/2014/main" id="{7436E7BA-8638-4029-0901-677CF2657A94}"/>
                    </a:ext>
                  </a:extLst>
                </p14:cNvPr>
                <p14:cNvContentPartPr/>
                <p14:nvPr/>
              </p14:nvContentPartPr>
              <p14:xfrm>
                <a:off x="7335464" y="4198626"/>
                <a:ext cx="57600" cy="227880"/>
              </p14:xfrm>
            </p:contentPart>
          </mc:Choice>
          <mc:Fallback xmlns="">
            <p:pic>
              <p:nvPicPr>
                <p:cNvPr id="27668" name="Ink 27667">
                  <a:extLst>
                    <a:ext uri="{FF2B5EF4-FFF2-40B4-BE49-F238E27FC236}">
                      <a16:creationId xmlns:a16="http://schemas.microsoft.com/office/drawing/2014/main" id="{7436E7BA-8638-4029-0901-677CF2657A9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17351" y="4180598"/>
                  <a:ext cx="93464" cy="26357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8" name="Group 27687">
            <a:extLst>
              <a:ext uri="{FF2B5EF4-FFF2-40B4-BE49-F238E27FC236}">
                <a16:creationId xmlns:a16="http://schemas.microsoft.com/office/drawing/2014/main" id="{D3849FDB-4876-DF7A-81B3-F9DDAFC81456}"/>
              </a:ext>
            </a:extLst>
          </p:cNvPr>
          <p:cNvGrpSpPr/>
          <p:nvPr/>
        </p:nvGrpSpPr>
        <p:grpSpPr>
          <a:xfrm>
            <a:off x="2559127" y="4224372"/>
            <a:ext cx="864720" cy="247680"/>
            <a:chOff x="8474504" y="5291946"/>
            <a:chExt cx="86472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7676" name="Ink 27675">
                  <a:extLst>
                    <a:ext uri="{FF2B5EF4-FFF2-40B4-BE49-F238E27FC236}">
                      <a16:creationId xmlns:a16="http://schemas.microsoft.com/office/drawing/2014/main" id="{886A2F80-1B4A-2415-8936-836ED345D3A2}"/>
                    </a:ext>
                  </a:extLst>
                </p14:cNvPr>
                <p14:cNvContentPartPr/>
                <p14:nvPr/>
              </p14:nvContentPartPr>
              <p14:xfrm>
                <a:off x="8474504" y="5411826"/>
                <a:ext cx="15480" cy="127800"/>
              </p14:xfrm>
            </p:contentPart>
          </mc:Choice>
          <mc:Fallback xmlns="">
            <p:pic>
              <p:nvPicPr>
                <p:cNvPr id="27676" name="Ink 27675">
                  <a:extLst>
                    <a:ext uri="{FF2B5EF4-FFF2-40B4-BE49-F238E27FC236}">
                      <a16:creationId xmlns:a16="http://schemas.microsoft.com/office/drawing/2014/main" id="{886A2F80-1B4A-2415-8936-836ED345D3A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56504" y="5393877"/>
                  <a:ext cx="51120" cy="163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7677" name="Ink 27676">
                  <a:extLst>
                    <a:ext uri="{FF2B5EF4-FFF2-40B4-BE49-F238E27FC236}">
                      <a16:creationId xmlns:a16="http://schemas.microsoft.com/office/drawing/2014/main" id="{BF5BA45D-3F17-CB97-246C-3921B9AE4BCA}"/>
                    </a:ext>
                  </a:extLst>
                </p14:cNvPr>
                <p14:cNvContentPartPr/>
                <p14:nvPr/>
              </p14:nvContentPartPr>
              <p14:xfrm>
                <a:off x="8483504" y="5346666"/>
                <a:ext cx="120240" cy="152280"/>
              </p14:xfrm>
            </p:contentPart>
          </mc:Choice>
          <mc:Fallback xmlns="">
            <p:pic>
              <p:nvPicPr>
                <p:cNvPr id="27677" name="Ink 27676">
                  <a:extLst>
                    <a:ext uri="{FF2B5EF4-FFF2-40B4-BE49-F238E27FC236}">
                      <a16:creationId xmlns:a16="http://schemas.microsoft.com/office/drawing/2014/main" id="{BF5BA45D-3F17-CB97-246C-3921B9AE4BC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65504" y="5328708"/>
                  <a:ext cx="155880" cy="1878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7680" name="Ink 27679">
                  <a:extLst>
                    <a:ext uri="{FF2B5EF4-FFF2-40B4-BE49-F238E27FC236}">
                      <a16:creationId xmlns:a16="http://schemas.microsoft.com/office/drawing/2014/main" id="{86FE4818-17F7-16A1-F26B-2C7B950BD810}"/>
                    </a:ext>
                  </a:extLst>
                </p14:cNvPr>
                <p14:cNvContentPartPr/>
                <p14:nvPr/>
              </p14:nvContentPartPr>
              <p14:xfrm>
                <a:off x="8761784" y="5341626"/>
                <a:ext cx="28080" cy="183600"/>
              </p14:xfrm>
            </p:contentPart>
          </mc:Choice>
          <mc:Fallback xmlns="">
            <p:pic>
              <p:nvPicPr>
                <p:cNvPr id="27680" name="Ink 27679">
                  <a:extLst>
                    <a:ext uri="{FF2B5EF4-FFF2-40B4-BE49-F238E27FC236}">
                      <a16:creationId xmlns:a16="http://schemas.microsoft.com/office/drawing/2014/main" id="{86FE4818-17F7-16A1-F26B-2C7B950BD81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43784" y="5323591"/>
                  <a:ext cx="63720" cy="219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681" name="Ink 27680">
                  <a:extLst>
                    <a:ext uri="{FF2B5EF4-FFF2-40B4-BE49-F238E27FC236}">
                      <a16:creationId xmlns:a16="http://schemas.microsoft.com/office/drawing/2014/main" id="{F1CEA50C-D171-FB16-71F3-3E2A46E9B0F2}"/>
                    </a:ext>
                  </a:extLst>
                </p14:cNvPr>
                <p14:cNvContentPartPr/>
                <p14:nvPr/>
              </p14:nvContentPartPr>
              <p14:xfrm>
                <a:off x="8770064" y="5329026"/>
                <a:ext cx="211680" cy="126720"/>
              </p14:xfrm>
            </p:contentPart>
          </mc:Choice>
          <mc:Fallback xmlns="">
            <p:pic>
              <p:nvPicPr>
                <p:cNvPr id="27681" name="Ink 27680">
                  <a:extLst>
                    <a:ext uri="{FF2B5EF4-FFF2-40B4-BE49-F238E27FC236}">
                      <a16:creationId xmlns:a16="http://schemas.microsoft.com/office/drawing/2014/main" id="{F1CEA50C-D171-FB16-71F3-3E2A46E9B0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52064" y="5311026"/>
                  <a:ext cx="247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7682" name="Ink 27681">
                  <a:extLst>
                    <a:ext uri="{FF2B5EF4-FFF2-40B4-BE49-F238E27FC236}">
                      <a16:creationId xmlns:a16="http://schemas.microsoft.com/office/drawing/2014/main" id="{F84321EB-E413-7722-82F4-AA4F3B8B4B03}"/>
                    </a:ext>
                  </a:extLst>
                </p14:cNvPr>
                <p14:cNvContentPartPr/>
                <p14:nvPr/>
              </p14:nvContentPartPr>
              <p14:xfrm>
                <a:off x="9061304" y="5321466"/>
                <a:ext cx="106920" cy="135360"/>
              </p14:xfrm>
            </p:contentPart>
          </mc:Choice>
          <mc:Fallback xmlns="">
            <p:pic>
              <p:nvPicPr>
                <p:cNvPr id="27682" name="Ink 27681">
                  <a:extLst>
                    <a:ext uri="{FF2B5EF4-FFF2-40B4-BE49-F238E27FC236}">
                      <a16:creationId xmlns:a16="http://schemas.microsoft.com/office/drawing/2014/main" id="{F84321EB-E413-7722-82F4-AA4F3B8B4B0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43304" y="5303466"/>
                  <a:ext cx="142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7683" name="Ink 27682">
                  <a:extLst>
                    <a:ext uri="{FF2B5EF4-FFF2-40B4-BE49-F238E27FC236}">
                      <a16:creationId xmlns:a16="http://schemas.microsoft.com/office/drawing/2014/main" id="{97E80C3D-819D-AB55-55A4-672E09C7EFD8}"/>
                    </a:ext>
                  </a:extLst>
                </p14:cNvPr>
                <p14:cNvContentPartPr/>
                <p14:nvPr/>
              </p14:nvContentPartPr>
              <p14:xfrm>
                <a:off x="9269744" y="5291946"/>
                <a:ext cx="69480" cy="230040"/>
              </p14:xfrm>
            </p:contentPart>
          </mc:Choice>
          <mc:Fallback xmlns="">
            <p:pic>
              <p:nvPicPr>
                <p:cNvPr id="27683" name="Ink 27682">
                  <a:extLst>
                    <a:ext uri="{FF2B5EF4-FFF2-40B4-BE49-F238E27FC236}">
                      <a16:creationId xmlns:a16="http://schemas.microsoft.com/office/drawing/2014/main" id="{97E80C3D-819D-AB55-55A4-672E09C7EFD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51744" y="5273946"/>
                  <a:ext cx="105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7" name="Group 27686">
            <a:extLst>
              <a:ext uri="{FF2B5EF4-FFF2-40B4-BE49-F238E27FC236}">
                <a16:creationId xmlns:a16="http://schemas.microsoft.com/office/drawing/2014/main" id="{47A7A772-D55A-5FD5-5081-9B5843F2F37C}"/>
              </a:ext>
            </a:extLst>
          </p:cNvPr>
          <p:cNvGrpSpPr/>
          <p:nvPr/>
        </p:nvGrpSpPr>
        <p:grpSpPr>
          <a:xfrm>
            <a:off x="1573447" y="3995772"/>
            <a:ext cx="315360" cy="318240"/>
            <a:chOff x="7488824" y="5063346"/>
            <a:chExt cx="3153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7684" name="Ink 27683">
                  <a:extLst>
                    <a:ext uri="{FF2B5EF4-FFF2-40B4-BE49-F238E27FC236}">
                      <a16:creationId xmlns:a16="http://schemas.microsoft.com/office/drawing/2014/main" id="{C8DCF2A0-0503-4130-B0CB-58E44FB5A9E1}"/>
                    </a:ext>
                  </a:extLst>
                </p14:cNvPr>
                <p14:cNvContentPartPr/>
                <p14:nvPr/>
              </p14:nvContentPartPr>
              <p14:xfrm>
                <a:off x="7600064" y="5141106"/>
                <a:ext cx="27720" cy="156600"/>
              </p14:xfrm>
            </p:contentPart>
          </mc:Choice>
          <mc:Fallback xmlns="">
            <p:pic>
              <p:nvPicPr>
                <p:cNvPr id="27684" name="Ink 27683">
                  <a:extLst>
                    <a:ext uri="{FF2B5EF4-FFF2-40B4-BE49-F238E27FC236}">
                      <a16:creationId xmlns:a16="http://schemas.microsoft.com/office/drawing/2014/main" id="{C8DCF2A0-0503-4130-B0CB-58E44FB5A9E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81827" y="5123106"/>
                  <a:ext cx="63829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7685" name="Ink 27684">
                  <a:extLst>
                    <a:ext uri="{FF2B5EF4-FFF2-40B4-BE49-F238E27FC236}">
                      <a16:creationId xmlns:a16="http://schemas.microsoft.com/office/drawing/2014/main" id="{B881F692-AB70-7176-3A3B-6F3C891FA4A8}"/>
                    </a:ext>
                  </a:extLst>
                </p14:cNvPr>
                <p14:cNvContentPartPr/>
                <p14:nvPr/>
              </p14:nvContentPartPr>
              <p14:xfrm>
                <a:off x="7524824" y="5063346"/>
                <a:ext cx="279360" cy="318240"/>
              </p14:xfrm>
            </p:contentPart>
          </mc:Choice>
          <mc:Fallback xmlns="">
            <p:pic>
              <p:nvPicPr>
                <p:cNvPr id="27685" name="Ink 27684">
                  <a:extLst>
                    <a:ext uri="{FF2B5EF4-FFF2-40B4-BE49-F238E27FC236}">
                      <a16:creationId xmlns:a16="http://schemas.microsoft.com/office/drawing/2014/main" id="{B881F692-AB70-7176-3A3B-6F3C891FA4A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06824" y="5045366"/>
                  <a:ext cx="315000" cy="3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686" name="Ink 27685">
                  <a:extLst>
                    <a:ext uri="{FF2B5EF4-FFF2-40B4-BE49-F238E27FC236}">
                      <a16:creationId xmlns:a16="http://schemas.microsoft.com/office/drawing/2014/main" id="{C6E9E118-F356-47AD-C531-62740964BABE}"/>
                    </a:ext>
                  </a:extLst>
                </p14:cNvPr>
                <p14:cNvContentPartPr/>
                <p14:nvPr/>
              </p14:nvContentPartPr>
              <p14:xfrm>
                <a:off x="7488824" y="5167386"/>
                <a:ext cx="182880" cy="209160"/>
              </p14:xfrm>
            </p:contentPart>
          </mc:Choice>
          <mc:Fallback xmlns="">
            <p:pic>
              <p:nvPicPr>
                <p:cNvPr id="27686" name="Ink 27685">
                  <a:extLst>
                    <a:ext uri="{FF2B5EF4-FFF2-40B4-BE49-F238E27FC236}">
                      <a16:creationId xmlns:a16="http://schemas.microsoft.com/office/drawing/2014/main" id="{C6E9E118-F356-47AD-C531-62740964BAB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70824" y="5149386"/>
                  <a:ext cx="2185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95" name="Group 27694">
            <a:extLst>
              <a:ext uri="{FF2B5EF4-FFF2-40B4-BE49-F238E27FC236}">
                <a16:creationId xmlns:a16="http://schemas.microsoft.com/office/drawing/2014/main" id="{DCB6F52A-AA96-FA65-6F15-F48903182299}"/>
              </a:ext>
            </a:extLst>
          </p:cNvPr>
          <p:cNvGrpSpPr/>
          <p:nvPr/>
        </p:nvGrpSpPr>
        <p:grpSpPr>
          <a:xfrm>
            <a:off x="3658207" y="4098372"/>
            <a:ext cx="747000" cy="504000"/>
            <a:chOff x="9573584" y="5165946"/>
            <a:chExt cx="7470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689" name="Ink 27688">
                  <a:extLst>
                    <a:ext uri="{FF2B5EF4-FFF2-40B4-BE49-F238E27FC236}">
                      <a16:creationId xmlns:a16="http://schemas.microsoft.com/office/drawing/2014/main" id="{7A63982B-B7EC-B812-0AA2-E2DD63FE4C62}"/>
                    </a:ext>
                  </a:extLst>
                </p14:cNvPr>
                <p14:cNvContentPartPr/>
                <p14:nvPr/>
              </p14:nvContentPartPr>
              <p14:xfrm>
                <a:off x="9761504" y="5377626"/>
                <a:ext cx="126000" cy="196560"/>
              </p14:xfrm>
            </p:contentPart>
          </mc:Choice>
          <mc:Fallback xmlns="">
            <p:pic>
              <p:nvPicPr>
                <p:cNvPr id="27689" name="Ink 27688">
                  <a:extLst>
                    <a:ext uri="{FF2B5EF4-FFF2-40B4-BE49-F238E27FC236}">
                      <a16:creationId xmlns:a16="http://schemas.microsoft.com/office/drawing/2014/main" id="{7A63982B-B7EC-B812-0AA2-E2DD63FE4C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43504" y="5359626"/>
                  <a:ext cx="161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7690" name="Ink 27689">
                  <a:extLst>
                    <a:ext uri="{FF2B5EF4-FFF2-40B4-BE49-F238E27FC236}">
                      <a16:creationId xmlns:a16="http://schemas.microsoft.com/office/drawing/2014/main" id="{1C33F7B3-9E32-DFA8-312F-F5D7E2EFF4CF}"/>
                    </a:ext>
                  </a:extLst>
                </p14:cNvPr>
                <p14:cNvContentPartPr/>
                <p14:nvPr/>
              </p14:nvContentPartPr>
              <p14:xfrm>
                <a:off x="9981464" y="5365386"/>
                <a:ext cx="10800" cy="172080"/>
              </p14:xfrm>
            </p:contentPart>
          </mc:Choice>
          <mc:Fallback xmlns="">
            <p:pic>
              <p:nvPicPr>
                <p:cNvPr id="27690" name="Ink 27689">
                  <a:extLst>
                    <a:ext uri="{FF2B5EF4-FFF2-40B4-BE49-F238E27FC236}">
                      <a16:creationId xmlns:a16="http://schemas.microsoft.com/office/drawing/2014/main" id="{1C33F7B3-9E32-DFA8-312F-F5D7E2EFF4C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63464" y="5347386"/>
                  <a:ext cx="46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691" name="Ink 27690">
                  <a:extLst>
                    <a:ext uri="{FF2B5EF4-FFF2-40B4-BE49-F238E27FC236}">
                      <a16:creationId xmlns:a16="http://schemas.microsoft.com/office/drawing/2014/main" id="{0F38EDF3-E05A-0669-A5B9-608DCAD7A816}"/>
                    </a:ext>
                  </a:extLst>
                </p14:cNvPr>
                <p14:cNvContentPartPr/>
                <p14:nvPr/>
              </p14:nvContentPartPr>
              <p14:xfrm>
                <a:off x="9996944" y="5306346"/>
                <a:ext cx="142200" cy="172080"/>
              </p14:xfrm>
            </p:contentPart>
          </mc:Choice>
          <mc:Fallback xmlns="">
            <p:pic>
              <p:nvPicPr>
                <p:cNvPr id="27691" name="Ink 27690">
                  <a:extLst>
                    <a:ext uri="{FF2B5EF4-FFF2-40B4-BE49-F238E27FC236}">
                      <a16:creationId xmlns:a16="http://schemas.microsoft.com/office/drawing/2014/main" id="{0F38EDF3-E05A-0669-A5B9-608DCAD7A81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78944" y="5288346"/>
                  <a:ext cx="177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692" name="Ink 27691">
                  <a:extLst>
                    <a:ext uri="{FF2B5EF4-FFF2-40B4-BE49-F238E27FC236}">
                      <a16:creationId xmlns:a16="http://schemas.microsoft.com/office/drawing/2014/main" id="{0FF7C86B-0382-CD4A-6EA4-EA6D240C4F46}"/>
                    </a:ext>
                  </a:extLst>
                </p14:cNvPr>
                <p14:cNvContentPartPr/>
                <p14:nvPr/>
              </p14:nvContentPartPr>
              <p14:xfrm>
                <a:off x="9611744" y="5215986"/>
                <a:ext cx="698040" cy="440280"/>
              </p14:xfrm>
            </p:contentPart>
          </mc:Choice>
          <mc:Fallback xmlns="">
            <p:pic>
              <p:nvPicPr>
                <p:cNvPr id="27692" name="Ink 27691">
                  <a:extLst>
                    <a:ext uri="{FF2B5EF4-FFF2-40B4-BE49-F238E27FC236}">
                      <a16:creationId xmlns:a16="http://schemas.microsoft.com/office/drawing/2014/main" id="{0FF7C86B-0382-CD4A-6EA4-EA6D240C4F4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93744" y="5197986"/>
                  <a:ext cx="7336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7693" name="Ink 27692">
                  <a:extLst>
                    <a:ext uri="{FF2B5EF4-FFF2-40B4-BE49-F238E27FC236}">
                      <a16:creationId xmlns:a16="http://schemas.microsoft.com/office/drawing/2014/main" id="{FC9C0626-32E6-E036-FC98-3FAF4467FFCB}"/>
                    </a:ext>
                  </a:extLst>
                </p14:cNvPr>
                <p14:cNvContentPartPr/>
                <p14:nvPr/>
              </p14:nvContentPartPr>
              <p14:xfrm>
                <a:off x="9600224" y="5262426"/>
                <a:ext cx="95040" cy="407520"/>
              </p14:xfrm>
            </p:contentPart>
          </mc:Choice>
          <mc:Fallback xmlns="">
            <p:pic>
              <p:nvPicPr>
                <p:cNvPr id="27693" name="Ink 27692">
                  <a:extLst>
                    <a:ext uri="{FF2B5EF4-FFF2-40B4-BE49-F238E27FC236}">
                      <a16:creationId xmlns:a16="http://schemas.microsoft.com/office/drawing/2014/main" id="{FC9C0626-32E6-E036-FC98-3FAF4467FFC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82224" y="5244426"/>
                  <a:ext cx="1306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694" name="Ink 27693">
                  <a:extLst>
                    <a:ext uri="{FF2B5EF4-FFF2-40B4-BE49-F238E27FC236}">
                      <a16:creationId xmlns:a16="http://schemas.microsoft.com/office/drawing/2014/main" id="{C35674F8-DD8D-1A31-B3C9-21BD18C70889}"/>
                    </a:ext>
                  </a:extLst>
                </p14:cNvPr>
                <p14:cNvContentPartPr/>
                <p14:nvPr/>
              </p14:nvContentPartPr>
              <p14:xfrm>
                <a:off x="9573584" y="5165946"/>
                <a:ext cx="747000" cy="112320"/>
              </p14:xfrm>
            </p:contentPart>
          </mc:Choice>
          <mc:Fallback xmlns="">
            <p:pic>
              <p:nvPicPr>
                <p:cNvPr id="27694" name="Ink 27693">
                  <a:extLst>
                    <a:ext uri="{FF2B5EF4-FFF2-40B4-BE49-F238E27FC236}">
                      <a16:creationId xmlns:a16="http://schemas.microsoft.com/office/drawing/2014/main" id="{C35674F8-DD8D-1A31-B3C9-21BD18C7088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55593" y="5147946"/>
                  <a:ext cx="782623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06" name="Group 27705">
            <a:extLst>
              <a:ext uri="{FF2B5EF4-FFF2-40B4-BE49-F238E27FC236}">
                <a16:creationId xmlns:a16="http://schemas.microsoft.com/office/drawing/2014/main" id="{B1C43D81-F0BF-3826-3364-C3A014DEFEF3}"/>
              </a:ext>
            </a:extLst>
          </p:cNvPr>
          <p:cNvGrpSpPr/>
          <p:nvPr/>
        </p:nvGrpSpPr>
        <p:grpSpPr>
          <a:xfrm>
            <a:off x="2437087" y="2772492"/>
            <a:ext cx="2006640" cy="694800"/>
            <a:chOff x="8352464" y="3840066"/>
            <a:chExt cx="200664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670" name="Ink 27669">
                  <a:extLst>
                    <a:ext uri="{FF2B5EF4-FFF2-40B4-BE49-F238E27FC236}">
                      <a16:creationId xmlns:a16="http://schemas.microsoft.com/office/drawing/2014/main" id="{5E39D7A9-7305-32FC-05E2-B6B92CB426FC}"/>
                    </a:ext>
                  </a:extLst>
                </p14:cNvPr>
                <p14:cNvContentPartPr/>
                <p14:nvPr/>
              </p14:nvContentPartPr>
              <p14:xfrm>
                <a:off x="8352464" y="4375026"/>
                <a:ext cx="62280" cy="159840"/>
              </p14:xfrm>
            </p:contentPart>
          </mc:Choice>
          <mc:Fallback xmlns="">
            <p:pic>
              <p:nvPicPr>
                <p:cNvPr id="27670" name="Ink 27669">
                  <a:extLst>
                    <a:ext uri="{FF2B5EF4-FFF2-40B4-BE49-F238E27FC236}">
                      <a16:creationId xmlns:a16="http://schemas.microsoft.com/office/drawing/2014/main" id="{5E39D7A9-7305-32FC-05E2-B6B92CB426F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34464" y="4357026"/>
                  <a:ext cx="97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671" name="Ink 27670">
                  <a:extLst>
                    <a:ext uri="{FF2B5EF4-FFF2-40B4-BE49-F238E27FC236}">
                      <a16:creationId xmlns:a16="http://schemas.microsoft.com/office/drawing/2014/main" id="{B74D4828-7BD4-5D07-4EF1-DF9CD9F2EB8E}"/>
                    </a:ext>
                  </a:extLst>
                </p14:cNvPr>
                <p14:cNvContentPartPr/>
                <p14:nvPr/>
              </p14:nvContentPartPr>
              <p14:xfrm>
                <a:off x="8358584" y="4330026"/>
                <a:ext cx="135720" cy="119520"/>
              </p14:xfrm>
            </p:contentPart>
          </mc:Choice>
          <mc:Fallback xmlns="">
            <p:pic>
              <p:nvPicPr>
                <p:cNvPr id="27671" name="Ink 27670">
                  <a:extLst>
                    <a:ext uri="{FF2B5EF4-FFF2-40B4-BE49-F238E27FC236}">
                      <a16:creationId xmlns:a16="http://schemas.microsoft.com/office/drawing/2014/main" id="{B74D4828-7BD4-5D07-4EF1-DF9CD9F2EB8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40584" y="4311972"/>
                  <a:ext cx="171360" cy="1552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672" name="Ink 27671">
                  <a:extLst>
                    <a:ext uri="{FF2B5EF4-FFF2-40B4-BE49-F238E27FC236}">
                      <a16:creationId xmlns:a16="http://schemas.microsoft.com/office/drawing/2014/main" id="{03BFD042-F0E4-537D-42DA-12BF985EC5A5}"/>
                    </a:ext>
                  </a:extLst>
                </p14:cNvPr>
                <p14:cNvContentPartPr/>
                <p14:nvPr/>
              </p14:nvContentPartPr>
              <p14:xfrm>
                <a:off x="8579264" y="4362786"/>
                <a:ext cx="20160" cy="126360"/>
              </p14:xfrm>
            </p:contentPart>
          </mc:Choice>
          <mc:Fallback xmlns="">
            <p:pic>
              <p:nvPicPr>
                <p:cNvPr id="27672" name="Ink 27671">
                  <a:extLst>
                    <a:ext uri="{FF2B5EF4-FFF2-40B4-BE49-F238E27FC236}">
                      <a16:creationId xmlns:a16="http://schemas.microsoft.com/office/drawing/2014/main" id="{03BFD042-F0E4-537D-42DA-12BF985EC5A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61264" y="4344786"/>
                  <a:ext cx="5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7673" name="Ink 27672">
                  <a:extLst>
                    <a:ext uri="{FF2B5EF4-FFF2-40B4-BE49-F238E27FC236}">
                      <a16:creationId xmlns:a16="http://schemas.microsoft.com/office/drawing/2014/main" id="{335C31CC-90CB-D833-09E0-113291552202}"/>
                    </a:ext>
                  </a:extLst>
                </p14:cNvPr>
                <p14:cNvContentPartPr/>
                <p14:nvPr/>
              </p14:nvContentPartPr>
              <p14:xfrm>
                <a:off x="8621024" y="4305186"/>
                <a:ext cx="205560" cy="118080"/>
              </p14:xfrm>
            </p:contentPart>
          </mc:Choice>
          <mc:Fallback xmlns="">
            <p:pic>
              <p:nvPicPr>
                <p:cNvPr id="27673" name="Ink 27672">
                  <a:extLst>
                    <a:ext uri="{FF2B5EF4-FFF2-40B4-BE49-F238E27FC236}">
                      <a16:creationId xmlns:a16="http://schemas.microsoft.com/office/drawing/2014/main" id="{335C31CC-90CB-D833-09E0-11329155220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03024" y="4287186"/>
                  <a:ext cx="241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7674" name="Ink 27673">
                  <a:extLst>
                    <a:ext uri="{FF2B5EF4-FFF2-40B4-BE49-F238E27FC236}">
                      <a16:creationId xmlns:a16="http://schemas.microsoft.com/office/drawing/2014/main" id="{BB823CB5-CFB2-32AD-8E72-4F7848FBADA7}"/>
                    </a:ext>
                  </a:extLst>
                </p14:cNvPr>
                <p14:cNvContentPartPr/>
                <p14:nvPr/>
              </p14:nvContentPartPr>
              <p14:xfrm>
                <a:off x="8914064" y="4291506"/>
                <a:ext cx="83880" cy="123480"/>
              </p14:xfrm>
            </p:contentPart>
          </mc:Choice>
          <mc:Fallback xmlns="">
            <p:pic>
              <p:nvPicPr>
                <p:cNvPr id="27674" name="Ink 27673">
                  <a:extLst>
                    <a:ext uri="{FF2B5EF4-FFF2-40B4-BE49-F238E27FC236}">
                      <a16:creationId xmlns:a16="http://schemas.microsoft.com/office/drawing/2014/main" id="{BB823CB5-CFB2-32AD-8E72-4F7848FBADA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96064" y="4273506"/>
                  <a:ext cx="119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675" name="Ink 27674">
                  <a:extLst>
                    <a:ext uri="{FF2B5EF4-FFF2-40B4-BE49-F238E27FC236}">
                      <a16:creationId xmlns:a16="http://schemas.microsoft.com/office/drawing/2014/main" id="{76EB26AB-9793-9C46-A721-FC971E2A0815}"/>
                    </a:ext>
                  </a:extLst>
                </p14:cNvPr>
                <p14:cNvContentPartPr/>
                <p14:nvPr/>
              </p14:nvContentPartPr>
              <p14:xfrm>
                <a:off x="9087944" y="4231026"/>
                <a:ext cx="96840" cy="214920"/>
              </p14:xfrm>
            </p:contentPart>
          </mc:Choice>
          <mc:Fallback xmlns="">
            <p:pic>
              <p:nvPicPr>
                <p:cNvPr id="27675" name="Ink 27674">
                  <a:extLst>
                    <a:ext uri="{FF2B5EF4-FFF2-40B4-BE49-F238E27FC236}">
                      <a16:creationId xmlns:a16="http://schemas.microsoft.com/office/drawing/2014/main" id="{76EB26AB-9793-9C46-A721-FC971E2A081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69944" y="4213026"/>
                  <a:ext cx="132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696" name="Ink 27695">
                  <a:extLst>
                    <a:ext uri="{FF2B5EF4-FFF2-40B4-BE49-F238E27FC236}">
                      <a16:creationId xmlns:a16="http://schemas.microsoft.com/office/drawing/2014/main" id="{03122F57-F589-14B3-C6D6-88ED720CA997}"/>
                    </a:ext>
                  </a:extLst>
                </p14:cNvPr>
                <p14:cNvContentPartPr/>
                <p14:nvPr/>
              </p14:nvContentPartPr>
              <p14:xfrm>
                <a:off x="9560984" y="4151466"/>
                <a:ext cx="134640" cy="195480"/>
              </p14:xfrm>
            </p:contentPart>
          </mc:Choice>
          <mc:Fallback xmlns="">
            <p:pic>
              <p:nvPicPr>
                <p:cNvPr id="27696" name="Ink 27695">
                  <a:extLst>
                    <a:ext uri="{FF2B5EF4-FFF2-40B4-BE49-F238E27FC236}">
                      <a16:creationId xmlns:a16="http://schemas.microsoft.com/office/drawing/2014/main" id="{03122F57-F589-14B3-C6D6-88ED720CA99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542984" y="4133466"/>
                  <a:ext cx="170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697" name="Ink 27696">
                  <a:extLst>
                    <a:ext uri="{FF2B5EF4-FFF2-40B4-BE49-F238E27FC236}">
                      <a16:creationId xmlns:a16="http://schemas.microsoft.com/office/drawing/2014/main" id="{DC36F67B-4310-D176-2739-62505A21F07E}"/>
                    </a:ext>
                  </a:extLst>
                </p14:cNvPr>
                <p14:cNvContentPartPr/>
                <p14:nvPr/>
              </p14:nvContentPartPr>
              <p14:xfrm>
                <a:off x="9821624" y="4101066"/>
                <a:ext cx="53280" cy="192240"/>
              </p14:xfrm>
            </p:contentPart>
          </mc:Choice>
          <mc:Fallback xmlns="">
            <p:pic>
              <p:nvPicPr>
                <p:cNvPr id="27697" name="Ink 27696">
                  <a:extLst>
                    <a:ext uri="{FF2B5EF4-FFF2-40B4-BE49-F238E27FC236}">
                      <a16:creationId xmlns:a16="http://schemas.microsoft.com/office/drawing/2014/main" id="{DC36F67B-4310-D176-2739-62505A21F0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803745" y="4083066"/>
                  <a:ext cx="88681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7698" name="Ink 27697">
                  <a:extLst>
                    <a:ext uri="{FF2B5EF4-FFF2-40B4-BE49-F238E27FC236}">
                      <a16:creationId xmlns:a16="http://schemas.microsoft.com/office/drawing/2014/main" id="{ACE379ED-B571-9B5A-8E9C-C604191C6ED6}"/>
                    </a:ext>
                  </a:extLst>
                </p14:cNvPr>
                <p14:cNvContentPartPr/>
                <p14:nvPr/>
              </p14:nvContentPartPr>
              <p14:xfrm>
                <a:off x="9806864" y="4065426"/>
                <a:ext cx="106920" cy="65880"/>
              </p14:xfrm>
            </p:contentPart>
          </mc:Choice>
          <mc:Fallback xmlns="">
            <p:pic>
              <p:nvPicPr>
                <p:cNvPr id="27698" name="Ink 27697">
                  <a:extLst>
                    <a:ext uri="{FF2B5EF4-FFF2-40B4-BE49-F238E27FC236}">
                      <a16:creationId xmlns:a16="http://schemas.microsoft.com/office/drawing/2014/main" id="{ACE379ED-B571-9B5A-8E9C-C604191C6ED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788864" y="4047426"/>
                  <a:ext cx="142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7699" name="Ink 27698">
                  <a:extLst>
                    <a:ext uri="{FF2B5EF4-FFF2-40B4-BE49-F238E27FC236}">
                      <a16:creationId xmlns:a16="http://schemas.microsoft.com/office/drawing/2014/main" id="{754FA273-6F1E-A128-C209-B765BD986AA3}"/>
                    </a:ext>
                  </a:extLst>
                </p14:cNvPr>
                <p14:cNvContentPartPr/>
                <p14:nvPr/>
              </p14:nvContentPartPr>
              <p14:xfrm>
                <a:off x="9878504" y="4151466"/>
                <a:ext cx="86400" cy="63720"/>
              </p14:xfrm>
            </p:contentPart>
          </mc:Choice>
          <mc:Fallback xmlns="">
            <p:pic>
              <p:nvPicPr>
                <p:cNvPr id="27699" name="Ink 27698">
                  <a:extLst>
                    <a:ext uri="{FF2B5EF4-FFF2-40B4-BE49-F238E27FC236}">
                      <a16:creationId xmlns:a16="http://schemas.microsoft.com/office/drawing/2014/main" id="{754FA273-6F1E-A128-C209-B765BD986AA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60504" y="4133466"/>
                  <a:ext cx="122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7700" name="Ink 27699">
                  <a:extLst>
                    <a:ext uri="{FF2B5EF4-FFF2-40B4-BE49-F238E27FC236}">
                      <a16:creationId xmlns:a16="http://schemas.microsoft.com/office/drawing/2014/main" id="{2FB68181-076A-227E-A3EA-1D235DA4BDF3}"/>
                    </a:ext>
                  </a:extLst>
                </p14:cNvPr>
                <p14:cNvContentPartPr/>
                <p14:nvPr/>
              </p14:nvContentPartPr>
              <p14:xfrm>
                <a:off x="10038344" y="4071546"/>
                <a:ext cx="33480" cy="144000"/>
              </p14:xfrm>
            </p:contentPart>
          </mc:Choice>
          <mc:Fallback xmlns="">
            <p:pic>
              <p:nvPicPr>
                <p:cNvPr id="27700" name="Ink 27699">
                  <a:extLst>
                    <a:ext uri="{FF2B5EF4-FFF2-40B4-BE49-F238E27FC236}">
                      <a16:creationId xmlns:a16="http://schemas.microsoft.com/office/drawing/2014/main" id="{2FB68181-076A-227E-A3EA-1D235DA4BDF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020344" y="4053546"/>
                  <a:ext cx="69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701" name="Ink 27700">
                  <a:extLst>
                    <a:ext uri="{FF2B5EF4-FFF2-40B4-BE49-F238E27FC236}">
                      <a16:creationId xmlns:a16="http://schemas.microsoft.com/office/drawing/2014/main" id="{B620C449-5145-5C3E-C812-498ED58B4915}"/>
                    </a:ext>
                  </a:extLst>
                </p14:cNvPr>
                <p14:cNvContentPartPr/>
                <p14:nvPr/>
              </p14:nvContentPartPr>
              <p14:xfrm>
                <a:off x="10031144" y="4022586"/>
                <a:ext cx="77040" cy="79560"/>
              </p14:xfrm>
            </p:contentPart>
          </mc:Choice>
          <mc:Fallback xmlns="">
            <p:pic>
              <p:nvPicPr>
                <p:cNvPr id="27701" name="Ink 27700">
                  <a:extLst>
                    <a:ext uri="{FF2B5EF4-FFF2-40B4-BE49-F238E27FC236}">
                      <a16:creationId xmlns:a16="http://schemas.microsoft.com/office/drawing/2014/main" id="{B620C449-5145-5C3E-C812-498ED58B491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13144" y="4004586"/>
                  <a:ext cx="112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7702" name="Ink 27701">
                  <a:extLst>
                    <a:ext uri="{FF2B5EF4-FFF2-40B4-BE49-F238E27FC236}">
                      <a16:creationId xmlns:a16="http://schemas.microsoft.com/office/drawing/2014/main" id="{07BAD0AA-291D-5D76-AFB7-43AD3040CC85}"/>
                    </a:ext>
                  </a:extLst>
                </p14:cNvPr>
                <p14:cNvContentPartPr/>
                <p14:nvPr/>
              </p14:nvContentPartPr>
              <p14:xfrm>
                <a:off x="10085504" y="4105026"/>
                <a:ext cx="69840" cy="33120"/>
              </p14:xfrm>
            </p:contentPart>
          </mc:Choice>
          <mc:Fallback xmlns="">
            <p:pic>
              <p:nvPicPr>
                <p:cNvPr id="27702" name="Ink 27701">
                  <a:extLst>
                    <a:ext uri="{FF2B5EF4-FFF2-40B4-BE49-F238E27FC236}">
                      <a16:creationId xmlns:a16="http://schemas.microsoft.com/office/drawing/2014/main" id="{07BAD0AA-291D-5D76-AFB7-43AD3040CC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067411" y="4087026"/>
                  <a:ext cx="105665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7703" name="Ink 27702">
                  <a:extLst>
                    <a:ext uri="{FF2B5EF4-FFF2-40B4-BE49-F238E27FC236}">
                      <a16:creationId xmlns:a16="http://schemas.microsoft.com/office/drawing/2014/main" id="{075F0391-710A-224A-7D65-8798ACC4C130}"/>
                    </a:ext>
                  </a:extLst>
                </p14:cNvPr>
                <p14:cNvContentPartPr/>
                <p14:nvPr/>
              </p14:nvContentPartPr>
              <p14:xfrm>
                <a:off x="9468824" y="3840066"/>
                <a:ext cx="890280" cy="601200"/>
              </p14:xfrm>
            </p:contentPart>
          </mc:Choice>
          <mc:Fallback xmlns="">
            <p:pic>
              <p:nvPicPr>
                <p:cNvPr id="27703" name="Ink 27702">
                  <a:extLst>
                    <a:ext uri="{FF2B5EF4-FFF2-40B4-BE49-F238E27FC236}">
                      <a16:creationId xmlns:a16="http://schemas.microsoft.com/office/drawing/2014/main" id="{075F0391-710A-224A-7D65-8798ACC4C13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50824" y="3822066"/>
                  <a:ext cx="925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7704" name="Ink 27703">
                  <a:extLst>
                    <a:ext uri="{FF2B5EF4-FFF2-40B4-BE49-F238E27FC236}">
                      <a16:creationId xmlns:a16="http://schemas.microsoft.com/office/drawing/2014/main" id="{252ADD5E-E8C0-53C4-7551-5DB24344A835}"/>
                    </a:ext>
                  </a:extLst>
                </p14:cNvPr>
                <p14:cNvContentPartPr/>
                <p14:nvPr/>
              </p14:nvContentPartPr>
              <p14:xfrm>
                <a:off x="9441824" y="4048146"/>
                <a:ext cx="85320" cy="392760"/>
              </p14:xfrm>
            </p:contentPart>
          </mc:Choice>
          <mc:Fallback xmlns="">
            <p:pic>
              <p:nvPicPr>
                <p:cNvPr id="27704" name="Ink 27703">
                  <a:extLst>
                    <a:ext uri="{FF2B5EF4-FFF2-40B4-BE49-F238E27FC236}">
                      <a16:creationId xmlns:a16="http://schemas.microsoft.com/office/drawing/2014/main" id="{252ADD5E-E8C0-53C4-7551-5DB24344A83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23900" y="4030146"/>
                  <a:ext cx="12081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7705" name="Ink 27704">
                  <a:extLst>
                    <a:ext uri="{FF2B5EF4-FFF2-40B4-BE49-F238E27FC236}">
                      <a16:creationId xmlns:a16="http://schemas.microsoft.com/office/drawing/2014/main" id="{B9533CA5-262E-9492-CA26-6AE3FA8E8463}"/>
                    </a:ext>
                  </a:extLst>
                </p14:cNvPr>
                <p14:cNvContentPartPr/>
                <p14:nvPr/>
              </p14:nvContentPartPr>
              <p14:xfrm>
                <a:off x="9374144" y="3854466"/>
                <a:ext cx="845280" cy="235800"/>
              </p14:xfrm>
            </p:contentPart>
          </mc:Choice>
          <mc:Fallback xmlns="">
            <p:pic>
              <p:nvPicPr>
                <p:cNvPr id="27705" name="Ink 27704">
                  <a:extLst>
                    <a:ext uri="{FF2B5EF4-FFF2-40B4-BE49-F238E27FC236}">
                      <a16:creationId xmlns:a16="http://schemas.microsoft.com/office/drawing/2014/main" id="{B9533CA5-262E-9492-CA26-6AE3FA8E846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356144" y="3836466"/>
                  <a:ext cx="8809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2" name="Group 27711">
            <a:extLst>
              <a:ext uri="{FF2B5EF4-FFF2-40B4-BE49-F238E27FC236}">
                <a16:creationId xmlns:a16="http://schemas.microsoft.com/office/drawing/2014/main" id="{B3AAEA54-FF2C-7C20-3B77-75799EBD72D3}"/>
              </a:ext>
            </a:extLst>
          </p:cNvPr>
          <p:cNvGrpSpPr/>
          <p:nvPr/>
        </p:nvGrpSpPr>
        <p:grpSpPr>
          <a:xfrm>
            <a:off x="2276527" y="2406012"/>
            <a:ext cx="541080" cy="198000"/>
            <a:chOff x="8191904" y="3473586"/>
            <a:chExt cx="54108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7707" name="Ink 27706">
                  <a:extLst>
                    <a:ext uri="{FF2B5EF4-FFF2-40B4-BE49-F238E27FC236}">
                      <a16:creationId xmlns:a16="http://schemas.microsoft.com/office/drawing/2014/main" id="{78D84094-B373-B36C-F999-4F5AF0040CAD}"/>
                    </a:ext>
                  </a:extLst>
                </p14:cNvPr>
                <p14:cNvContentPartPr/>
                <p14:nvPr/>
              </p14:nvContentPartPr>
              <p14:xfrm>
                <a:off x="8191904" y="3486906"/>
                <a:ext cx="151560" cy="165240"/>
              </p14:xfrm>
            </p:contentPart>
          </mc:Choice>
          <mc:Fallback xmlns="">
            <p:pic>
              <p:nvPicPr>
                <p:cNvPr id="27707" name="Ink 27706">
                  <a:extLst>
                    <a:ext uri="{FF2B5EF4-FFF2-40B4-BE49-F238E27FC236}">
                      <a16:creationId xmlns:a16="http://schemas.microsoft.com/office/drawing/2014/main" id="{78D84094-B373-B36C-F999-4F5AF0040CA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173947" y="3468867"/>
                  <a:ext cx="187116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708" name="Ink 27707">
                  <a:extLst>
                    <a:ext uri="{FF2B5EF4-FFF2-40B4-BE49-F238E27FC236}">
                      <a16:creationId xmlns:a16="http://schemas.microsoft.com/office/drawing/2014/main" id="{8B7CDDC3-396D-0AE5-6FB7-E42ED0E23DAD}"/>
                    </a:ext>
                  </a:extLst>
                </p14:cNvPr>
                <p14:cNvContentPartPr/>
                <p14:nvPr/>
              </p14:nvContentPartPr>
              <p14:xfrm>
                <a:off x="8479184" y="3574386"/>
                <a:ext cx="36360" cy="97200"/>
              </p14:xfrm>
            </p:contentPart>
          </mc:Choice>
          <mc:Fallback xmlns="">
            <p:pic>
              <p:nvPicPr>
                <p:cNvPr id="27708" name="Ink 27707">
                  <a:extLst>
                    <a:ext uri="{FF2B5EF4-FFF2-40B4-BE49-F238E27FC236}">
                      <a16:creationId xmlns:a16="http://schemas.microsoft.com/office/drawing/2014/main" id="{8B7CDDC3-396D-0AE5-6FB7-E42ED0E23DA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61184" y="3556386"/>
                  <a:ext cx="72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7709" name="Ink 27708">
                  <a:extLst>
                    <a:ext uri="{FF2B5EF4-FFF2-40B4-BE49-F238E27FC236}">
                      <a16:creationId xmlns:a16="http://schemas.microsoft.com/office/drawing/2014/main" id="{323F1DFE-D55A-CCE9-06E6-1EACCF182C33}"/>
                    </a:ext>
                  </a:extLst>
                </p14:cNvPr>
                <p14:cNvContentPartPr/>
                <p14:nvPr/>
              </p14:nvContentPartPr>
              <p14:xfrm>
                <a:off x="8458664" y="3535866"/>
                <a:ext cx="117720" cy="126000"/>
              </p14:xfrm>
            </p:contentPart>
          </mc:Choice>
          <mc:Fallback xmlns="">
            <p:pic>
              <p:nvPicPr>
                <p:cNvPr id="27709" name="Ink 27708">
                  <a:extLst>
                    <a:ext uri="{FF2B5EF4-FFF2-40B4-BE49-F238E27FC236}">
                      <a16:creationId xmlns:a16="http://schemas.microsoft.com/office/drawing/2014/main" id="{323F1DFE-D55A-CCE9-06E6-1EACCF182C3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40664" y="3517866"/>
                  <a:ext cx="153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710" name="Ink 27709">
                  <a:extLst>
                    <a:ext uri="{FF2B5EF4-FFF2-40B4-BE49-F238E27FC236}">
                      <a16:creationId xmlns:a16="http://schemas.microsoft.com/office/drawing/2014/main" id="{3C47231C-D621-7894-B988-171CF4D10505}"/>
                    </a:ext>
                  </a:extLst>
                </p14:cNvPr>
                <p14:cNvContentPartPr/>
                <p14:nvPr/>
              </p14:nvContentPartPr>
              <p14:xfrm>
                <a:off x="8612024" y="3532266"/>
                <a:ext cx="70560" cy="104760"/>
              </p14:xfrm>
            </p:contentPart>
          </mc:Choice>
          <mc:Fallback xmlns="">
            <p:pic>
              <p:nvPicPr>
                <p:cNvPr id="27710" name="Ink 27709">
                  <a:extLst>
                    <a:ext uri="{FF2B5EF4-FFF2-40B4-BE49-F238E27FC236}">
                      <a16:creationId xmlns:a16="http://schemas.microsoft.com/office/drawing/2014/main" id="{3C47231C-D621-7894-B988-171CF4D1050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94024" y="3514266"/>
                  <a:ext cx="106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711" name="Ink 27710">
                  <a:extLst>
                    <a:ext uri="{FF2B5EF4-FFF2-40B4-BE49-F238E27FC236}">
                      <a16:creationId xmlns:a16="http://schemas.microsoft.com/office/drawing/2014/main" id="{1C88065E-763C-4918-CA84-3E1D79F6775E}"/>
                    </a:ext>
                  </a:extLst>
                </p14:cNvPr>
                <p14:cNvContentPartPr/>
                <p14:nvPr/>
              </p14:nvContentPartPr>
              <p14:xfrm>
                <a:off x="8642624" y="3473586"/>
                <a:ext cx="90360" cy="145440"/>
              </p14:xfrm>
            </p:contentPart>
          </mc:Choice>
          <mc:Fallback xmlns="">
            <p:pic>
              <p:nvPicPr>
                <p:cNvPr id="27711" name="Ink 27710">
                  <a:extLst>
                    <a:ext uri="{FF2B5EF4-FFF2-40B4-BE49-F238E27FC236}">
                      <a16:creationId xmlns:a16="http://schemas.microsoft.com/office/drawing/2014/main" id="{1C88065E-763C-4918-CA84-3E1D79F6775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24624" y="3455586"/>
                  <a:ext cx="1260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A994460C-39CC-DCF8-4583-9B1E44580C1A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F1B7A947-3668-52D0-CE5D-8C3F556A32F8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F1B7A947-3668-52D0-CE5D-8C3F556A32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54304" y="289326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A2E5042A-1DE5-BDE9-E8CC-738525E304D4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A2E5042A-1DE5-BDE9-E8CC-738525E304D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793264" y="3051082"/>
                  <a:ext cx="1134720" cy="82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7E8B2BE1-AF63-7D0D-34EF-D1B941EFA4D6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7E8B2BE1-AF63-7D0D-34EF-D1B941EFA4D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628384" y="308478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2946EBBC-CF02-DD50-EB6B-6A913D7E6EA5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DBB62AEC-1BC5-5A0C-8A89-3F8F99544A55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DBB62AEC-1BC5-5A0C-8A89-3F8F99544A5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953996" y="1716426"/>
                  <a:ext cx="267895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32AB9326-1DAD-6C2C-16D4-1A90A621746E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32AB9326-1DAD-6C2C-16D4-1A90A621746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75468" y="1672866"/>
                  <a:ext cx="213912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B78870-4F4F-9CBC-9FAE-6D6BE9D0F8BC}"/>
                  </a:ext>
                </a:extLst>
              </p14:cNvPr>
              <p14:cNvContentPartPr/>
              <p14:nvPr/>
            </p14:nvContentPartPr>
            <p14:xfrm>
              <a:off x="4639784" y="1378746"/>
              <a:ext cx="106200" cy="457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B78870-4F4F-9CBC-9FAE-6D6BE9D0F8B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1784" y="1361106"/>
                <a:ext cx="141840" cy="46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4812EC9-7555-9CBB-94F5-AFBD641DF828}"/>
                  </a:ext>
                </a:extLst>
              </p14:cNvPr>
              <p14:cNvContentPartPr/>
              <p14:nvPr/>
            </p14:nvContentPartPr>
            <p14:xfrm>
              <a:off x="2046704" y="2269026"/>
              <a:ext cx="1453680" cy="3367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4812EC9-7555-9CBB-94F5-AFBD641DF82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992704" y="2161026"/>
                <a:ext cx="1561320" cy="358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30" name="Group 27729">
            <a:extLst>
              <a:ext uri="{FF2B5EF4-FFF2-40B4-BE49-F238E27FC236}">
                <a16:creationId xmlns:a16="http://schemas.microsoft.com/office/drawing/2014/main" id="{385052EB-F2BE-2D7F-12A6-3400C9DA3BF5}"/>
              </a:ext>
            </a:extLst>
          </p:cNvPr>
          <p:cNvGrpSpPr/>
          <p:nvPr/>
        </p:nvGrpSpPr>
        <p:grpSpPr>
          <a:xfrm>
            <a:off x="5317664" y="1917306"/>
            <a:ext cx="648000" cy="692280"/>
            <a:chOff x="5317664" y="1917306"/>
            <a:chExt cx="648000" cy="69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09B9B0E-CF2B-323D-A124-2057D3D7D07D}"/>
                    </a:ext>
                  </a:extLst>
                </p14:cNvPr>
                <p14:cNvContentPartPr/>
                <p14:nvPr/>
              </p14:nvContentPartPr>
              <p14:xfrm>
                <a:off x="5438984" y="2346066"/>
                <a:ext cx="83160" cy="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09B9B0E-CF2B-323D-A124-2057D3D7D07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20984" y="2328066"/>
                  <a:ext cx="118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A3595AE-36D2-5725-2EA1-0B23ED3FBB56}"/>
                    </a:ext>
                  </a:extLst>
                </p14:cNvPr>
                <p14:cNvContentPartPr/>
                <p14:nvPr/>
              </p14:nvContentPartPr>
              <p14:xfrm>
                <a:off x="5317664" y="1917306"/>
                <a:ext cx="218160" cy="19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A3595AE-36D2-5725-2EA1-0B23ED3FBB5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00024" y="1899666"/>
                  <a:ext cx="2538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0E6F544-348F-2E0B-B973-F015A5708BB3}"/>
                    </a:ext>
                  </a:extLst>
                </p14:cNvPr>
                <p14:cNvContentPartPr/>
                <p14:nvPr/>
              </p14:nvContentPartPr>
              <p14:xfrm>
                <a:off x="5660744" y="2060226"/>
                <a:ext cx="41040" cy="137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0E6F544-348F-2E0B-B973-F015A5708BB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42744" y="2042586"/>
                  <a:ext cx="76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EB4DD7B-7096-E958-86B4-EBEDFE4486F2}"/>
                    </a:ext>
                  </a:extLst>
                </p14:cNvPr>
                <p14:cNvContentPartPr/>
                <p14:nvPr/>
              </p14:nvContentPartPr>
              <p14:xfrm>
                <a:off x="5693864" y="2067426"/>
                <a:ext cx="64440" cy="132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EB4DD7B-7096-E958-86B4-EBEDFE4486F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675864" y="2049426"/>
                  <a:ext cx="100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E2AECF0-7075-C0F7-8581-7269CC9FF4B6}"/>
                    </a:ext>
                  </a:extLst>
                </p14:cNvPr>
                <p14:cNvContentPartPr/>
                <p14:nvPr/>
              </p14:nvContentPartPr>
              <p14:xfrm>
                <a:off x="5844344" y="2051586"/>
                <a:ext cx="18720" cy="155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2AECF0-7075-C0F7-8581-7269CC9FF4B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26344" y="2033586"/>
                  <a:ext cx="54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7649" name="Ink 27648">
                  <a:extLst>
                    <a:ext uri="{FF2B5EF4-FFF2-40B4-BE49-F238E27FC236}">
                      <a16:creationId xmlns:a16="http://schemas.microsoft.com/office/drawing/2014/main" id="{0E1CB464-BC20-4499-4C4E-C736ECF8556D}"/>
                    </a:ext>
                  </a:extLst>
                </p14:cNvPr>
                <p14:cNvContentPartPr/>
                <p14:nvPr/>
              </p14:nvContentPartPr>
              <p14:xfrm>
                <a:off x="5859824" y="2042586"/>
                <a:ext cx="105840" cy="129240"/>
              </p14:xfrm>
            </p:contentPart>
          </mc:Choice>
          <mc:Fallback xmlns="">
            <p:pic>
              <p:nvPicPr>
                <p:cNvPr id="27649" name="Ink 27648">
                  <a:extLst>
                    <a:ext uri="{FF2B5EF4-FFF2-40B4-BE49-F238E27FC236}">
                      <a16:creationId xmlns:a16="http://schemas.microsoft.com/office/drawing/2014/main" id="{0E1CB464-BC20-4499-4C4E-C736ECF8556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841824" y="2024586"/>
                  <a:ext cx="141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7720" name="Ink 27719">
                  <a:extLst>
                    <a:ext uri="{FF2B5EF4-FFF2-40B4-BE49-F238E27FC236}">
                      <a16:creationId xmlns:a16="http://schemas.microsoft.com/office/drawing/2014/main" id="{3CF345D0-78E9-8754-51B3-F1F9A28096D6}"/>
                    </a:ext>
                  </a:extLst>
                </p14:cNvPr>
                <p14:cNvContentPartPr/>
                <p14:nvPr/>
              </p14:nvContentPartPr>
              <p14:xfrm>
                <a:off x="5467064" y="2410866"/>
                <a:ext cx="65160" cy="198720"/>
              </p14:xfrm>
            </p:contentPart>
          </mc:Choice>
          <mc:Fallback xmlns="">
            <p:pic>
              <p:nvPicPr>
                <p:cNvPr id="27720" name="Ink 27719">
                  <a:extLst>
                    <a:ext uri="{FF2B5EF4-FFF2-40B4-BE49-F238E27FC236}">
                      <a16:creationId xmlns:a16="http://schemas.microsoft.com/office/drawing/2014/main" id="{3CF345D0-78E9-8754-51B3-F1F9A28096D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449064" y="2393226"/>
                  <a:ext cx="10080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1" name="Group 27760">
            <a:extLst>
              <a:ext uri="{FF2B5EF4-FFF2-40B4-BE49-F238E27FC236}">
                <a16:creationId xmlns:a16="http://schemas.microsoft.com/office/drawing/2014/main" id="{679E1ECE-00FC-A7FF-4114-90CA78A9AB0F}"/>
              </a:ext>
            </a:extLst>
          </p:cNvPr>
          <p:cNvGrpSpPr/>
          <p:nvPr/>
        </p:nvGrpSpPr>
        <p:grpSpPr>
          <a:xfrm>
            <a:off x="5504144" y="3166866"/>
            <a:ext cx="1116720" cy="1803960"/>
            <a:chOff x="5504144" y="3166866"/>
            <a:chExt cx="1116720" cy="180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7744" name="Ink 27743">
                  <a:extLst>
                    <a:ext uri="{FF2B5EF4-FFF2-40B4-BE49-F238E27FC236}">
                      <a16:creationId xmlns:a16="http://schemas.microsoft.com/office/drawing/2014/main" id="{E84908BA-EB8B-8C2F-0FAC-90EE5B311A0C}"/>
                    </a:ext>
                  </a:extLst>
                </p14:cNvPr>
                <p14:cNvContentPartPr/>
                <p14:nvPr/>
              </p14:nvContentPartPr>
              <p14:xfrm>
                <a:off x="5534384" y="3575466"/>
                <a:ext cx="49680" cy="45000"/>
              </p14:xfrm>
            </p:contentPart>
          </mc:Choice>
          <mc:Fallback xmlns="">
            <p:pic>
              <p:nvPicPr>
                <p:cNvPr id="27744" name="Ink 27743">
                  <a:extLst>
                    <a:ext uri="{FF2B5EF4-FFF2-40B4-BE49-F238E27FC236}">
                      <a16:creationId xmlns:a16="http://schemas.microsoft.com/office/drawing/2014/main" id="{E84908BA-EB8B-8C2F-0FAC-90EE5B311A0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16384" y="3557826"/>
                  <a:ext cx="85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7745" name="Ink 27744">
                  <a:extLst>
                    <a:ext uri="{FF2B5EF4-FFF2-40B4-BE49-F238E27FC236}">
                      <a16:creationId xmlns:a16="http://schemas.microsoft.com/office/drawing/2014/main" id="{795D5322-7A54-5744-5E37-2303E74B8DC4}"/>
                    </a:ext>
                  </a:extLst>
                </p14:cNvPr>
                <p14:cNvContentPartPr/>
                <p14:nvPr/>
              </p14:nvContentPartPr>
              <p14:xfrm>
                <a:off x="5504144" y="3551706"/>
                <a:ext cx="410400" cy="43920"/>
              </p14:xfrm>
            </p:contentPart>
          </mc:Choice>
          <mc:Fallback xmlns="">
            <p:pic>
              <p:nvPicPr>
                <p:cNvPr id="27745" name="Ink 27744">
                  <a:extLst>
                    <a:ext uri="{FF2B5EF4-FFF2-40B4-BE49-F238E27FC236}">
                      <a16:creationId xmlns:a16="http://schemas.microsoft.com/office/drawing/2014/main" id="{795D5322-7A54-5744-5E37-2303E74B8DC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6144" y="3534066"/>
                  <a:ext cx="446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7746" name="Ink 27745">
                  <a:extLst>
                    <a:ext uri="{FF2B5EF4-FFF2-40B4-BE49-F238E27FC236}">
                      <a16:creationId xmlns:a16="http://schemas.microsoft.com/office/drawing/2014/main" id="{B5D1B840-CA78-F30F-434E-C124AAA53DC3}"/>
                    </a:ext>
                  </a:extLst>
                </p14:cNvPr>
                <p14:cNvContentPartPr/>
                <p14:nvPr/>
              </p14:nvContentPartPr>
              <p14:xfrm>
                <a:off x="5879264" y="3301506"/>
                <a:ext cx="121680" cy="151200"/>
              </p14:xfrm>
            </p:contentPart>
          </mc:Choice>
          <mc:Fallback xmlns="">
            <p:pic>
              <p:nvPicPr>
                <p:cNvPr id="27746" name="Ink 27745">
                  <a:extLst>
                    <a:ext uri="{FF2B5EF4-FFF2-40B4-BE49-F238E27FC236}">
                      <a16:creationId xmlns:a16="http://schemas.microsoft.com/office/drawing/2014/main" id="{B5D1B840-CA78-F30F-434E-C124AAA53D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61624" y="3283866"/>
                  <a:ext cx="157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7747" name="Ink 27746">
                  <a:extLst>
                    <a:ext uri="{FF2B5EF4-FFF2-40B4-BE49-F238E27FC236}">
                      <a16:creationId xmlns:a16="http://schemas.microsoft.com/office/drawing/2014/main" id="{467D5CA0-2213-FA44-E028-F3DBF88FA256}"/>
                    </a:ext>
                  </a:extLst>
                </p14:cNvPr>
                <p14:cNvContentPartPr/>
                <p14:nvPr/>
              </p14:nvContentPartPr>
              <p14:xfrm>
                <a:off x="6073304" y="3316626"/>
                <a:ext cx="170640" cy="70920"/>
              </p14:xfrm>
            </p:contentPart>
          </mc:Choice>
          <mc:Fallback xmlns="">
            <p:pic>
              <p:nvPicPr>
                <p:cNvPr id="27747" name="Ink 27746">
                  <a:extLst>
                    <a:ext uri="{FF2B5EF4-FFF2-40B4-BE49-F238E27FC236}">
                      <a16:creationId xmlns:a16="http://schemas.microsoft.com/office/drawing/2014/main" id="{467D5CA0-2213-FA44-E028-F3DBF88FA25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55304" y="3298626"/>
                  <a:ext cx="206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7748" name="Ink 27747">
                  <a:extLst>
                    <a:ext uri="{FF2B5EF4-FFF2-40B4-BE49-F238E27FC236}">
                      <a16:creationId xmlns:a16="http://schemas.microsoft.com/office/drawing/2014/main" id="{D99F8775-29B3-7BCB-472A-B0D9D680B6A3}"/>
                    </a:ext>
                  </a:extLst>
                </p14:cNvPr>
                <p14:cNvContentPartPr/>
                <p14:nvPr/>
              </p14:nvContentPartPr>
              <p14:xfrm>
                <a:off x="6289304" y="3166866"/>
                <a:ext cx="96840" cy="227160"/>
              </p14:xfrm>
            </p:contentPart>
          </mc:Choice>
          <mc:Fallback xmlns="">
            <p:pic>
              <p:nvPicPr>
                <p:cNvPr id="27748" name="Ink 27747">
                  <a:extLst>
                    <a:ext uri="{FF2B5EF4-FFF2-40B4-BE49-F238E27FC236}">
                      <a16:creationId xmlns:a16="http://schemas.microsoft.com/office/drawing/2014/main" id="{D99F8775-29B3-7BCB-472A-B0D9D680B6A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71664" y="3148866"/>
                  <a:ext cx="132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7749" name="Ink 27748">
                  <a:extLst>
                    <a:ext uri="{FF2B5EF4-FFF2-40B4-BE49-F238E27FC236}">
                      <a16:creationId xmlns:a16="http://schemas.microsoft.com/office/drawing/2014/main" id="{A64D0E97-2FEB-0590-F67F-8C3D8175589D}"/>
                    </a:ext>
                  </a:extLst>
                </p14:cNvPr>
                <p14:cNvContentPartPr/>
                <p14:nvPr/>
              </p14:nvContentPartPr>
              <p14:xfrm>
                <a:off x="6281024" y="3256146"/>
                <a:ext cx="83880" cy="48240"/>
              </p14:xfrm>
            </p:contentPart>
          </mc:Choice>
          <mc:Fallback xmlns="">
            <p:pic>
              <p:nvPicPr>
                <p:cNvPr id="27749" name="Ink 27748">
                  <a:extLst>
                    <a:ext uri="{FF2B5EF4-FFF2-40B4-BE49-F238E27FC236}">
                      <a16:creationId xmlns:a16="http://schemas.microsoft.com/office/drawing/2014/main" id="{A64D0E97-2FEB-0590-F67F-8C3D8175589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63384" y="3238146"/>
                  <a:ext cx="119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7751" name="Ink 27750">
                  <a:extLst>
                    <a:ext uri="{FF2B5EF4-FFF2-40B4-BE49-F238E27FC236}">
                      <a16:creationId xmlns:a16="http://schemas.microsoft.com/office/drawing/2014/main" id="{E392510C-4298-5FCD-3AF4-CE546F6E0F42}"/>
                    </a:ext>
                  </a:extLst>
                </p14:cNvPr>
                <p14:cNvContentPartPr/>
                <p14:nvPr/>
              </p14:nvContentPartPr>
              <p14:xfrm>
                <a:off x="5547344" y="3622986"/>
                <a:ext cx="128880" cy="1154160"/>
              </p14:xfrm>
            </p:contentPart>
          </mc:Choice>
          <mc:Fallback xmlns="">
            <p:pic>
              <p:nvPicPr>
                <p:cNvPr id="27751" name="Ink 27750">
                  <a:extLst>
                    <a:ext uri="{FF2B5EF4-FFF2-40B4-BE49-F238E27FC236}">
                      <a16:creationId xmlns:a16="http://schemas.microsoft.com/office/drawing/2014/main" id="{E392510C-4298-5FCD-3AF4-CE546F6E0F4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29704" y="3604986"/>
                  <a:ext cx="16452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7752" name="Ink 27751">
                  <a:extLst>
                    <a:ext uri="{FF2B5EF4-FFF2-40B4-BE49-F238E27FC236}">
                      <a16:creationId xmlns:a16="http://schemas.microsoft.com/office/drawing/2014/main" id="{F3084EB1-61F3-3403-F58A-FA25AE35FA6A}"/>
                    </a:ext>
                  </a:extLst>
                </p14:cNvPr>
                <p14:cNvContentPartPr/>
                <p14:nvPr/>
              </p14:nvContentPartPr>
              <p14:xfrm>
                <a:off x="5535824" y="4756986"/>
                <a:ext cx="277920" cy="30240"/>
              </p14:xfrm>
            </p:contentPart>
          </mc:Choice>
          <mc:Fallback xmlns="">
            <p:pic>
              <p:nvPicPr>
                <p:cNvPr id="27752" name="Ink 27751">
                  <a:extLst>
                    <a:ext uri="{FF2B5EF4-FFF2-40B4-BE49-F238E27FC236}">
                      <a16:creationId xmlns:a16="http://schemas.microsoft.com/office/drawing/2014/main" id="{F3084EB1-61F3-3403-F58A-FA25AE35FA6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17824" y="4739346"/>
                  <a:ext cx="313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7753" name="Ink 27752">
                  <a:extLst>
                    <a:ext uri="{FF2B5EF4-FFF2-40B4-BE49-F238E27FC236}">
                      <a16:creationId xmlns:a16="http://schemas.microsoft.com/office/drawing/2014/main" id="{3104DC2E-1234-4FD6-7F69-20FC7EF5459B}"/>
                    </a:ext>
                  </a:extLst>
                </p14:cNvPr>
                <p14:cNvContentPartPr/>
                <p14:nvPr/>
              </p14:nvContentPartPr>
              <p14:xfrm>
                <a:off x="5585144" y="4771026"/>
                <a:ext cx="135000" cy="163080"/>
              </p14:xfrm>
            </p:contentPart>
          </mc:Choice>
          <mc:Fallback xmlns="">
            <p:pic>
              <p:nvPicPr>
                <p:cNvPr id="27753" name="Ink 27752">
                  <a:extLst>
                    <a:ext uri="{FF2B5EF4-FFF2-40B4-BE49-F238E27FC236}">
                      <a16:creationId xmlns:a16="http://schemas.microsoft.com/office/drawing/2014/main" id="{3104DC2E-1234-4FD6-7F69-20FC7EF5459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567504" y="4753386"/>
                  <a:ext cx="170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7754" name="Ink 27753">
                  <a:extLst>
                    <a:ext uri="{FF2B5EF4-FFF2-40B4-BE49-F238E27FC236}">
                      <a16:creationId xmlns:a16="http://schemas.microsoft.com/office/drawing/2014/main" id="{AB590A07-2E4F-C92E-3206-5F9B0BDF053B}"/>
                    </a:ext>
                  </a:extLst>
                </p14:cNvPr>
                <p14:cNvContentPartPr/>
                <p14:nvPr/>
              </p14:nvContentPartPr>
              <p14:xfrm>
                <a:off x="5697464" y="4769226"/>
                <a:ext cx="105840" cy="142200"/>
              </p14:xfrm>
            </p:contentPart>
          </mc:Choice>
          <mc:Fallback xmlns="">
            <p:pic>
              <p:nvPicPr>
                <p:cNvPr id="27754" name="Ink 27753">
                  <a:extLst>
                    <a:ext uri="{FF2B5EF4-FFF2-40B4-BE49-F238E27FC236}">
                      <a16:creationId xmlns:a16="http://schemas.microsoft.com/office/drawing/2014/main" id="{AB590A07-2E4F-C92E-3206-5F9B0BDF05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679464" y="4751226"/>
                  <a:ext cx="141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7755" name="Ink 27754">
                  <a:extLst>
                    <a:ext uri="{FF2B5EF4-FFF2-40B4-BE49-F238E27FC236}">
                      <a16:creationId xmlns:a16="http://schemas.microsoft.com/office/drawing/2014/main" id="{5B9E01D7-8023-42FD-1890-55050E667167}"/>
                    </a:ext>
                  </a:extLst>
                </p14:cNvPr>
                <p14:cNvContentPartPr/>
                <p14:nvPr/>
              </p14:nvContentPartPr>
              <p14:xfrm>
                <a:off x="5990504" y="4744026"/>
                <a:ext cx="166680" cy="226800"/>
              </p14:xfrm>
            </p:contentPart>
          </mc:Choice>
          <mc:Fallback xmlns="">
            <p:pic>
              <p:nvPicPr>
                <p:cNvPr id="27755" name="Ink 27754">
                  <a:extLst>
                    <a:ext uri="{FF2B5EF4-FFF2-40B4-BE49-F238E27FC236}">
                      <a16:creationId xmlns:a16="http://schemas.microsoft.com/office/drawing/2014/main" id="{5B9E01D7-8023-42FD-1890-55050E66716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72504" y="4726026"/>
                  <a:ext cx="202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7756" name="Ink 27755">
                  <a:extLst>
                    <a:ext uri="{FF2B5EF4-FFF2-40B4-BE49-F238E27FC236}">
                      <a16:creationId xmlns:a16="http://schemas.microsoft.com/office/drawing/2014/main" id="{3AAB20EC-CB9F-295C-737E-4BE63065C11D}"/>
                    </a:ext>
                  </a:extLst>
                </p14:cNvPr>
                <p14:cNvContentPartPr/>
                <p14:nvPr/>
              </p14:nvContentPartPr>
              <p14:xfrm>
                <a:off x="6236744" y="4773906"/>
                <a:ext cx="30600" cy="153360"/>
              </p14:xfrm>
            </p:contentPart>
          </mc:Choice>
          <mc:Fallback xmlns="">
            <p:pic>
              <p:nvPicPr>
                <p:cNvPr id="27756" name="Ink 27755">
                  <a:extLst>
                    <a:ext uri="{FF2B5EF4-FFF2-40B4-BE49-F238E27FC236}">
                      <a16:creationId xmlns:a16="http://schemas.microsoft.com/office/drawing/2014/main" id="{3AAB20EC-CB9F-295C-737E-4BE63065C11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18744" y="4756266"/>
                  <a:ext cx="66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7757" name="Ink 27756">
                  <a:extLst>
                    <a:ext uri="{FF2B5EF4-FFF2-40B4-BE49-F238E27FC236}">
                      <a16:creationId xmlns:a16="http://schemas.microsoft.com/office/drawing/2014/main" id="{D6BF2B64-1E10-0F09-0EC0-3F6858C3E7D5}"/>
                    </a:ext>
                  </a:extLst>
                </p14:cNvPr>
                <p14:cNvContentPartPr/>
                <p14:nvPr/>
              </p14:nvContentPartPr>
              <p14:xfrm>
                <a:off x="6270224" y="4724586"/>
                <a:ext cx="118440" cy="109080"/>
              </p14:xfrm>
            </p:contentPart>
          </mc:Choice>
          <mc:Fallback xmlns="">
            <p:pic>
              <p:nvPicPr>
                <p:cNvPr id="27757" name="Ink 27756">
                  <a:extLst>
                    <a:ext uri="{FF2B5EF4-FFF2-40B4-BE49-F238E27FC236}">
                      <a16:creationId xmlns:a16="http://schemas.microsoft.com/office/drawing/2014/main" id="{D6BF2B64-1E10-0F09-0EC0-3F6858C3E7D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52584" y="4706586"/>
                  <a:ext cx="154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7758" name="Ink 27757">
                  <a:extLst>
                    <a:ext uri="{FF2B5EF4-FFF2-40B4-BE49-F238E27FC236}">
                      <a16:creationId xmlns:a16="http://schemas.microsoft.com/office/drawing/2014/main" id="{B96B9169-75D8-D5B9-EA4C-12ED41BC458E}"/>
                    </a:ext>
                  </a:extLst>
                </p14:cNvPr>
                <p14:cNvContentPartPr/>
                <p14:nvPr/>
              </p14:nvContentPartPr>
              <p14:xfrm>
                <a:off x="6460304" y="4707306"/>
                <a:ext cx="64440" cy="190800"/>
              </p14:xfrm>
            </p:contentPart>
          </mc:Choice>
          <mc:Fallback xmlns="">
            <p:pic>
              <p:nvPicPr>
                <p:cNvPr id="27758" name="Ink 27757">
                  <a:extLst>
                    <a:ext uri="{FF2B5EF4-FFF2-40B4-BE49-F238E27FC236}">
                      <a16:creationId xmlns:a16="http://schemas.microsoft.com/office/drawing/2014/main" id="{B96B9169-75D8-D5B9-EA4C-12ED41BC458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442304" y="4689666"/>
                  <a:ext cx="100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7759" name="Ink 27758">
                  <a:extLst>
                    <a:ext uri="{FF2B5EF4-FFF2-40B4-BE49-F238E27FC236}">
                      <a16:creationId xmlns:a16="http://schemas.microsoft.com/office/drawing/2014/main" id="{1CAC0B2F-8277-441D-433D-70DBDF62AC74}"/>
                    </a:ext>
                  </a:extLst>
                </p14:cNvPr>
                <p14:cNvContentPartPr/>
                <p14:nvPr/>
              </p14:nvContentPartPr>
              <p14:xfrm>
                <a:off x="6477224" y="4716666"/>
                <a:ext cx="143640" cy="217800"/>
              </p14:xfrm>
            </p:contentPart>
          </mc:Choice>
          <mc:Fallback xmlns="">
            <p:pic>
              <p:nvPicPr>
                <p:cNvPr id="27759" name="Ink 27758">
                  <a:extLst>
                    <a:ext uri="{FF2B5EF4-FFF2-40B4-BE49-F238E27FC236}">
                      <a16:creationId xmlns:a16="http://schemas.microsoft.com/office/drawing/2014/main" id="{1CAC0B2F-8277-441D-433D-70DBDF62AC7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59584" y="4699026"/>
                  <a:ext cx="17928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7762" name="Ink 27761">
                <a:extLst>
                  <a:ext uri="{FF2B5EF4-FFF2-40B4-BE49-F238E27FC236}">
                    <a16:creationId xmlns:a16="http://schemas.microsoft.com/office/drawing/2014/main" id="{6AA723C6-15BC-8B6A-245C-C1A452D80EBF}"/>
                  </a:ext>
                </a:extLst>
              </p14:cNvPr>
              <p14:cNvContentPartPr/>
              <p14:nvPr/>
            </p14:nvContentPartPr>
            <p14:xfrm>
              <a:off x="6232064" y="3662946"/>
              <a:ext cx="153720" cy="232200"/>
            </p14:xfrm>
          </p:contentPart>
        </mc:Choice>
        <mc:Fallback xmlns="">
          <p:pic>
            <p:nvPicPr>
              <p:cNvPr id="27762" name="Ink 27761">
                <a:extLst>
                  <a:ext uri="{FF2B5EF4-FFF2-40B4-BE49-F238E27FC236}">
                    <a16:creationId xmlns:a16="http://schemas.microsoft.com/office/drawing/2014/main" id="{6AA723C6-15BC-8B6A-245C-C1A452D80EBF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214064" y="3645306"/>
                <a:ext cx="18936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65" name="Group 27764">
            <a:extLst>
              <a:ext uri="{FF2B5EF4-FFF2-40B4-BE49-F238E27FC236}">
                <a16:creationId xmlns:a16="http://schemas.microsoft.com/office/drawing/2014/main" id="{8B8FFF5B-74A7-53BF-CDC8-6980E2A62ECF}"/>
              </a:ext>
            </a:extLst>
          </p:cNvPr>
          <p:cNvGrpSpPr/>
          <p:nvPr/>
        </p:nvGrpSpPr>
        <p:grpSpPr>
          <a:xfrm>
            <a:off x="9002264" y="1644426"/>
            <a:ext cx="458280" cy="363240"/>
            <a:chOff x="9002264" y="1644426"/>
            <a:chExt cx="4582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7763" name="Ink 27762">
                  <a:extLst>
                    <a:ext uri="{FF2B5EF4-FFF2-40B4-BE49-F238E27FC236}">
                      <a16:creationId xmlns:a16="http://schemas.microsoft.com/office/drawing/2014/main" id="{5426C3CC-C456-63EB-251C-A61D26F5D336}"/>
                    </a:ext>
                  </a:extLst>
                </p14:cNvPr>
                <p14:cNvContentPartPr/>
                <p14:nvPr/>
              </p14:nvContentPartPr>
              <p14:xfrm>
                <a:off x="9002264" y="1725066"/>
                <a:ext cx="176400" cy="282600"/>
              </p14:xfrm>
            </p:contentPart>
          </mc:Choice>
          <mc:Fallback xmlns="">
            <p:pic>
              <p:nvPicPr>
                <p:cNvPr id="27763" name="Ink 27762">
                  <a:extLst>
                    <a:ext uri="{FF2B5EF4-FFF2-40B4-BE49-F238E27FC236}">
                      <a16:creationId xmlns:a16="http://schemas.microsoft.com/office/drawing/2014/main" id="{5426C3CC-C456-63EB-251C-A61D26F5D33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984624" y="1707066"/>
                  <a:ext cx="212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7764" name="Ink 27763">
                  <a:extLst>
                    <a:ext uri="{FF2B5EF4-FFF2-40B4-BE49-F238E27FC236}">
                      <a16:creationId xmlns:a16="http://schemas.microsoft.com/office/drawing/2014/main" id="{6B41DD7D-FFD0-6C9A-5139-42510C78708C}"/>
                    </a:ext>
                  </a:extLst>
                </p14:cNvPr>
                <p14:cNvContentPartPr/>
                <p14:nvPr/>
              </p14:nvContentPartPr>
              <p14:xfrm>
                <a:off x="9249944" y="1644426"/>
                <a:ext cx="210600" cy="250560"/>
              </p14:xfrm>
            </p:contentPart>
          </mc:Choice>
          <mc:Fallback xmlns="">
            <p:pic>
              <p:nvPicPr>
                <p:cNvPr id="27764" name="Ink 27763">
                  <a:extLst>
                    <a:ext uri="{FF2B5EF4-FFF2-40B4-BE49-F238E27FC236}">
                      <a16:creationId xmlns:a16="http://schemas.microsoft.com/office/drawing/2014/main" id="{6B41DD7D-FFD0-6C9A-5139-42510C78708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32304" y="1626426"/>
                  <a:ext cx="246240" cy="28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7857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3560B-1FB9-1ACD-7951-CC9ECD408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593A1DFF-B364-ECCA-2E87-64458DE82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DB1913-A638-3FDD-8049-B23247F243E0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E55936A-0317-6522-E223-7FEF95BEB18F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E55936A-0317-6522-E223-7FEF95BEB1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9705" y="541026"/>
                  <a:ext cx="200238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55B455D-6EE3-DC30-931E-BE002894AEE1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55B455D-6EE3-DC30-931E-BE002894AE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5608432-4B2B-7CBE-3B69-2611BE9FFDBC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5608432-4B2B-7CBE-3B69-2611BE9FFDB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96504" y="974443"/>
                  <a:ext cx="40320" cy="316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C145BEE-0A88-C8FD-6708-3FB75A42FB7D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C145BEE-0A88-C8FD-6708-3FB75A42FB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4584" y="105258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661D6E-FDE4-531D-3BE6-DC9C212E0BA2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661D6E-FDE4-531D-3BE6-DC9C212E0B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5304" y="96078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01648E-4D16-2260-60E5-1EE0BC10F1DB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01648E-4D16-2260-60E5-1EE0BC10F1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0382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0AE327-6CDC-46F1-C8A5-A956A9660FF1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0AE327-6CDC-46F1-C8A5-A956A9660F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03704" y="1027071"/>
                  <a:ext cx="285120" cy="179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8C4957-924E-7CD4-FB50-17B4242B8F74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8C4957-924E-7CD4-FB50-17B4242B8F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06184" y="861446"/>
                  <a:ext cx="114120" cy="363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3505623-77D4-676B-DFF1-1FCA88ABA87A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3505623-77D4-676B-DFF1-1FCA88ABA8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3994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FC37A3-D8B3-70D1-CDB0-2E78CA62CE97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FC37A3-D8B3-70D1-CDB0-2E78CA62CE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9058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079C04-9C9D-02E5-AE74-37A5DE1CF7AB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079C04-9C9D-02E5-AE74-37A5DE1CF7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34744" y="160410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3A88D7-BDD1-FB8E-7754-99DA91E2C8F8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3A88D7-BDD1-FB8E-7754-99DA91E2C8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3024" y="292134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B29CD8-B93B-A483-7D2D-216BA9D5F1FE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B29CD8-B93B-A483-7D2D-216BA9D5F1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97826" y="3192066"/>
                  <a:ext cx="3687116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9988B1-E2FB-FA2B-8FF2-4F3D4860CED9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9988B1-E2FB-FA2B-8FF2-4F3D4860CE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57895" y="1420506"/>
                  <a:ext cx="242218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AE76CB-95F4-13F1-8260-B1C2D4F2071A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AE76CB-95F4-13F1-8260-B1C2D4F2071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70664" y="61842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F613F3-F674-FF06-C280-3D84E3C4A6F2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F613F3-F674-FF06-C280-3D84E3C4A6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85561" y="727866"/>
                  <a:ext cx="149648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C91A7B-49B8-5F21-457F-A6ADD8F5CAD3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C91A7B-49B8-5F21-457F-A6ADD8F5CA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41144" y="75630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151F05-CA0A-2F85-9E15-F1FD22941BAB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151F05-CA0A-2F85-9E15-F1FD22941BA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3744" y="2189803"/>
                  <a:ext cx="3669120" cy="323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223954D-130F-3C9A-ED01-1480B93ED0FF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223954D-130F-3C9A-ED01-1480B93ED0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90944" y="1767928"/>
                  <a:ext cx="295200" cy="3340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980C33-08A4-741F-0455-7F1FF1565CA5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980C33-08A4-741F-0455-7F1FF1565C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84214" y="1974136"/>
                  <a:ext cx="78183" cy="165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1920E2-59CB-1BD5-7ED2-76E401D77A42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1920E2-59CB-1BD5-7ED2-76E401D77A4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8982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5884F45-C836-0415-7A84-D38C76FF5891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5884F45-C836-0415-7A84-D38C76FF58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370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B3C58F-127A-9088-F352-A77AE6841F9F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B3C58F-127A-9088-F352-A77AE6841F9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27784" y="1921667"/>
                  <a:ext cx="123480" cy="191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82BB966-9BB9-5040-6C2F-AAE3896A6B33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82BB966-9BB9-5040-6C2F-AAE3896A6B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4304" y="266538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54B2C36B-1600-D2CA-3624-4677017DC606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FCA18E17-B5A8-9B14-5442-90D2BBA08EA2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FCA18E17-B5A8-9B14-5442-90D2BBA08EA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3298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43D9C585-8E44-8314-1978-261578AB158D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43D9C585-8E44-8314-1978-261578AB15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6250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8EECB602-EB2C-C427-7035-AEC6B957A412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1F2C2149-9581-C9B9-AFBE-5C82DA59A38C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1F2C2149-9581-C9B9-AFBE-5C82DA59A3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54304" y="289326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9307985E-C0B4-B958-1FFC-FD60CE0ACF46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9307985E-C0B4-B958-1FFC-FD60CE0ACF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93264" y="3051082"/>
                  <a:ext cx="1134720" cy="82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F6AF3704-EC35-8BE6-C757-86F32AC731EE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F6AF3704-EC35-8BE6-C757-86F32AC731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28384" y="308478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87686B95-772F-7581-6356-900989515F94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81776136-2D05-120E-3A06-0E29BECF2B50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81776136-2D05-120E-3A06-0E29BECF2B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53996" y="1716426"/>
                  <a:ext cx="267895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C50E3771-7672-11D8-845A-0B50FF95A19F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C50E3771-7672-11D8-845A-0B50FF95A1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75468" y="1672866"/>
                  <a:ext cx="213912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9A116B-1318-6550-8F0C-9C3D57E5440D}"/>
                  </a:ext>
                </a:extLst>
              </p14:cNvPr>
              <p14:cNvContentPartPr/>
              <p14:nvPr/>
            </p14:nvContentPartPr>
            <p14:xfrm>
              <a:off x="4639784" y="1378746"/>
              <a:ext cx="106200" cy="457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9A116B-1318-6550-8F0C-9C3D57E5440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21784" y="1360746"/>
                <a:ext cx="141840" cy="46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65" name="Group 27764">
            <a:extLst>
              <a:ext uri="{FF2B5EF4-FFF2-40B4-BE49-F238E27FC236}">
                <a16:creationId xmlns:a16="http://schemas.microsoft.com/office/drawing/2014/main" id="{09998AEF-EFAE-02D5-9A77-F4D0925547C9}"/>
              </a:ext>
            </a:extLst>
          </p:cNvPr>
          <p:cNvGrpSpPr/>
          <p:nvPr/>
        </p:nvGrpSpPr>
        <p:grpSpPr>
          <a:xfrm>
            <a:off x="9002264" y="1644426"/>
            <a:ext cx="458280" cy="363240"/>
            <a:chOff x="9002264" y="1644426"/>
            <a:chExt cx="4582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7763" name="Ink 27762">
                  <a:extLst>
                    <a:ext uri="{FF2B5EF4-FFF2-40B4-BE49-F238E27FC236}">
                      <a16:creationId xmlns:a16="http://schemas.microsoft.com/office/drawing/2014/main" id="{533420F6-28AD-AB2A-E82E-B44F1CB031BC}"/>
                    </a:ext>
                  </a:extLst>
                </p14:cNvPr>
                <p14:cNvContentPartPr/>
                <p14:nvPr/>
              </p14:nvContentPartPr>
              <p14:xfrm>
                <a:off x="9002264" y="1725066"/>
                <a:ext cx="176400" cy="282600"/>
              </p14:xfrm>
            </p:contentPart>
          </mc:Choice>
          <mc:Fallback xmlns="">
            <p:pic>
              <p:nvPicPr>
                <p:cNvPr id="27763" name="Ink 27762">
                  <a:extLst>
                    <a:ext uri="{FF2B5EF4-FFF2-40B4-BE49-F238E27FC236}">
                      <a16:creationId xmlns:a16="http://schemas.microsoft.com/office/drawing/2014/main" id="{533420F6-28AD-AB2A-E82E-B44F1CB031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84227" y="1707066"/>
                  <a:ext cx="212113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7764" name="Ink 27763">
                  <a:extLst>
                    <a:ext uri="{FF2B5EF4-FFF2-40B4-BE49-F238E27FC236}">
                      <a16:creationId xmlns:a16="http://schemas.microsoft.com/office/drawing/2014/main" id="{A0D8F1C7-5F49-8868-3F69-3CF2F58B30B6}"/>
                    </a:ext>
                  </a:extLst>
                </p14:cNvPr>
                <p14:cNvContentPartPr/>
                <p14:nvPr/>
              </p14:nvContentPartPr>
              <p14:xfrm>
                <a:off x="9249944" y="1644426"/>
                <a:ext cx="210600" cy="250560"/>
              </p14:xfrm>
            </p:contentPart>
          </mc:Choice>
          <mc:Fallback xmlns="">
            <p:pic>
              <p:nvPicPr>
                <p:cNvPr id="27764" name="Ink 27763">
                  <a:extLst>
                    <a:ext uri="{FF2B5EF4-FFF2-40B4-BE49-F238E27FC236}">
                      <a16:creationId xmlns:a16="http://schemas.microsoft.com/office/drawing/2014/main" id="{A0D8F1C7-5F49-8868-3F69-3CF2F58B30B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31944" y="1626426"/>
                  <a:ext cx="24624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8" name="Group 27717">
            <a:extLst>
              <a:ext uri="{FF2B5EF4-FFF2-40B4-BE49-F238E27FC236}">
                <a16:creationId xmlns:a16="http://schemas.microsoft.com/office/drawing/2014/main" id="{A3FE13DD-05AA-86FD-6A52-7B3485D8842F}"/>
              </a:ext>
            </a:extLst>
          </p:cNvPr>
          <p:cNvGrpSpPr/>
          <p:nvPr/>
        </p:nvGrpSpPr>
        <p:grpSpPr>
          <a:xfrm>
            <a:off x="314384" y="1912266"/>
            <a:ext cx="3354120" cy="2880720"/>
            <a:chOff x="314384" y="1912266"/>
            <a:chExt cx="3354120" cy="28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0A62AD-E09E-2E67-3754-3D9332CF5677}"/>
                    </a:ext>
                  </a:extLst>
                </p14:cNvPr>
                <p14:cNvContentPartPr/>
                <p14:nvPr/>
              </p14:nvContentPartPr>
              <p14:xfrm>
                <a:off x="1735304" y="1912266"/>
                <a:ext cx="876240" cy="2880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0A62AD-E09E-2E67-3754-3D9332CF56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17304" y="1894626"/>
                  <a:ext cx="911880" cy="29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6A335B0-F702-EC0C-5837-8C56E8EA5661}"/>
                    </a:ext>
                  </a:extLst>
                </p14:cNvPr>
                <p14:cNvContentPartPr/>
                <p14:nvPr/>
              </p14:nvContentPartPr>
              <p14:xfrm>
                <a:off x="1526864" y="2420946"/>
                <a:ext cx="79560" cy="498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6A335B0-F702-EC0C-5837-8C56E8EA56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09224" y="2403306"/>
                  <a:ext cx="11520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D66C20-47FC-E57C-6CCB-C76FAD37FD5C}"/>
                    </a:ext>
                  </a:extLst>
                </p14:cNvPr>
                <p14:cNvContentPartPr/>
                <p14:nvPr/>
              </p14:nvContentPartPr>
              <p14:xfrm>
                <a:off x="1466024" y="2595906"/>
                <a:ext cx="85680" cy="144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D66C20-47FC-E57C-6CCB-C76FAD37FD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48024" y="2577906"/>
                  <a:ext cx="121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B8D4F9-CC6A-04C7-D57D-D9CAB04737CA}"/>
                    </a:ext>
                  </a:extLst>
                </p14:cNvPr>
                <p14:cNvContentPartPr/>
                <p14:nvPr/>
              </p14:nvContentPartPr>
              <p14:xfrm>
                <a:off x="1131224" y="2683026"/>
                <a:ext cx="378360" cy="25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AB8D4F9-CC6A-04C7-D57D-D9CAB04737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3224" y="2665026"/>
                  <a:ext cx="414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121411-F9D7-DD0F-13EE-39DD8780B2D5}"/>
                    </a:ext>
                  </a:extLst>
                </p14:cNvPr>
                <p14:cNvContentPartPr/>
                <p14:nvPr/>
              </p14:nvContentPartPr>
              <p14:xfrm>
                <a:off x="1124024" y="2726946"/>
                <a:ext cx="598680" cy="1279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121411-F9D7-DD0F-13EE-39DD8780B2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6384" y="2708946"/>
                  <a:ext cx="634320" cy="13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D2449E-FA8E-7C55-0955-7F703BA08DAD}"/>
                    </a:ext>
                  </a:extLst>
                </p14:cNvPr>
                <p14:cNvContentPartPr/>
                <p14:nvPr/>
              </p14:nvContentPartPr>
              <p14:xfrm>
                <a:off x="1716584" y="3671226"/>
                <a:ext cx="91800" cy="38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D2449E-FA8E-7C55-0955-7F703BA08D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98944" y="3653586"/>
                  <a:ext cx="1274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5F461E-BF7A-47C3-BD84-BB8AD60FBBA2}"/>
                    </a:ext>
                  </a:extLst>
                </p14:cNvPr>
                <p14:cNvContentPartPr/>
                <p14:nvPr/>
              </p14:nvContentPartPr>
              <p14:xfrm>
                <a:off x="435704" y="3334626"/>
                <a:ext cx="762840" cy="80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5F461E-BF7A-47C3-BD84-BB8AD60FBBA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7704" y="3316986"/>
                  <a:ext cx="798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7652" name="Ink 27651">
                  <a:extLst>
                    <a:ext uri="{FF2B5EF4-FFF2-40B4-BE49-F238E27FC236}">
                      <a16:creationId xmlns:a16="http://schemas.microsoft.com/office/drawing/2014/main" id="{DA1B46C0-4B60-5AEF-413D-35870627CEB1}"/>
                    </a:ext>
                  </a:extLst>
                </p14:cNvPr>
                <p14:cNvContentPartPr/>
                <p14:nvPr/>
              </p14:nvContentPartPr>
              <p14:xfrm>
                <a:off x="343184" y="3340026"/>
                <a:ext cx="107280" cy="111240"/>
              </p14:xfrm>
            </p:contentPart>
          </mc:Choice>
          <mc:Fallback xmlns="">
            <p:pic>
              <p:nvPicPr>
                <p:cNvPr id="27652" name="Ink 27651">
                  <a:extLst>
                    <a:ext uri="{FF2B5EF4-FFF2-40B4-BE49-F238E27FC236}">
                      <a16:creationId xmlns:a16="http://schemas.microsoft.com/office/drawing/2014/main" id="{DA1B46C0-4B60-5AEF-413D-35870627CE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5184" y="3322386"/>
                  <a:ext cx="1429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678" name="Ink 27677">
                  <a:extLst>
                    <a:ext uri="{FF2B5EF4-FFF2-40B4-BE49-F238E27FC236}">
                      <a16:creationId xmlns:a16="http://schemas.microsoft.com/office/drawing/2014/main" id="{4E3CD88C-4C50-40C1-DE5E-2943A00B2631}"/>
                    </a:ext>
                  </a:extLst>
                </p14:cNvPr>
                <p14:cNvContentPartPr/>
                <p14:nvPr/>
              </p14:nvContentPartPr>
              <p14:xfrm>
                <a:off x="314384" y="3034026"/>
                <a:ext cx="79200" cy="228960"/>
              </p14:xfrm>
            </p:contentPart>
          </mc:Choice>
          <mc:Fallback xmlns="">
            <p:pic>
              <p:nvPicPr>
                <p:cNvPr id="27678" name="Ink 27677">
                  <a:extLst>
                    <a:ext uri="{FF2B5EF4-FFF2-40B4-BE49-F238E27FC236}">
                      <a16:creationId xmlns:a16="http://schemas.microsoft.com/office/drawing/2014/main" id="{4E3CD88C-4C50-40C1-DE5E-2943A00B263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6744" y="3016386"/>
                  <a:ext cx="1148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7679" name="Ink 27678">
                  <a:extLst>
                    <a:ext uri="{FF2B5EF4-FFF2-40B4-BE49-F238E27FC236}">
                      <a16:creationId xmlns:a16="http://schemas.microsoft.com/office/drawing/2014/main" id="{62E762D7-7E8D-A7E4-16E2-330C4D98AF5F}"/>
                    </a:ext>
                  </a:extLst>
                </p14:cNvPr>
                <p14:cNvContentPartPr/>
                <p14:nvPr/>
              </p14:nvContentPartPr>
              <p14:xfrm>
                <a:off x="410864" y="2925666"/>
                <a:ext cx="164160" cy="272880"/>
              </p14:xfrm>
            </p:contentPart>
          </mc:Choice>
          <mc:Fallback xmlns="">
            <p:pic>
              <p:nvPicPr>
                <p:cNvPr id="27679" name="Ink 27678">
                  <a:extLst>
                    <a:ext uri="{FF2B5EF4-FFF2-40B4-BE49-F238E27FC236}">
                      <a16:creationId xmlns:a16="http://schemas.microsoft.com/office/drawing/2014/main" id="{62E762D7-7E8D-A7E4-16E2-330C4D98AF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3224" y="2907666"/>
                  <a:ext cx="1998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D6C006-51A5-7951-760A-50B21F7B6E80}"/>
                    </a:ext>
                  </a:extLst>
                </p14:cNvPr>
                <p14:cNvContentPartPr/>
                <p14:nvPr/>
              </p14:nvContentPartPr>
              <p14:xfrm>
                <a:off x="2364224" y="2998026"/>
                <a:ext cx="1039680" cy="127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D6C006-51A5-7951-760A-50B21F7B6E8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46224" y="2980026"/>
                  <a:ext cx="1075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C04F30-EC69-5055-0320-6A6E2DD272B1}"/>
                    </a:ext>
                  </a:extLst>
                </p14:cNvPr>
                <p14:cNvContentPartPr/>
                <p14:nvPr/>
              </p14:nvContentPartPr>
              <p14:xfrm>
                <a:off x="3324704" y="2944026"/>
                <a:ext cx="78120" cy="37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C04F30-EC69-5055-0320-6A6E2DD272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07064" y="2926386"/>
                  <a:ext cx="113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713" name="Ink 27712">
                  <a:extLst>
                    <a:ext uri="{FF2B5EF4-FFF2-40B4-BE49-F238E27FC236}">
                      <a16:creationId xmlns:a16="http://schemas.microsoft.com/office/drawing/2014/main" id="{207D5C3F-E992-4402-25F5-B0D428808A8F}"/>
                    </a:ext>
                  </a:extLst>
                </p14:cNvPr>
                <p14:cNvContentPartPr/>
                <p14:nvPr/>
              </p14:nvContentPartPr>
              <p14:xfrm>
                <a:off x="3047864" y="2666106"/>
                <a:ext cx="106920" cy="146880"/>
              </p14:xfrm>
            </p:contentPart>
          </mc:Choice>
          <mc:Fallback xmlns="">
            <p:pic>
              <p:nvPicPr>
                <p:cNvPr id="27713" name="Ink 27712">
                  <a:extLst>
                    <a:ext uri="{FF2B5EF4-FFF2-40B4-BE49-F238E27FC236}">
                      <a16:creationId xmlns:a16="http://schemas.microsoft.com/office/drawing/2014/main" id="{207D5C3F-E992-4402-25F5-B0D428808A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30224" y="2648466"/>
                  <a:ext cx="142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714" name="Ink 27713">
                  <a:extLst>
                    <a:ext uri="{FF2B5EF4-FFF2-40B4-BE49-F238E27FC236}">
                      <a16:creationId xmlns:a16="http://schemas.microsoft.com/office/drawing/2014/main" id="{9C4D3F65-665A-4A45-3708-91A9C2BCEEA2}"/>
                    </a:ext>
                  </a:extLst>
                </p14:cNvPr>
                <p14:cNvContentPartPr/>
                <p14:nvPr/>
              </p14:nvContentPartPr>
              <p14:xfrm>
                <a:off x="3246584" y="2595906"/>
                <a:ext cx="198360" cy="136800"/>
              </p14:xfrm>
            </p:contentPart>
          </mc:Choice>
          <mc:Fallback xmlns="">
            <p:pic>
              <p:nvPicPr>
                <p:cNvPr id="27714" name="Ink 27713">
                  <a:extLst>
                    <a:ext uri="{FF2B5EF4-FFF2-40B4-BE49-F238E27FC236}">
                      <a16:creationId xmlns:a16="http://schemas.microsoft.com/office/drawing/2014/main" id="{9C4D3F65-665A-4A45-3708-91A9C2BCEEA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28584" y="2578266"/>
                  <a:ext cx="234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7715" name="Ink 27714">
                  <a:extLst>
                    <a:ext uri="{FF2B5EF4-FFF2-40B4-BE49-F238E27FC236}">
                      <a16:creationId xmlns:a16="http://schemas.microsoft.com/office/drawing/2014/main" id="{0B7C34EE-7CB7-6343-915F-165FDC90E512}"/>
                    </a:ext>
                  </a:extLst>
                </p14:cNvPr>
                <p14:cNvContentPartPr/>
                <p14:nvPr/>
              </p14:nvContentPartPr>
              <p14:xfrm>
                <a:off x="3495704" y="2433906"/>
                <a:ext cx="145440" cy="311040"/>
              </p14:xfrm>
            </p:contentPart>
          </mc:Choice>
          <mc:Fallback xmlns="">
            <p:pic>
              <p:nvPicPr>
                <p:cNvPr id="27715" name="Ink 27714">
                  <a:extLst>
                    <a:ext uri="{FF2B5EF4-FFF2-40B4-BE49-F238E27FC236}">
                      <a16:creationId xmlns:a16="http://schemas.microsoft.com/office/drawing/2014/main" id="{0B7C34EE-7CB7-6343-915F-165FDC90E51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77704" y="2415906"/>
                  <a:ext cx="1810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7716" name="Ink 27715">
                  <a:extLst>
                    <a:ext uri="{FF2B5EF4-FFF2-40B4-BE49-F238E27FC236}">
                      <a16:creationId xmlns:a16="http://schemas.microsoft.com/office/drawing/2014/main" id="{C1AB0E82-5D5E-C31F-87AC-8F4E82FB7E25}"/>
                    </a:ext>
                  </a:extLst>
                </p14:cNvPr>
                <p14:cNvContentPartPr/>
                <p14:nvPr/>
              </p14:nvContentPartPr>
              <p14:xfrm>
                <a:off x="3522344" y="2532906"/>
                <a:ext cx="146160" cy="111960"/>
              </p14:xfrm>
            </p:contentPart>
          </mc:Choice>
          <mc:Fallback xmlns="">
            <p:pic>
              <p:nvPicPr>
                <p:cNvPr id="27716" name="Ink 27715">
                  <a:extLst>
                    <a:ext uri="{FF2B5EF4-FFF2-40B4-BE49-F238E27FC236}">
                      <a16:creationId xmlns:a16="http://schemas.microsoft.com/office/drawing/2014/main" id="{C1AB0E82-5D5E-C31F-87AC-8F4E82FB7E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04344" y="2514906"/>
                  <a:ext cx="18180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7719" name="Ink 27718">
                <a:extLst>
                  <a:ext uri="{FF2B5EF4-FFF2-40B4-BE49-F238E27FC236}">
                    <a16:creationId xmlns:a16="http://schemas.microsoft.com/office/drawing/2014/main" id="{2924F382-5078-2DF9-8ADE-C9D0D2157627}"/>
                  </a:ext>
                </a:extLst>
              </p14:cNvPr>
              <p14:cNvContentPartPr/>
              <p14:nvPr/>
            </p14:nvContentPartPr>
            <p14:xfrm>
              <a:off x="1817024" y="1816146"/>
              <a:ext cx="822600" cy="141120"/>
            </p14:xfrm>
          </p:contentPart>
        </mc:Choice>
        <mc:Fallback xmlns="">
          <p:pic>
            <p:nvPicPr>
              <p:cNvPr id="27719" name="Ink 27718">
                <a:extLst>
                  <a:ext uri="{FF2B5EF4-FFF2-40B4-BE49-F238E27FC236}">
                    <a16:creationId xmlns:a16="http://schemas.microsoft.com/office/drawing/2014/main" id="{2924F382-5078-2DF9-8ADE-C9D0D215762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799384" y="1798506"/>
                <a:ext cx="858240" cy="17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25" name="Group 27724">
            <a:extLst>
              <a:ext uri="{FF2B5EF4-FFF2-40B4-BE49-F238E27FC236}">
                <a16:creationId xmlns:a16="http://schemas.microsoft.com/office/drawing/2014/main" id="{FA4783C3-F405-D349-089B-C72B6430CEB8}"/>
              </a:ext>
            </a:extLst>
          </p:cNvPr>
          <p:cNvGrpSpPr/>
          <p:nvPr/>
        </p:nvGrpSpPr>
        <p:grpSpPr>
          <a:xfrm>
            <a:off x="2397344" y="4747986"/>
            <a:ext cx="374040" cy="589680"/>
            <a:chOff x="2397344" y="4747986"/>
            <a:chExt cx="374040" cy="5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7721" name="Ink 27720">
                  <a:extLst>
                    <a:ext uri="{FF2B5EF4-FFF2-40B4-BE49-F238E27FC236}">
                      <a16:creationId xmlns:a16="http://schemas.microsoft.com/office/drawing/2014/main" id="{96F0CE40-11DD-5934-3E04-0F12C3C4721A}"/>
                    </a:ext>
                  </a:extLst>
                </p14:cNvPr>
                <p14:cNvContentPartPr/>
                <p14:nvPr/>
              </p14:nvContentPartPr>
              <p14:xfrm>
                <a:off x="2587424" y="4747986"/>
                <a:ext cx="35280" cy="265680"/>
              </p14:xfrm>
            </p:contentPart>
          </mc:Choice>
          <mc:Fallback xmlns="">
            <p:pic>
              <p:nvPicPr>
                <p:cNvPr id="27721" name="Ink 27720">
                  <a:extLst>
                    <a:ext uri="{FF2B5EF4-FFF2-40B4-BE49-F238E27FC236}">
                      <a16:creationId xmlns:a16="http://schemas.microsoft.com/office/drawing/2014/main" id="{96F0CE40-11DD-5934-3E04-0F12C3C472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69784" y="4729986"/>
                  <a:ext cx="709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722" name="Ink 27721">
                  <a:extLst>
                    <a:ext uri="{FF2B5EF4-FFF2-40B4-BE49-F238E27FC236}">
                      <a16:creationId xmlns:a16="http://schemas.microsoft.com/office/drawing/2014/main" id="{0A130F72-2109-2671-3977-90BEF8634750}"/>
                    </a:ext>
                  </a:extLst>
                </p14:cNvPr>
                <p14:cNvContentPartPr/>
                <p14:nvPr/>
              </p14:nvContentPartPr>
              <p14:xfrm>
                <a:off x="2397344" y="5045346"/>
                <a:ext cx="374040" cy="52560"/>
              </p14:xfrm>
            </p:contentPart>
          </mc:Choice>
          <mc:Fallback xmlns="">
            <p:pic>
              <p:nvPicPr>
                <p:cNvPr id="27722" name="Ink 27721">
                  <a:extLst>
                    <a:ext uri="{FF2B5EF4-FFF2-40B4-BE49-F238E27FC236}">
                      <a16:creationId xmlns:a16="http://schemas.microsoft.com/office/drawing/2014/main" id="{0A130F72-2109-2671-3977-90BEF86347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379344" y="5027346"/>
                  <a:ext cx="409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7723" name="Ink 27722">
                  <a:extLst>
                    <a:ext uri="{FF2B5EF4-FFF2-40B4-BE49-F238E27FC236}">
                      <a16:creationId xmlns:a16="http://schemas.microsoft.com/office/drawing/2014/main" id="{D107118A-5753-0ACD-0674-797075261A18}"/>
                    </a:ext>
                  </a:extLst>
                </p14:cNvPr>
                <p14:cNvContentPartPr/>
                <p14:nvPr/>
              </p14:nvContentPartPr>
              <p14:xfrm>
                <a:off x="2438744" y="5143986"/>
                <a:ext cx="222840" cy="126720"/>
              </p14:xfrm>
            </p:contentPart>
          </mc:Choice>
          <mc:Fallback xmlns="">
            <p:pic>
              <p:nvPicPr>
                <p:cNvPr id="27723" name="Ink 27722">
                  <a:extLst>
                    <a:ext uri="{FF2B5EF4-FFF2-40B4-BE49-F238E27FC236}">
                      <a16:creationId xmlns:a16="http://schemas.microsoft.com/office/drawing/2014/main" id="{D107118A-5753-0ACD-0674-797075261A1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20744" y="5126346"/>
                  <a:ext cx="258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724" name="Ink 27723">
                  <a:extLst>
                    <a:ext uri="{FF2B5EF4-FFF2-40B4-BE49-F238E27FC236}">
                      <a16:creationId xmlns:a16="http://schemas.microsoft.com/office/drawing/2014/main" id="{5FC8A9F2-AB32-493C-B643-5DE07BFB3125}"/>
                    </a:ext>
                  </a:extLst>
                </p14:cNvPr>
                <p14:cNvContentPartPr/>
                <p14:nvPr/>
              </p14:nvContentPartPr>
              <p14:xfrm>
                <a:off x="2636744" y="5048586"/>
                <a:ext cx="90000" cy="289080"/>
              </p14:xfrm>
            </p:contentPart>
          </mc:Choice>
          <mc:Fallback xmlns="">
            <p:pic>
              <p:nvPicPr>
                <p:cNvPr id="27724" name="Ink 27723">
                  <a:extLst>
                    <a:ext uri="{FF2B5EF4-FFF2-40B4-BE49-F238E27FC236}">
                      <a16:creationId xmlns:a16="http://schemas.microsoft.com/office/drawing/2014/main" id="{5FC8A9F2-AB32-493C-B643-5DE07BFB31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19104" y="5030586"/>
                  <a:ext cx="12564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6" name="Group 27765">
            <a:extLst>
              <a:ext uri="{FF2B5EF4-FFF2-40B4-BE49-F238E27FC236}">
                <a16:creationId xmlns:a16="http://schemas.microsoft.com/office/drawing/2014/main" id="{6C5D9298-D686-842E-7A52-CA4809775BBB}"/>
              </a:ext>
            </a:extLst>
          </p:cNvPr>
          <p:cNvGrpSpPr/>
          <p:nvPr/>
        </p:nvGrpSpPr>
        <p:grpSpPr>
          <a:xfrm>
            <a:off x="2123384" y="2294226"/>
            <a:ext cx="727200" cy="408600"/>
            <a:chOff x="2123384" y="2294226"/>
            <a:chExt cx="72720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726" name="Ink 27725">
                  <a:extLst>
                    <a:ext uri="{FF2B5EF4-FFF2-40B4-BE49-F238E27FC236}">
                      <a16:creationId xmlns:a16="http://schemas.microsoft.com/office/drawing/2014/main" id="{42D058E9-0159-E76C-CCC7-A043BBD14F2F}"/>
                    </a:ext>
                  </a:extLst>
                </p14:cNvPr>
                <p14:cNvContentPartPr/>
                <p14:nvPr/>
              </p14:nvContentPartPr>
              <p14:xfrm>
                <a:off x="2123384" y="2526066"/>
                <a:ext cx="62640" cy="176760"/>
              </p14:xfrm>
            </p:contentPart>
          </mc:Choice>
          <mc:Fallback xmlns="">
            <p:pic>
              <p:nvPicPr>
                <p:cNvPr id="27726" name="Ink 27725">
                  <a:extLst>
                    <a:ext uri="{FF2B5EF4-FFF2-40B4-BE49-F238E27FC236}">
                      <a16:creationId xmlns:a16="http://schemas.microsoft.com/office/drawing/2014/main" id="{42D058E9-0159-E76C-CCC7-A043BBD14F2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05744" y="2508426"/>
                  <a:ext cx="982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7727" name="Ink 27726">
                  <a:extLst>
                    <a:ext uri="{FF2B5EF4-FFF2-40B4-BE49-F238E27FC236}">
                      <a16:creationId xmlns:a16="http://schemas.microsoft.com/office/drawing/2014/main" id="{9C2C2EE9-8A33-B6F5-B0C5-9C323D0EEC8B}"/>
                    </a:ext>
                  </a:extLst>
                </p14:cNvPr>
                <p14:cNvContentPartPr/>
                <p14:nvPr/>
              </p14:nvContentPartPr>
              <p14:xfrm>
                <a:off x="2129144" y="2468106"/>
                <a:ext cx="70560" cy="144000"/>
              </p14:xfrm>
            </p:contentPart>
          </mc:Choice>
          <mc:Fallback xmlns="">
            <p:pic>
              <p:nvPicPr>
                <p:cNvPr id="27727" name="Ink 27726">
                  <a:extLst>
                    <a:ext uri="{FF2B5EF4-FFF2-40B4-BE49-F238E27FC236}">
                      <a16:creationId xmlns:a16="http://schemas.microsoft.com/office/drawing/2014/main" id="{9C2C2EE9-8A33-B6F5-B0C5-9C323D0EEC8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11504" y="2450106"/>
                  <a:ext cx="106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7728" name="Ink 27727">
                  <a:extLst>
                    <a:ext uri="{FF2B5EF4-FFF2-40B4-BE49-F238E27FC236}">
                      <a16:creationId xmlns:a16="http://schemas.microsoft.com/office/drawing/2014/main" id="{4CEE1C15-5122-2AC2-785F-B52DBC8A564C}"/>
                    </a:ext>
                  </a:extLst>
                </p14:cNvPr>
                <p14:cNvContentPartPr/>
                <p14:nvPr/>
              </p14:nvContentPartPr>
              <p14:xfrm>
                <a:off x="2294384" y="2439666"/>
                <a:ext cx="248760" cy="168120"/>
              </p14:xfrm>
            </p:contentPart>
          </mc:Choice>
          <mc:Fallback xmlns="">
            <p:pic>
              <p:nvPicPr>
                <p:cNvPr id="27728" name="Ink 27727">
                  <a:extLst>
                    <a:ext uri="{FF2B5EF4-FFF2-40B4-BE49-F238E27FC236}">
                      <a16:creationId xmlns:a16="http://schemas.microsoft.com/office/drawing/2014/main" id="{4CEE1C15-5122-2AC2-785F-B52DBC8A564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76384" y="2421666"/>
                  <a:ext cx="284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729" name="Ink 27728">
                  <a:extLst>
                    <a:ext uri="{FF2B5EF4-FFF2-40B4-BE49-F238E27FC236}">
                      <a16:creationId xmlns:a16="http://schemas.microsoft.com/office/drawing/2014/main" id="{9A354937-834A-7BBC-2F20-EFBB73C4BF5E}"/>
                    </a:ext>
                  </a:extLst>
                </p14:cNvPr>
                <p14:cNvContentPartPr/>
                <p14:nvPr/>
              </p14:nvContentPartPr>
              <p14:xfrm>
                <a:off x="2576264" y="2367306"/>
                <a:ext cx="129600" cy="164160"/>
              </p14:xfrm>
            </p:contentPart>
          </mc:Choice>
          <mc:Fallback xmlns="">
            <p:pic>
              <p:nvPicPr>
                <p:cNvPr id="27729" name="Ink 27728">
                  <a:extLst>
                    <a:ext uri="{FF2B5EF4-FFF2-40B4-BE49-F238E27FC236}">
                      <a16:creationId xmlns:a16="http://schemas.microsoft.com/office/drawing/2014/main" id="{9A354937-834A-7BBC-2F20-EFBB73C4BF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58624" y="2349666"/>
                  <a:ext cx="165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7731" name="Ink 27730">
                  <a:extLst>
                    <a:ext uri="{FF2B5EF4-FFF2-40B4-BE49-F238E27FC236}">
                      <a16:creationId xmlns:a16="http://schemas.microsoft.com/office/drawing/2014/main" id="{BBA554CA-5261-CC65-1DF9-D0AA91E042C4}"/>
                    </a:ext>
                  </a:extLst>
                </p14:cNvPr>
                <p14:cNvContentPartPr/>
                <p14:nvPr/>
              </p14:nvContentPartPr>
              <p14:xfrm>
                <a:off x="2734664" y="2294226"/>
                <a:ext cx="115920" cy="252720"/>
              </p14:xfrm>
            </p:contentPart>
          </mc:Choice>
          <mc:Fallback xmlns="">
            <p:pic>
              <p:nvPicPr>
                <p:cNvPr id="27731" name="Ink 27730">
                  <a:extLst>
                    <a:ext uri="{FF2B5EF4-FFF2-40B4-BE49-F238E27FC236}">
                      <a16:creationId xmlns:a16="http://schemas.microsoft.com/office/drawing/2014/main" id="{BBA554CA-5261-CC65-1DF9-D0AA91E042C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16664" y="2276586"/>
                  <a:ext cx="15156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0" name="Group 27759">
            <a:extLst>
              <a:ext uri="{FF2B5EF4-FFF2-40B4-BE49-F238E27FC236}">
                <a16:creationId xmlns:a16="http://schemas.microsoft.com/office/drawing/2014/main" id="{FCFD0C9A-4BF1-FF65-EAAC-F8B9B0CD964A}"/>
              </a:ext>
            </a:extLst>
          </p:cNvPr>
          <p:cNvGrpSpPr/>
          <p:nvPr/>
        </p:nvGrpSpPr>
        <p:grpSpPr>
          <a:xfrm>
            <a:off x="2471504" y="3574026"/>
            <a:ext cx="768600" cy="343800"/>
            <a:chOff x="2471504" y="3574026"/>
            <a:chExt cx="76860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7732" name="Ink 27731">
                  <a:extLst>
                    <a:ext uri="{FF2B5EF4-FFF2-40B4-BE49-F238E27FC236}">
                      <a16:creationId xmlns:a16="http://schemas.microsoft.com/office/drawing/2014/main" id="{FBC21407-FE82-1C59-38C3-17A9A25EEF9E}"/>
                    </a:ext>
                  </a:extLst>
                </p14:cNvPr>
                <p14:cNvContentPartPr/>
                <p14:nvPr/>
              </p14:nvContentPartPr>
              <p14:xfrm>
                <a:off x="2471504" y="3730266"/>
                <a:ext cx="39600" cy="187560"/>
              </p14:xfrm>
            </p:contentPart>
          </mc:Choice>
          <mc:Fallback xmlns="">
            <p:pic>
              <p:nvPicPr>
                <p:cNvPr id="27732" name="Ink 27731">
                  <a:extLst>
                    <a:ext uri="{FF2B5EF4-FFF2-40B4-BE49-F238E27FC236}">
                      <a16:creationId xmlns:a16="http://schemas.microsoft.com/office/drawing/2014/main" id="{FBC21407-FE82-1C59-38C3-17A9A25EEF9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53504" y="3712626"/>
                  <a:ext cx="752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7733" name="Ink 27732">
                  <a:extLst>
                    <a:ext uri="{FF2B5EF4-FFF2-40B4-BE49-F238E27FC236}">
                      <a16:creationId xmlns:a16="http://schemas.microsoft.com/office/drawing/2014/main" id="{62799C48-6F58-9830-0ADD-19D45070A214}"/>
                    </a:ext>
                  </a:extLst>
                </p14:cNvPr>
                <p14:cNvContentPartPr/>
                <p14:nvPr/>
              </p14:nvContentPartPr>
              <p14:xfrm>
                <a:off x="2490224" y="3695706"/>
                <a:ext cx="98640" cy="130680"/>
              </p14:xfrm>
            </p:contentPart>
          </mc:Choice>
          <mc:Fallback xmlns="">
            <p:pic>
              <p:nvPicPr>
                <p:cNvPr id="27733" name="Ink 27732">
                  <a:extLst>
                    <a:ext uri="{FF2B5EF4-FFF2-40B4-BE49-F238E27FC236}">
                      <a16:creationId xmlns:a16="http://schemas.microsoft.com/office/drawing/2014/main" id="{62799C48-6F58-9830-0ADD-19D45070A21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72584" y="3678066"/>
                  <a:ext cx="134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734" name="Ink 27733">
                  <a:extLst>
                    <a:ext uri="{FF2B5EF4-FFF2-40B4-BE49-F238E27FC236}">
                      <a16:creationId xmlns:a16="http://schemas.microsoft.com/office/drawing/2014/main" id="{F1DDBE6C-67C8-1429-9455-8D59B924864E}"/>
                    </a:ext>
                  </a:extLst>
                </p14:cNvPr>
                <p14:cNvContentPartPr/>
                <p14:nvPr/>
              </p14:nvContentPartPr>
              <p14:xfrm>
                <a:off x="2694344" y="3682386"/>
                <a:ext cx="35280" cy="143640"/>
              </p14:xfrm>
            </p:contentPart>
          </mc:Choice>
          <mc:Fallback xmlns="">
            <p:pic>
              <p:nvPicPr>
                <p:cNvPr id="27734" name="Ink 27733">
                  <a:extLst>
                    <a:ext uri="{FF2B5EF4-FFF2-40B4-BE49-F238E27FC236}">
                      <a16:creationId xmlns:a16="http://schemas.microsoft.com/office/drawing/2014/main" id="{F1DDBE6C-67C8-1429-9455-8D59B924864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76704" y="3664746"/>
                  <a:ext cx="70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7735" name="Ink 27734">
                  <a:extLst>
                    <a:ext uri="{FF2B5EF4-FFF2-40B4-BE49-F238E27FC236}">
                      <a16:creationId xmlns:a16="http://schemas.microsoft.com/office/drawing/2014/main" id="{3BD8C36B-EB1B-A1BE-33F3-934D8FAB7AA0}"/>
                    </a:ext>
                  </a:extLst>
                </p14:cNvPr>
                <p14:cNvContentPartPr/>
                <p14:nvPr/>
              </p14:nvContentPartPr>
              <p14:xfrm>
                <a:off x="2707304" y="3642426"/>
                <a:ext cx="188640" cy="140400"/>
              </p14:xfrm>
            </p:contentPart>
          </mc:Choice>
          <mc:Fallback xmlns="">
            <p:pic>
              <p:nvPicPr>
                <p:cNvPr id="27735" name="Ink 27734">
                  <a:extLst>
                    <a:ext uri="{FF2B5EF4-FFF2-40B4-BE49-F238E27FC236}">
                      <a16:creationId xmlns:a16="http://schemas.microsoft.com/office/drawing/2014/main" id="{3BD8C36B-EB1B-A1BE-33F3-934D8FAB7AA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89304" y="3624426"/>
                  <a:ext cx="224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7736" name="Ink 27735">
                  <a:extLst>
                    <a:ext uri="{FF2B5EF4-FFF2-40B4-BE49-F238E27FC236}">
                      <a16:creationId xmlns:a16="http://schemas.microsoft.com/office/drawing/2014/main" id="{2AE50E8C-27BF-3CA8-12F3-B42C67E8EBE2}"/>
                    </a:ext>
                  </a:extLst>
                </p14:cNvPr>
                <p14:cNvContentPartPr/>
                <p14:nvPr/>
              </p14:nvContentPartPr>
              <p14:xfrm>
                <a:off x="2972624" y="3623346"/>
                <a:ext cx="86400" cy="160920"/>
              </p14:xfrm>
            </p:contentPart>
          </mc:Choice>
          <mc:Fallback xmlns="">
            <p:pic>
              <p:nvPicPr>
                <p:cNvPr id="27736" name="Ink 27735">
                  <a:extLst>
                    <a:ext uri="{FF2B5EF4-FFF2-40B4-BE49-F238E27FC236}">
                      <a16:creationId xmlns:a16="http://schemas.microsoft.com/office/drawing/2014/main" id="{2AE50E8C-27BF-3CA8-12F3-B42C67E8EB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54984" y="3605346"/>
                  <a:ext cx="1220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7750" name="Ink 27749">
                  <a:extLst>
                    <a:ext uri="{FF2B5EF4-FFF2-40B4-BE49-F238E27FC236}">
                      <a16:creationId xmlns:a16="http://schemas.microsoft.com/office/drawing/2014/main" id="{1F3ABE3F-D8FD-33ED-7D54-94FDA5DA89EF}"/>
                    </a:ext>
                  </a:extLst>
                </p14:cNvPr>
                <p14:cNvContentPartPr/>
                <p14:nvPr/>
              </p14:nvContentPartPr>
              <p14:xfrm>
                <a:off x="3136064" y="3574026"/>
                <a:ext cx="104040" cy="243000"/>
              </p14:xfrm>
            </p:contentPart>
          </mc:Choice>
          <mc:Fallback xmlns="">
            <p:pic>
              <p:nvPicPr>
                <p:cNvPr id="27750" name="Ink 27749">
                  <a:extLst>
                    <a:ext uri="{FF2B5EF4-FFF2-40B4-BE49-F238E27FC236}">
                      <a16:creationId xmlns:a16="http://schemas.microsoft.com/office/drawing/2014/main" id="{1F3ABE3F-D8FD-33ED-7D54-94FDA5DA89E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18424" y="3556026"/>
                  <a:ext cx="1396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72" name="Group 27771">
            <a:extLst>
              <a:ext uri="{FF2B5EF4-FFF2-40B4-BE49-F238E27FC236}">
                <a16:creationId xmlns:a16="http://schemas.microsoft.com/office/drawing/2014/main" id="{B670C1CE-8DE5-C724-910D-668551C93760}"/>
              </a:ext>
            </a:extLst>
          </p:cNvPr>
          <p:cNvGrpSpPr/>
          <p:nvPr/>
        </p:nvGrpSpPr>
        <p:grpSpPr>
          <a:xfrm>
            <a:off x="356504" y="2197386"/>
            <a:ext cx="758880" cy="623160"/>
            <a:chOff x="356504" y="2197386"/>
            <a:chExt cx="75888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7767" name="Ink 27766">
                  <a:extLst>
                    <a:ext uri="{FF2B5EF4-FFF2-40B4-BE49-F238E27FC236}">
                      <a16:creationId xmlns:a16="http://schemas.microsoft.com/office/drawing/2014/main" id="{8EC7A3A5-4BA3-8839-C97E-BAAC18C8A2B2}"/>
                    </a:ext>
                  </a:extLst>
                </p14:cNvPr>
                <p14:cNvContentPartPr/>
                <p14:nvPr/>
              </p14:nvContentPartPr>
              <p14:xfrm>
                <a:off x="554864" y="2468826"/>
                <a:ext cx="155520" cy="228960"/>
              </p14:xfrm>
            </p:contentPart>
          </mc:Choice>
          <mc:Fallback xmlns="">
            <p:pic>
              <p:nvPicPr>
                <p:cNvPr id="27767" name="Ink 27766">
                  <a:extLst>
                    <a:ext uri="{FF2B5EF4-FFF2-40B4-BE49-F238E27FC236}">
                      <a16:creationId xmlns:a16="http://schemas.microsoft.com/office/drawing/2014/main" id="{8EC7A3A5-4BA3-8839-C97E-BAAC18C8A2B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7224" y="2450826"/>
                  <a:ext cx="191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768" name="Ink 27767">
                  <a:extLst>
                    <a:ext uri="{FF2B5EF4-FFF2-40B4-BE49-F238E27FC236}">
                      <a16:creationId xmlns:a16="http://schemas.microsoft.com/office/drawing/2014/main" id="{50021967-9B38-3910-50B1-D2504F3FEB25}"/>
                    </a:ext>
                  </a:extLst>
                </p14:cNvPr>
                <p14:cNvContentPartPr/>
                <p14:nvPr/>
              </p14:nvContentPartPr>
              <p14:xfrm>
                <a:off x="755744" y="2335626"/>
                <a:ext cx="138600" cy="218880"/>
              </p14:xfrm>
            </p:contentPart>
          </mc:Choice>
          <mc:Fallback xmlns="">
            <p:pic>
              <p:nvPicPr>
                <p:cNvPr id="27768" name="Ink 27767">
                  <a:extLst>
                    <a:ext uri="{FF2B5EF4-FFF2-40B4-BE49-F238E27FC236}">
                      <a16:creationId xmlns:a16="http://schemas.microsoft.com/office/drawing/2014/main" id="{50021967-9B38-3910-50B1-D2504F3FEB2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7744" y="2317986"/>
                  <a:ext cx="1742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769" name="Ink 27768">
                  <a:extLst>
                    <a:ext uri="{FF2B5EF4-FFF2-40B4-BE49-F238E27FC236}">
                      <a16:creationId xmlns:a16="http://schemas.microsoft.com/office/drawing/2014/main" id="{2839AB11-BF36-20AA-A99E-471C1A32048F}"/>
                    </a:ext>
                  </a:extLst>
                </p14:cNvPr>
                <p14:cNvContentPartPr/>
                <p14:nvPr/>
              </p14:nvContentPartPr>
              <p14:xfrm>
                <a:off x="539384" y="2198826"/>
                <a:ext cx="576000" cy="621720"/>
              </p14:xfrm>
            </p:contentPart>
          </mc:Choice>
          <mc:Fallback xmlns="">
            <p:pic>
              <p:nvPicPr>
                <p:cNvPr id="27769" name="Ink 27768">
                  <a:extLst>
                    <a:ext uri="{FF2B5EF4-FFF2-40B4-BE49-F238E27FC236}">
                      <a16:creationId xmlns:a16="http://schemas.microsoft.com/office/drawing/2014/main" id="{2839AB11-BF36-20AA-A99E-471C1A32048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1744" y="2180826"/>
                  <a:ext cx="61164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7770" name="Ink 27769">
                  <a:extLst>
                    <a:ext uri="{FF2B5EF4-FFF2-40B4-BE49-F238E27FC236}">
                      <a16:creationId xmlns:a16="http://schemas.microsoft.com/office/drawing/2014/main" id="{E25EAA6E-7B82-99FA-2878-3E6498960838}"/>
                    </a:ext>
                  </a:extLst>
                </p14:cNvPr>
                <p14:cNvContentPartPr/>
                <p14:nvPr/>
              </p14:nvContentPartPr>
              <p14:xfrm>
                <a:off x="356504" y="2418786"/>
                <a:ext cx="174240" cy="337320"/>
              </p14:xfrm>
            </p:contentPart>
          </mc:Choice>
          <mc:Fallback xmlns="">
            <p:pic>
              <p:nvPicPr>
                <p:cNvPr id="27770" name="Ink 27769">
                  <a:extLst>
                    <a:ext uri="{FF2B5EF4-FFF2-40B4-BE49-F238E27FC236}">
                      <a16:creationId xmlns:a16="http://schemas.microsoft.com/office/drawing/2014/main" id="{E25EAA6E-7B82-99FA-2878-3E649896083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8864" y="2400786"/>
                  <a:ext cx="2098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771" name="Ink 27770">
                  <a:extLst>
                    <a:ext uri="{FF2B5EF4-FFF2-40B4-BE49-F238E27FC236}">
                      <a16:creationId xmlns:a16="http://schemas.microsoft.com/office/drawing/2014/main" id="{7F8DADC5-673C-6D2F-BA20-3FCB9AD2CF2D}"/>
                    </a:ext>
                  </a:extLst>
                </p14:cNvPr>
                <p14:cNvContentPartPr/>
                <p14:nvPr/>
              </p14:nvContentPartPr>
              <p14:xfrm>
                <a:off x="363704" y="2197386"/>
                <a:ext cx="659160" cy="216720"/>
              </p14:xfrm>
            </p:contentPart>
          </mc:Choice>
          <mc:Fallback xmlns="">
            <p:pic>
              <p:nvPicPr>
                <p:cNvPr id="27771" name="Ink 27770">
                  <a:extLst>
                    <a:ext uri="{FF2B5EF4-FFF2-40B4-BE49-F238E27FC236}">
                      <a16:creationId xmlns:a16="http://schemas.microsoft.com/office/drawing/2014/main" id="{7F8DADC5-673C-6D2F-BA20-3FCB9AD2CF2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6064" y="2179746"/>
                  <a:ext cx="69480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77" name="Group 27776">
            <a:extLst>
              <a:ext uri="{FF2B5EF4-FFF2-40B4-BE49-F238E27FC236}">
                <a16:creationId xmlns:a16="http://schemas.microsoft.com/office/drawing/2014/main" id="{E3F30AD3-B754-9A8E-DB4C-5E0FFC202427}"/>
              </a:ext>
            </a:extLst>
          </p:cNvPr>
          <p:cNvGrpSpPr/>
          <p:nvPr/>
        </p:nvGrpSpPr>
        <p:grpSpPr>
          <a:xfrm>
            <a:off x="2955704" y="1796346"/>
            <a:ext cx="573840" cy="482040"/>
            <a:chOff x="2955704" y="1796346"/>
            <a:chExt cx="57384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773" name="Ink 27772">
                  <a:extLst>
                    <a:ext uri="{FF2B5EF4-FFF2-40B4-BE49-F238E27FC236}">
                      <a16:creationId xmlns:a16="http://schemas.microsoft.com/office/drawing/2014/main" id="{1ED88621-E71C-E02D-7CB7-561C8F89FB05}"/>
                    </a:ext>
                  </a:extLst>
                </p14:cNvPr>
                <p14:cNvContentPartPr/>
                <p14:nvPr/>
              </p14:nvContentPartPr>
              <p14:xfrm>
                <a:off x="2955704" y="2184066"/>
                <a:ext cx="150480" cy="94320"/>
              </p14:xfrm>
            </p:contentPart>
          </mc:Choice>
          <mc:Fallback xmlns="">
            <p:pic>
              <p:nvPicPr>
                <p:cNvPr id="27773" name="Ink 27772">
                  <a:extLst>
                    <a:ext uri="{FF2B5EF4-FFF2-40B4-BE49-F238E27FC236}">
                      <a16:creationId xmlns:a16="http://schemas.microsoft.com/office/drawing/2014/main" id="{1ED88621-E71C-E02D-7CB7-561C8F89FB0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38064" y="2166426"/>
                  <a:ext cx="186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7774" name="Ink 27773">
                  <a:extLst>
                    <a:ext uri="{FF2B5EF4-FFF2-40B4-BE49-F238E27FC236}">
                      <a16:creationId xmlns:a16="http://schemas.microsoft.com/office/drawing/2014/main" id="{C961B852-4C94-79EB-460D-2157085B83D2}"/>
                    </a:ext>
                  </a:extLst>
                </p14:cNvPr>
                <p14:cNvContentPartPr/>
                <p14:nvPr/>
              </p14:nvContentPartPr>
              <p14:xfrm>
                <a:off x="3223904" y="1985706"/>
                <a:ext cx="137880" cy="165240"/>
              </p14:xfrm>
            </p:contentPart>
          </mc:Choice>
          <mc:Fallback xmlns="">
            <p:pic>
              <p:nvPicPr>
                <p:cNvPr id="27774" name="Ink 27773">
                  <a:extLst>
                    <a:ext uri="{FF2B5EF4-FFF2-40B4-BE49-F238E27FC236}">
                      <a16:creationId xmlns:a16="http://schemas.microsoft.com/office/drawing/2014/main" id="{C961B852-4C94-79EB-460D-2157085B83D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06264" y="1968066"/>
                  <a:ext cx="173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775" name="Ink 27774">
                  <a:extLst>
                    <a:ext uri="{FF2B5EF4-FFF2-40B4-BE49-F238E27FC236}">
                      <a16:creationId xmlns:a16="http://schemas.microsoft.com/office/drawing/2014/main" id="{44F22E3B-4C34-6EE0-B2AD-847608149C15}"/>
                    </a:ext>
                  </a:extLst>
                </p14:cNvPr>
                <p14:cNvContentPartPr/>
                <p14:nvPr/>
              </p14:nvContentPartPr>
              <p14:xfrm>
                <a:off x="3378704" y="1917306"/>
                <a:ext cx="75960" cy="146160"/>
              </p14:xfrm>
            </p:contentPart>
          </mc:Choice>
          <mc:Fallback xmlns="">
            <p:pic>
              <p:nvPicPr>
                <p:cNvPr id="27775" name="Ink 27774">
                  <a:extLst>
                    <a:ext uri="{FF2B5EF4-FFF2-40B4-BE49-F238E27FC236}">
                      <a16:creationId xmlns:a16="http://schemas.microsoft.com/office/drawing/2014/main" id="{44F22E3B-4C34-6EE0-B2AD-847608149C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61064" y="1899306"/>
                  <a:ext cx="111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776" name="Ink 27775">
                  <a:extLst>
                    <a:ext uri="{FF2B5EF4-FFF2-40B4-BE49-F238E27FC236}">
                      <a16:creationId xmlns:a16="http://schemas.microsoft.com/office/drawing/2014/main" id="{E7A77EB0-BEC2-4371-C49E-20831FBE0D61}"/>
                    </a:ext>
                  </a:extLst>
                </p14:cNvPr>
                <p14:cNvContentPartPr/>
                <p14:nvPr/>
              </p14:nvContentPartPr>
              <p14:xfrm>
                <a:off x="3402824" y="1796346"/>
                <a:ext cx="126720" cy="170280"/>
              </p14:xfrm>
            </p:contentPart>
          </mc:Choice>
          <mc:Fallback xmlns="">
            <p:pic>
              <p:nvPicPr>
                <p:cNvPr id="27776" name="Ink 27775">
                  <a:extLst>
                    <a:ext uri="{FF2B5EF4-FFF2-40B4-BE49-F238E27FC236}">
                      <a16:creationId xmlns:a16="http://schemas.microsoft.com/office/drawing/2014/main" id="{E7A77EB0-BEC2-4371-C49E-20831FBE0D6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85184" y="1778706"/>
                  <a:ext cx="16236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87" name="Group 27786">
            <a:extLst>
              <a:ext uri="{FF2B5EF4-FFF2-40B4-BE49-F238E27FC236}">
                <a16:creationId xmlns:a16="http://schemas.microsoft.com/office/drawing/2014/main" id="{A1B803ED-F53B-8050-B30B-DF84161D32C5}"/>
              </a:ext>
            </a:extLst>
          </p:cNvPr>
          <p:cNvGrpSpPr/>
          <p:nvPr/>
        </p:nvGrpSpPr>
        <p:grpSpPr>
          <a:xfrm>
            <a:off x="3458264" y="3458466"/>
            <a:ext cx="470880" cy="363240"/>
            <a:chOff x="3458264" y="3458466"/>
            <a:chExt cx="4708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778" name="Ink 27777">
                  <a:extLst>
                    <a:ext uri="{FF2B5EF4-FFF2-40B4-BE49-F238E27FC236}">
                      <a16:creationId xmlns:a16="http://schemas.microsoft.com/office/drawing/2014/main" id="{A9E45D36-30F3-B98A-2ACE-EA2EDEB9B03A}"/>
                    </a:ext>
                  </a:extLst>
                </p14:cNvPr>
                <p14:cNvContentPartPr/>
                <p14:nvPr/>
              </p14:nvContentPartPr>
              <p14:xfrm>
                <a:off x="3458264" y="3667626"/>
                <a:ext cx="132480" cy="154080"/>
              </p14:xfrm>
            </p:contentPart>
          </mc:Choice>
          <mc:Fallback xmlns="">
            <p:pic>
              <p:nvPicPr>
                <p:cNvPr id="27778" name="Ink 27777">
                  <a:extLst>
                    <a:ext uri="{FF2B5EF4-FFF2-40B4-BE49-F238E27FC236}">
                      <a16:creationId xmlns:a16="http://schemas.microsoft.com/office/drawing/2014/main" id="{A9E45D36-30F3-B98A-2ACE-EA2EDEB9B03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40264" y="3649626"/>
                  <a:ext cx="168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779" name="Ink 27778">
                  <a:extLst>
                    <a:ext uri="{FF2B5EF4-FFF2-40B4-BE49-F238E27FC236}">
                      <a16:creationId xmlns:a16="http://schemas.microsoft.com/office/drawing/2014/main" id="{20857635-7EEE-88ED-6B4F-4DD0FDAF943B}"/>
                    </a:ext>
                  </a:extLst>
                </p14:cNvPr>
                <p14:cNvContentPartPr/>
                <p14:nvPr/>
              </p14:nvContentPartPr>
              <p14:xfrm>
                <a:off x="3618104" y="3615786"/>
                <a:ext cx="81720" cy="160920"/>
              </p14:xfrm>
            </p:contentPart>
          </mc:Choice>
          <mc:Fallback xmlns="">
            <p:pic>
              <p:nvPicPr>
                <p:cNvPr id="27779" name="Ink 27778">
                  <a:extLst>
                    <a:ext uri="{FF2B5EF4-FFF2-40B4-BE49-F238E27FC236}">
                      <a16:creationId xmlns:a16="http://schemas.microsoft.com/office/drawing/2014/main" id="{20857635-7EEE-88ED-6B4F-4DD0FDAF943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00464" y="3598146"/>
                  <a:ext cx="117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7780" name="Ink 27779">
                  <a:extLst>
                    <a:ext uri="{FF2B5EF4-FFF2-40B4-BE49-F238E27FC236}">
                      <a16:creationId xmlns:a16="http://schemas.microsoft.com/office/drawing/2014/main" id="{9C51ADAF-9E7D-9D37-99F1-61B821F9FC8A}"/>
                    </a:ext>
                  </a:extLst>
                </p14:cNvPr>
                <p14:cNvContentPartPr/>
                <p14:nvPr/>
              </p14:nvContentPartPr>
              <p14:xfrm>
                <a:off x="3630704" y="3539466"/>
                <a:ext cx="51840" cy="78840"/>
              </p14:xfrm>
            </p:contentPart>
          </mc:Choice>
          <mc:Fallback xmlns="">
            <p:pic>
              <p:nvPicPr>
                <p:cNvPr id="27780" name="Ink 27779">
                  <a:extLst>
                    <a:ext uri="{FF2B5EF4-FFF2-40B4-BE49-F238E27FC236}">
                      <a16:creationId xmlns:a16="http://schemas.microsoft.com/office/drawing/2014/main" id="{9C51ADAF-9E7D-9D37-99F1-61B821F9FC8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12704" y="3521826"/>
                  <a:ext cx="87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7781" name="Ink 27780">
                  <a:extLst>
                    <a:ext uri="{FF2B5EF4-FFF2-40B4-BE49-F238E27FC236}">
                      <a16:creationId xmlns:a16="http://schemas.microsoft.com/office/drawing/2014/main" id="{AA9BEB3B-DFFC-4E33-FB76-3715FEB53FDD}"/>
                    </a:ext>
                  </a:extLst>
                </p14:cNvPr>
                <p14:cNvContentPartPr/>
                <p14:nvPr/>
              </p14:nvContentPartPr>
              <p14:xfrm>
                <a:off x="3654824" y="3636306"/>
                <a:ext cx="88920" cy="75960"/>
              </p14:xfrm>
            </p:contentPart>
          </mc:Choice>
          <mc:Fallback xmlns="">
            <p:pic>
              <p:nvPicPr>
                <p:cNvPr id="27781" name="Ink 27780">
                  <a:extLst>
                    <a:ext uri="{FF2B5EF4-FFF2-40B4-BE49-F238E27FC236}">
                      <a16:creationId xmlns:a16="http://schemas.microsoft.com/office/drawing/2014/main" id="{AA9BEB3B-DFFC-4E33-FB76-3715FEB53F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36824" y="3618306"/>
                  <a:ext cx="124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782" name="Ink 27781">
                  <a:extLst>
                    <a:ext uri="{FF2B5EF4-FFF2-40B4-BE49-F238E27FC236}">
                      <a16:creationId xmlns:a16="http://schemas.microsoft.com/office/drawing/2014/main" id="{8DF8C26F-018D-6254-019A-07A61A4EFDE2}"/>
                    </a:ext>
                  </a:extLst>
                </p14:cNvPr>
                <p14:cNvContentPartPr/>
                <p14:nvPr/>
              </p14:nvContentPartPr>
              <p14:xfrm>
                <a:off x="3808544" y="3547746"/>
                <a:ext cx="65880" cy="144360"/>
              </p14:xfrm>
            </p:contentPart>
          </mc:Choice>
          <mc:Fallback xmlns="">
            <p:pic>
              <p:nvPicPr>
                <p:cNvPr id="27782" name="Ink 27781">
                  <a:extLst>
                    <a:ext uri="{FF2B5EF4-FFF2-40B4-BE49-F238E27FC236}">
                      <a16:creationId xmlns:a16="http://schemas.microsoft.com/office/drawing/2014/main" id="{8DF8C26F-018D-6254-019A-07A61A4EFDE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90544" y="3529746"/>
                  <a:ext cx="101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783" name="Ink 27782">
                  <a:extLst>
                    <a:ext uri="{FF2B5EF4-FFF2-40B4-BE49-F238E27FC236}">
                      <a16:creationId xmlns:a16="http://schemas.microsoft.com/office/drawing/2014/main" id="{512B3FB7-EE8C-061F-3E76-72F5EFF5B1E6}"/>
                    </a:ext>
                  </a:extLst>
                </p14:cNvPr>
                <p14:cNvContentPartPr/>
                <p14:nvPr/>
              </p14:nvContentPartPr>
              <p14:xfrm>
                <a:off x="3816824" y="3458466"/>
                <a:ext cx="39960" cy="53640"/>
              </p14:xfrm>
            </p:contentPart>
          </mc:Choice>
          <mc:Fallback xmlns="">
            <p:pic>
              <p:nvPicPr>
                <p:cNvPr id="27783" name="Ink 27782">
                  <a:extLst>
                    <a:ext uri="{FF2B5EF4-FFF2-40B4-BE49-F238E27FC236}">
                      <a16:creationId xmlns:a16="http://schemas.microsoft.com/office/drawing/2014/main" id="{512B3FB7-EE8C-061F-3E76-72F5EFF5B1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99184" y="3440466"/>
                  <a:ext cx="75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784" name="Ink 27783">
                  <a:extLst>
                    <a:ext uri="{FF2B5EF4-FFF2-40B4-BE49-F238E27FC236}">
                      <a16:creationId xmlns:a16="http://schemas.microsoft.com/office/drawing/2014/main" id="{DF0E278D-BDC8-DD98-60C1-351E26B1659F}"/>
                    </a:ext>
                  </a:extLst>
                </p14:cNvPr>
                <p14:cNvContentPartPr/>
                <p14:nvPr/>
              </p14:nvContentPartPr>
              <p14:xfrm>
                <a:off x="3872984" y="3611466"/>
                <a:ext cx="44280" cy="50400"/>
              </p14:xfrm>
            </p:contentPart>
          </mc:Choice>
          <mc:Fallback xmlns="">
            <p:pic>
              <p:nvPicPr>
                <p:cNvPr id="27784" name="Ink 27783">
                  <a:extLst>
                    <a:ext uri="{FF2B5EF4-FFF2-40B4-BE49-F238E27FC236}">
                      <a16:creationId xmlns:a16="http://schemas.microsoft.com/office/drawing/2014/main" id="{DF0E278D-BDC8-DD98-60C1-351E26B1659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55344" y="3593826"/>
                  <a:ext cx="79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7786" name="Ink 27785">
                  <a:extLst>
                    <a:ext uri="{FF2B5EF4-FFF2-40B4-BE49-F238E27FC236}">
                      <a16:creationId xmlns:a16="http://schemas.microsoft.com/office/drawing/2014/main" id="{44864939-8FE7-8B1E-C8A1-41B41397FBFB}"/>
                    </a:ext>
                  </a:extLst>
                </p14:cNvPr>
                <p14:cNvContentPartPr/>
                <p14:nvPr/>
              </p14:nvContentPartPr>
              <p14:xfrm>
                <a:off x="3880184" y="3679866"/>
                <a:ext cx="48960" cy="124560"/>
              </p14:xfrm>
            </p:contentPart>
          </mc:Choice>
          <mc:Fallback xmlns="">
            <p:pic>
              <p:nvPicPr>
                <p:cNvPr id="27786" name="Ink 27785">
                  <a:extLst>
                    <a:ext uri="{FF2B5EF4-FFF2-40B4-BE49-F238E27FC236}">
                      <a16:creationId xmlns:a16="http://schemas.microsoft.com/office/drawing/2014/main" id="{44864939-8FE7-8B1E-C8A1-41B41397FBF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862184" y="3662226"/>
                  <a:ext cx="8460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7789" name="Ink 27788">
                <a:extLst>
                  <a:ext uri="{FF2B5EF4-FFF2-40B4-BE49-F238E27FC236}">
                    <a16:creationId xmlns:a16="http://schemas.microsoft.com/office/drawing/2014/main" id="{0791C9C3-7A11-78BA-8A5F-ECA3F2AB99CB}"/>
                  </a:ext>
                </a:extLst>
              </p14:cNvPr>
              <p14:cNvContentPartPr/>
              <p14:nvPr/>
            </p14:nvContentPartPr>
            <p14:xfrm>
              <a:off x="1698944" y="1492146"/>
              <a:ext cx="2266200" cy="3918960"/>
            </p14:xfrm>
          </p:contentPart>
        </mc:Choice>
        <mc:Fallback xmlns="">
          <p:pic>
            <p:nvPicPr>
              <p:cNvPr id="27789" name="Ink 27788">
                <a:extLst>
                  <a:ext uri="{FF2B5EF4-FFF2-40B4-BE49-F238E27FC236}">
                    <a16:creationId xmlns:a16="http://schemas.microsoft.com/office/drawing/2014/main" id="{0791C9C3-7A11-78BA-8A5F-ECA3F2AB99C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645304" y="1384506"/>
                <a:ext cx="2373840" cy="41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7790" name="Ink 27789">
                <a:extLst>
                  <a:ext uri="{FF2B5EF4-FFF2-40B4-BE49-F238E27FC236}">
                    <a16:creationId xmlns:a16="http://schemas.microsoft.com/office/drawing/2014/main" id="{197532D4-3440-633F-6146-575ECC92F8D6}"/>
                  </a:ext>
                </a:extLst>
              </p14:cNvPr>
              <p14:cNvContentPartPr/>
              <p14:nvPr/>
            </p14:nvContentPartPr>
            <p14:xfrm>
              <a:off x="5105264" y="1642266"/>
              <a:ext cx="241200" cy="55080"/>
            </p14:xfrm>
          </p:contentPart>
        </mc:Choice>
        <mc:Fallback xmlns="">
          <p:pic>
            <p:nvPicPr>
              <p:cNvPr id="27790" name="Ink 27789">
                <a:extLst>
                  <a:ext uri="{FF2B5EF4-FFF2-40B4-BE49-F238E27FC236}">
                    <a16:creationId xmlns:a16="http://schemas.microsoft.com/office/drawing/2014/main" id="{197532D4-3440-633F-6146-575ECC92F8D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087624" y="1624266"/>
                <a:ext cx="27684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96" name="Group 27795">
            <a:extLst>
              <a:ext uri="{FF2B5EF4-FFF2-40B4-BE49-F238E27FC236}">
                <a16:creationId xmlns:a16="http://schemas.microsoft.com/office/drawing/2014/main" id="{E99C3949-1065-0288-DC92-EE62CD137697}"/>
              </a:ext>
            </a:extLst>
          </p:cNvPr>
          <p:cNvGrpSpPr/>
          <p:nvPr/>
        </p:nvGrpSpPr>
        <p:grpSpPr>
          <a:xfrm>
            <a:off x="5091944" y="1273626"/>
            <a:ext cx="668880" cy="229320"/>
            <a:chOff x="5091944" y="1273626"/>
            <a:chExt cx="66888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791" name="Ink 27790">
                  <a:extLst>
                    <a:ext uri="{FF2B5EF4-FFF2-40B4-BE49-F238E27FC236}">
                      <a16:creationId xmlns:a16="http://schemas.microsoft.com/office/drawing/2014/main" id="{6591B07B-BE06-9A85-BD77-A4D8178C0BC5}"/>
                    </a:ext>
                  </a:extLst>
                </p14:cNvPr>
                <p14:cNvContentPartPr/>
                <p14:nvPr/>
              </p14:nvContentPartPr>
              <p14:xfrm>
                <a:off x="5091944" y="1273626"/>
                <a:ext cx="225360" cy="203400"/>
              </p14:xfrm>
            </p:contentPart>
          </mc:Choice>
          <mc:Fallback xmlns="">
            <p:pic>
              <p:nvPicPr>
                <p:cNvPr id="27791" name="Ink 27790">
                  <a:extLst>
                    <a:ext uri="{FF2B5EF4-FFF2-40B4-BE49-F238E27FC236}">
                      <a16:creationId xmlns:a16="http://schemas.microsoft.com/office/drawing/2014/main" id="{6591B07B-BE06-9A85-BD77-A4D8178C0BC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73944" y="1255626"/>
                  <a:ext cx="261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7792" name="Ink 27791">
                  <a:extLst>
                    <a:ext uri="{FF2B5EF4-FFF2-40B4-BE49-F238E27FC236}">
                      <a16:creationId xmlns:a16="http://schemas.microsoft.com/office/drawing/2014/main" id="{BADA9FEF-E81B-C033-F3C0-36E44D14C085}"/>
                    </a:ext>
                  </a:extLst>
                </p14:cNvPr>
                <p14:cNvContentPartPr/>
                <p14:nvPr/>
              </p14:nvContentPartPr>
              <p14:xfrm>
                <a:off x="5456984" y="1355706"/>
                <a:ext cx="30600" cy="147240"/>
              </p14:xfrm>
            </p:contentPart>
          </mc:Choice>
          <mc:Fallback xmlns="">
            <p:pic>
              <p:nvPicPr>
                <p:cNvPr id="27792" name="Ink 27791">
                  <a:extLst>
                    <a:ext uri="{FF2B5EF4-FFF2-40B4-BE49-F238E27FC236}">
                      <a16:creationId xmlns:a16="http://schemas.microsoft.com/office/drawing/2014/main" id="{BADA9FEF-E81B-C033-F3C0-36E44D14C0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38984" y="1337706"/>
                  <a:ext cx="66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7793" name="Ink 27792">
                  <a:extLst>
                    <a:ext uri="{FF2B5EF4-FFF2-40B4-BE49-F238E27FC236}">
                      <a16:creationId xmlns:a16="http://schemas.microsoft.com/office/drawing/2014/main" id="{A4F58DBD-A6EC-BDBE-77A6-B2EA440895A2}"/>
                    </a:ext>
                  </a:extLst>
                </p14:cNvPr>
                <p14:cNvContentPartPr/>
                <p14:nvPr/>
              </p14:nvContentPartPr>
              <p14:xfrm>
                <a:off x="5460584" y="1348146"/>
                <a:ext cx="113760" cy="135360"/>
              </p14:xfrm>
            </p:contentPart>
          </mc:Choice>
          <mc:Fallback xmlns="">
            <p:pic>
              <p:nvPicPr>
                <p:cNvPr id="27793" name="Ink 27792">
                  <a:extLst>
                    <a:ext uri="{FF2B5EF4-FFF2-40B4-BE49-F238E27FC236}">
                      <a16:creationId xmlns:a16="http://schemas.microsoft.com/office/drawing/2014/main" id="{A4F58DBD-A6EC-BDBE-77A6-B2EA440895A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42584" y="1330506"/>
                  <a:ext cx="149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7794" name="Ink 27793">
                  <a:extLst>
                    <a:ext uri="{FF2B5EF4-FFF2-40B4-BE49-F238E27FC236}">
                      <a16:creationId xmlns:a16="http://schemas.microsoft.com/office/drawing/2014/main" id="{FE2DC4D2-3F47-46A4-FE76-12F2A145DA6C}"/>
                    </a:ext>
                  </a:extLst>
                </p14:cNvPr>
                <p14:cNvContentPartPr/>
                <p14:nvPr/>
              </p14:nvContentPartPr>
              <p14:xfrm>
                <a:off x="5646344" y="1331226"/>
                <a:ext cx="31320" cy="150480"/>
              </p14:xfrm>
            </p:contentPart>
          </mc:Choice>
          <mc:Fallback xmlns="">
            <p:pic>
              <p:nvPicPr>
                <p:cNvPr id="27794" name="Ink 27793">
                  <a:extLst>
                    <a:ext uri="{FF2B5EF4-FFF2-40B4-BE49-F238E27FC236}">
                      <a16:creationId xmlns:a16="http://schemas.microsoft.com/office/drawing/2014/main" id="{FE2DC4D2-3F47-46A4-FE76-12F2A145DA6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628704" y="1313586"/>
                  <a:ext cx="66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7795" name="Ink 27794">
                  <a:extLst>
                    <a:ext uri="{FF2B5EF4-FFF2-40B4-BE49-F238E27FC236}">
                      <a16:creationId xmlns:a16="http://schemas.microsoft.com/office/drawing/2014/main" id="{C9D771AE-AE09-48BC-E976-BF2908FFEDE3}"/>
                    </a:ext>
                  </a:extLst>
                </p14:cNvPr>
                <p14:cNvContentPartPr/>
                <p14:nvPr/>
              </p14:nvContentPartPr>
              <p14:xfrm>
                <a:off x="5650664" y="1321146"/>
                <a:ext cx="110160" cy="151200"/>
              </p14:xfrm>
            </p:contentPart>
          </mc:Choice>
          <mc:Fallback xmlns="">
            <p:pic>
              <p:nvPicPr>
                <p:cNvPr id="27795" name="Ink 27794">
                  <a:extLst>
                    <a:ext uri="{FF2B5EF4-FFF2-40B4-BE49-F238E27FC236}">
                      <a16:creationId xmlns:a16="http://schemas.microsoft.com/office/drawing/2014/main" id="{C9D771AE-AE09-48BC-E976-BF2908FFEDE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33024" y="1303146"/>
                  <a:ext cx="14580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0" name="Group 27809">
            <a:extLst>
              <a:ext uri="{FF2B5EF4-FFF2-40B4-BE49-F238E27FC236}">
                <a16:creationId xmlns:a16="http://schemas.microsoft.com/office/drawing/2014/main" id="{F6EDA228-933E-16F7-1B0D-2CC52D7C2B56}"/>
              </a:ext>
            </a:extLst>
          </p:cNvPr>
          <p:cNvGrpSpPr/>
          <p:nvPr/>
        </p:nvGrpSpPr>
        <p:grpSpPr>
          <a:xfrm>
            <a:off x="5266184" y="3898746"/>
            <a:ext cx="327960" cy="414000"/>
            <a:chOff x="5266184" y="3898746"/>
            <a:chExt cx="32796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7804" name="Ink 27803">
                  <a:extLst>
                    <a:ext uri="{FF2B5EF4-FFF2-40B4-BE49-F238E27FC236}">
                      <a16:creationId xmlns:a16="http://schemas.microsoft.com/office/drawing/2014/main" id="{319511F1-8516-E604-F431-974614140435}"/>
                    </a:ext>
                  </a:extLst>
                </p14:cNvPr>
                <p14:cNvContentPartPr/>
                <p14:nvPr/>
              </p14:nvContentPartPr>
              <p14:xfrm>
                <a:off x="5410544" y="3964266"/>
                <a:ext cx="20520" cy="50400"/>
              </p14:xfrm>
            </p:contentPart>
          </mc:Choice>
          <mc:Fallback xmlns="">
            <p:pic>
              <p:nvPicPr>
                <p:cNvPr id="27804" name="Ink 27803">
                  <a:extLst>
                    <a:ext uri="{FF2B5EF4-FFF2-40B4-BE49-F238E27FC236}">
                      <a16:creationId xmlns:a16="http://schemas.microsoft.com/office/drawing/2014/main" id="{319511F1-8516-E604-F431-97461414043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92904" y="3946626"/>
                  <a:ext cx="56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805" name="Ink 27804">
                  <a:extLst>
                    <a:ext uri="{FF2B5EF4-FFF2-40B4-BE49-F238E27FC236}">
                      <a16:creationId xmlns:a16="http://schemas.microsoft.com/office/drawing/2014/main" id="{4C6CD8B2-A438-4550-0D56-9EA154456DCB}"/>
                    </a:ext>
                  </a:extLst>
                </p14:cNvPr>
                <p14:cNvContentPartPr/>
                <p14:nvPr/>
              </p14:nvContentPartPr>
              <p14:xfrm>
                <a:off x="5266184" y="4049586"/>
                <a:ext cx="205200" cy="30960"/>
              </p14:xfrm>
            </p:contentPart>
          </mc:Choice>
          <mc:Fallback xmlns="">
            <p:pic>
              <p:nvPicPr>
                <p:cNvPr id="27805" name="Ink 27804">
                  <a:extLst>
                    <a:ext uri="{FF2B5EF4-FFF2-40B4-BE49-F238E27FC236}">
                      <a16:creationId xmlns:a16="http://schemas.microsoft.com/office/drawing/2014/main" id="{4C6CD8B2-A438-4550-0D56-9EA154456DC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48544" y="4031946"/>
                  <a:ext cx="240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7806" name="Ink 27805">
                  <a:extLst>
                    <a:ext uri="{FF2B5EF4-FFF2-40B4-BE49-F238E27FC236}">
                      <a16:creationId xmlns:a16="http://schemas.microsoft.com/office/drawing/2014/main" id="{96C83AD5-D4AB-3855-7EC4-87B09366EC00}"/>
                    </a:ext>
                  </a:extLst>
                </p14:cNvPr>
                <p14:cNvContentPartPr/>
                <p14:nvPr/>
              </p14:nvContentPartPr>
              <p14:xfrm>
                <a:off x="5318024" y="4058226"/>
                <a:ext cx="237600" cy="221760"/>
              </p14:xfrm>
            </p:contentPart>
          </mc:Choice>
          <mc:Fallback xmlns="">
            <p:pic>
              <p:nvPicPr>
                <p:cNvPr id="27806" name="Ink 27805">
                  <a:extLst>
                    <a:ext uri="{FF2B5EF4-FFF2-40B4-BE49-F238E27FC236}">
                      <a16:creationId xmlns:a16="http://schemas.microsoft.com/office/drawing/2014/main" id="{96C83AD5-D4AB-3855-7EC4-87B09366EC0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300024" y="4040586"/>
                  <a:ext cx="273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807" name="Ink 27806">
                  <a:extLst>
                    <a:ext uri="{FF2B5EF4-FFF2-40B4-BE49-F238E27FC236}">
                      <a16:creationId xmlns:a16="http://schemas.microsoft.com/office/drawing/2014/main" id="{A54DC68C-4BCB-5A3C-A278-6A6587A92969}"/>
                    </a:ext>
                  </a:extLst>
                </p14:cNvPr>
                <p14:cNvContentPartPr/>
                <p14:nvPr/>
              </p14:nvContentPartPr>
              <p14:xfrm>
                <a:off x="5480744" y="4017906"/>
                <a:ext cx="113400" cy="294840"/>
              </p14:xfrm>
            </p:contentPart>
          </mc:Choice>
          <mc:Fallback xmlns="">
            <p:pic>
              <p:nvPicPr>
                <p:cNvPr id="27807" name="Ink 27806">
                  <a:extLst>
                    <a:ext uri="{FF2B5EF4-FFF2-40B4-BE49-F238E27FC236}">
                      <a16:creationId xmlns:a16="http://schemas.microsoft.com/office/drawing/2014/main" id="{A54DC68C-4BCB-5A3C-A278-6A6587A9296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63104" y="3999906"/>
                  <a:ext cx="1490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808" name="Ink 27807">
                  <a:extLst>
                    <a:ext uri="{FF2B5EF4-FFF2-40B4-BE49-F238E27FC236}">
                      <a16:creationId xmlns:a16="http://schemas.microsoft.com/office/drawing/2014/main" id="{BA8DF9E1-ECE2-8405-30AA-31EE66DAF0CF}"/>
                    </a:ext>
                  </a:extLst>
                </p14:cNvPr>
                <p14:cNvContentPartPr/>
                <p14:nvPr/>
              </p14:nvContentPartPr>
              <p14:xfrm>
                <a:off x="5429264" y="4028346"/>
                <a:ext cx="125280" cy="18360"/>
              </p14:xfrm>
            </p:contentPart>
          </mc:Choice>
          <mc:Fallback xmlns="">
            <p:pic>
              <p:nvPicPr>
                <p:cNvPr id="27808" name="Ink 27807">
                  <a:extLst>
                    <a:ext uri="{FF2B5EF4-FFF2-40B4-BE49-F238E27FC236}">
                      <a16:creationId xmlns:a16="http://schemas.microsoft.com/office/drawing/2014/main" id="{BA8DF9E1-ECE2-8405-30AA-31EE66DAF0C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11624" y="4010346"/>
                  <a:ext cx="160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809" name="Ink 27808">
                  <a:extLst>
                    <a:ext uri="{FF2B5EF4-FFF2-40B4-BE49-F238E27FC236}">
                      <a16:creationId xmlns:a16="http://schemas.microsoft.com/office/drawing/2014/main" id="{256EA546-C66B-C037-5F97-74099495CDD7}"/>
                    </a:ext>
                  </a:extLst>
                </p14:cNvPr>
                <p14:cNvContentPartPr/>
                <p14:nvPr/>
              </p14:nvContentPartPr>
              <p14:xfrm>
                <a:off x="5416664" y="3898746"/>
                <a:ext cx="41400" cy="108000"/>
              </p14:xfrm>
            </p:contentPart>
          </mc:Choice>
          <mc:Fallback xmlns="">
            <p:pic>
              <p:nvPicPr>
                <p:cNvPr id="27809" name="Ink 27808">
                  <a:extLst>
                    <a:ext uri="{FF2B5EF4-FFF2-40B4-BE49-F238E27FC236}">
                      <a16:creationId xmlns:a16="http://schemas.microsoft.com/office/drawing/2014/main" id="{256EA546-C66B-C037-5F97-74099495CDD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98664" y="3881106"/>
                  <a:ext cx="7704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3" name="Group 27812">
            <a:extLst>
              <a:ext uri="{FF2B5EF4-FFF2-40B4-BE49-F238E27FC236}">
                <a16:creationId xmlns:a16="http://schemas.microsoft.com/office/drawing/2014/main" id="{3591A934-1389-5F93-0236-9079FBBD2697}"/>
              </a:ext>
            </a:extLst>
          </p:cNvPr>
          <p:cNvGrpSpPr/>
          <p:nvPr/>
        </p:nvGrpSpPr>
        <p:grpSpPr>
          <a:xfrm>
            <a:off x="4937864" y="1668906"/>
            <a:ext cx="1173960" cy="1434960"/>
            <a:chOff x="4937864" y="1668906"/>
            <a:chExt cx="1173960" cy="14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7797" name="Ink 27796">
                  <a:extLst>
                    <a:ext uri="{FF2B5EF4-FFF2-40B4-BE49-F238E27FC236}">
                      <a16:creationId xmlns:a16="http://schemas.microsoft.com/office/drawing/2014/main" id="{DFEF9B91-E0C9-624F-6C33-912D4E37F340}"/>
                    </a:ext>
                  </a:extLst>
                </p14:cNvPr>
                <p14:cNvContentPartPr/>
                <p14:nvPr/>
              </p14:nvContentPartPr>
              <p14:xfrm>
                <a:off x="5228384" y="1668906"/>
                <a:ext cx="708120" cy="1117800"/>
              </p14:xfrm>
            </p:contentPart>
          </mc:Choice>
          <mc:Fallback xmlns="">
            <p:pic>
              <p:nvPicPr>
                <p:cNvPr id="27797" name="Ink 27796">
                  <a:extLst>
                    <a:ext uri="{FF2B5EF4-FFF2-40B4-BE49-F238E27FC236}">
                      <a16:creationId xmlns:a16="http://schemas.microsoft.com/office/drawing/2014/main" id="{DFEF9B91-E0C9-624F-6C33-912D4E37F34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10384" y="1651266"/>
                  <a:ext cx="743760" cy="11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7798" name="Ink 27797">
                  <a:extLst>
                    <a:ext uri="{FF2B5EF4-FFF2-40B4-BE49-F238E27FC236}">
                      <a16:creationId xmlns:a16="http://schemas.microsoft.com/office/drawing/2014/main" id="{AC13CB63-0AFC-CB6B-A92D-219253D74F9D}"/>
                    </a:ext>
                  </a:extLst>
                </p14:cNvPr>
                <p14:cNvContentPartPr/>
                <p14:nvPr/>
              </p14:nvContentPartPr>
              <p14:xfrm>
                <a:off x="5630144" y="2374506"/>
                <a:ext cx="92520" cy="137880"/>
              </p14:xfrm>
            </p:contentPart>
          </mc:Choice>
          <mc:Fallback xmlns="">
            <p:pic>
              <p:nvPicPr>
                <p:cNvPr id="27798" name="Ink 27797">
                  <a:extLst>
                    <a:ext uri="{FF2B5EF4-FFF2-40B4-BE49-F238E27FC236}">
                      <a16:creationId xmlns:a16="http://schemas.microsoft.com/office/drawing/2014/main" id="{AC13CB63-0AFC-CB6B-A92D-219253D74F9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12144" y="2356506"/>
                  <a:ext cx="128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799" name="Ink 27798">
                  <a:extLst>
                    <a:ext uri="{FF2B5EF4-FFF2-40B4-BE49-F238E27FC236}">
                      <a16:creationId xmlns:a16="http://schemas.microsoft.com/office/drawing/2014/main" id="{43BA5A7B-8AD1-726D-9ABA-265042EE5051}"/>
                    </a:ext>
                  </a:extLst>
                </p14:cNvPr>
                <p14:cNvContentPartPr/>
                <p14:nvPr/>
              </p14:nvContentPartPr>
              <p14:xfrm>
                <a:off x="5788544" y="2378826"/>
                <a:ext cx="171720" cy="93240"/>
              </p14:xfrm>
            </p:contentPart>
          </mc:Choice>
          <mc:Fallback xmlns="">
            <p:pic>
              <p:nvPicPr>
                <p:cNvPr id="27799" name="Ink 27798">
                  <a:extLst>
                    <a:ext uri="{FF2B5EF4-FFF2-40B4-BE49-F238E27FC236}">
                      <a16:creationId xmlns:a16="http://schemas.microsoft.com/office/drawing/2014/main" id="{43BA5A7B-8AD1-726D-9ABA-265042EE505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770544" y="2361186"/>
                  <a:ext cx="207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7800" name="Ink 27799">
                  <a:extLst>
                    <a:ext uri="{FF2B5EF4-FFF2-40B4-BE49-F238E27FC236}">
                      <a16:creationId xmlns:a16="http://schemas.microsoft.com/office/drawing/2014/main" id="{7DE7A0F4-0006-4BC1-E043-B677B72E4C52}"/>
                    </a:ext>
                  </a:extLst>
                </p14:cNvPr>
                <p14:cNvContentPartPr/>
                <p14:nvPr/>
              </p14:nvContentPartPr>
              <p14:xfrm>
                <a:off x="5999504" y="2247426"/>
                <a:ext cx="71280" cy="194040"/>
              </p14:xfrm>
            </p:contentPart>
          </mc:Choice>
          <mc:Fallback xmlns="">
            <p:pic>
              <p:nvPicPr>
                <p:cNvPr id="27800" name="Ink 27799">
                  <a:extLst>
                    <a:ext uri="{FF2B5EF4-FFF2-40B4-BE49-F238E27FC236}">
                      <a16:creationId xmlns:a16="http://schemas.microsoft.com/office/drawing/2014/main" id="{7DE7A0F4-0006-4BC1-E043-B677B72E4C5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81504" y="2229786"/>
                  <a:ext cx="106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7801" name="Ink 27800">
                  <a:extLst>
                    <a:ext uri="{FF2B5EF4-FFF2-40B4-BE49-F238E27FC236}">
                      <a16:creationId xmlns:a16="http://schemas.microsoft.com/office/drawing/2014/main" id="{9A2FB6B1-30C4-653D-F7B6-D60F65097E29}"/>
                    </a:ext>
                  </a:extLst>
                </p14:cNvPr>
                <p14:cNvContentPartPr/>
                <p14:nvPr/>
              </p14:nvContentPartPr>
              <p14:xfrm>
                <a:off x="5981504" y="2292066"/>
                <a:ext cx="130320" cy="81000"/>
              </p14:xfrm>
            </p:contentPart>
          </mc:Choice>
          <mc:Fallback xmlns="">
            <p:pic>
              <p:nvPicPr>
                <p:cNvPr id="27801" name="Ink 27800">
                  <a:extLst>
                    <a:ext uri="{FF2B5EF4-FFF2-40B4-BE49-F238E27FC236}">
                      <a16:creationId xmlns:a16="http://schemas.microsoft.com/office/drawing/2014/main" id="{9A2FB6B1-30C4-653D-F7B6-D60F65097E2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63504" y="2274426"/>
                  <a:ext cx="165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7803" name="Ink 27802">
                  <a:extLst>
                    <a:ext uri="{FF2B5EF4-FFF2-40B4-BE49-F238E27FC236}">
                      <a16:creationId xmlns:a16="http://schemas.microsoft.com/office/drawing/2014/main" id="{D594E129-4F72-8EDA-6DBE-AE15591D8FBA}"/>
                    </a:ext>
                  </a:extLst>
                </p14:cNvPr>
                <p14:cNvContentPartPr/>
                <p14:nvPr/>
              </p14:nvContentPartPr>
              <p14:xfrm>
                <a:off x="5267624" y="2774826"/>
                <a:ext cx="68400" cy="113040"/>
              </p14:xfrm>
            </p:contentPart>
          </mc:Choice>
          <mc:Fallback xmlns="">
            <p:pic>
              <p:nvPicPr>
                <p:cNvPr id="27803" name="Ink 27802">
                  <a:extLst>
                    <a:ext uri="{FF2B5EF4-FFF2-40B4-BE49-F238E27FC236}">
                      <a16:creationId xmlns:a16="http://schemas.microsoft.com/office/drawing/2014/main" id="{D594E129-4F72-8EDA-6DBE-AE15591D8FB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49984" y="2756826"/>
                  <a:ext cx="104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7811" name="Ink 27810">
                  <a:extLst>
                    <a:ext uri="{FF2B5EF4-FFF2-40B4-BE49-F238E27FC236}">
                      <a16:creationId xmlns:a16="http://schemas.microsoft.com/office/drawing/2014/main" id="{93AE5A03-DC80-95E0-CB7E-8FB9F157FEF4}"/>
                    </a:ext>
                  </a:extLst>
                </p14:cNvPr>
                <p14:cNvContentPartPr/>
                <p14:nvPr/>
              </p14:nvContentPartPr>
              <p14:xfrm>
                <a:off x="4937864" y="1889226"/>
                <a:ext cx="795240" cy="1214640"/>
              </p14:xfrm>
            </p:contentPart>
          </mc:Choice>
          <mc:Fallback xmlns="">
            <p:pic>
              <p:nvPicPr>
                <p:cNvPr id="27811" name="Ink 27810">
                  <a:extLst>
                    <a:ext uri="{FF2B5EF4-FFF2-40B4-BE49-F238E27FC236}">
                      <a16:creationId xmlns:a16="http://schemas.microsoft.com/office/drawing/2014/main" id="{93AE5A03-DC80-95E0-CB7E-8FB9F157FEF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20224" y="1871586"/>
                  <a:ext cx="830880" cy="12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7812" name="Ink 27811">
                  <a:extLst>
                    <a:ext uri="{FF2B5EF4-FFF2-40B4-BE49-F238E27FC236}">
                      <a16:creationId xmlns:a16="http://schemas.microsoft.com/office/drawing/2014/main" id="{630082DA-9BF1-7787-6350-837A4951A68D}"/>
                    </a:ext>
                  </a:extLst>
                </p14:cNvPr>
                <p14:cNvContentPartPr/>
                <p14:nvPr/>
              </p14:nvContentPartPr>
              <p14:xfrm>
                <a:off x="5627984" y="2903346"/>
                <a:ext cx="112680" cy="194760"/>
              </p14:xfrm>
            </p:contentPart>
          </mc:Choice>
          <mc:Fallback xmlns="">
            <p:pic>
              <p:nvPicPr>
                <p:cNvPr id="27812" name="Ink 27811">
                  <a:extLst>
                    <a:ext uri="{FF2B5EF4-FFF2-40B4-BE49-F238E27FC236}">
                      <a16:creationId xmlns:a16="http://schemas.microsoft.com/office/drawing/2014/main" id="{630082DA-9BF1-7787-6350-837A4951A68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09984" y="2885706"/>
                  <a:ext cx="14832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9" name="Group 27818">
            <a:extLst>
              <a:ext uri="{FF2B5EF4-FFF2-40B4-BE49-F238E27FC236}">
                <a16:creationId xmlns:a16="http://schemas.microsoft.com/office/drawing/2014/main" id="{3D51613E-8346-65EA-E199-F6B1A39D1F53}"/>
              </a:ext>
            </a:extLst>
          </p:cNvPr>
          <p:cNvGrpSpPr/>
          <p:nvPr/>
        </p:nvGrpSpPr>
        <p:grpSpPr>
          <a:xfrm>
            <a:off x="8957264" y="2598426"/>
            <a:ext cx="583560" cy="338760"/>
            <a:chOff x="8957264" y="2598426"/>
            <a:chExt cx="58356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7814" name="Ink 27813">
                  <a:extLst>
                    <a:ext uri="{FF2B5EF4-FFF2-40B4-BE49-F238E27FC236}">
                      <a16:creationId xmlns:a16="http://schemas.microsoft.com/office/drawing/2014/main" id="{85FF972E-B979-1075-2904-5794A3C27E2C}"/>
                    </a:ext>
                  </a:extLst>
                </p14:cNvPr>
                <p14:cNvContentPartPr/>
                <p14:nvPr/>
              </p14:nvContentPartPr>
              <p14:xfrm>
                <a:off x="8957264" y="2598426"/>
                <a:ext cx="168120" cy="237960"/>
              </p14:xfrm>
            </p:contentPart>
          </mc:Choice>
          <mc:Fallback xmlns="">
            <p:pic>
              <p:nvPicPr>
                <p:cNvPr id="27814" name="Ink 27813">
                  <a:extLst>
                    <a:ext uri="{FF2B5EF4-FFF2-40B4-BE49-F238E27FC236}">
                      <a16:creationId xmlns:a16="http://schemas.microsoft.com/office/drawing/2014/main" id="{85FF972E-B979-1075-2904-5794A3C27E2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939264" y="2580426"/>
                  <a:ext cx="203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7815" name="Ink 27814">
                  <a:extLst>
                    <a:ext uri="{FF2B5EF4-FFF2-40B4-BE49-F238E27FC236}">
                      <a16:creationId xmlns:a16="http://schemas.microsoft.com/office/drawing/2014/main" id="{840DF764-8957-7CD2-0AB2-E0F0B2277C0F}"/>
                    </a:ext>
                  </a:extLst>
                </p14:cNvPr>
                <p14:cNvContentPartPr/>
                <p14:nvPr/>
              </p14:nvContentPartPr>
              <p14:xfrm>
                <a:off x="9186944" y="2775546"/>
                <a:ext cx="46800" cy="132480"/>
              </p14:xfrm>
            </p:contentPart>
          </mc:Choice>
          <mc:Fallback xmlns="">
            <p:pic>
              <p:nvPicPr>
                <p:cNvPr id="27815" name="Ink 27814">
                  <a:extLst>
                    <a:ext uri="{FF2B5EF4-FFF2-40B4-BE49-F238E27FC236}">
                      <a16:creationId xmlns:a16="http://schemas.microsoft.com/office/drawing/2014/main" id="{840DF764-8957-7CD2-0AB2-E0F0B2277C0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169304" y="2757906"/>
                  <a:ext cx="82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7816" name="Ink 27815">
                  <a:extLst>
                    <a:ext uri="{FF2B5EF4-FFF2-40B4-BE49-F238E27FC236}">
                      <a16:creationId xmlns:a16="http://schemas.microsoft.com/office/drawing/2014/main" id="{31F38679-8496-7BB6-9E66-3E42564982C4}"/>
                    </a:ext>
                  </a:extLst>
                </p14:cNvPr>
                <p14:cNvContentPartPr/>
                <p14:nvPr/>
              </p14:nvContentPartPr>
              <p14:xfrm>
                <a:off x="9219344" y="2771946"/>
                <a:ext cx="122400" cy="162720"/>
              </p14:xfrm>
            </p:contentPart>
          </mc:Choice>
          <mc:Fallback xmlns="">
            <p:pic>
              <p:nvPicPr>
                <p:cNvPr id="27816" name="Ink 27815">
                  <a:extLst>
                    <a:ext uri="{FF2B5EF4-FFF2-40B4-BE49-F238E27FC236}">
                      <a16:creationId xmlns:a16="http://schemas.microsoft.com/office/drawing/2014/main" id="{31F38679-8496-7BB6-9E66-3E42564982C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201344" y="2753946"/>
                  <a:ext cx="158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7817" name="Ink 27816">
                  <a:extLst>
                    <a:ext uri="{FF2B5EF4-FFF2-40B4-BE49-F238E27FC236}">
                      <a16:creationId xmlns:a16="http://schemas.microsoft.com/office/drawing/2014/main" id="{0C61A7A5-ED2C-E873-AECC-5AA0E2B22A26}"/>
                    </a:ext>
                  </a:extLst>
                </p14:cNvPr>
                <p14:cNvContentPartPr/>
                <p14:nvPr/>
              </p14:nvContentPartPr>
              <p14:xfrm>
                <a:off x="9406184" y="2787066"/>
                <a:ext cx="53640" cy="150120"/>
              </p14:xfrm>
            </p:contentPart>
          </mc:Choice>
          <mc:Fallback xmlns="">
            <p:pic>
              <p:nvPicPr>
                <p:cNvPr id="27817" name="Ink 27816">
                  <a:extLst>
                    <a:ext uri="{FF2B5EF4-FFF2-40B4-BE49-F238E27FC236}">
                      <a16:creationId xmlns:a16="http://schemas.microsoft.com/office/drawing/2014/main" id="{0C61A7A5-ED2C-E873-AECC-5AA0E2B22A2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88184" y="2769066"/>
                  <a:ext cx="89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7818" name="Ink 27817">
                  <a:extLst>
                    <a:ext uri="{FF2B5EF4-FFF2-40B4-BE49-F238E27FC236}">
                      <a16:creationId xmlns:a16="http://schemas.microsoft.com/office/drawing/2014/main" id="{66503468-FF5F-5878-701B-8633B9EE974C}"/>
                    </a:ext>
                  </a:extLst>
                </p14:cNvPr>
                <p14:cNvContentPartPr/>
                <p14:nvPr/>
              </p14:nvContentPartPr>
              <p14:xfrm>
                <a:off x="9443624" y="2779506"/>
                <a:ext cx="97200" cy="156240"/>
              </p14:xfrm>
            </p:contentPart>
          </mc:Choice>
          <mc:Fallback xmlns="">
            <p:pic>
              <p:nvPicPr>
                <p:cNvPr id="27818" name="Ink 27817">
                  <a:extLst>
                    <a:ext uri="{FF2B5EF4-FFF2-40B4-BE49-F238E27FC236}">
                      <a16:creationId xmlns:a16="http://schemas.microsoft.com/office/drawing/2014/main" id="{66503468-FF5F-5878-701B-8633B9EE974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25984" y="2761866"/>
                  <a:ext cx="132840" cy="19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5656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7B00A0D-2389-B5F5-B52D-41D2D3C79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8" y="-4726"/>
            <a:ext cx="7772400" cy="723900"/>
          </a:xfrm>
        </p:spPr>
        <p:txBody>
          <a:bodyPr/>
          <a:lstStyle/>
          <a:p>
            <a:pPr eaLnBrk="1" hangingPunct="1"/>
            <a:r>
              <a:rPr lang="en-US" altLang="en-US" sz="4000" i="1" dirty="0"/>
              <a:t>Qualitative discussion: n-MOSFET</a:t>
            </a:r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6EEBA240-2A8B-DEA6-2003-66D07890D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6"/>
          <a:stretch>
            <a:fillRect/>
          </a:stretch>
        </p:blipFill>
        <p:spPr bwMode="auto">
          <a:xfrm>
            <a:off x="234950" y="856641"/>
            <a:ext cx="36385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19">
            <a:extLst>
              <a:ext uri="{FF2B5EF4-FFF2-40B4-BE49-F238E27FC236}">
                <a16:creationId xmlns:a16="http://schemas.microsoft.com/office/drawing/2014/main" id="{43B977F2-9295-8D41-CB46-1B52B131D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1079501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000" dirty="0">
                <a:solidFill>
                  <a:schemeClr val="accent2"/>
                </a:solidFill>
              </a:rPr>
              <a:t>&gt;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T </a:t>
            </a:r>
            <a:r>
              <a:rPr lang="en-US" altLang="en-US" sz="2000" dirty="0">
                <a:solidFill>
                  <a:schemeClr val="accent2"/>
                </a:solidFill>
              </a:rPr>
              <a:t>;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</a:t>
            </a:r>
            <a:r>
              <a:rPr lang="en-US" altLang="en-US" sz="2000" dirty="0">
                <a:solidFill>
                  <a:schemeClr val="accent2"/>
                </a:solidFill>
              </a:rPr>
              <a:t>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chemeClr val="accent2"/>
                </a:solidFill>
              </a:rPr>
              <a:t>I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</a:t>
            </a:r>
            <a:r>
              <a:rPr lang="en-US" altLang="en-US" sz="2000" dirty="0">
                <a:solidFill>
                  <a:schemeClr val="accent2"/>
                </a:solidFill>
              </a:rPr>
              <a:t> increases with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DS</a:t>
            </a:r>
            <a:endParaRPr lang="en-US" altLang="en-US" sz="2000" dirty="0"/>
          </a:p>
        </p:txBody>
      </p:sp>
      <p:sp>
        <p:nvSpPr>
          <p:cNvPr id="28677" name="Text Box 20">
            <a:extLst>
              <a:ext uri="{FF2B5EF4-FFF2-40B4-BE49-F238E27FC236}">
                <a16:creationId xmlns:a16="http://schemas.microsoft.com/office/drawing/2014/main" id="{FBCA5694-6C6E-C0DC-D7DC-A34277638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1" y="2298701"/>
            <a:ext cx="32162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small, &gt;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increases with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, but rate of increase decreases.</a:t>
            </a:r>
          </a:p>
        </p:txBody>
      </p:sp>
      <p:sp>
        <p:nvSpPr>
          <p:cNvPr id="28678" name="Text Box 21">
            <a:extLst>
              <a:ext uri="{FF2B5EF4-FFF2-40B4-BE49-F238E27FC236}">
                <a16:creationId xmlns:a16="http://schemas.microsoft.com/office/drawing/2014/main" id="{6E080F32-741D-B058-3D56-46C4D6718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3594101"/>
            <a:ext cx="3657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</a:t>
            </a:r>
            <a:r>
              <a:rPr lang="en-US" altLang="en-US" sz="2000">
                <a:solidFill>
                  <a:schemeClr val="accent2"/>
                </a:solidFill>
              </a:rPr>
              <a:t> 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 pinch-off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reaches a saturation value,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D,sat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The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DS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value is called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DS,sat</a:t>
            </a:r>
            <a:endParaRPr lang="en-US" altLang="en-US" sz="2000">
              <a:solidFill>
                <a:schemeClr val="accent2"/>
              </a:solidFill>
            </a:endParaRPr>
          </a:p>
        </p:txBody>
      </p:sp>
      <p:sp>
        <p:nvSpPr>
          <p:cNvPr id="28679" name="Text Box 22">
            <a:extLst>
              <a:ext uri="{FF2B5EF4-FFF2-40B4-BE49-F238E27FC236}">
                <a16:creationId xmlns:a16="http://schemas.microsoft.com/office/drawing/2014/main" id="{DEB26D5B-FD93-DE64-CE3D-C74A280FF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275" y="4860926"/>
            <a:ext cx="3810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i="1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DS,sat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does not increase further, saturation region.</a:t>
            </a:r>
          </a:p>
        </p:txBody>
      </p:sp>
      <p:grpSp>
        <p:nvGrpSpPr>
          <p:cNvPr id="28689" name="Group 28688">
            <a:extLst>
              <a:ext uri="{FF2B5EF4-FFF2-40B4-BE49-F238E27FC236}">
                <a16:creationId xmlns:a16="http://schemas.microsoft.com/office/drawing/2014/main" id="{EEB4B630-1D74-6B0D-E288-DF0D9C497164}"/>
              </a:ext>
            </a:extLst>
          </p:cNvPr>
          <p:cNvGrpSpPr/>
          <p:nvPr/>
        </p:nvGrpSpPr>
        <p:grpSpPr>
          <a:xfrm>
            <a:off x="7725344" y="1944883"/>
            <a:ext cx="4246920" cy="660960"/>
            <a:chOff x="7725344" y="1944883"/>
            <a:chExt cx="4246920" cy="66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46345E6-26B4-491A-BC2B-040EABAE7D71}"/>
                    </a:ext>
                  </a:extLst>
                </p14:cNvPr>
                <p14:cNvContentPartPr/>
                <p14:nvPr/>
              </p14:nvContentPartPr>
              <p14:xfrm>
                <a:off x="7725344" y="2157283"/>
                <a:ext cx="282240" cy="21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46345E6-26B4-491A-BC2B-040EABAE7D7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07704" y="2139643"/>
                  <a:ext cx="317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A611F6-8623-209D-A5C5-D1998B4710B1}"/>
                    </a:ext>
                  </a:extLst>
                </p14:cNvPr>
                <p14:cNvContentPartPr/>
                <p14:nvPr/>
              </p14:nvContentPartPr>
              <p14:xfrm>
                <a:off x="7921184" y="2104003"/>
                <a:ext cx="107640" cy="150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A611F6-8623-209D-A5C5-D1998B4710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03184" y="2086003"/>
                  <a:ext cx="143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5EE36E-472A-1A62-E4AB-B91F97BAAC8D}"/>
                    </a:ext>
                  </a:extLst>
                </p14:cNvPr>
                <p14:cNvContentPartPr/>
                <p14:nvPr/>
              </p14:nvContentPartPr>
              <p14:xfrm>
                <a:off x="8138984" y="2090323"/>
                <a:ext cx="251280" cy="102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5EE36E-472A-1A62-E4AB-B91F97BAAC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21344" y="2072323"/>
                  <a:ext cx="286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90B7C1-CD10-FF44-5C8A-667104A94242}"/>
                    </a:ext>
                  </a:extLst>
                </p14:cNvPr>
                <p14:cNvContentPartPr/>
                <p14:nvPr/>
              </p14:nvContentPartPr>
              <p14:xfrm>
                <a:off x="8473784" y="2077363"/>
                <a:ext cx="73800" cy="140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C90B7C1-CD10-FF44-5C8A-667104A9424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55784" y="2059723"/>
                  <a:ext cx="109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1EEAD5-78BB-DF78-31CB-483AFB3A1256}"/>
                    </a:ext>
                  </a:extLst>
                </p14:cNvPr>
                <p14:cNvContentPartPr/>
                <p14:nvPr/>
              </p14:nvContentPartPr>
              <p14:xfrm>
                <a:off x="8560904" y="2134603"/>
                <a:ext cx="5760" cy="12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1EEAD5-78BB-DF78-31CB-483AFB3A125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43264" y="2116963"/>
                  <a:ext cx="41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32BEF8E-FBB7-C115-DD2E-122398C567A7}"/>
                    </a:ext>
                  </a:extLst>
                </p14:cNvPr>
                <p14:cNvContentPartPr/>
                <p14:nvPr/>
              </p14:nvContentPartPr>
              <p14:xfrm>
                <a:off x="8548304" y="2124883"/>
                <a:ext cx="50400" cy="9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32BEF8E-FBB7-C115-DD2E-122398C567A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30304" y="2106883"/>
                  <a:ext cx="86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967BF6-F07C-5FF4-9D87-2FEC059057A8}"/>
                    </a:ext>
                  </a:extLst>
                </p14:cNvPr>
                <p14:cNvContentPartPr/>
                <p14:nvPr/>
              </p14:nvContentPartPr>
              <p14:xfrm>
                <a:off x="8640104" y="2121283"/>
                <a:ext cx="90360" cy="198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967BF6-F07C-5FF4-9D87-2FEC059057A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22104" y="2103283"/>
                  <a:ext cx="126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3585AA-218D-A141-D14E-2D1F84231216}"/>
                    </a:ext>
                  </a:extLst>
                </p14:cNvPr>
                <p14:cNvContentPartPr/>
                <p14:nvPr/>
              </p14:nvContentPartPr>
              <p14:xfrm>
                <a:off x="8648744" y="1983043"/>
                <a:ext cx="11880" cy="17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3585AA-218D-A141-D14E-2D1F842312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30744" y="1965403"/>
                  <a:ext cx="47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F5304A-D831-C7E1-46B4-D36670A7646B}"/>
                    </a:ext>
                  </a:extLst>
                </p14:cNvPr>
                <p14:cNvContentPartPr/>
                <p14:nvPr/>
              </p14:nvContentPartPr>
              <p14:xfrm>
                <a:off x="8795264" y="2116243"/>
                <a:ext cx="79920" cy="86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F5304A-D831-C7E1-46B4-D36670A764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77264" y="2098243"/>
                  <a:ext cx="115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0547482-C41A-1A04-05B9-6F6B55F4E3A5}"/>
                    </a:ext>
                  </a:extLst>
                </p14:cNvPr>
                <p14:cNvContentPartPr/>
                <p14:nvPr/>
              </p14:nvContentPartPr>
              <p14:xfrm>
                <a:off x="8941784" y="2075203"/>
                <a:ext cx="52920" cy="116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0547482-C41A-1A04-05B9-6F6B55F4E3A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24144" y="2057563"/>
                  <a:ext cx="88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A3FD2CD-19BA-B501-8763-BC54D9E4B0CA}"/>
                    </a:ext>
                  </a:extLst>
                </p14:cNvPr>
                <p14:cNvContentPartPr/>
                <p14:nvPr/>
              </p14:nvContentPartPr>
              <p14:xfrm>
                <a:off x="9133664" y="2111923"/>
                <a:ext cx="38160" cy="85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A3FD2CD-19BA-B501-8763-BC54D9E4B0C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15664" y="2093923"/>
                  <a:ext cx="73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FE786A-D4EE-BEF9-1E3D-F6B10E3BE6C9}"/>
                    </a:ext>
                  </a:extLst>
                </p14:cNvPr>
                <p14:cNvContentPartPr/>
                <p14:nvPr/>
              </p14:nvContentPartPr>
              <p14:xfrm>
                <a:off x="9163184" y="1944883"/>
                <a:ext cx="34200" cy="51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FE786A-D4EE-BEF9-1E3D-F6B10E3BE6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145184" y="1927243"/>
                  <a:ext cx="69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2E9CE59-7F10-B67F-17B7-A19FEAFF43F9}"/>
                    </a:ext>
                  </a:extLst>
                </p14:cNvPr>
                <p14:cNvContentPartPr/>
                <p14:nvPr/>
              </p14:nvContentPartPr>
              <p14:xfrm>
                <a:off x="9340304" y="1983043"/>
                <a:ext cx="49320" cy="20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2E9CE59-7F10-B67F-17B7-A19FEAFF43F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22304" y="1965403"/>
                  <a:ext cx="84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FFDB527-62B1-6EA0-EBF8-38382EC1FA96}"/>
                    </a:ext>
                  </a:extLst>
                </p14:cNvPr>
                <p14:cNvContentPartPr/>
                <p14:nvPr/>
              </p14:nvContentPartPr>
              <p14:xfrm>
                <a:off x="9326624" y="2119843"/>
                <a:ext cx="68040" cy="16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FFDB527-62B1-6EA0-EBF8-38382EC1FA9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308624" y="2101843"/>
                  <a:ext cx="103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ABFE15C-B489-C29F-F7FC-1471C8F89E5A}"/>
                    </a:ext>
                  </a:extLst>
                </p14:cNvPr>
                <p14:cNvContentPartPr/>
                <p14:nvPr/>
              </p14:nvContentPartPr>
              <p14:xfrm>
                <a:off x="9547664" y="2092123"/>
                <a:ext cx="107280" cy="193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ABFE15C-B489-C29F-F7FC-1471C8F89E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29664" y="2074123"/>
                  <a:ext cx="142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D208FC-C22D-B769-6859-64E9C016B843}"/>
                    </a:ext>
                  </a:extLst>
                </p14:cNvPr>
                <p14:cNvContentPartPr/>
                <p14:nvPr/>
              </p14:nvContentPartPr>
              <p14:xfrm>
                <a:off x="9788504" y="2174203"/>
                <a:ext cx="56880" cy="120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D208FC-C22D-B769-6859-64E9C016B84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70504" y="2156563"/>
                  <a:ext cx="92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DE939DD-C3B1-E3CD-449C-CBE78F3FBD76}"/>
                    </a:ext>
                  </a:extLst>
                </p14:cNvPr>
                <p14:cNvContentPartPr/>
                <p14:nvPr/>
              </p14:nvContentPartPr>
              <p14:xfrm>
                <a:off x="9963824" y="2078083"/>
                <a:ext cx="102960" cy="119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DE939DD-C3B1-E3CD-449C-CBE78F3FBD7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45824" y="2060083"/>
                  <a:ext cx="138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9327DD9-9F39-9792-90A2-D903E6AECEE4}"/>
                    </a:ext>
                  </a:extLst>
                </p14:cNvPr>
                <p14:cNvContentPartPr/>
                <p14:nvPr/>
              </p14:nvContentPartPr>
              <p14:xfrm>
                <a:off x="10150304" y="1994563"/>
                <a:ext cx="40320" cy="152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9327DD9-9F39-9792-90A2-D903E6AECEE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32304" y="1976923"/>
                  <a:ext cx="75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794766-8D2E-E1FB-E227-4B1D0C30A608}"/>
                    </a:ext>
                  </a:extLst>
                </p14:cNvPr>
                <p14:cNvContentPartPr/>
                <p14:nvPr/>
              </p14:nvContentPartPr>
              <p14:xfrm>
                <a:off x="10256504" y="2085283"/>
                <a:ext cx="50040" cy="88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794766-8D2E-E1FB-E227-4B1D0C30A60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238504" y="2067283"/>
                  <a:ext cx="85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5B032E9-387A-769B-EA4B-C1E3123BA443}"/>
                    </a:ext>
                  </a:extLst>
                </p14:cNvPr>
                <p14:cNvContentPartPr/>
                <p14:nvPr/>
              </p14:nvContentPartPr>
              <p14:xfrm>
                <a:off x="10450544" y="2098603"/>
                <a:ext cx="46440" cy="82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5B032E9-387A-769B-EA4B-C1E3123BA44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32544" y="2080603"/>
                  <a:ext cx="82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7056ECD-0092-3BC8-BB34-1F7B5DD6513F}"/>
                    </a:ext>
                  </a:extLst>
                </p14:cNvPr>
                <p14:cNvContentPartPr/>
                <p14:nvPr/>
              </p14:nvContentPartPr>
              <p14:xfrm>
                <a:off x="10608944" y="2037403"/>
                <a:ext cx="26280" cy="125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7056ECD-0092-3BC8-BB34-1F7B5DD6513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591304" y="2019763"/>
                  <a:ext cx="61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0791DD-CF54-FA35-0158-7D9948F4D46B}"/>
                    </a:ext>
                  </a:extLst>
                </p14:cNvPr>
                <p14:cNvContentPartPr/>
                <p14:nvPr/>
              </p14:nvContentPartPr>
              <p14:xfrm>
                <a:off x="10574744" y="2066203"/>
                <a:ext cx="281520" cy="105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0791DD-CF54-FA35-0158-7D9948F4D46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557104" y="2048563"/>
                  <a:ext cx="317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60EC06-8E82-6F92-6581-D05BECC25391}"/>
                    </a:ext>
                  </a:extLst>
                </p14:cNvPr>
                <p14:cNvContentPartPr/>
                <p14:nvPr/>
              </p14:nvContentPartPr>
              <p14:xfrm>
                <a:off x="10880024" y="2068723"/>
                <a:ext cx="60120" cy="74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60EC06-8E82-6F92-6581-D05BECC253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862024" y="2051083"/>
                  <a:ext cx="957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CBCECE-6FDC-454B-AA5B-A890B7DED851}"/>
                    </a:ext>
                  </a:extLst>
                </p14:cNvPr>
                <p14:cNvContentPartPr/>
                <p14:nvPr/>
              </p14:nvContentPartPr>
              <p14:xfrm>
                <a:off x="10966784" y="2074843"/>
                <a:ext cx="169920" cy="9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CBCECE-6FDC-454B-AA5B-A890B7DED85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948784" y="2056843"/>
                  <a:ext cx="205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571768A-7205-FAD0-44B0-AD0D84FDD5FF}"/>
                    </a:ext>
                  </a:extLst>
                </p14:cNvPr>
                <p14:cNvContentPartPr/>
                <p14:nvPr/>
              </p14:nvContentPartPr>
              <p14:xfrm>
                <a:off x="11179184" y="2077363"/>
                <a:ext cx="113760" cy="12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571768A-7205-FAD0-44B0-AD0D84FDD5F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161184" y="2059363"/>
                  <a:ext cx="149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B22218-AC63-D62C-1D3D-48709079B9D6}"/>
                    </a:ext>
                  </a:extLst>
                </p14:cNvPr>
                <p14:cNvContentPartPr/>
                <p14:nvPr/>
              </p14:nvContentPartPr>
              <p14:xfrm>
                <a:off x="10295024" y="2458603"/>
                <a:ext cx="132840" cy="13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B22218-AC63-D62C-1D3D-48709079B9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77384" y="2440963"/>
                  <a:ext cx="168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5D50925-88ED-13D1-8621-7068592174B2}"/>
                    </a:ext>
                  </a:extLst>
                </p14:cNvPr>
                <p14:cNvContentPartPr/>
                <p14:nvPr/>
              </p14:nvContentPartPr>
              <p14:xfrm>
                <a:off x="10552064" y="2395963"/>
                <a:ext cx="215280" cy="105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5D50925-88ED-13D1-8621-7068592174B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534424" y="2377963"/>
                  <a:ext cx="250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8672" name="Ink 28671">
                  <a:extLst>
                    <a:ext uri="{FF2B5EF4-FFF2-40B4-BE49-F238E27FC236}">
                      <a16:creationId xmlns:a16="http://schemas.microsoft.com/office/drawing/2014/main" id="{F6DCFFE2-B9B9-C1A4-5782-21656CF2940D}"/>
                    </a:ext>
                  </a:extLst>
                </p14:cNvPr>
                <p14:cNvContentPartPr/>
                <p14:nvPr/>
              </p14:nvContentPartPr>
              <p14:xfrm>
                <a:off x="10759064" y="2395243"/>
                <a:ext cx="117720" cy="103680"/>
              </p14:xfrm>
            </p:contentPart>
          </mc:Choice>
          <mc:Fallback xmlns="">
            <p:pic>
              <p:nvPicPr>
                <p:cNvPr id="28672" name="Ink 28671">
                  <a:extLst>
                    <a:ext uri="{FF2B5EF4-FFF2-40B4-BE49-F238E27FC236}">
                      <a16:creationId xmlns:a16="http://schemas.microsoft.com/office/drawing/2014/main" id="{F6DCFFE2-B9B9-C1A4-5782-21656CF2940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741424" y="2377603"/>
                  <a:ext cx="153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8673" name="Ink 28672">
                  <a:extLst>
                    <a:ext uri="{FF2B5EF4-FFF2-40B4-BE49-F238E27FC236}">
                      <a16:creationId xmlns:a16="http://schemas.microsoft.com/office/drawing/2014/main" id="{C6FB41D3-47C4-1F80-67C9-603F0F3E894D}"/>
                    </a:ext>
                  </a:extLst>
                </p14:cNvPr>
                <p14:cNvContentPartPr/>
                <p14:nvPr/>
              </p14:nvContentPartPr>
              <p14:xfrm>
                <a:off x="10961744" y="2399563"/>
                <a:ext cx="38880" cy="99000"/>
              </p14:xfrm>
            </p:contentPart>
          </mc:Choice>
          <mc:Fallback xmlns="">
            <p:pic>
              <p:nvPicPr>
                <p:cNvPr id="28673" name="Ink 28672">
                  <a:extLst>
                    <a:ext uri="{FF2B5EF4-FFF2-40B4-BE49-F238E27FC236}">
                      <a16:creationId xmlns:a16="http://schemas.microsoft.com/office/drawing/2014/main" id="{C6FB41D3-47C4-1F80-67C9-603F0F3E894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944104" y="2381923"/>
                  <a:ext cx="74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8680" name="Ink 28679">
                  <a:extLst>
                    <a:ext uri="{FF2B5EF4-FFF2-40B4-BE49-F238E27FC236}">
                      <a16:creationId xmlns:a16="http://schemas.microsoft.com/office/drawing/2014/main" id="{B22709A4-6C52-AFFE-7E9D-B59B6CFE8559}"/>
                    </a:ext>
                  </a:extLst>
                </p14:cNvPr>
                <p14:cNvContentPartPr/>
                <p14:nvPr/>
              </p14:nvContentPartPr>
              <p14:xfrm>
                <a:off x="10976144" y="2305603"/>
                <a:ext cx="2520" cy="30240"/>
              </p14:xfrm>
            </p:contentPart>
          </mc:Choice>
          <mc:Fallback xmlns="">
            <p:pic>
              <p:nvPicPr>
                <p:cNvPr id="28680" name="Ink 28679">
                  <a:extLst>
                    <a:ext uri="{FF2B5EF4-FFF2-40B4-BE49-F238E27FC236}">
                      <a16:creationId xmlns:a16="http://schemas.microsoft.com/office/drawing/2014/main" id="{B22709A4-6C52-AFFE-7E9D-B59B6CFE855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58144" y="2287603"/>
                  <a:ext cx="38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8681" name="Ink 28680">
                  <a:extLst>
                    <a:ext uri="{FF2B5EF4-FFF2-40B4-BE49-F238E27FC236}">
                      <a16:creationId xmlns:a16="http://schemas.microsoft.com/office/drawing/2014/main" id="{30265311-3DAD-181C-C884-2887805B1B43}"/>
                    </a:ext>
                  </a:extLst>
                </p14:cNvPr>
                <p14:cNvContentPartPr/>
                <p14:nvPr/>
              </p14:nvContentPartPr>
              <p14:xfrm>
                <a:off x="11062904" y="2406043"/>
                <a:ext cx="123480" cy="64440"/>
              </p14:xfrm>
            </p:contentPart>
          </mc:Choice>
          <mc:Fallback xmlns="">
            <p:pic>
              <p:nvPicPr>
                <p:cNvPr id="28681" name="Ink 28680">
                  <a:extLst>
                    <a:ext uri="{FF2B5EF4-FFF2-40B4-BE49-F238E27FC236}">
                      <a16:creationId xmlns:a16="http://schemas.microsoft.com/office/drawing/2014/main" id="{30265311-3DAD-181C-C884-2887805B1B4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044904" y="2388043"/>
                  <a:ext cx="159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8682" name="Ink 28681">
                  <a:extLst>
                    <a:ext uri="{FF2B5EF4-FFF2-40B4-BE49-F238E27FC236}">
                      <a16:creationId xmlns:a16="http://schemas.microsoft.com/office/drawing/2014/main" id="{0CE286AF-00DF-4BF8-C1AD-38F7E6BD66EB}"/>
                    </a:ext>
                  </a:extLst>
                </p14:cNvPr>
                <p14:cNvContentPartPr/>
                <p14:nvPr/>
              </p14:nvContentPartPr>
              <p14:xfrm>
                <a:off x="11263064" y="2424043"/>
                <a:ext cx="77400" cy="59760"/>
              </p14:xfrm>
            </p:contentPart>
          </mc:Choice>
          <mc:Fallback xmlns="">
            <p:pic>
              <p:nvPicPr>
                <p:cNvPr id="28682" name="Ink 28681">
                  <a:extLst>
                    <a:ext uri="{FF2B5EF4-FFF2-40B4-BE49-F238E27FC236}">
                      <a16:creationId xmlns:a16="http://schemas.microsoft.com/office/drawing/2014/main" id="{0CE286AF-00DF-4BF8-C1AD-38F7E6BD66E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45064" y="2406043"/>
                  <a:ext cx="113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8683" name="Ink 28682">
                  <a:extLst>
                    <a:ext uri="{FF2B5EF4-FFF2-40B4-BE49-F238E27FC236}">
                      <a16:creationId xmlns:a16="http://schemas.microsoft.com/office/drawing/2014/main" id="{D56EBE2B-8B1E-1DB0-0961-256972BAD5C6}"/>
                    </a:ext>
                  </a:extLst>
                </p14:cNvPr>
                <p14:cNvContentPartPr/>
                <p14:nvPr/>
              </p14:nvContentPartPr>
              <p14:xfrm>
                <a:off x="11384384" y="2413963"/>
                <a:ext cx="80640" cy="70200"/>
              </p14:xfrm>
            </p:contentPart>
          </mc:Choice>
          <mc:Fallback xmlns="">
            <p:pic>
              <p:nvPicPr>
                <p:cNvPr id="28683" name="Ink 28682">
                  <a:extLst>
                    <a:ext uri="{FF2B5EF4-FFF2-40B4-BE49-F238E27FC236}">
                      <a16:creationId xmlns:a16="http://schemas.microsoft.com/office/drawing/2014/main" id="{D56EBE2B-8B1E-1DB0-0961-256972BAD5C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366384" y="2396323"/>
                  <a:ext cx="116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8684" name="Ink 28683">
                  <a:extLst>
                    <a:ext uri="{FF2B5EF4-FFF2-40B4-BE49-F238E27FC236}">
                      <a16:creationId xmlns:a16="http://schemas.microsoft.com/office/drawing/2014/main" id="{90BECB3E-1F2D-1D34-A304-01125B9B45A0}"/>
                    </a:ext>
                  </a:extLst>
                </p14:cNvPr>
                <p14:cNvContentPartPr/>
                <p14:nvPr/>
              </p14:nvContentPartPr>
              <p14:xfrm>
                <a:off x="11549264" y="2387323"/>
                <a:ext cx="6480" cy="73080"/>
              </p14:xfrm>
            </p:contentPart>
          </mc:Choice>
          <mc:Fallback xmlns="">
            <p:pic>
              <p:nvPicPr>
                <p:cNvPr id="28684" name="Ink 28683">
                  <a:extLst>
                    <a:ext uri="{FF2B5EF4-FFF2-40B4-BE49-F238E27FC236}">
                      <a16:creationId xmlns:a16="http://schemas.microsoft.com/office/drawing/2014/main" id="{90BECB3E-1F2D-1D34-A304-01125B9B45A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31624" y="2369323"/>
                  <a:ext cx="42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8685" name="Ink 28684">
                  <a:extLst>
                    <a:ext uri="{FF2B5EF4-FFF2-40B4-BE49-F238E27FC236}">
                      <a16:creationId xmlns:a16="http://schemas.microsoft.com/office/drawing/2014/main" id="{2C42E13A-8DCC-328F-2013-64B6C11CDD68}"/>
                    </a:ext>
                  </a:extLst>
                </p14:cNvPr>
                <p14:cNvContentPartPr/>
                <p14:nvPr/>
              </p14:nvContentPartPr>
              <p14:xfrm>
                <a:off x="11563664" y="2260603"/>
                <a:ext cx="13320" cy="31680"/>
              </p14:xfrm>
            </p:contentPart>
          </mc:Choice>
          <mc:Fallback xmlns="">
            <p:pic>
              <p:nvPicPr>
                <p:cNvPr id="28685" name="Ink 28684">
                  <a:extLst>
                    <a:ext uri="{FF2B5EF4-FFF2-40B4-BE49-F238E27FC236}">
                      <a16:creationId xmlns:a16="http://schemas.microsoft.com/office/drawing/2014/main" id="{2C42E13A-8DCC-328F-2013-64B6C11CDD6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545664" y="2242603"/>
                  <a:ext cx="489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8686" name="Ink 28685">
                  <a:extLst>
                    <a:ext uri="{FF2B5EF4-FFF2-40B4-BE49-F238E27FC236}">
                      <a16:creationId xmlns:a16="http://schemas.microsoft.com/office/drawing/2014/main" id="{E818AFD7-7A5D-DD2C-3E56-170D49066179}"/>
                    </a:ext>
                  </a:extLst>
                </p14:cNvPr>
                <p14:cNvContentPartPr/>
                <p14:nvPr/>
              </p14:nvContentPartPr>
              <p14:xfrm>
                <a:off x="11679224" y="2294443"/>
                <a:ext cx="54360" cy="161640"/>
              </p14:xfrm>
            </p:contentPart>
          </mc:Choice>
          <mc:Fallback xmlns="">
            <p:pic>
              <p:nvPicPr>
                <p:cNvPr id="28686" name="Ink 28685">
                  <a:extLst>
                    <a:ext uri="{FF2B5EF4-FFF2-40B4-BE49-F238E27FC236}">
                      <a16:creationId xmlns:a16="http://schemas.microsoft.com/office/drawing/2014/main" id="{E818AFD7-7A5D-DD2C-3E56-170D4906617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661584" y="2276443"/>
                  <a:ext cx="90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8687" name="Ink 28686">
                  <a:extLst>
                    <a:ext uri="{FF2B5EF4-FFF2-40B4-BE49-F238E27FC236}">
                      <a16:creationId xmlns:a16="http://schemas.microsoft.com/office/drawing/2014/main" id="{E5DC13A0-2375-195C-263A-FAFE17FAACB3}"/>
                    </a:ext>
                  </a:extLst>
                </p14:cNvPr>
                <p14:cNvContentPartPr/>
                <p14:nvPr/>
              </p14:nvContentPartPr>
              <p14:xfrm>
                <a:off x="11645024" y="2386963"/>
                <a:ext cx="327240" cy="218880"/>
              </p14:xfrm>
            </p:contentPart>
          </mc:Choice>
          <mc:Fallback xmlns="">
            <p:pic>
              <p:nvPicPr>
                <p:cNvPr id="28687" name="Ink 28686">
                  <a:extLst>
                    <a:ext uri="{FF2B5EF4-FFF2-40B4-BE49-F238E27FC236}">
                      <a16:creationId xmlns:a16="http://schemas.microsoft.com/office/drawing/2014/main" id="{E5DC13A0-2375-195C-263A-FAFE17FAAC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627024" y="2369323"/>
                  <a:ext cx="36288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18" name="Group 28717">
            <a:extLst>
              <a:ext uri="{FF2B5EF4-FFF2-40B4-BE49-F238E27FC236}">
                <a16:creationId xmlns:a16="http://schemas.microsoft.com/office/drawing/2014/main" id="{11B7074C-30C1-B949-97F5-332BBF8830A1}"/>
              </a:ext>
            </a:extLst>
          </p:cNvPr>
          <p:cNvGrpSpPr/>
          <p:nvPr/>
        </p:nvGrpSpPr>
        <p:grpSpPr>
          <a:xfrm>
            <a:off x="4167824" y="688483"/>
            <a:ext cx="3315240" cy="1793160"/>
            <a:chOff x="4167824" y="688483"/>
            <a:chExt cx="3315240" cy="179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965881-6851-D80B-9769-C10B70C0378B}"/>
                    </a:ext>
                  </a:extLst>
                </p14:cNvPr>
                <p14:cNvContentPartPr/>
                <p14:nvPr/>
              </p14:nvContentPartPr>
              <p14:xfrm>
                <a:off x="6084824" y="2107963"/>
                <a:ext cx="473040" cy="17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965881-6851-D80B-9769-C10B70C0378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66824" y="2089963"/>
                  <a:ext cx="508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91857A-7B66-C386-23CA-8D74A8A8CC39}"/>
                    </a:ext>
                  </a:extLst>
                </p14:cNvPr>
                <p14:cNvContentPartPr/>
                <p14:nvPr/>
              </p14:nvContentPartPr>
              <p14:xfrm>
                <a:off x="6716624" y="2046763"/>
                <a:ext cx="56160" cy="186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91857A-7B66-C386-23CA-8D74A8A8CC3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698624" y="2028763"/>
                  <a:ext cx="91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5C59AE-5904-7588-306C-9F09DA759763}"/>
                    </a:ext>
                  </a:extLst>
                </p14:cNvPr>
                <p14:cNvContentPartPr/>
                <p14:nvPr/>
              </p14:nvContentPartPr>
              <p14:xfrm>
                <a:off x="6827864" y="2043883"/>
                <a:ext cx="57600" cy="248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5C59AE-5904-7588-306C-9F09DA75976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10224" y="2026243"/>
                  <a:ext cx="932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749845-3255-7BAE-30AD-2AF6E7ACCB38}"/>
                    </a:ext>
                  </a:extLst>
                </p14:cNvPr>
                <p14:cNvContentPartPr/>
                <p14:nvPr/>
              </p14:nvContentPartPr>
              <p14:xfrm>
                <a:off x="6714464" y="2161243"/>
                <a:ext cx="110160" cy="16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749845-3255-7BAE-30AD-2AF6E7ACCB3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96824" y="2143603"/>
                  <a:ext cx="145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1C9F7D4-4464-E71A-99C5-FC6326432671}"/>
                    </a:ext>
                  </a:extLst>
                </p14:cNvPr>
                <p14:cNvContentPartPr/>
                <p14:nvPr/>
              </p14:nvContentPartPr>
              <p14:xfrm>
                <a:off x="6965384" y="2134603"/>
                <a:ext cx="85680" cy="71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1C9F7D4-4464-E71A-99C5-FC632643267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47384" y="2116963"/>
                  <a:ext cx="121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511B1E-E0E0-3E07-CD12-E97EB4DBF7DD}"/>
                    </a:ext>
                  </a:extLst>
                </p14:cNvPr>
                <p14:cNvContentPartPr/>
                <p14:nvPr/>
              </p14:nvContentPartPr>
              <p14:xfrm>
                <a:off x="7151144" y="2045683"/>
                <a:ext cx="12240" cy="190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511B1E-E0E0-3E07-CD12-E97EB4DBF7D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33504" y="2027683"/>
                  <a:ext cx="47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0A45AB-C8F2-2C82-2100-54220256CF45}"/>
                    </a:ext>
                  </a:extLst>
                </p14:cNvPr>
                <p14:cNvContentPartPr/>
                <p14:nvPr/>
              </p14:nvContentPartPr>
              <p14:xfrm>
                <a:off x="7213064" y="2111563"/>
                <a:ext cx="84240" cy="134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0A45AB-C8F2-2C82-2100-54220256CF4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195424" y="2093923"/>
                  <a:ext cx="119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4B266C-0039-4CA8-B6FD-33D3226D6072}"/>
                    </a:ext>
                  </a:extLst>
                </p14:cNvPr>
                <p14:cNvContentPartPr/>
                <p14:nvPr/>
              </p14:nvContentPartPr>
              <p14:xfrm>
                <a:off x="7403504" y="2118403"/>
                <a:ext cx="79560" cy="145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4B266C-0039-4CA8-B6FD-33D3226D607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85864" y="2100403"/>
                  <a:ext cx="115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9C46865-5F73-C113-4392-36265D1699DF}"/>
                    </a:ext>
                  </a:extLst>
                </p14:cNvPr>
                <p14:cNvContentPartPr/>
                <p14:nvPr/>
              </p14:nvContentPartPr>
              <p14:xfrm>
                <a:off x="4175024" y="1253323"/>
                <a:ext cx="66960" cy="1065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9C46865-5F73-C113-4392-36265D1699D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157024" y="1235323"/>
                  <a:ext cx="102600" cy="11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3F1AF9-E430-66A9-4947-32D101D5184D}"/>
                    </a:ext>
                  </a:extLst>
                </p14:cNvPr>
                <p14:cNvContentPartPr/>
                <p14:nvPr/>
              </p14:nvContentPartPr>
              <p14:xfrm>
                <a:off x="4167824" y="1191403"/>
                <a:ext cx="1760400" cy="3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3F1AF9-E430-66A9-4947-32D101D5184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49824" y="1173403"/>
                  <a:ext cx="1796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B8E74D-8EEE-03F9-5295-A765660DBFC3}"/>
                    </a:ext>
                  </a:extLst>
                </p14:cNvPr>
                <p14:cNvContentPartPr/>
                <p14:nvPr/>
              </p14:nvContentPartPr>
              <p14:xfrm>
                <a:off x="6112184" y="1162243"/>
                <a:ext cx="7200" cy="1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EB8E74D-8EEE-03F9-5295-A765660DBFC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094544" y="1144603"/>
                  <a:ext cx="42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5785797-9781-5299-A017-7AFEB8491823}"/>
                    </a:ext>
                  </a:extLst>
                </p14:cNvPr>
                <p14:cNvContentPartPr/>
                <p14:nvPr/>
              </p14:nvContentPartPr>
              <p14:xfrm>
                <a:off x="4268624" y="1159363"/>
                <a:ext cx="1953360" cy="1163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785797-9781-5299-A017-7AFEB849182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250624" y="1141363"/>
                  <a:ext cx="1989000" cy="11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D2F06D-9722-BB20-00D3-ADB413FFE4CE}"/>
                    </a:ext>
                  </a:extLst>
                </p14:cNvPr>
                <p14:cNvContentPartPr/>
                <p14:nvPr/>
              </p14:nvContentPartPr>
              <p14:xfrm>
                <a:off x="4204544" y="1255483"/>
                <a:ext cx="490320" cy="38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D2F06D-9722-BB20-00D3-ADB413FFE4C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86544" y="1237843"/>
                  <a:ext cx="5259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B243BD-6CBA-7182-0FE1-5720E0185F52}"/>
                    </a:ext>
                  </a:extLst>
                </p14:cNvPr>
                <p14:cNvContentPartPr/>
                <p14:nvPr/>
              </p14:nvContentPartPr>
              <p14:xfrm>
                <a:off x="5456264" y="1210843"/>
                <a:ext cx="616320" cy="38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B243BD-6CBA-7182-0FE1-5720E0185F5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38624" y="1192843"/>
                  <a:ext cx="6519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C9C2692-480F-1120-E062-9622CCF6C8B7}"/>
                    </a:ext>
                  </a:extLst>
                </p14:cNvPr>
                <p14:cNvContentPartPr/>
                <p14:nvPr/>
              </p14:nvContentPartPr>
              <p14:xfrm>
                <a:off x="5713664" y="1331443"/>
                <a:ext cx="18720" cy="171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C9C2692-480F-1120-E062-9622CCF6C8B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95664" y="1313443"/>
                  <a:ext cx="54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7455AE-1B33-E523-2362-96C282533E46}"/>
                    </a:ext>
                  </a:extLst>
                </p14:cNvPr>
                <p14:cNvContentPartPr/>
                <p14:nvPr/>
              </p14:nvContentPartPr>
              <p14:xfrm>
                <a:off x="5687744" y="1332163"/>
                <a:ext cx="194040" cy="134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7455AE-1B33-E523-2362-96C282533E4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670104" y="1314523"/>
                  <a:ext cx="229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9ACD0E-E100-E520-5275-4683032FBC1A}"/>
                    </a:ext>
                  </a:extLst>
                </p14:cNvPr>
                <p14:cNvContentPartPr/>
                <p14:nvPr/>
              </p14:nvContentPartPr>
              <p14:xfrm>
                <a:off x="5977544" y="1392283"/>
                <a:ext cx="96480" cy="24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9ACD0E-E100-E520-5275-4683032FBC1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959904" y="1374283"/>
                  <a:ext cx="132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8090DD-2819-77A8-35A1-60CB3A14CD83}"/>
                    </a:ext>
                  </a:extLst>
                </p14:cNvPr>
                <p14:cNvContentPartPr/>
                <p14:nvPr/>
              </p14:nvContentPartPr>
              <p14:xfrm>
                <a:off x="6000584" y="1347283"/>
                <a:ext cx="20880" cy="183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8090DD-2819-77A8-35A1-60CB3A14CD8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2944" y="1329283"/>
                  <a:ext cx="56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532361-E3A5-F630-50BA-C96D83940712}"/>
                    </a:ext>
                  </a:extLst>
                </p14:cNvPr>
                <p14:cNvContentPartPr/>
                <p14:nvPr/>
              </p14:nvContentPartPr>
              <p14:xfrm>
                <a:off x="4299944" y="1364563"/>
                <a:ext cx="16200" cy="217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532361-E3A5-F630-50BA-C96D8394071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282304" y="1346563"/>
                  <a:ext cx="51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E20A09-8513-77D9-48A7-5910FA932D74}"/>
                    </a:ext>
                  </a:extLst>
                </p14:cNvPr>
                <p14:cNvContentPartPr/>
                <p14:nvPr/>
              </p14:nvContentPartPr>
              <p14:xfrm>
                <a:off x="4283024" y="1315963"/>
                <a:ext cx="147600" cy="193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E20A09-8513-77D9-48A7-5910FA932D7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65024" y="1298323"/>
                  <a:ext cx="183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A8D3D3-1BA9-E7BE-6960-C164BD3818AF}"/>
                    </a:ext>
                  </a:extLst>
                </p14:cNvPr>
                <p14:cNvContentPartPr/>
                <p14:nvPr/>
              </p14:nvContentPartPr>
              <p14:xfrm>
                <a:off x="4520624" y="1395523"/>
                <a:ext cx="72000" cy="17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A8D3D3-1BA9-E7BE-6960-C164BD3818A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502624" y="1377523"/>
                  <a:ext cx="107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F1BAD8-3B09-1143-F174-2FAA39131578}"/>
                    </a:ext>
                  </a:extLst>
                </p14:cNvPr>
                <p14:cNvContentPartPr/>
                <p14:nvPr/>
              </p14:nvContentPartPr>
              <p14:xfrm>
                <a:off x="4529264" y="1324243"/>
                <a:ext cx="25200" cy="10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F1BAD8-3B09-1143-F174-2FAA3913157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511624" y="1306603"/>
                  <a:ext cx="60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BBD939-32AD-1FF5-2486-24DF18EBC98C}"/>
                    </a:ext>
                  </a:extLst>
                </p14:cNvPr>
                <p14:cNvContentPartPr/>
                <p14:nvPr/>
              </p14:nvContentPartPr>
              <p14:xfrm>
                <a:off x="4767584" y="2080243"/>
                <a:ext cx="30960" cy="233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DBBD939-32AD-1FF5-2486-24DF18EBC98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749584" y="2062243"/>
                  <a:ext cx="66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4FBFBF2-06B9-9C28-16CF-FDB16BF3C8A1}"/>
                    </a:ext>
                  </a:extLst>
                </p14:cNvPr>
                <p14:cNvContentPartPr/>
                <p14:nvPr/>
              </p14:nvContentPartPr>
              <p14:xfrm>
                <a:off x="4754264" y="2072683"/>
                <a:ext cx="136800" cy="114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4FBFBF2-06B9-9C28-16CF-FDB16BF3C8A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36264" y="2055043"/>
                  <a:ext cx="172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0AF107-1A3D-D1F0-4DC2-AD1411C60B3C}"/>
                    </a:ext>
                  </a:extLst>
                </p14:cNvPr>
                <p14:cNvContentPartPr/>
                <p14:nvPr/>
              </p14:nvContentPartPr>
              <p14:xfrm>
                <a:off x="4931384" y="2159443"/>
                <a:ext cx="110160" cy="1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0AF107-1A3D-D1F0-4DC2-AD1411C60B3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913744" y="2141803"/>
                  <a:ext cx="145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E08280-AC11-1003-1AD1-CB3DDA019764}"/>
                    </a:ext>
                  </a:extLst>
                </p14:cNvPr>
                <p14:cNvContentPartPr/>
                <p14:nvPr/>
              </p14:nvContentPartPr>
              <p14:xfrm>
                <a:off x="5163224" y="2068363"/>
                <a:ext cx="83880" cy="175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E08280-AC11-1003-1AD1-CB3DDA01976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145224" y="2050363"/>
                  <a:ext cx="119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449A067-F404-EE99-6D9C-B2D35D20C5E8}"/>
                    </a:ext>
                  </a:extLst>
                </p14:cNvPr>
                <p14:cNvContentPartPr/>
                <p14:nvPr/>
              </p14:nvContentPartPr>
              <p14:xfrm>
                <a:off x="5324144" y="2151883"/>
                <a:ext cx="76680" cy="11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449A067-F404-EE99-6D9C-B2D35D20C5E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306144" y="2133883"/>
                  <a:ext cx="112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1E3C38-9C07-ED7A-A394-9CC28D28D8EE}"/>
                    </a:ext>
                  </a:extLst>
                </p14:cNvPr>
                <p14:cNvContentPartPr/>
                <p14:nvPr/>
              </p14:nvContentPartPr>
              <p14:xfrm>
                <a:off x="5369504" y="2174923"/>
                <a:ext cx="40680" cy="10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1E3C38-9C07-ED7A-A394-9CC28D28D8E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51504" y="2156923"/>
                  <a:ext cx="76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DF1038-29CD-96CA-AED8-3EEF3C542AB0}"/>
                    </a:ext>
                  </a:extLst>
                </p14:cNvPr>
                <p14:cNvContentPartPr/>
                <p14:nvPr/>
              </p14:nvContentPartPr>
              <p14:xfrm>
                <a:off x="5464904" y="2048203"/>
                <a:ext cx="161640" cy="196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DF1038-29CD-96CA-AED8-3EEF3C542AB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47264" y="2030203"/>
                  <a:ext cx="197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C2D78F-D95F-8A7B-2C48-CF91E3A3BA45}"/>
                    </a:ext>
                  </a:extLst>
                </p14:cNvPr>
                <p14:cNvContentPartPr/>
                <p14:nvPr/>
              </p14:nvContentPartPr>
              <p14:xfrm>
                <a:off x="5691344" y="2129563"/>
                <a:ext cx="143640" cy="352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C2D78F-D95F-8A7B-2C48-CF91E3A3BA4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673344" y="2111563"/>
                  <a:ext cx="1792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8690" name="Ink 28689">
                  <a:extLst>
                    <a:ext uri="{FF2B5EF4-FFF2-40B4-BE49-F238E27FC236}">
                      <a16:creationId xmlns:a16="http://schemas.microsoft.com/office/drawing/2014/main" id="{1D6A0D8B-FE31-64B1-D9C8-CB86FA87A6DE}"/>
                    </a:ext>
                  </a:extLst>
                </p14:cNvPr>
                <p14:cNvContentPartPr/>
                <p14:nvPr/>
              </p14:nvContentPartPr>
              <p14:xfrm>
                <a:off x="4770464" y="1331443"/>
                <a:ext cx="63000" cy="7200"/>
              </p14:xfrm>
            </p:contentPart>
          </mc:Choice>
          <mc:Fallback xmlns="">
            <p:pic>
              <p:nvPicPr>
                <p:cNvPr id="28690" name="Ink 28689">
                  <a:extLst>
                    <a:ext uri="{FF2B5EF4-FFF2-40B4-BE49-F238E27FC236}">
                      <a16:creationId xmlns:a16="http://schemas.microsoft.com/office/drawing/2014/main" id="{1D6A0D8B-FE31-64B1-D9C8-CB86FA87A6D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752464" y="1313443"/>
                  <a:ext cx="98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8691" name="Ink 28690">
                  <a:extLst>
                    <a:ext uri="{FF2B5EF4-FFF2-40B4-BE49-F238E27FC236}">
                      <a16:creationId xmlns:a16="http://schemas.microsoft.com/office/drawing/2014/main" id="{D3DB112D-CCE6-53BD-5FE7-664068269503}"/>
                    </a:ext>
                  </a:extLst>
                </p14:cNvPr>
                <p14:cNvContentPartPr/>
                <p14:nvPr/>
              </p14:nvContentPartPr>
              <p14:xfrm>
                <a:off x="4937504" y="1335403"/>
                <a:ext cx="41400" cy="10440"/>
              </p14:xfrm>
            </p:contentPart>
          </mc:Choice>
          <mc:Fallback xmlns="">
            <p:pic>
              <p:nvPicPr>
                <p:cNvPr id="28691" name="Ink 28690">
                  <a:extLst>
                    <a:ext uri="{FF2B5EF4-FFF2-40B4-BE49-F238E27FC236}">
                      <a16:creationId xmlns:a16="http://schemas.microsoft.com/office/drawing/2014/main" id="{D3DB112D-CCE6-53BD-5FE7-66406826950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919864" y="1317403"/>
                  <a:ext cx="77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8692" name="Ink 28691">
                  <a:extLst>
                    <a:ext uri="{FF2B5EF4-FFF2-40B4-BE49-F238E27FC236}">
                      <a16:creationId xmlns:a16="http://schemas.microsoft.com/office/drawing/2014/main" id="{02FE84F0-0ECE-2A17-4A76-14F6EE4C670C}"/>
                    </a:ext>
                  </a:extLst>
                </p14:cNvPr>
                <p14:cNvContentPartPr/>
                <p14:nvPr/>
              </p14:nvContentPartPr>
              <p14:xfrm>
                <a:off x="5086184" y="1311283"/>
                <a:ext cx="79200" cy="2520"/>
              </p14:xfrm>
            </p:contentPart>
          </mc:Choice>
          <mc:Fallback xmlns="">
            <p:pic>
              <p:nvPicPr>
                <p:cNvPr id="28692" name="Ink 28691">
                  <a:extLst>
                    <a:ext uri="{FF2B5EF4-FFF2-40B4-BE49-F238E27FC236}">
                      <a16:creationId xmlns:a16="http://schemas.microsoft.com/office/drawing/2014/main" id="{02FE84F0-0ECE-2A17-4A76-14F6EE4C670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068184" y="1293643"/>
                  <a:ext cx="114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8693" name="Ink 28692">
                  <a:extLst>
                    <a:ext uri="{FF2B5EF4-FFF2-40B4-BE49-F238E27FC236}">
                      <a16:creationId xmlns:a16="http://schemas.microsoft.com/office/drawing/2014/main" id="{1DF82796-A4F9-B1A2-CAC9-5F2F41CBEB7A}"/>
                    </a:ext>
                  </a:extLst>
                </p14:cNvPr>
                <p14:cNvContentPartPr/>
                <p14:nvPr/>
              </p14:nvContentPartPr>
              <p14:xfrm>
                <a:off x="5287064" y="1311283"/>
                <a:ext cx="86040" cy="2520"/>
              </p14:xfrm>
            </p:contentPart>
          </mc:Choice>
          <mc:Fallback xmlns="">
            <p:pic>
              <p:nvPicPr>
                <p:cNvPr id="28693" name="Ink 28692">
                  <a:extLst>
                    <a:ext uri="{FF2B5EF4-FFF2-40B4-BE49-F238E27FC236}">
                      <a16:creationId xmlns:a16="http://schemas.microsoft.com/office/drawing/2014/main" id="{1DF82796-A4F9-B1A2-CAC9-5F2F41CBEB7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269424" y="1293643"/>
                  <a:ext cx="121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8695" name="Ink 28694">
                  <a:extLst>
                    <a:ext uri="{FF2B5EF4-FFF2-40B4-BE49-F238E27FC236}">
                      <a16:creationId xmlns:a16="http://schemas.microsoft.com/office/drawing/2014/main" id="{D69156D3-CA39-FBE6-9AC6-B1D7CFA0B99F}"/>
                    </a:ext>
                  </a:extLst>
                </p14:cNvPr>
                <p14:cNvContentPartPr/>
                <p14:nvPr/>
              </p14:nvContentPartPr>
              <p14:xfrm>
                <a:off x="4647704" y="1075123"/>
                <a:ext cx="21600" cy="138600"/>
              </p14:xfrm>
            </p:contentPart>
          </mc:Choice>
          <mc:Fallback xmlns="">
            <p:pic>
              <p:nvPicPr>
                <p:cNvPr id="28695" name="Ink 28694">
                  <a:extLst>
                    <a:ext uri="{FF2B5EF4-FFF2-40B4-BE49-F238E27FC236}">
                      <a16:creationId xmlns:a16="http://schemas.microsoft.com/office/drawing/2014/main" id="{D69156D3-CA39-FBE6-9AC6-B1D7CFA0B99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30064" y="1057483"/>
                  <a:ext cx="57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8696" name="Ink 28695">
                  <a:extLst>
                    <a:ext uri="{FF2B5EF4-FFF2-40B4-BE49-F238E27FC236}">
                      <a16:creationId xmlns:a16="http://schemas.microsoft.com/office/drawing/2014/main" id="{F3CBA685-C55C-9CBE-002D-E879461FCCE6}"/>
                    </a:ext>
                  </a:extLst>
                </p14:cNvPr>
                <p14:cNvContentPartPr/>
                <p14:nvPr/>
              </p14:nvContentPartPr>
              <p14:xfrm>
                <a:off x="4640144" y="968923"/>
                <a:ext cx="889920" cy="101880"/>
              </p14:xfrm>
            </p:contentPart>
          </mc:Choice>
          <mc:Fallback xmlns="">
            <p:pic>
              <p:nvPicPr>
                <p:cNvPr id="28696" name="Ink 28695">
                  <a:extLst>
                    <a:ext uri="{FF2B5EF4-FFF2-40B4-BE49-F238E27FC236}">
                      <a16:creationId xmlns:a16="http://schemas.microsoft.com/office/drawing/2014/main" id="{F3CBA685-C55C-9CBE-002D-E879461FCCE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22504" y="950923"/>
                  <a:ext cx="925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8697" name="Ink 28696">
                  <a:extLst>
                    <a:ext uri="{FF2B5EF4-FFF2-40B4-BE49-F238E27FC236}">
                      <a16:creationId xmlns:a16="http://schemas.microsoft.com/office/drawing/2014/main" id="{F3D82CD2-9497-7F9B-B805-AE7A7D4B2356}"/>
                    </a:ext>
                  </a:extLst>
                </p14:cNvPr>
                <p14:cNvContentPartPr/>
                <p14:nvPr/>
              </p14:nvContentPartPr>
              <p14:xfrm>
                <a:off x="5494784" y="1020403"/>
                <a:ext cx="17640" cy="167040"/>
              </p14:xfrm>
            </p:contentPart>
          </mc:Choice>
          <mc:Fallback xmlns="">
            <p:pic>
              <p:nvPicPr>
                <p:cNvPr id="28697" name="Ink 28696">
                  <a:extLst>
                    <a:ext uri="{FF2B5EF4-FFF2-40B4-BE49-F238E27FC236}">
                      <a16:creationId xmlns:a16="http://schemas.microsoft.com/office/drawing/2014/main" id="{F3D82CD2-9497-7F9B-B805-AE7A7D4B235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76784" y="1002763"/>
                  <a:ext cx="53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8699" name="Ink 28698">
                  <a:extLst>
                    <a:ext uri="{FF2B5EF4-FFF2-40B4-BE49-F238E27FC236}">
                      <a16:creationId xmlns:a16="http://schemas.microsoft.com/office/drawing/2014/main" id="{A2445882-083A-53BE-42B7-F42727479BEE}"/>
                    </a:ext>
                  </a:extLst>
                </p14:cNvPr>
                <p14:cNvContentPartPr/>
                <p14:nvPr/>
              </p14:nvContentPartPr>
              <p14:xfrm>
                <a:off x="5433584" y="896923"/>
                <a:ext cx="510840" cy="176760"/>
              </p14:xfrm>
            </p:contentPart>
          </mc:Choice>
          <mc:Fallback xmlns="">
            <p:pic>
              <p:nvPicPr>
                <p:cNvPr id="28699" name="Ink 28698">
                  <a:extLst>
                    <a:ext uri="{FF2B5EF4-FFF2-40B4-BE49-F238E27FC236}">
                      <a16:creationId xmlns:a16="http://schemas.microsoft.com/office/drawing/2014/main" id="{A2445882-083A-53BE-42B7-F42727479BE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415584" y="879283"/>
                  <a:ext cx="546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8700" name="Ink 28699">
                  <a:extLst>
                    <a:ext uri="{FF2B5EF4-FFF2-40B4-BE49-F238E27FC236}">
                      <a16:creationId xmlns:a16="http://schemas.microsoft.com/office/drawing/2014/main" id="{8BB91645-5038-A345-E55C-396A23CA3F27}"/>
                    </a:ext>
                  </a:extLst>
                </p14:cNvPr>
                <p14:cNvContentPartPr/>
                <p14:nvPr/>
              </p14:nvContentPartPr>
              <p14:xfrm>
                <a:off x="5357624" y="1013923"/>
                <a:ext cx="84600" cy="134640"/>
              </p14:xfrm>
            </p:contentPart>
          </mc:Choice>
          <mc:Fallback xmlns="">
            <p:pic>
              <p:nvPicPr>
                <p:cNvPr id="28700" name="Ink 28699">
                  <a:extLst>
                    <a:ext uri="{FF2B5EF4-FFF2-40B4-BE49-F238E27FC236}">
                      <a16:creationId xmlns:a16="http://schemas.microsoft.com/office/drawing/2014/main" id="{8BB91645-5038-A345-E55C-396A23CA3F2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339984" y="996283"/>
                  <a:ext cx="120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8701" name="Ink 28700">
                  <a:extLst>
                    <a:ext uri="{FF2B5EF4-FFF2-40B4-BE49-F238E27FC236}">
                      <a16:creationId xmlns:a16="http://schemas.microsoft.com/office/drawing/2014/main" id="{7A3CA01E-77ED-4202-E833-E975DEE01929}"/>
                    </a:ext>
                  </a:extLst>
                </p14:cNvPr>
                <p14:cNvContentPartPr/>
                <p14:nvPr/>
              </p14:nvContentPartPr>
              <p14:xfrm>
                <a:off x="5993744" y="889363"/>
                <a:ext cx="103320" cy="115200"/>
              </p14:xfrm>
            </p:contentPart>
          </mc:Choice>
          <mc:Fallback xmlns="">
            <p:pic>
              <p:nvPicPr>
                <p:cNvPr id="28701" name="Ink 28700">
                  <a:extLst>
                    <a:ext uri="{FF2B5EF4-FFF2-40B4-BE49-F238E27FC236}">
                      <a16:creationId xmlns:a16="http://schemas.microsoft.com/office/drawing/2014/main" id="{7A3CA01E-77ED-4202-E833-E975DEE0192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976104" y="871723"/>
                  <a:ext cx="1389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8702" name="Ink 28701">
                  <a:extLst>
                    <a:ext uri="{FF2B5EF4-FFF2-40B4-BE49-F238E27FC236}">
                      <a16:creationId xmlns:a16="http://schemas.microsoft.com/office/drawing/2014/main" id="{21183FEC-6DDF-B233-085F-961E5C87FDFC}"/>
                    </a:ext>
                  </a:extLst>
                </p14:cNvPr>
                <p14:cNvContentPartPr/>
                <p14:nvPr/>
              </p14:nvContentPartPr>
              <p14:xfrm>
                <a:off x="6119384" y="868843"/>
                <a:ext cx="141120" cy="81000"/>
              </p14:xfrm>
            </p:contentPart>
          </mc:Choice>
          <mc:Fallback xmlns="">
            <p:pic>
              <p:nvPicPr>
                <p:cNvPr id="28702" name="Ink 28701">
                  <a:extLst>
                    <a:ext uri="{FF2B5EF4-FFF2-40B4-BE49-F238E27FC236}">
                      <a16:creationId xmlns:a16="http://schemas.microsoft.com/office/drawing/2014/main" id="{21183FEC-6DDF-B233-085F-961E5C87FDF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101384" y="850843"/>
                  <a:ext cx="1767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8703" name="Ink 28702">
                  <a:extLst>
                    <a:ext uri="{FF2B5EF4-FFF2-40B4-BE49-F238E27FC236}">
                      <a16:creationId xmlns:a16="http://schemas.microsoft.com/office/drawing/2014/main" id="{D1486E47-5A7E-716B-0C30-3B96F30B250C}"/>
                    </a:ext>
                  </a:extLst>
                </p14:cNvPr>
                <p14:cNvContentPartPr/>
                <p14:nvPr/>
              </p14:nvContentPartPr>
              <p14:xfrm>
                <a:off x="6181664" y="799723"/>
                <a:ext cx="88200" cy="204480"/>
              </p14:xfrm>
            </p:contentPart>
          </mc:Choice>
          <mc:Fallback xmlns="">
            <p:pic>
              <p:nvPicPr>
                <p:cNvPr id="28703" name="Ink 28702">
                  <a:extLst>
                    <a:ext uri="{FF2B5EF4-FFF2-40B4-BE49-F238E27FC236}">
                      <a16:creationId xmlns:a16="http://schemas.microsoft.com/office/drawing/2014/main" id="{D1486E47-5A7E-716B-0C30-3B96F30B250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163664" y="782083"/>
                  <a:ext cx="123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8704" name="Ink 28703">
                  <a:extLst>
                    <a:ext uri="{FF2B5EF4-FFF2-40B4-BE49-F238E27FC236}">
                      <a16:creationId xmlns:a16="http://schemas.microsoft.com/office/drawing/2014/main" id="{B951C9A7-4E17-09AA-5794-19664231BCE1}"/>
                    </a:ext>
                  </a:extLst>
                </p14:cNvPr>
                <p14:cNvContentPartPr/>
                <p14:nvPr/>
              </p14:nvContentPartPr>
              <p14:xfrm>
                <a:off x="6326384" y="854443"/>
                <a:ext cx="32400" cy="101520"/>
              </p14:xfrm>
            </p:contentPart>
          </mc:Choice>
          <mc:Fallback xmlns="">
            <p:pic>
              <p:nvPicPr>
                <p:cNvPr id="28704" name="Ink 28703">
                  <a:extLst>
                    <a:ext uri="{FF2B5EF4-FFF2-40B4-BE49-F238E27FC236}">
                      <a16:creationId xmlns:a16="http://schemas.microsoft.com/office/drawing/2014/main" id="{B951C9A7-4E17-09AA-5794-19664231BCE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308744" y="836443"/>
                  <a:ext cx="68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8705" name="Ink 28704">
                  <a:extLst>
                    <a:ext uri="{FF2B5EF4-FFF2-40B4-BE49-F238E27FC236}">
                      <a16:creationId xmlns:a16="http://schemas.microsoft.com/office/drawing/2014/main" id="{6626F6C5-7F6E-FA55-85E4-50D2CCAE67EB}"/>
                    </a:ext>
                  </a:extLst>
                </p14:cNvPr>
                <p14:cNvContentPartPr/>
                <p14:nvPr/>
              </p14:nvContentPartPr>
              <p14:xfrm>
                <a:off x="6333584" y="752923"/>
                <a:ext cx="32040" cy="47520"/>
              </p14:xfrm>
            </p:contentPart>
          </mc:Choice>
          <mc:Fallback xmlns="">
            <p:pic>
              <p:nvPicPr>
                <p:cNvPr id="28705" name="Ink 28704">
                  <a:extLst>
                    <a:ext uri="{FF2B5EF4-FFF2-40B4-BE49-F238E27FC236}">
                      <a16:creationId xmlns:a16="http://schemas.microsoft.com/office/drawing/2014/main" id="{6626F6C5-7F6E-FA55-85E4-50D2CCAE67E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315944" y="735283"/>
                  <a:ext cx="67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8706" name="Ink 28705">
                  <a:extLst>
                    <a:ext uri="{FF2B5EF4-FFF2-40B4-BE49-F238E27FC236}">
                      <a16:creationId xmlns:a16="http://schemas.microsoft.com/office/drawing/2014/main" id="{15806CF8-CBD9-258D-46E2-C8BB6D4AF1CD}"/>
                    </a:ext>
                  </a:extLst>
                </p14:cNvPr>
                <p14:cNvContentPartPr/>
                <p14:nvPr/>
              </p14:nvContentPartPr>
              <p14:xfrm>
                <a:off x="6422864" y="802603"/>
                <a:ext cx="155880" cy="109440"/>
              </p14:xfrm>
            </p:contentPart>
          </mc:Choice>
          <mc:Fallback xmlns="">
            <p:pic>
              <p:nvPicPr>
                <p:cNvPr id="28706" name="Ink 28705">
                  <a:extLst>
                    <a:ext uri="{FF2B5EF4-FFF2-40B4-BE49-F238E27FC236}">
                      <a16:creationId xmlns:a16="http://schemas.microsoft.com/office/drawing/2014/main" id="{15806CF8-CBD9-258D-46E2-C8BB6D4AF1C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405224" y="784603"/>
                  <a:ext cx="191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8707" name="Ink 28706">
                  <a:extLst>
                    <a:ext uri="{FF2B5EF4-FFF2-40B4-BE49-F238E27FC236}">
                      <a16:creationId xmlns:a16="http://schemas.microsoft.com/office/drawing/2014/main" id="{257FA64E-4CDB-752E-0DF6-36E75DA711BB}"/>
                    </a:ext>
                  </a:extLst>
                </p14:cNvPr>
                <p14:cNvContentPartPr/>
                <p14:nvPr/>
              </p14:nvContentPartPr>
              <p14:xfrm>
                <a:off x="6477224" y="688483"/>
                <a:ext cx="110160" cy="231480"/>
              </p14:xfrm>
            </p:contentPart>
          </mc:Choice>
          <mc:Fallback xmlns="">
            <p:pic>
              <p:nvPicPr>
                <p:cNvPr id="28707" name="Ink 28706">
                  <a:extLst>
                    <a:ext uri="{FF2B5EF4-FFF2-40B4-BE49-F238E27FC236}">
                      <a16:creationId xmlns:a16="http://schemas.microsoft.com/office/drawing/2014/main" id="{257FA64E-4CDB-752E-0DF6-36E75DA711B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459224" y="670843"/>
                  <a:ext cx="1458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8708" name="Ink 28707">
                  <a:extLst>
                    <a:ext uri="{FF2B5EF4-FFF2-40B4-BE49-F238E27FC236}">
                      <a16:creationId xmlns:a16="http://schemas.microsoft.com/office/drawing/2014/main" id="{8D5185DF-CA7E-054E-4513-FB46F5E4D98E}"/>
                    </a:ext>
                  </a:extLst>
                </p14:cNvPr>
                <p14:cNvContentPartPr/>
                <p14:nvPr/>
              </p14:nvContentPartPr>
              <p14:xfrm>
                <a:off x="6677384" y="755443"/>
                <a:ext cx="142200" cy="136440"/>
              </p14:xfrm>
            </p:contentPart>
          </mc:Choice>
          <mc:Fallback xmlns="">
            <p:pic>
              <p:nvPicPr>
                <p:cNvPr id="28708" name="Ink 28707">
                  <a:extLst>
                    <a:ext uri="{FF2B5EF4-FFF2-40B4-BE49-F238E27FC236}">
                      <a16:creationId xmlns:a16="http://schemas.microsoft.com/office/drawing/2014/main" id="{8D5185DF-CA7E-054E-4513-FB46F5E4D98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659384" y="737803"/>
                  <a:ext cx="177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8709" name="Ink 28708">
                  <a:extLst>
                    <a:ext uri="{FF2B5EF4-FFF2-40B4-BE49-F238E27FC236}">
                      <a16:creationId xmlns:a16="http://schemas.microsoft.com/office/drawing/2014/main" id="{D473FD97-706C-BE58-3DFC-AFA3F6FCE548}"/>
                    </a:ext>
                  </a:extLst>
                </p14:cNvPr>
                <p14:cNvContentPartPr/>
                <p14:nvPr/>
              </p14:nvContentPartPr>
              <p14:xfrm>
                <a:off x="4709624" y="1045963"/>
                <a:ext cx="9000" cy="10800"/>
              </p14:xfrm>
            </p:contentPart>
          </mc:Choice>
          <mc:Fallback xmlns="">
            <p:pic>
              <p:nvPicPr>
                <p:cNvPr id="28709" name="Ink 28708">
                  <a:extLst>
                    <a:ext uri="{FF2B5EF4-FFF2-40B4-BE49-F238E27FC236}">
                      <a16:creationId xmlns:a16="http://schemas.microsoft.com/office/drawing/2014/main" id="{D473FD97-706C-BE58-3DFC-AFA3F6FCE54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91984" y="1028323"/>
                  <a:ext cx="44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8710" name="Ink 28709">
                  <a:extLst>
                    <a:ext uri="{FF2B5EF4-FFF2-40B4-BE49-F238E27FC236}">
                      <a16:creationId xmlns:a16="http://schemas.microsoft.com/office/drawing/2014/main" id="{C453FB0C-2466-0AC2-A2DC-27BF216F005F}"/>
                    </a:ext>
                  </a:extLst>
                </p14:cNvPr>
                <p14:cNvContentPartPr/>
                <p14:nvPr/>
              </p14:nvContentPartPr>
              <p14:xfrm>
                <a:off x="4617464" y="766243"/>
                <a:ext cx="110880" cy="274680"/>
              </p14:xfrm>
            </p:contentPart>
          </mc:Choice>
          <mc:Fallback xmlns="">
            <p:pic>
              <p:nvPicPr>
                <p:cNvPr id="28710" name="Ink 28709">
                  <a:extLst>
                    <a:ext uri="{FF2B5EF4-FFF2-40B4-BE49-F238E27FC236}">
                      <a16:creationId xmlns:a16="http://schemas.microsoft.com/office/drawing/2014/main" id="{C453FB0C-2466-0AC2-A2DC-27BF216F005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599464" y="748603"/>
                  <a:ext cx="1465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8711" name="Ink 28710">
                  <a:extLst>
                    <a:ext uri="{FF2B5EF4-FFF2-40B4-BE49-F238E27FC236}">
                      <a16:creationId xmlns:a16="http://schemas.microsoft.com/office/drawing/2014/main" id="{A6B5669B-3350-1BB2-C231-9E4550DE9419}"/>
                    </a:ext>
                  </a:extLst>
                </p14:cNvPr>
                <p14:cNvContentPartPr/>
                <p14:nvPr/>
              </p14:nvContentPartPr>
              <p14:xfrm>
                <a:off x="4613504" y="691723"/>
                <a:ext cx="763200" cy="66960"/>
              </p14:xfrm>
            </p:contentPart>
          </mc:Choice>
          <mc:Fallback xmlns="">
            <p:pic>
              <p:nvPicPr>
                <p:cNvPr id="28711" name="Ink 28710">
                  <a:extLst>
                    <a:ext uri="{FF2B5EF4-FFF2-40B4-BE49-F238E27FC236}">
                      <a16:creationId xmlns:a16="http://schemas.microsoft.com/office/drawing/2014/main" id="{A6B5669B-3350-1BB2-C231-9E4550DE941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595864" y="673723"/>
                  <a:ext cx="798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8712" name="Ink 28711">
                  <a:extLst>
                    <a:ext uri="{FF2B5EF4-FFF2-40B4-BE49-F238E27FC236}">
                      <a16:creationId xmlns:a16="http://schemas.microsoft.com/office/drawing/2014/main" id="{508D8D2F-B5B5-5613-18C4-CDE12E3D3E2C}"/>
                    </a:ext>
                  </a:extLst>
                </p14:cNvPr>
                <p14:cNvContentPartPr/>
                <p14:nvPr/>
              </p14:nvContentPartPr>
              <p14:xfrm>
                <a:off x="5406944" y="700723"/>
                <a:ext cx="112320" cy="257760"/>
              </p14:xfrm>
            </p:contentPart>
          </mc:Choice>
          <mc:Fallback xmlns="">
            <p:pic>
              <p:nvPicPr>
                <p:cNvPr id="28712" name="Ink 28711">
                  <a:extLst>
                    <a:ext uri="{FF2B5EF4-FFF2-40B4-BE49-F238E27FC236}">
                      <a16:creationId xmlns:a16="http://schemas.microsoft.com/office/drawing/2014/main" id="{508D8D2F-B5B5-5613-18C4-CDE12E3D3E2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89304" y="683083"/>
                  <a:ext cx="147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8713" name="Ink 28712">
                  <a:extLst>
                    <a:ext uri="{FF2B5EF4-FFF2-40B4-BE49-F238E27FC236}">
                      <a16:creationId xmlns:a16="http://schemas.microsoft.com/office/drawing/2014/main" id="{154F9695-D976-277B-1343-CA6C1F40BED3}"/>
                    </a:ext>
                  </a:extLst>
                </p14:cNvPr>
                <p14:cNvContentPartPr/>
                <p14:nvPr/>
              </p14:nvContentPartPr>
              <p14:xfrm>
                <a:off x="4795304" y="791083"/>
                <a:ext cx="164880" cy="141120"/>
              </p14:xfrm>
            </p:contentPart>
          </mc:Choice>
          <mc:Fallback xmlns="">
            <p:pic>
              <p:nvPicPr>
                <p:cNvPr id="28713" name="Ink 28712">
                  <a:extLst>
                    <a:ext uri="{FF2B5EF4-FFF2-40B4-BE49-F238E27FC236}">
                      <a16:creationId xmlns:a16="http://schemas.microsoft.com/office/drawing/2014/main" id="{154F9695-D976-277B-1343-CA6C1F40BED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777664" y="773083"/>
                  <a:ext cx="200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8714" name="Ink 28713">
                  <a:extLst>
                    <a:ext uri="{FF2B5EF4-FFF2-40B4-BE49-F238E27FC236}">
                      <a16:creationId xmlns:a16="http://schemas.microsoft.com/office/drawing/2014/main" id="{06251FA4-C4FA-D293-EE7E-F459D251AEFA}"/>
                    </a:ext>
                  </a:extLst>
                </p14:cNvPr>
                <p14:cNvContentPartPr/>
                <p14:nvPr/>
              </p14:nvContentPartPr>
              <p14:xfrm>
                <a:off x="5023544" y="840763"/>
                <a:ext cx="97200" cy="91440"/>
              </p14:xfrm>
            </p:contentPart>
          </mc:Choice>
          <mc:Fallback xmlns="">
            <p:pic>
              <p:nvPicPr>
                <p:cNvPr id="28714" name="Ink 28713">
                  <a:extLst>
                    <a:ext uri="{FF2B5EF4-FFF2-40B4-BE49-F238E27FC236}">
                      <a16:creationId xmlns:a16="http://schemas.microsoft.com/office/drawing/2014/main" id="{06251FA4-C4FA-D293-EE7E-F459D251AEF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005544" y="822763"/>
                  <a:ext cx="132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8715" name="Ink 28714">
                  <a:extLst>
                    <a:ext uri="{FF2B5EF4-FFF2-40B4-BE49-F238E27FC236}">
                      <a16:creationId xmlns:a16="http://schemas.microsoft.com/office/drawing/2014/main" id="{26F332C8-89D2-6619-7BAF-44733EC02DDE}"/>
                    </a:ext>
                  </a:extLst>
                </p14:cNvPr>
                <p14:cNvContentPartPr/>
                <p14:nvPr/>
              </p14:nvContentPartPr>
              <p14:xfrm>
                <a:off x="5185904" y="765523"/>
                <a:ext cx="39240" cy="173520"/>
              </p14:xfrm>
            </p:contentPart>
          </mc:Choice>
          <mc:Fallback xmlns="">
            <p:pic>
              <p:nvPicPr>
                <p:cNvPr id="28715" name="Ink 28714">
                  <a:extLst>
                    <a:ext uri="{FF2B5EF4-FFF2-40B4-BE49-F238E27FC236}">
                      <a16:creationId xmlns:a16="http://schemas.microsoft.com/office/drawing/2014/main" id="{26F332C8-89D2-6619-7BAF-44733EC02DD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167904" y="747883"/>
                  <a:ext cx="74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8716" name="Ink 28715">
                  <a:extLst>
                    <a:ext uri="{FF2B5EF4-FFF2-40B4-BE49-F238E27FC236}">
                      <a16:creationId xmlns:a16="http://schemas.microsoft.com/office/drawing/2014/main" id="{EDF3795F-BA8B-DD83-89C6-80D59C0CB8B3}"/>
                    </a:ext>
                  </a:extLst>
                </p14:cNvPr>
                <p14:cNvContentPartPr/>
                <p14:nvPr/>
              </p14:nvContentPartPr>
              <p14:xfrm>
                <a:off x="5159264" y="856243"/>
                <a:ext cx="50400" cy="30240"/>
              </p14:xfrm>
            </p:contentPart>
          </mc:Choice>
          <mc:Fallback xmlns="">
            <p:pic>
              <p:nvPicPr>
                <p:cNvPr id="28716" name="Ink 28715">
                  <a:extLst>
                    <a:ext uri="{FF2B5EF4-FFF2-40B4-BE49-F238E27FC236}">
                      <a16:creationId xmlns:a16="http://schemas.microsoft.com/office/drawing/2014/main" id="{EDF3795F-BA8B-DD83-89C6-80D59C0CB8B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141624" y="838603"/>
                  <a:ext cx="86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8717" name="Ink 28716">
                  <a:extLst>
                    <a:ext uri="{FF2B5EF4-FFF2-40B4-BE49-F238E27FC236}">
                      <a16:creationId xmlns:a16="http://schemas.microsoft.com/office/drawing/2014/main" id="{B521ACA4-A573-8151-E48A-C61A79ADB2EE}"/>
                    </a:ext>
                  </a:extLst>
                </p14:cNvPr>
                <p14:cNvContentPartPr/>
                <p14:nvPr/>
              </p14:nvContentPartPr>
              <p14:xfrm>
                <a:off x="5291744" y="817723"/>
                <a:ext cx="91080" cy="96120"/>
              </p14:xfrm>
            </p:contentPart>
          </mc:Choice>
          <mc:Fallback xmlns="">
            <p:pic>
              <p:nvPicPr>
                <p:cNvPr id="28717" name="Ink 28716">
                  <a:extLst>
                    <a:ext uri="{FF2B5EF4-FFF2-40B4-BE49-F238E27FC236}">
                      <a16:creationId xmlns:a16="http://schemas.microsoft.com/office/drawing/2014/main" id="{B521ACA4-A573-8151-E48A-C61A79ADB2E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273744" y="799723"/>
                  <a:ext cx="12672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24" name="Group 28723">
            <a:extLst>
              <a:ext uri="{FF2B5EF4-FFF2-40B4-BE49-F238E27FC236}">
                <a16:creationId xmlns:a16="http://schemas.microsoft.com/office/drawing/2014/main" id="{A1D922CF-9C3D-11F8-2545-AF8F43F1B354}"/>
              </a:ext>
            </a:extLst>
          </p:cNvPr>
          <p:cNvGrpSpPr/>
          <p:nvPr/>
        </p:nvGrpSpPr>
        <p:grpSpPr>
          <a:xfrm>
            <a:off x="3798104" y="701443"/>
            <a:ext cx="605520" cy="559080"/>
            <a:chOff x="3798104" y="701443"/>
            <a:chExt cx="60552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8719" name="Ink 28718">
                  <a:extLst>
                    <a:ext uri="{FF2B5EF4-FFF2-40B4-BE49-F238E27FC236}">
                      <a16:creationId xmlns:a16="http://schemas.microsoft.com/office/drawing/2014/main" id="{FE3A552A-AEC0-F819-8D2F-A233B7CC2372}"/>
                    </a:ext>
                  </a:extLst>
                </p14:cNvPr>
                <p14:cNvContentPartPr/>
                <p14:nvPr/>
              </p14:nvContentPartPr>
              <p14:xfrm>
                <a:off x="4017704" y="860923"/>
                <a:ext cx="385920" cy="399600"/>
              </p14:xfrm>
            </p:contentPart>
          </mc:Choice>
          <mc:Fallback xmlns="">
            <p:pic>
              <p:nvPicPr>
                <p:cNvPr id="28719" name="Ink 28718">
                  <a:extLst>
                    <a:ext uri="{FF2B5EF4-FFF2-40B4-BE49-F238E27FC236}">
                      <a16:creationId xmlns:a16="http://schemas.microsoft.com/office/drawing/2014/main" id="{FE3A552A-AEC0-F819-8D2F-A233B7CC237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000064" y="842923"/>
                  <a:ext cx="4215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8720" name="Ink 28719">
                  <a:extLst>
                    <a:ext uri="{FF2B5EF4-FFF2-40B4-BE49-F238E27FC236}">
                      <a16:creationId xmlns:a16="http://schemas.microsoft.com/office/drawing/2014/main" id="{6328C755-BB58-30FB-CEBC-0E365D32483F}"/>
                    </a:ext>
                  </a:extLst>
                </p14:cNvPr>
                <p14:cNvContentPartPr/>
                <p14:nvPr/>
              </p14:nvContentPartPr>
              <p14:xfrm>
                <a:off x="3990704" y="767683"/>
                <a:ext cx="89640" cy="155880"/>
              </p14:xfrm>
            </p:contentPart>
          </mc:Choice>
          <mc:Fallback xmlns="">
            <p:pic>
              <p:nvPicPr>
                <p:cNvPr id="28720" name="Ink 28719">
                  <a:extLst>
                    <a:ext uri="{FF2B5EF4-FFF2-40B4-BE49-F238E27FC236}">
                      <a16:creationId xmlns:a16="http://schemas.microsoft.com/office/drawing/2014/main" id="{6328C755-BB58-30FB-CEBC-0E365D32483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973064" y="750043"/>
                  <a:ext cx="125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8722" name="Ink 28721">
                  <a:extLst>
                    <a:ext uri="{FF2B5EF4-FFF2-40B4-BE49-F238E27FC236}">
                      <a16:creationId xmlns:a16="http://schemas.microsoft.com/office/drawing/2014/main" id="{1A0F987B-2258-97CD-5B1E-B9C1D94DF520}"/>
                    </a:ext>
                  </a:extLst>
                </p14:cNvPr>
                <p14:cNvContentPartPr/>
                <p14:nvPr/>
              </p14:nvContentPartPr>
              <p14:xfrm>
                <a:off x="3902144" y="795403"/>
                <a:ext cx="195120" cy="228600"/>
              </p14:xfrm>
            </p:contentPart>
          </mc:Choice>
          <mc:Fallback xmlns="">
            <p:pic>
              <p:nvPicPr>
                <p:cNvPr id="28722" name="Ink 28721">
                  <a:extLst>
                    <a:ext uri="{FF2B5EF4-FFF2-40B4-BE49-F238E27FC236}">
                      <a16:creationId xmlns:a16="http://schemas.microsoft.com/office/drawing/2014/main" id="{1A0F987B-2258-97CD-5B1E-B9C1D94DF52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884504" y="777763"/>
                  <a:ext cx="230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8723" name="Ink 28722">
                  <a:extLst>
                    <a:ext uri="{FF2B5EF4-FFF2-40B4-BE49-F238E27FC236}">
                      <a16:creationId xmlns:a16="http://schemas.microsoft.com/office/drawing/2014/main" id="{8CC0F419-AE3C-1835-26F5-FED48A77226A}"/>
                    </a:ext>
                  </a:extLst>
                </p14:cNvPr>
                <p14:cNvContentPartPr/>
                <p14:nvPr/>
              </p14:nvContentPartPr>
              <p14:xfrm>
                <a:off x="3798104" y="701443"/>
                <a:ext cx="438480" cy="465120"/>
              </p14:xfrm>
            </p:contentPart>
          </mc:Choice>
          <mc:Fallback xmlns="">
            <p:pic>
              <p:nvPicPr>
                <p:cNvPr id="28723" name="Ink 28722">
                  <a:extLst>
                    <a:ext uri="{FF2B5EF4-FFF2-40B4-BE49-F238E27FC236}">
                      <a16:creationId xmlns:a16="http://schemas.microsoft.com/office/drawing/2014/main" id="{8CC0F419-AE3C-1835-26F5-FED48A77226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780104" y="683803"/>
                  <a:ext cx="474120" cy="50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33" name="Group 28732">
            <a:extLst>
              <a:ext uri="{FF2B5EF4-FFF2-40B4-BE49-F238E27FC236}">
                <a16:creationId xmlns:a16="http://schemas.microsoft.com/office/drawing/2014/main" id="{4FE57167-4691-02B3-A9D9-BED26C2792D5}"/>
              </a:ext>
            </a:extLst>
          </p:cNvPr>
          <p:cNvGrpSpPr/>
          <p:nvPr/>
        </p:nvGrpSpPr>
        <p:grpSpPr>
          <a:xfrm>
            <a:off x="5799344" y="410203"/>
            <a:ext cx="1632240" cy="828360"/>
            <a:chOff x="5799344" y="410203"/>
            <a:chExt cx="1632240" cy="82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8725" name="Ink 28724">
                  <a:extLst>
                    <a:ext uri="{FF2B5EF4-FFF2-40B4-BE49-F238E27FC236}">
                      <a16:creationId xmlns:a16="http://schemas.microsoft.com/office/drawing/2014/main" id="{78079F98-00EC-1D41-A116-183134C6E5D6}"/>
                    </a:ext>
                  </a:extLst>
                </p14:cNvPr>
                <p14:cNvContentPartPr/>
                <p14:nvPr/>
              </p14:nvContentPartPr>
              <p14:xfrm>
                <a:off x="5818424" y="849403"/>
                <a:ext cx="79920" cy="389160"/>
              </p14:xfrm>
            </p:contentPart>
          </mc:Choice>
          <mc:Fallback xmlns="">
            <p:pic>
              <p:nvPicPr>
                <p:cNvPr id="28725" name="Ink 28724">
                  <a:extLst>
                    <a:ext uri="{FF2B5EF4-FFF2-40B4-BE49-F238E27FC236}">
                      <a16:creationId xmlns:a16="http://schemas.microsoft.com/office/drawing/2014/main" id="{78079F98-00EC-1D41-A116-183134C6E5D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00784" y="831403"/>
                  <a:ext cx="1155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8726" name="Ink 28725">
                  <a:extLst>
                    <a:ext uri="{FF2B5EF4-FFF2-40B4-BE49-F238E27FC236}">
                      <a16:creationId xmlns:a16="http://schemas.microsoft.com/office/drawing/2014/main" id="{F958B228-F2C1-5576-ADEA-4D511CDFC808}"/>
                    </a:ext>
                  </a:extLst>
                </p14:cNvPr>
                <p14:cNvContentPartPr/>
                <p14:nvPr/>
              </p14:nvContentPartPr>
              <p14:xfrm>
                <a:off x="5799344" y="610723"/>
                <a:ext cx="1164240" cy="189000"/>
              </p14:xfrm>
            </p:contentPart>
          </mc:Choice>
          <mc:Fallback xmlns="">
            <p:pic>
              <p:nvPicPr>
                <p:cNvPr id="28726" name="Ink 28725">
                  <a:extLst>
                    <a:ext uri="{FF2B5EF4-FFF2-40B4-BE49-F238E27FC236}">
                      <a16:creationId xmlns:a16="http://schemas.microsoft.com/office/drawing/2014/main" id="{F958B228-F2C1-5576-ADEA-4D511CDFC80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781344" y="592723"/>
                  <a:ext cx="1199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8727" name="Ink 28726">
                  <a:extLst>
                    <a:ext uri="{FF2B5EF4-FFF2-40B4-BE49-F238E27FC236}">
                      <a16:creationId xmlns:a16="http://schemas.microsoft.com/office/drawing/2014/main" id="{EF080DD9-ADB5-AB1D-3997-504B09FF049A}"/>
                    </a:ext>
                  </a:extLst>
                </p14:cNvPr>
                <p14:cNvContentPartPr/>
                <p14:nvPr/>
              </p14:nvContentPartPr>
              <p14:xfrm>
                <a:off x="6974744" y="538363"/>
                <a:ext cx="5400" cy="9720"/>
              </p14:xfrm>
            </p:contentPart>
          </mc:Choice>
          <mc:Fallback xmlns="">
            <p:pic>
              <p:nvPicPr>
                <p:cNvPr id="28727" name="Ink 28726">
                  <a:extLst>
                    <a:ext uri="{FF2B5EF4-FFF2-40B4-BE49-F238E27FC236}">
                      <a16:creationId xmlns:a16="http://schemas.microsoft.com/office/drawing/2014/main" id="{EF080DD9-ADB5-AB1D-3997-504B09FF049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56744" y="520363"/>
                  <a:ext cx="41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8729" name="Ink 28728">
                  <a:extLst>
                    <a:ext uri="{FF2B5EF4-FFF2-40B4-BE49-F238E27FC236}">
                      <a16:creationId xmlns:a16="http://schemas.microsoft.com/office/drawing/2014/main" id="{62C6F565-0241-6C88-711C-FA40FEFC9088}"/>
                    </a:ext>
                  </a:extLst>
                </p14:cNvPr>
                <p14:cNvContentPartPr/>
                <p14:nvPr/>
              </p14:nvContentPartPr>
              <p14:xfrm>
                <a:off x="7090304" y="598483"/>
                <a:ext cx="72720" cy="167040"/>
              </p14:xfrm>
            </p:contentPart>
          </mc:Choice>
          <mc:Fallback xmlns="">
            <p:pic>
              <p:nvPicPr>
                <p:cNvPr id="28729" name="Ink 28728">
                  <a:extLst>
                    <a:ext uri="{FF2B5EF4-FFF2-40B4-BE49-F238E27FC236}">
                      <a16:creationId xmlns:a16="http://schemas.microsoft.com/office/drawing/2014/main" id="{62C6F565-0241-6C88-711C-FA40FEFC908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072304" y="580483"/>
                  <a:ext cx="1083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8730" name="Ink 28729">
                  <a:extLst>
                    <a:ext uri="{FF2B5EF4-FFF2-40B4-BE49-F238E27FC236}">
                      <a16:creationId xmlns:a16="http://schemas.microsoft.com/office/drawing/2014/main" id="{5579B8AD-539E-D394-7E19-20F1B254AD37}"/>
                    </a:ext>
                  </a:extLst>
                </p14:cNvPr>
                <p14:cNvContentPartPr/>
                <p14:nvPr/>
              </p14:nvContentPartPr>
              <p14:xfrm>
                <a:off x="7112264" y="565363"/>
                <a:ext cx="152280" cy="198720"/>
              </p14:xfrm>
            </p:contentPart>
          </mc:Choice>
          <mc:Fallback xmlns="">
            <p:pic>
              <p:nvPicPr>
                <p:cNvPr id="28730" name="Ink 28729">
                  <a:extLst>
                    <a:ext uri="{FF2B5EF4-FFF2-40B4-BE49-F238E27FC236}">
                      <a16:creationId xmlns:a16="http://schemas.microsoft.com/office/drawing/2014/main" id="{5579B8AD-539E-D394-7E19-20F1B254AD3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094264" y="547363"/>
                  <a:ext cx="187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8732" name="Ink 28731">
                  <a:extLst>
                    <a:ext uri="{FF2B5EF4-FFF2-40B4-BE49-F238E27FC236}">
                      <a16:creationId xmlns:a16="http://schemas.microsoft.com/office/drawing/2014/main" id="{547DC332-7DE7-B455-C0AE-2E7CB8D63E12}"/>
                    </a:ext>
                  </a:extLst>
                </p14:cNvPr>
                <p14:cNvContentPartPr/>
                <p14:nvPr/>
              </p14:nvContentPartPr>
              <p14:xfrm>
                <a:off x="6916784" y="410203"/>
                <a:ext cx="514800" cy="464400"/>
              </p14:xfrm>
            </p:contentPart>
          </mc:Choice>
          <mc:Fallback xmlns="">
            <p:pic>
              <p:nvPicPr>
                <p:cNvPr id="28732" name="Ink 28731">
                  <a:extLst>
                    <a:ext uri="{FF2B5EF4-FFF2-40B4-BE49-F238E27FC236}">
                      <a16:creationId xmlns:a16="http://schemas.microsoft.com/office/drawing/2014/main" id="{547DC332-7DE7-B455-C0AE-2E7CB8D63E1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898784" y="392203"/>
                  <a:ext cx="550440" cy="50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38" name="Group 28737">
            <a:extLst>
              <a:ext uri="{FF2B5EF4-FFF2-40B4-BE49-F238E27FC236}">
                <a16:creationId xmlns:a16="http://schemas.microsoft.com/office/drawing/2014/main" id="{C0AF85EF-BB3F-A9D3-F977-3BAB56909A32}"/>
              </a:ext>
            </a:extLst>
          </p:cNvPr>
          <p:cNvGrpSpPr/>
          <p:nvPr/>
        </p:nvGrpSpPr>
        <p:grpSpPr>
          <a:xfrm>
            <a:off x="7826864" y="206443"/>
            <a:ext cx="663120" cy="378720"/>
            <a:chOff x="7826864" y="206443"/>
            <a:chExt cx="66312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8734" name="Ink 28733">
                  <a:extLst>
                    <a:ext uri="{FF2B5EF4-FFF2-40B4-BE49-F238E27FC236}">
                      <a16:creationId xmlns:a16="http://schemas.microsoft.com/office/drawing/2014/main" id="{C48B4EFE-BA74-AC26-0674-C96E3C59A8C0}"/>
                    </a:ext>
                  </a:extLst>
                </p14:cNvPr>
                <p14:cNvContentPartPr/>
                <p14:nvPr/>
              </p14:nvContentPartPr>
              <p14:xfrm>
                <a:off x="7826864" y="206443"/>
                <a:ext cx="214200" cy="257040"/>
              </p14:xfrm>
            </p:contentPart>
          </mc:Choice>
          <mc:Fallback xmlns="">
            <p:pic>
              <p:nvPicPr>
                <p:cNvPr id="28734" name="Ink 28733">
                  <a:extLst>
                    <a:ext uri="{FF2B5EF4-FFF2-40B4-BE49-F238E27FC236}">
                      <a16:creationId xmlns:a16="http://schemas.microsoft.com/office/drawing/2014/main" id="{C48B4EFE-BA74-AC26-0674-C96E3C59A8C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808864" y="188803"/>
                  <a:ext cx="249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8735" name="Ink 28734">
                  <a:extLst>
                    <a:ext uri="{FF2B5EF4-FFF2-40B4-BE49-F238E27FC236}">
                      <a16:creationId xmlns:a16="http://schemas.microsoft.com/office/drawing/2014/main" id="{5F9D4E3A-930E-4566-0E25-B7233D0CF5F7}"/>
                    </a:ext>
                  </a:extLst>
                </p14:cNvPr>
                <p14:cNvContentPartPr/>
                <p14:nvPr/>
              </p14:nvContentPartPr>
              <p14:xfrm>
                <a:off x="8125304" y="412003"/>
                <a:ext cx="95400" cy="173160"/>
              </p14:xfrm>
            </p:contentPart>
          </mc:Choice>
          <mc:Fallback xmlns="">
            <p:pic>
              <p:nvPicPr>
                <p:cNvPr id="28735" name="Ink 28734">
                  <a:extLst>
                    <a:ext uri="{FF2B5EF4-FFF2-40B4-BE49-F238E27FC236}">
                      <a16:creationId xmlns:a16="http://schemas.microsoft.com/office/drawing/2014/main" id="{5F9D4E3A-930E-4566-0E25-B7233D0CF5F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107664" y="394363"/>
                  <a:ext cx="131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8736" name="Ink 28735">
                  <a:extLst>
                    <a:ext uri="{FF2B5EF4-FFF2-40B4-BE49-F238E27FC236}">
                      <a16:creationId xmlns:a16="http://schemas.microsoft.com/office/drawing/2014/main" id="{0242BB05-0708-2A4A-9691-AA83B1CD0931}"/>
                    </a:ext>
                  </a:extLst>
                </p14:cNvPr>
                <p14:cNvContentPartPr/>
                <p14:nvPr/>
              </p14:nvContentPartPr>
              <p14:xfrm>
                <a:off x="8154464" y="412363"/>
                <a:ext cx="104400" cy="125280"/>
              </p14:xfrm>
            </p:contentPart>
          </mc:Choice>
          <mc:Fallback xmlns="">
            <p:pic>
              <p:nvPicPr>
                <p:cNvPr id="28736" name="Ink 28735">
                  <a:extLst>
                    <a:ext uri="{FF2B5EF4-FFF2-40B4-BE49-F238E27FC236}">
                      <a16:creationId xmlns:a16="http://schemas.microsoft.com/office/drawing/2014/main" id="{0242BB05-0708-2A4A-9691-AA83B1CD093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136464" y="394723"/>
                  <a:ext cx="140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8737" name="Ink 28736">
                  <a:extLst>
                    <a:ext uri="{FF2B5EF4-FFF2-40B4-BE49-F238E27FC236}">
                      <a16:creationId xmlns:a16="http://schemas.microsoft.com/office/drawing/2014/main" id="{C306EA25-3A21-2438-8113-6FAEC1465B94}"/>
                    </a:ext>
                  </a:extLst>
                </p14:cNvPr>
                <p14:cNvContentPartPr/>
                <p14:nvPr/>
              </p14:nvContentPartPr>
              <p14:xfrm>
                <a:off x="8383784" y="388243"/>
                <a:ext cx="106200" cy="182160"/>
              </p14:xfrm>
            </p:contentPart>
          </mc:Choice>
          <mc:Fallback xmlns="">
            <p:pic>
              <p:nvPicPr>
                <p:cNvPr id="28737" name="Ink 28736">
                  <a:extLst>
                    <a:ext uri="{FF2B5EF4-FFF2-40B4-BE49-F238E27FC236}">
                      <a16:creationId xmlns:a16="http://schemas.microsoft.com/office/drawing/2014/main" id="{C306EA25-3A21-2438-8113-6FAEC1465B9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366144" y="370603"/>
                  <a:ext cx="14184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49" name="Group 28748">
            <a:extLst>
              <a:ext uri="{FF2B5EF4-FFF2-40B4-BE49-F238E27FC236}">
                <a16:creationId xmlns:a16="http://schemas.microsoft.com/office/drawing/2014/main" id="{11A491C4-8B61-4239-C4B3-C7594AF47808}"/>
              </a:ext>
            </a:extLst>
          </p:cNvPr>
          <p:cNvGrpSpPr/>
          <p:nvPr/>
        </p:nvGrpSpPr>
        <p:grpSpPr>
          <a:xfrm>
            <a:off x="7410344" y="1022563"/>
            <a:ext cx="1070640" cy="511560"/>
            <a:chOff x="7410344" y="1022563"/>
            <a:chExt cx="1070640" cy="5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8739" name="Ink 28738">
                  <a:extLst>
                    <a:ext uri="{FF2B5EF4-FFF2-40B4-BE49-F238E27FC236}">
                      <a16:creationId xmlns:a16="http://schemas.microsoft.com/office/drawing/2014/main" id="{6EBDF32C-FCCC-863A-E883-438DD5214FF7}"/>
                    </a:ext>
                  </a:extLst>
                </p14:cNvPr>
                <p14:cNvContentPartPr/>
                <p14:nvPr/>
              </p14:nvContentPartPr>
              <p14:xfrm>
                <a:off x="7504664" y="1067563"/>
                <a:ext cx="59040" cy="328320"/>
              </p14:xfrm>
            </p:contentPart>
          </mc:Choice>
          <mc:Fallback xmlns="">
            <p:pic>
              <p:nvPicPr>
                <p:cNvPr id="28739" name="Ink 28738">
                  <a:extLst>
                    <a:ext uri="{FF2B5EF4-FFF2-40B4-BE49-F238E27FC236}">
                      <a16:creationId xmlns:a16="http://schemas.microsoft.com/office/drawing/2014/main" id="{6EBDF32C-FCCC-863A-E883-438DD5214FF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486664" y="1049563"/>
                  <a:ext cx="94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8740" name="Ink 28739">
                  <a:extLst>
                    <a:ext uri="{FF2B5EF4-FFF2-40B4-BE49-F238E27FC236}">
                      <a16:creationId xmlns:a16="http://schemas.microsoft.com/office/drawing/2014/main" id="{0DBED824-BD46-F749-60B0-AE98AB70FFC5}"/>
                    </a:ext>
                  </a:extLst>
                </p14:cNvPr>
                <p14:cNvContentPartPr/>
                <p14:nvPr/>
              </p14:nvContentPartPr>
              <p14:xfrm>
                <a:off x="7410344" y="1022563"/>
                <a:ext cx="1070640" cy="511560"/>
              </p14:xfrm>
            </p:contentPart>
          </mc:Choice>
          <mc:Fallback xmlns="">
            <p:pic>
              <p:nvPicPr>
                <p:cNvPr id="28740" name="Ink 28739">
                  <a:extLst>
                    <a:ext uri="{FF2B5EF4-FFF2-40B4-BE49-F238E27FC236}">
                      <a16:creationId xmlns:a16="http://schemas.microsoft.com/office/drawing/2014/main" id="{0DBED824-BD46-F749-60B0-AE98AB70FFC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392704" y="1004923"/>
                  <a:ext cx="1106280" cy="54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48" name="Group 28747">
            <a:extLst>
              <a:ext uri="{FF2B5EF4-FFF2-40B4-BE49-F238E27FC236}">
                <a16:creationId xmlns:a16="http://schemas.microsoft.com/office/drawing/2014/main" id="{DE4387E0-4A76-66AD-57DC-A99846735FE9}"/>
              </a:ext>
            </a:extLst>
          </p:cNvPr>
          <p:cNvGrpSpPr/>
          <p:nvPr/>
        </p:nvGrpSpPr>
        <p:grpSpPr>
          <a:xfrm>
            <a:off x="8951864" y="1186363"/>
            <a:ext cx="1288440" cy="422280"/>
            <a:chOff x="8951864" y="1186363"/>
            <a:chExt cx="128844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8741" name="Ink 28740">
                  <a:extLst>
                    <a:ext uri="{FF2B5EF4-FFF2-40B4-BE49-F238E27FC236}">
                      <a16:creationId xmlns:a16="http://schemas.microsoft.com/office/drawing/2014/main" id="{9B2FB28B-BD46-45AD-2C74-BEDEF8425F99}"/>
                    </a:ext>
                  </a:extLst>
                </p14:cNvPr>
                <p14:cNvContentPartPr/>
                <p14:nvPr/>
              </p14:nvContentPartPr>
              <p14:xfrm>
                <a:off x="8951864" y="1186363"/>
                <a:ext cx="236160" cy="318600"/>
              </p14:xfrm>
            </p:contentPart>
          </mc:Choice>
          <mc:Fallback xmlns="">
            <p:pic>
              <p:nvPicPr>
                <p:cNvPr id="28741" name="Ink 28740">
                  <a:extLst>
                    <a:ext uri="{FF2B5EF4-FFF2-40B4-BE49-F238E27FC236}">
                      <a16:creationId xmlns:a16="http://schemas.microsoft.com/office/drawing/2014/main" id="{9B2FB28B-BD46-45AD-2C74-BEDEF8425F9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933864" y="1168723"/>
                  <a:ext cx="2718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8742" name="Ink 28741">
                  <a:extLst>
                    <a:ext uri="{FF2B5EF4-FFF2-40B4-BE49-F238E27FC236}">
                      <a16:creationId xmlns:a16="http://schemas.microsoft.com/office/drawing/2014/main" id="{7ED4CCED-34DB-F0D6-7930-C195E1B8B8DB}"/>
                    </a:ext>
                  </a:extLst>
                </p14:cNvPr>
                <p14:cNvContentPartPr/>
                <p14:nvPr/>
              </p14:nvContentPartPr>
              <p14:xfrm>
                <a:off x="9297824" y="1409923"/>
                <a:ext cx="84600" cy="198720"/>
              </p14:xfrm>
            </p:contentPart>
          </mc:Choice>
          <mc:Fallback xmlns="">
            <p:pic>
              <p:nvPicPr>
                <p:cNvPr id="28742" name="Ink 28741">
                  <a:extLst>
                    <a:ext uri="{FF2B5EF4-FFF2-40B4-BE49-F238E27FC236}">
                      <a16:creationId xmlns:a16="http://schemas.microsoft.com/office/drawing/2014/main" id="{7ED4CCED-34DB-F0D6-7930-C195E1B8B8D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280184" y="1391923"/>
                  <a:ext cx="1202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8743" name="Ink 28742">
                  <a:extLst>
                    <a:ext uri="{FF2B5EF4-FFF2-40B4-BE49-F238E27FC236}">
                      <a16:creationId xmlns:a16="http://schemas.microsoft.com/office/drawing/2014/main" id="{9335A971-08E2-C8A2-F9F5-B302C3072299}"/>
                    </a:ext>
                  </a:extLst>
                </p14:cNvPr>
                <p14:cNvContentPartPr/>
                <p14:nvPr/>
              </p14:nvContentPartPr>
              <p14:xfrm>
                <a:off x="9310424" y="1417123"/>
                <a:ext cx="136080" cy="123840"/>
              </p14:xfrm>
            </p:contentPart>
          </mc:Choice>
          <mc:Fallback xmlns="">
            <p:pic>
              <p:nvPicPr>
                <p:cNvPr id="28743" name="Ink 28742">
                  <a:extLst>
                    <a:ext uri="{FF2B5EF4-FFF2-40B4-BE49-F238E27FC236}">
                      <a16:creationId xmlns:a16="http://schemas.microsoft.com/office/drawing/2014/main" id="{9335A971-08E2-C8A2-F9F5-B302C307229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292424" y="1399483"/>
                  <a:ext cx="171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8744" name="Ink 28743">
                  <a:extLst>
                    <a:ext uri="{FF2B5EF4-FFF2-40B4-BE49-F238E27FC236}">
                      <a16:creationId xmlns:a16="http://schemas.microsoft.com/office/drawing/2014/main" id="{BBF836F1-9786-9728-06CE-785350FF7CC1}"/>
                    </a:ext>
                  </a:extLst>
                </p14:cNvPr>
                <p14:cNvContentPartPr/>
                <p14:nvPr/>
              </p14:nvContentPartPr>
              <p14:xfrm>
                <a:off x="9564224" y="1382923"/>
                <a:ext cx="140040" cy="179640"/>
              </p14:xfrm>
            </p:contentPart>
          </mc:Choice>
          <mc:Fallback xmlns="">
            <p:pic>
              <p:nvPicPr>
                <p:cNvPr id="28744" name="Ink 28743">
                  <a:extLst>
                    <a:ext uri="{FF2B5EF4-FFF2-40B4-BE49-F238E27FC236}">
                      <a16:creationId xmlns:a16="http://schemas.microsoft.com/office/drawing/2014/main" id="{BBF836F1-9786-9728-06CE-785350FF7CC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546224" y="1364923"/>
                  <a:ext cx="175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8745" name="Ink 28744">
                  <a:extLst>
                    <a:ext uri="{FF2B5EF4-FFF2-40B4-BE49-F238E27FC236}">
                      <a16:creationId xmlns:a16="http://schemas.microsoft.com/office/drawing/2014/main" id="{06E4B4C1-6396-927C-8E1D-DCCFA8001EB5}"/>
                    </a:ext>
                  </a:extLst>
                </p14:cNvPr>
                <p14:cNvContentPartPr/>
                <p14:nvPr/>
              </p14:nvContentPartPr>
              <p14:xfrm>
                <a:off x="9808304" y="1391563"/>
                <a:ext cx="95400" cy="21240"/>
              </p14:xfrm>
            </p:contentPart>
          </mc:Choice>
          <mc:Fallback xmlns="">
            <p:pic>
              <p:nvPicPr>
                <p:cNvPr id="28745" name="Ink 28744">
                  <a:extLst>
                    <a:ext uri="{FF2B5EF4-FFF2-40B4-BE49-F238E27FC236}">
                      <a16:creationId xmlns:a16="http://schemas.microsoft.com/office/drawing/2014/main" id="{06E4B4C1-6396-927C-8E1D-DCCFA8001EB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90304" y="1373563"/>
                  <a:ext cx="131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8746" name="Ink 28745">
                  <a:extLst>
                    <a:ext uri="{FF2B5EF4-FFF2-40B4-BE49-F238E27FC236}">
                      <a16:creationId xmlns:a16="http://schemas.microsoft.com/office/drawing/2014/main" id="{A14E44D8-E06D-D08C-D08E-88EC9A9783F6}"/>
                    </a:ext>
                  </a:extLst>
                </p14:cNvPr>
                <p14:cNvContentPartPr/>
                <p14:nvPr/>
              </p14:nvContentPartPr>
              <p14:xfrm>
                <a:off x="9847184" y="1449163"/>
                <a:ext cx="90360" cy="36360"/>
              </p14:xfrm>
            </p:contentPart>
          </mc:Choice>
          <mc:Fallback xmlns="">
            <p:pic>
              <p:nvPicPr>
                <p:cNvPr id="28746" name="Ink 28745">
                  <a:extLst>
                    <a:ext uri="{FF2B5EF4-FFF2-40B4-BE49-F238E27FC236}">
                      <a16:creationId xmlns:a16="http://schemas.microsoft.com/office/drawing/2014/main" id="{A14E44D8-E06D-D08C-D08E-88EC9A9783F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829544" y="1431163"/>
                  <a:ext cx="12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8747" name="Ink 28746">
                  <a:extLst>
                    <a:ext uri="{FF2B5EF4-FFF2-40B4-BE49-F238E27FC236}">
                      <a16:creationId xmlns:a16="http://schemas.microsoft.com/office/drawing/2014/main" id="{1F4BBD12-234F-7EC0-039E-704E7541F3F7}"/>
                    </a:ext>
                  </a:extLst>
                </p14:cNvPr>
                <p14:cNvContentPartPr/>
                <p14:nvPr/>
              </p14:nvContentPartPr>
              <p14:xfrm>
                <a:off x="10087304" y="1262683"/>
                <a:ext cx="153000" cy="225720"/>
              </p14:xfrm>
            </p:contentPart>
          </mc:Choice>
          <mc:Fallback xmlns="">
            <p:pic>
              <p:nvPicPr>
                <p:cNvPr id="28747" name="Ink 28746">
                  <a:extLst>
                    <a:ext uri="{FF2B5EF4-FFF2-40B4-BE49-F238E27FC236}">
                      <a16:creationId xmlns:a16="http://schemas.microsoft.com/office/drawing/2014/main" id="{1F4BBD12-234F-7EC0-039E-704E7541F3F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069664" y="1245043"/>
                  <a:ext cx="18864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61" name="Group 28760">
            <a:extLst>
              <a:ext uri="{FF2B5EF4-FFF2-40B4-BE49-F238E27FC236}">
                <a16:creationId xmlns:a16="http://schemas.microsoft.com/office/drawing/2014/main" id="{A3D50B14-BD7D-7988-31AA-EA6D2BBE144B}"/>
              </a:ext>
            </a:extLst>
          </p:cNvPr>
          <p:cNvGrpSpPr/>
          <p:nvPr/>
        </p:nvGrpSpPr>
        <p:grpSpPr>
          <a:xfrm>
            <a:off x="9539384" y="2821123"/>
            <a:ext cx="749160" cy="447840"/>
            <a:chOff x="9539384" y="2821123"/>
            <a:chExt cx="74916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8750" name="Ink 28749">
                  <a:extLst>
                    <a:ext uri="{FF2B5EF4-FFF2-40B4-BE49-F238E27FC236}">
                      <a16:creationId xmlns:a16="http://schemas.microsoft.com/office/drawing/2014/main" id="{3E317711-A0F9-8284-750C-91411B9CB883}"/>
                    </a:ext>
                  </a:extLst>
                </p14:cNvPr>
                <p14:cNvContentPartPr/>
                <p14:nvPr/>
              </p14:nvContentPartPr>
              <p14:xfrm>
                <a:off x="9539384" y="2821123"/>
                <a:ext cx="229680" cy="283320"/>
              </p14:xfrm>
            </p:contentPart>
          </mc:Choice>
          <mc:Fallback xmlns="">
            <p:pic>
              <p:nvPicPr>
                <p:cNvPr id="28750" name="Ink 28749">
                  <a:extLst>
                    <a:ext uri="{FF2B5EF4-FFF2-40B4-BE49-F238E27FC236}">
                      <a16:creationId xmlns:a16="http://schemas.microsoft.com/office/drawing/2014/main" id="{3E317711-A0F9-8284-750C-91411B9CB88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521384" y="2803483"/>
                  <a:ext cx="265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8751" name="Ink 28750">
                  <a:extLst>
                    <a:ext uri="{FF2B5EF4-FFF2-40B4-BE49-F238E27FC236}">
                      <a16:creationId xmlns:a16="http://schemas.microsoft.com/office/drawing/2014/main" id="{3116D260-F9B5-FE13-B886-7C81DFFBBE23}"/>
                    </a:ext>
                  </a:extLst>
                </p14:cNvPr>
                <p14:cNvContentPartPr/>
                <p14:nvPr/>
              </p14:nvContentPartPr>
              <p14:xfrm>
                <a:off x="9886784" y="3005443"/>
                <a:ext cx="81720" cy="203400"/>
              </p14:xfrm>
            </p:contentPart>
          </mc:Choice>
          <mc:Fallback xmlns="">
            <p:pic>
              <p:nvPicPr>
                <p:cNvPr id="28751" name="Ink 28750">
                  <a:extLst>
                    <a:ext uri="{FF2B5EF4-FFF2-40B4-BE49-F238E27FC236}">
                      <a16:creationId xmlns:a16="http://schemas.microsoft.com/office/drawing/2014/main" id="{3116D260-F9B5-FE13-B886-7C81DFFBBE2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869144" y="2987803"/>
                  <a:ext cx="117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8752" name="Ink 28751">
                  <a:extLst>
                    <a:ext uri="{FF2B5EF4-FFF2-40B4-BE49-F238E27FC236}">
                      <a16:creationId xmlns:a16="http://schemas.microsoft.com/office/drawing/2014/main" id="{232E2156-C6E6-636A-E8A1-E55F3B149028}"/>
                    </a:ext>
                  </a:extLst>
                </p14:cNvPr>
                <p14:cNvContentPartPr/>
                <p14:nvPr/>
              </p14:nvContentPartPr>
              <p14:xfrm>
                <a:off x="9903344" y="3045043"/>
                <a:ext cx="70200" cy="223920"/>
              </p14:xfrm>
            </p:contentPart>
          </mc:Choice>
          <mc:Fallback xmlns="">
            <p:pic>
              <p:nvPicPr>
                <p:cNvPr id="28752" name="Ink 28751">
                  <a:extLst>
                    <a:ext uri="{FF2B5EF4-FFF2-40B4-BE49-F238E27FC236}">
                      <a16:creationId xmlns:a16="http://schemas.microsoft.com/office/drawing/2014/main" id="{232E2156-C6E6-636A-E8A1-E55F3B14902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885704" y="3027043"/>
                  <a:ext cx="105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8753" name="Ink 28752">
                  <a:extLst>
                    <a:ext uri="{FF2B5EF4-FFF2-40B4-BE49-F238E27FC236}">
                      <a16:creationId xmlns:a16="http://schemas.microsoft.com/office/drawing/2014/main" id="{E0D83B47-7365-14CE-8B81-B66ED2E75F6D}"/>
                    </a:ext>
                  </a:extLst>
                </p14:cNvPr>
                <p14:cNvContentPartPr/>
                <p14:nvPr/>
              </p14:nvContentPartPr>
              <p14:xfrm>
                <a:off x="9940424" y="3029203"/>
                <a:ext cx="152640" cy="193320"/>
              </p14:xfrm>
            </p:contentPart>
          </mc:Choice>
          <mc:Fallback xmlns="">
            <p:pic>
              <p:nvPicPr>
                <p:cNvPr id="28753" name="Ink 28752">
                  <a:extLst>
                    <a:ext uri="{FF2B5EF4-FFF2-40B4-BE49-F238E27FC236}">
                      <a16:creationId xmlns:a16="http://schemas.microsoft.com/office/drawing/2014/main" id="{E0D83B47-7365-14CE-8B81-B66ED2E75F6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922424" y="3011203"/>
                  <a:ext cx="188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8754" name="Ink 28753">
                  <a:extLst>
                    <a:ext uri="{FF2B5EF4-FFF2-40B4-BE49-F238E27FC236}">
                      <a16:creationId xmlns:a16="http://schemas.microsoft.com/office/drawing/2014/main" id="{C0B3808C-CCE9-23DC-A30C-5F34AEA2AD13}"/>
                    </a:ext>
                  </a:extLst>
                </p14:cNvPr>
                <p14:cNvContentPartPr/>
                <p14:nvPr/>
              </p14:nvContentPartPr>
              <p14:xfrm>
                <a:off x="10193144" y="3045403"/>
                <a:ext cx="95400" cy="208080"/>
              </p14:xfrm>
            </p:contentPart>
          </mc:Choice>
          <mc:Fallback xmlns="">
            <p:pic>
              <p:nvPicPr>
                <p:cNvPr id="28754" name="Ink 28753">
                  <a:extLst>
                    <a:ext uri="{FF2B5EF4-FFF2-40B4-BE49-F238E27FC236}">
                      <a16:creationId xmlns:a16="http://schemas.microsoft.com/office/drawing/2014/main" id="{C0B3808C-CCE9-23DC-A30C-5F34AEA2AD1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175144" y="3027403"/>
                  <a:ext cx="13104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60" name="Group 28759">
            <a:extLst>
              <a:ext uri="{FF2B5EF4-FFF2-40B4-BE49-F238E27FC236}">
                <a16:creationId xmlns:a16="http://schemas.microsoft.com/office/drawing/2014/main" id="{6560FD41-CA9E-9978-CD44-55E73457DB07}"/>
              </a:ext>
            </a:extLst>
          </p:cNvPr>
          <p:cNvGrpSpPr/>
          <p:nvPr/>
        </p:nvGrpSpPr>
        <p:grpSpPr>
          <a:xfrm>
            <a:off x="10727384" y="2874763"/>
            <a:ext cx="981720" cy="284040"/>
            <a:chOff x="10727384" y="2874763"/>
            <a:chExt cx="98172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8755" name="Ink 28754">
                  <a:extLst>
                    <a:ext uri="{FF2B5EF4-FFF2-40B4-BE49-F238E27FC236}">
                      <a16:creationId xmlns:a16="http://schemas.microsoft.com/office/drawing/2014/main" id="{61008437-D1FC-8524-5CCE-53C26FE01B0B}"/>
                    </a:ext>
                  </a:extLst>
                </p14:cNvPr>
                <p14:cNvContentPartPr/>
                <p14:nvPr/>
              </p14:nvContentPartPr>
              <p14:xfrm>
                <a:off x="10727384" y="2914363"/>
                <a:ext cx="117360" cy="190800"/>
              </p14:xfrm>
            </p:contentPart>
          </mc:Choice>
          <mc:Fallback xmlns="">
            <p:pic>
              <p:nvPicPr>
                <p:cNvPr id="28755" name="Ink 28754">
                  <a:extLst>
                    <a:ext uri="{FF2B5EF4-FFF2-40B4-BE49-F238E27FC236}">
                      <a16:creationId xmlns:a16="http://schemas.microsoft.com/office/drawing/2014/main" id="{61008437-D1FC-8524-5CCE-53C26FE01B0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709744" y="2896363"/>
                  <a:ext cx="153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8756" name="Ink 28755">
                  <a:extLst>
                    <a:ext uri="{FF2B5EF4-FFF2-40B4-BE49-F238E27FC236}">
                      <a16:creationId xmlns:a16="http://schemas.microsoft.com/office/drawing/2014/main" id="{48F026E5-128A-3B15-FCE9-6F244812C609}"/>
                    </a:ext>
                  </a:extLst>
                </p14:cNvPr>
                <p14:cNvContentPartPr/>
                <p14:nvPr/>
              </p14:nvContentPartPr>
              <p14:xfrm>
                <a:off x="10923944" y="2971603"/>
                <a:ext cx="275400" cy="117360"/>
              </p14:xfrm>
            </p:contentPart>
          </mc:Choice>
          <mc:Fallback xmlns="">
            <p:pic>
              <p:nvPicPr>
                <p:cNvPr id="28756" name="Ink 28755">
                  <a:extLst>
                    <a:ext uri="{FF2B5EF4-FFF2-40B4-BE49-F238E27FC236}">
                      <a16:creationId xmlns:a16="http://schemas.microsoft.com/office/drawing/2014/main" id="{48F026E5-128A-3B15-FCE9-6F244812C60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906304" y="2953963"/>
                  <a:ext cx="311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8757" name="Ink 28756">
                  <a:extLst>
                    <a:ext uri="{FF2B5EF4-FFF2-40B4-BE49-F238E27FC236}">
                      <a16:creationId xmlns:a16="http://schemas.microsoft.com/office/drawing/2014/main" id="{B285D346-83F9-3273-AC47-38F9F521391C}"/>
                    </a:ext>
                  </a:extLst>
                </p14:cNvPr>
                <p14:cNvContentPartPr/>
                <p14:nvPr/>
              </p14:nvContentPartPr>
              <p14:xfrm>
                <a:off x="11254424" y="3000763"/>
                <a:ext cx="129600" cy="140400"/>
              </p14:xfrm>
            </p:contentPart>
          </mc:Choice>
          <mc:Fallback xmlns="">
            <p:pic>
              <p:nvPicPr>
                <p:cNvPr id="28757" name="Ink 28756">
                  <a:extLst>
                    <a:ext uri="{FF2B5EF4-FFF2-40B4-BE49-F238E27FC236}">
                      <a16:creationId xmlns:a16="http://schemas.microsoft.com/office/drawing/2014/main" id="{B285D346-83F9-3273-AC47-38F9F521391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236784" y="2982763"/>
                  <a:ext cx="165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8758" name="Ink 28757">
                  <a:extLst>
                    <a:ext uri="{FF2B5EF4-FFF2-40B4-BE49-F238E27FC236}">
                      <a16:creationId xmlns:a16="http://schemas.microsoft.com/office/drawing/2014/main" id="{53FA77C5-9D74-9281-0AAA-B7ECE887D53C}"/>
                    </a:ext>
                  </a:extLst>
                </p14:cNvPr>
                <p14:cNvContentPartPr/>
                <p14:nvPr/>
              </p14:nvContentPartPr>
              <p14:xfrm>
                <a:off x="11486264" y="2905363"/>
                <a:ext cx="61200" cy="253440"/>
              </p14:xfrm>
            </p:contentPart>
          </mc:Choice>
          <mc:Fallback xmlns="">
            <p:pic>
              <p:nvPicPr>
                <p:cNvPr id="28758" name="Ink 28757">
                  <a:extLst>
                    <a:ext uri="{FF2B5EF4-FFF2-40B4-BE49-F238E27FC236}">
                      <a16:creationId xmlns:a16="http://schemas.microsoft.com/office/drawing/2014/main" id="{53FA77C5-9D74-9281-0AAA-B7ECE887D53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468264" y="2887363"/>
                  <a:ext cx="96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8759" name="Ink 28758">
                  <a:extLst>
                    <a:ext uri="{FF2B5EF4-FFF2-40B4-BE49-F238E27FC236}">
                      <a16:creationId xmlns:a16="http://schemas.microsoft.com/office/drawing/2014/main" id="{BC85BFF0-1DBD-FA11-2789-AC870BDDE549}"/>
                    </a:ext>
                  </a:extLst>
                </p14:cNvPr>
                <p14:cNvContentPartPr/>
                <p14:nvPr/>
              </p14:nvContentPartPr>
              <p14:xfrm>
                <a:off x="11648624" y="2874763"/>
                <a:ext cx="60480" cy="264960"/>
              </p14:xfrm>
            </p:contentPart>
          </mc:Choice>
          <mc:Fallback xmlns="">
            <p:pic>
              <p:nvPicPr>
                <p:cNvPr id="28759" name="Ink 28758">
                  <a:extLst>
                    <a:ext uri="{FF2B5EF4-FFF2-40B4-BE49-F238E27FC236}">
                      <a16:creationId xmlns:a16="http://schemas.microsoft.com/office/drawing/2014/main" id="{BC85BFF0-1DBD-FA11-2789-AC870BDDE54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630624" y="2856763"/>
                  <a:ext cx="9612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80" name="Group 28779">
            <a:extLst>
              <a:ext uri="{FF2B5EF4-FFF2-40B4-BE49-F238E27FC236}">
                <a16:creationId xmlns:a16="http://schemas.microsoft.com/office/drawing/2014/main" id="{80EAA4F4-00BB-5E15-1ACE-7A21DC2113A7}"/>
              </a:ext>
            </a:extLst>
          </p:cNvPr>
          <p:cNvGrpSpPr/>
          <p:nvPr/>
        </p:nvGrpSpPr>
        <p:grpSpPr>
          <a:xfrm>
            <a:off x="10232024" y="3948283"/>
            <a:ext cx="636840" cy="450360"/>
            <a:chOff x="10232024" y="3948283"/>
            <a:chExt cx="63684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8762" name="Ink 28761">
                  <a:extLst>
                    <a:ext uri="{FF2B5EF4-FFF2-40B4-BE49-F238E27FC236}">
                      <a16:creationId xmlns:a16="http://schemas.microsoft.com/office/drawing/2014/main" id="{1A576F04-1231-36CF-A826-581173DED851}"/>
                    </a:ext>
                  </a:extLst>
                </p14:cNvPr>
                <p14:cNvContentPartPr/>
                <p14:nvPr/>
              </p14:nvContentPartPr>
              <p14:xfrm>
                <a:off x="10232024" y="3948283"/>
                <a:ext cx="228960" cy="272520"/>
              </p14:xfrm>
            </p:contentPart>
          </mc:Choice>
          <mc:Fallback xmlns="">
            <p:pic>
              <p:nvPicPr>
                <p:cNvPr id="28762" name="Ink 28761">
                  <a:extLst>
                    <a:ext uri="{FF2B5EF4-FFF2-40B4-BE49-F238E27FC236}">
                      <a16:creationId xmlns:a16="http://schemas.microsoft.com/office/drawing/2014/main" id="{1A576F04-1231-36CF-A826-581173DED85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214384" y="3930283"/>
                  <a:ext cx="264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8763" name="Ink 28762">
                  <a:extLst>
                    <a:ext uri="{FF2B5EF4-FFF2-40B4-BE49-F238E27FC236}">
                      <a16:creationId xmlns:a16="http://schemas.microsoft.com/office/drawing/2014/main" id="{CA96C6CE-E909-DE5D-0BDC-977A11E101FF}"/>
                    </a:ext>
                  </a:extLst>
                </p14:cNvPr>
                <p14:cNvContentPartPr/>
                <p14:nvPr/>
              </p14:nvContentPartPr>
              <p14:xfrm>
                <a:off x="10530824" y="4212163"/>
                <a:ext cx="82440" cy="186480"/>
              </p14:xfrm>
            </p:contentPart>
          </mc:Choice>
          <mc:Fallback xmlns="">
            <p:pic>
              <p:nvPicPr>
                <p:cNvPr id="28763" name="Ink 28762">
                  <a:extLst>
                    <a:ext uri="{FF2B5EF4-FFF2-40B4-BE49-F238E27FC236}">
                      <a16:creationId xmlns:a16="http://schemas.microsoft.com/office/drawing/2014/main" id="{CA96C6CE-E909-DE5D-0BDC-977A11E101F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513184" y="4194523"/>
                  <a:ext cx="118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8764" name="Ink 28763">
                  <a:extLst>
                    <a:ext uri="{FF2B5EF4-FFF2-40B4-BE49-F238E27FC236}">
                      <a16:creationId xmlns:a16="http://schemas.microsoft.com/office/drawing/2014/main" id="{9618925E-E729-EACC-2429-AA9D3B1EE51E}"/>
                    </a:ext>
                  </a:extLst>
                </p14:cNvPr>
                <p14:cNvContentPartPr/>
                <p14:nvPr/>
              </p14:nvContentPartPr>
              <p14:xfrm>
                <a:off x="10536584" y="4202443"/>
                <a:ext cx="163440" cy="177480"/>
              </p14:xfrm>
            </p:contentPart>
          </mc:Choice>
          <mc:Fallback xmlns="">
            <p:pic>
              <p:nvPicPr>
                <p:cNvPr id="28764" name="Ink 28763">
                  <a:extLst>
                    <a:ext uri="{FF2B5EF4-FFF2-40B4-BE49-F238E27FC236}">
                      <a16:creationId xmlns:a16="http://schemas.microsoft.com/office/drawing/2014/main" id="{9618925E-E729-EACC-2429-AA9D3B1EE51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518944" y="4184443"/>
                  <a:ext cx="199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8765" name="Ink 28764">
                  <a:extLst>
                    <a:ext uri="{FF2B5EF4-FFF2-40B4-BE49-F238E27FC236}">
                      <a16:creationId xmlns:a16="http://schemas.microsoft.com/office/drawing/2014/main" id="{9505E357-C3C4-F225-331A-E87C5DC1BD77}"/>
                    </a:ext>
                  </a:extLst>
                </p14:cNvPr>
                <p14:cNvContentPartPr/>
                <p14:nvPr/>
              </p14:nvContentPartPr>
              <p14:xfrm>
                <a:off x="10758704" y="4173643"/>
                <a:ext cx="110160" cy="192240"/>
              </p14:xfrm>
            </p:contentPart>
          </mc:Choice>
          <mc:Fallback xmlns="">
            <p:pic>
              <p:nvPicPr>
                <p:cNvPr id="28765" name="Ink 28764">
                  <a:extLst>
                    <a:ext uri="{FF2B5EF4-FFF2-40B4-BE49-F238E27FC236}">
                      <a16:creationId xmlns:a16="http://schemas.microsoft.com/office/drawing/2014/main" id="{9505E357-C3C4-F225-331A-E87C5DC1BD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740704" y="4155643"/>
                  <a:ext cx="14580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79" name="Group 28778">
            <a:extLst>
              <a:ext uri="{FF2B5EF4-FFF2-40B4-BE49-F238E27FC236}">
                <a16:creationId xmlns:a16="http://schemas.microsoft.com/office/drawing/2014/main" id="{97DF1733-AD1B-86B3-5CAF-B943BF7DB638}"/>
              </a:ext>
            </a:extLst>
          </p:cNvPr>
          <p:cNvGrpSpPr/>
          <p:nvPr/>
        </p:nvGrpSpPr>
        <p:grpSpPr>
          <a:xfrm>
            <a:off x="11303024" y="3886003"/>
            <a:ext cx="818280" cy="754920"/>
            <a:chOff x="11303024" y="3886003"/>
            <a:chExt cx="818280" cy="75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8766" name="Ink 28765">
                  <a:extLst>
                    <a:ext uri="{FF2B5EF4-FFF2-40B4-BE49-F238E27FC236}">
                      <a16:creationId xmlns:a16="http://schemas.microsoft.com/office/drawing/2014/main" id="{6FF556E6-D8F5-EBC8-C96A-84ABED184162}"/>
                    </a:ext>
                  </a:extLst>
                </p14:cNvPr>
                <p14:cNvContentPartPr/>
                <p14:nvPr/>
              </p14:nvContentPartPr>
              <p14:xfrm>
                <a:off x="11316704" y="4113883"/>
                <a:ext cx="45360" cy="260640"/>
              </p14:xfrm>
            </p:contentPart>
          </mc:Choice>
          <mc:Fallback xmlns="">
            <p:pic>
              <p:nvPicPr>
                <p:cNvPr id="28766" name="Ink 28765">
                  <a:extLst>
                    <a:ext uri="{FF2B5EF4-FFF2-40B4-BE49-F238E27FC236}">
                      <a16:creationId xmlns:a16="http://schemas.microsoft.com/office/drawing/2014/main" id="{6FF556E6-D8F5-EBC8-C96A-84ABED18416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299064" y="4095883"/>
                  <a:ext cx="810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8767" name="Ink 28766">
                  <a:extLst>
                    <a:ext uri="{FF2B5EF4-FFF2-40B4-BE49-F238E27FC236}">
                      <a16:creationId xmlns:a16="http://schemas.microsoft.com/office/drawing/2014/main" id="{97BAB85A-55EA-B010-0AC4-385416470BE1}"/>
                    </a:ext>
                  </a:extLst>
                </p14:cNvPr>
                <p14:cNvContentPartPr/>
                <p14:nvPr/>
              </p14:nvContentPartPr>
              <p14:xfrm>
                <a:off x="11364944" y="4352563"/>
                <a:ext cx="360" cy="360"/>
              </p14:xfrm>
            </p:contentPart>
          </mc:Choice>
          <mc:Fallback xmlns="">
            <p:pic>
              <p:nvPicPr>
                <p:cNvPr id="28767" name="Ink 28766">
                  <a:extLst>
                    <a:ext uri="{FF2B5EF4-FFF2-40B4-BE49-F238E27FC236}">
                      <a16:creationId xmlns:a16="http://schemas.microsoft.com/office/drawing/2014/main" id="{97BAB85A-55EA-B010-0AC4-385416470BE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346944" y="43349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8768" name="Ink 28767">
                  <a:extLst>
                    <a:ext uri="{FF2B5EF4-FFF2-40B4-BE49-F238E27FC236}">
                      <a16:creationId xmlns:a16="http://schemas.microsoft.com/office/drawing/2014/main" id="{D4F3B759-D472-0933-AD59-6D65F812CC84}"/>
                    </a:ext>
                  </a:extLst>
                </p14:cNvPr>
                <p14:cNvContentPartPr/>
                <p14:nvPr/>
              </p14:nvContentPartPr>
              <p14:xfrm>
                <a:off x="11303024" y="4082923"/>
                <a:ext cx="161280" cy="94320"/>
              </p14:xfrm>
            </p:contentPart>
          </mc:Choice>
          <mc:Fallback xmlns="">
            <p:pic>
              <p:nvPicPr>
                <p:cNvPr id="28768" name="Ink 28767">
                  <a:extLst>
                    <a:ext uri="{FF2B5EF4-FFF2-40B4-BE49-F238E27FC236}">
                      <a16:creationId xmlns:a16="http://schemas.microsoft.com/office/drawing/2014/main" id="{D4F3B759-D472-0933-AD59-6D65F812CC8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285024" y="4064923"/>
                  <a:ext cx="196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8769" name="Ink 28768">
                  <a:extLst>
                    <a:ext uri="{FF2B5EF4-FFF2-40B4-BE49-F238E27FC236}">
                      <a16:creationId xmlns:a16="http://schemas.microsoft.com/office/drawing/2014/main" id="{27D323C0-5501-F1E3-AF15-EB2AD2FF41EA}"/>
                    </a:ext>
                  </a:extLst>
                </p14:cNvPr>
                <p14:cNvContentPartPr/>
                <p14:nvPr/>
              </p14:nvContentPartPr>
              <p14:xfrm>
                <a:off x="11504264" y="4090483"/>
                <a:ext cx="38160" cy="104760"/>
              </p14:xfrm>
            </p:contentPart>
          </mc:Choice>
          <mc:Fallback xmlns="">
            <p:pic>
              <p:nvPicPr>
                <p:cNvPr id="28769" name="Ink 28768">
                  <a:extLst>
                    <a:ext uri="{FF2B5EF4-FFF2-40B4-BE49-F238E27FC236}">
                      <a16:creationId xmlns:a16="http://schemas.microsoft.com/office/drawing/2014/main" id="{27D323C0-5501-F1E3-AF15-EB2AD2FF41E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486264" y="4072843"/>
                  <a:ext cx="73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8770" name="Ink 28769">
                  <a:extLst>
                    <a:ext uri="{FF2B5EF4-FFF2-40B4-BE49-F238E27FC236}">
                      <a16:creationId xmlns:a16="http://schemas.microsoft.com/office/drawing/2014/main" id="{E90913CB-98B3-53FD-BCE2-6FB7B03216E7}"/>
                    </a:ext>
                  </a:extLst>
                </p14:cNvPr>
                <p14:cNvContentPartPr/>
                <p14:nvPr/>
              </p14:nvContentPartPr>
              <p14:xfrm>
                <a:off x="11548544" y="3990043"/>
                <a:ext cx="4680" cy="16560"/>
              </p14:xfrm>
            </p:contentPart>
          </mc:Choice>
          <mc:Fallback xmlns="">
            <p:pic>
              <p:nvPicPr>
                <p:cNvPr id="28770" name="Ink 28769">
                  <a:extLst>
                    <a:ext uri="{FF2B5EF4-FFF2-40B4-BE49-F238E27FC236}">
                      <a16:creationId xmlns:a16="http://schemas.microsoft.com/office/drawing/2014/main" id="{E90913CB-98B3-53FD-BCE2-6FB7B03216E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530904" y="3972043"/>
                  <a:ext cx="40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8771" name="Ink 28770">
                  <a:extLst>
                    <a:ext uri="{FF2B5EF4-FFF2-40B4-BE49-F238E27FC236}">
                      <a16:creationId xmlns:a16="http://schemas.microsoft.com/office/drawing/2014/main" id="{8432B1E9-8021-723C-DB50-A39F56103B30}"/>
                    </a:ext>
                  </a:extLst>
                </p14:cNvPr>
                <p14:cNvContentPartPr/>
                <p14:nvPr/>
              </p14:nvContentPartPr>
              <p14:xfrm>
                <a:off x="11637464" y="4069963"/>
                <a:ext cx="99360" cy="97200"/>
              </p14:xfrm>
            </p:contentPart>
          </mc:Choice>
          <mc:Fallback xmlns="">
            <p:pic>
              <p:nvPicPr>
                <p:cNvPr id="28771" name="Ink 28770">
                  <a:extLst>
                    <a:ext uri="{FF2B5EF4-FFF2-40B4-BE49-F238E27FC236}">
                      <a16:creationId xmlns:a16="http://schemas.microsoft.com/office/drawing/2014/main" id="{8432B1E9-8021-723C-DB50-A39F56103B3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619464" y="4051963"/>
                  <a:ext cx="135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8772" name="Ink 28771">
                  <a:extLst>
                    <a:ext uri="{FF2B5EF4-FFF2-40B4-BE49-F238E27FC236}">
                      <a16:creationId xmlns:a16="http://schemas.microsoft.com/office/drawing/2014/main" id="{7E4C933B-D1B3-5055-93B2-4841379E23B5}"/>
                    </a:ext>
                  </a:extLst>
                </p14:cNvPr>
                <p14:cNvContentPartPr/>
                <p14:nvPr/>
              </p14:nvContentPartPr>
              <p14:xfrm>
                <a:off x="11836904" y="3886003"/>
                <a:ext cx="284400" cy="262080"/>
              </p14:xfrm>
            </p:contentPart>
          </mc:Choice>
          <mc:Fallback xmlns="">
            <p:pic>
              <p:nvPicPr>
                <p:cNvPr id="28772" name="Ink 28771">
                  <a:extLst>
                    <a:ext uri="{FF2B5EF4-FFF2-40B4-BE49-F238E27FC236}">
                      <a16:creationId xmlns:a16="http://schemas.microsoft.com/office/drawing/2014/main" id="{7E4C933B-D1B3-5055-93B2-4841379E23B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818904" y="3868363"/>
                  <a:ext cx="320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8773" name="Ink 28772">
                  <a:extLst>
                    <a:ext uri="{FF2B5EF4-FFF2-40B4-BE49-F238E27FC236}">
                      <a16:creationId xmlns:a16="http://schemas.microsoft.com/office/drawing/2014/main" id="{6020F76C-A845-4D8E-458E-9B701E867DE1}"/>
                    </a:ext>
                  </a:extLst>
                </p14:cNvPr>
                <p14:cNvContentPartPr/>
                <p14:nvPr/>
              </p14:nvContentPartPr>
              <p14:xfrm>
                <a:off x="11618024" y="4426003"/>
                <a:ext cx="122760" cy="161640"/>
              </p14:xfrm>
            </p:contentPart>
          </mc:Choice>
          <mc:Fallback xmlns="">
            <p:pic>
              <p:nvPicPr>
                <p:cNvPr id="28773" name="Ink 28772">
                  <a:extLst>
                    <a:ext uri="{FF2B5EF4-FFF2-40B4-BE49-F238E27FC236}">
                      <a16:creationId xmlns:a16="http://schemas.microsoft.com/office/drawing/2014/main" id="{6020F76C-A845-4D8E-458E-9B701E867DE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600024" y="4408363"/>
                  <a:ext cx="158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8774" name="Ink 28773">
                  <a:extLst>
                    <a:ext uri="{FF2B5EF4-FFF2-40B4-BE49-F238E27FC236}">
                      <a16:creationId xmlns:a16="http://schemas.microsoft.com/office/drawing/2014/main" id="{E97B47F8-4797-750B-5A7A-267D398BCC17}"/>
                    </a:ext>
                  </a:extLst>
                </p14:cNvPr>
                <p14:cNvContentPartPr/>
                <p14:nvPr/>
              </p14:nvContentPartPr>
              <p14:xfrm>
                <a:off x="11869664" y="4353643"/>
                <a:ext cx="23400" cy="287280"/>
              </p14:xfrm>
            </p:contentPart>
          </mc:Choice>
          <mc:Fallback xmlns="">
            <p:pic>
              <p:nvPicPr>
                <p:cNvPr id="28774" name="Ink 28773">
                  <a:extLst>
                    <a:ext uri="{FF2B5EF4-FFF2-40B4-BE49-F238E27FC236}">
                      <a16:creationId xmlns:a16="http://schemas.microsoft.com/office/drawing/2014/main" id="{E97B47F8-4797-750B-5A7A-267D398BCC1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852024" y="4335643"/>
                  <a:ext cx="590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8775" name="Ink 28774">
                  <a:extLst>
                    <a:ext uri="{FF2B5EF4-FFF2-40B4-BE49-F238E27FC236}">
                      <a16:creationId xmlns:a16="http://schemas.microsoft.com/office/drawing/2014/main" id="{91E18DC1-F732-40DE-6ED5-E5276C0AFC46}"/>
                    </a:ext>
                  </a:extLst>
                </p14:cNvPr>
                <p14:cNvContentPartPr/>
                <p14:nvPr/>
              </p14:nvContentPartPr>
              <p14:xfrm>
                <a:off x="11786144" y="4474963"/>
                <a:ext cx="129960" cy="56160"/>
              </p14:xfrm>
            </p:contentPart>
          </mc:Choice>
          <mc:Fallback xmlns="">
            <p:pic>
              <p:nvPicPr>
                <p:cNvPr id="28775" name="Ink 28774">
                  <a:extLst>
                    <a:ext uri="{FF2B5EF4-FFF2-40B4-BE49-F238E27FC236}">
                      <a16:creationId xmlns:a16="http://schemas.microsoft.com/office/drawing/2014/main" id="{91E18DC1-F732-40DE-6ED5-E5276C0AFC4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768144" y="4456963"/>
                  <a:ext cx="165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8776" name="Ink 28775">
                  <a:extLst>
                    <a:ext uri="{FF2B5EF4-FFF2-40B4-BE49-F238E27FC236}">
                      <a16:creationId xmlns:a16="http://schemas.microsoft.com/office/drawing/2014/main" id="{23353C50-4CCA-6D59-6404-51328878BFE3}"/>
                    </a:ext>
                  </a:extLst>
                </p14:cNvPr>
                <p14:cNvContentPartPr/>
                <p14:nvPr/>
              </p14:nvContentPartPr>
              <p14:xfrm>
                <a:off x="11980544" y="4395043"/>
                <a:ext cx="28440" cy="237600"/>
              </p14:xfrm>
            </p:contentPart>
          </mc:Choice>
          <mc:Fallback xmlns="">
            <p:pic>
              <p:nvPicPr>
                <p:cNvPr id="28776" name="Ink 28775">
                  <a:extLst>
                    <a:ext uri="{FF2B5EF4-FFF2-40B4-BE49-F238E27FC236}">
                      <a16:creationId xmlns:a16="http://schemas.microsoft.com/office/drawing/2014/main" id="{23353C50-4CCA-6D59-6404-51328878BFE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962904" y="4377403"/>
                  <a:ext cx="640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8777" name="Ink 28776">
                  <a:extLst>
                    <a:ext uri="{FF2B5EF4-FFF2-40B4-BE49-F238E27FC236}">
                      <a16:creationId xmlns:a16="http://schemas.microsoft.com/office/drawing/2014/main" id="{79B5A8E2-5E8C-CC7E-00B8-FD3D4C42C00E}"/>
                    </a:ext>
                  </a:extLst>
                </p14:cNvPr>
                <p14:cNvContentPartPr/>
                <p14:nvPr/>
              </p14:nvContentPartPr>
              <p14:xfrm>
                <a:off x="11971544" y="4506283"/>
                <a:ext cx="37440" cy="54360"/>
              </p14:xfrm>
            </p:contentPart>
          </mc:Choice>
          <mc:Fallback xmlns="">
            <p:pic>
              <p:nvPicPr>
                <p:cNvPr id="28777" name="Ink 28776">
                  <a:extLst>
                    <a:ext uri="{FF2B5EF4-FFF2-40B4-BE49-F238E27FC236}">
                      <a16:creationId xmlns:a16="http://schemas.microsoft.com/office/drawing/2014/main" id="{79B5A8E2-5E8C-CC7E-00B8-FD3D4C42C00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953904" y="4488283"/>
                  <a:ext cx="730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86" name="Group 28785">
            <a:extLst>
              <a:ext uri="{FF2B5EF4-FFF2-40B4-BE49-F238E27FC236}">
                <a16:creationId xmlns:a16="http://schemas.microsoft.com/office/drawing/2014/main" id="{0E152445-6246-75A6-DD23-B4EAFC7460F6}"/>
              </a:ext>
            </a:extLst>
          </p:cNvPr>
          <p:cNvGrpSpPr/>
          <p:nvPr/>
        </p:nvGrpSpPr>
        <p:grpSpPr>
          <a:xfrm>
            <a:off x="9954464" y="5421763"/>
            <a:ext cx="623160" cy="383760"/>
            <a:chOff x="9954464" y="5421763"/>
            <a:chExt cx="62316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8781" name="Ink 28780">
                  <a:extLst>
                    <a:ext uri="{FF2B5EF4-FFF2-40B4-BE49-F238E27FC236}">
                      <a16:creationId xmlns:a16="http://schemas.microsoft.com/office/drawing/2014/main" id="{68AE52BD-5D10-93A1-076E-5ECB5226B58B}"/>
                    </a:ext>
                  </a:extLst>
                </p14:cNvPr>
                <p14:cNvContentPartPr/>
                <p14:nvPr/>
              </p14:nvContentPartPr>
              <p14:xfrm>
                <a:off x="9954464" y="5421763"/>
                <a:ext cx="221400" cy="233640"/>
              </p14:xfrm>
            </p:contentPart>
          </mc:Choice>
          <mc:Fallback xmlns="">
            <p:pic>
              <p:nvPicPr>
                <p:cNvPr id="28781" name="Ink 28780">
                  <a:extLst>
                    <a:ext uri="{FF2B5EF4-FFF2-40B4-BE49-F238E27FC236}">
                      <a16:creationId xmlns:a16="http://schemas.microsoft.com/office/drawing/2014/main" id="{68AE52BD-5D10-93A1-076E-5ECB5226B58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936464" y="5403763"/>
                  <a:ext cx="2570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8782" name="Ink 28781">
                  <a:extLst>
                    <a:ext uri="{FF2B5EF4-FFF2-40B4-BE49-F238E27FC236}">
                      <a16:creationId xmlns:a16="http://schemas.microsoft.com/office/drawing/2014/main" id="{7ABF087D-1B5D-2697-C56C-F2E0776CCDEB}"/>
                    </a:ext>
                  </a:extLst>
                </p14:cNvPr>
                <p14:cNvContentPartPr/>
                <p14:nvPr/>
              </p14:nvContentPartPr>
              <p14:xfrm>
                <a:off x="10259024" y="5679523"/>
                <a:ext cx="6840" cy="8640"/>
              </p14:xfrm>
            </p:contentPart>
          </mc:Choice>
          <mc:Fallback xmlns="">
            <p:pic>
              <p:nvPicPr>
                <p:cNvPr id="28782" name="Ink 28781">
                  <a:extLst>
                    <a:ext uri="{FF2B5EF4-FFF2-40B4-BE49-F238E27FC236}">
                      <a16:creationId xmlns:a16="http://schemas.microsoft.com/office/drawing/2014/main" id="{7ABF087D-1B5D-2697-C56C-F2E0776CCDE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241024" y="5661523"/>
                  <a:ext cx="42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8783" name="Ink 28782">
                  <a:extLst>
                    <a:ext uri="{FF2B5EF4-FFF2-40B4-BE49-F238E27FC236}">
                      <a16:creationId xmlns:a16="http://schemas.microsoft.com/office/drawing/2014/main" id="{2788D282-688F-1246-3739-FC196514EF28}"/>
                    </a:ext>
                  </a:extLst>
                </p14:cNvPr>
                <p14:cNvContentPartPr/>
                <p14:nvPr/>
              </p14:nvContentPartPr>
              <p14:xfrm>
                <a:off x="10251464" y="5599603"/>
                <a:ext cx="26640" cy="205920"/>
              </p14:xfrm>
            </p:contentPart>
          </mc:Choice>
          <mc:Fallback xmlns="">
            <p:pic>
              <p:nvPicPr>
                <p:cNvPr id="28783" name="Ink 28782">
                  <a:extLst>
                    <a:ext uri="{FF2B5EF4-FFF2-40B4-BE49-F238E27FC236}">
                      <a16:creationId xmlns:a16="http://schemas.microsoft.com/office/drawing/2014/main" id="{2788D282-688F-1246-3739-FC196514EF2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233824" y="5581963"/>
                  <a:ext cx="62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8784" name="Ink 28783">
                  <a:extLst>
                    <a:ext uri="{FF2B5EF4-FFF2-40B4-BE49-F238E27FC236}">
                      <a16:creationId xmlns:a16="http://schemas.microsoft.com/office/drawing/2014/main" id="{E0E3BAD6-3A22-45F8-44EB-BCBF9A3B367E}"/>
                    </a:ext>
                  </a:extLst>
                </p14:cNvPr>
                <p14:cNvContentPartPr/>
                <p14:nvPr/>
              </p14:nvContentPartPr>
              <p14:xfrm>
                <a:off x="10224464" y="5620123"/>
                <a:ext cx="149760" cy="116640"/>
              </p14:xfrm>
            </p:contentPart>
          </mc:Choice>
          <mc:Fallback xmlns="">
            <p:pic>
              <p:nvPicPr>
                <p:cNvPr id="28784" name="Ink 28783">
                  <a:extLst>
                    <a:ext uri="{FF2B5EF4-FFF2-40B4-BE49-F238E27FC236}">
                      <a16:creationId xmlns:a16="http://schemas.microsoft.com/office/drawing/2014/main" id="{E0E3BAD6-3A22-45F8-44EB-BCBF9A3B367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206824" y="5602123"/>
                  <a:ext cx="185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8785" name="Ink 28784">
                  <a:extLst>
                    <a:ext uri="{FF2B5EF4-FFF2-40B4-BE49-F238E27FC236}">
                      <a16:creationId xmlns:a16="http://schemas.microsoft.com/office/drawing/2014/main" id="{C3DCE5E2-614B-28B0-515A-D9D86EA45FF2}"/>
                    </a:ext>
                  </a:extLst>
                </p14:cNvPr>
                <p14:cNvContentPartPr/>
                <p14:nvPr/>
              </p14:nvContentPartPr>
              <p14:xfrm>
                <a:off x="10493384" y="5585203"/>
                <a:ext cx="84240" cy="169560"/>
              </p14:xfrm>
            </p:contentPart>
          </mc:Choice>
          <mc:Fallback xmlns="">
            <p:pic>
              <p:nvPicPr>
                <p:cNvPr id="28785" name="Ink 28784">
                  <a:extLst>
                    <a:ext uri="{FF2B5EF4-FFF2-40B4-BE49-F238E27FC236}">
                      <a16:creationId xmlns:a16="http://schemas.microsoft.com/office/drawing/2014/main" id="{C3DCE5E2-614B-28B0-515A-D9D86EA45FF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475384" y="5567203"/>
                  <a:ext cx="1198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05" name="Group 28804">
            <a:extLst>
              <a:ext uri="{FF2B5EF4-FFF2-40B4-BE49-F238E27FC236}">
                <a16:creationId xmlns:a16="http://schemas.microsoft.com/office/drawing/2014/main" id="{377FFB88-C1C5-3006-9634-0A967BA07CB9}"/>
              </a:ext>
            </a:extLst>
          </p:cNvPr>
          <p:cNvGrpSpPr/>
          <p:nvPr/>
        </p:nvGrpSpPr>
        <p:grpSpPr>
          <a:xfrm>
            <a:off x="11372864" y="6012883"/>
            <a:ext cx="651600" cy="257400"/>
            <a:chOff x="11372864" y="6012883"/>
            <a:chExt cx="65160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8800" name="Ink 28799">
                  <a:extLst>
                    <a:ext uri="{FF2B5EF4-FFF2-40B4-BE49-F238E27FC236}">
                      <a16:creationId xmlns:a16="http://schemas.microsoft.com/office/drawing/2014/main" id="{6BD7935F-9C2C-9F91-967F-7665AB597339}"/>
                    </a:ext>
                  </a:extLst>
                </p14:cNvPr>
                <p14:cNvContentPartPr/>
                <p14:nvPr/>
              </p14:nvContentPartPr>
              <p14:xfrm>
                <a:off x="11372864" y="6072283"/>
                <a:ext cx="172800" cy="187200"/>
              </p14:xfrm>
            </p:contentPart>
          </mc:Choice>
          <mc:Fallback xmlns="">
            <p:pic>
              <p:nvPicPr>
                <p:cNvPr id="28800" name="Ink 28799">
                  <a:extLst>
                    <a:ext uri="{FF2B5EF4-FFF2-40B4-BE49-F238E27FC236}">
                      <a16:creationId xmlns:a16="http://schemas.microsoft.com/office/drawing/2014/main" id="{6BD7935F-9C2C-9F91-967F-7665AB59733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355224" y="6054643"/>
                  <a:ext cx="208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801" name="Ink 28800">
                  <a:extLst>
                    <a:ext uri="{FF2B5EF4-FFF2-40B4-BE49-F238E27FC236}">
                      <a16:creationId xmlns:a16="http://schemas.microsoft.com/office/drawing/2014/main" id="{0DB02C38-5C74-1F09-8EAA-902C6C62001F}"/>
                    </a:ext>
                  </a:extLst>
                </p14:cNvPr>
                <p14:cNvContentPartPr/>
                <p14:nvPr/>
              </p14:nvContentPartPr>
              <p14:xfrm>
                <a:off x="11630984" y="6146443"/>
                <a:ext cx="59760" cy="123840"/>
              </p14:xfrm>
            </p:contentPart>
          </mc:Choice>
          <mc:Fallback xmlns="">
            <p:pic>
              <p:nvPicPr>
                <p:cNvPr id="28801" name="Ink 28800">
                  <a:extLst>
                    <a:ext uri="{FF2B5EF4-FFF2-40B4-BE49-F238E27FC236}">
                      <a16:creationId xmlns:a16="http://schemas.microsoft.com/office/drawing/2014/main" id="{0DB02C38-5C74-1F09-8EAA-902C6C62001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613344" y="6128443"/>
                  <a:ext cx="95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8802" name="Ink 28801">
                  <a:extLst>
                    <a:ext uri="{FF2B5EF4-FFF2-40B4-BE49-F238E27FC236}">
                      <a16:creationId xmlns:a16="http://schemas.microsoft.com/office/drawing/2014/main" id="{6EC76C4B-06D8-090E-48F7-69DF35AA792D}"/>
                    </a:ext>
                  </a:extLst>
                </p14:cNvPr>
                <p14:cNvContentPartPr/>
                <p14:nvPr/>
              </p14:nvContentPartPr>
              <p14:xfrm>
                <a:off x="11819264" y="6047803"/>
                <a:ext cx="37440" cy="166680"/>
              </p14:xfrm>
            </p:contentPart>
          </mc:Choice>
          <mc:Fallback xmlns="">
            <p:pic>
              <p:nvPicPr>
                <p:cNvPr id="28802" name="Ink 28801">
                  <a:extLst>
                    <a:ext uri="{FF2B5EF4-FFF2-40B4-BE49-F238E27FC236}">
                      <a16:creationId xmlns:a16="http://schemas.microsoft.com/office/drawing/2014/main" id="{6EC76C4B-06D8-090E-48F7-69DF35AA792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801624" y="6030163"/>
                  <a:ext cx="73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8803" name="Ink 28802">
                  <a:extLst>
                    <a:ext uri="{FF2B5EF4-FFF2-40B4-BE49-F238E27FC236}">
                      <a16:creationId xmlns:a16="http://schemas.microsoft.com/office/drawing/2014/main" id="{22B3A77A-E958-55FE-0A7A-7DD331B807F8}"/>
                    </a:ext>
                  </a:extLst>
                </p14:cNvPr>
                <p14:cNvContentPartPr/>
                <p14:nvPr/>
              </p14:nvContentPartPr>
              <p14:xfrm>
                <a:off x="11957144" y="6012883"/>
                <a:ext cx="51480" cy="214200"/>
              </p14:xfrm>
            </p:contentPart>
          </mc:Choice>
          <mc:Fallback xmlns="">
            <p:pic>
              <p:nvPicPr>
                <p:cNvPr id="28803" name="Ink 28802">
                  <a:extLst>
                    <a:ext uri="{FF2B5EF4-FFF2-40B4-BE49-F238E27FC236}">
                      <a16:creationId xmlns:a16="http://schemas.microsoft.com/office/drawing/2014/main" id="{22B3A77A-E958-55FE-0A7A-7DD331B807F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939144" y="5995243"/>
                  <a:ext cx="87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8804" name="Ink 28803">
                  <a:extLst>
                    <a:ext uri="{FF2B5EF4-FFF2-40B4-BE49-F238E27FC236}">
                      <a16:creationId xmlns:a16="http://schemas.microsoft.com/office/drawing/2014/main" id="{2D2EC6DC-E70B-0176-203D-2BBCE5F873B4}"/>
                    </a:ext>
                  </a:extLst>
                </p14:cNvPr>
                <p14:cNvContentPartPr/>
                <p14:nvPr/>
              </p14:nvContentPartPr>
              <p14:xfrm>
                <a:off x="11905664" y="6081283"/>
                <a:ext cx="118800" cy="31680"/>
              </p14:xfrm>
            </p:contentPart>
          </mc:Choice>
          <mc:Fallback xmlns="">
            <p:pic>
              <p:nvPicPr>
                <p:cNvPr id="28804" name="Ink 28803">
                  <a:extLst>
                    <a:ext uri="{FF2B5EF4-FFF2-40B4-BE49-F238E27FC236}">
                      <a16:creationId xmlns:a16="http://schemas.microsoft.com/office/drawing/2014/main" id="{2D2EC6DC-E70B-0176-203D-2BBCE5F873B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888024" y="6063643"/>
                  <a:ext cx="15444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16" name="Group 28815">
            <a:extLst>
              <a:ext uri="{FF2B5EF4-FFF2-40B4-BE49-F238E27FC236}">
                <a16:creationId xmlns:a16="http://schemas.microsoft.com/office/drawing/2014/main" id="{38DC3B6C-ED7C-9BE7-06BA-3B67167A027C}"/>
              </a:ext>
            </a:extLst>
          </p:cNvPr>
          <p:cNvGrpSpPr/>
          <p:nvPr/>
        </p:nvGrpSpPr>
        <p:grpSpPr>
          <a:xfrm>
            <a:off x="10840784" y="4918483"/>
            <a:ext cx="1325160" cy="991080"/>
            <a:chOff x="10840784" y="4918483"/>
            <a:chExt cx="1325160" cy="9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8787" name="Ink 28786">
                  <a:extLst>
                    <a:ext uri="{FF2B5EF4-FFF2-40B4-BE49-F238E27FC236}">
                      <a16:creationId xmlns:a16="http://schemas.microsoft.com/office/drawing/2014/main" id="{6B51416A-126B-8569-05C3-FC0D05A676C0}"/>
                    </a:ext>
                  </a:extLst>
                </p14:cNvPr>
                <p14:cNvContentPartPr/>
                <p14:nvPr/>
              </p14:nvContentPartPr>
              <p14:xfrm>
                <a:off x="10840784" y="5355523"/>
                <a:ext cx="293760" cy="371160"/>
              </p14:xfrm>
            </p:contentPart>
          </mc:Choice>
          <mc:Fallback xmlns="">
            <p:pic>
              <p:nvPicPr>
                <p:cNvPr id="28787" name="Ink 28786">
                  <a:extLst>
                    <a:ext uri="{FF2B5EF4-FFF2-40B4-BE49-F238E27FC236}">
                      <a16:creationId xmlns:a16="http://schemas.microsoft.com/office/drawing/2014/main" id="{6B51416A-126B-8569-05C3-FC0D05A676C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822784" y="5337523"/>
                  <a:ext cx="3294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8788" name="Ink 28787">
                  <a:extLst>
                    <a:ext uri="{FF2B5EF4-FFF2-40B4-BE49-F238E27FC236}">
                      <a16:creationId xmlns:a16="http://schemas.microsoft.com/office/drawing/2014/main" id="{27E2245A-93F3-6DFD-5800-70D41381E82C}"/>
                    </a:ext>
                  </a:extLst>
                </p14:cNvPr>
                <p14:cNvContentPartPr/>
                <p14:nvPr/>
              </p14:nvContentPartPr>
              <p14:xfrm>
                <a:off x="11428664" y="5441563"/>
                <a:ext cx="12600" cy="165960"/>
              </p14:xfrm>
            </p:contentPart>
          </mc:Choice>
          <mc:Fallback xmlns="">
            <p:pic>
              <p:nvPicPr>
                <p:cNvPr id="28788" name="Ink 28787">
                  <a:extLst>
                    <a:ext uri="{FF2B5EF4-FFF2-40B4-BE49-F238E27FC236}">
                      <a16:creationId xmlns:a16="http://schemas.microsoft.com/office/drawing/2014/main" id="{27E2245A-93F3-6DFD-5800-70D41381E82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411024" y="5423563"/>
                  <a:ext cx="48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8789" name="Ink 28788">
                  <a:extLst>
                    <a:ext uri="{FF2B5EF4-FFF2-40B4-BE49-F238E27FC236}">
                      <a16:creationId xmlns:a16="http://schemas.microsoft.com/office/drawing/2014/main" id="{DDC82242-9962-1E51-58EE-4F7DF2AADD6B}"/>
                    </a:ext>
                  </a:extLst>
                </p14:cNvPr>
                <p14:cNvContentPartPr/>
                <p14:nvPr/>
              </p14:nvContentPartPr>
              <p14:xfrm>
                <a:off x="11400584" y="5388643"/>
                <a:ext cx="103680" cy="110520"/>
              </p14:xfrm>
            </p:contentPart>
          </mc:Choice>
          <mc:Fallback xmlns="">
            <p:pic>
              <p:nvPicPr>
                <p:cNvPr id="28789" name="Ink 28788">
                  <a:extLst>
                    <a:ext uri="{FF2B5EF4-FFF2-40B4-BE49-F238E27FC236}">
                      <a16:creationId xmlns:a16="http://schemas.microsoft.com/office/drawing/2014/main" id="{DDC82242-9962-1E51-58EE-4F7DF2AADD6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382584" y="5370643"/>
                  <a:ext cx="1393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8790" name="Ink 28789">
                  <a:extLst>
                    <a:ext uri="{FF2B5EF4-FFF2-40B4-BE49-F238E27FC236}">
                      <a16:creationId xmlns:a16="http://schemas.microsoft.com/office/drawing/2014/main" id="{AF99136A-86A9-3C80-8D5A-46C3880F8449}"/>
                    </a:ext>
                  </a:extLst>
                </p14:cNvPr>
                <p14:cNvContentPartPr/>
                <p14:nvPr/>
              </p14:nvContentPartPr>
              <p14:xfrm>
                <a:off x="11575544" y="5439403"/>
                <a:ext cx="41040" cy="98640"/>
              </p14:xfrm>
            </p:contentPart>
          </mc:Choice>
          <mc:Fallback xmlns="">
            <p:pic>
              <p:nvPicPr>
                <p:cNvPr id="28790" name="Ink 28789">
                  <a:extLst>
                    <a:ext uri="{FF2B5EF4-FFF2-40B4-BE49-F238E27FC236}">
                      <a16:creationId xmlns:a16="http://schemas.microsoft.com/office/drawing/2014/main" id="{AF99136A-86A9-3C80-8D5A-46C3880F844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557544" y="5421403"/>
                  <a:ext cx="76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8791" name="Ink 28790">
                  <a:extLst>
                    <a:ext uri="{FF2B5EF4-FFF2-40B4-BE49-F238E27FC236}">
                      <a16:creationId xmlns:a16="http://schemas.microsoft.com/office/drawing/2014/main" id="{012580A7-3CD7-08C8-9C37-5125187810C1}"/>
                    </a:ext>
                  </a:extLst>
                </p14:cNvPr>
                <p14:cNvContentPartPr/>
                <p14:nvPr/>
              </p14:nvContentPartPr>
              <p14:xfrm>
                <a:off x="11545304" y="5323483"/>
                <a:ext cx="41040" cy="20160"/>
              </p14:xfrm>
            </p:contentPart>
          </mc:Choice>
          <mc:Fallback xmlns="">
            <p:pic>
              <p:nvPicPr>
                <p:cNvPr id="28791" name="Ink 28790">
                  <a:extLst>
                    <a:ext uri="{FF2B5EF4-FFF2-40B4-BE49-F238E27FC236}">
                      <a16:creationId xmlns:a16="http://schemas.microsoft.com/office/drawing/2014/main" id="{012580A7-3CD7-08C8-9C37-5125187810C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527304" y="5305483"/>
                  <a:ext cx="76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8792" name="Ink 28791">
                  <a:extLst>
                    <a:ext uri="{FF2B5EF4-FFF2-40B4-BE49-F238E27FC236}">
                      <a16:creationId xmlns:a16="http://schemas.microsoft.com/office/drawing/2014/main" id="{43ED7F15-55CC-6FAA-FBC0-1F2A55063CB4}"/>
                    </a:ext>
                  </a:extLst>
                </p14:cNvPr>
                <p14:cNvContentPartPr/>
                <p14:nvPr/>
              </p14:nvContentPartPr>
              <p14:xfrm>
                <a:off x="11680304" y="5386123"/>
                <a:ext cx="119880" cy="101880"/>
              </p14:xfrm>
            </p:contentPart>
          </mc:Choice>
          <mc:Fallback xmlns="">
            <p:pic>
              <p:nvPicPr>
                <p:cNvPr id="28792" name="Ink 28791">
                  <a:extLst>
                    <a:ext uri="{FF2B5EF4-FFF2-40B4-BE49-F238E27FC236}">
                      <a16:creationId xmlns:a16="http://schemas.microsoft.com/office/drawing/2014/main" id="{43ED7F15-55CC-6FAA-FBC0-1F2A55063CB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662664" y="5368483"/>
                  <a:ext cx="155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8793" name="Ink 28792">
                  <a:extLst>
                    <a:ext uri="{FF2B5EF4-FFF2-40B4-BE49-F238E27FC236}">
                      <a16:creationId xmlns:a16="http://schemas.microsoft.com/office/drawing/2014/main" id="{2B41548D-1097-79E1-F461-3594BB7E8BDB}"/>
                    </a:ext>
                  </a:extLst>
                </p14:cNvPr>
                <p14:cNvContentPartPr/>
                <p14:nvPr/>
              </p14:nvContentPartPr>
              <p14:xfrm>
                <a:off x="11875784" y="5329963"/>
                <a:ext cx="211680" cy="161280"/>
              </p14:xfrm>
            </p:contentPart>
          </mc:Choice>
          <mc:Fallback xmlns="">
            <p:pic>
              <p:nvPicPr>
                <p:cNvPr id="28793" name="Ink 28792">
                  <a:extLst>
                    <a:ext uri="{FF2B5EF4-FFF2-40B4-BE49-F238E27FC236}">
                      <a16:creationId xmlns:a16="http://schemas.microsoft.com/office/drawing/2014/main" id="{2B41548D-1097-79E1-F461-3594BB7E8BD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857784" y="5311963"/>
                  <a:ext cx="247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8794" name="Ink 28793">
                  <a:extLst>
                    <a:ext uri="{FF2B5EF4-FFF2-40B4-BE49-F238E27FC236}">
                      <a16:creationId xmlns:a16="http://schemas.microsoft.com/office/drawing/2014/main" id="{4CBC6D06-3803-29AC-4748-476DB4A6E16D}"/>
                    </a:ext>
                  </a:extLst>
                </p14:cNvPr>
                <p14:cNvContentPartPr/>
                <p14:nvPr/>
              </p14:nvContentPartPr>
              <p14:xfrm>
                <a:off x="12135704" y="5395843"/>
                <a:ext cx="30240" cy="31320"/>
              </p14:xfrm>
            </p:contentPart>
          </mc:Choice>
          <mc:Fallback xmlns="">
            <p:pic>
              <p:nvPicPr>
                <p:cNvPr id="28794" name="Ink 28793">
                  <a:extLst>
                    <a:ext uri="{FF2B5EF4-FFF2-40B4-BE49-F238E27FC236}">
                      <a16:creationId xmlns:a16="http://schemas.microsoft.com/office/drawing/2014/main" id="{4CBC6D06-3803-29AC-4748-476DB4A6E16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2117704" y="5377843"/>
                  <a:ext cx="65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8795" name="Ink 28794">
                  <a:extLst>
                    <a:ext uri="{FF2B5EF4-FFF2-40B4-BE49-F238E27FC236}">
                      <a16:creationId xmlns:a16="http://schemas.microsoft.com/office/drawing/2014/main" id="{212379BD-AB25-EEA6-914C-1EF7F1D3ACAE}"/>
                    </a:ext>
                  </a:extLst>
                </p14:cNvPr>
                <p14:cNvContentPartPr/>
                <p14:nvPr/>
              </p14:nvContentPartPr>
              <p14:xfrm>
                <a:off x="11592464" y="5745403"/>
                <a:ext cx="95400" cy="164160"/>
              </p14:xfrm>
            </p:contentPart>
          </mc:Choice>
          <mc:Fallback xmlns="">
            <p:pic>
              <p:nvPicPr>
                <p:cNvPr id="28795" name="Ink 28794">
                  <a:extLst>
                    <a:ext uri="{FF2B5EF4-FFF2-40B4-BE49-F238E27FC236}">
                      <a16:creationId xmlns:a16="http://schemas.microsoft.com/office/drawing/2014/main" id="{212379BD-AB25-EEA6-914C-1EF7F1D3ACA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574464" y="5727763"/>
                  <a:ext cx="131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8796" name="Ink 28795">
                  <a:extLst>
                    <a:ext uri="{FF2B5EF4-FFF2-40B4-BE49-F238E27FC236}">
                      <a16:creationId xmlns:a16="http://schemas.microsoft.com/office/drawing/2014/main" id="{E7D408F9-E554-BACD-8877-6AFBB631BC09}"/>
                    </a:ext>
                  </a:extLst>
                </p14:cNvPr>
                <p14:cNvContentPartPr/>
                <p14:nvPr/>
              </p14:nvContentPartPr>
              <p14:xfrm>
                <a:off x="11810984" y="5667283"/>
                <a:ext cx="37800" cy="209520"/>
              </p14:xfrm>
            </p:contentPart>
          </mc:Choice>
          <mc:Fallback xmlns="">
            <p:pic>
              <p:nvPicPr>
                <p:cNvPr id="28796" name="Ink 28795">
                  <a:extLst>
                    <a:ext uri="{FF2B5EF4-FFF2-40B4-BE49-F238E27FC236}">
                      <a16:creationId xmlns:a16="http://schemas.microsoft.com/office/drawing/2014/main" id="{E7D408F9-E554-BACD-8877-6AFBB631BC0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793344" y="5649643"/>
                  <a:ext cx="73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8797" name="Ink 28796">
                  <a:extLst>
                    <a:ext uri="{FF2B5EF4-FFF2-40B4-BE49-F238E27FC236}">
                      <a16:creationId xmlns:a16="http://schemas.microsoft.com/office/drawing/2014/main" id="{39674C7D-5301-89EE-CE0E-C9EB354A092F}"/>
                    </a:ext>
                  </a:extLst>
                </p14:cNvPr>
                <p14:cNvContentPartPr/>
                <p14:nvPr/>
              </p14:nvContentPartPr>
              <p14:xfrm>
                <a:off x="11781104" y="5788603"/>
                <a:ext cx="30600" cy="37080"/>
              </p14:xfrm>
            </p:contentPart>
          </mc:Choice>
          <mc:Fallback xmlns="">
            <p:pic>
              <p:nvPicPr>
                <p:cNvPr id="28797" name="Ink 28796">
                  <a:extLst>
                    <a:ext uri="{FF2B5EF4-FFF2-40B4-BE49-F238E27FC236}">
                      <a16:creationId xmlns:a16="http://schemas.microsoft.com/office/drawing/2014/main" id="{39674C7D-5301-89EE-CE0E-C9EB354A092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763104" y="5770963"/>
                  <a:ext cx="66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8798" name="Ink 28797">
                  <a:extLst>
                    <a:ext uri="{FF2B5EF4-FFF2-40B4-BE49-F238E27FC236}">
                      <a16:creationId xmlns:a16="http://schemas.microsoft.com/office/drawing/2014/main" id="{C42B8053-8258-C715-F113-EACC0E85A0BC}"/>
                    </a:ext>
                  </a:extLst>
                </p14:cNvPr>
                <p14:cNvContentPartPr/>
                <p14:nvPr/>
              </p14:nvContentPartPr>
              <p14:xfrm>
                <a:off x="11934104" y="5661163"/>
                <a:ext cx="72720" cy="222840"/>
              </p14:xfrm>
            </p:contentPart>
          </mc:Choice>
          <mc:Fallback xmlns="">
            <p:pic>
              <p:nvPicPr>
                <p:cNvPr id="28798" name="Ink 28797">
                  <a:extLst>
                    <a:ext uri="{FF2B5EF4-FFF2-40B4-BE49-F238E27FC236}">
                      <a16:creationId xmlns:a16="http://schemas.microsoft.com/office/drawing/2014/main" id="{C42B8053-8258-C715-F113-EACC0E85A0B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916104" y="5643523"/>
                  <a:ext cx="108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8799" name="Ink 28798">
                  <a:extLst>
                    <a:ext uri="{FF2B5EF4-FFF2-40B4-BE49-F238E27FC236}">
                      <a16:creationId xmlns:a16="http://schemas.microsoft.com/office/drawing/2014/main" id="{67B7AC3D-1C79-1D3B-27D9-4A3CA43719FF}"/>
                    </a:ext>
                  </a:extLst>
                </p14:cNvPr>
                <p14:cNvContentPartPr/>
                <p14:nvPr/>
              </p14:nvContentPartPr>
              <p14:xfrm>
                <a:off x="11949944" y="5777083"/>
                <a:ext cx="60480" cy="42120"/>
              </p14:xfrm>
            </p:contentPart>
          </mc:Choice>
          <mc:Fallback xmlns="">
            <p:pic>
              <p:nvPicPr>
                <p:cNvPr id="28799" name="Ink 28798">
                  <a:extLst>
                    <a:ext uri="{FF2B5EF4-FFF2-40B4-BE49-F238E27FC236}">
                      <a16:creationId xmlns:a16="http://schemas.microsoft.com/office/drawing/2014/main" id="{67B7AC3D-1C79-1D3B-27D9-4A3CA43719F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1932304" y="5759443"/>
                  <a:ext cx="96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8808" name="Ink 28807">
                  <a:extLst>
                    <a:ext uri="{FF2B5EF4-FFF2-40B4-BE49-F238E27FC236}">
                      <a16:creationId xmlns:a16="http://schemas.microsoft.com/office/drawing/2014/main" id="{5E060EAD-4B6E-A08F-5AF1-F01656932B62}"/>
                    </a:ext>
                  </a:extLst>
                </p14:cNvPr>
                <p14:cNvContentPartPr/>
                <p14:nvPr/>
              </p14:nvContentPartPr>
              <p14:xfrm>
                <a:off x="11052104" y="4940443"/>
                <a:ext cx="181080" cy="298800"/>
              </p14:xfrm>
            </p:contentPart>
          </mc:Choice>
          <mc:Fallback xmlns="">
            <p:pic>
              <p:nvPicPr>
                <p:cNvPr id="28808" name="Ink 28807">
                  <a:extLst>
                    <a:ext uri="{FF2B5EF4-FFF2-40B4-BE49-F238E27FC236}">
                      <a16:creationId xmlns:a16="http://schemas.microsoft.com/office/drawing/2014/main" id="{5E060EAD-4B6E-A08F-5AF1-F01656932B6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1034104" y="4922443"/>
                  <a:ext cx="216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8809" name="Ink 28808">
                  <a:extLst>
                    <a:ext uri="{FF2B5EF4-FFF2-40B4-BE49-F238E27FC236}">
                      <a16:creationId xmlns:a16="http://schemas.microsoft.com/office/drawing/2014/main" id="{057993C0-AC4E-4B23-03C4-B12BEA67B6E9}"/>
                    </a:ext>
                  </a:extLst>
                </p14:cNvPr>
                <p14:cNvContentPartPr/>
                <p14:nvPr/>
              </p14:nvContentPartPr>
              <p14:xfrm>
                <a:off x="11335064" y="5162563"/>
                <a:ext cx="59040" cy="87120"/>
              </p14:xfrm>
            </p:contentPart>
          </mc:Choice>
          <mc:Fallback xmlns="">
            <p:pic>
              <p:nvPicPr>
                <p:cNvPr id="28809" name="Ink 28808">
                  <a:extLst>
                    <a:ext uri="{FF2B5EF4-FFF2-40B4-BE49-F238E27FC236}">
                      <a16:creationId xmlns:a16="http://schemas.microsoft.com/office/drawing/2014/main" id="{057993C0-AC4E-4B23-03C4-B12BEA67B6E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317424" y="5144563"/>
                  <a:ext cx="94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8810" name="Ink 28809">
                  <a:extLst>
                    <a:ext uri="{FF2B5EF4-FFF2-40B4-BE49-F238E27FC236}">
                      <a16:creationId xmlns:a16="http://schemas.microsoft.com/office/drawing/2014/main" id="{C362818E-9BE9-356E-0255-89871CF99ED3}"/>
                    </a:ext>
                  </a:extLst>
                </p14:cNvPr>
                <p14:cNvContentPartPr/>
                <p14:nvPr/>
              </p14:nvContentPartPr>
              <p14:xfrm>
                <a:off x="11336144" y="5104963"/>
                <a:ext cx="86400" cy="130320"/>
              </p14:xfrm>
            </p:contentPart>
          </mc:Choice>
          <mc:Fallback xmlns="">
            <p:pic>
              <p:nvPicPr>
                <p:cNvPr id="28810" name="Ink 28809">
                  <a:extLst>
                    <a:ext uri="{FF2B5EF4-FFF2-40B4-BE49-F238E27FC236}">
                      <a16:creationId xmlns:a16="http://schemas.microsoft.com/office/drawing/2014/main" id="{C362818E-9BE9-356E-0255-89871CF99ED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318504" y="5086963"/>
                  <a:ext cx="122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8811" name="Ink 28810">
                  <a:extLst>
                    <a:ext uri="{FF2B5EF4-FFF2-40B4-BE49-F238E27FC236}">
                      <a16:creationId xmlns:a16="http://schemas.microsoft.com/office/drawing/2014/main" id="{0B597E16-59CA-DCD3-AD0C-0EF26126953F}"/>
                    </a:ext>
                  </a:extLst>
                </p14:cNvPr>
                <p14:cNvContentPartPr/>
                <p14:nvPr/>
              </p14:nvContentPartPr>
              <p14:xfrm>
                <a:off x="11519744" y="5054563"/>
                <a:ext cx="95040" cy="145440"/>
              </p14:xfrm>
            </p:contentPart>
          </mc:Choice>
          <mc:Fallback xmlns="">
            <p:pic>
              <p:nvPicPr>
                <p:cNvPr id="28811" name="Ink 28810">
                  <a:extLst>
                    <a:ext uri="{FF2B5EF4-FFF2-40B4-BE49-F238E27FC236}">
                      <a16:creationId xmlns:a16="http://schemas.microsoft.com/office/drawing/2014/main" id="{0B597E16-59CA-DCD3-AD0C-0EF26126953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501744" y="5036923"/>
                  <a:ext cx="130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8812" name="Ink 28811">
                  <a:extLst>
                    <a:ext uri="{FF2B5EF4-FFF2-40B4-BE49-F238E27FC236}">
                      <a16:creationId xmlns:a16="http://schemas.microsoft.com/office/drawing/2014/main" id="{1497DC4E-7C61-9882-CA6D-62C8DAF27738}"/>
                    </a:ext>
                  </a:extLst>
                </p14:cNvPr>
                <p14:cNvContentPartPr/>
                <p14:nvPr/>
              </p14:nvContentPartPr>
              <p14:xfrm>
                <a:off x="11673464" y="5079403"/>
                <a:ext cx="105120" cy="117720"/>
              </p14:xfrm>
            </p:contentPart>
          </mc:Choice>
          <mc:Fallback xmlns="">
            <p:pic>
              <p:nvPicPr>
                <p:cNvPr id="28812" name="Ink 28811">
                  <a:extLst>
                    <a:ext uri="{FF2B5EF4-FFF2-40B4-BE49-F238E27FC236}">
                      <a16:creationId xmlns:a16="http://schemas.microsoft.com/office/drawing/2014/main" id="{1497DC4E-7C61-9882-CA6D-62C8DAF2773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655464" y="5061403"/>
                  <a:ext cx="140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8813" name="Ink 28812">
                  <a:extLst>
                    <a:ext uri="{FF2B5EF4-FFF2-40B4-BE49-F238E27FC236}">
                      <a16:creationId xmlns:a16="http://schemas.microsoft.com/office/drawing/2014/main" id="{CDA36576-CBE1-CF44-1B12-F3C5F05A7ACF}"/>
                    </a:ext>
                  </a:extLst>
                </p14:cNvPr>
                <p14:cNvContentPartPr/>
                <p14:nvPr/>
              </p14:nvContentPartPr>
              <p14:xfrm>
                <a:off x="11877584" y="4918483"/>
                <a:ext cx="72720" cy="250200"/>
              </p14:xfrm>
            </p:contentPart>
          </mc:Choice>
          <mc:Fallback xmlns="">
            <p:pic>
              <p:nvPicPr>
                <p:cNvPr id="28813" name="Ink 28812">
                  <a:extLst>
                    <a:ext uri="{FF2B5EF4-FFF2-40B4-BE49-F238E27FC236}">
                      <a16:creationId xmlns:a16="http://schemas.microsoft.com/office/drawing/2014/main" id="{CDA36576-CBE1-CF44-1B12-F3C5F05A7AC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859584" y="4900843"/>
                  <a:ext cx="1083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8814" name="Ink 28813">
                  <a:extLst>
                    <a:ext uri="{FF2B5EF4-FFF2-40B4-BE49-F238E27FC236}">
                      <a16:creationId xmlns:a16="http://schemas.microsoft.com/office/drawing/2014/main" id="{47EF8A63-C015-A5E9-C4F8-66EC4E5CFFE8}"/>
                    </a:ext>
                  </a:extLst>
                </p14:cNvPr>
                <p14:cNvContentPartPr/>
                <p14:nvPr/>
              </p14:nvContentPartPr>
              <p14:xfrm>
                <a:off x="11846264" y="5025043"/>
                <a:ext cx="128880" cy="64080"/>
              </p14:xfrm>
            </p:contentPart>
          </mc:Choice>
          <mc:Fallback xmlns="">
            <p:pic>
              <p:nvPicPr>
                <p:cNvPr id="28814" name="Ink 28813">
                  <a:extLst>
                    <a:ext uri="{FF2B5EF4-FFF2-40B4-BE49-F238E27FC236}">
                      <a16:creationId xmlns:a16="http://schemas.microsoft.com/office/drawing/2014/main" id="{47EF8A63-C015-A5E9-C4F8-66EC4E5CFFE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828264" y="5007043"/>
                  <a:ext cx="164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8815" name="Ink 28814">
                  <a:extLst>
                    <a:ext uri="{FF2B5EF4-FFF2-40B4-BE49-F238E27FC236}">
                      <a16:creationId xmlns:a16="http://schemas.microsoft.com/office/drawing/2014/main" id="{3E5204A8-CF87-C0CF-0033-43FFEA67E5AF}"/>
                    </a:ext>
                  </a:extLst>
                </p14:cNvPr>
                <p14:cNvContentPartPr/>
                <p14:nvPr/>
              </p14:nvContentPartPr>
              <p14:xfrm>
                <a:off x="11485904" y="5245723"/>
                <a:ext cx="15840" cy="114840"/>
              </p14:xfrm>
            </p:contentPart>
          </mc:Choice>
          <mc:Fallback xmlns="">
            <p:pic>
              <p:nvPicPr>
                <p:cNvPr id="28815" name="Ink 28814">
                  <a:extLst>
                    <a:ext uri="{FF2B5EF4-FFF2-40B4-BE49-F238E27FC236}">
                      <a16:creationId xmlns:a16="http://schemas.microsoft.com/office/drawing/2014/main" id="{3E5204A8-CF87-C0CF-0033-43FFEA67E5A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467904" y="5228083"/>
                  <a:ext cx="5148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21" name="Group 28820">
            <a:extLst>
              <a:ext uri="{FF2B5EF4-FFF2-40B4-BE49-F238E27FC236}">
                <a16:creationId xmlns:a16="http://schemas.microsoft.com/office/drawing/2014/main" id="{8792BCEE-7428-1C70-6D76-2949445160E4}"/>
              </a:ext>
            </a:extLst>
          </p:cNvPr>
          <p:cNvGrpSpPr/>
          <p:nvPr/>
        </p:nvGrpSpPr>
        <p:grpSpPr>
          <a:xfrm>
            <a:off x="1495184" y="1382563"/>
            <a:ext cx="420840" cy="808200"/>
            <a:chOff x="1495184" y="1382563"/>
            <a:chExt cx="420840" cy="80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8817" name="Ink 28816">
                  <a:extLst>
                    <a:ext uri="{FF2B5EF4-FFF2-40B4-BE49-F238E27FC236}">
                      <a16:creationId xmlns:a16="http://schemas.microsoft.com/office/drawing/2014/main" id="{A1193C0C-93B5-5E46-74F4-B400BBFC5D53}"/>
                    </a:ext>
                  </a:extLst>
                </p14:cNvPr>
                <p14:cNvContentPartPr/>
                <p14:nvPr/>
              </p14:nvContentPartPr>
              <p14:xfrm>
                <a:off x="1495184" y="1393723"/>
                <a:ext cx="318960" cy="501480"/>
              </p14:xfrm>
            </p:contentPart>
          </mc:Choice>
          <mc:Fallback xmlns="">
            <p:pic>
              <p:nvPicPr>
                <p:cNvPr id="28817" name="Ink 28816">
                  <a:extLst>
                    <a:ext uri="{FF2B5EF4-FFF2-40B4-BE49-F238E27FC236}">
                      <a16:creationId xmlns:a16="http://schemas.microsoft.com/office/drawing/2014/main" id="{A1193C0C-93B5-5E46-74F4-B400BBFC5D5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477544" y="1376083"/>
                  <a:ext cx="3546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8818" name="Ink 28817">
                  <a:extLst>
                    <a:ext uri="{FF2B5EF4-FFF2-40B4-BE49-F238E27FC236}">
                      <a16:creationId xmlns:a16="http://schemas.microsoft.com/office/drawing/2014/main" id="{1F924EF8-0AC6-E1A5-5CAE-A55A2C74B7A0}"/>
                    </a:ext>
                  </a:extLst>
                </p14:cNvPr>
                <p14:cNvContentPartPr/>
                <p14:nvPr/>
              </p14:nvContentPartPr>
              <p14:xfrm>
                <a:off x="1689944" y="1382563"/>
                <a:ext cx="226080" cy="163800"/>
              </p14:xfrm>
            </p:contentPart>
          </mc:Choice>
          <mc:Fallback xmlns="">
            <p:pic>
              <p:nvPicPr>
                <p:cNvPr id="28818" name="Ink 28817">
                  <a:extLst>
                    <a:ext uri="{FF2B5EF4-FFF2-40B4-BE49-F238E27FC236}">
                      <a16:creationId xmlns:a16="http://schemas.microsoft.com/office/drawing/2014/main" id="{1F924EF8-0AC6-E1A5-5CAE-A55A2C74B7A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671944" y="1364563"/>
                  <a:ext cx="261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8819" name="Ink 28818">
                  <a:extLst>
                    <a:ext uri="{FF2B5EF4-FFF2-40B4-BE49-F238E27FC236}">
                      <a16:creationId xmlns:a16="http://schemas.microsoft.com/office/drawing/2014/main" id="{184FECDD-4BC5-F591-C85E-FD6E8F70AD2B}"/>
                    </a:ext>
                  </a:extLst>
                </p14:cNvPr>
                <p14:cNvContentPartPr/>
                <p14:nvPr/>
              </p14:nvContentPartPr>
              <p14:xfrm>
                <a:off x="1526504" y="2018683"/>
                <a:ext cx="183240" cy="172080"/>
              </p14:xfrm>
            </p:contentPart>
          </mc:Choice>
          <mc:Fallback xmlns="">
            <p:pic>
              <p:nvPicPr>
                <p:cNvPr id="28819" name="Ink 28818">
                  <a:extLst>
                    <a:ext uri="{FF2B5EF4-FFF2-40B4-BE49-F238E27FC236}">
                      <a16:creationId xmlns:a16="http://schemas.microsoft.com/office/drawing/2014/main" id="{184FECDD-4BC5-F591-C85E-FD6E8F70AD2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508864" y="2001043"/>
                  <a:ext cx="218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820" name="Ink 28819">
                  <a:extLst>
                    <a:ext uri="{FF2B5EF4-FFF2-40B4-BE49-F238E27FC236}">
                      <a16:creationId xmlns:a16="http://schemas.microsoft.com/office/drawing/2014/main" id="{8D3AC3FF-7364-280B-BFB9-3FA4CE9E25F7}"/>
                    </a:ext>
                  </a:extLst>
                </p14:cNvPr>
                <p14:cNvContentPartPr/>
                <p14:nvPr/>
              </p14:nvContentPartPr>
              <p14:xfrm>
                <a:off x="1746104" y="1904923"/>
                <a:ext cx="74160" cy="21240"/>
              </p14:xfrm>
            </p:contentPart>
          </mc:Choice>
          <mc:Fallback xmlns="">
            <p:pic>
              <p:nvPicPr>
                <p:cNvPr id="28820" name="Ink 28819">
                  <a:extLst>
                    <a:ext uri="{FF2B5EF4-FFF2-40B4-BE49-F238E27FC236}">
                      <a16:creationId xmlns:a16="http://schemas.microsoft.com/office/drawing/2014/main" id="{8D3AC3FF-7364-280B-BFB9-3FA4CE9E25F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728464" y="1887283"/>
                  <a:ext cx="1098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3" name="Group 28832">
            <a:extLst>
              <a:ext uri="{FF2B5EF4-FFF2-40B4-BE49-F238E27FC236}">
                <a16:creationId xmlns:a16="http://schemas.microsoft.com/office/drawing/2014/main" id="{3A46613E-84FA-D840-3BA5-029EE0915CEA}"/>
              </a:ext>
            </a:extLst>
          </p:cNvPr>
          <p:cNvGrpSpPr/>
          <p:nvPr/>
        </p:nvGrpSpPr>
        <p:grpSpPr>
          <a:xfrm>
            <a:off x="2495264" y="2268163"/>
            <a:ext cx="580320" cy="640440"/>
            <a:chOff x="2495264" y="2268163"/>
            <a:chExt cx="580320" cy="64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822" name="Ink 28821">
                  <a:extLst>
                    <a:ext uri="{FF2B5EF4-FFF2-40B4-BE49-F238E27FC236}">
                      <a16:creationId xmlns:a16="http://schemas.microsoft.com/office/drawing/2014/main" id="{AB06CA8C-CC94-3C0E-CE3F-A6DF4EF0DCA9}"/>
                    </a:ext>
                  </a:extLst>
                </p14:cNvPr>
                <p14:cNvContentPartPr/>
                <p14:nvPr/>
              </p14:nvContentPartPr>
              <p14:xfrm>
                <a:off x="2500304" y="2268163"/>
                <a:ext cx="134640" cy="582120"/>
              </p14:xfrm>
            </p:contentPart>
          </mc:Choice>
          <mc:Fallback xmlns="">
            <p:pic>
              <p:nvPicPr>
                <p:cNvPr id="28822" name="Ink 28821">
                  <a:extLst>
                    <a:ext uri="{FF2B5EF4-FFF2-40B4-BE49-F238E27FC236}">
                      <a16:creationId xmlns:a16="http://schemas.microsoft.com/office/drawing/2014/main" id="{AB06CA8C-CC94-3C0E-CE3F-A6DF4EF0DCA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482664" y="2250163"/>
                  <a:ext cx="17028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823" name="Ink 28822">
                  <a:extLst>
                    <a:ext uri="{FF2B5EF4-FFF2-40B4-BE49-F238E27FC236}">
                      <a16:creationId xmlns:a16="http://schemas.microsoft.com/office/drawing/2014/main" id="{0AC5C87F-3BB3-2353-7366-69769BC074E8}"/>
                    </a:ext>
                  </a:extLst>
                </p14:cNvPr>
                <p14:cNvContentPartPr/>
                <p14:nvPr/>
              </p14:nvContentPartPr>
              <p14:xfrm>
                <a:off x="2495264" y="2316043"/>
                <a:ext cx="580320" cy="592560"/>
              </p14:xfrm>
            </p:contentPart>
          </mc:Choice>
          <mc:Fallback xmlns="">
            <p:pic>
              <p:nvPicPr>
                <p:cNvPr id="28823" name="Ink 28822">
                  <a:extLst>
                    <a:ext uri="{FF2B5EF4-FFF2-40B4-BE49-F238E27FC236}">
                      <a16:creationId xmlns:a16="http://schemas.microsoft.com/office/drawing/2014/main" id="{0AC5C87F-3BB3-2353-7366-69769BC074E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477264" y="2298403"/>
                  <a:ext cx="615960" cy="62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2" name="Group 28831">
            <a:extLst>
              <a:ext uri="{FF2B5EF4-FFF2-40B4-BE49-F238E27FC236}">
                <a16:creationId xmlns:a16="http://schemas.microsoft.com/office/drawing/2014/main" id="{1262D1D5-E14E-4664-D43F-59E500B8D972}"/>
              </a:ext>
            </a:extLst>
          </p:cNvPr>
          <p:cNvGrpSpPr/>
          <p:nvPr/>
        </p:nvGrpSpPr>
        <p:grpSpPr>
          <a:xfrm>
            <a:off x="2511104" y="1065763"/>
            <a:ext cx="595440" cy="624240"/>
            <a:chOff x="2511104" y="1065763"/>
            <a:chExt cx="595440" cy="62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824" name="Ink 28823">
                  <a:extLst>
                    <a:ext uri="{FF2B5EF4-FFF2-40B4-BE49-F238E27FC236}">
                      <a16:creationId xmlns:a16="http://schemas.microsoft.com/office/drawing/2014/main" id="{939174E5-BE48-D35D-B2DE-8843FF2BBDBE}"/>
                    </a:ext>
                  </a:extLst>
                </p14:cNvPr>
                <p14:cNvContentPartPr/>
                <p14:nvPr/>
              </p14:nvContentPartPr>
              <p14:xfrm>
                <a:off x="2511104" y="1171603"/>
                <a:ext cx="87840" cy="518400"/>
              </p14:xfrm>
            </p:contentPart>
          </mc:Choice>
          <mc:Fallback xmlns="">
            <p:pic>
              <p:nvPicPr>
                <p:cNvPr id="28824" name="Ink 28823">
                  <a:extLst>
                    <a:ext uri="{FF2B5EF4-FFF2-40B4-BE49-F238E27FC236}">
                      <a16:creationId xmlns:a16="http://schemas.microsoft.com/office/drawing/2014/main" id="{939174E5-BE48-D35D-B2DE-8843FF2BBDB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493464" y="1153603"/>
                  <a:ext cx="1234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825" name="Ink 28824">
                  <a:extLst>
                    <a:ext uri="{FF2B5EF4-FFF2-40B4-BE49-F238E27FC236}">
                      <a16:creationId xmlns:a16="http://schemas.microsoft.com/office/drawing/2014/main" id="{359AE895-AD2F-1360-6211-4D9813227248}"/>
                    </a:ext>
                  </a:extLst>
                </p14:cNvPr>
                <p14:cNvContentPartPr/>
                <p14:nvPr/>
              </p14:nvContentPartPr>
              <p14:xfrm>
                <a:off x="2549624" y="1065763"/>
                <a:ext cx="556920" cy="572040"/>
              </p14:xfrm>
            </p:contentPart>
          </mc:Choice>
          <mc:Fallback xmlns="">
            <p:pic>
              <p:nvPicPr>
                <p:cNvPr id="28825" name="Ink 28824">
                  <a:extLst>
                    <a:ext uri="{FF2B5EF4-FFF2-40B4-BE49-F238E27FC236}">
                      <a16:creationId xmlns:a16="http://schemas.microsoft.com/office/drawing/2014/main" id="{359AE895-AD2F-1360-6211-4D981322724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531984" y="1048123"/>
                  <a:ext cx="592560" cy="60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1" name="Group 28830">
            <a:extLst>
              <a:ext uri="{FF2B5EF4-FFF2-40B4-BE49-F238E27FC236}">
                <a16:creationId xmlns:a16="http://schemas.microsoft.com/office/drawing/2014/main" id="{F7C52CC5-98C8-ECA2-84C2-E4750C5C43F0}"/>
              </a:ext>
            </a:extLst>
          </p:cNvPr>
          <p:cNvGrpSpPr/>
          <p:nvPr/>
        </p:nvGrpSpPr>
        <p:grpSpPr>
          <a:xfrm>
            <a:off x="2605064" y="3572443"/>
            <a:ext cx="498600" cy="659520"/>
            <a:chOff x="2605064" y="3572443"/>
            <a:chExt cx="498600" cy="65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8826" name="Ink 28825">
                  <a:extLst>
                    <a:ext uri="{FF2B5EF4-FFF2-40B4-BE49-F238E27FC236}">
                      <a16:creationId xmlns:a16="http://schemas.microsoft.com/office/drawing/2014/main" id="{91BA6795-C4AA-7383-62ED-77C0A7A8852B}"/>
                    </a:ext>
                  </a:extLst>
                </p14:cNvPr>
                <p14:cNvContentPartPr/>
                <p14:nvPr/>
              </p14:nvContentPartPr>
              <p14:xfrm>
                <a:off x="2605064" y="3572443"/>
                <a:ext cx="104400" cy="599400"/>
              </p14:xfrm>
            </p:contentPart>
          </mc:Choice>
          <mc:Fallback xmlns="">
            <p:pic>
              <p:nvPicPr>
                <p:cNvPr id="28826" name="Ink 28825">
                  <a:extLst>
                    <a:ext uri="{FF2B5EF4-FFF2-40B4-BE49-F238E27FC236}">
                      <a16:creationId xmlns:a16="http://schemas.microsoft.com/office/drawing/2014/main" id="{91BA6795-C4AA-7383-62ED-77C0A7A8852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587064" y="3554443"/>
                  <a:ext cx="14004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8827" name="Ink 28826">
                  <a:extLst>
                    <a:ext uri="{FF2B5EF4-FFF2-40B4-BE49-F238E27FC236}">
                      <a16:creationId xmlns:a16="http://schemas.microsoft.com/office/drawing/2014/main" id="{2EC17637-3C16-B51D-B6F9-49D38CA9316E}"/>
                    </a:ext>
                  </a:extLst>
                </p14:cNvPr>
                <p14:cNvContentPartPr/>
                <p14:nvPr/>
              </p14:nvContentPartPr>
              <p14:xfrm>
                <a:off x="2609384" y="3594763"/>
                <a:ext cx="494280" cy="637200"/>
              </p14:xfrm>
            </p:contentPart>
          </mc:Choice>
          <mc:Fallback xmlns="">
            <p:pic>
              <p:nvPicPr>
                <p:cNvPr id="28827" name="Ink 28826">
                  <a:extLst>
                    <a:ext uri="{FF2B5EF4-FFF2-40B4-BE49-F238E27FC236}">
                      <a16:creationId xmlns:a16="http://schemas.microsoft.com/office/drawing/2014/main" id="{2EC17637-3C16-B51D-B6F9-49D38CA9316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591744" y="3577123"/>
                  <a:ext cx="529920" cy="67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0" name="Group 28829">
            <a:extLst>
              <a:ext uri="{FF2B5EF4-FFF2-40B4-BE49-F238E27FC236}">
                <a16:creationId xmlns:a16="http://schemas.microsoft.com/office/drawing/2014/main" id="{E9A69E12-99CD-7E2D-2135-5081074C0D77}"/>
              </a:ext>
            </a:extLst>
          </p:cNvPr>
          <p:cNvGrpSpPr/>
          <p:nvPr/>
        </p:nvGrpSpPr>
        <p:grpSpPr>
          <a:xfrm>
            <a:off x="2429744" y="4840363"/>
            <a:ext cx="731520" cy="743040"/>
            <a:chOff x="2429744" y="4840363"/>
            <a:chExt cx="731520" cy="74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828" name="Ink 28827">
                  <a:extLst>
                    <a:ext uri="{FF2B5EF4-FFF2-40B4-BE49-F238E27FC236}">
                      <a16:creationId xmlns:a16="http://schemas.microsoft.com/office/drawing/2014/main" id="{7E3AF44B-0FA9-6377-ADDB-53FAC693D32C}"/>
                    </a:ext>
                  </a:extLst>
                </p14:cNvPr>
                <p14:cNvContentPartPr/>
                <p14:nvPr/>
              </p14:nvContentPartPr>
              <p14:xfrm>
                <a:off x="2441264" y="4916683"/>
                <a:ext cx="101160" cy="603360"/>
              </p14:xfrm>
            </p:contentPart>
          </mc:Choice>
          <mc:Fallback xmlns="">
            <p:pic>
              <p:nvPicPr>
                <p:cNvPr id="28828" name="Ink 28827">
                  <a:extLst>
                    <a:ext uri="{FF2B5EF4-FFF2-40B4-BE49-F238E27FC236}">
                      <a16:creationId xmlns:a16="http://schemas.microsoft.com/office/drawing/2014/main" id="{7E3AF44B-0FA9-6377-ADDB-53FAC693D32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423264" y="4898683"/>
                  <a:ext cx="13680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8829" name="Ink 28828">
                  <a:extLst>
                    <a:ext uri="{FF2B5EF4-FFF2-40B4-BE49-F238E27FC236}">
                      <a16:creationId xmlns:a16="http://schemas.microsoft.com/office/drawing/2014/main" id="{472FE4D9-3205-D843-0524-B53C323A0CDB}"/>
                    </a:ext>
                  </a:extLst>
                </p14:cNvPr>
                <p14:cNvContentPartPr/>
                <p14:nvPr/>
              </p14:nvContentPartPr>
              <p14:xfrm>
                <a:off x="2429744" y="4840363"/>
                <a:ext cx="731520" cy="743040"/>
              </p14:xfrm>
            </p:contentPart>
          </mc:Choice>
          <mc:Fallback xmlns="">
            <p:pic>
              <p:nvPicPr>
                <p:cNvPr id="28829" name="Ink 28828">
                  <a:extLst>
                    <a:ext uri="{FF2B5EF4-FFF2-40B4-BE49-F238E27FC236}">
                      <a16:creationId xmlns:a16="http://schemas.microsoft.com/office/drawing/2014/main" id="{472FE4D9-3205-D843-0524-B53C323A0CD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412104" y="4822363"/>
                  <a:ext cx="767160" cy="778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24030C0-9075-34B2-6C72-9C130E9B0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174" y="29009"/>
            <a:ext cx="8826500" cy="867930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2800" i="1" dirty="0"/>
              <a:t>Quantitative I</a:t>
            </a:r>
            <a:r>
              <a:rPr lang="en-US" altLang="en-US" sz="2800" i="1" baseline="-25000" dirty="0"/>
              <a:t>D</a:t>
            </a:r>
            <a:r>
              <a:rPr lang="en-US" altLang="en-US" sz="2800" i="1" dirty="0"/>
              <a:t>-V</a:t>
            </a:r>
            <a:r>
              <a:rPr lang="en-US" altLang="en-US" sz="2800" i="1" baseline="-25000" dirty="0"/>
              <a:t>DS</a:t>
            </a:r>
            <a:r>
              <a:rPr lang="en-US" altLang="en-US" sz="2800" i="1" dirty="0"/>
              <a:t> Relationships – 1</a:t>
            </a:r>
            <a:r>
              <a:rPr lang="en-US" altLang="en-US" sz="2800" i="1" baseline="30000" dirty="0"/>
              <a:t>st</a:t>
            </a:r>
            <a:r>
              <a:rPr lang="en-US" altLang="en-US" sz="2800" i="1" dirty="0"/>
              <a:t> attempt</a:t>
            </a:r>
            <a:br>
              <a:rPr lang="en-US" altLang="en-US" sz="2800" i="1" dirty="0"/>
            </a:br>
            <a:r>
              <a:rPr lang="en-US" altLang="en-US" sz="2800" i="1" dirty="0"/>
              <a:t>“Square Law”</a:t>
            </a:r>
          </a:p>
        </p:txBody>
      </p:sp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564BD821-277C-C71A-06FC-673612FA4D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6225" y="1727200"/>
          <a:ext cx="1955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241195" progId="Equation.3">
                  <p:embed/>
                </p:oleObj>
              </mc:Choice>
              <mc:Fallback>
                <p:oleObj name="Equation" r:id="rId2" imgW="1091726" imgH="241195" progId="Equation.3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564BD821-277C-C71A-06FC-673612FA4D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225" y="1727200"/>
                        <a:ext cx="19558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9B733361-6245-88A3-E066-E6B2F9C25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8126" y="1727200"/>
          <a:ext cx="9239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863" imgH="228501" progId="Equation.3">
                  <p:embed/>
                </p:oleObj>
              </mc:Choice>
              <mc:Fallback>
                <p:oleObj name="Equation" r:id="rId4" imgW="545863" imgH="228501" progId="Equation.3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9B733361-6245-88A3-E066-E6B2F9C25D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26" y="1727200"/>
                        <a:ext cx="9239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6">
            <a:extLst>
              <a:ext uri="{FF2B5EF4-FFF2-40B4-BE49-F238E27FC236}">
                <a16:creationId xmlns:a16="http://schemas.microsoft.com/office/drawing/2014/main" id="{356E2B5E-0679-990B-F472-6524292E1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39" y="16510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;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086137D6-9045-BC3F-3944-C9C4C009B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2298700"/>
            <a:ext cx="8432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chemeClr val="accent2"/>
                </a:solidFill>
              </a:rPr>
              <a:t>I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</a:t>
            </a:r>
            <a:r>
              <a:rPr lang="en-US" altLang="en-US" sz="2400" dirty="0">
                <a:solidFill>
                  <a:schemeClr val="accent2"/>
                </a:solidFill>
              </a:rPr>
              <a:t> will increase as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increased, but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400" dirty="0">
                <a:solidFill>
                  <a:schemeClr val="accent2"/>
                </a:solidFill>
              </a:rPr>
              <a:t>–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, pinch-off occurs, and current saturates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increased further. This value of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called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. i.e.,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400" dirty="0">
                <a:solidFill>
                  <a:schemeClr val="accent2"/>
                </a:solidFill>
              </a:rPr>
              <a:t>–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 and the current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 is called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I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. </a:t>
            </a:r>
          </a:p>
        </p:txBody>
      </p:sp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C267D642-00B9-CFD0-93F9-BE32846306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8463" y="4578350"/>
          <a:ext cx="15351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753" imgH="241195" progId="Equation.3">
                  <p:embed/>
                </p:oleObj>
              </mc:Choice>
              <mc:Fallback>
                <p:oleObj name="Equation" r:id="rId6" imgW="799753" imgH="241195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C267D642-00B9-CFD0-93F9-BE32846306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63" y="4578350"/>
                        <a:ext cx="15351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8E9B3FDA-991A-6111-9591-1FAB9FC8D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4613" y="4546600"/>
          <a:ext cx="10874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863" imgH="228501" progId="Equation.3">
                  <p:embed/>
                </p:oleObj>
              </mc:Choice>
              <mc:Fallback>
                <p:oleObj name="Equation" r:id="rId8" imgW="545863" imgH="228501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8E9B3FDA-991A-6111-9591-1FAB9FC8D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4613" y="4546600"/>
                        <a:ext cx="10874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Text Box 11">
            <a:extLst>
              <a:ext uri="{FF2B5EF4-FFF2-40B4-BE49-F238E27FC236}">
                <a16:creationId xmlns:a16="http://schemas.microsoft.com/office/drawing/2014/main" id="{25031D5A-B52F-91AA-B2A2-9C90B75D2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039" y="4505325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;</a:t>
            </a:r>
          </a:p>
        </p:txBody>
      </p:sp>
      <p:sp>
        <p:nvSpPr>
          <p:cNvPr id="35852" name="Text Box 12">
            <a:extLst>
              <a:ext uri="{FF2B5EF4-FFF2-40B4-BE49-F238E27FC236}">
                <a16:creationId xmlns:a16="http://schemas.microsoft.com/office/drawing/2014/main" id="{1BEF5884-3087-0773-BED3-7D924F21B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4" y="5470525"/>
            <a:ext cx="796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Here, </a:t>
            </a:r>
            <a:r>
              <a:rPr lang="en-US" altLang="en-US" sz="2400" i="1">
                <a:solidFill>
                  <a:schemeClr val="accent2"/>
                </a:solidFill>
              </a:rPr>
              <a:t>C</a:t>
            </a:r>
            <a:r>
              <a:rPr lang="en-US" altLang="en-US" sz="2400" baseline="-25000">
                <a:solidFill>
                  <a:schemeClr val="accent2"/>
                </a:solidFill>
              </a:rPr>
              <a:t>ox</a:t>
            </a:r>
            <a:r>
              <a:rPr lang="en-US" altLang="en-US" sz="2400">
                <a:solidFill>
                  <a:schemeClr val="accent2"/>
                </a:solidFill>
              </a:rPr>
              <a:t> is the oxide capacitance per unit area, </a:t>
            </a:r>
            <a:r>
              <a:rPr lang="en-US" altLang="en-US" sz="2400" i="1">
                <a:solidFill>
                  <a:schemeClr val="accent2"/>
                </a:solidFill>
              </a:rPr>
              <a:t>C</a:t>
            </a:r>
            <a:r>
              <a:rPr lang="en-US" altLang="en-US" sz="2400" baseline="-25000">
                <a:solidFill>
                  <a:schemeClr val="accent2"/>
                </a:solidFill>
              </a:rPr>
              <a:t>ox </a:t>
            </a:r>
            <a:r>
              <a:rPr lang="en-US" altLang="en-US" sz="2400">
                <a:solidFill>
                  <a:schemeClr val="accent2"/>
                </a:solidFill>
              </a:rPr>
              <a:t>=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400" baseline="-25000">
                <a:solidFill>
                  <a:schemeClr val="accent2"/>
                </a:solidFill>
                <a:sym typeface="Symbol" panose="05050102010706020507" pitchFamily="18" charset="2"/>
              </a:rPr>
              <a:t>ox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/ </a:t>
            </a:r>
            <a:r>
              <a:rPr lang="en-US" altLang="en-US" sz="2400" i="1">
                <a:solidFill>
                  <a:schemeClr val="accent2"/>
                </a:solidFill>
                <a:sym typeface="Symbol" panose="05050102010706020507" pitchFamily="18" charset="2"/>
              </a:rPr>
              <a:t>x</a:t>
            </a:r>
            <a:r>
              <a:rPr lang="en-US" altLang="en-US" sz="2400" baseline="-25000">
                <a:solidFill>
                  <a:schemeClr val="accent2"/>
                </a:solidFill>
                <a:sym typeface="Symbol" panose="05050102010706020507" pitchFamily="18" charset="2"/>
              </a:rPr>
              <a:t>ox</a:t>
            </a:r>
            <a:endParaRPr lang="en-US" altLang="en-US" sz="2400"/>
          </a:p>
        </p:txBody>
      </p:sp>
      <p:pic>
        <p:nvPicPr>
          <p:cNvPr id="2" name="Picture 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1B1F43D-AE23-D849-0BEA-508DEEE10A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4" t="60496" r="29705" b="16430"/>
          <a:stretch>
            <a:fillRect/>
          </a:stretch>
        </p:blipFill>
        <p:spPr>
          <a:xfrm>
            <a:off x="2570530" y="4272325"/>
            <a:ext cx="3679091" cy="983887"/>
          </a:xfrm>
          <a:prstGeom prst="rect">
            <a:avLst/>
          </a:prstGeom>
        </p:spPr>
      </p:pic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2D7BE50-5440-88C1-6061-68CD44B1C6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1" t="22716" r="24669" b="58675"/>
          <a:stretch>
            <a:fillRect/>
          </a:stretch>
        </p:blipFill>
        <p:spPr>
          <a:xfrm>
            <a:off x="2408556" y="1539028"/>
            <a:ext cx="4003040" cy="68114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5B56528-E789-9EB0-6FB6-327E583A8C0F}"/>
              </a:ext>
            </a:extLst>
          </p:cNvPr>
          <p:cNvGrpSpPr/>
          <p:nvPr/>
        </p:nvGrpSpPr>
        <p:grpSpPr>
          <a:xfrm>
            <a:off x="7583144" y="2231803"/>
            <a:ext cx="1837440" cy="627840"/>
            <a:chOff x="7583144" y="2231803"/>
            <a:chExt cx="1837440" cy="62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F1F609-8870-3E54-32D8-2D494E269A0B}"/>
                    </a:ext>
                  </a:extLst>
                </p14:cNvPr>
                <p14:cNvContentPartPr/>
                <p14:nvPr/>
              </p14:nvContentPartPr>
              <p14:xfrm>
                <a:off x="7583144" y="2266723"/>
                <a:ext cx="112320" cy="538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F1F609-8870-3E54-32D8-2D494E269A0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65504" y="2248723"/>
                  <a:ext cx="14796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6794F1-C0CC-A442-EF2F-F2489DB5BB2B}"/>
                    </a:ext>
                  </a:extLst>
                </p14:cNvPr>
                <p14:cNvContentPartPr/>
                <p14:nvPr/>
              </p14:nvContentPartPr>
              <p14:xfrm>
                <a:off x="7594664" y="2231803"/>
                <a:ext cx="1825920" cy="627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6794F1-C0CC-A442-EF2F-F2489DB5BB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77024" y="2214163"/>
                  <a:ext cx="1861560" cy="66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5B93EB-91F3-3888-B124-9F455714B54D}"/>
              </a:ext>
            </a:extLst>
          </p:cNvPr>
          <p:cNvGrpSpPr/>
          <p:nvPr/>
        </p:nvGrpSpPr>
        <p:grpSpPr>
          <a:xfrm>
            <a:off x="4309304" y="632683"/>
            <a:ext cx="4164480" cy="1150560"/>
            <a:chOff x="4309304" y="632683"/>
            <a:chExt cx="4164480" cy="11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FA0AAD-5E71-A185-D5BC-69CA2E6430FB}"/>
                    </a:ext>
                  </a:extLst>
                </p14:cNvPr>
                <p14:cNvContentPartPr/>
                <p14:nvPr/>
              </p14:nvContentPartPr>
              <p14:xfrm>
                <a:off x="4828064" y="963163"/>
                <a:ext cx="297000" cy="514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FA0AAD-5E71-A185-D5BC-69CA2E6430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10064" y="945163"/>
                  <a:ext cx="33264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A25CEF-352B-DF21-6CE3-F1332C5DBBFD}"/>
                    </a:ext>
                  </a:extLst>
                </p14:cNvPr>
                <p14:cNvContentPartPr/>
                <p14:nvPr/>
              </p14:nvContentPartPr>
              <p14:xfrm>
                <a:off x="5279144" y="1321363"/>
                <a:ext cx="226800" cy="272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A25CEF-352B-DF21-6CE3-F1332C5DBB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61144" y="1303363"/>
                  <a:ext cx="2624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E08E5C-3A00-35BC-E852-6A2073347A59}"/>
                    </a:ext>
                  </a:extLst>
                </p14:cNvPr>
                <p14:cNvContentPartPr/>
                <p14:nvPr/>
              </p14:nvContentPartPr>
              <p14:xfrm>
                <a:off x="5643824" y="1310203"/>
                <a:ext cx="141120" cy="275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E08E5C-3A00-35BC-E852-6A2073347A5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25824" y="1292203"/>
                  <a:ext cx="176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A62652-4C90-0E4D-A527-A8A7A6475A18}"/>
                    </a:ext>
                  </a:extLst>
                </p14:cNvPr>
                <p14:cNvContentPartPr/>
                <p14:nvPr/>
              </p14:nvContentPartPr>
              <p14:xfrm>
                <a:off x="5930384" y="1343683"/>
                <a:ext cx="169920" cy="38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A62652-4C90-0E4D-A527-A8A7A6475A1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12744" y="1325683"/>
                  <a:ext cx="205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0ABA66-ACB9-9C4A-C589-C205A13A34C2}"/>
                    </a:ext>
                  </a:extLst>
                </p14:cNvPr>
                <p14:cNvContentPartPr/>
                <p14:nvPr/>
              </p14:nvContentPartPr>
              <p14:xfrm>
                <a:off x="6193544" y="1040923"/>
                <a:ext cx="265680" cy="385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0ABA66-ACB9-9C4A-C589-C205A13A34C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75904" y="1023283"/>
                  <a:ext cx="3013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ABB393F-8624-95BE-D758-134E9C62467E}"/>
                    </a:ext>
                  </a:extLst>
                </p14:cNvPr>
                <p14:cNvContentPartPr/>
                <p14:nvPr/>
              </p14:nvContentPartPr>
              <p14:xfrm>
                <a:off x="6628784" y="1301203"/>
                <a:ext cx="45720" cy="19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ABB393F-8624-95BE-D758-134E9C62467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10784" y="1283563"/>
                  <a:ext cx="81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BE16095-8201-D991-77AD-278B32AACFB3}"/>
                    </a:ext>
                  </a:extLst>
                </p14:cNvPr>
                <p14:cNvContentPartPr/>
                <p14:nvPr/>
              </p14:nvContentPartPr>
              <p14:xfrm>
                <a:off x="6642104" y="1302643"/>
                <a:ext cx="139320" cy="222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BE16095-8201-D991-77AD-278B32AACFB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24464" y="1284643"/>
                  <a:ext cx="174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2CF018C-01DC-10B8-B647-17C48E73376F}"/>
                    </a:ext>
                  </a:extLst>
                </p14:cNvPr>
                <p14:cNvContentPartPr/>
                <p14:nvPr/>
              </p14:nvContentPartPr>
              <p14:xfrm>
                <a:off x="6968264" y="1267003"/>
                <a:ext cx="4320" cy="10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2CF018C-01DC-10B8-B647-17C48E73376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50264" y="1249003"/>
                  <a:ext cx="39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3503B8-CE4D-2F9B-9E75-C16A31052F3A}"/>
                    </a:ext>
                  </a:extLst>
                </p14:cNvPr>
                <p14:cNvContentPartPr/>
                <p14:nvPr/>
              </p14:nvContentPartPr>
              <p14:xfrm>
                <a:off x="6893024" y="1290043"/>
                <a:ext cx="140040" cy="172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3503B8-CE4D-2F9B-9E75-C16A31052F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75024" y="1272403"/>
                  <a:ext cx="175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64DB444-553B-A715-ADC9-FE9C25E30CA3}"/>
                    </a:ext>
                  </a:extLst>
                </p14:cNvPr>
                <p14:cNvContentPartPr/>
                <p14:nvPr/>
              </p14:nvContentPartPr>
              <p14:xfrm>
                <a:off x="7223864" y="1256563"/>
                <a:ext cx="80280" cy="23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64DB444-553B-A715-ADC9-FE9C25E30CA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05864" y="1238923"/>
                  <a:ext cx="115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D240E3-BA8A-D0AA-2FDF-CD32948CEB30}"/>
                    </a:ext>
                  </a:extLst>
                </p14:cNvPr>
                <p14:cNvContentPartPr/>
                <p14:nvPr/>
              </p14:nvContentPartPr>
              <p14:xfrm>
                <a:off x="7235024" y="1325323"/>
                <a:ext cx="88200" cy="31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D240E3-BA8A-D0AA-2FDF-CD32948CEB3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17384" y="1307683"/>
                  <a:ext cx="1238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620E0A-77C3-750A-284B-9B3E5489DA62}"/>
                    </a:ext>
                  </a:extLst>
                </p14:cNvPr>
                <p14:cNvContentPartPr/>
                <p14:nvPr/>
              </p14:nvContentPartPr>
              <p14:xfrm>
                <a:off x="7497464" y="914563"/>
                <a:ext cx="198000" cy="38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620E0A-77C3-750A-284B-9B3E5489DA6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79824" y="896923"/>
                  <a:ext cx="2336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F70B4F-5978-3872-B93A-BE7D1A98CAB0}"/>
                    </a:ext>
                  </a:extLst>
                </p14:cNvPr>
                <p14:cNvContentPartPr/>
                <p14:nvPr/>
              </p14:nvContentPartPr>
              <p14:xfrm>
                <a:off x="7816064" y="1173403"/>
                <a:ext cx="132840" cy="34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F70B4F-5978-3872-B93A-BE7D1A98CAB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98424" y="1155403"/>
                  <a:ext cx="168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D45EF9E-11B4-2688-EC2F-FF71FFAC3D5D}"/>
                    </a:ext>
                  </a:extLst>
                </p14:cNvPr>
                <p14:cNvContentPartPr/>
                <p14:nvPr/>
              </p14:nvContentPartPr>
              <p14:xfrm>
                <a:off x="7862144" y="1197883"/>
                <a:ext cx="34920" cy="11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45EF9E-11B4-2688-EC2F-FF71FFAC3D5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44504" y="1180243"/>
                  <a:ext cx="70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A6880B-5B50-7B24-E44B-6194A09D424E}"/>
                    </a:ext>
                  </a:extLst>
                </p14:cNvPr>
                <p14:cNvContentPartPr/>
                <p14:nvPr/>
              </p14:nvContentPartPr>
              <p14:xfrm>
                <a:off x="4309304" y="632683"/>
                <a:ext cx="4164480" cy="109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A6880B-5B50-7B24-E44B-6194A09D42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91664" y="614683"/>
                  <a:ext cx="420012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A42C3D-EF1F-3792-5B7B-8764A34DE690}"/>
                    </a:ext>
                  </a:extLst>
                </p14:cNvPr>
                <p14:cNvContentPartPr/>
                <p14:nvPr/>
              </p14:nvContentPartPr>
              <p14:xfrm>
                <a:off x="4634384" y="923203"/>
                <a:ext cx="154080" cy="86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A42C3D-EF1F-3792-5B7B-8764A34DE6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16384" y="905563"/>
                  <a:ext cx="189720" cy="895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7079780-1E60-9A6B-DE5D-DC910A03E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90931"/>
          </a:xfrm>
        </p:spPr>
        <p:txBody>
          <a:bodyPr anchor="t">
            <a:spAutoFit/>
          </a:bodyPr>
          <a:lstStyle/>
          <a:p>
            <a:pPr eaLnBrk="1" hangingPunct="1"/>
            <a:r>
              <a:rPr lang="en-US" altLang="en-US" sz="3600" i="1" dirty="0"/>
              <a:t>I</a:t>
            </a:r>
            <a:r>
              <a:rPr lang="en-US" altLang="en-US" sz="3600" i="1" baseline="-25000" dirty="0"/>
              <a:t>D</a:t>
            </a:r>
            <a:r>
              <a:rPr lang="en-US" altLang="en-US" sz="3600" i="1" dirty="0"/>
              <a:t>-V</a:t>
            </a:r>
            <a:r>
              <a:rPr lang="en-US" altLang="en-US" sz="3600" i="1" baseline="-25000" dirty="0"/>
              <a:t>DS </a:t>
            </a:r>
            <a:r>
              <a:rPr lang="en-US" altLang="en-US" sz="3600" i="1" dirty="0"/>
              <a:t> characteristics for n-MOSFET</a:t>
            </a:r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4A7F44B8-310D-CE04-59E2-586F51499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" r="4289" b="14951"/>
          <a:stretch>
            <a:fillRect/>
          </a:stretch>
        </p:blipFill>
        <p:spPr bwMode="auto">
          <a:xfrm>
            <a:off x="2895600" y="1470026"/>
            <a:ext cx="6324600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AutoShape 4">
            <a:extLst>
              <a:ext uri="{FF2B5EF4-FFF2-40B4-BE49-F238E27FC236}">
                <a16:creationId xmlns:a16="http://schemas.microsoft.com/office/drawing/2014/main" id="{84B1BA75-81F5-EF6A-9395-EE4DB770F733}"/>
              </a:ext>
            </a:extLst>
          </p:cNvPr>
          <p:cNvSpPr>
            <a:spLocks/>
          </p:cNvSpPr>
          <p:nvPr/>
        </p:nvSpPr>
        <p:spPr bwMode="auto">
          <a:xfrm rot="16200000">
            <a:off x="6019800" y="1174750"/>
            <a:ext cx="381000" cy="2362200"/>
          </a:xfrm>
          <a:prstGeom prst="rightBrace">
            <a:avLst>
              <a:gd name="adj1" fmla="val 5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49" name="AutoShape 5">
            <a:extLst>
              <a:ext uri="{FF2B5EF4-FFF2-40B4-BE49-F238E27FC236}">
                <a16:creationId xmlns:a16="http://schemas.microsoft.com/office/drawing/2014/main" id="{A406EB6D-41E3-58D2-DAF1-3AA8772362A5}"/>
              </a:ext>
            </a:extLst>
          </p:cNvPr>
          <p:cNvSpPr>
            <a:spLocks/>
          </p:cNvSpPr>
          <p:nvPr/>
        </p:nvSpPr>
        <p:spPr bwMode="auto">
          <a:xfrm rot="16200000">
            <a:off x="4076700" y="174625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9313BA47-C8CA-1D61-C271-07AF8E4AB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1470026"/>
            <a:ext cx="1225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Saturation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region</a:t>
            </a:r>
            <a:endParaRPr lang="en-US" altLang="en-US" sz="2000"/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ED1EF211-A8E4-028C-3CA4-EC7BE39D2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1555751"/>
            <a:ext cx="846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Linear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region</a:t>
            </a:r>
            <a:endParaRPr lang="en-US" alt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315869A-97DC-E579-63D9-E5F70106B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P-MOSFET N-MOSFET IV Characteristics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E24968BE-B807-CE41-2E7D-D698A917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576" y="4533901"/>
            <a:ext cx="7091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The PMOS IV is qualitatively similar to the NMOS IV, but the current is about half as large. Why?</a:t>
            </a:r>
            <a:endParaRPr lang="en-US" altLang="en-US" sz="2400" b="1" i="1">
              <a:cs typeface="Arial" panose="020B0604020202020204" pitchFamily="34" charset="0"/>
            </a:endParaRP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BE561DF4-78C0-CF34-66C8-63FAB73A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976313"/>
            <a:ext cx="4286250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9B78E75-96C9-7DF6-990C-75155506C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76521"/>
          </a:xfrm>
        </p:spPr>
        <p:txBody>
          <a:bodyPr/>
          <a:lstStyle/>
          <a:p>
            <a:pPr eaLnBrk="1" hangingPunct="1"/>
            <a:r>
              <a:rPr lang="en-US" altLang="en-US" i="1" dirty="0"/>
              <a:t>Threshold and Subthreshold</a:t>
            </a:r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3E42FA63-5221-4B36-0353-1E5614543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864" y="1270000"/>
            <a:ext cx="78009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3716E91-FC1D-59E2-A236-CC8F38DD7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466867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Subthreshold Current</a:t>
            </a:r>
          </a:p>
        </p:txBody>
      </p:sp>
      <p:grpSp>
        <p:nvGrpSpPr>
          <p:cNvPr id="48131" name="Group 3">
            <a:extLst>
              <a:ext uri="{FF2B5EF4-FFF2-40B4-BE49-F238E27FC236}">
                <a16:creationId xmlns:a16="http://schemas.microsoft.com/office/drawing/2014/main" id="{7F6BC703-B72D-7B31-393A-451024134BEB}"/>
              </a:ext>
            </a:extLst>
          </p:cNvPr>
          <p:cNvGrpSpPr>
            <a:grpSpLocks/>
          </p:cNvGrpSpPr>
          <p:nvPr/>
        </p:nvGrpSpPr>
        <p:grpSpPr bwMode="auto">
          <a:xfrm>
            <a:off x="3302001" y="2055814"/>
            <a:ext cx="4691063" cy="3278187"/>
            <a:chOff x="1120" y="1223"/>
            <a:chExt cx="2955" cy="2065"/>
          </a:xfrm>
        </p:grpSpPr>
        <p:pic>
          <p:nvPicPr>
            <p:cNvPr id="48136" name="Picture 4">
              <a:extLst>
                <a:ext uri="{FF2B5EF4-FFF2-40B4-BE49-F238E27FC236}">
                  <a16:creationId xmlns:a16="http://schemas.microsoft.com/office/drawing/2014/main" id="{ABBCA3F9-EEF9-D292-D10C-4A2F1B21F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0" y="1223"/>
              <a:ext cx="2955" cy="1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7" name="Rectangle 5">
              <a:extLst>
                <a:ext uri="{FF2B5EF4-FFF2-40B4-BE49-F238E27FC236}">
                  <a16:creationId xmlns:a16="http://schemas.microsoft.com/office/drawing/2014/main" id="{892611B2-2D96-033C-42C7-957EA801C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0" y="1840"/>
              <a:ext cx="144" cy="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grpSp>
          <p:nvGrpSpPr>
            <p:cNvPr id="48138" name="Group 6">
              <a:extLst>
                <a:ext uri="{FF2B5EF4-FFF2-40B4-BE49-F238E27FC236}">
                  <a16:creationId xmlns:a16="http://schemas.microsoft.com/office/drawing/2014/main" id="{5C73C4D9-63F6-6F27-6411-E5B3278B66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6" y="1591"/>
              <a:ext cx="254" cy="917"/>
              <a:chOff x="190" y="1327"/>
              <a:chExt cx="211" cy="869"/>
            </a:xfrm>
          </p:grpSpPr>
          <p:sp>
            <p:nvSpPr>
              <p:cNvPr id="48140" name="Rectangle 7">
                <a:extLst>
                  <a:ext uri="{FF2B5EF4-FFF2-40B4-BE49-F238E27FC236}">
                    <a16:creationId xmlns:a16="http://schemas.microsoft.com/office/drawing/2014/main" id="{8D2F7338-2CF3-E03B-A731-22AC7DF43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67" y="2081"/>
                <a:ext cx="6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I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1" name="Rectangle 8">
                <a:extLst>
                  <a:ext uri="{FF2B5EF4-FFF2-40B4-BE49-F238E27FC236}">
                    <a16:creationId xmlns:a16="http://schemas.microsoft.com/office/drawing/2014/main" id="{4717C16E-8E63-870D-6175-CA745308D1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06" y="2032"/>
                <a:ext cx="61" cy="1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16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d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2" name="Rectangle 9">
                <a:extLst>
                  <a:ext uri="{FF2B5EF4-FFF2-40B4-BE49-F238E27FC236}">
                    <a16:creationId xmlns:a16="http://schemas.microsoft.com/office/drawing/2014/main" id="{C29D13BE-3441-EA0A-4B84-3D047B4A7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13" y="1979"/>
                <a:ext cx="4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16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s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3" name="Rectangle 10">
                <a:extLst>
                  <a:ext uri="{FF2B5EF4-FFF2-40B4-BE49-F238E27FC236}">
                    <a16:creationId xmlns:a16="http://schemas.microsoft.com/office/drawing/2014/main" id="{36704DA9-9DFA-92F6-57C0-C267715DE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7" y="1903"/>
                <a:ext cx="40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 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4" name="Rectangle 11">
                <a:extLst>
                  <a:ext uri="{FF2B5EF4-FFF2-40B4-BE49-F238E27FC236}">
                    <a16:creationId xmlns:a16="http://schemas.microsoft.com/office/drawing/2014/main" id="{067332FA-3887-151A-B948-29F9015EC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1" y="1861"/>
                <a:ext cx="54" cy="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(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5" name="Rectangle 12">
                <a:extLst>
                  <a:ext uri="{FF2B5EF4-FFF2-40B4-BE49-F238E27FC236}">
                    <a16:creationId xmlns:a16="http://schemas.microsoft.com/office/drawing/2014/main" id="{A362E8CB-8B42-D93B-C391-7F0B2FE72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51" y="1783"/>
                <a:ext cx="92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latin typeface="Symbol" panose="05050102010706020507" pitchFamily="18" charset="2"/>
                  <a:ea typeface="PMingLiU" panose="02020500000000000000" pitchFamily="18" charset="-120"/>
                </a:endParaRPr>
              </a:p>
            </p:txBody>
          </p:sp>
          <p:sp>
            <p:nvSpPr>
              <p:cNvPr id="48146" name="Rectangle 13">
                <a:extLst>
                  <a:ext uri="{FF2B5EF4-FFF2-40B4-BE49-F238E27FC236}">
                    <a16:creationId xmlns:a16="http://schemas.microsoft.com/office/drawing/2014/main" id="{DB4A4914-41B5-498F-34D1-781C3A26E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40" y="1641"/>
                <a:ext cx="115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A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7" name="Rectangle 14">
                <a:extLst>
                  <a:ext uri="{FF2B5EF4-FFF2-40B4-BE49-F238E27FC236}">
                    <a16:creationId xmlns:a16="http://schemas.microsoft.com/office/drawing/2014/main" id="{67049BCA-ACDF-E43E-A81F-2F0EE7DFB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6" y="1544"/>
                <a:ext cx="45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/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8" name="Rectangle 15">
                <a:extLst>
                  <a:ext uri="{FF2B5EF4-FFF2-40B4-BE49-F238E27FC236}">
                    <a16:creationId xmlns:a16="http://schemas.microsoft.com/office/drawing/2014/main" id="{968CFACF-5E0E-846E-318C-AECD042D1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8" y="1487"/>
                <a:ext cx="92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>
                    <a:solidFill>
                      <a:srgbClr val="000000"/>
                    </a:solidFill>
                    <a:latin typeface="Symbol" panose="05050102010706020507" pitchFamily="18" charset="2"/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9" name="Rectangle 16">
                <a:extLst>
                  <a:ext uri="{FF2B5EF4-FFF2-40B4-BE49-F238E27FC236}">
                    <a16:creationId xmlns:a16="http://schemas.microsoft.com/office/drawing/2014/main" id="{211A65DA-8692-22F6-1842-5CBF74597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31" y="1371"/>
                <a:ext cx="134" cy="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50" name="Rectangle 17">
                <a:extLst>
                  <a:ext uri="{FF2B5EF4-FFF2-40B4-BE49-F238E27FC236}">
                    <a16:creationId xmlns:a16="http://schemas.microsoft.com/office/drawing/2014/main" id="{B5913287-B2E4-D9F2-300A-AEEE480B5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1" y="1269"/>
                <a:ext cx="54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)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8139" name="Text Box 18">
              <a:extLst>
                <a:ext uri="{FF2B5EF4-FFF2-40B4-BE49-F238E27FC236}">
                  <a16:creationId xmlns:a16="http://schemas.microsoft.com/office/drawing/2014/main" id="{56B17907-AF9C-22FD-2B09-8D8E69DEB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" y="3000"/>
              <a:ext cx="560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TW" sz="2400" b="1" i="1">
                  <a:ea typeface="PMingLiU" panose="02020500000000000000" pitchFamily="18" charset="-120"/>
                  <a:cs typeface="Arial" panose="020B0604020202020204" pitchFamily="34" charset="0"/>
                </a:rPr>
                <a:t>V</a:t>
              </a:r>
              <a:r>
                <a:rPr lang="en-US" altLang="zh-TW" sz="2400" b="1" i="1" baseline="-25000">
                  <a:ea typeface="PMingLiU" panose="02020500000000000000" pitchFamily="18" charset="-120"/>
                  <a:cs typeface="Arial" panose="020B0604020202020204" pitchFamily="34" charset="0"/>
                </a:rPr>
                <a:t>gs</a:t>
              </a:r>
            </a:p>
          </p:txBody>
        </p:sp>
      </p:grpSp>
      <p:sp>
        <p:nvSpPr>
          <p:cNvPr id="48132" name="Text Box 19">
            <a:extLst>
              <a:ext uri="{FF2B5EF4-FFF2-40B4-BE49-F238E27FC236}">
                <a16:creationId xmlns:a16="http://schemas.microsoft.com/office/drawing/2014/main" id="{D799D99C-CAA4-138B-51DD-9C7FB35A0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97100" y="1104900"/>
            <a:ext cx="7772400" cy="4914900"/>
          </a:xfrm>
          <a:noFill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>
                <a:ea typeface="PMingLiU" panose="02020500000000000000" pitchFamily="18" charset="-120"/>
              </a:rPr>
              <a:t>The leakage current that flows at V</a:t>
            </a:r>
            <a:r>
              <a:rPr lang="en-US" altLang="zh-TW" sz="2400" baseline="-25000">
                <a:ea typeface="PMingLiU" panose="02020500000000000000" pitchFamily="18" charset="-120"/>
              </a:rPr>
              <a:t>g</a:t>
            </a:r>
            <a:r>
              <a:rPr lang="en-US" altLang="zh-TW" sz="2400">
                <a:ea typeface="PMingLiU" panose="02020500000000000000" pitchFamily="18" charset="-120"/>
              </a:rPr>
              <a:t>&lt;V</a:t>
            </a:r>
            <a:r>
              <a:rPr lang="en-US" altLang="zh-TW" sz="2400" baseline="-25000">
                <a:ea typeface="PMingLiU" panose="02020500000000000000" pitchFamily="18" charset="-120"/>
              </a:rPr>
              <a:t>t</a:t>
            </a:r>
            <a:r>
              <a:rPr lang="en-US" altLang="zh-TW" sz="2400">
                <a:ea typeface="PMingLiU" panose="02020500000000000000" pitchFamily="18" charset="-120"/>
              </a:rPr>
              <a:t> is called the subthreshold current. Previously we had assumed that current is zero, but in reality that’s not the case.</a:t>
            </a:r>
            <a:endParaRPr lang="en-US" altLang="zh-TW" baseline="-25000">
              <a:ea typeface="PMingLiU" panose="02020500000000000000" pitchFamily="18" charset="-120"/>
            </a:endParaRPr>
          </a:p>
        </p:txBody>
      </p:sp>
      <p:sp>
        <p:nvSpPr>
          <p:cNvPr id="48133" name="Text Box 20">
            <a:extLst>
              <a:ext uri="{FF2B5EF4-FFF2-40B4-BE49-F238E27FC236}">
                <a16:creationId xmlns:a16="http://schemas.microsoft.com/office/drawing/2014/main" id="{7A42A629-6D98-AB45-1F37-994A2AB8B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6389" y="3121026"/>
            <a:ext cx="22812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TW" sz="1800">
                <a:ea typeface="PMingLiU" panose="02020500000000000000" pitchFamily="18" charset="-120"/>
                <a:cs typeface="Arial" panose="020B0604020202020204" pitchFamily="34" charset="0"/>
              </a:rPr>
              <a:t>90nm technology. Gate length: 45nm for NMOS, 50nm for PMOS</a:t>
            </a:r>
            <a:endParaRPr lang="zh-TW" altLang="en-US" sz="1600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8134" name="Text Box 21">
            <a:extLst>
              <a:ext uri="{FF2B5EF4-FFF2-40B4-BE49-F238E27FC236}">
                <a16:creationId xmlns:a16="http://schemas.microsoft.com/office/drawing/2014/main" id="{5856545C-DDEF-EAF0-D10C-633E4E128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4" y="5414963"/>
            <a:ext cx="7018337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TW" sz="2000"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The current at 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gs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=0 and 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ds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=V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dd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 is called I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off.</a:t>
            </a:r>
            <a:endParaRPr lang="en-US" altLang="zh-TW" sz="2000" baseline="-25000"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zh-TW" altLang="en-US" sz="2800" b="1" i="1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8135" name="Text Box 22">
            <a:extLst>
              <a:ext uri="{FF2B5EF4-FFF2-40B4-BE49-F238E27FC236}">
                <a16:creationId xmlns:a16="http://schemas.microsoft.com/office/drawing/2014/main" id="{E9FB1BFD-DE7E-4571-E80F-44FAB9D2E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688" y="2882900"/>
            <a:ext cx="2362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TW" sz="1200" b="1" i="1">
                <a:ea typeface="PMingLiU" panose="02020500000000000000" pitchFamily="18" charset="-120"/>
                <a:cs typeface="Arial" panose="020B0604020202020204" pitchFamily="34" charset="0"/>
              </a:rPr>
              <a:t>Intel, T. Ghani et al., IEDM 2003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23026</TotalTime>
  <Words>695</Words>
  <Application>Microsoft Office PowerPoint</Application>
  <PresentationFormat>Widescreen</PresentationFormat>
  <Paragraphs>103</Paragraphs>
  <Slides>35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PMingLiU</vt:lpstr>
      <vt:lpstr>Arial</vt:lpstr>
      <vt:lpstr>Calibri</vt:lpstr>
      <vt:lpstr>Cambria Math</vt:lpstr>
      <vt:lpstr>PT Sans</vt:lpstr>
      <vt:lpstr>Symbol</vt:lpstr>
      <vt:lpstr>Times New Roman</vt:lpstr>
      <vt:lpstr>Office Theme</vt:lpstr>
      <vt:lpstr>Bitmap Image</vt:lpstr>
      <vt:lpstr>Equation</vt:lpstr>
      <vt:lpstr>ECE 105: Introduction to Electrical Engineering</vt:lpstr>
      <vt:lpstr>What is a diode</vt:lpstr>
      <vt:lpstr>Forward biasing a diode </vt:lpstr>
      <vt:lpstr>Reverse biasing a diode</vt:lpstr>
      <vt:lpstr>Reverse biasing a diode</vt:lpstr>
      <vt:lpstr>Diode characterization</vt:lpstr>
      <vt:lpstr>Water analogy</vt:lpstr>
      <vt:lpstr>Diode Current Equation</vt:lpstr>
      <vt:lpstr>Diode Current Equation</vt:lpstr>
      <vt:lpstr>Diode Current Equation</vt:lpstr>
      <vt:lpstr>The First Transistor</vt:lpstr>
      <vt:lpstr>Transistor amplification</vt:lpstr>
      <vt:lpstr>1956 Physics Nobel Prize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Complementary MOSFETs (CMOS)</vt:lpstr>
      <vt:lpstr>ID-VDS  characteristics expected from a long channel  (L &lt;&lt; L) MOSFET (n-channel), for various values of VG</vt:lpstr>
      <vt:lpstr>MOSFET current equations </vt:lpstr>
      <vt:lpstr>MOSFET current equations </vt:lpstr>
      <vt:lpstr>MOSFET current equations </vt:lpstr>
      <vt:lpstr>PowerPoint Presentation</vt:lpstr>
      <vt:lpstr>PowerPoint Presentation</vt:lpstr>
      <vt:lpstr>PowerPoint Presentation</vt:lpstr>
      <vt:lpstr>PowerPoint Presentation</vt:lpstr>
      <vt:lpstr>Qualitative discussion: n-MOSFET</vt:lpstr>
      <vt:lpstr>Quantitative ID-VDS Relationships – 1st attempt “Square Law”</vt:lpstr>
      <vt:lpstr>ID-VDS  characteristics for n-MOSFET</vt:lpstr>
      <vt:lpstr>P-MOSFET N-MOSFET IV Characteristics</vt:lpstr>
      <vt:lpstr>Threshold and Subthreshold</vt:lpstr>
      <vt:lpstr>Subthreshold Current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931</cp:revision>
  <cp:lastPrinted>2017-03-30T23:40:26Z</cp:lastPrinted>
  <dcterms:created xsi:type="dcterms:W3CDTF">2014-02-24T21:19:39Z</dcterms:created>
  <dcterms:modified xsi:type="dcterms:W3CDTF">2026-02-17T02:42:33Z</dcterms:modified>
</cp:coreProperties>
</file>